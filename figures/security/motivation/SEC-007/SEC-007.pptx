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f5ae191e8454b" /><Relationship Type="http://schemas.openxmlformats.org/officeDocument/2006/relationships/extended-properties" Target="/docProps/app.xml" Id="Re8f961a3679045ab" /><Relationship Type="http://schemas.openxmlformats.org/officeDocument/2006/relationships/officeDocument" Target="/ppt/presentation.xml" Id="R0d3db266d8944a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d65c149f6426b"/>
  </p:sldMasterIdLst>
  <p:notesMasterIdLst>
    <p:notesMasterId xmlns:r="http://schemas.openxmlformats.org/officeDocument/2006/relationships" r:id="R60715a2c234a47a3"/>
  </p:notesMasterIdLst>
  <p:sldIdLst>
    <p:sldId xmlns:r="http://schemas.openxmlformats.org/officeDocument/2006/relationships" id="256" r:id="R2e9bb27cc3504355"/>
  </p:sldIdLst>
  <p:sldSz cx="14287500" cy="5514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8faf6ef4f049d7" /><Relationship Type="http://schemas.openxmlformats.org/officeDocument/2006/relationships/slideMaster" Target="/ppt/slideMasters/slideMaster1.xml" Id="Re26d65c149f6426b" /><Relationship Type="http://schemas.openxmlformats.org/officeDocument/2006/relationships/notesMaster" Target="/ppt/notesMasters/notesMaster1.xml" Id="R60715a2c234a47a3" /><Relationship Type="http://schemas.openxmlformats.org/officeDocument/2006/relationships/presProps" Target="/ppt/presProps.xml" Id="R5b87203fb7a0432f" /><Relationship Type="http://schemas.openxmlformats.org/officeDocument/2006/relationships/tableStyles" Target="/ppt/tableStyles.xml" Id="Rad842bfbc0c14c45" /><Relationship Type="http://schemas.openxmlformats.org/officeDocument/2006/relationships/slide" Target="/ppt/slides/slide1.xml" Id="R2e9bb27cc350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30e3e1423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eaf7ddb2046ff" /><Relationship Type="http://schemas.openxmlformats.org/officeDocument/2006/relationships/notesMaster" Target="/ppt/notesMasters/notesMaster1.xml" Id="Re8b3099dbea14be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素材ID：SEC-007</ns1:t>
            </ns1:r>
          </ns1:p>
          <ns1:p>
            <ns1:r>
              <ns1:t>论文：DataSentinel: A Game-Theoretic Detection of Prompt Injection Attacks</ns1:t>
            </ns1:r>
          </ns1:p>
          <ns1:p>
            <ns1:r>
              <ns1:t>会议：IEEE S&amp;P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类型：动机对比</ns1:t>
            </ns1:r>
          </ns1:p>
          <ns1:p>
            <ns1:r>
              <ns1:t>借鉴点：统一输入分叉到两个模型，以结果卡片和显著对错符号对比机制差异，适合方法动机与安全失败对照。</ns1:t>
            </ns1:r>
          </ns1:p>
          <ns1:p>
            <ns1:r>
              <ns1:t>论文URL：https://arxiv.org/pdf/2504.11358</ns1:t>
            </ns1:r>
          </ns1:p>
          <ns1:p>
            <ns1:r>
              <ns1:t>官方获奖URL：https://sp2025.ieee-security.org/awards.html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5d2d57242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62d9d337b94627" /><Relationship Type="http://schemas.openxmlformats.org/officeDocument/2006/relationships/slideLayout" Target="/ppt/slideLayouts/slideLayout1.xml" Id="R10a13ff2ebd4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a13ff2ebd4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93ff04c044842" /><Relationship Type="http://schemas.openxmlformats.org/officeDocument/2006/relationships/image" Target="/ppt/media/image.png" Id="R94b71a5d115b4a42" /><Relationship Type="http://schemas.openxmlformats.org/officeDocument/2006/relationships/image" Target="/ppt/media/image2.png" Id="Rcc17458285ff42a0" /><Relationship Type="http://schemas.openxmlformats.org/officeDocument/2006/relationships/notesSlide" Target="/ppt/notesSlides/notesSlide1.xml" Id="Red14382e911f4c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3CCAF-2AFC-4922-8F54-8F9C382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" y="34789"/>
            <a:ext cx="13681782" cy="5477726"/>
          </a:xfrm>
          <a:custGeom xmlns:a="http://schemas.openxmlformats.org/drawingml/2006/main">
            <a:pathLst>
              <a:path w="13681782" h="5477726">
                <a:moveTo>
                  <a:pt x="13681782" y="5477726"/>
                </a:moveTo>
                <a:lnTo>
                  <a:pt x="0" y="5477726"/>
                </a:lnTo>
                <a:lnTo>
                  <a:pt x="0" y="0"/>
                </a:lnTo>
                <a:lnTo>
                  <a:pt x="13681782" y="0"/>
                </a:lnTo>
                <a:lnTo>
                  <a:pt x="13681782" y="54777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0CE35-A305-4537-8462-CAEBECF1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918" y="733148"/>
            <a:ext cx="4111140" cy="475212"/>
          </a:xfrm>
          <a:custGeom xmlns:a="http://schemas.openxmlformats.org/drawingml/2006/main">
            <a:pathLst>
              <a:path w="4111140" h="475212">
                <a:moveTo>
                  <a:pt x="0" y="79128"/>
                </a:moveTo>
                <a:cubicBezTo>
                  <a:pt x="0" y="35365"/>
                  <a:pt x="35365" y="0"/>
                  <a:pt x="79128" y="0"/>
                </a:cubicBezTo>
                <a:lnTo>
                  <a:pt x="4031865" y="0"/>
                </a:lnTo>
                <a:cubicBezTo>
                  <a:pt x="4075628" y="0"/>
                  <a:pt x="4111140" y="35365"/>
                  <a:pt x="4111140" y="79128"/>
                </a:cubicBezTo>
                <a:lnTo>
                  <a:pt x="4111140" y="395937"/>
                </a:lnTo>
                <a:cubicBezTo>
                  <a:pt x="4111140" y="439700"/>
                  <a:pt x="4075628" y="475212"/>
                  <a:pt x="4031865" y="475212"/>
                </a:cubicBezTo>
                <a:lnTo>
                  <a:pt x="79128" y="475212"/>
                </a:lnTo>
                <a:cubicBezTo>
                  <a:pt x="35365" y="475212"/>
                  <a:pt x="0" y="439700"/>
                  <a:pt x="0" y="395937"/>
                </a:cubicBezTo>
                <a:lnTo>
                  <a:pt x="0" y="79128"/>
                </a:lnTo>
                <a:close/>
              </a:path>
            </a:pathLst>
          </a:custGeom>
          <a:solidFill xmlns:a="http://schemas.openxmlformats.org/drawingml/2006/main">
            <a:srgbClr val="FFE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D8BA7-E473-4748-A517-D1366F3B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918" y="733148"/>
            <a:ext cx="4111140" cy="475212"/>
          </a:xfrm>
          <a:custGeom xmlns:a="http://schemas.openxmlformats.org/drawingml/2006/main">
            <a:pathLst>
              <a:path w="4111140" h="475212" fill="none">
                <a:moveTo>
                  <a:pt x="0" y="79128"/>
                </a:moveTo>
                <a:cubicBezTo>
                  <a:pt x="0" y="35365"/>
                  <a:pt x="35365" y="0"/>
                  <a:pt x="79128" y="0"/>
                </a:cubicBezTo>
                <a:lnTo>
                  <a:pt x="4031865" y="0"/>
                </a:lnTo>
                <a:cubicBezTo>
                  <a:pt x="4075628" y="0"/>
                  <a:pt x="4111140" y="35365"/>
                  <a:pt x="4111140" y="79128"/>
                </a:cubicBezTo>
                <a:lnTo>
                  <a:pt x="4111140" y="395937"/>
                </a:lnTo>
                <a:cubicBezTo>
                  <a:pt x="4111140" y="439700"/>
                  <a:pt x="4075628" y="475212"/>
                  <a:pt x="4031865" y="475212"/>
                </a:cubicBezTo>
                <a:lnTo>
                  <a:pt x="79128" y="475212"/>
                </a:lnTo>
                <a:cubicBezTo>
                  <a:pt x="35365" y="475212"/>
                  <a:pt x="0" y="439700"/>
                  <a:pt x="0" y="395937"/>
                </a:cubicBezTo>
                <a:lnTo>
                  <a:pt x="0" y="791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DB294-3A16-4714-9B6D-E145CDCC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918" y="4037532"/>
            <a:ext cx="4111140" cy="486264"/>
          </a:xfrm>
          <a:custGeom xmlns:a="http://schemas.openxmlformats.org/drawingml/2006/main">
            <a:pathLst>
              <a:path w="4111140" h="486264">
                <a:moveTo>
                  <a:pt x="0" y="81044"/>
                </a:moveTo>
                <a:cubicBezTo>
                  <a:pt x="0" y="36249"/>
                  <a:pt x="36249" y="0"/>
                  <a:pt x="81044" y="0"/>
                </a:cubicBezTo>
                <a:lnTo>
                  <a:pt x="4029949" y="0"/>
                </a:lnTo>
                <a:cubicBezTo>
                  <a:pt x="4074744" y="0"/>
                  <a:pt x="4111140" y="36249"/>
                  <a:pt x="4111140" y="81044"/>
                </a:cubicBezTo>
                <a:lnTo>
                  <a:pt x="4111140" y="405073"/>
                </a:lnTo>
                <a:cubicBezTo>
                  <a:pt x="4111140" y="449868"/>
                  <a:pt x="4074744" y="486264"/>
                  <a:pt x="4029949" y="486264"/>
                </a:cubicBezTo>
                <a:lnTo>
                  <a:pt x="81044" y="486264"/>
                </a:lnTo>
                <a:cubicBezTo>
                  <a:pt x="36249" y="486264"/>
                  <a:pt x="0" y="449868"/>
                  <a:pt x="0" y="405073"/>
                </a:cubicBezTo>
                <a:lnTo>
                  <a:pt x="0" y="81044"/>
                </a:lnTo>
                <a:close/>
              </a:path>
            </a:pathLst>
          </a:custGeom>
          <a:solidFill xmlns:a="http://schemas.openxmlformats.org/drawingml/2006/main">
            <a:srgbClr val="FFE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4FB77-D571-4948-8196-65D9230A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918" y="4037532"/>
            <a:ext cx="4111140" cy="486264"/>
          </a:xfrm>
          <a:custGeom xmlns:a="http://schemas.openxmlformats.org/drawingml/2006/main">
            <a:pathLst>
              <a:path w="4111140" h="486264" fill="none">
                <a:moveTo>
                  <a:pt x="0" y="81044"/>
                </a:moveTo>
                <a:cubicBezTo>
                  <a:pt x="0" y="36249"/>
                  <a:pt x="36249" y="0"/>
                  <a:pt x="81044" y="0"/>
                </a:cubicBezTo>
                <a:lnTo>
                  <a:pt x="4029949" y="0"/>
                </a:lnTo>
                <a:cubicBezTo>
                  <a:pt x="4074744" y="0"/>
                  <a:pt x="4111140" y="36249"/>
                  <a:pt x="4111140" y="81044"/>
                </a:cubicBezTo>
                <a:lnTo>
                  <a:pt x="4111140" y="405073"/>
                </a:lnTo>
                <a:cubicBezTo>
                  <a:pt x="4111140" y="449868"/>
                  <a:pt x="4074744" y="486264"/>
                  <a:pt x="4029949" y="486264"/>
                </a:cubicBezTo>
                <a:lnTo>
                  <a:pt x="81044" y="486264"/>
                </a:lnTo>
                <a:cubicBezTo>
                  <a:pt x="36249" y="486264"/>
                  <a:pt x="0" y="449868"/>
                  <a:pt x="0" y="405073"/>
                </a:cubicBezTo>
                <a:lnTo>
                  <a:pt x="0" y="810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79BAE-B1C1-4BDB-ADF7-B52310A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3" y="478964"/>
            <a:ext cx="2586114" cy="1701776"/>
          </a:xfrm>
          <a:custGeom xmlns:a="http://schemas.openxmlformats.org/drawingml/2006/main">
            <a:pathLst>
              <a:path w="2586114" h="1701776">
                <a:moveTo>
                  <a:pt x="0" y="283654"/>
                </a:moveTo>
                <a:cubicBezTo>
                  <a:pt x="0" y="126871"/>
                  <a:pt x="127003" y="0"/>
                  <a:pt x="283654" y="0"/>
                </a:cubicBezTo>
                <a:lnTo>
                  <a:pt x="2302312" y="0"/>
                </a:lnTo>
                <a:cubicBezTo>
                  <a:pt x="2459096" y="0"/>
                  <a:pt x="2586114" y="126871"/>
                  <a:pt x="2586114" y="283654"/>
                </a:cubicBezTo>
                <a:lnTo>
                  <a:pt x="2586114" y="1418122"/>
                </a:lnTo>
                <a:cubicBezTo>
                  <a:pt x="2586114" y="1574906"/>
                  <a:pt x="2459096" y="1701776"/>
                  <a:pt x="2302312" y="1701776"/>
                </a:cubicBezTo>
                <a:lnTo>
                  <a:pt x="283654" y="1701776"/>
                </a:lnTo>
                <a:cubicBezTo>
                  <a:pt x="127003" y="1701776"/>
                  <a:pt x="0" y="1574906"/>
                  <a:pt x="0" y="1418122"/>
                </a:cubicBezTo>
                <a:lnTo>
                  <a:pt x="0" y="283654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47242-06B5-4683-9186-A435078E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3" y="478964"/>
            <a:ext cx="2586114" cy="1701776"/>
          </a:xfrm>
          <a:custGeom xmlns:a="http://schemas.openxmlformats.org/drawingml/2006/main">
            <a:pathLst>
              <a:path w="2586114" h="1701776" fill="none">
                <a:moveTo>
                  <a:pt x="0" y="283654"/>
                </a:moveTo>
                <a:cubicBezTo>
                  <a:pt x="0" y="126871"/>
                  <a:pt x="127003" y="0"/>
                  <a:pt x="283654" y="0"/>
                </a:cubicBezTo>
                <a:lnTo>
                  <a:pt x="2302312" y="0"/>
                </a:lnTo>
                <a:cubicBezTo>
                  <a:pt x="2459096" y="0"/>
                  <a:pt x="2586114" y="126871"/>
                  <a:pt x="2586114" y="283654"/>
                </a:cubicBezTo>
                <a:lnTo>
                  <a:pt x="2586114" y="1418122"/>
                </a:lnTo>
                <a:cubicBezTo>
                  <a:pt x="2586114" y="1574906"/>
                  <a:pt x="2459096" y="1701776"/>
                  <a:pt x="2302312" y="1701776"/>
                </a:cubicBezTo>
                <a:lnTo>
                  <a:pt x="283654" y="1701776"/>
                </a:lnTo>
                <a:cubicBezTo>
                  <a:pt x="127003" y="1701776"/>
                  <a:pt x="0" y="1574906"/>
                  <a:pt x="0" y="1418122"/>
                </a:cubicBezTo>
                <a:lnTo>
                  <a:pt x="0" y="283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8" name="Text “Repeat’DGDSGNH’once">
            <a:extLst xmlns:a="http://schemas.openxmlformats.org/drawingml/2006/main">
              <a:ext uri="{FF2B5EF4-FFF2-40B4-BE49-F238E27FC236}">
                <a16:creationId xmlns:a16="http://schemas.microsoft.com/office/drawing/2014/main" id="{F04FCC13-A7D8-492D-831B-3D3CF3F6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29" y="1005438"/>
            <a:ext cx="2098038" cy="181065"/>
          </a:xfrm>
          <a:custGeom xmlns:a="http://schemas.openxmlformats.org/drawingml/2006/main">
            <a:pathLst>
              <a:path w="2098038" h="181065">
                <a:moveTo>
                  <a:pt x="49931" y="30720"/>
                </a:moveTo>
                <a:lnTo>
                  <a:pt x="49931" y="42123"/>
                </a:lnTo>
                <a:cubicBezTo>
                  <a:pt x="49931" y="43631"/>
                  <a:pt x="49777" y="44848"/>
                  <a:pt x="49470" y="45772"/>
                </a:cubicBezTo>
                <a:cubicBezTo>
                  <a:pt x="49162" y="46697"/>
                  <a:pt x="48701" y="47417"/>
                  <a:pt x="48086" y="47932"/>
                </a:cubicBezTo>
                <a:cubicBezTo>
                  <a:pt x="47471" y="48445"/>
                  <a:pt x="46684" y="48786"/>
                  <a:pt x="45728" y="48957"/>
                </a:cubicBezTo>
                <a:cubicBezTo>
                  <a:pt x="44771" y="49128"/>
                  <a:pt x="43643" y="49214"/>
                  <a:pt x="42344" y="49214"/>
                </a:cubicBezTo>
                <a:cubicBezTo>
                  <a:pt x="41045" y="49214"/>
                  <a:pt x="39918" y="49128"/>
                  <a:pt x="38961" y="48957"/>
                </a:cubicBezTo>
                <a:cubicBezTo>
                  <a:pt x="38004" y="48786"/>
                  <a:pt x="37218" y="48445"/>
                  <a:pt x="36603" y="47932"/>
                </a:cubicBezTo>
                <a:cubicBezTo>
                  <a:pt x="35987" y="47417"/>
                  <a:pt x="35526" y="46697"/>
                  <a:pt x="35218" y="45772"/>
                </a:cubicBezTo>
                <a:cubicBezTo>
                  <a:pt x="34911" y="44848"/>
                  <a:pt x="34757" y="43631"/>
                  <a:pt x="34757" y="42123"/>
                </a:cubicBezTo>
                <a:cubicBezTo>
                  <a:pt x="34757" y="40344"/>
                  <a:pt x="34842" y="38701"/>
                  <a:pt x="35013" y="37195"/>
                </a:cubicBezTo>
                <a:cubicBezTo>
                  <a:pt x="35184" y="35687"/>
                  <a:pt x="35475" y="34249"/>
                  <a:pt x="35885" y="32879"/>
                </a:cubicBezTo>
                <a:cubicBezTo>
                  <a:pt x="36295" y="31508"/>
                  <a:pt x="36842" y="30138"/>
                  <a:pt x="37525" y="28769"/>
                </a:cubicBezTo>
                <a:cubicBezTo>
                  <a:pt x="38209" y="27397"/>
                  <a:pt x="39063" y="25959"/>
                  <a:pt x="40088" y="24453"/>
                </a:cubicBezTo>
                <a:lnTo>
                  <a:pt x="54340" y="2467"/>
                </a:lnTo>
                <a:cubicBezTo>
                  <a:pt x="54613" y="2055"/>
                  <a:pt x="54921" y="1695"/>
                  <a:pt x="55263" y="1387"/>
                </a:cubicBezTo>
                <a:cubicBezTo>
                  <a:pt x="55604" y="1080"/>
                  <a:pt x="56032" y="823"/>
                  <a:pt x="56544" y="618"/>
                </a:cubicBezTo>
                <a:cubicBezTo>
                  <a:pt x="57057" y="411"/>
                  <a:pt x="57672" y="256"/>
                  <a:pt x="58390" y="154"/>
                </a:cubicBezTo>
                <a:cubicBezTo>
                  <a:pt x="59107" y="51"/>
                  <a:pt x="59979" y="0"/>
                  <a:pt x="61004" y="0"/>
                </a:cubicBezTo>
                <a:cubicBezTo>
                  <a:pt x="61756" y="0"/>
                  <a:pt x="62405" y="34"/>
                  <a:pt x="62952" y="103"/>
                </a:cubicBezTo>
                <a:cubicBezTo>
                  <a:pt x="63499" y="171"/>
                  <a:pt x="63892" y="309"/>
                  <a:pt x="64131" y="516"/>
                </a:cubicBezTo>
                <a:cubicBezTo>
                  <a:pt x="64371" y="721"/>
                  <a:pt x="64507" y="977"/>
                  <a:pt x="64541" y="1285"/>
                </a:cubicBezTo>
                <a:cubicBezTo>
                  <a:pt x="64576" y="1592"/>
                  <a:pt x="64456" y="1986"/>
                  <a:pt x="64183" y="2467"/>
                </a:cubicBezTo>
                <a:lnTo>
                  <a:pt x="49931" y="30720"/>
                </a:lnTo>
                <a:moveTo>
                  <a:pt x="15174" y="30720"/>
                </a:moveTo>
                <a:lnTo>
                  <a:pt x="15174" y="42123"/>
                </a:lnTo>
                <a:cubicBezTo>
                  <a:pt x="15174" y="43631"/>
                  <a:pt x="15020" y="44848"/>
                  <a:pt x="14713" y="45772"/>
                </a:cubicBezTo>
                <a:cubicBezTo>
                  <a:pt x="14405" y="46697"/>
                  <a:pt x="13944" y="47417"/>
                  <a:pt x="13329" y="47932"/>
                </a:cubicBezTo>
                <a:cubicBezTo>
                  <a:pt x="12713" y="48445"/>
                  <a:pt x="11927" y="48786"/>
                  <a:pt x="10971" y="48957"/>
                </a:cubicBezTo>
                <a:cubicBezTo>
                  <a:pt x="10014" y="49128"/>
                  <a:pt x="8886" y="49214"/>
                  <a:pt x="7587" y="49214"/>
                </a:cubicBezTo>
                <a:cubicBezTo>
                  <a:pt x="6288" y="49214"/>
                  <a:pt x="5161" y="49128"/>
                  <a:pt x="4204" y="48957"/>
                </a:cubicBezTo>
                <a:cubicBezTo>
                  <a:pt x="3247" y="48786"/>
                  <a:pt x="2461" y="48445"/>
                  <a:pt x="1846" y="47932"/>
                </a:cubicBezTo>
                <a:cubicBezTo>
                  <a:pt x="1230" y="47417"/>
                  <a:pt x="769" y="46697"/>
                  <a:pt x="461" y="45772"/>
                </a:cubicBezTo>
                <a:cubicBezTo>
                  <a:pt x="154" y="44848"/>
                  <a:pt x="0" y="43631"/>
                  <a:pt x="0" y="42123"/>
                </a:cubicBezTo>
                <a:cubicBezTo>
                  <a:pt x="0" y="40344"/>
                  <a:pt x="85" y="38701"/>
                  <a:pt x="256" y="37195"/>
                </a:cubicBezTo>
                <a:cubicBezTo>
                  <a:pt x="427" y="35687"/>
                  <a:pt x="718" y="34249"/>
                  <a:pt x="1128" y="32879"/>
                </a:cubicBezTo>
                <a:cubicBezTo>
                  <a:pt x="1538" y="31508"/>
                  <a:pt x="2085" y="30138"/>
                  <a:pt x="2768" y="28769"/>
                </a:cubicBezTo>
                <a:cubicBezTo>
                  <a:pt x="3452" y="27397"/>
                  <a:pt x="4306" y="25959"/>
                  <a:pt x="5331" y="24453"/>
                </a:cubicBezTo>
                <a:lnTo>
                  <a:pt x="19583" y="2467"/>
                </a:lnTo>
                <a:cubicBezTo>
                  <a:pt x="19856" y="2055"/>
                  <a:pt x="20164" y="1695"/>
                  <a:pt x="20506" y="1387"/>
                </a:cubicBezTo>
                <a:cubicBezTo>
                  <a:pt x="20847" y="1080"/>
                  <a:pt x="21275" y="823"/>
                  <a:pt x="21787" y="618"/>
                </a:cubicBezTo>
                <a:cubicBezTo>
                  <a:pt x="22300" y="411"/>
                  <a:pt x="22915" y="256"/>
                  <a:pt x="23633" y="154"/>
                </a:cubicBezTo>
                <a:cubicBezTo>
                  <a:pt x="24350" y="51"/>
                  <a:pt x="25222" y="0"/>
                  <a:pt x="26247" y="0"/>
                </a:cubicBezTo>
                <a:cubicBezTo>
                  <a:pt x="26999" y="0"/>
                  <a:pt x="27631" y="34"/>
                  <a:pt x="28144" y="103"/>
                </a:cubicBezTo>
                <a:cubicBezTo>
                  <a:pt x="28657" y="171"/>
                  <a:pt x="29050" y="309"/>
                  <a:pt x="29323" y="516"/>
                </a:cubicBezTo>
                <a:cubicBezTo>
                  <a:pt x="29596" y="721"/>
                  <a:pt x="29733" y="977"/>
                  <a:pt x="29733" y="1285"/>
                </a:cubicBezTo>
                <a:cubicBezTo>
                  <a:pt x="29733" y="1592"/>
                  <a:pt x="29631" y="1986"/>
                  <a:pt x="29426" y="2467"/>
                </a:cubicBezTo>
                <a:lnTo>
                  <a:pt x="15174" y="30720"/>
                </a:lnTo>
                <a:close/>
                <a:moveTo>
                  <a:pt x="174622" y="141287"/>
                </a:moveTo>
                <a:cubicBezTo>
                  <a:pt x="174622" y="141765"/>
                  <a:pt x="174536" y="142176"/>
                  <a:pt x="174366" y="142517"/>
                </a:cubicBezTo>
                <a:cubicBezTo>
                  <a:pt x="174195" y="142857"/>
                  <a:pt x="173870" y="143146"/>
                  <a:pt x="173391" y="143386"/>
                </a:cubicBezTo>
                <a:cubicBezTo>
                  <a:pt x="172913" y="143625"/>
                  <a:pt x="172247" y="143813"/>
                  <a:pt x="171392" y="143949"/>
                </a:cubicBezTo>
                <a:cubicBezTo>
                  <a:pt x="170538" y="144086"/>
                  <a:pt x="169461" y="144155"/>
                  <a:pt x="168163" y="144155"/>
                </a:cubicBezTo>
                <a:cubicBezTo>
                  <a:pt x="167001" y="144155"/>
                  <a:pt x="166027" y="144103"/>
                  <a:pt x="165241" y="144001"/>
                </a:cubicBezTo>
                <a:cubicBezTo>
                  <a:pt x="164454" y="143898"/>
                  <a:pt x="163788" y="143694"/>
                  <a:pt x="163241" y="143389"/>
                </a:cubicBezTo>
                <a:cubicBezTo>
                  <a:pt x="162694" y="143081"/>
                  <a:pt x="162250" y="142671"/>
                  <a:pt x="161908" y="142158"/>
                </a:cubicBezTo>
                <a:cubicBezTo>
                  <a:pt x="161567" y="141646"/>
                  <a:pt x="161259" y="140980"/>
                  <a:pt x="160986" y="140162"/>
                </a:cubicBezTo>
                <a:lnTo>
                  <a:pt x="148580" y="108023"/>
                </a:lnTo>
                <a:cubicBezTo>
                  <a:pt x="147144" y="104405"/>
                  <a:pt x="145606" y="100992"/>
                  <a:pt x="143966" y="97786"/>
                </a:cubicBezTo>
                <a:cubicBezTo>
                  <a:pt x="142325" y="94578"/>
                  <a:pt x="140343" y="91797"/>
                  <a:pt x="138019" y="89443"/>
                </a:cubicBezTo>
                <a:cubicBezTo>
                  <a:pt x="135695" y="87089"/>
                  <a:pt x="132893" y="85230"/>
                  <a:pt x="129612" y="83865"/>
                </a:cubicBezTo>
                <a:cubicBezTo>
                  <a:pt x="126331" y="82500"/>
                  <a:pt x="122401" y="81817"/>
                  <a:pt x="117821" y="81817"/>
                </a:cubicBezTo>
                <a:lnTo>
                  <a:pt x="104082" y="81817"/>
                </a:lnTo>
                <a:lnTo>
                  <a:pt x="104082" y="141492"/>
                </a:lnTo>
                <a:cubicBezTo>
                  <a:pt x="104082" y="141902"/>
                  <a:pt x="103980" y="142278"/>
                  <a:pt x="103775" y="142620"/>
                </a:cubicBezTo>
                <a:cubicBezTo>
                  <a:pt x="103570" y="142962"/>
                  <a:pt x="103228" y="143235"/>
                  <a:pt x="102750" y="143440"/>
                </a:cubicBezTo>
                <a:cubicBezTo>
                  <a:pt x="102271" y="143643"/>
                  <a:pt x="101639" y="143813"/>
                  <a:pt x="100853" y="143949"/>
                </a:cubicBezTo>
                <a:cubicBezTo>
                  <a:pt x="100067" y="144086"/>
                  <a:pt x="99059" y="144155"/>
                  <a:pt x="97828" y="144155"/>
                </a:cubicBezTo>
                <a:cubicBezTo>
                  <a:pt x="96666" y="144155"/>
                  <a:pt x="95675" y="144086"/>
                  <a:pt x="94855" y="143949"/>
                </a:cubicBezTo>
                <a:cubicBezTo>
                  <a:pt x="94035" y="143813"/>
                  <a:pt x="93385" y="143642"/>
                  <a:pt x="92907" y="143437"/>
                </a:cubicBezTo>
                <a:cubicBezTo>
                  <a:pt x="92428" y="143232"/>
                  <a:pt x="92087" y="142958"/>
                  <a:pt x="91882" y="142617"/>
                </a:cubicBezTo>
                <a:cubicBezTo>
                  <a:pt x="91677" y="142275"/>
                  <a:pt x="91574" y="141899"/>
                  <a:pt x="91574" y="141489"/>
                </a:cubicBezTo>
                <a:lnTo>
                  <a:pt x="91574" y="17327"/>
                </a:lnTo>
                <a:cubicBezTo>
                  <a:pt x="91574" y="14867"/>
                  <a:pt x="92223" y="13175"/>
                  <a:pt x="93522" y="12252"/>
                </a:cubicBezTo>
                <a:cubicBezTo>
                  <a:pt x="94821" y="11329"/>
                  <a:pt x="96085" y="10868"/>
                  <a:pt x="97316" y="10868"/>
                </a:cubicBezTo>
                <a:lnTo>
                  <a:pt x="122230" y="10868"/>
                </a:lnTo>
                <a:cubicBezTo>
                  <a:pt x="125511" y="10868"/>
                  <a:pt x="128228" y="10953"/>
                  <a:pt x="130381" y="11124"/>
                </a:cubicBezTo>
                <a:cubicBezTo>
                  <a:pt x="132534" y="11295"/>
                  <a:pt x="134499" y="11517"/>
                  <a:pt x="136276" y="11791"/>
                </a:cubicBezTo>
                <a:cubicBezTo>
                  <a:pt x="141334" y="12681"/>
                  <a:pt x="145743" y="14119"/>
                  <a:pt x="149502" y="16103"/>
                </a:cubicBezTo>
                <a:cubicBezTo>
                  <a:pt x="153262" y="18086"/>
                  <a:pt x="156372" y="20531"/>
                  <a:pt x="158833" y="23440"/>
                </a:cubicBezTo>
                <a:cubicBezTo>
                  <a:pt x="161293" y="26348"/>
                  <a:pt x="163122" y="29632"/>
                  <a:pt x="164318" y="33293"/>
                </a:cubicBezTo>
                <a:cubicBezTo>
                  <a:pt x="165514" y="36952"/>
                  <a:pt x="166112" y="40902"/>
                  <a:pt x="166112" y="45144"/>
                </a:cubicBezTo>
                <a:cubicBezTo>
                  <a:pt x="166112" y="49523"/>
                  <a:pt x="165497" y="53441"/>
                  <a:pt x="164266" y="56897"/>
                </a:cubicBezTo>
                <a:cubicBezTo>
                  <a:pt x="163036" y="60351"/>
                  <a:pt x="161293" y="63395"/>
                  <a:pt x="159038" y="66031"/>
                </a:cubicBezTo>
                <a:cubicBezTo>
                  <a:pt x="156782" y="68665"/>
                  <a:pt x="154082" y="70940"/>
                  <a:pt x="150938" y="72856"/>
                </a:cubicBezTo>
                <a:cubicBezTo>
                  <a:pt x="147794" y="74770"/>
                  <a:pt x="144342" y="76377"/>
                  <a:pt x="140582" y="77678"/>
                </a:cubicBezTo>
                <a:cubicBezTo>
                  <a:pt x="142838" y="78703"/>
                  <a:pt x="144872" y="79967"/>
                  <a:pt x="146683" y="81468"/>
                </a:cubicBezTo>
                <a:cubicBezTo>
                  <a:pt x="148494" y="82970"/>
                  <a:pt x="150169" y="84779"/>
                  <a:pt x="151707" y="86896"/>
                </a:cubicBezTo>
                <a:cubicBezTo>
                  <a:pt x="153245" y="89013"/>
                  <a:pt x="154697" y="91454"/>
                  <a:pt x="156064" y="94220"/>
                </a:cubicBezTo>
                <a:cubicBezTo>
                  <a:pt x="157431" y="96986"/>
                  <a:pt x="158798" y="100076"/>
                  <a:pt x="160165" y="103489"/>
                </a:cubicBezTo>
                <a:lnTo>
                  <a:pt x="172571" y="134424"/>
                </a:lnTo>
                <a:cubicBezTo>
                  <a:pt x="173460" y="136814"/>
                  <a:pt x="174024" y="138454"/>
                  <a:pt x="174263" y="139342"/>
                </a:cubicBezTo>
                <a:cubicBezTo>
                  <a:pt x="174502" y="140229"/>
                  <a:pt x="174622" y="140877"/>
                  <a:pt x="174622" y="141287"/>
                </a:cubicBezTo>
                <a:moveTo>
                  <a:pt x="152578" y="46497"/>
                </a:moveTo>
                <a:cubicBezTo>
                  <a:pt x="152578" y="40836"/>
                  <a:pt x="151314" y="36045"/>
                  <a:pt x="148785" y="32123"/>
                </a:cubicBezTo>
                <a:cubicBezTo>
                  <a:pt x="146256" y="28200"/>
                  <a:pt x="142018" y="25385"/>
                  <a:pt x="136071" y="23681"/>
                </a:cubicBezTo>
                <a:cubicBezTo>
                  <a:pt x="134089" y="23136"/>
                  <a:pt x="131936" y="22744"/>
                  <a:pt x="129612" y="22505"/>
                </a:cubicBezTo>
                <a:cubicBezTo>
                  <a:pt x="127288" y="22266"/>
                  <a:pt x="124246" y="22146"/>
                  <a:pt x="120487" y="22146"/>
                </a:cubicBezTo>
                <a:lnTo>
                  <a:pt x="104082" y="22146"/>
                </a:lnTo>
                <a:lnTo>
                  <a:pt x="104082" y="70744"/>
                </a:lnTo>
                <a:lnTo>
                  <a:pt x="123153" y="70744"/>
                </a:lnTo>
                <a:cubicBezTo>
                  <a:pt x="128279" y="70744"/>
                  <a:pt x="132688" y="70113"/>
                  <a:pt x="136379" y="68851"/>
                </a:cubicBezTo>
                <a:cubicBezTo>
                  <a:pt x="140070" y="67588"/>
                  <a:pt x="143129" y="65867"/>
                  <a:pt x="145555" y="63686"/>
                </a:cubicBezTo>
                <a:cubicBezTo>
                  <a:pt x="147982" y="61503"/>
                  <a:pt x="149759" y="58945"/>
                  <a:pt x="150887" y="56012"/>
                </a:cubicBezTo>
                <a:cubicBezTo>
                  <a:pt x="152014" y="53080"/>
                  <a:pt x="152578" y="49908"/>
                  <a:pt x="152578" y="46497"/>
                </a:cubicBezTo>
                <a:close/>
                <a:moveTo>
                  <a:pt x="264514" y="90327"/>
                </a:moveTo>
                <a:cubicBezTo>
                  <a:pt x="264514" y="92788"/>
                  <a:pt x="263864" y="94480"/>
                  <a:pt x="262566" y="95402"/>
                </a:cubicBezTo>
                <a:cubicBezTo>
                  <a:pt x="261267" y="96325"/>
                  <a:pt x="260002" y="96787"/>
                  <a:pt x="258772" y="96787"/>
                </a:cubicBezTo>
                <a:lnTo>
                  <a:pt x="195512" y="96787"/>
                </a:lnTo>
                <a:cubicBezTo>
                  <a:pt x="195512" y="102543"/>
                  <a:pt x="196076" y="107752"/>
                  <a:pt x="197204" y="112412"/>
                </a:cubicBezTo>
                <a:cubicBezTo>
                  <a:pt x="198332" y="117073"/>
                  <a:pt x="200194" y="121065"/>
                  <a:pt x="202792" y="124389"/>
                </a:cubicBezTo>
                <a:cubicBezTo>
                  <a:pt x="205389" y="127713"/>
                  <a:pt x="208772" y="130266"/>
                  <a:pt x="212942" y="132050"/>
                </a:cubicBezTo>
                <a:cubicBezTo>
                  <a:pt x="217111" y="133831"/>
                  <a:pt x="222238" y="134722"/>
                  <a:pt x="228321" y="134722"/>
                </a:cubicBezTo>
                <a:cubicBezTo>
                  <a:pt x="232627" y="134722"/>
                  <a:pt x="236489" y="134341"/>
                  <a:pt x="239907" y="133578"/>
                </a:cubicBezTo>
                <a:cubicBezTo>
                  <a:pt x="243324" y="132816"/>
                  <a:pt x="246281" y="131967"/>
                  <a:pt x="248776" y="131031"/>
                </a:cubicBezTo>
                <a:cubicBezTo>
                  <a:pt x="251270" y="130095"/>
                  <a:pt x="253321" y="129246"/>
                  <a:pt x="254927" y="128484"/>
                </a:cubicBezTo>
                <a:cubicBezTo>
                  <a:pt x="256533" y="127721"/>
                  <a:pt x="257678" y="127340"/>
                  <a:pt x="258362" y="127340"/>
                </a:cubicBezTo>
                <a:cubicBezTo>
                  <a:pt x="258772" y="127340"/>
                  <a:pt x="259148" y="127444"/>
                  <a:pt x="259490" y="127651"/>
                </a:cubicBezTo>
                <a:cubicBezTo>
                  <a:pt x="259831" y="127858"/>
                  <a:pt x="260105" y="128186"/>
                  <a:pt x="260310" y="128634"/>
                </a:cubicBezTo>
                <a:cubicBezTo>
                  <a:pt x="260515" y="129083"/>
                  <a:pt x="260669" y="129652"/>
                  <a:pt x="260771" y="130342"/>
                </a:cubicBezTo>
                <a:cubicBezTo>
                  <a:pt x="260874" y="131032"/>
                  <a:pt x="260925" y="131894"/>
                  <a:pt x="260925" y="132928"/>
                </a:cubicBezTo>
                <a:cubicBezTo>
                  <a:pt x="260925" y="133413"/>
                  <a:pt x="260891" y="133879"/>
                  <a:pt x="260823" y="134328"/>
                </a:cubicBezTo>
                <a:cubicBezTo>
                  <a:pt x="260754" y="134776"/>
                  <a:pt x="260669" y="135191"/>
                  <a:pt x="260566" y="135571"/>
                </a:cubicBezTo>
                <a:cubicBezTo>
                  <a:pt x="260464" y="135949"/>
                  <a:pt x="260310" y="136311"/>
                  <a:pt x="260105" y="136657"/>
                </a:cubicBezTo>
                <a:cubicBezTo>
                  <a:pt x="259900" y="137001"/>
                  <a:pt x="259626" y="137346"/>
                  <a:pt x="259285" y="137692"/>
                </a:cubicBezTo>
                <a:cubicBezTo>
                  <a:pt x="258943" y="138036"/>
                  <a:pt x="257883" y="138635"/>
                  <a:pt x="256106" y="139490"/>
                </a:cubicBezTo>
                <a:cubicBezTo>
                  <a:pt x="254329" y="140344"/>
                  <a:pt x="252005" y="141198"/>
                  <a:pt x="249134" y="142053"/>
                </a:cubicBezTo>
                <a:cubicBezTo>
                  <a:pt x="246264" y="142907"/>
                  <a:pt x="242931" y="143676"/>
                  <a:pt x="239138" y="144360"/>
                </a:cubicBezTo>
                <a:cubicBezTo>
                  <a:pt x="235344" y="145043"/>
                  <a:pt x="231260" y="145385"/>
                  <a:pt x="226886" y="145385"/>
                </a:cubicBezTo>
                <a:cubicBezTo>
                  <a:pt x="219709" y="145385"/>
                  <a:pt x="213352" y="144307"/>
                  <a:pt x="207816" y="142152"/>
                </a:cubicBezTo>
                <a:cubicBezTo>
                  <a:pt x="202279" y="139997"/>
                  <a:pt x="197631" y="136815"/>
                  <a:pt x="193872" y="132607"/>
                </a:cubicBezTo>
                <a:cubicBezTo>
                  <a:pt x="190112" y="128399"/>
                  <a:pt x="187259" y="123182"/>
                  <a:pt x="185311" y="116956"/>
                </a:cubicBezTo>
                <a:cubicBezTo>
                  <a:pt x="183363" y="110729"/>
                  <a:pt x="182389" y="103511"/>
                  <a:pt x="182389" y="95300"/>
                </a:cubicBezTo>
                <a:cubicBezTo>
                  <a:pt x="182389" y="87431"/>
                  <a:pt x="183397" y="80383"/>
                  <a:pt x="185413" y="74157"/>
                </a:cubicBezTo>
                <a:cubicBezTo>
                  <a:pt x="187430" y="67930"/>
                  <a:pt x="190317" y="62645"/>
                  <a:pt x="194077" y="58300"/>
                </a:cubicBezTo>
                <a:cubicBezTo>
                  <a:pt x="197836" y="53955"/>
                  <a:pt x="202364" y="50637"/>
                  <a:pt x="207662" y="48345"/>
                </a:cubicBezTo>
                <a:cubicBezTo>
                  <a:pt x="212959" y="46053"/>
                  <a:pt x="218854" y="44907"/>
                  <a:pt x="225348" y="44907"/>
                </a:cubicBezTo>
                <a:cubicBezTo>
                  <a:pt x="232320" y="44907"/>
                  <a:pt x="238266" y="46069"/>
                  <a:pt x="243188" y="48393"/>
                </a:cubicBezTo>
                <a:cubicBezTo>
                  <a:pt x="248109" y="50717"/>
                  <a:pt x="252159" y="53844"/>
                  <a:pt x="255337" y="57775"/>
                </a:cubicBezTo>
                <a:cubicBezTo>
                  <a:pt x="258516" y="61705"/>
                  <a:pt x="260840" y="66267"/>
                  <a:pt x="262309" y="71462"/>
                </a:cubicBezTo>
                <a:cubicBezTo>
                  <a:pt x="263779" y="76657"/>
                  <a:pt x="264514" y="82125"/>
                  <a:pt x="264514" y="87867"/>
                </a:cubicBezTo>
                <a:lnTo>
                  <a:pt x="264514" y="90327"/>
                </a:lnTo>
                <a:moveTo>
                  <a:pt x="251903" y="86739"/>
                </a:moveTo>
                <a:cubicBezTo>
                  <a:pt x="252108" y="76896"/>
                  <a:pt x="249852" y="69206"/>
                  <a:pt x="245136" y="63670"/>
                </a:cubicBezTo>
                <a:cubicBezTo>
                  <a:pt x="240419" y="58133"/>
                  <a:pt x="233550" y="55365"/>
                  <a:pt x="224528" y="55365"/>
                </a:cubicBezTo>
                <a:cubicBezTo>
                  <a:pt x="219880" y="55365"/>
                  <a:pt x="215796" y="56237"/>
                  <a:pt x="212276" y="57980"/>
                </a:cubicBezTo>
                <a:cubicBezTo>
                  <a:pt x="208755" y="59723"/>
                  <a:pt x="205782" y="62030"/>
                  <a:pt x="203356" y="64900"/>
                </a:cubicBezTo>
                <a:cubicBezTo>
                  <a:pt x="200929" y="67771"/>
                  <a:pt x="199066" y="71103"/>
                  <a:pt x="197768" y="74897"/>
                </a:cubicBezTo>
                <a:cubicBezTo>
                  <a:pt x="196469" y="78690"/>
                  <a:pt x="195717" y="82638"/>
                  <a:pt x="195512" y="86739"/>
                </a:cubicBezTo>
                <a:lnTo>
                  <a:pt x="251903" y="86739"/>
                </a:lnTo>
                <a:close/>
                <a:moveTo>
                  <a:pt x="369374" y="93762"/>
                </a:moveTo>
                <a:cubicBezTo>
                  <a:pt x="369374" y="101697"/>
                  <a:pt x="368503" y="108846"/>
                  <a:pt x="366760" y="115210"/>
                </a:cubicBezTo>
                <a:cubicBezTo>
                  <a:pt x="365017" y="121573"/>
                  <a:pt x="362454" y="126979"/>
                  <a:pt x="359070" y="131428"/>
                </a:cubicBezTo>
                <a:cubicBezTo>
                  <a:pt x="355687" y="135875"/>
                  <a:pt x="351500" y="139313"/>
                  <a:pt x="346511" y="141742"/>
                </a:cubicBezTo>
                <a:cubicBezTo>
                  <a:pt x="341521" y="144171"/>
                  <a:pt x="335814" y="145385"/>
                  <a:pt x="329388" y="145385"/>
                </a:cubicBezTo>
                <a:cubicBezTo>
                  <a:pt x="326654" y="145385"/>
                  <a:pt x="324091" y="145093"/>
                  <a:pt x="321699" y="144510"/>
                </a:cubicBezTo>
                <a:cubicBezTo>
                  <a:pt x="319307" y="143929"/>
                  <a:pt x="316965" y="143024"/>
                  <a:pt x="314676" y="141793"/>
                </a:cubicBezTo>
                <a:cubicBezTo>
                  <a:pt x="312386" y="140561"/>
                  <a:pt x="310096" y="139021"/>
                  <a:pt x="307806" y="137173"/>
                </a:cubicBezTo>
                <a:cubicBezTo>
                  <a:pt x="305517" y="135325"/>
                  <a:pt x="303107" y="133102"/>
                  <a:pt x="300578" y="130502"/>
                </a:cubicBezTo>
                <a:lnTo>
                  <a:pt x="300578" y="178399"/>
                </a:lnTo>
                <a:cubicBezTo>
                  <a:pt x="300578" y="178809"/>
                  <a:pt x="300476" y="179185"/>
                  <a:pt x="300270" y="179527"/>
                </a:cubicBezTo>
                <a:cubicBezTo>
                  <a:pt x="300065" y="179869"/>
                  <a:pt x="299741" y="180159"/>
                  <a:pt x="299296" y="180398"/>
                </a:cubicBezTo>
                <a:cubicBezTo>
                  <a:pt x="298852" y="180637"/>
                  <a:pt x="298237" y="180808"/>
                  <a:pt x="297451" y="180911"/>
                </a:cubicBezTo>
                <a:cubicBezTo>
                  <a:pt x="296665" y="181013"/>
                  <a:pt x="295657" y="181065"/>
                  <a:pt x="294426" y="181065"/>
                </a:cubicBezTo>
                <a:cubicBezTo>
                  <a:pt x="293264" y="181065"/>
                  <a:pt x="292290" y="181013"/>
                  <a:pt x="291504" y="180911"/>
                </a:cubicBezTo>
                <a:cubicBezTo>
                  <a:pt x="290718" y="180808"/>
                  <a:pt x="290086" y="180637"/>
                  <a:pt x="289608" y="180398"/>
                </a:cubicBezTo>
                <a:cubicBezTo>
                  <a:pt x="289129" y="180159"/>
                  <a:pt x="288804" y="179867"/>
                  <a:pt x="288634" y="179524"/>
                </a:cubicBezTo>
                <a:cubicBezTo>
                  <a:pt x="288463" y="179182"/>
                  <a:pt x="288377" y="178806"/>
                  <a:pt x="288377" y="178396"/>
                </a:cubicBezTo>
                <a:lnTo>
                  <a:pt x="288377" y="48602"/>
                </a:lnTo>
                <a:cubicBezTo>
                  <a:pt x="288377" y="48123"/>
                  <a:pt x="288463" y="47713"/>
                  <a:pt x="288634" y="47371"/>
                </a:cubicBezTo>
                <a:cubicBezTo>
                  <a:pt x="288804" y="47027"/>
                  <a:pt x="289112" y="46753"/>
                  <a:pt x="289556" y="46548"/>
                </a:cubicBezTo>
                <a:cubicBezTo>
                  <a:pt x="290001" y="46343"/>
                  <a:pt x="290582" y="46189"/>
                  <a:pt x="291299" y="46086"/>
                </a:cubicBezTo>
                <a:cubicBezTo>
                  <a:pt x="292017" y="45984"/>
                  <a:pt x="292888" y="45933"/>
                  <a:pt x="293914" y="45933"/>
                </a:cubicBezTo>
                <a:cubicBezTo>
                  <a:pt x="294939" y="45933"/>
                  <a:pt x="295793" y="45985"/>
                  <a:pt x="296477" y="46090"/>
                </a:cubicBezTo>
                <a:cubicBezTo>
                  <a:pt x="297160" y="46192"/>
                  <a:pt x="297741" y="46347"/>
                  <a:pt x="298220" y="46554"/>
                </a:cubicBezTo>
                <a:cubicBezTo>
                  <a:pt x="298698" y="46759"/>
                  <a:pt x="299040" y="47034"/>
                  <a:pt x="299245" y="47378"/>
                </a:cubicBezTo>
                <a:cubicBezTo>
                  <a:pt x="299450" y="47722"/>
                  <a:pt x="299553" y="48135"/>
                  <a:pt x="299553" y="48618"/>
                </a:cubicBezTo>
                <a:lnTo>
                  <a:pt x="299553" y="62148"/>
                </a:lnTo>
                <a:cubicBezTo>
                  <a:pt x="302424" y="59207"/>
                  <a:pt x="305158" y="56659"/>
                  <a:pt x="307755" y="54503"/>
                </a:cubicBezTo>
                <a:cubicBezTo>
                  <a:pt x="310352" y="52348"/>
                  <a:pt x="312950" y="50553"/>
                  <a:pt x="315547" y="49117"/>
                </a:cubicBezTo>
                <a:cubicBezTo>
                  <a:pt x="318145" y="47680"/>
                  <a:pt x="320810" y="46619"/>
                  <a:pt x="323544" y="45936"/>
                </a:cubicBezTo>
                <a:cubicBezTo>
                  <a:pt x="326278" y="45250"/>
                  <a:pt x="329183" y="44907"/>
                  <a:pt x="332259" y="44907"/>
                </a:cubicBezTo>
                <a:cubicBezTo>
                  <a:pt x="338958" y="44907"/>
                  <a:pt x="344665" y="46190"/>
                  <a:pt x="349381" y="48755"/>
                </a:cubicBezTo>
                <a:cubicBezTo>
                  <a:pt x="354098" y="51321"/>
                  <a:pt x="357943" y="54828"/>
                  <a:pt x="360916" y="59277"/>
                </a:cubicBezTo>
                <a:cubicBezTo>
                  <a:pt x="363889" y="63724"/>
                  <a:pt x="366042" y="68907"/>
                  <a:pt x="367375" y="74826"/>
                </a:cubicBezTo>
                <a:cubicBezTo>
                  <a:pt x="368708" y="80743"/>
                  <a:pt x="369374" y="87055"/>
                  <a:pt x="369374" y="93762"/>
                </a:cubicBezTo>
                <a:moveTo>
                  <a:pt x="356558" y="95710"/>
                </a:moveTo>
                <a:cubicBezTo>
                  <a:pt x="356558" y="90509"/>
                  <a:pt x="356148" y="85496"/>
                  <a:pt x="355328" y="80670"/>
                </a:cubicBezTo>
                <a:cubicBezTo>
                  <a:pt x="354508" y="75845"/>
                  <a:pt x="353124" y="71551"/>
                  <a:pt x="351176" y="67787"/>
                </a:cubicBezTo>
                <a:cubicBezTo>
                  <a:pt x="349228" y="64023"/>
                  <a:pt x="346630" y="61013"/>
                  <a:pt x="343384" y="58755"/>
                </a:cubicBezTo>
                <a:cubicBezTo>
                  <a:pt x="340137" y="56495"/>
                  <a:pt x="336053" y="55365"/>
                  <a:pt x="331131" y="55365"/>
                </a:cubicBezTo>
                <a:cubicBezTo>
                  <a:pt x="328671" y="55365"/>
                  <a:pt x="326261" y="55708"/>
                  <a:pt x="323903" y="56394"/>
                </a:cubicBezTo>
                <a:cubicBezTo>
                  <a:pt x="321545" y="57077"/>
                  <a:pt x="319136" y="58206"/>
                  <a:pt x="316675" y="59780"/>
                </a:cubicBezTo>
                <a:cubicBezTo>
                  <a:pt x="314214" y="61355"/>
                  <a:pt x="311651" y="63391"/>
                  <a:pt x="308985" y="65890"/>
                </a:cubicBezTo>
                <a:cubicBezTo>
                  <a:pt x="306320" y="68389"/>
                  <a:pt x="303517" y="71488"/>
                  <a:pt x="300578" y="75185"/>
                </a:cubicBezTo>
                <a:lnTo>
                  <a:pt x="300578" y="115623"/>
                </a:lnTo>
                <a:cubicBezTo>
                  <a:pt x="305704" y="121851"/>
                  <a:pt x="310609" y="126627"/>
                  <a:pt x="315291" y="129948"/>
                </a:cubicBezTo>
                <a:cubicBezTo>
                  <a:pt x="319973" y="133267"/>
                  <a:pt x="324877" y="134927"/>
                  <a:pt x="330004" y="134927"/>
                </a:cubicBezTo>
                <a:cubicBezTo>
                  <a:pt x="334720" y="134927"/>
                  <a:pt x="338770" y="133781"/>
                  <a:pt x="342153" y="131489"/>
                </a:cubicBezTo>
                <a:cubicBezTo>
                  <a:pt x="345537" y="129195"/>
                  <a:pt x="348288" y="126183"/>
                  <a:pt x="350407" y="122454"/>
                </a:cubicBezTo>
                <a:cubicBezTo>
                  <a:pt x="352526" y="118724"/>
                  <a:pt x="354081" y="114515"/>
                  <a:pt x="355072" y="109827"/>
                </a:cubicBezTo>
                <a:cubicBezTo>
                  <a:pt x="356063" y="105138"/>
                  <a:pt x="356558" y="100433"/>
                  <a:pt x="356558" y="95710"/>
                </a:cubicBezTo>
                <a:close/>
                <a:moveTo>
                  <a:pt x="474281" y="90327"/>
                </a:moveTo>
                <a:cubicBezTo>
                  <a:pt x="474281" y="92788"/>
                  <a:pt x="473632" y="94480"/>
                  <a:pt x="472333" y="95402"/>
                </a:cubicBezTo>
                <a:cubicBezTo>
                  <a:pt x="471034" y="96325"/>
                  <a:pt x="469770" y="96787"/>
                  <a:pt x="468540" y="96787"/>
                </a:cubicBezTo>
                <a:lnTo>
                  <a:pt x="405280" y="96787"/>
                </a:lnTo>
                <a:cubicBezTo>
                  <a:pt x="405280" y="102543"/>
                  <a:pt x="405844" y="107752"/>
                  <a:pt x="406972" y="112412"/>
                </a:cubicBezTo>
                <a:cubicBezTo>
                  <a:pt x="408099" y="117073"/>
                  <a:pt x="409962" y="121065"/>
                  <a:pt x="412559" y="124389"/>
                </a:cubicBezTo>
                <a:cubicBezTo>
                  <a:pt x="415157" y="127713"/>
                  <a:pt x="418540" y="130266"/>
                  <a:pt x="422710" y="132050"/>
                </a:cubicBezTo>
                <a:cubicBezTo>
                  <a:pt x="426879" y="133831"/>
                  <a:pt x="432005" y="134722"/>
                  <a:pt x="438089" y="134722"/>
                </a:cubicBezTo>
                <a:cubicBezTo>
                  <a:pt x="442395" y="134722"/>
                  <a:pt x="446257" y="134341"/>
                  <a:pt x="449674" y="133578"/>
                </a:cubicBezTo>
                <a:cubicBezTo>
                  <a:pt x="453092" y="132816"/>
                  <a:pt x="456048" y="131967"/>
                  <a:pt x="458543" y="131031"/>
                </a:cubicBezTo>
                <a:cubicBezTo>
                  <a:pt x="461038" y="130095"/>
                  <a:pt x="463089" y="129246"/>
                  <a:pt x="464695" y="128484"/>
                </a:cubicBezTo>
                <a:cubicBezTo>
                  <a:pt x="466301" y="127721"/>
                  <a:pt x="467446" y="127340"/>
                  <a:pt x="468130" y="127340"/>
                </a:cubicBezTo>
                <a:cubicBezTo>
                  <a:pt x="468540" y="127340"/>
                  <a:pt x="468916" y="127444"/>
                  <a:pt x="469257" y="127651"/>
                </a:cubicBezTo>
                <a:cubicBezTo>
                  <a:pt x="469599" y="127858"/>
                  <a:pt x="469873" y="128186"/>
                  <a:pt x="470078" y="128634"/>
                </a:cubicBezTo>
                <a:cubicBezTo>
                  <a:pt x="470283" y="129083"/>
                  <a:pt x="470436" y="129652"/>
                  <a:pt x="470539" y="130342"/>
                </a:cubicBezTo>
                <a:cubicBezTo>
                  <a:pt x="470641" y="131032"/>
                  <a:pt x="470693" y="131894"/>
                  <a:pt x="470693" y="132928"/>
                </a:cubicBezTo>
                <a:cubicBezTo>
                  <a:pt x="470693" y="133413"/>
                  <a:pt x="470659" y="133879"/>
                  <a:pt x="470590" y="134328"/>
                </a:cubicBezTo>
                <a:cubicBezTo>
                  <a:pt x="470522" y="134776"/>
                  <a:pt x="470436" y="135191"/>
                  <a:pt x="470334" y="135571"/>
                </a:cubicBezTo>
                <a:cubicBezTo>
                  <a:pt x="470231" y="135949"/>
                  <a:pt x="470078" y="136311"/>
                  <a:pt x="469873" y="136657"/>
                </a:cubicBezTo>
                <a:cubicBezTo>
                  <a:pt x="469667" y="137001"/>
                  <a:pt x="469394" y="137346"/>
                  <a:pt x="469052" y="137692"/>
                </a:cubicBezTo>
                <a:cubicBezTo>
                  <a:pt x="468711" y="138036"/>
                  <a:pt x="467651" y="138635"/>
                  <a:pt x="465874" y="139490"/>
                </a:cubicBezTo>
                <a:cubicBezTo>
                  <a:pt x="464097" y="140344"/>
                  <a:pt x="461773" y="141198"/>
                  <a:pt x="458902" y="142053"/>
                </a:cubicBezTo>
                <a:cubicBezTo>
                  <a:pt x="456031" y="142907"/>
                  <a:pt x="452699" y="143676"/>
                  <a:pt x="448906" y="144360"/>
                </a:cubicBezTo>
                <a:cubicBezTo>
                  <a:pt x="445112" y="145043"/>
                  <a:pt x="441028" y="145385"/>
                  <a:pt x="436653" y="145385"/>
                </a:cubicBezTo>
                <a:cubicBezTo>
                  <a:pt x="429476" y="145385"/>
                  <a:pt x="423120" y="144307"/>
                  <a:pt x="417583" y="142152"/>
                </a:cubicBezTo>
                <a:cubicBezTo>
                  <a:pt x="412047" y="139997"/>
                  <a:pt x="407399" y="136815"/>
                  <a:pt x="403639" y="132607"/>
                </a:cubicBezTo>
                <a:cubicBezTo>
                  <a:pt x="399880" y="128399"/>
                  <a:pt x="397026" y="123182"/>
                  <a:pt x="395078" y="116956"/>
                </a:cubicBezTo>
                <a:cubicBezTo>
                  <a:pt x="393130" y="110729"/>
                  <a:pt x="392156" y="103511"/>
                  <a:pt x="392156" y="95300"/>
                </a:cubicBezTo>
                <a:cubicBezTo>
                  <a:pt x="392156" y="87431"/>
                  <a:pt x="393164" y="80383"/>
                  <a:pt x="395181" y="74157"/>
                </a:cubicBezTo>
                <a:cubicBezTo>
                  <a:pt x="397197" y="67930"/>
                  <a:pt x="400085" y="62645"/>
                  <a:pt x="403844" y="58300"/>
                </a:cubicBezTo>
                <a:cubicBezTo>
                  <a:pt x="407604" y="53955"/>
                  <a:pt x="412132" y="50637"/>
                  <a:pt x="417429" y="48345"/>
                </a:cubicBezTo>
                <a:cubicBezTo>
                  <a:pt x="422727" y="46053"/>
                  <a:pt x="428622" y="44907"/>
                  <a:pt x="435115" y="44907"/>
                </a:cubicBezTo>
                <a:cubicBezTo>
                  <a:pt x="442087" y="44907"/>
                  <a:pt x="448034" y="46069"/>
                  <a:pt x="452955" y="48393"/>
                </a:cubicBezTo>
                <a:cubicBezTo>
                  <a:pt x="457877" y="50717"/>
                  <a:pt x="461927" y="53844"/>
                  <a:pt x="465105" y="57775"/>
                </a:cubicBezTo>
                <a:cubicBezTo>
                  <a:pt x="468283" y="61705"/>
                  <a:pt x="470607" y="66267"/>
                  <a:pt x="472077" y="71462"/>
                </a:cubicBezTo>
                <a:cubicBezTo>
                  <a:pt x="473546" y="76657"/>
                  <a:pt x="474281" y="82125"/>
                  <a:pt x="474281" y="87867"/>
                </a:cubicBezTo>
                <a:lnTo>
                  <a:pt x="474281" y="90327"/>
                </a:lnTo>
                <a:moveTo>
                  <a:pt x="461670" y="86739"/>
                </a:moveTo>
                <a:cubicBezTo>
                  <a:pt x="461875" y="76896"/>
                  <a:pt x="459620" y="69206"/>
                  <a:pt x="454903" y="63670"/>
                </a:cubicBezTo>
                <a:cubicBezTo>
                  <a:pt x="450187" y="58133"/>
                  <a:pt x="443318" y="55365"/>
                  <a:pt x="434295" y="55365"/>
                </a:cubicBezTo>
                <a:cubicBezTo>
                  <a:pt x="429647" y="55365"/>
                  <a:pt x="425563" y="56237"/>
                  <a:pt x="422043" y="57980"/>
                </a:cubicBezTo>
                <a:cubicBezTo>
                  <a:pt x="418523" y="59723"/>
                  <a:pt x="415550" y="62030"/>
                  <a:pt x="413123" y="64900"/>
                </a:cubicBezTo>
                <a:cubicBezTo>
                  <a:pt x="410697" y="67771"/>
                  <a:pt x="408834" y="71103"/>
                  <a:pt x="407535" y="74897"/>
                </a:cubicBezTo>
                <a:cubicBezTo>
                  <a:pt x="406237" y="78690"/>
                  <a:pt x="405485" y="82638"/>
                  <a:pt x="405280" y="86739"/>
                </a:cubicBezTo>
                <a:lnTo>
                  <a:pt x="461670" y="86739"/>
                </a:lnTo>
                <a:close/>
                <a:moveTo>
                  <a:pt x="563148" y="141489"/>
                </a:moveTo>
                <a:cubicBezTo>
                  <a:pt x="563148" y="142172"/>
                  <a:pt x="562926" y="142702"/>
                  <a:pt x="562481" y="143078"/>
                </a:cubicBezTo>
                <a:cubicBezTo>
                  <a:pt x="562037" y="143454"/>
                  <a:pt x="561456" y="143727"/>
                  <a:pt x="560738" y="143898"/>
                </a:cubicBezTo>
                <a:cubicBezTo>
                  <a:pt x="560021" y="144069"/>
                  <a:pt x="559047" y="144155"/>
                  <a:pt x="557816" y="144155"/>
                </a:cubicBezTo>
                <a:cubicBezTo>
                  <a:pt x="556654" y="144155"/>
                  <a:pt x="555663" y="144069"/>
                  <a:pt x="554843" y="143898"/>
                </a:cubicBezTo>
                <a:cubicBezTo>
                  <a:pt x="554023" y="143727"/>
                  <a:pt x="553390" y="143454"/>
                  <a:pt x="552946" y="143078"/>
                </a:cubicBezTo>
                <a:cubicBezTo>
                  <a:pt x="552502" y="142702"/>
                  <a:pt x="552280" y="142172"/>
                  <a:pt x="552280" y="141489"/>
                </a:cubicBezTo>
                <a:lnTo>
                  <a:pt x="552280" y="131133"/>
                </a:lnTo>
                <a:cubicBezTo>
                  <a:pt x="548110" y="135645"/>
                  <a:pt x="543514" y="139148"/>
                  <a:pt x="538490" y="141643"/>
                </a:cubicBezTo>
                <a:cubicBezTo>
                  <a:pt x="533466" y="144137"/>
                  <a:pt x="528254" y="145385"/>
                  <a:pt x="522854" y="145385"/>
                </a:cubicBezTo>
                <a:cubicBezTo>
                  <a:pt x="518001" y="145385"/>
                  <a:pt x="513644" y="144753"/>
                  <a:pt x="509782" y="143488"/>
                </a:cubicBezTo>
                <a:cubicBezTo>
                  <a:pt x="505920" y="142224"/>
                  <a:pt x="502656" y="140412"/>
                  <a:pt x="499990" y="138054"/>
                </a:cubicBezTo>
                <a:cubicBezTo>
                  <a:pt x="497325" y="135696"/>
                  <a:pt x="495274" y="132842"/>
                  <a:pt x="493839" y="129493"/>
                </a:cubicBezTo>
                <a:cubicBezTo>
                  <a:pt x="492403" y="126144"/>
                  <a:pt x="491686" y="122384"/>
                  <a:pt x="491686" y="118215"/>
                </a:cubicBezTo>
                <a:cubicBezTo>
                  <a:pt x="491686" y="113089"/>
                  <a:pt x="492745" y="108629"/>
                  <a:pt x="494864" y="104835"/>
                </a:cubicBezTo>
                <a:cubicBezTo>
                  <a:pt x="496983" y="101041"/>
                  <a:pt x="499990" y="97880"/>
                  <a:pt x="503886" y="95351"/>
                </a:cubicBezTo>
                <a:cubicBezTo>
                  <a:pt x="507782" y="92822"/>
                  <a:pt x="512465" y="90925"/>
                  <a:pt x="517933" y="89661"/>
                </a:cubicBezTo>
                <a:cubicBezTo>
                  <a:pt x="523401" y="88396"/>
                  <a:pt x="529484" y="87764"/>
                  <a:pt x="536183" y="87764"/>
                </a:cubicBezTo>
                <a:lnTo>
                  <a:pt x="550947" y="87764"/>
                </a:lnTo>
                <a:lnTo>
                  <a:pt x="550947" y="79741"/>
                </a:lnTo>
                <a:cubicBezTo>
                  <a:pt x="550947" y="75764"/>
                  <a:pt x="550537" y="72250"/>
                  <a:pt x="549716" y="69200"/>
                </a:cubicBezTo>
                <a:cubicBezTo>
                  <a:pt x="548896" y="66148"/>
                  <a:pt x="547563" y="63593"/>
                  <a:pt x="545718" y="61536"/>
                </a:cubicBezTo>
                <a:cubicBezTo>
                  <a:pt x="543872" y="59479"/>
                  <a:pt x="541480" y="57937"/>
                  <a:pt x="538541" y="56910"/>
                </a:cubicBezTo>
                <a:cubicBezTo>
                  <a:pt x="535602" y="55880"/>
                  <a:pt x="532013" y="55365"/>
                  <a:pt x="527775" y="55365"/>
                </a:cubicBezTo>
                <a:cubicBezTo>
                  <a:pt x="523674" y="55365"/>
                  <a:pt x="519983" y="55861"/>
                  <a:pt x="516702" y="56852"/>
                </a:cubicBezTo>
                <a:cubicBezTo>
                  <a:pt x="513422" y="57843"/>
                  <a:pt x="510551" y="58954"/>
                  <a:pt x="508090" y="60184"/>
                </a:cubicBezTo>
                <a:cubicBezTo>
                  <a:pt x="505629" y="61414"/>
                  <a:pt x="503596" y="62525"/>
                  <a:pt x="501990" y="63516"/>
                </a:cubicBezTo>
                <a:cubicBezTo>
                  <a:pt x="500383" y="64507"/>
                  <a:pt x="499238" y="65003"/>
                  <a:pt x="498555" y="65003"/>
                </a:cubicBezTo>
                <a:cubicBezTo>
                  <a:pt x="498145" y="65003"/>
                  <a:pt x="497769" y="64934"/>
                  <a:pt x="497427" y="64798"/>
                </a:cubicBezTo>
                <a:cubicBezTo>
                  <a:pt x="497085" y="64659"/>
                  <a:pt x="496795" y="64400"/>
                  <a:pt x="496556" y="64022"/>
                </a:cubicBezTo>
                <a:cubicBezTo>
                  <a:pt x="496316" y="63642"/>
                  <a:pt x="496146" y="63159"/>
                  <a:pt x="496043" y="62574"/>
                </a:cubicBezTo>
                <a:cubicBezTo>
                  <a:pt x="495940" y="61987"/>
                  <a:pt x="495889" y="61280"/>
                  <a:pt x="495889" y="60453"/>
                </a:cubicBezTo>
                <a:cubicBezTo>
                  <a:pt x="495889" y="59005"/>
                  <a:pt x="495992" y="57850"/>
                  <a:pt x="496197" y="56990"/>
                </a:cubicBezTo>
                <a:cubicBezTo>
                  <a:pt x="496402" y="56127"/>
                  <a:pt x="496932" y="55265"/>
                  <a:pt x="497786" y="54404"/>
                </a:cubicBezTo>
                <a:cubicBezTo>
                  <a:pt x="498640" y="53541"/>
                  <a:pt x="500161" y="52536"/>
                  <a:pt x="502348" y="51389"/>
                </a:cubicBezTo>
                <a:cubicBezTo>
                  <a:pt x="504536" y="50240"/>
                  <a:pt x="507048" y="49176"/>
                  <a:pt x="509884" y="48198"/>
                </a:cubicBezTo>
                <a:cubicBezTo>
                  <a:pt x="512721" y="47220"/>
                  <a:pt x="515780" y="46427"/>
                  <a:pt x="519061" y="45820"/>
                </a:cubicBezTo>
                <a:cubicBezTo>
                  <a:pt x="522341" y="45212"/>
                  <a:pt x="525622" y="44907"/>
                  <a:pt x="528903" y="44907"/>
                </a:cubicBezTo>
                <a:cubicBezTo>
                  <a:pt x="535260" y="44907"/>
                  <a:pt x="540626" y="45676"/>
                  <a:pt x="545000" y="47214"/>
                </a:cubicBezTo>
                <a:cubicBezTo>
                  <a:pt x="549375" y="48752"/>
                  <a:pt x="552912" y="50956"/>
                  <a:pt x="555612" y="53827"/>
                </a:cubicBezTo>
                <a:cubicBezTo>
                  <a:pt x="558312" y="56698"/>
                  <a:pt x="560243" y="60235"/>
                  <a:pt x="561405" y="64439"/>
                </a:cubicBezTo>
                <a:cubicBezTo>
                  <a:pt x="562567" y="68643"/>
                  <a:pt x="563148" y="73410"/>
                  <a:pt x="563148" y="78742"/>
                </a:cubicBezTo>
                <a:lnTo>
                  <a:pt x="563148" y="141489"/>
                </a:lnTo>
                <a:moveTo>
                  <a:pt x="550947" y="97812"/>
                </a:moveTo>
                <a:lnTo>
                  <a:pt x="534030" y="97812"/>
                </a:lnTo>
                <a:cubicBezTo>
                  <a:pt x="529108" y="97812"/>
                  <a:pt x="524802" y="98256"/>
                  <a:pt x="521111" y="99145"/>
                </a:cubicBezTo>
                <a:cubicBezTo>
                  <a:pt x="517420" y="100033"/>
                  <a:pt x="514344" y="101332"/>
                  <a:pt x="511884" y="103041"/>
                </a:cubicBezTo>
                <a:cubicBezTo>
                  <a:pt x="509423" y="104750"/>
                  <a:pt x="507594" y="106800"/>
                  <a:pt x="506398" y="109192"/>
                </a:cubicBezTo>
                <a:cubicBezTo>
                  <a:pt x="505202" y="111585"/>
                  <a:pt x="504604" y="114319"/>
                  <a:pt x="504604" y="117395"/>
                </a:cubicBezTo>
                <a:cubicBezTo>
                  <a:pt x="504604" y="122726"/>
                  <a:pt x="506296" y="126981"/>
                  <a:pt x="509679" y="130159"/>
                </a:cubicBezTo>
                <a:cubicBezTo>
                  <a:pt x="513063" y="133338"/>
                  <a:pt x="517830" y="134927"/>
                  <a:pt x="523982" y="134927"/>
                </a:cubicBezTo>
                <a:cubicBezTo>
                  <a:pt x="528835" y="134927"/>
                  <a:pt x="533363" y="133680"/>
                  <a:pt x="537567" y="131185"/>
                </a:cubicBezTo>
                <a:cubicBezTo>
                  <a:pt x="541771" y="128690"/>
                  <a:pt x="546231" y="124845"/>
                  <a:pt x="550947" y="119650"/>
                </a:cubicBezTo>
                <a:lnTo>
                  <a:pt x="550947" y="97812"/>
                </a:lnTo>
                <a:close/>
                <a:moveTo>
                  <a:pt x="641746" y="136055"/>
                </a:moveTo>
                <a:cubicBezTo>
                  <a:pt x="641746" y="137490"/>
                  <a:pt x="641627" y="138652"/>
                  <a:pt x="641388" y="139541"/>
                </a:cubicBezTo>
                <a:cubicBezTo>
                  <a:pt x="641148" y="140429"/>
                  <a:pt x="640772" y="141130"/>
                  <a:pt x="640260" y="141643"/>
                </a:cubicBezTo>
                <a:cubicBezTo>
                  <a:pt x="639747" y="142155"/>
                  <a:pt x="638995" y="142634"/>
                  <a:pt x="638004" y="143078"/>
                </a:cubicBezTo>
                <a:cubicBezTo>
                  <a:pt x="637013" y="143522"/>
                  <a:pt x="635868" y="143898"/>
                  <a:pt x="634569" y="144206"/>
                </a:cubicBezTo>
                <a:cubicBezTo>
                  <a:pt x="633271" y="144513"/>
                  <a:pt x="631904" y="144753"/>
                  <a:pt x="630468" y="144924"/>
                </a:cubicBezTo>
                <a:cubicBezTo>
                  <a:pt x="629033" y="145094"/>
                  <a:pt x="627632" y="145180"/>
                  <a:pt x="626265" y="145180"/>
                </a:cubicBezTo>
                <a:cubicBezTo>
                  <a:pt x="621685" y="145180"/>
                  <a:pt x="617789" y="144565"/>
                  <a:pt x="614576" y="143334"/>
                </a:cubicBezTo>
                <a:cubicBezTo>
                  <a:pt x="611364" y="142104"/>
                  <a:pt x="608732" y="140241"/>
                  <a:pt x="606682" y="137747"/>
                </a:cubicBezTo>
                <a:cubicBezTo>
                  <a:pt x="604631" y="135252"/>
                  <a:pt x="603145" y="132090"/>
                  <a:pt x="602222" y="128263"/>
                </a:cubicBezTo>
                <a:cubicBezTo>
                  <a:pt x="601299" y="124435"/>
                  <a:pt x="600838" y="119924"/>
                  <a:pt x="600838" y="114729"/>
                </a:cubicBezTo>
                <a:lnTo>
                  <a:pt x="600838" y="57006"/>
                </a:lnTo>
                <a:lnTo>
                  <a:pt x="586996" y="57006"/>
                </a:lnTo>
                <a:cubicBezTo>
                  <a:pt x="586039" y="57006"/>
                  <a:pt x="585288" y="56574"/>
                  <a:pt x="584741" y="55711"/>
                </a:cubicBezTo>
                <a:cubicBezTo>
                  <a:pt x="584194" y="54848"/>
                  <a:pt x="583921" y="53554"/>
                  <a:pt x="583921" y="51828"/>
                </a:cubicBezTo>
                <a:cubicBezTo>
                  <a:pt x="583921" y="50931"/>
                  <a:pt x="583989" y="50154"/>
                  <a:pt x="584126" y="49499"/>
                </a:cubicBezTo>
                <a:cubicBezTo>
                  <a:pt x="584262" y="48843"/>
                  <a:pt x="584467" y="48291"/>
                  <a:pt x="584741" y="47842"/>
                </a:cubicBezTo>
                <a:cubicBezTo>
                  <a:pt x="585014" y="47394"/>
                  <a:pt x="585339" y="47066"/>
                  <a:pt x="585715" y="46859"/>
                </a:cubicBezTo>
                <a:cubicBezTo>
                  <a:pt x="586091" y="46651"/>
                  <a:pt x="586518" y="46548"/>
                  <a:pt x="586996" y="46548"/>
                </a:cubicBezTo>
                <a:lnTo>
                  <a:pt x="600838" y="46548"/>
                </a:lnTo>
                <a:lnTo>
                  <a:pt x="600838" y="23787"/>
                </a:lnTo>
                <a:cubicBezTo>
                  <a:pt x="600838" y="23376"/>
                  <a:pt x="600923" y="23000"/>
                  <a:pt x="601094" y="22659"/>
                </a:cubicBezTo>
                <a:cubicBezTo>
                  <a:pt x="601265" y="22317"/>
                  <a:pt x="601590" y="22026"/>
                  <a:pt x="602068" y="21787"/>
                </a:cubicBezTo>
                <a:cubicBezTo>
                  <a:pt x="602547" y="21548"/>
                  <a:pt x="603179" y="21377"/>
                  <a:pt x="603965" y="21275"/>
                </a:cubicBezTo>
                <a:cubicBezTo>
                  <a:pt x="604751" y="21172"/>
                  <a:pt x="605725" y="21121"/>
                  <a:pt x="606887" y="21121"/>
                </a:cubicBezTo>
                <a:cubicBezTo>
                  <a:pt x="608117" y="21121"/>
                  <a:pt x="609125" y="21172"/>
                  <a:pt x="609911" y="21275"/>
                </a:cubicBezTo>
                <a:cubicBezTo>
                  <a:pt x="610698" y="21377"/>
                  <a:pt x="611313" y="21548"/>
                  <a:pt x="611757" y="21787"/>
                </a:cubicBezTo>
                <a:cubicBezTo>
                  <a:pt x="612201" y="22026"/>
                  <a:pt x="612526" y="22317"/>
                  <a:pt x="612731" y="22659"/>
                </a:cubicBezTo>
                <a:cubicBezTo>
                  <a:pt x="612936" y="23000"/>
                  <a:pt x="613039" y="23376"/>
                  <a:pt x="613039" y="23787"/>
                </a:cubicBezTo>
                <a:lnTo>
                  <a:pt x="613039" y="46548"/>
                </a:lnTo>
                <a:lnTo>
                  <a:pt x="638671" y="46548"/>
                </a:lnTo>
                <a:cubicBezTo>
                  <a:pt x="639149" y="46548"/>
                  <a:pt x="639576" y="46651"/>
                  <a:pt x="639952" y="46859"/>
                </a:cubicBezTo>
                <a:cubicBezTo>
                  <a:pt x="640328" y="47066"/>
                  <a:pt x="640653" y="47394"/>
                  <a:pt x="640926" y="47842"/>
                </a:cubicBezTo>
                <a:cubicBezTo>
                  <a:pt x="641200" y="48291"/>
                  <a:pt x="641405" y="48843"/>
                  <a:pt x="641541" y="49499"/>
                </a:cubicBezTo>
                <a:cubicBezTo>
                  <a:pt x="641678" y="50154"/>
                  <a:pt x="641746" y="50931"/>
                  <a:pt x="641746" y="51828"/>
                </a:cubicBezTo>
                <a:cubicBezTo>
                  <a:pt x="641746" y="53554"/>
                  <a:pt x="641456" y="54848"/>
                  <a:pt x="640875" y="55711"/>
                </a:cubicBezTo>
                <a:cubicBezTo>
                  <a:pt x="640294" y="56574"/>
                  <a:pt x="639559" y="57006"/>
                  <a:pt x="638671" y="57006"/>
                </a:cubicBezTo>
                <a:lnTo>
                  <a:pt x="613039" y="57006"/>
                </a:lnTo>
                <a:lnTo>
                  <a:pt x="613039" y="113089"/>
                </a:lnTo>
                <a:cubicBezTo>
                  <a:pt x="613039" y="120129"/>
                  <a:pt x="614047" y="125494"/>
                  <a:pt x="616063" y="129185"/>
                </a:cubicBezTo>
                <a:cubicBezTo>
                  <a:pt x="618080" y="132876"/>
                  <a:pt x="621753" y="134722"/>
                  <a:pt x="627085" y="134722"/>
                </a:cubicBezTo>
                <a:cubicBezTo>
                  <a:pt x="628725" y="134722"/>
                  <a:pt x="630212" y="134551"/>
                  <a:pt x="631545" y="134209"/>
                </a:cubicBezTo>
                <a:cubicBezTo>
                  <a:pt x="632878" y="133868"/>
                  <a:pt x="634057" y="133492"/>
                  <a:pt x="635082" y="133082"/>
                </a:cubicBezTo>
                <a:cubicBezTo>
                  <a:pt x="636107" y="132671"/>
                  <a:pt x="636979" y="132295"/>
                  <a:pt x="637697" y="131954"/>
                </a:cubicBezTo>
                <a:cubicBezTo>
                  <a:pt x="638414" y="131612"/>
                  <a:pt x="639047" y="131441"/>
                  <a:pt x="639593" y="131441"/>
                </a:cubicBezTo>
                <a:cubicBezTo>
                  <a:pt x="639935" y="131441"/>
                  <a:pt x="640243" y="131509"/>
                  <a:pt x="640516" y="131646"/>
                </a:cubicBezTo>
                <a:cubicBezTo>
                  <a:pt x="640790" y="131783"/>
                  <a:pt x="641012" y="132039"/>
                  <a:pt x="641183" y="132415"/>
                </a:cubicBezTo>
                <a:cubicBezTo>
                  <a:pt x="641353" y="132791"/>
                  <a:pt x="641490" y="133269"/>
                  <a:pt x="641593" y="133850"/>
                </a:cubicBezTo>
                <a:cubicBezTo>
                  <a:pt x="641695" y="134431"/>
                  <a:pt x="641746" y="135166"/>
                  <a:pt x="641746" y="136055"/>
                </a:cubicBezTo>
                <a:close/>
                <a:moveTo>
                  <a:pt x="726167" y="7090"/>
                </a:moveTo>
                <a:cubicBezTo>
                  <a:pt x="726167" y="8870"/>
                  <a:pt x="726082" y="10513"/>
                  <a:pt x="725911" y="12021"/>
                </a:cubicBezTo>
                <a:cubicBezTo>
                  <a:pt x="725740" y="13527"/>
                  <a:pt x="725449" y="14966"/>
                  <a:pt x="725039" y="16337"/>
                </a:cubicBezTo>
                <a:cubicBezTo>
                  <a:pt x="724629" y="17706"/>
                  <a:pt x="724082" y="19077"/>
                  <a:pt x="723399" y="20448"/>
                </a:cubicBezTo>
                <a:cubicBezTo>
                  <a:pt x="722715" y="21817"/>
                  <a:pt x="721861" y="23255"/>
                  <a:pt x="720836" y="24761"/>
                </a:cubicBezTo>
                <a:lnTo>
                  <a:pt x="706584" y="46644"/>
                </a:lnTo>
                <a:cubicBezTo>
                  <a:pt x="706311" y="47056"/>
                  <a:pt x="705986" y="47433"/>
                  <a:pt x="705610" y="47775"/>
                </a:cubicBezTo>
                <a:cubicBezTo>
                  <a:pt x="705234" y="48117"/>
                  <a:pt x="704790" y="48391"/>
                  <a:pt x="704277" y="48598"/>
                </a:cubicBezTo>
                <a:cubicBezTo>
                  <a:pt x="703765" y="48803"/>
                  <a:pt x="703167" y="48957"/>
                  <a:pt x="702483" y="49060"/>
                </a:cubicBezTo>
                <a:cubicBezTo>
                  <a:pt x="701800" y="49162"/>
                  <a:pt x="700945" y="49214"/>
                  <a:pt x="699920" y="49214"/>
                </a:cubicBezTo>
                <a:cubicBezTo>
                  <a:pt x="699168" y="49214"/>
                  <a:pt x="698519" y="49179"/>
                  <a:pt x="697972" y="49111"/>
                </a:cubicBezTo>
                <a:cubicBezTo>
                  <a:pt x="697425" y="49043"/>
                  <a:pt x="697032" y="48906"/>
                  <a:pt x="696793" y="48701"/>
                </a:cubicBezTo>
                <a:cubicBezTo>
                  <a:pt x="696554" y="48494"/>
                  <a:pt x="696417" y="48219"/>
                  <a:pt x="696383" y="47877"/>
                </a:cubicBezTo>
                <a:cubicBezTo>
                  <a:pt x="696349" y="47536"/>
                  <a:pt x="696468" y="47124"/>
                  <a:pt x="696742" y="46644"/>
                </a:cubicBezTo>
                <a:lnTo>
                  <a:pt x="710993" y="18494"/>
                </a:lnTo>
                <a:lnTo>
                  <a:pt x="710993" y="7090"/>
                </a:lnTo>
                <a:cubicBezTo>
                  <a:pt x="710993" y="5582"/>
                  <a:pt x="711130" y="4366"/>
                  <a:pt x="711403" y="3441"/>
                </a:cubicBezTo>
                <a:cubicBezTo>
                  <a:pt x="711677" y="2516"/>
                  <a:pt x="712121" y="1797"/>
                  <a:pt x="712736" y="1285"/>
                </a:cubicBezTo>
                <a:cubicBezTo>
                  <a:pt x="713351" y="770"/>
                  <a:pt x="714137" y="427"/>
                  <a:pt x="715094" y="256"/>
                </a:cubicBezTo>
                <a:cubicBezTo>
                  <a:pt x="716051" y="85"/>
                  <a:pt x="717213" y="0"/>
                  <a:pt x="718580" y="0"/>
                </a:cubicBezTo>
                <a:cubicBezTo>
                  <a:pt x="719879" y="0"/>
                  <a:pt x="721007" y="85"/>
                  <a:pt x="721963" y="256"/>
                </a:cubicBezTo>
                <a:cubicBezTo>
                  <a:pt x="722920" y="427"/>
                  <a:pt x="723706" y="770"/>
                  <a:pt x="724322" y="1285"/>
                </a:cubicBezTo>
                <a:cubicBezTo>
                  <a:pt x="724937" y="1797"/>
                  <a:pt x="725398" y="2516"/>
                  <a:pt x="725706" y="3441"/>
                </a:cubicBezTo>
                <a:cubicBezTo>
                  <a:pt x="726013" y="4366"/>
                  <a:pt x="726167" y="5582"/>
                  <a:pt x="726167" y="7090"/>
                </a:cubicBezTo>
                <a:close/>
                <a:moveTo>
                  <a:pt x="862896" y="75256"/>
                </a:moveTo>
                <a:cubicBezTo>
                  <a:pt x="862896" y="86397"/>
                  <a:pt x="861495" y="96223"/>
                  <a:pt x="858693" y="104732"/>
                </a:cubicBezTo>
                <a:cubicBezTo>
                  <a:pt x="855890" y="113242"/>
                  <a:pt x="851755" y="120368"/>
                  <a:pt x="846287" y="126110"/>
                </a:cubicBezTo>
                <a:cubicBezTo>
                  <a:pt x="840819" y="131851"/>
                  <a:pt x="834069" y="136192"/>
                  <a:pt x="826037" y="139131"/>
                </a:cubicBezTo>
                <a:cubicBezTo>
                  <a:pt x="818006" y="142070"/>
                  <a:pt x="808420" y="143539"/>
                  <a:pt x="797278" y="143539"/>
                </a:cubicBezTo>
                <a:lnTo>
                  <a:pt x="771134" y="143539"/>
                </a:lnTo>
                <a:cubicBezTo>
                  <a:pt x="769903" y="143539"/>
                  <a:pt x="768639" y="143078"/>
                  <a:pt x="767340" y="142155"/>
                </a:cubicBezTo>
                <a:cubicBezTo>
                  <a:pt x="766041" y="141233"/>
                  <a:pt x="765392" y="139541"/>
                  <a:pt x="765392" y="137080"/>
                </a:cubicBezTo>
                <a:lnTo>
                  <a:pt x="765392" y="17327"/>
                </a:lnTo>
                <a:cubicBezTo>
                  <a:pt x="765392" y="14867"/>
                  <a:pt x="766041" y="13175"/>
                  <a:pt x="767340" y="12252"/>
                </a:cubicBezTo>
                <a:cubicBezTo>
                  <a:pt x="768639" y="11329"/>
                  <a:pt x="769903" y="10868"/>
                  <a:pt x="771134" y="10868"/>
                </a:cubicBezTo>
                <a:lnTo>
                  <a:pt x="799021" y="10868"/>
                </a:lnTo>
                <a:cubicBezTo>
                  <a:pt x="810299" y="10868"/>
                  <a:pt x="819817" y="12406"/>
                  <a:pt x="827575" y="15482"/>
                </a:cubicBezTo>
                <a:cubicBezTo>
                  <a:pt x="835333" y="18558"/>
                  <a:pt x="841827" y="22915"/>
                  <a:pt x="847056" y="28554"/>
                </a:cubicBezTo>
                <a:cubicBezTo>
                  <a:pt x="852285" y="34193"/>
                  <a:pt x="856232" y="40960"/>
                  <a:pt x="858898" y="48855"/>
                </a:cubicBezTo>
                <a:cubicBezTo>
                  <a:pt x="861563" y="56749"/>
                  <a:pt x="862896" y="65550"/>
                  <a:pt x="862896" y="75256"/>
                </a:cubicBezTo>
                <a:moveTo>
                  <a:pt x="849465" y="75874"/>
                </a:moveTo>
                <a:cubicBezTo>
                  <a:pt x="849465" y="68163"/>
                  <a:pt x="848491" y="61016"/>
                  <a:pt x="846543" y="54433"/>
                </a:cubicBezTo>
                <a:cubicBezTo>
                  <a:pt x="844595" y="47850"/>
                  <a:pt x="841587" y="42170"/>
                  <a:pt x="837521" y="37394"/>
                </a:cubicBezTo>
                <a:cubicBezTo>
                  <a:pt x="833454" y="32618"/>
                  <a:pt x="828310" y="28883"/>
                  <a:pt x="822090" y="26190"/>
                </a:cubicBezTo>
                <a:cubicBezTo>
                  <a:pt x="815870" y="23494"/>
                  <a:pt x="807941" y="22146"/>
                  <a:pt x="798304" y="22146"/>
                </a:cubicBezTo>
                <a:lnTo>
                  <a:pt x="777900" y="22146"/>
                </a:lnTo>
                <a:lnTo>
                  <a:pt x="777900" y="132261"/>
                </a:lnTo>
                <a:lnTo>
                  <a:pt x="798406" y="132261"/>
                </a:lnTo>
                <a:cubicBezTo>
                  <a:pt x="807429" y="132261"/>
                  <a:pt x="815067" y="131153"/>
                  <a:pt x="821321" y="128936"/>
                </a:cubicBezTo>
                <a:cubicBezTo>
                  <a:pt x="827575" y="126718"/>
                  <a:pt x="832787" y="123290"/>
                  <a:pt x="836957" y="118651"/>
                </a:cubicBezTo>
                <a:cubicBezTo>
                  <a:pt x="841126" y="114011"/>
                  <a:pt x="844253" y="108161"/>
                  <a:pt x="846338" y="101099"/>
                </a:cubicBezTo>
                <a:cubicBezTo>
                  <a:pt x="848423" y="94038"/>
                  <a:pt x="849465" y="85629"/>
                  <a:pt x="849465" y="75874"/>
                </a:cubicBezTo>
                <a:close/>
                <a:moveTo>
                  <a:pt x="982935" y="27625"/>
                </a:moveTo>
                <a:cubicBezTo>
                  <a:pt x="982935" y="28522"/>
                  <a:pt x="982867" y="29351"/>
                  <a:pt x="982730" y="30111"/>
                </a:cubicBezTo>
                <a:cubicBezTo>
                  <a:pt x="982594" y="30870"/>
                  <a:pt x="982406" y="31508"/>
                  <a:pt x="982166" y="32027"/>
                </a:cubicBezTo>
                <a:cubicBezTo>
                  <a:pt x="981927" y="32544"/>
                  <a:pt x="981619" y="32940"/>
                  <a:pt x="981244" y="33216"/>
                </a:cubicBezTo>
                <a:cubicBezTo>
                  <a:pt x="980868" y="33491"/>
                  <a:pt x="980475" y="33629"/>
                  <a:pt x="980064" y="33629"/>
                </a:cubicBezTo>
                <a:cubicBezTo>
                  <a:pt x="979244" y="33629"/>
                  <a:pt x="977894" y="32940"/>
                  <a:pt x="976015" y="31563"/>
                </a:cubicBezTo>
                <a:cubicBezTo>
                  <a:pt x="974135" y="30185"/>
                  <a:pt x="971623" y="28687"/>
                  <a:pt x="968479" y="27067"/>
                </a:cubicBezTo>
                <a:cubicBezTo>
                  <a:pt x="965335" y="25448"/>
                  <a:pt x="961524" y="23950"/>
                  <a:pt x="957047" y="22572"/>
                </a:cubicBezTo>
                <a:cubicBezTo>
                  <a:pt x="952570" y="21194"/>
                  <a:pt x="947255" y="20506"/>
                  <a:pt x="941104" y="20506"/>
                </a:cubicBezTo>
                <a:cubicBezTo>
                  <a:pt x="933243" y="20506"/>
                  <a:pt x="926237" y="21958"/>
                  <a:pt x="920086" y="24863"/>
                </a:cubicBezTo>
                <a:cubicBezTo>
                  <a:pt x="913934" y="27768"/>
                  <a:pt x="908739" y="31750"/>
                  <a:pt x="904501" y="36808"/>
                </a:cubicBezTo>
                <a:cubicBezTo>
                  <a:pt x="900263" y="41866"/>
                  <a:pt x="897034" y="47864"/>
                  <a:pt x="894812" y="54801"/>
                </a:cubicBezTo>
                <a:cubicBezTo>
                  <a:pt x="892591" y="61739"/>
                  <a:pt x="891480" y="69206"/>
                  <a:pt x="891480" y="77204"/>
                </a:cubicBezTo>
                <a:cubicBezTo>
                  <a:pt x="891480" y="86158"/>
                  <a:pt x="892745" y="94138"/>
                  <a:pt x="895274" y="101144"/>
                </a:cubicBezTo>
                <a:cubicBezTo>
                  <a:pt x="897803" y="108150"/>
                  <a:pt x="901306" y="114063"/>
                  <a:pt x="905783" y="118881"/>
                </a:cubicBezTo>
                <a:cubicBezTo>
                  <a:pt x="910260" y="123700"/>
                  <a:pt x="915591" y="127374"/>
                  <a:pt x="921777" y="129903"/>
                </a:cubicBezTo>
                <a:cubicBezTo>
                  <a:pt x="927963" y="132432"/>
                  <a:pt x="934713" y="133697"/>
                  <a:pt x="942027" y="133697"/>
                </a:cubicBezTo>
                <a:cubicBezTo>
                  <a:pt x="946743" y="133697"/>
                  <a:pt x="951527" y="133116"/>
                  <a:pt x="956380" y="131954"/>
                </a:cubicBezTo>
                <a:cubicBezTo>
                  <a:pt x="961233" y="130792"/>
                  <a:pt x="965779" y="129015"/>
                  <a:pt x="970017" y="126622"/>
                </a:cubicBezTo>
                <a:lnTo>
                  <a:pt x="970017" y="83663"/>
                </a:lnTo>
                <a:lnTo>
                  <a:pt x="936182" y="83663"/>
                </a:lnTo>
                <a:cubicBezTo>
                  <a:pt x="935089" y="83663"/>
                  <a:pt x="934269" y="83180"/>
                  <a:pt x="933722" y="82215"/>
                </a:cubicBezTo>
                <a:cubicBezTo>
                  <a:pt x="933175" y="81249"/>
                  <a:pt x="932902" y="79869"/>
                  <a:pt x="932902" y="78075"/>
                </a:cubicBezTo>
                <a:cubicBezTo>
                  <a:pt x="932902" y="77110"/>
                  <a:pt x="932970" y="76265"/>
                  <a:pt x="933107" y="75541"/>
                </a:cubicBezTo>
                <a:cubicBezTo>
                  <a:pt x="933243" y="74817"/>
                  <a:pt x="933448" y="74230"/>
                  <a:pt x="933722" y="73782"/>
                </a:cubicBezTo>
                <a:cubicBezTo>
                  <a:pt x="933995" y="73333"/>
                  <a:pt x="934337" y="72988"/>
                  <a:pt x="934747" y="72747"/>
                </a:cubicBezTo>
                <a:cubicBezTo>
                  <a:pt x="935157" y="72506"/>
                  <a:pt x="935636" y="72385"/>
                  <a:pt x="936182" y="72385"/>
                </a:cubicBezTo>
                <a:lnTo>
                  <a:pt x="976784" y="72385"/>
                </a:lnTo>
                <a:cubicBezTo>
                  <a:pt x="977399" y="72385"/>
                  <a:pt x="978048" y="72488"/>
                  <a:pt x="978732" y="72696"/>
                </a:cubicBezTo>
                <a:cubicBezTo>
                  <a:pt x="979415" y="72901"/>
                  <a:pt x="980047" y="73244"/>
                  <a:pt x="980628" y="73724"/>
                </a:cubicBezTo>
                <a:cubicBezTo>
                  <a:pt x="981209" y="74203"/>
                  <a:pt x="981671" y="74870"/>
                  <a:pt x="982013" y="75727"/>
                </a:cubicBezTo>
                <a:cubicBezTo>
                  <a:pt x="982354" y="76583"/>
                  <a:pt x="982525" y="77629"/>
                  <a:pt x="982525" y="78863"/>
                </a:cubicBezTo>
                <a:lnTo>
                  <a:pt x="982525" y="128317"/>
                </a:lnTo>
                <a:cubicBezTo>
                  <a:pt x="982525" y="129962"/>
                  <a:pt x="982269" y="131367"/>
                  <a:pt x="981756" y="132534"/>
                </a:cubicBezTo>
                <a:cubicBezTo>
                  <a:pt x="981244" y="133698"/>
                  <a:pt x="980064" y="134812"/>
                  <a:pt x="978219" y="135875"/>
                </a:cubicBezTo>
                <a:cubicBezTo>
                  <a:pt x="976373" y="136937"/>
                  <a:pt x="973913" y="138102"/>
                  <a:pt x="970837" y="139371"/>
                </a:cubicBezTo>
                <a:cubicBezTo>
                  <a:pt x="967761" y="140640"/>
                  <a:pt x="964583" y="141702"/>
                  <a:pt x="961302" y="142559"/>
                </a:cubicBezTo>
                <a:cubicBezTo>
                  <a:pt x="958021" y="143415"/>
                  <a:pt x="954723" y="144066"/>
                  <a:pt x="951408" y="144510"/>
                </a:cubicBezTo>
                <a:cubicBezTo>
                  <a:pt x="948093" y="144957"/>
                  <a:pt x="944829" y="145180"/>
                  <a:pt x="941616" y="145180"/>
                </a:cubicBezTo>
                <a:cubicBezTo>
                  <a:pt x="931569" y="145180"/>
                  <a:pt x="922597" y="143554"/>
                  <a:pt x="914703" y="140303"/>
                </a:cubicBezTo>
                <a:cubicBezTo>
                  <a:pt x="906808" y="137050"/>
                  <a:pt x="900144" y="132463"/>
                  <a:pt x="894710" y="126542"/>
                </a:cubicBezTo>
                <a:cubicBezTo>
                  <a:pt x="889276" y="120621"/>
                  <a:pt x="885123" y="113570"/>
                  <a:pt x="882253" y="105389"/>
                </a:cubicBezTo>
                <a:cubicBezTo>
                  <a:pt x="879382" y="97208"/>
                  <a:pt x="877946" y="88190"/>
                  <a:pt x="877946" y="78335"/>
                </a:cubicBezTo>
                <a:cubicBezTo>
                  <a:pt x="877946" y="67996"/>
                  <a:pt x="879501" y="58566"/>
                  <a:pt x="882612" y="50043"/>
                </a:cubicBezTo>
                <a:cubicBezTo>
                  <a:pt x="885722" y="41521"/>
                  <a:pt x="890096" y="34248"/>
                  <a:pt x="895735" y="28224"/>
                </a:cubicBezTo>
                <a:cubicBezTo>
                  <a:pt x="901374" y="22201"/>
                  <a:pt x="908124" y="17529"/>
                  <a:pt x="915984" y="14210"/>
                </a:cubicBezTo>
                <a:cubicBezTo>
                  <a:pt x="923845" y="10888"/>
                  <a:pt x="932526" y="9228"/>
                  <a:pt x="942027" y="9228"/>
                </a:cubicBezTo>
                <a:cubicBezTo>
                  <a:pt x="946811" y="9228"/>
                  <a:pt x="951340" y="9675"/>
                  <a:pt x="955612" y="10570"/>
                </a:cubicBezTo>
                <a:cubicBezTo>
                  <a:pt x="959884" y="11465"/>
                  <a:pt x="963728" y="12550"/>
                  <a:pt x="967146" y="13825"/>
                </a:cubicBezTo>
                <a:cubicBezTo>
                  <a:pt x="970564" y="15098"/>
                  <a:pt x="973469" y="16476"/>
                  <a:pt x="975861" y="17958"/>
                </a:cubicBezTo>
                <a:cubicBezTo>
                  <a:pt x="978253" y="19439"/>
                  <a:pt x="979877" y="20609"/>
                  <a:pt x="980731" y="21470"/>
                </a:cubicBezTo>
                <a:cubicBezTo>
                  <a:pt x="981585" y="22331"/>
                  <a:pt x="982166" y="23176"/>
                  <a:pt x="982474" y="24004"/>
                </a:cubicBezTo>
                <a:cubicBezTo>
                  <a:pt x="982781" y="24831"/>
                  <a:pt x="982935" y="26038"/>
                  <a:pt x="982935" y="27625"/>
                </a:cubicBezTo>
                <a:close/>
                <a:moveTo>
                  <a:pt x="1116969" y="75256"/>
                </a:moveTo>
                <a:cubicBezTo>
                  <a:pt x="1116969" y="86397"/>
                  <a:pt x="1115568" y="96223"/>
                  <a:pt x="1112765" y="104732"/>
                </a:cubicBezTo>
                <a:cubicBezTo>
                  <a:pt x="1109963" y="113242"/>
                  <a:pt x="1105828" y="120368"/>
                  <a:pt x="1100359" y="126110"/>
                </a:cubicBezTo>
                <a:cubicBezTo>
                  <a:pt x="1094891" y="131851"/>
                  <a:pt x="1088141" y="136192"/>
                  <a:pt x="1080110" y="139131"/>
                </a:cubicBezTo>
                <a:cubicBezTo>
                  <a:pt x="1072079" y="142070"/>
                  <a:pt x="1062492" y="143539"/>
                  <a:pt x="1051351" y="143539"/>
                </a:cubicBezTo>
                <a:lnTo>
                  <a:pt x="1025206" y="143539"/>
                </a:lnTo>
                <a:cubicBezTo>
                  <a:pt x="1023976" y="143539"/>
                  <a:pt x="1022711" y="143078"/>
                  <a:pt x="1021413" y="142155"/>
                </a:cubicBezTo>
                <a:cubicBezTo>
                  <a:pt x="1020114" y="141233"/>
                  <a:pt x="1019465" y="139541"/>
                  <a:pt x="1019465" y="137080"/>
                </a:cubicBezTo>
                <a:lnTo>
                  <a:pt x="1019465" y="17327"/>
                </a:lnTo>
                <a:cubicBezTo>
                  <a:pt x="1019465" y="14867"/>
                  <a:pt x="1020114" y="13175"/>
                  <a:pt x="1021413" y="12252"/>
                </a:cubicBezTo>
                <a:cubicBezTo>
                  <a:pt x="1022711" y="11329"/>
                  <a:pt x="1023976" y="10868"/>
                  <a:pt x="1025206" y="10868"/>
                </a:cubicBezTo>
                <a:lnTo>
                  <a:pt x="1053094" y="10868"/>
                </a:lnTo>
                <a:cubicBezTo>
                  <a:pt x="1064372" y="10868"/>
                  <a:pt x="1073890" y="12406"/>
                  <a:pt x="1081648" y="15482"/>
                </a:cubicBezTo>
                <a:cubicBezTo>
                  <a:pt x="1089406" y="18558"/>
                  <a:pt x="1095899" y="22915"/>
                  <a:pt x="1101128" y="28554"/>
                </a:cubicBezTo>
                <a:cubicBezTo>
                  <a:pt x="1106357" y="34193"/>
                  <a:pt x="1110305" y="40960"/>
                  <a:pt x="1112970" y="48855"/>
                </a:cubicBezTo>
                <a:cubicBezTo>
                  <a:pt x="1115636" y="56749"/>
                  <a:pt x="1116969" y="65550"/>
                  <a:pt x="1116969" y="75256"/>
                </a:cubicBezTo>
                <a:moveTo>
                  <a:pt x="1103538" y="75874"/>
                </a:moveTo>
                <a:cubicBezTo>
                  <a:pt x="1103538" y="68163"/>
                  <a:pt x="1102564" y="61016"/>
                  <a:pt x="1100616" y="54433"/>
                </a:cubicBezTo>
                <a:cubicBezTo>
                  <a:pt x="1098668" y="47850"/>
                  <a:pt x="1095660" y="42170"/>
                  <a:pt x="1091593" y="37394"/>
                </a:cubicBezTo>
                <a:cubicBezTo>
                  <a:pt x="1087526" y="32618"/>
                  <a:pt x="1082383" y="28883"/>
                  <a:pt x="1076163" y="26190"/>
                </a:cubicBezTo>
                <a:cubicBezTo>
                  <a:pt x="1069943" y="23494"/>
                  <a:pt x="1062014" y="22146"/>
                  <a:pt x="1052376" y="22146"/>
                </a:cubicBezTo>
                <a:lnTo>
                  <a:pt x="1031973" y="22146"/>
                </a:lnTo>
                <a:lnTo>
                  <a:pt x="1031973" y="132261"/>
                </a:lnTo>
                <a:lnTo>
                  <a:pt x="1052479" y="132261"/>
                </a:lnTo>
                <a:cubicBezTo>
                  <a:pt x="1061501" y="132261"/>
                  <a:pt x="1069140" y="131153"/>
                  <a:pt x="1075394" y="128936"/>
                </a:cubicBezTo>
                <a:cubicBezTo>
                  <a:pt x="1081648" y="126718"/>
                  <a:pt x="1086860" y="123290"/>
                  <a:pt x="1091029" y="118651"/>
                </a:cubicBezTo>
                <a:cubicBezTo>
                  <a:pt x="1095199" y="114011"/>
                  <a:pt x="1098326" y="108161"/>
                  <a:pt x="1100411" y="101099"/>
                </a:cubicBezTo>
                <a:cubicBezTo>
                  <a:pt x="1102495" y="94038"/>
                  <a:pt x="1103538" y="85629"/>
                  <a:pt x="1103538" y="75874"/>
                </a:cubicBezTo>
                <a:close/>
                <a:moveTo>
                  <a:pt x="1208198" y="107709"/>
                </a:moveTo>
                <a:cubicBezTo>
                  <a:pt x="1208198" y="113596"/>
                  <a:pt x="1207138" y="118866"/>
                  <a:pt x="1205019" y="123521"/>
                </a:cubicBezTo>
                <a:cubicBezTo>
                  <a:pt x="1202901" y="128173"/>
                  <a:pt x="1199927" y="132125"/>
                  <a:pt x="1196099" y="135376"/>
                </a:cubicBezTo>
                <a:cubicBezTo>
                  <a:pt x="1192272" y="138627"/>
                  <a:pt x="1187726" y="141108"/>
                  <a:pt x="1182463" y="142818"/>
                </a:cubicBezTo>
                <a:cubicBezTo>
                  <a:pt x="1177200" y="144529"/>
                  <a:pt x="1171459" y="145385"/>
                  <a:pt x="1165239" y="145385"/>
                </a:cubicBezTo>
                <a:cubicBezTo>
                  <a:pt x="1161001" y="145385"/>
                  <a:pt x="1157002" y="144988"/>
                  <a:pt x="1153243" y="144193"/>
                </a:cubicBezTo>
                <a:cubicBezTo>
                  <a:pt x="1149483" y="143401"/>
                  <a:pt x="1146134" y="142453"/>
                  <a:pt x="1143195" y="141351"/>
                </a:cubicBezTo>
                <a:cubicBezTo>
                  <a:pt x="1140256" y="140247"/>
                  <a:pt x="1137778" y="139126"/>
                  <a:pt x="1135762" y="137990"/>
                </a:cubicBezTo>
                <a:cubicBezTo>
                  <a:pt x="1133745" y="136852"/>
                  <a:pt x="1132361" y="135886"/>
                  <a:pt x="1131609" y="135094"/>
                </a:cubicBezTo>
                <a:cubicBezTo>
                  <a:pt x="1130857" y="134299"/>
                  <a:pt x="1130311" y="133372"/>
                  <a:pt x="1129969" y="132313"/>
                </a:cubicBezTo>
                <a:cubicBezTo>
                  <a:pt x="1129627" y="131253"/>
                  <a:pt x="1129456" y="129937"/>
                  <a:pt x="1129456" y="128365"/>
                </a:cubicBezTo>
                <a:cubicBezTo>
                  <a:pt x="1129456" y="127203"/>
                  <a:pt x="1129525" y="126246"/>
                  <a:pt x="1129661" y="125494"/>
                </a:cubicBezTo>
                <a:cubicBezTo>
                  <a:pt x="1129798" y="124743"/>
                  <a:pt x="1129986" y="124127"/>
                  <a:pt x="1130225" y="123649"/>
                </a:cubicBezTo>
                <a:cubicBezTo>
                  <a:pt x="1130464" y="123170"/>
                  <a:pt x="1130772" y="122846"/>
                  <a:pt x="1131148" y="122675"/>
                </a:cubicBezTo>
                <a:cubicBezTo>
                  <a:pt x="1131524" y="122504"/>
                  <a:pt x="1131917" y="122419"/>
                  <a:pt x="1132327" y="122419"/>
                </a:cubicBezTo>
                <a:cubicBezTo>
                  <a:pt x="1133284" y="122419"/>
                  <a:pt x="1134634" y="123022"/>
                  <a:pt x="1136377" y="124229"/>
                </a:cubicBezTo>
                <a:cubicBezTo>
                  <a:pt x="1138120" y="125436"/>
                  <a:pt x="1140375" y="126746"/>
                  <a:pt x="1143144" y="128160"/>
                </a:cubicBezTo>
                <a:cubicBezTo>
                  <a:pt x="1145912" y="129574"/>
                  <a:pt x="1149227" y="130885"/>
                  <a:pt x="1153089" y="132091"/>
                </a:cubicBezTo>
                <a:cubicBezTo>
                  <a:pt x="1156951" y="133298"/>
                  <a:pt x="1161445" y="133902"/>
                  <a:pt x="1166571" y="133902"/>
                </a:cubicBezTo>
                <a:cubicBezTo>
                  <a:pt x="1170741" y="133902"/>
                  <a:pt x="1174569" y="133337"/>
                  <a:pt x="1178055" y="132207"/>
                </a:cubicBezTo>
                <a:cubicBezTo>
                  <a:pt x="1181540" y="131077"/>
                  <a:pt x="1184548" y="129450"/>
                  <a:pt x="1187077" y="127327"/>
                </a:cubicBezTo>
                <a:cubicBezTo>
                  <a:pt x="1189606" y="125202"/>
                  <a:pt x="1191571" y="122581"/>
                  <a:pt x="1192972" y="119464"/>
                </a:cubicBezTo>
                <a:cubicBezTo>
                  <a:pt x="1194374" y="116348"/>
                  <a:pt x="1195074" y="112803"/>
                  <a:pt x="1195074" y="108830"/>
                </a:cubicBezTo>
                <a:cubicBezTo>
                  <a:pt x="1195074" y="104723"/>
                  <a:pt x="1194186" y="101197"/>
                  <a:pt x="1192408" y="98254"/>
                </a:cubicBezTo>
                <a:cubicBezTo>
                  <a:pt x="1190631" y="95308"/>
                  <a:pt x="1188290" y="92724"/>
                  <a:pt x="1185385" y="90500"/>
                </a:cubicBezTo>
                <a:cubicBezTo>
                  <a:pt x="1182480" y="88275"/>
                  <a:pt x="1179182" y="86255"/>
                  <a:pt x="1175491" y="84442"/>
                </a:cubicBezTo>
                <a:cubicBezTo>
                  <a:pt x="1171800" y="82626"/>
                  <a:pt x="1168024" y="80811"/>
                  <a:pt x="1164162" y="78998"/>
                </a:cubicBezTo>
                <a:cubicBezTo>
                  <a:pt x="1160300" y="77182"/>
                  <a:pt x="1156524" y="75214"/>
                  <a:pt x="1152833" y="73093"/>
                </a:cubicBezTo>
                <a:cubicBezTo>
                  <a:pt x="1149142" y="70970"/>
                  <a:pt x="1145844" y="68488"/>
                  <a:pt x="1142939" y="65647"/>
                </a:cubicBezTo>
                <a:cubicBezTo>
                  <a:pt x="1140034" y="62804"/>
                  <a:pt x="1137693" y="59465"/>
                  <a:pt x="1135915" y="55631"/>
                </a:cubicBezTo>
                <a:cubicBezTo>
                  <a:pt x="1134138" y="51797"/>
                  <a:pt x="1133250" y="47245"/>
                  <a:pt x="1133250" y="41976"/>
                </a:cubicBezTo>
                <a:cubicBezTo>
                  <a:pt x="1133250" y="36843"/>
                  <a:pt x="1134172" y="32241"/>
                  <a:pt x="1136018" y="28170"/>
                </a:cubicBezTo>
                <a:cubicBezTo>
                  <a:pt x="1137864" y="24096"/>
                  <a:pt x="1140461" y="20640"/>
                  <a:pt x="1143810" y="17801"/>
                </a:cubicBezTo>
                <a:cubicBezTo>
                  <a:pt x="1147159" y="14961"/>
                  <a:pt x="1151175" y="12787"/>
                  <a:pt x="1155857" y="11281"/>
                </a:cubicBezTo>
                <a:cubicBezTo>
                  <a:pt x="1160539" y="9775"/>
                  <a:pt x="1165683" y="9022"/>
                  <a:pt x="1171288" y="9022"/>
                </a:cubicBezTo>
                <a:cubicBezTo>
                  <a:pt x="1174090" y="9022"/>
                  <a:pt x="1176927" y="9293"/>
                  <a:pt x="1179798" y="9833"/>
                </a:cubicBezTo>
                <a:cubicBezTo>
                  <a:pt x="1182668" y="10374"/>
                  <a:pt x="1185385" y="11067"/>
                  <a:pt x="1187948" y="11912"/>
                </a:cubicBezTo>
                <a:cubicBezTo>
                  <a:pt x="1190512" y="12758"/>
                  <a:pt x="1192801" y="13706"/>
                  <a:pt x="1194818" y="14754"/>
                </a:cubicBezTo>
                <a:cubicBezTo>
                  <a:pt x="1196834" y="15801"/>
                  <a:pt x="1198167" y="16646"/>
                  <a:pt x="1198816" y="17289"/>
                </a:cubicBezTo>
                <a:cubicBezTo>
                  <a:pt x="1199466" y="17930"/>
                  <a:pt x="1199876" y="18406"/>
                  <a:pt x="1200047" y="18718"/>
                </a:cubicBezTo>
                <a:cubicBezTo>
                  <a:pt x="1200218" y="19028"/>
                  <a:pt x="1200371" y="19424"/>
                  <a:pt x="1200508" y="19906"/>
                </a:cubicBezTo>
                <a:cubicBezTo>
                  <a:pt x="1200645" y="20389"/>
                  <a:pt x="1200747" y="20958"/>
                  <a:pt x="1200816" y="21614"/>
                </a:cubicBezTo>
                <a:cubicBezTo>
                  <a:pt x="1200884" y="22268"/>
                  <a:pt x="1200918" y="23077"/>
                  <a:pt x="1200918" y="24043"/>
                </a:cubicBezTo>
                <a:cubicBezTo>
                  <a:pt x="1200918" y="24940"/>
                  <a:pt x="1200867" y="25751"/>
                  <a:pt x="1200765" y="26475"/>
                </a:cubicBezTo>
                <a:cubicBezTo>
                  <a:pt x="1200662" y="27197"/>
                  <a:pt x="1200508" y="27817"/>
                  <a:pt x="1200303" y="28336"/>
                </a:cubicBezTo>
                <a:cubicBezTo>
                  <a:pt x="1200098" y="28853"/>
                  <a:pt x="1199842" y="29249"/>
                  <a:pt x="1199534" y="29525"/>
                </a:cubicBezTo>
                <a:cubicBezTo>
                  <a:pt x="1199227" y="29800"/>
                  <a:pt x="1198868" y="29938"/>
                  <a:pt x="1198458" y="29938"/>
                </a:cubicBezTo>
                <a:cubicBezTo>
                  <a:pt x="1197706" y="29938"/>
                  <a:pt x="1196561" y="29443"/>
                  <a:pt x="1195023" y="28452"/>
                </a:cubicBezTo>
                <a:cubicBezTo>
                  <a:pt x="1193485" y="27460"/>
                  <a:pt x="1191554" y="26350"/>
                  <a:pt x="1189230" y="25119"/>
                </a:cubicBezTo>
                <a:cubicBezTo>
                  <a:pt x="1186906" y="23889"/>
                  <a:pt x="1184138" y="22778"/>
                  <a:pt x="1180925" y="21787"/>
                </a:cubicBezTo>
                <a:cubicBezTo>
                  <a:pt x="1177713" y="20796"/>
                  <a:pt x="1174056" y="20301"/>
                  <a:pt x="1169955" y="20301"/>
                </a:cubicBezTo>
                <a:cubicBezTo>
                  <a:pt x="1165922" y="20301"/>
                  <a:pt x="1162402" y="20848"/>
                  <a:pt x="1159394" y="21944"/>
                </a:cubicBezTo>
                <a:cubicBezTo>
                  <a:pt x="1156387" y="23040"/>
                  <a:pt x="1153892" y="24530"/>
                  <a:pt x="1151910" y="26414"/>
                </a:cubicBezTo>
                <a:cubicBezTo>
                  <a:pt x="1149928" y="28298"/>
                  <a:pt x="1148441" y="30507"/>
                  <a:pt x="1147450" y="33043"/>
                </a:cubicBezTo>
                <a:cubicBezTo>
                  <a:pt x="1146459" y="35578"/>
                  <a:pt x="1145963" y="38250"/>
                  <a:pt x="1145963" y="41059"/>
                </a:cubicBezTo>
                <a:cubicBezTo>
                  <a:pt x="1145963" y="45167"/>
                  <a:pt x="1146852" y="48693"/>
                  <a:pt x="1148629" y="51639"/>
                </a:cubicBezTo>
                <a:cubicBezTo>
                  <a:pt x="1150406" y="54582"/>
                  <a:pt x="1152764" y="57184"/>
                  <a:pt x="1155703" y="59444"/>
                </a:cubicBezTo>
                <a:cubicBezTo>
                  <a:pt x="1158643" y="61702"/>
                  <a:pt x="1161975" y="63738"/>
                  <a:pt x="1165700" y="65554"/>
                </a:cubicBezTo>
                <a:cubicBezTo>
                  <a:pt x="1169425" y="67367"/>
                  <a:pt x="1173219" y="69182"/>
                  <a:pt x="1177081" y="70998"/>
                </a:cubicBezTo>
                <a:cubicBezTo>
                  <a:pt x="1180942" y="72811"/>
                  <a:pt x="1184736" y="74762"/>
                  <a:pt x="1188461" y="76851"/>
                </a:cubicBezTo>
                <a:cubicBezTo>
                  <a:pt x="1192186" y="78940"/>
                  <a:pt x="1195518" y="81405"/>
                  <a:pt x="1198458" y="84246"/>
                </a:cubicBezTo>
                <a:cubicBezTo>
                  <a:pt x="1201397" y="87087"/>
                  <a:pt x="1203755" y="90407"/>
                  <a:pt x="1205532" y="94207"/>
                </a:cubicBezTo>
                <a:cubicBezTo>
                  <a:pt x="1207309" y="98007"/>
                  <a:pt x="1208198" y="102508"/>
                  <a:pt x="1208198" y="107709"/>
                </a:cubicBezTo>
                <a:close/>
                <a:moveTo>
                  <a:pt x="1336327" y="27625"/>
                </a:moveTo>
                <a:cubicBezTo>
                  <a:pt x="1336327" y="28522"/>
                  <a:pt x="1336259" y="29351"/>
                  <a:pt x="1336122" y="30111"/>
                </a:cubicBezTo>
                <a:cubicBezTo>
                  <a:pt x="1335986" y="30870"/>
                  <a:pt x="1335798" y="31508"/>
                  <a:pt x="1335558" y="32027"/>
                </a:cubicBezTo>
                <a:cubicBezTo>
                  <a:pt x="1335319" y="32544"/>
                  <a:pt x="1335012" y="32940"/>
                  <a:pt x="1334636" y="33216"/>
                </a:cubicBezTo>
                <a:cubicBezTo>
                  <a:pt x="1334260" y="33491"/>
                  <a:pt x="1333867" y="33629"/>
                  <a:pt x="1333457" y="33629"/>
                </a:cubicBezTo>
                <a:cubicBezTo>
                  <a:pt x="1332636" y="33629"/>
                  <a:pt x="1331286" y="32940"/>
                  <a:pt x="1329407" y="31563"/>
                </a:cubicBezTo>
                <a:cubicBezTo>
                  <a:pt x="1327527" y="30185"/>
                  <a:pt x="1325015" y="28687"/>
                  <a:pt x="1321871" y="27067"/>
                </a:cubicBezTo>
                <a:cubicBezTo>
                  <a:pt x="1318727" y="25448"/>
                  <a:pt x="1314916" y="23950"/>
                  <a:pt x="1310439" y="22572"/>
                </a:cubicBezTo>
                <a:cubicBezTo>
                  <a:pt x="1305962" y="21194"/>
                  <a:pt x="1300648" y="20506"/>
                  <a:pt x="1294496" y="20506"/>
                </a:cubicBezTo>
                <a:cubicBezTo>
                  <a:pt x="1286635" y="20506"/>
                  <a:pt x="1279629" y="21958"/>
                  <a:pt x="1273478" y="24863"/>
                </a:cubicBezTo>
                <a:cubicBezTo>
                  <a:pt x="1267326" y="27768"/>
                  <a:pt x="1262131" y="31750"/>
                  <a:pt x="1257893" y="36808"/>
                </a:cubicBezTo>
                <a:cubicBezTo>
                  <a:pt x="1253656" y="41866"/>
                  <a:pt x="1250426" y="47864"/>
                  <a:pt x="1248205" y="54801"/>
                </a:cubicBezTo>
                <a:cubicBezTo>
                  <a:pt x="1245983" y="61739"/>
                  <a:pt x="1244872" y="69206"/>
                  <a:pt x="1244872" y="77204"/>
                </a:cubicBezTo>
                <a:cubicBezTo>
                  <a:pt x="1244872" y="86158"/>
                  <a:pt x="1246137" y="94138"/>
                  <a:pt x="1248666" y="101144"/>
                </a:cubicBezTo>
                <a:cubicBezTo>
                  <a:pt x="1251195" y="108150"/>
                  <a:pt x="1254698" y="114063"/>
                  <a:pt x="1259175" y="118881"/>
                </a:cubicBezTo>
                <a:cubicBezTo>
                  <a:pt x="1263652" y="123700"/>
                  <a:pt x="1268984" y="127374"/>
                  <a:pt x="1275169" y="129903"/>
                </a:cubicBezTo>
                <a:cubicBezTo>
                  <a:pt x="1281355" y="132432"/>
                  <a:pt x="1288105" y="133697"/>
                  <a:pt x="1295419" y="133697"/>
                </a:cubicBezTo>
                <a:cubicBezTo>
                  <a:pt x="1300135" y="133697"/>
                  <a:pt x="1304920" y="133116"/>
                  <a:pt x="1309773" y="131954"/>
                </a:cubicBezTo>
                <a:cubicBezTo>
                  <a:pt x="1314626" y="130792"/>
                  <a:pt x="1319171" y="129015"/>
                  <a:pt x="1323409" y="126622"/>
                </a:cubicBezTo>
                <a:lnTo>
                  <a:pt x="1323409" y="83663"/>
                </a:lnTo>
                <a:lnTo>
                  <a:pt x="1289575" y="83663"/>
                </a:lnTo>
                <a:cubicBezTo>
                  <a:pt x="1288481" y="83663"/>
                  <a:pt x="1287661" y="83180"/>
                  <a:pt x="1287114" y="82215"/>
                </a:cubicBezTo>
                <a:cubicBezTo>
                  <a:pt x="1286567" y="81249"/>
                  <a:pt x="1286294" y="79869"/>
                  <a:pt x="1286294" y="78075"/>
                </a:cubicBezTo>
                <a:cubicBezTo>
                  <a:pt x="1286294" y="77110"/>
                  <a:pt x="1286362" y="76265"/>
                  <a:pt x="1286499" y="75541"/>
                </a:cubicBezTo>
                <a:cubicBezTo>
                  <a:pt x="1286635" y="74817"/>
                  <a:pt x="1286841" y="74230"/>
                  <a:pt x="1287114" y="73782"/>
                </a:cubicBezTo>
                <a:cubicBezTo>
                  <a:pt x="1287387" y="73333"/>
                  <a:pt x="1287729" y="72988"/>
                  <a:pt x="1288139" y="72747"/>
                </a:cubicBezTo>
                <a:cubicBezTo>
                  <a:pt x="1288549" y="72506"/>
                  <a:pt x="1289028" y="72385"/>
                  <a:pt x="1289575" y="72385"/>
                </a:cubicBezTo>
                <a:lnTo>
                  <a:pt x="1330176" y="72385"/>
                </a:lnTo>
                <a:cubicBezTo>
                  <a:pt x="1330791" y="72385"/>
                  <a:pt x="1331440" y="72488"/>
                  <a:pt x="1332124" y="72696"/>
                </a:cubicBezTo>
                <a:cubicBezTo>
                  <a:pt x="1332807" y="72901"/>
                  <a:pt x="1333440" y="73244"/>
                  <a:pt x="1334021" y="73724"/>
                </a:cubicBezTo>
                <a:cubicBezTo>
                  <a:pt x="1334602" y="74203"/>
                  <a:pt x="1335063" y="74870"/>
                  <a:pt x="1335405" y="75727"/>
                </a:cubicBezTo>
                <a:cubicBezTo>
                  <a:pt x="1335746" y="76583"/>
                  <a:pt x="1335917" y="77629"/>
                  <a:pt x="1335917" y="78863"/>
                </a:cubicBezTo>
                <a:lnTo>
                  <a:pt x="1335917" y="128317"/>
                </a:lnTo>
                <a:cubicBezTo>
                  <a:pt x="1335917" y="129962"/>
                  <a:pt x="1335661" y="131367"/>
                  <a:pt x="1335148" y="132534"/>
                </a:cubicBezTo>
                <a:cubicBezTo>
                  <a:pt x="1334636" y="133698"/>
                  <a:pt x="1333457" y="134812"/>
                  <a:pt x="1331611" y="135875"/>
                </a:cubicBezTo>
                <a:cubicBezTo>
                  <a:pt x="1329766" y="136937"/>
                  <a:pt x="1327305" y="138102"/>
                  <a:pt x="1324229" y="139371"/>
                </a:cubicBezTo>
                <a:cubicBezTo>
                  <a:pt x="1321153" y="140640"/>
                  <a:pt x="1317975" y="141702"/>
                  <a:pt x="1314694" y="142559"/>
                </a:cubicBezTo>
                <a:cubicBezTo>
                  <a:pt x="1311413" y="143415"/>
                  <a:pt x="1308115" y="144066"/>
                  <a:pt x="1304800" y="144510"/>
                </a:cubicBezTo>
                <a:cubicBezTo>
                  <a:pt x="1301485" y="144957"/>
                  <a:pt x="1298221" y="145180"/>
                  <a:pt x="1295009" y="145180"/>
                </a:cubicBezTo>
                <a:cubicBezTo>
                  <a:pt x="1284961" y="145180"/>
                  <a:pt x="1275990" y="143554"/>
                  <a:pt x="1268095" y="140303"/>
                </a:cubicBezTo>
                <a:cubicBezTo>
                  <a:pt x="1260200" y="137050"/>
                  <a:pt x="1253536" y="132463"/>
                  <a:pt x="1248102" y="126542"/>
                </a:cubicBezTo>
                <a:cubicBezTo>
                  <a:pt x="1242668" y="120621"/>
                  <a:pt x="1238516" y="113570"/>
                  <a:pt x="1235645" y="105389"/>
                </a:cubicBezTo>
                <a:cubicBezTo>
                  <a:pt x="1232774" y="97208"/>
                  <a:pt x="1231339" y="88190"/>
                  <a:pt x="1231339" y="78335"/>
                </a:cubicBezTo>
                <a:cubicBezTo>
                  <a:pt x="1231339" y="67996"/>
                  <a:pt x="1232894" y="58566"/>
                  <a:pt x="1236004" y="50043"/>
                </a:cubicBezTo>
                <a:cubicBezTo>
                  <a:pt x="1239114" y="41521"/>
                  <a:pt x="1243488" y="34248"/>
                  <a:pt x="1249127" y="28224"/>
                </a:cubicBezTo>
                <a:cubicBezTo>
                  <a:pt x="1254766" y="22201"/>
                  <a:pt x="1261516" y="17529"/>
                  <a:pt x="1269377" y="14210"/>
                </a:cubicBezTo>
                <a:cubicBezTo>
                  <a:pt x="1277237" y="10888"/>
                  <a:pt x="1285918" y="9228"/>
                  <a:pt x="1295419" y="9228"/>
                </a:cubicBezTo>
                <a:cubicBezTo>
                  <a:pt x="1300203" y="9228"/>
                  <a:pt x="1304732" y="9675"/>
                  <a:pt x="1309004" y="10570"/>
                </a:cubicBezTo>
                <a:cubicBezTo>
                  <a:pt x="1313276" y="11465"/>
                  <a:pt x="1317121" y="12550"/>
                  <a:pt x="1320538" y="13825"/>
                </a:cubicBezTo>
                <a:cubicBezTo>
                  <a:pt x="1323956" y="15098"/>
                  <a:pt x="1326861" y="16476"/>
                  <a:pt x="1329253" y="17958"/>
                </a:cubicBezTo>
                <a:cubicBezTo>
                  <a:pt x="1331645" y="19439"/>
                  <a:pt x="1333269" y="20609"/>
                  <a:pt x="1334123" y="21470"/>
                </a:cubicBezTo>
                <a:cubicBezTo>
                  <a:pt x="1334977" y="22331"/>
                  <a:pt x="1335558" y="23176"/>
                  <a:pt x="1335866" y="24004"/>
                </a:cubicBezTo>
                <a:cubicBezTo>
                  <a:pt x="1336174" y="24831"/>
                  <a:pt x="1336327" y="26038"/>
                  <a:pt x="1336327" y="27625"/>
                </a:cubicBezTo>
                <a:close/>
                <a:moveTo>
                  <a:pt x="1457187" y="137490"/>
                </a:moveTo>
                <a:cubicBezTo>
                  <a:pt x="1457187" y="138721"/>
                  <a:pt x="1456999" y="139746"/>
                  <a:pt x="1456623" y="140566"/>
                </a:cubicBezTo>
                <a:cubicBezTo>
                  <a:pt x="1456247" y="141386"/>
                  <a:pt x="1455768" y="142053"/>
                  <a:pt x="1455187" y="142565"/>
                </a:cubicBezTo>
                <a:cubicBezTo>
                  <a:pt x="1454606" y="143078"/>
                  <a:pt x="1453957" y="143437"/>
                  <a:pt x="1453239" y="143642"/>
                </a:cubicBezTo>
                <a:cubicBezTo>
                  <a:pt x="1452522" y="143847"/>
                  <a:pt x="1451855" y="143949"/>
                  <a:pt x="1451240" y="143949"/>
                </a:cubicBezTo>
                <a:lnTo>
                  <a:pt x="1448677" y="143949"/>
                </a:lnTo>
                <a:cubicBezTo>
                  <a:pt x="1447310" y="143949"/>
                  <a:pt x="1446062" y="143779"/>
                  <a:pt x="1444935" y="143437"/>
                </a:cubicBezTo>
                <a:cubicBezTo>
                  <a:pt x="1443807" y="143095"/>
                  <a:pt x="1442713" y="142497"/>
                  <a:pt x="1441654" y="141643"/>
                </a:cubicBezTo>
                <a:cubicBezTo>
                  <a:pt x="1440594" y="140788"/>
                  <a:pt x="1439535" y="139643"/>
                  <a:pt x="1438475" y="138208"/>
                </a:cubicBezTo>
                <a:cubicBezTo>
                  <a:pt x="1437416" y="136773"/>
                  <a:pt x="1436237" y="134927"/>
                  <a:pt x="1434938" y="132671"/>
                </a:cubicBezTo>
                <a:lnTo>
                  <a:pt x="1388185" y="49829"/>
                </a:lnTo>
                <a:cubicBezTo>
                  <a:pt x="1385861" y="45796"/>
                  <a:pt x="1383520" y="41644"/>
                  <a:pt x="1381162" y="37372"/>
                </a:cubicBezTo>
                <a:cubicBezTo>
                  <a:pt x="1378804" y="33100"/>
                  <a:pt x="1376565" y="28947"/>
                  <a:pt x="1374447" y="24914"/>
                </a:cubicBezTo>
                <a:lnTo>
                  <a:pt x="1374344" y="24914"/>
                </a:lnTo>
                <a:cubicBezTo>
                  <a:pt x="1374412" y="29904"/>
                  <a:pt x="1374447" y="35013"/>
                  <a:pt x="1374447" y="40242"/>
                </a:cubicBezTo>
                <a:cubicBezTo>
                  <a:pt x="1374447" y="45471"/>
                  <a:pt x="1374447" y="50581"/>
                  <a:pt x="1374447" y="55570"/>
                </a:cubicBezTo>
                <a:lnTo>
                  <a:pt x="1374447" y="141489"/>
                </a:lnTo>
                <a:cubicBezTo>
                  <a:pt x="1374447" y="141899"/>
                  <a:pt x="1374344" y="142275"/>
                  <a:pt x="1374139" y="142617"/>
                </a:cubicBezTo>
                <a:cubicBezTo>
                  <a:pt x="1373934" y="142958"/>
                  <a:pt x="1373592" y="143232"/>
                  <a:pt x="1373114" y="143437"/>
                </a:cubicBezTo>
                <a:cubicBezTo>
                  <a:pt x="1372635" y="143642"/>
                  <a:pt x="1372003" y="143813"/>
                  <a:pt x="1371217" y="143949"/>
                </a:cubicBezTo>
                <a:cubicBezTo>
                  <a:pt x="1370431" y="144086"/>
                  <a:pt x="1369423" y="144155"/>
                  <a:pt x="1368192" y="144155"/>
                </a:cubicBezTo>
                <a:cubicBezTo>
                  <a:pt x="1367030" y="144155"/>
                  <a:pt x="1366039" y="144086"/>
                  <a:pt x="1365219" y="143949"/>
                </a:cubicBezTo>
                <a:cubicBezTo>
                  <a:pt x="1364399" y="143813"/>
                  <a:pt x="1363749" y="143642"/>
                  <a:pt x="1363271" y="143437"/>
                </a:cubicBezTo>
                <a:cubicBezTo>
                  <a:pt x="1362793" y="143232"/>
                  <a:pt x="1362451" y="142958"/>
                  <a:pt x="1362246" y="142617"/>
                </a:cubicBezTo>
                <a:cubicBezTo>
                  <a:pt x="1362041" y="142275"/>
                  <a:pt x="1361938" y="141899"/>
                  <a:pt x="1361938" y="141489"/>
                </a:cubicBezTo>
                <a:lnTo>
                  <a:pt x="1361938" y="17327"/>
                </a:lnTo>
                <a:cubicBezTo>
                  <a:pt x="1361938" y="14867"/>
                  <a:pt x="1362587" y="13175"/>
                  <a:pt x="1363886" y="12252"/>
                </a:cubicBezTo>
                <a:cubicBezTo>
                  <a:pt x="1365185" y="11329"/>
                  <a:pt x="1366449" y="10868"/>
                  <a:pt x="1367680" y="10868"/>
                </a:cubicBezTo>
                <a:lnTo>
                  <a:pt x="1372806" y="10868"/>
                </a:lnTo>
                <a:cubicBezTo>
                  <a:pt x="1374447" y="10868"/>
                  <a:pt x="1375814" y="11005"/>
                  <a:pt x="1376907" y="11278"/>
                </a:cubicBezTo>
                <a:cubicBezTo>
                  <a:pt x="1378001" y="11551"/>
                  <a:pt x="1378992" y="12013"/>
                  <a:pt x="1379881" y="12662"/>
                </a:cubicBezTo>
                <a:cubicBezTo>
                  <a:pt x="1380769" y="13312"/>
                  <a:pt x="1381641" y="14234"/>
                  <a:pt x="1382495" y="15430"/>
                </a:cubicBezTo>
                <a:cubicBezTo>
                  <a:pt x="1383349" y="16627"/>
                  <a:pt x="1384289" y="18147"/>
                  <a:pt x="1385315" y="19993"/>
                </a:cubicBezTo>
                <a:lnTo>
                  <a:pt x="1421097" y="83458"/>
                </a:lnTo>
                <a:cubicBezTo>
                  <a:pt x="1423352" y="87422"/>
                  <a:pt x="1425488" y="91233"/>
                  <a:pt x="1427505" y="94890"/>
                </a:cubicBezTo>
                <a:cubicBezTo>
                  <a:pt x="1429521" y="98547"/>
                  <a:pt x="1431486" y="102135"/>
                  <a:pt x="1433400" y="105655"/>
                </a:cubicBezTo>
                <a:cubicBezTo>
                  <a:pt x="1435314" y="109175"/>
                  <a:pt x="1437211" y="112644"/>
                  <a:pt x="1439091" y="116062"/>
                </a:cubicBezTo>
                <a:cubicBezTo>
                  <a:pt x="1440970" y="119479"/>
                  <a:pt x="1442833" y="122931"/>
                  <a:pt x="1444678" y="126417"/>
                </a:cubicBezTo>
                <a:lnTo>
                  <a:pt x="1444781" y="126417"/>
                </a:lnTo>
                <a:cubicBezTo>
                  <a:pt x="1444712" y="120676"/>
                  <a:pt x="1444678" y="114695"/>
                  <a:pt x="1444678" y="108475"/>
                </a:cubicBezTo>
                <a:cubicBezTo>
                  <a:pt x="1444678" y="102255"/>
                  <a:pt x="1444678" y="96274"/>
                  <a:pt x="1444678" y="90532"/>
                </a:cubicBezTo>
                <a:lnTo>
                  <a:pt x="1444678" y="13329"/>
                </a:lnTo>
                <a:cubicBezTo>
                  <a:pt x="1444678" y="12919"/>
                  <a:pt x="1444781" y="12543"/>
                  <a:pt x="1444986" y="12201"/>
                </a:cubicBezTo>
                <a:cubicBezTo>
                  <a:pt x="1445191" y="11859"/>
                  <a:pt x="1445533" y="11569"/>
                  <a:pt x="1446011" y="11329"/>
                </a:cubicBezTo>
                <a:cubicBezTo>
                  <a:pt x="1446490" y="11090"/>
                  <a:pt x="1447122" y="10919"/>
                  <a:pt x="1447908" y="10817"/>
                </a:cubicBezTo>
                <a:cubicBezTo>
                  <a:pt x="1448694" y="10714"/>
                  <a:pt x="1449702" y="10663"/>
                  <a:pt x="1450933" y="10663"/>
                </a:cubicBezTo>
                <a:cubicBezTo>
                  <a:pt x="1452026" y="10663"/>
                  <a:pt x="1452983" y="10714"/>
                  <a:pt x="1453803" y="10817"/>
                </a:cubicBezTo>
                <a:cubicBezTo>
                  <a:pt x="1454624" y="10919"/>
                  <a:pt x="1455273" y="11090"/>
                  <a:pt x="1455751" y="11329"/>
                </a:cubicBezTo>
                <a:cubicBezTo>
                  <a:pt x="1456230" y="11569"/>
                  <a:pt x="1456589" y="11859"/>
                  <a:pt x="1456828" y="12201"/>
                </a:cubicBezTo>
                <a:cubicBezTo>
                  <a:pt x="1457067" y="12543"/>
                  <a:pt x="1457187" y="12919"/>
                  <a:pt x="1457187" y="13329"/>
                </a:cubicBezTo>
                <a:lnTo>
                  <a:pt x="1457187" y="137490"/>
                </a:lnTo>
                <a:close/>
                <a:moveTo>
                  <a:pt x="1585894" y="141489"/>
                </a:moveTo>
                <a:cubicBezTo>
                  <a:pt x="1585894" y="141899"/>
                  <a:pt x="1585792" y="142275"/>
                  <a:pt x="1585587" y="142617"/>
                </a:cubicBezTo>
                <a:cubicBezTo>
                  <a:pt x="1585382" y="142958"/>
                  <a:pt x="1585040" y="143232"/>
                  <a:pt x="1584561" y="143437"/>
                </a:cubicBezTo>
                <a:cubicBezTo>
                  <a:pt x="1584083" y="143642"/>
                  <a:pt x="1583433" y="143813"/>
                  <a:pt x="1582613" y="143949"/>
                </a:cubicBezTo>
                <a:cubicBezTo>
                  <a:pt x="1581793" y="144086"/>
                  <a:pt x="1580802" y="144155"/>
                  <a:pt x="1579640" y="144155"/>
                </a:cubicBezTo>
                <a:cubicBezTo>
                  <a:pt x="1578410" y="144155"/>
                  <a:pt x="1577401" y="144086"/>
                  <a:pt x="1576615" y="143949"/>
                </a:cubicBezTo>
                <a:cubicBezTo>
                  <a:pt x="1575829" y="143813"/>
                  <a:pt x="1575197" y="143642"/>
                  <a:pt x="1574719" y="143437"/>
                </a:cubicBezTo>
                <a:cubicBezTo>
                  <a:pt x="1574240" y="143230"/>
                  <a:pt x="1573898" y="142955"/>
                  <a:pt x="1573693" y="142613"/>
                </a:cubicBezTo>
                <a:cubicBezTo>
                  <a:pt x="1573488" y="142272"/>
                  <a:pt x="1573386" y="141896"/>
                  <a:pt x="1573386" y="141486"/>
                </a:cubicBezTo>
                <a:lnTo>
                  <a:pt x="1573386" y="79562"/>
                </a:lnTo>
                <a:lnTo>
                  <a:pt x="1507153" y="79562"/>
                </a:lnTo>
                <a:lnTo>
                  <a:pt x="1507153" y="141486"/>
                </a:lnTo>
                <a:cubicBezTo>
                  <a:pt x="1507153" y="141896"/>
                  <a:pt x="1507050" y="142272"/>
                  <a:pt x="1506845" y="142613"/>
                </a:cubicBezTo>
                <a:cubicBezTo>
                  <a:pt x="1506640" y="142955"/>
                  <a:pt x="1506298" y="143230"/>
                  <a:pt x="1505820" y="143437"/>
                </a:cubicBezTo>
                <a:cubicBezTo>
                  <a:pt x="1505341" y="143642"/>
                  <a:pt x="1504709" y="143813"/>
                  <a:pt x="1503923" y="143949"/>
                </a:cubicBezTo>
                <a:cubicBezTo>
                  <a:pt x="1503137" y="144086"/>
                  <a:pt x="1502129" y="144155"/>
                  <a:pt x="1500898" y="144155"/>
                </a:cubicBezTo>
                <a:cubicBezTo>
                  <a:pt x="1499736" y="144155"/>
                  <a:pt x="1498745" y="144086"/>
                  <a:pt x="1497925" y="143949"/>
                </a:cubicBezTo>
                <a:cubicBezTo>
                  <a:pt x="1497105" y="143813"/>
                  <a:pt x="1496455" y="143642"/>
                  <a:pt x="1495977" y="143437"/>
                </a:cubicBezTo>
                <a:cubicBezTo>
                  <a:pt x="1495499" y="143232"/>
                  <a:pt x="1495157" y="142958"/>
                  <a:pt x="1494952" y="142617"/>
                </a:cubicBezTo>
                <a:cubicBezTo>
                  <a:pt x="1494747" y="142275"/>
                  <a:pt x="1494644" y="141899"/>
                  <a:pt x="1494644" y="141489"/>
                </a:cubicBezTo>
                <a:lnTo>
                  <a:pt x="1494644" y="12919"/>
                </a:lnTo>
                <a:cubicBezTo>
                  <a:pt x="1494644" y="12508"/>
                  <a:pt x="1494747" y="12132"/>
                  <a:pt x="1494952" y="11791"/>
                </a:cubicBezTo>
                <a:cubicBezTo>
                  <a:pt x="1495157" y="11449"/>
                  <a:pt x="1495499" y="11176"/>
                  <a:pt x="1495977" y="10971"/>
                </a:cubicBezTo>
                <a:cubicBezTo>
                  <a:pt x="1496455" y="10765"/>
                  <a:pt x="1497105" y="10595"/>
                  <a:pt x="1497925" y="10458"/>
                </a:cubicBezTo>
                <a:cubicBezTo>
                  <a:pt x="1498745" y="10321"/>
                  <a:pt x="1499736" y="10253"/>
                  <a:pt x="1500898" y="10253"/>
                </a:cubicBezTo>
                <a:cubicBezTo>
                  <a:pt x="1502129" y="10253"/>
                  <a:pt x="1503137" y="10321"/>
                  <a:pt x="1503923" y="10458"/>
                </a:cubicBezTo>
                <a:cubicBezTo>
                  <a:pt x="1504709" y="10595"/>
                  <a:pt x="1505341" y="10765"/>
                  <a:pt x="1505820" y="10971"/>
                </a:cubicBezTo>
                <a:cubicBezTo>
                  <a:pt x="1506298" y="11173"/>
                  <a:pt x="1506640" y="11446"/>
                  <a:pt x="1506845" y="11788"/>
                </a:cubicBezTo>
                <a:cubicBezTo>
                  <a:pt x="1507050" y="12127"/>
                  <a:pt x="1507153" y="12501"/>
                  <a:pt x="1507153" y="12909"/>
                </a:cubicBezTo>
                <a:lnTo>
                  <a:pt x="1507153" y="68284"/>
                </a:lnTo>
                <a:lnTo>
                  <a:pt x="1573386" y="68284"/>
                </a:lnTo>
                <a:lnTo>
                  <a:pt x="1573386" y="12909"/>
                </a:lnTo>
                <a:cubicBezTo>
                  <a:pt x="1573386" y="12501"/>
                  <a:pt x="1573488" y="12127"/>
                  <a:pt x="1573693" y="11788"/>
                </a:cubicBezTo>
                <a:cubicBezTo>
                  <a:pt x="1573898" y="11446"/>
                  <a:pt x="1574240" y="11173"/>
                  <a:pt x="1574719" y="10971"/>
                </a:cubicBezTo>
                <a:cubicBezTo>
                  <a:pt x="1575197" y="10765"/>
                  <a:pt x="1575829" y="10595"/>
                  <a:pt x="1576615" y="10458"/>
                </a:cubicBezTo>
                <a:cubicBezTo>
                  <a:pt x="1577401" y="10321"/>
                  <a:pt x="1578410" y="10253"/>
                  <a:pt x="1579640" y="10253"/>
                </a:cubicBezTo>
                <a:cubicBezTo>
                  <a:pt x="1580802" y="10253"/>
                  <a:pt x="1581793" y="10321"/>
                  <a:pt x="1582613" y="10458"/>
                </a:cubicBezTo>
                <a:cubicBezTo>
                  <a:pt x="1583433" y="10595"/>
                  <a:pt x="1584083" y="10765"/>
                  <a:pt x="1584561" y="10971"/>
                </a:cubicBezTo>
                <a:cubicBezTo>
                  <a:pt x="1585040" y="11176"/>
                  <a:pt x="1585382" y="11449"/>
                  <a:pt x="1585587" y="11791"/>
                </a:cubicBezTo>
                <a:cubicBezTo>
                  <a:pt x="1585792" y="12132"/>
                  <a:pt x="1585894" y="12508"/>
                  <a:pt x="1585894" y="12919"/>
                </a:cubicBezTo>
                <a:lnTo>
                  <a:pt x="1585894" y="141489"/>
                </a:lnTo>
                <a:close/>
                <a:moveTo>
                  <a:pt x="1642929" y="7090"/>
                </a:moveTo>
                <a:cubicBezTo>
                  <a:pt x="1642929" y="8870"/>
                  <a:pt x="1642844" y="10513"/>
                  <a:pt x="1642673" y="12021"/>
                </a:cubicBezTo>
                <a:cubicBezTo>
                  <a:pt x="1642502" y="13527"/>
                  <a:pt x="1642212" y="14966"/>
                  <a:pt x="1641802" y="16337"/>
                </a:cubicBezTo>
                <a:cubicBezTo>
                  <a:pt x="1641392" y="17706"/>
                  <a:pt x="1640845" y="19077"/>
                  <a:pt x="1640161" y="20448"/>
                </a:cubicBezTo>
                <a:cubicBezTo>
                  <a:pt x="1639478" y="21817"/>
                  <a:pt x="1638623" y="23255"/>
                  <a:pt x="1637598" y="24761"/>
                </a:cubicBezTo>
                <a:lnTo>
                  <a:pt x="1623347" y="46644"/>
                </a:lnTo>
                <a:cubicBezTo>
                  <a:pt x="1623073" y="47056"/>
                  <a:pt x="1622748" y="47433"/>
                  <a:pt x="1622373" y="47775"/>
                </a:cubicBezTo>
                <a:cubicBezTo>
                  <a:pt x="1621997" y="48117"/>
                  <a:pt x="1621552" y="48391"/>
                  <a:pt x="1621040" y="48598"/>
                </a:cubicBezTo>
                <a:cubicBezTo>
                  <a:pt x="1620527" y="48803"/>
                  <a:pt x="1619929" y="48957"/>
                  <a:pt x="1619245" y="49060"/>
                </a:cubicBezTo>
                <a:cubicBezTo>
                  <a:pt x="1618562" y="49162"/>
                  <a:pt x="1617708" y="49214"/>
                  <a:pt x="1616682" y="49214"/>
                </a:cubicBezTo>
                <a:cubicBezTo>
                  <a:pt x="1615930" y="49214"/>
                  <a:pt x="1615281" y="49179"/>
                  <a:pt x="1614734" y="49111"/>
                </a:cubicBezTo>
                <a:cubicBezTo>
                  <a:pt x="1614187" y="49043"/>
                  <a:pt x="1613794" y="48906"/>
                  <a:pt x="1613555" y="48701"/>
                </a:cubicBezTo>
                <a:cubicBezTo>
                  <a:pt x="1613316" y="48494"/>
                  <a:pt x="1613179" y="48219"/>
                  <a:pt x="1613145" y="47877"/>
                </a:cubicBezTo>
                <a:cubicBezTo>
                  <a:pt x="1613111" y="47536"/>
                  <a:pt x="1613230" y="47124"/>
                  <a:pt x="1613504" y="46644"/>
                </a:cubicBezTo>
                <a:lnTo>
                  <a:pt x="1627755" y="18494"/>
                </a:lnTo>
                <a:lnTo>
                  <a:pt x="1627755" y="7090"/>
                </a:lnTo>
                <a:cubicBezTo>
                  <a:pt x="1627755" y="5582"/>
                  <a:pt x="1627892" y="4366"/>
                  <a:pt x="1628165" y="3441"/>
                </a:cubicBezTo>
                <a:cubicBezTo>
                  <a:pt x="1628439" y="2516"/>
                  <a:pt x="1628883" y="1797"/>
                  <a:pt x="1629498" y="1285"/>
                </a:cubicBezTo>
                <a:cubicBezTo>
                  <a:pt x="1630113" y="770"/>
                  <a:pt x="1630899" y="427"/>
                  <a:pt x="1631856" y="256"/>
                </a:cubicBezTo>
                <a:cubicBezTo>
                  <a:pt x="1632813" y="85"/>
                  <a:pt x="1633975" y="0"/>
                  <a:pt x="1635342" y="0"/>
                </a:cubicBezTo>
                <a:cubicBezTo>
                  <a:pt x="1636641" y="0"/>
                  <a:pt x="1637769" y="85"/>
                  <a:pt x="1638726" y="256"/>
                </a:cubicBezTo>
                <a:cubicBezTo>
                  <a:pt x="1639683" y="427"/>
                  <a:pt x="1640469" y="770"/>
                  <a:pt x="1641084" y="1285"/>
                </a:cubicBezTo>
                <a:cubicBezTo>
                  <a:pt x="1641699" y="1797"/>
                  <a:pt x="1642160" y="2516"/>
                  <a:pt x="1642468" y="3441"/>
                </a:cubicBezTo>
                <a:cubicBezTo>
                  <a:pt x="1642776" y="4366"/>
                  <a:pt x="1642929" y="5582"/>
                  <a:pt x="1642929" y="7090"/>
                </a:cubicBezTo>
                <a:close/>
                <a:moveTo>
                  <a:pt x="1795620" y="94172"/>
                </a:moveTo>
                <a:cubicBezTo>
                  <a:pt x="1795620" y="101561"/>
                  <a:pt x="1794663" y="108368"/>
                  <a:pt x="1792750" y="114594"/>
                </a:cubicBezTo>
                <a:cubicBezTo>
                  <a:pt x="1790836" y="120821"/>
                  <a:pt x="1787982" y="126227"/>
                  <a:pt x="1784188" y="130813"/>
                </a:cubicBezTo>
                <a:cubicBezTo>
                  <a:pt x="1780395" y="135397"/>
                  <a:pt x="1775662" y="138972"/>
                  <a:pt x="1769988" y="141537"/>
                </a:cubicBezTo>
                <a:cubicBezTo>
                  <a:pt x="1764315" y="144102"/>
                  <a:pt x="1757719" y="145385"/>
                  <a:pt x="1750200" y="145385"/>
                </a:cubicBezTo>
                <a:cubicBezTo>
                  <a:pt x="1742955" y="145385"/>
                  <a:pt x="1736615" y="144239"/>
                  <a:pt x="1731181" y="141947"/>
                </a:cubicBezTo>
                <a:cubicBezTo>
                  <a:pt x="1725747" y="139655"/>
                  <a:pt x="1721202" y="136371"/>
                  <a:pt x="1717545" y="132095"/>
                </a:cubicBezTo>
                <a:cubicBezTo>
                  <a:pt x="1713888" y="127818"/>
                  <a:pt x="1711154" y="122635"/>
                  <a:pt x="1709343" y="116546"/>
                </a:cubicBezTo>
                <a:cubicBezTo>
                  <a:pt x="1707532" y="110456"/>
                  <a:pt x="1706626" y="103579"/>
                  <a:pt x="1706626" y="95915"/>
                </a:cubicBezTo>
                <a:cubicBezTo>
                  <a:pt x="1706626" y="88527"/>
                  <a:pt x="1707566" y="81719"/>
                  <a:pt x="1709445" y="75493"/>
                </a:cubicBezTo>
                <a:cubicBezTo>
                  <a:pt x="1711325" y="69266"/>
                  <a:pt x="1714162" y="63878"/>
                  <a:pt x="1717955" y="59329"/>
                </a:cubicBezTo>
                <a:cubicBezTo>
                  <a:pt x="1721749" y="54777"/>
                  <a:pt x="1726482" y="51235"/>
                  <a:pt x="1732155" y="48704"/>
                </a:cubicBezTo>
                <a:cubicBezTo>
                  <a:pt x="1737829" y="46173"/>
                  <a:pt x="1744459" y="44907"/>
                  <a:pt x="1752046" y="44907"/>
                </a:cubicBezTo>
                <a:cubicBezTo>
                  <a:pt x="1759291" y="44907"/>
                  <a:pt x="1765631" y="46036"/>
                  <a:pt x="1771065" y="48294"/>
                </a:cubicBezTo>
                <a:cubicBezTo>
                  <a:pt x="1776499" y="50552"/>
                  <a:pt x="1781027" y="53819"/>
                  <a:pt x="1784650" y="58095"/>
                </a:cubicBezTo>
                <a:cubicBezTo>
                  <a:pt x="1788272" y="62371"/>
                  <a:pt x="1791007" y="67554"/>
                  <a:pt x="1792852" y="73644"/>
                </a:cubicBezTo>
                <a:cubicBezTo>
                  <a:pt x="1794698" y="79734"/>
                  <a:pt x="1795620" y="86576"/>
                  <a:pt x="1795620" y="94172"/>
                </a:cubicBezTo>
                <a:moveTo>
                  <a:pt x="1782702" y="95300"/>
                </a:moveTo>
                <a:cubicBezTo>
                  <a:pt x="1782702" y="90030"/>
                  <a:pt x="1782189" y="85000"/>
                  <a:pt x="1781164" y="80209"/>
                </a:cubicBezTo>
                <a:cubicBezTo>
                  <a:pt x="1780139" y="75418"/>
                  <a:pt x="1778430" y="71192"/>
                  <a:pt x="1776037" y="67531"/>
                </a:cubicBezTo>
                <a:cubicBezTo>
                  <a:pt x="1773645" y="63870"/>
                  <a:pt x="1770433" y="60962"/>
                  <a:pt x="1766400" y="58806"/>
                </a:cubicBezTo>
                <a:cubicBezTo>
                  <a:pt x="1762367" y="56649"/>
                  <a:pt x="1757343" y="55570"/>
                  <a:pt x="1751328" y="55570"/>
                </a:cubicBezTo>
                <a:cubicBezTo>
                  <a:pt x="1745792" y="55570"/>
                  <a:pt x="1741007" y="56562"/>
                  <a:pt x="1736974" y="58547"/>
                </a:cubicBezTo>
                <a:cubicBezTo>
                  <a:pt x="1732941" y="60531"/>
                  <a:pt x="1729643" y="63287"/>
                  <a:pt x="1727080" y="66813"/>
                </a:cubicBezTo>
                <a:cubicBezTo>
                  <a:pt x="1724517" y="70338"/>
                  <a:pt x="1722620" y="74495"/>
                  <a:pt x="1721390" y="79286"/>
                </a:cubicBezTo>
                <a:cubicBezTo>
                  <a:pt x="1720160" y="84077"/>
                  <a:pt x="1719544" y="89244"/>
                  <a:pt x="1719544" y="94787"/>
                </a:cubicBezTo>
                <a:cubicBezTo>
                  <a:pt x="1719544" y="100125"/>
                  <a:pt x="1720057" y="105207"/>
                  <a:pt x="1721082" y="110032"/>
                </a:cubicBezTo>
                <a:cubicBezTo>
                  <a:pt x="1722108" y="114857"/>
                  <a:pt x="1723816" y="119083"/>
                  <a:pt x="1726209" y="122710"/>
                </a:cubicBezTo>
                <a:cubicBezTo>
                  <a:pt x="1728601" y="126337"/>
                  <a:pt x="1731814" y="129212"/>
                  <a:pt x="1735846" y="131335"/>
                </a:cubicBezTo>
                <a:cubicBezTo>
                  <a:pt x="1739879" y="133456"/>
                  <a:pt x="1744903" y="134517"/>
                  <a:pt x="1750918" y="134517"/>
                </a:cubicBezTo>
                <a:cubicBezTo>
                  <a:pt x="1756455" y="134517"/>
                  <a:pt x="1761239" y="133525"/>
                  <a:pt x="1765272" y="131540"/>
                </a:cubicBezTo>
                <a:cubicBezTo>
                  <a:pt x="1769305" y="129556"/>
                  <a:pt x="1772603" y="126819"/>
                  <a:pt x="1775166" y="123329"/>
                </a:cubicBezTo>
                <a:cubicBezTo>
                  <a:pt x="1777729" y="119836"/>
                  <a:pt x="1779626" y="115696"/>
                  <a:pt x="1780856" y="110907"/>
                </a:cubicBezTo>
                <a:cubicBezTo>
                  <a:pt x="1782087" y="106116"/>
                  <a:pt x="1782702" y="100913"/>
                  <a:pt x="1782702" y="95300"/>
                </a:cubicBezTo>
                <a:close/>
                <a:moveTo>
                  <a:pt x="1898990" y="141489"/>
                </a:moveTo>
                <a:cubicBezTo>
                  <a:pt x="1898990" y="141899"/>
                  <a:pt x="1898887" y="142275"/>
                  <a:pt x="1898682" y="142617"/>
                </a:cubicBezTo>
                <a:cubicBezTo>
                  <a:pt x="1898477" y="142958"/>
                  <a:pt x="1898152" y="143232"/>
                  <a:pt x="1897708" y="143437"/>
                </a:cubicBezTo>
                <a:cubicBezTo>
                  <a:pt x="1897264" y="143642"/>
                  <a:pt x="1896648" y="143813"/>
                  <a:pt x="1895862" y="143949"/>
                </a:cubicBezTo>
                <a:cubicBezTo>
                  <a:pt x="1895076" y="144086"/>
                  <a:pt x="1894102" y="144155"/>
                  <a:pt x="1892940" y="144155"/>
                </a:cubicBezTo>
                <a:cubicBezTo>
                  <a:pt x="1891710" y="144155"/>
                  <a:pt x="1890702" y="144086"/>
                  <a:pt x="1889916" y="143949"/>
                </a:cubicBezTo>
                <a:cubicBezTo>
                  <a:pt x="1889130" y="143813"/>
                  <a:pt x="1888515" y="143642"/>
                  <a:pt x="1888070" y="143437"/>
                </a:cubicBezTo>
                <a:cubicBezTo>
                  <a:pt x="1887626" y="143232"/>
                  <a:pt x="1887301" y="142958"/>
                  <a:pt x="1887096" y="142617"/>
                </a:cubicBezTo>
                <a:cubicBezTo>
                  <a:pt x="1886891" y="142275"/>
                  <a:pt x="1886789" y="141899"/>
                  <a:pt x="1886789" y="141489"/>
                </a:cubicBezTo>
                <a:lnTo>
                  <a:pt x="1886789" y="86431"/>
                </a:lnTo>
                <a:cubicBezTo>
                  <a:pt x="1886789" y="80690"/>
                  <a:pt x="1886344" y="76025"/>
                  <a:pt x="1885456" y="72436"/>
                </a:cubicBezTo>
                <a:cubicBezTo>
                  <a:pt x="1884567" y="68848"/>
                  <a:pt x="1883234" y="65772"/>
                  <a:pt x="1881457" y="63209"/>
                </a:cubicBezTo>
                <a:cubicBezTo>
                  <a:pt x="1879680" y="60645"/>
                  <a:pt x="1877407" y="58663"/>
                  <a:pt x="1874639" y="57262"/>
                </a:cubicBezTo>
                <a:cubicBezTo>
                  <a:pt x="1871871" y="55861"/>
                  <a:pt x="1868641" y="55160"/>
                  <a:pt x="1864950" y="55160"/>
                </a:cubicBezTo>
                <a:cubicBezTo>
                  <a:pt x="1860234" y="55160"/>
                  <a:pt x="1855518" y="56835"/>
                  <a:pt x="1850801" y="60184"/>
                </a:cubicBezTo>
                <a:cubicBezTo>
                  <a:pt x="1846085" y="63533"/>
                  <a:pt x="1841129" y="68455"/>
                  <a:pt x="1835935" y="74948"/>
                </a:cubicBezTo>
                <a:lnTo>
                  <a:pt x="1835935" y="141489"/>
                </a:lnTo>
                <a:cubicBezTo>
                  <a:pt x="1835935" y="141899"/>
                  <a:pt x="1835832" y="142275"/>
                  <a:pt x="1835627" y="142617"/>
                </a:cubicBezTo>
                <a:cubicBezTo>
                  <a:pt x="1835422" y="142958"/>
                  <a:pt x="1835097" y="143232"/>
                  <a:pt x="1834653" y="143437"/>
                </a:cubicBezTo>
                <a:cubicBezTo>
                  <a:pt x="1834209" y="143642"/>
                  <a:pt x="1833594" y="143813"/>
                  <a:pt x="1832808" y="143949"/>
                </a:cubicBezTo>
                <a:cubicBezTo>
                  <a:pt x="1832022" y="144086"/>
                  <a:pt x="1831013" y="144155"/>
                  <a:pt x="1829783" y="144155"/>
                </a:cubicBezTo>
                <a:cubicBezTo>
                  <a:pt x="1828621" y="144155"/>
                  <a:pt x="1827647" y="144086"/>
                  <a:pt x="1826861" y="143949"/>
                </a:cubicBezTo>
                <a:cubicBezTo>
                  <a:pt x="1826075" y="143813"/>
                  <a:pt x="1825443" y="143642"/>
                  <a:pt x="1824964" y="143437"/>
                </a:cubicBezTo>
                <a:cubicBezTo>
                  <a:pt x="1824486" y="143232"/>
                  <a:pt x="1824161" y="142958"/>
                  <a:pt x="1823990" y="142617"/>
                </a:cubicBezTo>
                <a:cubicBezTo>
                  <a:pt x="1823819" y="142273"/>
                  <a:pt x="1823734" y="141896"/>
                  <a:pt x="1823734" y="141486"/>
                </a:cubicBezTo>
                <a:lnTo>
                  <a:pt x="1823734" y="48602"/>
                </a:lnTo>
                <a:cubicBezTo>
                  <a:pt x="1823734" y="48191"/>
                  <a:pt x="1823819" y="47815"/>
                  <a:pt x="1823990" y="47474"/>
                </a:cubicBezTo>
                <a:cubicBezTo>
                  <a:pt x="1824161" y="47130"/>
                  <a:pt x="1824486" y="46838"/>
                  <a:pt x="1824964" y="46599"/>
                </a:cubicBezTo>
                <a:cubicBezTo>
                  <a:pt x="1825443" y="46360"/>
                  <a:pt x="1826041" y="46189"/>
                  <a:pt x="1826758" y="46086"/>
                </a:cubicBezTo>
                <a:cubicBezTo>
                  <a:pt x="1827476" y="45984"/>
                  <a:pt x="1828416" y="45933"/>
                  <a:pt x="1829578" y="45933"/>
                </a:cubicBezTo>
                <a:cubicBezTo>
                  <a:pt x="1830740" y="45933"/>
                  <a:pt x="1831697" y="45984"/>
                  <a:pt x="1832449" y="46086"/>
                </a:cubicBezTo>
                <a:cubicBezTo>
                  <a:pt x="1833201" y="46189"/>
                  <a:pt x="1833782" y="46360"/>
                  <a:pt x="1834192" y="46599"/>
                </a:cubicBezTo>
                <a:cubicBezTo>
                  <a:pt x="1834602" y="46838"/>
                  <a:pt x="1834892" y="47130"/>
                  <a:pt x="1835063" y="47474"/>
                </a:cubicBezTo>
                <a:cubicBezTo>
                  <a:pt x="1835234" y="47815"/>
                  <a:pt x="1835320" y="48191"/>
                  <a:pt x="1835320" y="48602"/>
                </a:cubicBezTo>
                <a:lnTo>
                  <a:pt x="1835320" y="61738"/>
                </a:lnTo>
                <a:cubicBezTo>
                  <a:pt x="1840651" y="55821"/>
                  <a:pt x="1845880" y="51537"/>
                  <a:pt x="1851006" y="48887"/>
                </a:cubicBezTo>
                <a:cubicBezTo>
                  <a:pt x="1856133" y="46234"/>
                  <a:pt x="1861225" y="44907"/>
                  <a:pt x="1866283" y="44907"/>
                </a:cubicBezTo>
                <a:cubicBezTo>
                  <a:pt x="1872366" y="44907"/>
                  <a:pt x="1877493" y="45933"/>
                  <a:pt x="1881662" y="47983"/>
                </a:cubicBezTo>
                <a:cubicBezTo>
                  <a:pt x="1885832" y="50034"/>
                  <a:pt x="1889198" y="52802"/>
                  <a:pt x="1891761" y="56288"/>
                </a:cubicBezTo>
                <a:cubicBezTo>
                  <a:pt x="1894325" y="59774"/>
                  <a:pt x="1896170" y="63841"/>
                  <a:pt x="1897298" y="68489"/>
                </a:cubicBezTo>
                <a:cubicBezTo>
                  <a:pt x="1898426" y="73137"/>
                  <a:pt x="1898990" y="78742"/>
                  <a:pt x="1898990" y="85303"/>
                </a:cubicBezTo>
                <a:lnTo>
                  <a:pt x="1898990" y="141489"/>
                </a:lnTo>
                <a:close/>
                <a:moveTo>
                  <a:pt x="1998770" y="127853"/>
                </a:moveTo>
                <a:cubicBezTo>
                  <a:pt x="1998770" y="128673"/>
                  <a:pt x="1998736" y="129408"/>
                  <a:pt x="1998667" y="130057"/>
                </a:cubicBezTo>
                <a:cubicBezTo>
                  <a:pt x="1998599" y="130706"/>
                  <a:pt x="1998496" y="131270"/>
                  <a:pt x="1998360" y="131749"/>
                </a:cubicBezTo>
                <a:cubicBezTo>
                  <a:pt x="1998223" y="132227"/>
                  <a:pt x="1998035" y="132654"/>
                  <a:pt x="1997796" y="133030"/>
                </a:cubicBezTo>
                <a:cubicBezTo>
                  <a:pt x="1997557" y="133406"/>
                  <a:pt x="1996993" y="134038"/>
                  <a:pt x="1996104" y="134927"/>
                </a:cubicBezTo>
                <a:cubicBezTo>
                  <a:pt x="1995215" y="135816"/>
                  <a:pt x="1993729" y="136943"/>
                  <a:pt x="1991644" y="138310"/>
                </a:cubicBezTo>
                <a:cubicBezTo>
                  <a:pt x="1989559" y="139677"/>
                  <a:pt x="1987218" y="140874"/>
                  <a:pt x="1984621" y="141899"/>
                </a:cubicBezTo>
                <a:cubicBezTo>
                  <a:pt x="1982024" y="142924"/>
                  <a:pt x="1979221" y="143762"/>
                  <a:pt x="1976214" y="144411"/>
                </a:cubicBezTo>
                <a:cubicBezTo>
                  <a:pt x="1973206" y="145060"/>
                  <a:pt x="1970096" y="145385"/>
                  <a:pt x="1966884" y="145385"/>
                </a:cubicBezTo>
                <a:cubicBezTo>
                  <a:pt x="1960458" y="145385"/>
                  <a:pt x="1954768" y="144307"/>
                  <a:pt x="1949813" y="142152"/>
                </a:cubicBezTo>
                <a:cubicBezTo>
                  <a:pt x="1944857" y="139997"/>
                  <a:pt x="1940705" y="136815"/>
                  <a:pt x="1937355" y="132607"/>
                </a:cubicBezTo>
                <a:cubicBezTo>
                  <a:pt x="1934006" y="128399"/>
                  <a:pt x="1931460" y="123233"/>
                  <a:pt x="1929717" y="117110"/>
                </a:cubicBezTo>
                <a:cubicBezTo>
                  <a:pt x="1927974" y="110986"/>
                  <a:pt x="1927103" y="103921"/>
                  <a:pt x="1927103" y="95915"/>
                </a:cubicBezTo>
                <a:cubicBezTo>
                  <a:pt x="1927103" y="86884"/>
                  <a:pt x="1928179" y="79153"/>
                  <a:pt x="1930332" y="72721"/>
                </a:cubicBezTo>
                <a:cubicBezTo>
                  <a:pt x="1932485" y="66290"/>
                  <a:pt x="1935442" y="61021"/>
                  <a:pt x="1939201" y="56916"/>
                </a:cubicBezTo>
                <a:cubicBezTo>
                  <a:pt x="1942960" y="52811"/>
                  <a:pt x="1947352" y="49783"/>
                  <a:pt x="1952376" y="47833"/>
                </a:cubicBezTo>
                <a:cubicBezTo>
                  <a:pt x="1957400" y="45882"/>
                  <a:pt x="1962782" y="44907"/>
                  <a:pt x="1968524" y="44907"/>
                </a:cubicBezTo>
                <a:cubicBezTo>
                  <a:pt x="1971600" y="44907"/>
                  <a:pt x="1974539" y="45201"/>
                  <a:pt x="1977341" y="45788"/>
                </a:cubicBezTo>
                <a:cubicBezTo>
                  <a:pt x="1980144" y="46374"/>
                  <a:pt x="1982724" y="47149"/>
                  <a:pt x="1985082" y="48115"/>
                </a:cubicBezTo>
                <a:cubicBezTo>
                  <a:pt x="1987440" y="49078"/>
                  <a:pt x="1989542" y="50180"/>
                  <a:pt x="1991388" y="51421"/>
                </a:cubicBezTo>
                <a:cubicBezTo>
                  <a:pt x="1993233" y="52662"/>
                  <a:pt x="1994583" y="53714"/>
                  <a:pt x="1995438" y="54577"/>
                </a:cubicBezTo>
                <a:cubicBezTo>
                  <a:pt x="1996292" y="55438"/>
                  <a:pt x="1996873" y="56093"/>
                  <a:pt x="1997181" y="56541"/>
                </a:cubicBezTo>
                <a:cubicBezTo>
                  <a:pt x="1997488" y="56987"/>
                  <a:pt x="1997727" y="57484"/>
                  <a:pt x="1997898" y="58031"/>
                </a:cubicBezTo>
                <a:cubicBezTo>
                  <a:pt x="1998069" y="58578"/>
                  <a:pt x="1998189" y="59176"/>
                  <a:pt x="1998257" y="59825"/>
                </a:cubicBezTo>
                <a:cubicBezTo>
                  <a:pt x="1998325" y="60475"/>
                  <a:pt x="1998360" y="61243"/>
                  <a:pt x="1998360" y="62132"/>
                </a:cubicBezTo>
                <a:cubicBezTo>
                  <a:pt x="1998360" y="64114"/>
                  <a:pt x="1998069" y="65498"/>
                  <a:pt x="1997488" y="66284"/>
                </a:cubicBezTo>
                <a:cubicBezTo>
                  <a:pt x="1996907" y="67070"/>
                  <a:pt x="1996275" y="67464"/>
                  <a:pt x="1995591" y="67464"/>
                </a:cubicBezTo>
                <a:cubicBezTo>
                  <a:pt x="1994634" y="67464"/>
                  <a:pt x="1993455" y="66843"/>
                  <a:pt x="1992054" y="65602"/>
                </a:cubicBezTo>
                <a:cubicBezTo>
                  <a:pt x="1990653" y="64361"/>
                  <a:pt x="1988859" y="62999"/>
                  <a:pt x="1986671" y="61517"/>
                </a:cubicBezTo>
                <a:cubicBezTo>
                  <a:pt x="1984484" y="60034"/>
                  <a:pt x="1981836" y="58673"/>
                  <a:pt x="1978726" y="57432"/>
                </a:cubicBezTo>
                <a:cubicBezTo>
                  <a:pt x="1975615" y="56191"/>
                  <a:pt x="1971907" y="55570"/>
                  <a:pt x="1967601" y="55570"/>
                </a:cubicBezTo>
                <a:cubicBezTo>
                  <a:pt x="1958715" y="55570"/>
                  <a:pt x="1951863" y="58992"/>
                  <a:pt x="1947044" y="65836"/>
                </a:cubicBezTo>
                <a:cubicBezTo>
                  <a:pt x="1942225" y="72680"/>
                  <a:pt x="1939816" y="82569"/>
                  <a:pt x="1939816" y="95505"/>
                </a:cubicBezTo>
                <a:cubicBezTo>
                  <a:pt x="1939816" y="102007"/>
                  <a:pt x="1940465" y="107705"/>
                  <a:pt x="1941764" y="112598"/>
                </a:cubicBezTo>
                <a:cubicBezTo>
                  <a:pt x="1943063" y="117492"/>
                  <a:pt x="1944925" y="121564"/>
                  <a:pt x="1947352" y="124815"/>
                </a:cubicBezTo>
                <a:cubicBezTo>
                  <a:pt x="1949778" y="128066"/>
                  <a:pt x="1952735" y="130496"/>
                  <a:pt x="1956221" y="132104"/>
                </a:cubicBezTo>
                <a:cubicBezTo>
                  <a:pt x="1959707" y="133713"/>
                  <a:pt x="1963637" y="134517"/>
                  <a:pt x="1968011" y="134517"/>
                </a:cubicBezTo>
                <a:cubicBezTo>
                  <a:pt x="1972112" y="134517"/>
                  <a:pt x="1975735" y="133868"/>
                  <a:pt x="1978879" y="132569"/>
                </a:cubicBezTo>
                <a:cubicBezTo>
                  <a:pt x="1982024" y="131270"/>
                  <a:pt x="1984758" y="129835"/>
                  <a:pt x="1987082" y="128263"/>
                </a:cubicBezTo>
                <a:cubicBezTo>
                  <a:pt x="1989406" y="126691"/>
                  <a:pt x="1991336" y="125255"/>
                  <a:pt x="1992874" y="123957"/>
                </a:cubicBezTo>
                <a:cubicBezTo>
                  <a:pt x="1994412" y="122658"/>
                  <a:pt x="1995557" y="122008"/>
                  <a:pt x="1996309" y="122008"/>
                </a:cubicBezTo>
                <a:cubicBezTo>
                  <a:pt x="1996719" y="122008"/>
                  <a:pt x="1997078" y="122128"/>
                  <a:pt x="1997386" y="122367"/>
                </a:cubicBezTo>
                <a:cubicBezTo>
                  <a:pt x="1997693" y="122607"/>
                  <a:pt x="1997950" y="122982"/>
                  <a:pt x="1998155" y="123495"/>
                </a:cubicBezTo>
                <a:cubicBezTo>
                  <a:pt x="1998360" y="124008"/>
                  <a:pt x="1998513" y="124623"/>
                  <a:pt x="1998616" y="125341"/>
                </a:cubicBezTo>
                <a:cubicBezTo>
                  <a:pt x="1998719" y="126058"/>
                  <a:pt x="1998770" y="126896"/>
                  <a:pt x="1998770" y="127853"/>
                </a:cubicBezTo>
                <a:close/>
                <a:moveTo>
                  <a:pt x="2098038" y="90327"/>
                </a:moveTo>
                <a:cubicBezTo>
                  <a:pt x="2098038" y="92788"/>
                  <a:pt x="2097389" y="94480"/>
                  <a:pt x="2096090" y="95402"/>
                </a:cubicBezTo>
                <a:cubicBezTo>
                  <a:pt x="2094791" y="96325"/>
                  <a:pt x="2093527" y="96787"/>
                  <a:pt x="2092296" y="96787"/>
                </a:cubicBezTo>
                <a:lnTo>
                  <a:pt x="2029037" y="96787"/>
                </a:lnTo>
                <a:cubicBezTo>
                  <a:pt x="2029037" y="102543"/>
                  <a:pt x="2029600" y="107752"/>
                  <a:pt x="2030728" y="112412"/>
                </a:cubicBezTo>
                <a:cubicBezTo>
                  <a:pt x="2031856" y="117073"/>
                  <a:pt x="2033719" y="121065"/>
                  <a:pt x="2036316" y="124389"/>
                </a:cubicBezTo>
                <a:cubicBezTo>
                  <a:pt x="2038913" y="127713"/>
                  <a:pt x="2042297" y="130266"/>
                  <a:pt x="2046466" y="132050"/>
                </a:cubicBezTo>
                <a:cubicBezTo>
                  <a:pt x="2050636" y="133831"/>
                  <a:pt x="2055762" y="134722"/>
                  <a:pt x="2061846" y="134722"/>
                </a:cubicBezTo>
                <a:cubicBezTo>
                  <a:pt x="2066152" y="134722"/>
                  <a:pt x="2070014" y="134341"/>
                  <a:pt x="2073431" y="133578"/>
                </a:cubicBezTo>
                <a:cubicBezTo>
                  <a:pt x="2076849" y="132816"/>
                  <a:pt x="2079805" y="131967"/>
                  <a:pt x="2082300" y="131031"/>
                </a:cubicBezTo>
                <a:cubicBezTo>
                  <a:pt x="2084795" y="130095"/>
                  <a:pt x="2086845" y="129246"/>
                  <a:pt x="2088452" y="128484"/>
                </a:cubicBezTo>
                <a:cubicBezTo>
                  <a:pt x="2090058" y="127721"/>
                  <a:pt x="2091203" y="127340"/>
                  <a:pt x="2091886" y="127340"/>
                </a:cubicBezTo>
                <a:cubicBezTo>
                  <a:pt x="2092296" y="127340"/>
                  <a:pt x="2092672" y="127444"/>
                  <a:pt x="2093014" y="127651"/>
                </a:cubicBezTo>
                <a:cubicBezTo>
                  <a:pt x="2093356" y="127858"/>
                  <a:pt x="2093629" y="128186"/>
                  <a:pt x="2093834" y="128634"/>
                </a:cubicBezTo>
                <a:cubicBezTo>
                  <a:pt x="2094039" y="129083"/>
                  <a:pt x="2094193" y="129652"/>
                  <a:pt x="2094296" y="130342"/>
                </a:cubicBezTo>
                <a:cubicBezTo>
                  <a:pt x="2094398" y="131032"/>
                  <a:pt x="2094449" y="131894"/>
                  <a:pt x="2094449" y="132928"/>
                </a:cubicBezTo>
                <a:cubicBezTo>
                  <a:pt x="2094449" y="133413"/>
                  <a:pt x="2094415" y="133879"/>
                  <a:pt x="2094347" y="134328"/>
                </a:cubicBezTo>
                <a:cubicBezTo>
                  <a:pt x="2094279" y="134776"/>
                  <a:pt x="2094193" y="135191"/>
                  <a:pt x="2094091" y="135571"/>
                </a:cubicBezTo>
                <a:cubicBezTo>
                  <a:pt x="2093988" y="135949"/>
                  <a:pt x="2093834" y="136311"/>
                  <a:pt x="2093629" y="136657"/>
                </a:cubicBezTo>
                <a:cubicBezTo>
                  <a:pt x="2093424" y="137001"/>
                  <a:pt x="2093151" y="137346"/>
                  <a:pt x="2092809" y="137692"/>
                </a:cubicBezTo>
                <a:cubicBezTo>
                  <a:pt x="2092467" y="138036"/>
                  <a:pt x="2091408" y="138635"/>
                  <a:pt x="2089631" y="139490"/>
                </a:cubicBezTo>
                <a:cubicBezTo>
                  <a:pt x="2087853" y="140344"/>
                  <a:pt x="2085530" y="141198"/>
                  <a:pt x="2082659" y="142053"/>
                </a:cubicBezTo>
                <a:cubicBezTo>
                  <a:pt x="2079788" y="142907"/>
                  <a:pt x="2076456" y="143676"/>
                  <a:pt x="2072662" y="144360"/>
                </a:cubicBezTo>
                <a:cubicBezTo>
                  <a:pt x="2068869" y="145043"/>
                  <a:pt x="2064785" y="145385"/>
                  <a:pt x="2060410" y="145385"/>
                </a:cubicBezTo>
                <a:cubicBezTo>
                  <a:pt x="2053233" y="145385"/>
                  <a:pt x="2046876" y="144307"/>
                  <a:pt x="2041340" y="142152"/>
                </a:cubicBezTo>
                <a:cubicBezTo>
                  <a:pt x="2035803" y="139997"/>
                  <a:pt x="2031155" y="136815"/>
                  <a:pt x="2027396" y="132607"/>
                </a:cubicBezTo>
                <a:cubicBezTo>
                  <a:pt x="2023637" y="128399"/>
                  <a:pt x="2020783" y="123182"/>
                  <a:pt x="2018835" y="116956"/>
                </a:cubicBezTo>
                <a:cubicBezTo>
                  <a:pt x="2016887" y="110729"/>
                  <a:pt x="2015913" y="103511"/>
                  <a:pt x="2015913" y="95300"/>
                </a:cubicBezTo>
                <a:cubicBezTo>
                  <a:pt x="2015913" y="87431"/>
                  <a:pt x="2016921" y="80383"/>
                  <a:pt x="2018937" y="74157"/>
                </a:cubicBezTo>
                <a:cubicBezTo>
                  <a:pt x="2020954" y="67930"/>
                  <a:pt x="2023842" y="62645"/>
                  <a:pt x="2027601" y="58300"/>
                </a:cubicBezTo>
                <a:cubicBezTo>
                  <a:pt x="2031360" y="53955"/>
                  <a:pt x="2035889" y="50637"/>
                  <a:pt x="2041186" y="48345"/>
                </a:cubicBezTo>
                <a:cubicBezTo>
                  <a:pt x="2046483" y="46053"/>
                  <a:pt x="2052379" y="44907"/>
                  <a:pt x="2058872" y="44907"/>
                </a:cubicBezTo>
                <a:cubicBezTo>
                  <a:pt x="2065844" y="44907"/>
                  <a:pt x="2071791" y="46069"/>
                  <a:pt x="2076712" y="48393"/>
                </a:cubicBezTo>
                <a:cubicBezTo>
                  <a:pt x="2081633" y="50717"/>
                  <a:pt x="2085683" y="53844"/>
                  <a:pt x="2088862" y="57775"/>
                </a:cubicBezTo>
                <a:cubicBezTo>
                  <a:pt x="2092040" y="61705"/>
                  <a:pt x="2094364" y="66267"/>
                  <a:pt x="2095834" y="71462"/>
                </a:cubicBezTo>
                <a:cubicBezTo>
                  <a:pt x="2097303" y="76657"/>
                  <a:pt x="2098038" y="82125"/>
                  <a:pt x="2098038" y="87867"/>
                </a:cubicBezTo>
                <a:lnTo>
                  <a:pt x="2098038" y="90327"/>
                </a:lnTo>
                <a:moveTo>
                  <a:pt x="2085427" y="86739"/>
                </a:moveTo>
                <a:cubicBezTo>
                  <a:pt x="2085632" y="76896"/>
                  <a:pt x="2083376" y="69206"/>
                  <a:pt x="2078660" y="63670"/>
                </a:cubicBezTo>
                <a:cubicBezTo>
                  <a:pt x="2073944" y="58133"/>
                  <a:pt x="2067074" y="55365"/>
                  <a:pt x="2058052" y="55365"/>
                </a:cubicBezTo>
                <a:cubicBezTo>
                  <a:pt x="2053404" y="55365"/>
                  <a:pt x="2049320" y="56237"/>
                  <a:pt x="2045800" y="57980"/>
                </a:cubicBezTo>
                <a:cubicBezTo>
                  <a:pt x="2042280" y="59723"/>
                  <a:pt x="2039306" y="62030"/>
                  <a:pt x="2036880" y="64900"/>
                </a:cubicBezTo>
                <a:cubicBezTo>
                  <a:pt x="2034453" y="67771"/>
                  <a:pt x="2032591" y="71103"/>
                  <a:pt x="2031292" y="74897"/>
                </a:cubicBezTo>
                <a:cubicBezTo>
                  <a:pt x="2029993" y="78690"/>
                  <a:pt x="2029242" y="82638"/>
                  <a:pt x="2029037" y="86739"/>
                </a:cubicBezTo>
                <a:lnTo>
                  <a:pt x="2085427" y="867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whileignoringthefollowing">
            <a:extLst xmlns:a="http://schemas.openxmlformats.org/drawingml/2006/main">
              <a:ext uri="{FF2B5EF4-FFF2-40B4-BE49-F238E27FC236}">
                <a16:creationId xmlns:a16="http://schemas.microsoft.com/office/drawing/2014/main" id="{55BD8A7D-F561-43B9-B8B7-4B664853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6" y="1259916"/>
            <a:ext cx="2289550" cy="181065"/>
          </a:xfrm>
          <a:custGeom xmlns:a="http://schemas.openxmlformats.org/drawingml/2006/main">
            <a:pathLst>
              <a:path w="2289550" h="181065">
                <a:moveTo>
                  <a:pt x="133799" y="48396"/>
                </a:moveTo>
                <a:cubicBezTo>
                  <a:pt x="133799" y="48738"/>
                  <a:pt x="133748" y="49131"/>
                  <a:pt x="133645" y="49576"/>
                </a:cubicBezTo>
                <a:cubicBezTo>
                  <a:pt x="133543" y="50020"/>
                  <a:pt x="133423" y="50516"/>
                  <a:pt x="133287" y="51065"/>
                </a:cubicBezTo>
                <a:lnTo>
                  <a:pt x="104579" y="141486"/>
                </a:lnTo>
                <a:cubicBezTo>
                  <a:pt x="104442" y="142032"/>
                  <a:pt x="104186" y="142478"/>
                  <a:pt x="103810" y="142822"/>
                </a:cubicBezTo>
                <a:cubicBezTo>
                  <a:pt x="103434" y="143163"/>
                  <a:pt x="102938" y="143437"/>
                  <a:pt x="102323" y="143642"/>
                </a:cubicBezTo>
                <a:cubicBezTo>
                  <a:pt x="101708" y="143847"/>
                  <a:pt x="100905" y="143984"/>
                  <a:pt x="99914" y="144052"/>
                </a:cubicBezTo>
                <a:cubicBezTo>
                  <a:pt x="98923" y="144120"/>
                  <a:pt x="97743" y="144155"/>
                  <a:pt x="96376" y="144155"/>
                </a:cubicBezTo>
                <a:cubicBezTo>
                  <a:pt x="94941" y="144155"/>
                  <a:pt x="93711" y="144103"/>
                  <a:pt x="92685" y="144001"/>
                </a:cubicBezTo>
                <a:cubicBezTo>
                  <a:pt x="91660" y="143898"/>
                  <a:pt x="90823" y="143744"/>
                  <a:pt x="90173" y="143539"/>
                </a:cubicBezTo>
                <a:cubicBezTo>
                  <a:pt x="89524" y="143334"/>
                  <a:pt x="89012" y="143061"/>
                  <a:pt x="88636" y="142719"/>
                </a:cubicBezTo>
                <a:cubicBezTo>
                  <a:pt x="88260" y="142375"/>
                  <a:pt x="88003" y="141964"/>
                  <a:pt x="87867" y="141486"/>
                </a:cubicBezTo>
                <a:lnTo>
                  <a:pt x="66336" y="68204"/>
                </a:lnTo>
                <a:lnTo>
                  <a:pt x="66131" y="67383"/>
                </a:lnTo>
                <a:lnTo>
                  <a:pt x="65926" y="68204"/>
                </a:lnTo>
                <a:lnTo>
                  <a:pt x="45830" y="141486"/>
                </a:lnTo>
                <a:cubicBezTo>
                  <a:pt x="45693" y="142032"/>
                  <a:pt x="45420" y="142478"/>
                  <a:pt x="45010" y="142822"/>
                </a:cubicBezTo>
                <a:cubicBezTo>
                  <a:pt x="44600" y="143163"/>
                  <a:pt x="44036" y="143437"/>
                  <a:pt x="43318" y="143642"/>
                </a:cubicBezTo>
                <a:cubicBezTo>
                  <a:pt x="42600" y="143847"/>
                  <a:pt x="41729" y="143984"/>
                  <a:pt x="40704" y="144052"/>
                </a:cubicBezTo>
                <a:cubicBezTo>
                  <a:pt x="39678" y="144120"/>
                  <a:pt x="38516" y="144155"/>
                  <a:pt x="37218" y="144155"/>
                </a:cubicBezTo>
                <a:cubicBezTo>
                  <a:pt x="35851" y="144155"/>
                  <a:pt x="34689" y="144103"/>
                  <a:pt x="33732" y="144001"/>
                </a:cubicBezTo>
                <a:cubicBezTo>
                  <a:pt x="32775" y="143898"/>
                  <a:pt x="31972" y="143744"/>
                  <a:pt x="31322" y="143539"/>
                </a:cubicBezTo>
                <a:cubicBezTo>
                  <a:pt x="30673" y="143334"/>
                  <a:pt x="30177" y="143061"/>
                  <a:pt x="29836" y="142719"/>
                </a:cubicBezTo>
                <a:cubicBezTo>
                  <a:pt x="29494" y="142375"/>
                  <a:pt x="29255" y="141964"/>
                  <a:pt x="29118" y="141486"/>
                </a:cubicBezTo>
                <a:lnTo>
                  <a:pt x="615" y="51065"/>
                </a:lnTo>
                <a:cubicBezTo>
                  <a:pt x="410" y="50585"/>
                  <a:pt x="256" y="50105"/>
                  <a:pt x="154" y="49627"/>
                </a:cubicBezTo>
                <a:cubicBezTo>
                  <a:pt x="51" y="49148"/>
                  <a:pt x="0" y="48738"/>
                  <a:pt x="0" y="48396"/>
                </a:cubicBezTo>
                <a:cubicBezTo>
                  <a:pt x="0" y="47918"/>
                  <a:pt x="103" y="47508"/>
                  <a:pt x="308" y="47166"/>
                </a:cubicBezTo>
                <a:cubicBezTo>
                  <a:pt x="513" y="46822"/>
                  <a:pt x="854" y="46565"/>
                  <a:pt x="1333" y="46394"/>
                </a:cubicBezTo>
                <a:cubicBezTo>
                  <a:pt x="1811" y="46223"/>
                  <a:pt x="2426" y="46103"/>
                  <a:pt x="3178" y="46035"/>
                </a:cubicBezTo>
                <a:cubicBezTo>
                  <a:pt x="3930" y="45967"/>
                  <a:pt x="4853" y="45933"/>
                  <a:pt x="5947" y="45933"/>
                </a:cubicBezTo>
                <a:cubicBezTo>
                  <a:pt x="7382" y="45933"/>
                  <a:pt x="8544" y="45984"/>
                  <a:pt x="9433" y="46086"/>
                </a:cubicBezTo>
                <a:cubicBezTo>
                  <a:pt x="10321" y="46189"/>
                  <a:pt x="10988" y="46343"/>
                  <a:pt x="11432" y="46548"/>
                </a:cubicBezTo>
                <a:cubicBezTo>
                  <a:pt x="11876" y="46753"/>
                  <a:pt x="12201" y="47027"/>
                  <a:pt x="12406" y="47371"/>
                </a:cubicBezTo>
                <a:cubicBezTo>
                  <a:pt x="12611" y="47713"/>
                  <a:pt x="12782" y="48123"/>
                  <a:pt x="12919" y="48602"/>
                </a:cubicBezTo>
                <a:lnTo>
                  <a:pt x="37423" y="129685"/>
                </a:lnTo>
                <a:lnTo>
                  <a:pt x="37628" y="130403"/>
                </a:lnTo>
                <a:lnTo>
                  <a:pt x="37833" y="129685"/>
                </a:lnTo>
                <a:lnTo>
                  <a:pt x="60081" y="48602"/>
                </a:lnTo>
                <a:cubicBezTo>
                  <a:pt x="60218" y="48123"/>
                  <a:pt x="60406" y="47713"/>
                  <a:pt x="60645" y="47371"/>
                </a:cubicBezTo>
                <a:cubicBezTo>
                  <a:pt x="60885" y="47027"/>
                  <a:pt x="61226" y="46753"/>
                  <a:pt x="61671" y="46548"/>
                </a:cubicBezTo>
                <a:cubicBezTo>
                  <a:pt x="62115" y="46343"/>
                  <a:pt x="62730" y="46189"/>
                  <a:pt x="63516" y="46086"/>
                </a:cubicBezTo>
                <a:cubicBezTo>
                  <a:pt x="64302" y="45984"/>
                  <a:pt x="65310" y="45933"/>
                  <a:pt x="66541" y="45933"/>
                </a:cubicBezTo>
                <a:cubicBezTo>
                  <a:pt x="67703" y="45933"/>
                  <a:pt x="68660" y="45984"/>
                  <a:pt x="69412" y="46086"/>
                </a:cubicBezTo>
                <a:cubicBezTo>
                  <a:pt x="70163" y="46189"/>
                  <a:pt x="70779" y="46343"/>
                  <a:pt x="71257" y="46548"/>
                </a:cubicBezTo>
                <a:cubicBezTo>
                  <a:pt x="71736" y="46753"/>
                  <a:pt x="72077" y="47027"/>
                  <a:pt x="72282" y="47371"/>
                </a:cubicBezTo>
                <a:cubicBezTo>
                  <a:pt x="72487" y="47713"/>
                  <a:pt x="72658" y="48123"/>
                  <a:pt x="72795" y="48602"/>
                </a:cubicBezTo>
                <a:lnTo>
                  <a:pt x="96787" y="129685"/>
                </a:lnTo>
                <a:lnTo>
                  <a:pt x="96992" y="130403"/>
                </a:lnTo>
                <a:lnTo>
                  <a:pt x="97094" y="129685"/>
                </a:lnTo>
                <a:lnTo>
                  <a:pt x="121496" y="48602"/>
                </a:lnTo>
                <a:cubicBezTo>
                  <a:pt x="121633" y="48123"/>
                  <a:pt x="121821" y="47713"/>
                  <a:pt x="122060" y="47371"/>
                </a:cubicBezTo>
                <a:cubicBezTo>
                  <a:pt x="122299" y="47027"/>
                  <a:pt x="122658" y="46753"/>
                  <a:pt x="123136" y="46548"/>
                </a:cubicBezTo>
                <a:cubicBezTo>
                  <a:pt x="123615" y="46343"/>
                  <a:pt x="124281" y="46189"/>
                  <a:pt x="125136" y="46086"/>
                </a:cubicBezTo>
                <a:cubicBezTo>
                  <a:pt x="125990" y="45984"/>
                  <a:pt x="127101" y="45933"/>
                  <a:pt x="128468" y="45933"/>
                </a:cubicBezTo>
                <a:cubicBezTo>
                  <a:pt x="129561" y="45933"/>
                  <a:pt x="130450" y="45967"/>
                  <a:pt x="131133" y="46035"/>
                </a:cubicBezTo>
                <a:cubicBezTo>
                  <a:pt x="131817" y="46103"/>
                  <a:pt x="132364" y="46240"/>
                  <a:pt x="132774" y="46445"/>
                </a:cubicBezTo>
                <a:cubicBezTo>
                  <a:pt x="133184" y="46650"/>
                  <a:pt x="133457" y="46908"/>
                  <a:pt x="133594" y="47217"/>
                </a:cubicBezTo>
                <a:cubicBezTo>
                  <a:pt x="133731" y="47525"/>
                  <a:pt x="133799" y="47918"/>
                  <a:pt x="133799" y="48396"/>
                </a:cubicBezTo>
                <a:close/>
                <a:moveTo>
                  <a:pt x="229963" y="141489"/>
                </a:moveTo>
                <a:cubicBezTo>
                  <a:pt x="229963" y="141899"/>
                  <a:pt x="229861" y="142275"/>
                  <a:pt x="229656" y="142617"/>
                </a:cubicBezTo>
                <a:cubicBezTo>
                  <a:pt x="229451" y="142958"/>
                  <a:pt x="229126" y="143232"/>
                  <a:pt x="228682" y="143437"/>
                </a:cubicBezTo>
                <a:cubicBezTo>
                  <a:pt x="228237" y="143642"/>
                  <a:pt x="227622" y="143813"/>
                  <a:pt x="226836" y="143949"/>
                </a:cubicBezTo>
                <a:cubicBezTo>
                  <a:pt x="226050" y="144086"/>
                  <a:pt x="225076" y="144155"/>
                  <a:pt x="223914" y="144155"/>
                </a:cubicBezTo>
                <a:cubicBezTo>
                  <a:pt x="222684" y="144155"/>
                  <a:pt x="221676" y="144086"/>
                  <a:pt x="220890" y="143949"/>
                </a:cubicBezTo>
                <a:cubicBezTo>
                  <a:pt x="220103" y="143813"/>
                  <a:pt x="219488" y="143642"/>
                  <a:pt x="219044" y="143437"/>
                </a:cubicBezTo>
                <a:cubicBezTo>
                  <a:pt x="218600" y="143232"/>
                  <a:pt x="218275" y="142958"/>
                  <a:pt x="218070" y="142617"/>
                </a:cubicBezTo>
                <a:cubicBezTo>
                  <a:pt x="217865" y="142275"/>
                  <a:pt x="217762" y="141899"/>
                  <a:pt x="217762" y="141489"/>
                </a:cubicBezTo>
                <a:lnTo>
                  <a:pt x="217762" y="86431"/>
                </a:lnTo>
                <a:cubicBezTo>
                  <a:pt x="217762" y="80690"/>
                  <a:pt x="217318" y="76025"/>
                  <a:pt x="216430" y="72436"/>
                </a:cubicBezTo>
                <a:cubicBezTo>
                  <a:pt x="215541" y="68848"/>
                  <a:pt x="214208" y="65772"/>
                  <a:pt x="212431" y="63209"/>
                </a:cubicBezTo>
                <a:cubicBezTo>
                  <a:pt x="210654" y="60645"/>
                  <a:pt x="208381" y="58663"/>
                  <a:pt x="205613" y="57262"/>
                </a:cubicBezTo>
                <a:cubicBezTo>
                  <a:pt x="202845" y="55861"/>
                  <a:pt x="199615" y="55160"/>
                  <a:pt x="195924" y="55160"/>
                </a:cubicBezTo>
                <a:cubicBezTo>
                  <a:pt x="191208" y="55160"/>
                  <a:pt x="186491" y="56835"/>
                  <a:pt x="181775" y="60184"/>
                </a:cubicBezTo>
                <a:cubicBezTo>
                  <a:pt x="177059" y="63533"/>
                  <a:pt x="172103" y="68455"/>
                  <a:pt x="166908" y="74948"/>
                </a:cubicBezTo>
                <a:lnTo>
                  <a:pt x="166908" y="141489"/>
                </a:lnTo>
                <a:cubicBezTo>
                  <a:pt x="166908" y="141899"/>
                  <a:pt x="166806" y="142275"/>
                  <a:pt x="166601" y="142617"/>
                </a:cubicBezTo>
                <a:cubicBezTo>
                  <a:pt x="166396" y="142958"/>
                  <a:pt x="166071" y="143232"/>
                  <a:pt x="165627" y="143437"/>
                </a:cubicBezTo>
                <a:cubicBezTo>
                  <a:pt x="165183" y="143642"/>
                  <a:pt x="164567" y="143813"/>
                  <a:pt x="163781" y="143949"/>
                </a:cubicBezTo>
                <a:cubicBezTo>
                  <a:pt x="162995" y="144086"/>
                  <a:pt x="161987" y="144155"/>
                  <a:pt x="160757" y="144155"/>
                </a:cubicBezTo>
                <a:cubicBezTo>
                  <a:pt x="159595" y="144155"/>
                  <a:pt x="158621" y="144086"/>
                  <a:pt x="157835" y="143949"/>
                </a:cubicBezTo>
                <a:cubicBezTo>
                  <a:pt x="157049" y="143813"/>
                  <a:pt x="156416" y="143642"/>
                  <a:pt x="155938" y="143437"/>
                </a:cubicBezTo>
                <a:cubicBezTo>
                  <a:pt x="155459" y="143232"/>
                  <a:pt x="155135" y="142958"/>
                  <a:pt x="154964" y="142617"/>
                </a:cubicBezTo>
                <a:cubicBezTo>
                  <a:pt x="154793" y="142275"/>
                  <a:pt x="154708" y="141899"/>
                  <a:pt x="154708" y="141489"/>
                </a:cubicBezTo>
                <a:lnTo>
                  <a:pt x="154708" y="3281"/>
                </a:lnTo>
                <a:cubicBezTo>
                  <a:pt x="154708" y="2871"/>
                  <a:pt x="154793" y="2495"/>
                  <a:pt x="154964" y="2153"/>
                </a:cubicBezTo>
                <a:cubicBezTo>
                  <a:pt x="155135" y="1811"/>
                  <a:pt x="155459" y="1521"/>
                  <a:pt x="155938" y="1282"/>
                </a:cubicBezTo>
                <a:cubicBezTo>
                  <a:pt x="156416" y="1042"/>
                  <a:pt x="157049" y="871"/>
                  <a:pt x="157835" y="769"/>
                </a:cubicBezTo>
                <a:cubicBezTo>
                  <a:pt x="158621" y="666"/>
                  <a:pt x="159595" y="615"/>
                  <a:pt x="160757" y="615"/>
                </a:cubicBezTo>
                <a:cubicBezTo>
                  <a:pt x="161987" y="615"/>
                  <a:pt x="162995" y="666"/>
                  <a:pt x="163781" y="769"/>
                </a:cubicBezTo>
                <a:cubicBezTo>
                  <a:pt x="164567" y="871"/>
                  <a:pt x="165183" y="1042"/>
                  <a:pt x="165627" y="1282"/>
                </a:cubicBezTo>
                <a:cubicBezTo>
                  <a:pt x="166071" y="1521"/>
                  <a:pt x="166396" y="1811"/>
                  <a:pt x="166601" y="2153"/>
                </a:cubicBezTo>
                <a:cubicBezTo>
                  <a:pt x="166806" y="2495"/>
                  <a:pt x="166908" y="2871"/>
                  <a:pt x="166908" y="3281"/>
                </a:cubicBezTo>
                <a:lnTo>
                  <a:pt x="166908" y="61209"/>
                </a:lnTo>
                <a:cubicBezTo>
                  <a:pt x="171967" y="55604"/>
                  <a:pt x="177025" y="51486"/>
                  <a:pt x="182083" y="48855"/>
                </a:cubicBezTo>
                <a:cubicBezTo>
                  <a:pt x="187141" y="46223"/>
                  <a:pt x="192199" y="44907"/>
                  <a:pt x="197257" y="44907"/>
                </a:cubicBezTo>
                <a:cubicBezTo>
                  <a:pt x="203340" y="44907"/>
                  <a:pt x="208467" y="45933"/>
                  <a:pt x="212636" y="47983"/>
                </a:cubicBezTo>
                <a:cubicBezTo>
                  <a:pt x="216805" y="50034"/>
                  <a:pt x="220172" y="52802"/>
                  <a:pt x="222735" y="56288"/>
                </a:cubicBezTo>
                <a:cubicBezTo>
                  <a:pt x="225298" y="59774"/>
                  <a:pt x="227144" y="63841"/>
                  <a:pt x="228272" y="68489"/>
                </a:cubicBezTo>
                <a:cubicBezTo>
                  <a:pt x="229399" y="73137"/>
                  <a:pt x="229963" y="78742"/>
                  <a:pt x="229963" y="85303"/>
                </a:cubicBezTo>
                <a:lnTo>
                  <a:pt x="229963" y="141489"/>
                </a:lnTo>
                <a:close/>
                <a:moveTo>
                  <a:pt x="277567" y="141486"/>
                </a:moveTo>
                <a:cubicBezTo>
                  <a:pt x="277567" y="141896"/>
                  <a:pt x="277464" y="142273"/>
                  <a:pt x="277259" y="142617"/>
                </a:cubicBezTo>
                <a:cubicBezTo>
                  <a:pt x="277054" y="142958"/>
                  <a:pt x="276729" y="143232"/>
                  <a:pt x="276285" y="143437"/>
                </a:cubicBezTo>
                <a:cubicBezTo>
                  <a:pt x="275841" y="143642"/>
                  <a:pt x="275226" y="143813"/>
                  <a:pt x="274440" y="143949"/>
                </a:cubicBezTo>
                <a:cubicBezTo>
                  <a:pt x="273654" y="144086"/>
                  <a:pt x="272645" y="144155"/>
                  <a:pt x="271415" y="144155"/>
                </a:cubicBezTo>
                <a:cubicBezTo>
                  <a:pt x="270253" y="144155"/>
                  <a:pt x="269279" y="144086"/>
                  <a:pt x="268493" y="143949"/>
                </a:cubicBezTo>
                <a:cubicBezTo>
                  <a:pt x="267707" y="143813"/>
                  <a:pt x="267075" y="143642"/>
                  <a:pt x="266596" y="143437"/>
                </a:cubicBezTo>
                <a:cubicBezTo>
                  <a:pt x="266118" y="143232"/>
                  <a:pt x="265793" y="142958"/>
                  <a:pt x="265622" y="142617"/>
                </a:cubicBezTo>
                <a:cubicBezTo>
                  <a:pt x="265451" y="142273"/>
                  <a:pt x="265366" y="141896"/>
                  <a:pt x="265366" y="141486"/>
                </a:cubicBezTo>
                <a:lnTo>
                  <a:pt x="265366" y="48602"/>
                </a:lnTo>
                <a:cubicBezTo>
                  <a:pt x="265366" y="48191"/>
                  <a:pt x="265451" y="47815"/>
                  <a:pt x="265622" y="47474"/>
                </a:cubicBezTo>
                <a:cubicBezTo>
                  <a:pt x="265793" y="47130"/>
                  <a:pt x="266118" y="46838"/>
                  <a:pt x="266596" y="46599"/>
                </a:cubicBezTo>
                <a:cubicBezTo>
                  <a:pt x="267075" y="46360"/>
                  <a:pt x="267707" y="46189"/>
                  <a:pt x="268493" y="46086"/>
                </a:cubicBezTo>
                <a:cubicBezTo>
                  <a:pt x="269279" y="45984"/>
                  <a:pt x="270253" y="45933"/>
                  <a:pt x="271415" y="45933"/>
                </a:cubicBezTo>
                <a:cubicBezTo>
                  <a:pt x="272645" y="45933"/>
                  <a:pt x="273654" y="45984"/>
                  <a:pt x="274440" y="46086"/>
                </a:cubicBezTo>
                <a:cubicBezTo>
                  <a:pt x="275226" y="46189"/>
                  <a:pt x="275841" y="46360"/>
                  <a:pt x="276285" y="46599"/>
                </a:cubicBezTo>
                <a:cubicBezTo>
                  <a:pt x="276729" y="46838"/>
                  <a:pt x="277054" y="47130"/>
                  <a:pt x="277259" y="47474"/>
                </a:cubicBezTo>
                <a:cubicBezTo>
                  <a:pt x="277464" y="47815"/>
                  <a:pt x="277567" y="48191"/>
                  <a:pt x="277567" y="48602"/>
                </a:cubicBezTo>
                <a:lnTo>
                  <a:pt x="277567" y="141486"/>
                </a:lnTo>
                <a:moveTo>
                  <a:pt x="279412" y="17173"/>
                </a:moveTo>
                <a:cubicBezTo>
                  <a:pt x="279412" y="20474"/>
                  <a:pt x="278831" y="22709"/>
                  <a:pt x="277669" y="23879"/>
                </a:cubicBezTo>
                <a:cubicBezTo>
                  <a:pt x="276507" y="25048"/>
                  <a:pt x="274388" y="25632"/>
                  <a:pt x="271312" y="25632"/>
                </a:cubicBezTo>
                <a:cubicBezTo>
                  <a:pt x="268305" y="25632"/>
                  <a:pt x="266237" y="25065"/>
                  <a:pt x="265109" y="23931"/>
                </a:cubicBezTo>
                <a:cubicBezTo>
                  <a:pt x="263982" y="22796"/>
                  <a:pt x="263418" y="20578"/>
                  <a:pt x="263418" y="17276"/>
                </a:cubicBezTo>
                <a:cubicBezTo>
                  <a:pt x="263418" y="13976"/>
                  <a:pt x="263999" y="11742"/>
                  <a:pt x="265161" y="10573"/>
                </a:cubicBezTo>
                <a:cubicBezTo>
                  <a:pt x="266323" y="9403"/>
                  <a:pt x="268442" y="8817"/>
                  <a:pt x="271518" y="8817"/>
                </a:cubicBezTo>
                <a:cubicBezTo>
                  <a:pt x="274525" y="8817"/>
                  <a:pt x="276593" y="9385"/>
                  <a:pt x="277720" y="10519"/>
                </a:cubicBezTo>
                <a:cubicBezTo>
                  <a:pt x="278848" y="11653"/>
                  <a:pt x="279412" y="13871"/>
                  <a:pt x="279412" y="17173"/>
                </a:cubicBezTo>
                <a:close/>
                <a:moveTo>
                  <a:pt x="321872" y="141489"/>
                </a:moveTo>
                <a:cubicBezTo>
                  <a:pt x="321872" y="141899"/>
                  <a:pt x="321769" y="142275"/>
                  <a:pt x="321564" y="142617"/>
                </a:cubicBezTo>
                <a:cubicBezTo>
                  <a:pt x="321359" y="142958"/>
                  <a:pt x="321035" y="143232"/>
                  <a:pt x="320590" y="143437"/>
                </a:cubicBezTo>
                <a:cubicBezTo>
                  <a:pt x="320146" y="143642"/>
                  <a:pt x="319531" y="143813"/>
                  <a:pt x="318745" y="143949"/>
                </a:cubicBezTo>
                <a:cubicBezTo>
                  <a:pt x="317959" y="144086"/>
                  <a:pt x="316951" y="144155"/>
                  <a:pt x="315720" y="144155"/>
                </a:cubicBezTo>
                <a:cubicBezTo>
                  <a:pt x="314558" y="144155"/>
                  <a:pt x="313584" y="144086"/>
                  <a:pt x="312798" y="143949"/>
                </a:cubicBezTo>
                <a:cubicBezTo>
                  <a:pt x="312012" y="143813"/>
                  <a:pt x="311380" y="143642"/>
                  <a:pt x="310901" y="143437"/>
                </a:cubicBezTo>
                <a:cubicBezTo>
                  <a:pt x="310423" y="143232"/>
                  <a:pt x="310098" y="142958"/>
                  <a:pt x="309927" y="142617"/>
                </a:cubicBezTo>
                <a:cubicBezTo>
                  <a:pt x="309756" y="142275"/>
                  <a:pt x="309671" y="141899"/>
                  <a:pt x="309671" y="141489"/>
                </a:cubicBezTo>
                <a:lnTo>
                  <a:pt x="309671" y="3281"/>
                </a:lnTo>
                <a:cubicBezTo>
                  <a:pt x="309671" y="2871"/>
                  <a:pt x="309756" y="2495"/>
                  <a:pt x="309927" y="2153"/>
                </a:cubicBezTo>
                <a:cubicBezTo>
                  <a:pt x="310098" y="1811"/>
                  <a:pt x="310423" y="1521"/>
                  <a:pt x="310901" y="1282"/>
                </a:cubicBezTo>
                <a:cubicBezTo>
                  <a:pt x="311380" y="1042"/>
                  <a:pt x="312012" y="871"/>
                  <a:pt x="312798" y="769"/>
                </a:cubicBezTo>
                <a:cubicBezTo>
                  <a:pt x="313584" y="666"/>
                  <a:pt x="314558" y="615"/>
                  <a:pt x="315720" y="615"/>
                </a:cubicBezTo>
                <a:cubicBezTo>
                  <a:pt x="316951" y="615"/>
                  <a:pt x="317959" y="666"/>
                  <a:pt x="318745" y="769"/>
                </a:cubicBezTo>
                <a:cubicBezTo>
                  <a:pt x="319531" y="871"/>
                  <a:pt x="320146" y="1042"/>
                  <a:pt x="320590" y="1282"/>
                </a:cubicBezTo>
                <a:cubicBezTo>
                  <a:pt x="321035" y="1521"/>
                  <a:pt x="321359" y="1811"/>
                  <a:pt x="321564" y="2153"/>
                </a:cubicBezTo>
                <a:cubicBezTo>
                  <a:pt x="321769" y="2495"/>
                  <a:pt x="321872" y="2871"/>
                  <a:pt x="321872" y="3281"/>
                </a:cubicBezTo>
                <a:lnTo>
                  <a:pt x="321872" y="141489"/>
                </a:lnTo>
                <a:close/>
                <a:moveTo>
                  <a:pt x="429642" y="90327"/>
                </a:moveTo>
                <a:cubicBezTo>
                  <a:pt x="429642" y="92788"/>
                  <a:pt x="428993" y="94480"/>
                  <a:pt x="427694" y="95402"/>
                </a:cubicBezTo>
                <a:cubicBezTo>
                  <a:pt x="426395" y="96325"/>
                  <a:pt x="425131" y="96787"/>
                  <a:pt x="423901" y="96787"/>
                </a:cubicBezTo>
                <a:lnTo>
                  <a:pt x="360641" y="96787"/>
                </a:lnTo>
                <a:cubicBezTo>
                  <a:pt x="360641" y="102543"/>
                  <a:pt x="361205" y="107752"/>
                  <a:pt x="362332" y="112412"/>
                </a:cubicBezTo>
                <a:cubicBezTo>
                  <a:pt x="363460" y="117073"/>
                  <a:pt x="365323" y="121065"/>
                  <a:pt x="367920" y="124389"/>
                </a:cubicBezTo>
                <a:cubicBezTo>
                  <a:pt x="370518" y="127713"/>
                  <a:pt x="373901" y="130266"/>
                  <a:pt x="378070" y="132050"/>
                </a:cubicBezTo>
                <a:cubicBezTo>
                  <a:pt x="382240" y="133831"/>
                  <a:pt x="387366" y="134722"/>
                  <a:pt x="393450" y="134722"/>
                </a:cubicBezTo>
                <a:cubicBezTo>
                  <a:pt x="397756" y="134722"/>
                  <a:pt x="401618" y="134341"/>
                  <a:pt x="405035" y="133578"/>
                </a:cubicBezTo>
                <a:cubicBezTo>
                  <a:pt x="408453" y="132816"/>
                  <a:pt x="411409" y="131967"/>
                  <a:pt x="413904" y="131031"/>
                </a:cubicBezTo>
                <a:cubicBezTo>
                  <a:pt x="416399" y="130095"/>
                  <a:pt x="418449" y="129246"/>
                  <a:pt x="420056" y="128484"/>
                </a:cubicBezTo>
                <a:cubicBezTo>
                  <a:pt x="421662" y="127721"/>
                  <a:pt x="422807" y="127340"/>
                  <a:pt x="423490" y="127340"/>
                </a:cubicBezTo>
                <a:cubicBezTo>
                  <a:pt x="423901" y="127340"/>
                  <a:pt x="424276" y="127444"/>
                  <a:pt x="424618" y="127651"/>
                </a:cubicBezTo>
                <a:cubicBezTo>
                  <a:pt x="424960" y="127858"/>
                  <a:pt x="425233" y="128186"/>
                  <a:pt x="425438" y="128634"/>
                </a:cubicBezTo>
                <a:cubicBezTo>
                  <a:pt x="425643" y="129083"/>
                  <a:pt x="425797" y="129652"/>
                  <a:pt x="425900" y="130342"/>
                </a:cubicBezTo>
                <a:cubicBezTo>
                  <a:pt x="426002" y="131032"/>
                  <a:pt x="426054" y="131894"/>
                  <a:pt x="426054" y="132928"/>
                </a:cubicBezTo>
                <a:cubicBezTo>
                  <a:pt x="426054" y="133413"/>
                  <a:pt x="426019" y="133879"/>
                  <a:pt x="425951" y="134328"/>
                </a:cubicBezTo>
                <a:cubicBezTo>
                  <a:pt x="425883" y="134776"/>
                  <a:pt x="425797" y="135191"/>
                  <a:pt x="425695" y="135571"/>
                </a:cubicBezTo>
                <a:cubicBezTo>
                  <a:pt x="425592" y="135949"/>
                  <a:pt x="425438" y="136311"/>
                  <a:pt x="425233" y="136657"/>
                </a:cubicBezTo>
                <a:cubicBezTo>
                  <a:pt x="425028" y="137001"/>
                  <a:pt x="424755" y="137346"/>
                  <a:pt x="424413" y="137692"/>
                </a:cubicBezTo>
                <a:cubicBezTo>
                  <a:pt x="424071" y="138036"/>
                  <a:pt x="423012" y="138635"/>
                  <a:pt x="421235" y="139490"/>
                </a:cubicBezTo>
                <a:cubicBezTo>
                  <a:pt x="419458" y="140344"/>
                  <a:pt x="417134" y="141198"/>
                  <a:pt x="414263" y="142053"/>
                </a:cubicBezTo>
                <a:cubicBezTo>
                  <a:pt x="411392" y="142907"/>
                  <a:pt x="408060" y="143676"/>
                  <a:pt x="404266" y="144360"/>
                </a:cubicBezTo>
                <a:cubicBezTo>
                  <a:pt x="400473" y="145043"/>
                  <a:pt x="396389" y="145385"/>
                  <a:pt x="392014" y="145385"/>
                </a:cubicBezTo>
                <a:cubicBezTo>
                  <a:pt x="384837" y="145385"/>
                  <a:pt x="378481" y="144307"/>
                  <a:pt x="372944" y="142152"/>
                </a:cubicBezTo>
                <a:cubicBezTo>
                  <a:pt x="367408" y="139997"/>
                  <a:pt x="362760" y="136815"/>
                  <a:pt x="359000" y="132607"/>
                </a:cubicBezTo>
                <a:cubicBezTo>
                  <a:pt x="355241" y="128399"/>
                  <a:pt x="352387" y="123182"/>
                  <a:pt x="350439" y="116956"/>
                </a:cubicBezTo>
                <a:cubicBezTo>
                  <a:pt x="348491" y="110729"/>
                  <a:pt x="347517" y="103511"/>
                  <a:pt x="347517" y="95300"/>
                </a:cubicBezTo>
                <a:cubicBezTo>
                  <a:pt x="347517" y="87431"/>
                  <a:pt x="348525" y="80383"/>
                  <a:pt x="350542" y="74157"/>
                </a:cubicBezTo>
                <a:cubicBezTo>
                  <a:pt x="352558" y="67930"/>
                  <a:pt x="355446" y="62645"/>
                  <a:pt x="359205" y="58300"/>
                </a:cubicBezTo>
                <a:cubicBezTo>
                  <a:pt x="362965" y="53955"/>
                  <a:pt x="367493" y="50637"/>
                  <a:pt x="372790" y="48345"/>
                </a:cubicBezTo>
                <a:cubicBezTo>
                  <a:pt x="378088" y="46053"/>
                  <a:pt x="383983" y="44907"/>
                  <a:pt x="390476" y="44907"/>
                </a:cubicBezTo>
                <a:cubicBezTo>
                  <a:pt x="397448" y="44907"/>
                  <a:pt x="403395" y="46069"/>
                  <a:pt x="408316" y="48393"/>
                </a:cubicBezTo>
                <a:cubicBezTo>
                  <a:pt x="413238" y="50717"/>
                  <a:pt x="417287" y="53844"/>
                  <a:pt x="420466" y="57775"/>
                </a:cubicBezTo>
                <a:cubicBezTo>
                  <a:pt x="423644" y="61705"/>
                  <a:pt x="425968" y="66267"/>
                  <a:pt x="427438" y="71462"/>
                </a:cubicBezTo>
                <a:cubicBezTo>
                  <a:pt x="428907" y="76657"/>
                  <a:pt x="429642" y="82125"/>
                  <a:pt x="429642" y="87867"/>
                </a:cubicBezTo>
                <a:lnTo>
                  <a:pt x="429642" y="90327"/>
                </a:lnTo>
                <a:moveTo>
                  <a:pt x="417031" y="86739"/>
                </a:moveTo>
                <a:cubicBezTo>
                  <a:pt x="417236" y="76896"/>
                  <a:pt x="414981" y="69206"/>
                  <a:pt x="410264" y="63670"/>
                </a:cubicBezTo>
                <a:cubicBezTo>
                  <a:pt x="405548" y="58133"/>
                  <a:pt x="398679" y="55365"/>
                  <a:pt x="389656" y="55365"/>
                </a:cubicBezTo>
                <a:cubicBezTo>
                  <a:pt x="385008" y="55365"/>
                  <a:pt x="380924" y="56237"/>
                  <a:pt x="377404" y="57980"/>
                </a:cubicBezTo>
                <a:cubicBezTo>
                  <a:pt x="373884" y="59723"/>
                  <a:pt x="370911" y="62030"/>
                  <a:pt x="368484" y="64900"/>
                </a:cubicBezTo>
                <a:cubicBezTo>
                  <a:pt x="366058" y="67771"/>
                  <a:pt x="364195" y="71103"/>
                  <a:pt x="362896" y="74897"/>
                </a:cubicBezTo>
                <a:cubicBezTo>
                  <a:pt x="361598" y="78690"/>
                  <a:pt x="360846" y="82638"/>
                  <a:pt x="360641" y="86739"/>
                </a:cubicBezTo>
                <a:lnTo>
                  <a:pt x="417031" y="86739"/>
                </a:lnTo>
                <a:close/>
                <a:moveTo>
                  <a:pt x="510222" y="141486"/>
                </a:moveTo>
                <a:cubicBezTo>
                  <a:pt x="510222" y="141896"/>
                  <a:pt x="510119" y="142273"/>
                  <a:pt x="509914" y="142617"/>
                </a:cubicBezTo>
                <a:cubicBezTo>
                  <a:pt x="509709" y="142958"/>
                  <a:pt x="509384" y="143232"/>
                  <a:pt x="508940" y="143437"/>
                </a:cubicBezTo>
                <a:cubicBezTo>
                  <a:pt x="508496" y="143642"/>
                  <a:pt x="507880" y="143813"/>
                  <a:pt x="507094" y="143949"/>
                </a:cubicBezTo>
                <a:cubicBezTo>
                  <a:pt x="506308" y="144086"/>
                  <a:pt x="505300" y="144155"/>
                  <a:pt x="504070" y="144155"/>
                </a:cubicBezTo>
                <a:cubicBezTo>
                  <a:pt x="502908" y="144155"/>
                  <a:pt x="501934" y="144086"/>
                  <a:pt x="501148" y="143949"/>
                </a:cubicBezTo>
                <a:cubicBezTo>
                  <a:pt x="500362" y="143813"/>
                  <a:pt x="499729" y="143642"/>
                  <a:pt x="499251" y="143437"/>
                </a:cubicBezTo>
                <a:cubicBezTo>
                  <a:pt x="498773" y="143232"/>
                  <a:pt x="498448" y="142958"/>
                  <a:pt x="498277" y="142617"/>
                </a:cubicBezTo>
                <a:cubicBezTo>
                  <a:pt x="498106" y="142273"/>
                  <a:pt x="498021" y="141896"/>
                  <a:pt x="498021" y="141486"/>
                </a:cubicBezTo>
                <a:lnTo>
                  <a:pt x="498021" y="48602"/>
                </a:lnTo>
                <a:cubicBezTo>
                  <a:pt x="498021" y="48191"/>
                  <a:pt x="498106" y="47815"/>
                  <a:pt x="498277" y="47474"/>
                </a:cubicBezTo>
                <a:cubicBezTo>
                  <a:pt x="498448" y="47130"/>
                  <a:pt x="498773" y="46838"/>
                  <a:pt x="499251" y="46599"/>
                </a:cubicBezTo>
                <a:cubicBezTo>
                  <a:pt x="499729" y="46360"/>
                  <a:pt x="500362" y="46189"/>
                  <a:pt x="501148" y="46086"/>
                </a:cubicBezTo>
                <a:cubicBezTo>
                  <a:pt x="501934" y="45984"/>
                  <a:pt x="502908" y="45933"/>
                  <a:pt x="504070" y="45933"/>
                </a:cubicBezTo>
                <a:cubicBezTo>
                  <a:pt x="505300" y="45933"/>
                  <a:pt x="506308" y="45984"/>
                  <a:pt x="507094" y="46086"/>
                </a:cubicBezTo>
                <a:cubicBezTo>
                  <a:pt x="507880" y="46189"/>
                  <a:pt x="508496" y="46360"/>
                  <a:pt x="508940" y="46599"/>
                </a:cubicBezTo>
                <a:cubicBezTo>
                  <a:pt x="509384" y="46838"/>
                  <a:pt x="509709" y="47130"/>
                  <a:pt x="509914" y="47474"/>
                </a:cubicBezTo>
                <a:cubicBezTo>
                  <a:pt x="510119" y="47815"/>
                  <a:pt x="510222" y="48191"/>
                  <a:pt x="510222" y="48602"/>
                </a:cubicBezTo>
                <a:lnTo>
                  <a:pt x="510222" y="141486"/>
                </a:lnTo>
                <a:moveTo>
                  <a:pt x="512067" y="17173"/>
                </a:moveTo>
                <a:cubicBezTo>
                  <a:pt x="512067" y="20474"/>
                  <a:pt x="511486" y="22709"/>
                  <a:pt x="510324" y="23879"/>
                </a:cubicBezTo>
                <a:cubicBezTo>
                  <a:pt x="509162" y="25048"/>
                  <a:pt x="507043" y="25632"/>
                  <a:pt x="503967" y="25632"/>
                </a:cubicBezTo>
                <a:cubicBezTo>
                  <a:pt x="500960" y="25632"/>
                  <a:pt x="498892" y="25065"/>
                  <a:pt x="497764" y="23931"/>
                </a:cubicBezTo>
                <a:cubicBezTo>
                  <a:pt x="496637" y="22796"/>
                  <a:pt x="496073" y="20578"/>
                  <a:pt x="496073" y="17276"/>
                </a:cubicBezTo>
                <a:cubicBezTo>
                  <a:pt x="496073" y="13976"/>
                  <a:pt x="496654" y="11742"/>
                  <a:pt x="497816" y="10573"/>
                </a:cubicBezTo>
                <a:cubicBezTo>
                  <a:pt x="498978" y="9403"/>
                  <a:pt x="501097" y="8817"/>
                  <a:pt x="504172" y="8817"/>
                </a:cubicBezTo>
                <a:cubicBezTo>
                  <a:pt x="507180" y="8817"/>
                  <a:pt x="509248" y="9385"/>
                  <a:pt x="510375" y="10519"/>
                </a:cubicBezTo>
                <a:cubicBezTo>
                  <a:pt x="511503" y="11653"/>
                  <a:pt x="512067" y="13871"/>
                  <a:pt x="512067" y="17173"/>
                </a:cubicBezTo>
                <a:close/>
                <a:moveTo>
                  <a:pt x="627788" y="51828"/>
                </a:moveTo>
                <a:cubicBezTo>
                  <a:pt x="627788" y="53761"/>
                  <a:pt x="627480" y="55108"/>
                  <a:pt x="626865" y="55868"/>
                </a:cubicBezTo>
                <a:cubicBezTo>
                  <a:pt x="626250" y="56627"/>
                  <a:pt x="625464" y="57006"/>
                  <a:pt x="624507" y="57006"/>
                </a:cubicBezTo>
                <a:lnTo>
                  <a:pt x="609845" y="57006"/>
                </a:lnTo>
                <a:cubicBezTo>
                  <a:pt x="612716" y="59923"/>
                  <a:pt x="614715" y="63095"/>
                  <a:pt x="615843" y="66522"/>
                </a:cubicBezTo>
                <a:cubicBezTo>
                  <a:pt x="616971" y="69946"/>
                  <a:pt x="617535" y="73558"/>
                  <a:pt x="617535" y="77357"/>
                </a:cubicBezTo>
                <a:cubicBezTo>
                  <a:pt x="617535" y="82612"/>
                  <a:pt x="616698" y="87287"/>
                  <a:pt x="615023" y="91381"/>
                </a:cubicBezTo>
                <a:cubicBezTo>
                  <a:pt x="613348" y="95476"/>
                  <a:pt x="610973" y="98940"/>
                  <a:pt x="607897" y="101772"/>
                </a:cubicBezTo>
                <a:cubicBezTo>
                  <a:pt x="604822" y="104604"/>
                  <a:pt x="601165" y="106771"/>
                  <a:pt x="596927" y="108273"/>
                </a:cubicBezTo>
                <a:cubicBezTo>
                  <a:pt x="592689" y="109775"/>
                  <a:pt x="588007" y="110525"/>
                  <a:pt x="582880" y="110525"/>
                </a:cubicBezTo>
                <a:cubicBezTo>
                  <a:pt x="578711" y="110525"/>
                  <a:pt x="574747" y="109945"/>
                  <a:pt x="570987" y="108786"/>
                </a:cubicBezTo>
                <a:cubicBezTo>
                  <a:pt x="567228" y="107626"/>
                  <a:pt x="564289" y="106192"/>
                  <a:pt x="562170" y="104486"/>
                </a:cubicBezTo>
                <a:cubicBezTo>
                  <a:pt x="560803" y="105859"/>
                  <a:pt x="559675" y="107439"/>
                  <a:pt x="558786" y="109225"/>
                </a:cubicBezTo>
                <a:cubicBezTo>
                  <a:pt x="557898" y="111010"/>
                  <a:pt x="557454" y="113070"/>
                  <a:pt x="557454" y="115405"/>
                </a:cubicBezTo>
                <a:cubicBezTo>
                  <a:pt x="557454" y="118013"/>
                  <a:pt x="558701" y="120210"/>
                  <a:pt x="561196" y="121996"/>
                </a:cubicBezTo>
                <a:cubicBezTo>
                  <a:pt x="563691" y="123781"/>
                  <a:pt x="566920" y="124743"/>
                  <a:pt x="570885" y="124879"/>
                </a:cubicBezTo>
                <a:lnTo>
                  <a:pt x="596004" y="125908"/>
                </a:lnTo>
                <a:cubicBezTo>
                  <a:pt x="600242" y="126044"/>
                  <a:pt x="604223" y="126627"/>
                  <a:pt x="607949" y="127654"/>
                </a:cubicBezTo>
                <a:cubicBezTo>
                  <a:pt x="611674" y="128679"/>
                  <a:pt x="614938" y="130202"/>
                  <a:pt x="617740" y="132223"/>
                </a:cubicBezTo>
                <a:cubicBezTo>
                  <a:pt x="620542" y="134244"/>
                  <a:pt x="622764" y="136727"/>
                  <a:pt x="624404" y="139672"/>
                </a:cubicBezTo>
                <a:cubicBezTo>
                  <a:pt x="626045" y="142616"/>
                  <a:pt x="626865" y="146073"/>
                  <a:pt x="626865" y="150044"/>
                </a:cubicBezTo>
                <a:cubicBezTo>
                  <a:pt x="626865" y="154153"/>
                  <a:pt x="626028" y="158091"/>
                  <a:pt x="624353" y="161857"/>
                </a:cubicBezTo>
                <a:cubicBezTo>
                  <a:pt x="622678" y="165622"/>
                  <a:pt x="620081" y="168926"/>
                  <a:pt x="616561" y="171767"/>
                </a:cubicBezTo>
                <a:cubicBezTo>
                  <a:pt x="613041" y="174610"/>
                  <a:pt x="608547" y="176870"/>
                  <a:pt x="603079" y="178546"/>
                </a:cubicBezTo>
                <a:cubicBezTo>
                  <a:pt x="597610" y="180225"/>
                  <a:pt x="591083" y="181065"/>
                  <a:pt x="583496" y="181065"/>
                </a:cubicBezTo>
                <a:cubicBezTo>
                  <a:pt x="576250" y="181065"/>
                  <a:pt x="570082" y="180431"/>
                  <a:pt x="564989" y="179165"/>
                </a:cubicBezTo>
                <a:cubicBezTo>
                  <a:pt x="559897" y="177900"/>
                  <a:pt x="555728" y="176156"/>
                  <a:pt x="552481" y="173933"/>
                </a:cubicBezTo>
                <a:cubicBezTo>
                  <a:pt x="549234" y="171711"/>
                  <a:pt x="546876" y="169096"/>
                  <a:pt x="545406" y="166086"/>
                </a:cubicBezTo>
                <a:cubicBezTo>
                  <a:pt x="543937" y="163076"/>
                  <a:pt x="543202" y="159826"/>
                  <a:pt x="543202" y="156336"/>
                </a:cubicBezTo>
                <a:cubicBezTo>
                  <a:pt x="543202" y="153944"/>
                  <a:pt x="543476" y="151687"/>
                  <a:pt x="544022" y="149566"/>
                </a:cubicBezTo>
                <a:cubicBezTo>
                  <a:pt x="544569" y="147445"/>
                  <a:pt x="545406" y="145428"/>
                  <a:pt x="546534" y="143514"/>
                </a:cubicBezTo>
                <a:cubicBezTo>
                  <a:pt x="547662" y="141598"/>
                  <a:pt x="549063" y="139751"/>
                  <a:pt x="550738" y="137974"/>
                </a:cubicBezTo>
                <a:cubicBezTo>
                  <a:pt x="552413" y="136195"/>
                  <a:pt x="554343" y="134381"/>
                  <a:pt x="556531" y="132534"/>
                </a:cubicBezTo>
                <a:cubicBezTo>
                  <a:pt x="553045" y="130748"/>
                  <a:pt x="550482" y="128585"/>
                  <a:pt x="548841" y="126046"/>
                </a:cubicBezTo>
                <a:cubicBezTo>
                  <a:pt x="547201" y="123506"/>
                  <a:pt x="546380" y="120794"/>
                  <a:pt x="546380" y="117911"/>
                </a:cubicBezTo>
                <a:cubicBezTo>
                  <a:pt x="546380" y="113656"/>
                  <a:pt x="547201" y="109897"/>
                  <a:pt x="548841" y="106636"/>
                </a:cubicBezTo>
                <a:cubicBezTo>
                  <a:pt x="550482" y="103374"/>
                  <a:pt x="552464" y="100439"/>
                  <a:pt x="554788" y="97831"/>
                </a:cubicBezTo>
                <a:cubicBezTo>
                  <a:pt x="552806" y="95238"/>
                  <a:pt x="551268" y="92406"/>
                  <a:pt x="550174" y="89334"/>
                </a:cubicBezTo>
                <a:cubicBezTo>
                  <a:pt x="549080" y="86262"/>
                  <a:pt x="548534" y="82578"/>
                  <a:pt x="548534" y="78280"/>
                </a:cubicBezTo>
                <a:cubicBezTo>
                  <a:pt x="548534" y="73092"/>
                  <a:pt x="549388" y="68434"/>
                  <a:pt x="551097" y="64308"/>
                </a:cubicBezTo>
                <a:cubicBezTo>
                  <a:pt x="552806" y="60179"/>
                  <a:pt x="555181" y="56681"/>
                  <a:pt x="558222" y="53814"/>
                </a:cubicBezTo>
                <a:cubicBezTo>
                  <a:pt x="561264" y="50948"/>
                  <a:pt x="564904" y="48747"/>
                  <a:pt x="569142" y="47211"/>
                </a:cubicBezTo>
                <a:cubicBezTo>
                  <a:pt x="573380" y="45675"/>
                  <a:pt x="578027" y="44907"/>
                  <a:pt x="583086" y="44907"/>
                </a:cubicBezTo>
                <a:cubicBezTo>
                  <a:pt x="585751" y="44907"/>
                  <a:pt x="588263" y="45061"/>
                  <a:pt x="590621" y="45369"/>
                </a:cubicBezTo>
                <a:cubicBezTo>
                  <a:pt x="592980" y="45676"/>
                  <a:pt x="595150" y="46069"/>
                  <a:pt x="597132" y="46548"/>
                </a:cubicBezTo>
                <a:lnTo>
                  <a:pt x="624507" y="46548"/>
                </a:lnTo>
                <a:cubicBezTo>
                  <a:pt x="625669" y="46548"/>
                  <a:pt x="626506" y="46996"/>
                  <a:pt x="627019" y="47893"/>
                </a:cubicBezTo>
                <a:cubicBezTo>
                  <a:pt x="627531" y="48791"/>
                  <a:pt x="627788" y="50102"/>
                  <a:pt x="627788" y="51828"/>
                </a:cubicBezTo>
                <a:moveTo>
                  <a:pt x="604924" y="77563"/>
                </a:moveTo>
                <a:cubicBezTo>
                  <a:pt x="604924" y="70539"/>
                  <a:pt x="602993" y="65050"/>
                  <a:pt x="599131" y="61094"/>
                </a:cubicBezTo>
                <a:cubicBezTo>
                  <a:pt x="595269" y="57138"/>
                  <a:pt x="589784" y="55160"/>
                  <a:pt x="582675" y="55160"/>
                </a:cubicBezTo>
                <a:cubicBezTo>
                  <a:pt x="579053" y="55160"/>
                  <a:pt x="575874" y="55774"/>
                  <a:pt x="573140" y="57002"/>
                </a:cubicBezTo>
                <a:cubicBezTo>
                  <a:pt x="570406" y="58229"/>
                  <a:pt x="568151" y="59899"/>
                  <a:pt x="566373" y="62014"/>
                </a:cubicBezTo>
                <a:cubicBezTo>
                  <a:pt x="564596" y="64128"/>
                  <a:pt x="563263" y="66583"/>
                  <a:pt x="562375" y="69380"/>
                </a:cubicBezTo>
                <a:cubicBezTo>
                  <a:pt x="561486" y="72176"/>
                  <a:pt x="561042" y="75142"/>
                  <a:pt x="561042" y="78280"/>
                </a:cubicBezTo>
                <a:cubicBezTo>
                  <a:pt x="561042" y="85098"/>
                  <a:pt x="562973" y="90468"/>
                  <a:pt x="566835" y="94390"/>
                </a:cubicBezTo>
                <a:cubicBezTo>
                  <a:pt x="570697" y="98312"/>
                  <a:pt x="576114" y="100273"/>
                  <a:pt x="583086" y="100273"/>
                </a:cubicBezTo>
                <a:cubicBezTo>
                  <a:pt x="586777" y="100273"/>
                  <a:pt x="590006" y="99659"/>
                  <a:pt x="592774" y="98433"/>
                </a:cubicBezTo>
                <a:cubicBezTo>
                  <a:pt x="595543" y="97205"/>
                  <a:pt x="597815" y="95551"/>
                  <a:pt x="599593" y="93470"/>
                </a:cubicBezTo>
                <a:cubicBezTo>
                  <a:pt x="601370" y="91390"/>
                  <a:pt x="602703" y="88969"/>
                  <a:pt x="603591" y="86207"/>
                </a:cubicBezTo>
                <a:cubicBezTo>
                  <a:pt x="604480" y="83445"/>
                  <a:pt x="604924" y="80564"/>
                  <a:pt x="604924" y="77563"/>
                </a:cubicBezTo>
                <a:moveTo>
                  <a:pt x="614664" y="150761"/>
                </a:moveTo>
                <a:cubicBezTo>
                  <a:pt x="614664" y="146237"/>
                  <a:pt x="612836" y="142776"/>
                  <a:pt x="609179" y="140377"/>
                </a:cubicBezTo>
                <a:cubicBezTo>
                  <a:pt x="605522" y="137976"/>
                  <a:pt x="600618" y="136673"/>
                  <a:pt x="594466" y="136468"/>
                </a:cubicBezTo>
                <a:lnTo>
                  <a:pt x="567501" y="135542"/>
                </a:lnTo>
                <a:cubicBezTo>
                  <a:pt x="565041" y="137462"/>
                  <a:pt x="563024" y="139279"/>
                  <a:pt x="561452" y="140992"/>
                </a:cubicBezTo>
                <a:cubicBezTo>
                  <a:pt x="559880" y="142705"/>
                  <a:pt x="558633" y="144367"/>
                  <a:pt x="557710" y="145978"/>
                </a:cubicBezTo>
                <a:cubicBezTo>
                  <a:pt x="556787" y="147590"/>
                  <a:pt x="556155" y="149168"/>
                  <a:pt x="555813" y="150710"/>
                </a:cubicBezTo>
                <a:cubicBezTo>
                  <a:pt x="555471" y="152252"/>
                  <a:pt x="555300" y="153811"/>
                  <a:pt x="555300" y="155388"/>
                </a:cubicBezTo>
                <a:cubicBezTo>
                  <a:pt x="555300" y="160461"/>
                  <a:pt x="557847" y="164299"/>
                  <a:pt x="562939" y="166903"/>
                </a:cubicBezTo>
                <a:cubicBezTo>
                  <a:pt x="568031" y="169509"/>
                  <a:pt x="575123" y="170812"/>
                  <a:pt x="584213" y="170812"/>
                </a:cubicBezTo>
                <a:cubicBezTo>
                  <a:pt x="589955" y="170812"/>
                  <a:pt x="594757" y="170246"/>
                  <a:pt x="598619" y="169114"/>
                </a:cubicBezTo>
                <a:cubicBezTo>
                  <a:pt x="602480" y="167984"/>
                  <a:pt x="605608" y="166493"/>
                  <a:pt x="608000" y="164641"/>
                </a:cubicBezTo>
                <a:cubicBezTo>
                  <a:pt x="610392" y="162791"/>
                  <a:pt x="612101" y="160666"/>
                  <a:pt x="613126" y="158265"/>
                </a:cubicBezTo>
                <a:cubicBezTo>
                  <a:pt x="614152" y="155866"/>
                  <a:pt x="614664" y="153365"/>
                  <a:pt x="614664" y="150761"/>
                </a:cubicBezTo>
                <a:close/>
                <a:moveTo>
                  <a:pt x="717531" y="141489"/>
                </a:moveTo>
                <a:cubicBezTo>
                  <a:pt x="717531" y="141899"/>
                  <a:pt x="717429" y="142275"/>
                  <a:pt x="717224" y="142617"/>
                </a:cubicBezTo>
                <a:cubicBezTo>
                  <a:pt x="717018" y="142958"/>
                  <a:pt x="716694" y="143232"/>
                  <a:pt x="716249" y="143437"/>
                </a:cubicBezTo>
                <a:cubicBezTo>
                  <a:pt x="715805" y="143642"/>
                  <a:pt x="715190" y="143813"/>
                  <a:pt x="714404" y="143949"/>
                </a:cubicBezTo>
                <a:cubicBezTo>
                  <a:pt x="713618" y="144086"/>
                  <a:pt x="712644" y="144155"/>
                  <a:pt x="711482" y="144155"/>
                </a:cubicBezTo>
                <a:cubicBezTo>
                  <a:pt x="710252" y="144155"/>
                  <a:pt x="709243" y="144086"/>
                  <a:pt x="708457" y="143949"/>
                </a:cubicBezTo>
                <a:cubicBezTo>
                  <a:pt x="707671" y="143813"/>
                  <a:pt x="707056" y="143642"/>
                  <a:pt x="706612" y="143437"/>
                </a:cubicBezTo>
                <a:cubicBezTo>
                  <a:pt x="706168" y="143232"/>
                  <a:pt x="705843" y="142958"/>
                  <a:pt x="705638" y="142617"/>
                </a:cubicBezTo>
                <a:cubicBezTo>
                  <a:pt x="705433" y="142275"/>
                  <a:pt x="705330" y="141899"/>
                  <a:pt x="705330" y="141489"/>
                </a:cubicBezTo>
                <a:lnTo>
                  <a:pt x="705330" y="86431"/>
                </a:lnTo>
                <a:cubicBezTo>
                  <a:pt x="705330" y="80690"/>
                  <a:pt x="704886" y="76025"/>
                  <a:pt x="703997" y="72436"/>
                </a:cubicBezTo>
                <a:cubicBezTo>
                  <a:pt x="703109" y="68848"/>
                  <a:pt x="701776" y="65772"/>
                  <a:pt x="699999" y="63209"/>
                </a:cubicBezTo>
                <a:cubicBezTo>
                  <a:pt x="698222" y="60645"/>
                  <a:pt x="695949" y="58663"/>
                  <a:pt x="693181" y="57262"/>
                </a:cubicBezTo>
                <a:cubicBezTo>
                  <a:pt x="690412" y="55861"/>
                  <a:pt x="687183" y="55160"/>
                  <a:pt x="683492" y="55160"/>
                </a:cubicBezTo>
                <a:cubicBezTo>
                  <a:pt x="678775" y="55160"/>
                  <a:pt x="674059" y="56835"/>
                  <a:pt x="669343" y="60184"/>
                </a:cubicBezTo>
                <a:cubicBezTo>
                  <a:pt x="664627" y="63533"/>
                  <a:pt x="659671" y="68455"/>
                  <a:pt x="654476" y="74948"/>
                </a:cubicBezTo>
                <a:lnTo>
                  <a:pt x="654476" y="141489"/>
                </a:lnTo>
                <a:cubicBezTo>
                  <a:pt x="654476" y="141899"/>
                  <a:pt x="654374" y="142275"/>
                  <a:pt x="654169" y="142617"/>
                </a:cubicBezTo>
                <a:cubicBezTo>
                  <a:pt x="653964" y="142958"/>
                  <a:pt x="653639" y="143232"/>
                  <a:pt x="653195" y="143437"/>
                </a:cubicBezTo>
                <a:cubicBezTo>
                  <a:pt x="652750" y="143642"/>
                  <a:pt x="652135" y="143813"/>
                  <a:pt x="651349" y="143949"/>
                </a:cubicBezTo>
                <a:cubicBezTo>
                  <a:pt x="650563" y="144086"/>
                  <a:pt x="649555" y="144155"/>
                  <a:pt x="648325" y="144155"/>
                </a:cubicBezTo>
                <a:cubicBezTo>
                  <a:pt x="647163" y="144155"/>
                  <a:pt x="646189" y="144086"/>
                  <a:pt x="645403" y="143949"/>
                </a:cubicBezTo>
                <a:cubicBezTo>
                  <a:pt x="644616" y="143813"/>
                  <a:pt x="643984" y="143642"/>
                  <a:pt x="643506" y="143437"/>
                </a:cubicBezTo>
                <a:cubicBezTo>
                  <a:pt x="643027" y="143232"/>
                  <a:pt x="642703" y="142958"/>
                  <a:pt x="642532" y="142617"/>
                </a:cubicBezTo>
                <a:cubicBezTo>
                  <a:pt x="642361" y="142273"/>
                  <a:pt x="642275" y="141896"/>
                  <a:pt x="642275" y="141486"/>
                </a:cubicBezTo>
                <a:lnTo>
                  <a:pt x="642275" y="48602"/>
                </a:lnTo>
                <a:cubicBezTo>
                  <a:pt x="642275" y="48191"/>
                  <a:pt x="642361" y="47815"/>
                  <a:pt x="642532" y="47474"/>
                </a:cubicBezTo>
                <a:cubicBezTo>
                  <a:pt x="642703" y="47130"/>
                  <a:pt x="643027" y="46838"/>
                  <a:pt x="643506" y="46599"/>
                </a:cubicBezTo>
                <a:cubicBezTo>
                  <a:pt x="643984" y="46360"/>
                  <a:pt x="644582" y="46189"/>
                  <a:pt x="645300" y="46086"/>
                </a:cubicBezTo>
                <a:cubicBezTo>
                  <a:pt x="646018" y="45984"/>
                  <a:pt x="646958" y="45933"/>
                  <a:pt x="648120" y="45933"/>
                </a:cubicBezTo>
                <a:cubicBezTo>
                  <a:pt x="649282" y="45933"/>
                  <a:pt x="650238" y="45984"/>
                  <a:pt x="650990" y="46086"/>
                </a:cubicBezTo>
                <a:cubicBezTo>
                  <a:pt x="651742" y="46189"/>
                  <a:pt x="652323" y="46360"/>
                  <a:pt x="652733" y="46599"/>
                </a:cubicBezTo>
                <a:cubicBezTo>
                  <a:pt x="653143" y="46838"/>
                  <a:pt x="653434" y="47130"/>
                  <a:pt x="653605" y="47474"/>
                </a:cubicBezTo>
                <a:cubicBezTo>
                  <a:pt x="653776" y="47815"/>
                  <a:pt x="653861" y="48191"/>
                  <a:pt x="653861" y="48602"/>
                </a:cubicBezTo>
                <a:lnTo>
                  <a:pt x="653861" y="61738"/>
                </a:lnTo>
                <a:cubicBezTo>
                  <a:pt x="659193" y="55821"/>
                  <a:pt x="664422" y="51537"/>
                  <a:pt x="669548" y="48887"/>
                </a:cubicBezTo>
                <a:cubicBezTo>
                  <a:pt x="674674" y="46234"/>
                  <a:pt x="679767" y="44907"/>
                  <a:pt x="684825" y="44907"/>
                </a:cubicBezTo>
                <a:cubicBezTo>
                  <a:pt x="690908" y="44907"/>
                  <a:pt x="696034" y="45933"/>
                  <a:pt x="700204" y="47983"/>
                </a:cubicBezTo>
                <a:cubicBezTo>
                  <a:pt x="704373" y="50034"/>
                  <a:pt x="707740" y="52802"/>
                  <a:pt x="710303" y="56288"/>
                </a:cubicBezTo>
                <a:cubicBezTo>
                  <a:pt x="712866" y="59774"/>
                  <a:pt x="714712" y="63841"/>
                  <a:pt x="715839" y="68489"/>
                </a:cubicBezTo>
                <a:cubicBezTo>
                  <a:pt x="716967" y="73137"/>
                  <a:pt x="717531" y="78742"/>
                  <a:pt x="717531" y="85303"/>
                </a:cubicBezTo>
                <a:lnTo>
                  <a:pt x="717531" y="141489"/>
                </a:lnTo>
                <a:close/>
                <a:moveTo>
                  <a:pt x="835059" y="94172"/>
                </a:moveTo>
                <a:cubicBezTo>
                  <a:pt x="835059" y="101561"/>
                  <a:pt x="834102" y="108368"/>
                  <a:pt x="832188" y="114594"/>
                </a:cubicBezTo>
                <a:cubicBezTo>
                  <a:pt x="830274" y="120821"/>
                  <a:pt x="827420" y="126227"/>
                  <a:pt x="823627" y="130813"/>
                </a:cubicBezTo>
                <a:cubicBezTo>
                  <a:pt x="819833" y="135397"/>
                  <a:pt x="815100" y="138972"/>
                  <a:pt x="809427" y="141537"/>
                </a:cubicBezTo>
                <a:cubicBezTo>
                  <a:pt x="803753" y="144102"/>
                  <a:pt x="797157" y="145385"/>
                  <a:pt x="789639" y="145385"/>
                </a:cubicBezTo>
                <a:cubicBezTo>
                  <a:pt x="782393" y="145385"/>
                  <a:pt x="776054" y="144239"/>
                  <a:pt x="770620" y="141947"/>
                </a:cubicBezTo>
                <a:cubicBezTo>
                  <a:pt x="765186" y="139655"/>
                  <a:pt x="760640" y="136371"/>
                  <a:pt x="756983" y="132095"/>
                </a:cubicBezTo>
                <a:cubicBezTo>
                  <a:pt x="753327" y="127818"/>
                  <a:pt x="750592" y="122635"/>
                  <a:pt x="748781" y="116546"/>
                </a:cubicBezTo>
                <a:cubicBezTo>
                  <a:pt x="746970" y="110456"/>
                  <a:pt x="746064" y="103579"/>
                  <a:pt x="746064" y="95915"/>
                </a:cubicBezTo>
                <a:cubicBezTo>
                  <a:pt x="746064" y="88527"/>
                  <a:pt x="747004" y="81719"/>
                  <a:pt x="748884" y="75493"/>
                </a:cubicBezTo>
                <a:cubicBezTo>
                  <a:pt x="750763" y="69266"/>
                  <a:pt x="753600" y="63878"/>
                  <a:pt x="757394" y="59329"/>
                </a:cubicBezTo>
                <a:cubicBezTo>
                  <a:pt x="761187" y="54777"/>
                  <a:pt x="765920" y="51235"/>
                  <a:pt x="771594" y="48704"/>
                </a:cubicBezTo>
                <a:cubicBezTo>
                  <a:pt x="777267" y="46173"/>
                  <a:pt x="783897" y="44907"/>
                  <a:pt x="791484" y="44907"/>
                </a:cubicBezTo>
                <a:cubicBezTo>
                  <a:pt x="798729" y="44907"/>
                  <a:pt x="805069" y="46036"/>
                  <a:pt x="810503" y="48294"/>
                </a:cubicBezTo>
                <a:cubicBezTo>
                  <a:pt x="815937" y="50552"/>
                  <a:pt x="820465" y="53819"/>
                  <a:pt x="824088" y="58095"/>
                </a:cubicBezTo>
                <a:cubicBezTo>
                  <a:pt x="827711" y="62371"/>
                  <a:pt x="830445" y="67554"/>
                  <a:pt x="832290" y="73644"/>
                </a:cubicBezTo>
                <a:cubicBezTo>
                  <a:pt x="834136" y="79734"/>
                  <a:pt x="835059" y="86576"/>
                  <a:pt x="835059" y="94172"/>
                </a:cubicBezTo>
                <a:moveTo>
                  <a:pt x="822140" y="95300"/>
                </a:moveTo>
                <a:cubicBezTo>
                  <a:pt x="822140" y="90030"/>
                  <a:pt x="821627" y="85000"/>
                  <a:pt x="820602" y="80209"/>
                </a:cubicBezTo>
                <a:cubicBezTo>
                  <a:pt x="819577" y="75418"/>
                  <a:pt x="817868" y="71192"/>
                  <a:pt x="815476" y="67531"/>
                </a:cubicBezTo>
                <a:cubicBezTo>
                  <a:pt x="813083" y="63870"/>
                  <a:pt x="809871" y="60962"/>
                  <a:pt x="805838" y="58806"/>
                </a:cubicBezTo>
                <a:cubicBezTo>
                  <a:pt x="801805" y="56649"/>
                  <a:pt x="796781" y="55570"/>
                  <a:pt x="790766" y="55570"/>
                </a:cubicBezTo>
                <a:cubicBezTo>
                  <a:pt x="785230" y="55570"/>
                  <a:pt x="780445" y="56562"/>
                  <a:pt x="776412" y="58547"/>
                </a:cubicBezTo>
                <a:cubicBezTo>
                  <a:pt x="772380" y="60531"/>
                  <a:pt x="769082" y="63287"/>
                  <a:pt x="766519" y="66813"/>
                </a:cubicBezTo>
                <a:cubicBezTo>
                  <a:pt x="763955" y="70338"/>
                  <a:pt x="762059" y="74495"/>
                  <a:pt x="760828" y="79286"/>
                </a:cubicBezTo>
                <a:cubicBezTo>
                  <a:pt x="759598" y="84077"/>
                  <a:pt x="758983" y="89244"/>
                  <a:pt x="758983" y="94787"/>
                </a:cubicBezTo>
                <a:cubicBezTo>
                  <a:pt x="758983" y="100125"/>
                  <a:pt x="759495" y="105207"/>
                  <a:pt x="760521" y="110032"/>
                </a:cubicBezTo>
                <a:cubicBezTo>
                  <a:pt x="761546" y="114857"/>
                  <a:pt x="763255" y="119083"/>
                  <a:pt x="765647" y="122710"/>
                </a:cubicBezTo>
                <a:cubicBezTo>
                  <a:pt x="768039" y="126337"/>
                  <a:pt x="771252" y="129212"/>
                  <a:pt x="775285" y="131335"/>
                </a:cubicBezTo>
                <a:cubicBezTo>
                  <a:pt x="779317" y="133456"/>
                  <a:pt x="784341" y="134517"/>
                  <a:pt x="790356" y="134517"/>
                </a:cubicBezTo>
                <a:cubicBezTo>
                  <a:pt x="795893" y="134517"/>
                  <a:pt x="800677" y="133525"/>
                  <a:pt x="804710" y="131540"/>
                </a:cubicBezTo>
                <a:cubicBezTo>
                  <a:pt x="808743" y="129556"/>
                  <a:pt x="812041" y="126819"/>
                  <a:pt x="814604" y="123329"/>
                </a:cubicBezTo>
                <a:cubicBezTo>
                  <a:pt x="817167" y="119836"/>
                  <a:pt x="819064" y="115696"/>
                  <a:pt x="820295" y="110907"/>
                </a:cubicBezTo>
                <a:cubicBezTo>
                  <a:pt x="821525" y="106116"/>
                  <a:pt x="822140" y="100913"/>
                  <a:pt x="822140" y="95300"/>
                </a:cubicBezTo>
                <a:close/>
                <a:moveTo>
                  <a:pt x="915061" y="53494"/>
                </a:moveTo>
                <a:cubicBezTo>
                  <a:pt x="915061" y="54528"/>
                  <a:pt x="915027" y="55406"/>
                  <a:pt x="914958" y="56128"/>
                </a:cubicBezTo>
                <a:cubicBezTo>
                  <a:pt x="914890" y="56850"/>
                  <a:pt x="914770" y="57433"/>
                  <a:pt x="914600" y="57877"/>
                </a:cubicBezTo>
                <a:cubicBezTo>
                  <a:pt x="914429" y="58321"/>
                  <a:pt x="914224" y="58663"/>
                  <a:pt x="913984" y="58902"/>
                </a:cubicBezTo>
                <a:cubicBezTo>
                  <a:pt x="913745" y="59142"/>
                  <a:pt x="913420" y="59261"/>
                  <a:pt x="913010" y="59261"/>
                </a:cubicBezTo>
                <a:cubicBezTo>
                  <a:pt x="912395" y="59261"/>
                  <a:pt x="911677" y="59107"/>
                  <a:pt x="910857" y="58800"/>
                </a:cubicBezTo>
                <a:cubicBezTo>
                  <a:pt x="910037" y="58492"/>
                  <a:pt x="909080" y="58168"/>
                  <a:pt x="907986" y="57826"/>
                </a:cubicBezTo>
                <a:cubicBezTo>
                  <a:pt x="906893" y="57484"/>
                  <a:pt x="905697" y="57159"/>
                  <a:pt x="904398" y="56852"/>
                </a:cubicBezTo>
                <a:cubicBezTo>
                  <a:pt x="903099" y="56544"/>
                  <a:pt x="901664" y="56390"/>
                  <a:pt x="900092" y="56390"/>
                </a:cubicBezTo>
                <a:cubicBezTo>
                  <a:pt x="898246" y="56390"/>
                  <a:pt x="896435" y="56780"/>
                  <a:pt x="894658" y="57560"/>
                </a:cubicBezTo>
                <a:cubicBezTo>
                  <a:pt x="892881" y="58340"/>
                  <a:pt x="891018" y="59594"/>
                  <a:pt x="889070" y="61325"/>
                </a:cubicBezTo>
                <a:cubicBezTo>
                  <a:pt x="887122" y="63055"/>
                  <a:pt x="885071" y="65345"/>
                  <a:pt x="882918" y="68194"/>
                </a:cubicBezTo>
                <a:cubicBezTo>
                  <a:pt x="880765" y="71043"/>
                  <a:pt x="878390" y="74537"/>
                  <a:pt x="875793" y="78674"/>
                </a:cubicBezTo>
                <a:lnTo>
                  <a:pt x="875793" y="141486"/>
                </a:lnTo>
                <a:cubicBezTo>
                  <a:pt x="875793" y="141896"/>
                  <a:pt x="875690" y="142273"/>
                  <a:pt x="875485" y="142617"/>
                </a:cubicBezTo>
                <a:cubicBezTo>
                  <a:pt x="875280" y="142958"/>
                  <a:pt x="874955" y="143232"/>
                  <a:pt x="874511" y="143437"/>
                </a:cubicBezTo>
                <a:cubicBezTo>
                  <a:pt x="874067" y="143642"/>
                  <a:pt x="873452" y="143813"/>
                  <a:pt x="872666" y="143949"/>
                </a:cubicBezTo>
                <a:cubicBezTo>
                  <a:pt x="871879" y="144086"/>
                  <a:pt x="870871" y="144155"/>
                  <a:pt x="869641" y="144155"/>
                </a:cubicBezTo>
                <a:cubicBezTo>
                  <a:pt x="868479" y="144155"/>
                  <a:pt x="867505" y="144086"/>
                  <a:pt x="866719" y="143949"/>
                </a:cubicBezTo>
                <a:cubicBezTo>
                  <a:pt x="865933" y="143813"/>
                  <a:pt x="865301" y="143642"/>
                  <a:pt x="864822" y="143437"/>
                </a:cubicBezTo>
                <a:cubicBezTo>
                  <a:pt x="864344" y="143232"/>
                  <a:pt x="864019" y="142958"/>
                  <a:pt x="863848" y="142617"/>
                </a:cubicBezTo>
                <a:cubicBezTo>
                  <a:pt x="863677" y="142273"/>
                  <a:pt x="863592" y="141896"/>
                  <a:pt x="863592" y="141486"/>
                </a:cubicBezTo>
                <a:lnTo>
                  <a:pt x="863592" y="48602"/>
                </a:lnTo>
                <a:cubicBezTo>
                  <a:pt x="863592" y="48191"/>
                  <a:pt x="863677" y="47815"/>
                  <a:pt x="863848" y="47474"/>
                </a:cubicBezTo>
                <a:cubicBezTo>
                  <a:pt x="864019" y="47130"/>
                  <a:pt x="864344" y="46838"/>
                  <a:pt x="864822" y="46599"/>
                </a:cubicBezTo>
                <a:cubicBezTo>
                  <a:pt x="865301" y="46360"/>
                  <a:pt x="865899" y="46189"/>
                  <a:pt x="866616" y="46086"/>
                </a:cubicBezTo>
                <a:cubicBezTo>
                  <a:pt x="867334" y="45984"/>
                  <a:pt x="868274" y="45933"/>
                  <a:pt x="869436" y="45933"/>
                </a:cubicBezTo>
                <a:cubicBezTo>
                  <a:pt x="870598" y="45933"/>
                  <a:pt x="871555" y="45984"/>
                  <a:pt x="872307" y="46086"/>
                </a:cubicBezTo>
                <a:cubicBezTo>
                  <a:pt x="873059" y="46189"/>
                  <a:pt x="873640" y="46360"/>
                  <a:pt x="874050" y="46599"/>
                </a:cubicBezTo>
                <a:cubicBezTo>
                  <a:pt x="874460" y="46838"/>
                  <a:pt x="874750" y="47130"/>
                  <a:pt x="874921" y="47474"/>
                </a:cubicBezTo>
                <a:cubicBezTo>
                  <a:pt x="875092" y="47815"/>
                  <a:pt x="875177" y="48191"/>
                  <a:pt x="875177" y="48602"/>
                </a:cubicBezTo>
                <a:lnTo>
                  <a:pt x="875177" y="63279"/>
                </a:lnTo>
                <a:cubicBezTo>
                  <a:pt x="877843" y="59400"/>
                  <a:pt x="880304" y="56270"/>
                  <a:pt x="882559" y="53888"/>
                </a:cubicBezTo>
                <a:cubicBezTo>
                  <a:pt x="884815" y="51507"/>
                  <a:pt x="886968" y="49652"/>
                  <a:pt x="889019" y="48326"/>
                </a:cubicBezTo>
                <a:cubicBezTo>
                  <a:pt x="891069" y="47000"/>
                  <a:pt x="893069" y="46098"/>
                  <a:pt x="895017" y="45622"/>
                </a:cubicBezTo>
                <a:cubicBezTo>
                  <a:pt x="896965" y="45145"/>
                  <a:pt x="898964" y="44907"/>
                  <a:pt x="901015" y="44907"/>
                </a:cubicBezTo>
                <a:cubicBezTo>
                  <a:pt x="901903" y="44907"/>
                  <a:pt x="902928" y="44960"/>
                  <a:pt x="904090" y="45064"/>
                </a:cubicBezTo>
                <a:cubicBezTo>
                  <a:pt x="905252" y="45167"/>
                  <a:pt x="906500" y="45356"/>
                  <a:pt x="907833" y="45631"/>
                </a:cubicBezTo>
                <a:cubicBezTo>
                  <a:pt x="909166" y="45907"/>
                  <a:pt x="910362" y="46235"/>
                  <a:pt x="911421" y="46615"/>
                </a:cubicBezTo>
                <a:cubicBezTo>
                  <a:pt x="912481" y="46993"/>
                  <a:pt x="913215" y="47338"/>
                  <a:pt x="913626" y="47650"/>
                </a:cubicBezTo>
                <a:cubicBezTo>
                  <a:pt x="914036" y="47960"/>
                  <a:pt x="914309" y="48235"/>
                  <a:pt x="914446" y="48477"/>
                </a:cubicBezTo>
                <a:cubicBezTo>
                  <a:pt x="914582" y="48718"/>
                  <a:pt x="914702" y="49029"/>
                  <a:pt x="914805" y="49409"/>
                </a:cubicBezTo>
                <a:cubicBezTo>
                  <a:pt x="914907" y="49787"/>
                  <a:pt x="914975" y="50304"/>
                  <a:pt x="915010" y="50960"/>
                </a:cubicBezTo>
                <a:cubicBezTo>
                  <a:pt x="915044" y="51615"/>
                  <a:pt x="915061" y="52460"/>
                  <a:pt x="915061" y="53494"/>
                </a:cubicBezTo>
                <a:close/>
                <a:moveTo>
                  <a:pt x="942566" y="141486"/>
                </a:moveTo>
                <a:cubicBezTo>
                  <a:pt x="942566" y="141896"/>
                  <a:pt x="942463" y="142273"/>
                  <a:pt x="942258" y="142617"/>
                </a:cubicBezTo>
                <a:cubicBezTo>
                  <a:pt x="942053" y="142958"/>
                  <a:pt x="941728" y="143232"/>
                  <a:pt x="941284" y="143437"/>
                </a:cubicBezTo>
                <a:cubicBezTo>
                  <a:pt x="940840" y="143642"/>
                  <a:pt x="940225" y="143813"/>
                  <a:pt x="939438" y="143949"/>
                </a:cubicBezTo>
                <a:cubicBezTo>
                  <a:pt x="938652" y="144086"/>
                  <a:pt x="937644" y="144155"/>
                  <a:pt x="936414" y="144155"/>
                </a:cubicBezTo>
                <a:cubicBezTo>
                  <a:pt x="935252" y="144155"/>
                  <a:pt x="934278" y="144086"/>
                  <a:pt x="933492" y="143949"/>
                </a:cubicBezTo>
                <a:cubicBezTo>
                  <a:pt x="932706" y="143813"/>
                  <a:pt x="932074" y="143642"/>
                  <a:pt x="931595" y="143437"/>
                </a:cubicBezTo>
                <a:cubicBezTo>
                  <a:pt x="931117" y="143232"/>
                  <a:pt x="930792" y="142958"/>
                  <a:pt x="930621" y="142617"/>
                </a:cubicBezTo>
                <a:cubicBezTo>
                  <a:pt x="930450" y="142273"/>
                  <a:pt x="930365" y="141896"/>
                  <a:pt x="930365" y="141486"/>
                </a:cubicBezTo>
                <a:lnTo>
                  <a:pt x="930365" y="48602"/>
                </a:lnTo>
                <a:cubicBezTo>
                  <a:pt x="930365" y="48191"/>
                  <a:pt x="930450" y="47815"/>
                  <a:pt x="930621" y="47474"/>
                </a:cubicBezTo>
                <a:cubicBezTo>
                  <a:pt x="930792" y="47130"/>
                  <a:pt x="931117" y="46838"/>
                  <a:pt x="931595" y="46599"/>
                </a:cubicBezTo>
                <a:cubicBezTo>
                  <a:pt x="932074" y="46360"/>
                  <a:pt x="932706" y="46189"/>
                  <a:pt x="933492" y="46086"/>
                </a:cubicBezTo>
                <a:cubicBezTo>
                  <a:pt x="934278" y="45984"/>
                  <a:pt x="935252" y="45933"/>
                  <a:pt x="936414" y="45933"/>
                </a:cubicBezTo>
                <a:cubicBezTo>
                  <a:pt x="937644" y="45933"/>
                  <a:pt x="938652" y="45984"/>
                  <a:pt x="939438" y="46086"/>
                </a:cubicBezTo>
                <a:cubicBezTo>
                  <a:pt x="940225" y="46189"/>
                  <a:pt x="940840" y="46360"/>
                  <a:pt x="941284" y="46599"/>
                </a:cubicBezTo>
                <a:cubicBezTo>
                  <a:pt x="941728" y="46838"/>
                  <a:pt x="942053" y="47130"/>
                  <a:pt x="942258" y="47474"/>
                </a:cubicBezTo>
                <a:cubicBezTo>
                  <a:pt x="942463" y="47815"/>
                  <a:pt x="942566" y="48191"/>
                  <a:pt x="942566" y="48602"/>
                </a:cubicBezTo>
                <a:lnTo>
                  <a:pt x="942566" y="141486"/>
                </a:lnTo>
                <a:moveTo>
                  <a:pt x="944411" y="17173"/>
                </a:moveTo>
                <a:cubicBezTo>
                  <a:pt x="944411" y="20474"/>
                  <a:pt x="943830" y="22709"/>
                  <a:pt x="942668" y="23879"/>
                </a:cubicBezTo>
                <a:cubicBezTo>
                  <a:pt x="941506" y="25048"/>
                  <a:pt x="939387" y="25632"/>
                  <a:pt x="936311" y="25632"/>
                </a:cubicBezTo>
                <a:cubicBezTo>
                  <a:pt x="933304" y="25632"/>
                  <a:pt x="931236" y="25065"/>
                  <a:pt x="930108" y="23931"/>
                </a:cubicBezTo>
                <a:cubicBezTo>
                  <a:pt x="928981" y="22796"/>
                  <a:pt x="928417" y="20578"/>
                  <a:pt x="928417" y="17276"/>
                </a:cubicBezTo>
                <a:cubicBezTo>
                  <a:pt x="928417" y="13976"/>
                  <a:pt x="928998" y="11742"/>
                  <a:pt x="930160" y="10573"/>
                </a:cubicBezTo>
                <a:cubicBezTo>
                  <a:pt x="931322" y="9403"/>
                  <a:pt x="933441" y="8817"/>
                  <a:pt x="936516" y="8817"/>
                </a:cubicBezTo>
                <a:cubicBezTo>
                  <a:pt x="939524" y="8817"/>
                  <a:pt x="941592" y="9385"/>
                  <a:pt x="942719" y="10519"/>
                </a:cubicBezTo>
                <a:cubicBezTo>
                  <a:pt x="943847" y="11653"/>
                  <a:pt x="944411" y="13871"/>
                  <a:pt x="944411" y="17173"/>
                </a:cubicBezTo>
                <a:close/>
                <a:moveTo>
                  <a:pt x="1049926" y="141489"/>
                </a:moveTo>
                <a:cubicBezTo>
                  <a:pt x="1049926" y="141899"/>
                  <a:pt x="1049823" y="142275"/>
                  <a:pt x="1049618" y="142617"/>
                </a:cubicBezTo>
                <a:cubicBezTo>
                  <a:pt x="1049413" y="142958"/>
                  <a:pt x="1049088" y="143232"/>
                  <a:pt x="1048644" y="143437"/>
                </a:cubicBezTo>
                <a:cubicBezTo>
                  <a:pt x="1048200" y="143642"/>
                  <a:pt x="1047585" y="143813"/>
                  <a:pt x="1046799" y="143949"/>
                </a:cubicBezTo>
                <a:cubicBezTo>
                  <a:pt x="1046013" y="144086"/>
                  <a:pt x="1045039" y="144155"/>
                  <a:pt x="1043877" y="144155"/>
                </a:cubicBezTo>
                <a:cubicBezTo>
                  <a:pt x="1042646" y="144155"/>
                  <a:pt x="1041638" y="144086"/>
                  <a:pt x="1040852" y="143949"/>
                </a:cubicBezTo>
                <a:cubicBezTo>
                  <a:pt x="1040066" y="143813"/>
                  <a:pt x="1039451" y="143642"/>
                  <a:pt x="1039006" y="143437"/>
                </a:cubicBezTo>
                <a:cubicBezTo>
                  <a:pt x="1038562" y="143232"/>
                  <a:pt x="1038237" y="142958"/>
                  <a:pt x="1038032" y="142617"/>
                </a:cubicBezTo>
                <a:cubicBezTo>
                  <a:pt x="1037827" y="142275"/>
                  <a:pt x="1037725" y="141899"/>
                  <a:pt x="1037725" y="141489"/>
                </a:cubicBezTo>
                <a:lnTo>
                  <a:pt x="1037725" y="86431"/>
                </a:lnTo>
                <a:cubicBezTo>
                  <a:pt x="1037725" y="80690"/>
                  <a:pt x="1037281" y="76025"/>
                  <a:pt x="1036392" y="72436"/>
                </a:cubicBezTo>
                <a:cubicBezTo>
                  <a:pt x="1035503" y="68848"/>
                  <a:pt x="1034171" y="65772"/>
                  <a:pt x="1032393" y="63209"/>
                </a:cubicBezTo>
                <a:cubicBezTo>
                  <a:pt x="1030616" y="60645"/>
                  <a:pt x="1028344" y="58663"/>
                  <a:pt x="1025575" y="57262"/>
                </a:cubicBezTo>
                <a:cubicBezTo>
                  <a:pt x="1022807" y="55861"/>
                  <a:pt x="1019577" y="55160"/>
                  <a:pt x="1015886" y="55160"/>
                </a:cubicBezTo>
                <a:cubicBezTo>
                  <a:pt x="1011170" y="55160"/>
                  <a:pt x="1006454" y="56835"/>
                  <a:pt x="1001737" y="60184"/>
                </a:cubicBezTo>
                <a:cubicBezTo>
                  <a:pt x="997021" y="63533"/>
                  <a:pt x="992066" y="68455"/>
                  <a:pt x="986871" y="74948"/>
                </a:cubicBezTo>
                <a:lnTo>
                  <a:pt x="986871" y="141489"/>
                </a:lnTo>
                <a:cubicBezTo>
                  <a:pt x="986871" y="141899"/>
                  <a:pt x="986768" y="142275"/>
                  <a:pt x="986563" y="142617"/>
                </a:cubicBezTo>
                <a:cubicBezTo>
                  <a:pt x="986358" y="142958"/>
                  <a:pt x="986034" y="143232"/>
                  <a:pt x="985589" y="143437"/>
                </a:cubicBezTo>
                <a:cubicBezTo>
                  <a:pt x="985145" y="143642"/>
                  <a:pt x="984530" y="143813"/>
                  <a:pt x="983744" y="143949"/>
                </a:cubicBezTo>
                <a:cubicBezTo>
                  <a:pt x="982958" y="144086"/>
                  <a:pt x="981950" y="144155"/>
                  <a:pt x="980719" y="144155"/>
                </a:cubicBezTo>
                <a:cubicBezTo>
                  <a:pt x="979557" y="144155"/>
                  <a:pt x="978583" y="144086"/>
                  <a:pt x="977797" y="143949"/>
                </a:cubicBezTo>
                <a:cubicBezTo>
                  <a:pt x="977011" y="143813"/>
                  <a:pt x="976379" y="143642"/>
                  <a:pt x="975900" y="143437"/>
                </a:cubicBezTo>
                <a:cubicBezTo>
                  <a:pt x="975422" y="143232"/>
                  <a:pt x="975097" y="142958"/>
                  <a:pt x="974926" y="142617"/>
                </a:cubicBezTo>
                <a:cubicBezTo>
                  <a:pt x="974755" y="142273"/>
                  <a:pt x="974670" y="141896"/>
                  <a:pt x="974670" y="141486"/>
                </a:cubicBezTo>
                <a:lnTo>
                  <a:pt x="974670" y="48602"/>
                </a:lnTo>
                <a:cubicBezTo>
                  <a:pt x="974670" y="48191"/>
                  <a:pt x="974755" y="47815"/>
                  <a:pt x="974926" y="47474"/>
                </a:cubicBezTo>
                <a:cubicBezTo>
                  <a:pt x="975097" y="47130"/>
                  <a:pt x="975422" y="46838"/>
                  <a:pt x="975900" y="46599"/>
                </a:cubicBezTo>
                <a:cubicBezTo>
                  <a:pt x="976379" y="46360"/>
                  <a:pt x="976977" y="46189"/>
                  <a:pt x="977695" y="46086"/>
                </a:cubicBezTo>
                <a:cubicBezTo>
                  <a:pt x="978412" y="45984"/>
                  <a:pt x="979352" y="45933"/>
                  <a:pt x="980514" y="45933"/>
                </a:cubicBezTo>
                <a:cubicBezTo>
                  <a:pt x="981676" y="45933"/>
                  <a:pt x="982633" y="45984"/>
                  <a:pt x="983385" y="46086"/>
                </a:cubicBezTo>
                <a:cubicBezTo>
                  <a:pt x="984137" y="46189"/>
                  <a:pt x="984718" y="46360"/>
                  <a:pt x="985128" y="46599"/>
                </a:cubicBezTo>
                <a:cubicBezTo>
                  <a:pt x="985538" y="46838"/>
                  <a:pt x="985829" y="47130"/>
                  <a:pt x="985999" y="47474"/>
                </a:cubicBezTo>
                <a:cubicBezTo>
                  <a:pt x="986170" y="47815"/>
                  <a:pt x="986256" y="48191"/>
                  <a:pt x="986256" y="48602"/>
                </a:cubicBezTo>
                <a:lnTo>
                  <a:pt x="986256" y="61738"/>
                </a:lnTo>
                <a:cubicBezTo>
                  <a:pt x="991587" y="55821"/>
                  <a:pt x="996816" y="51537"/>
                  <a:pt x="1001943" y="48887"/>
                </a:cubicBezTo>
                <a:cubicBezTo>
                  <a:pt x="1007069" y="46234"/>
                  <a:pt x="1012161" y="44907"/>
                  <a:pt x="1017219" y="44907"/>
                </a:cubicBezTo>
                <a:cubicBezTo>
                  <a:pt x="1023303" y="44907"/>
                  <a:pt x="1028429" y="45933"/>
                  <a:pt x="1032598" y="47983"/>
                </a:cubicBezTo>
                <a:cubicBezTo>
                  <a:pt x="1036768" y="50034"/>
                  <a:pt x="1040134" y="52802"/>
                  <a:pt x="1042697" y="56288"/>
                </a:cubicBezTo>
                <a:cubicBezTo>
                  <a:pt x="1045261" y="59774"/>
                  <a:pt x="1047106" y="63841"/>
                  <a:pt x="1048234" y="68489"/>
                </a:cubicBezTo>
                <a:cubicBezTo>
                  <a:pt x="1049362" y="73137"/>
                  <a:pt x="1049926" y="78742"/>
                  <a:pt x="1049926" y="85303"/>
                </a:cubicBezTo>
                <a:lnTo>
                  <a:pt x="1049926" y="141489"/>
                </a:lnTo>
                <a:close/>
                <a:moveTo>
                  <a:pt x="1159661" y="51828"/>
                </a:moveTo>
                <a:cubicBezTo>
                  <a:pt x="1159661" y="53761"/>
                  <a:pt x="1159353" y="55108"/>
                  <a:pt x="1158738" y="55868"/>
                </a:cubicBezTo>
                <a:cubicBezTo>
                  <a:pt x="1158123" y="56627"/>
                  <a:pt x="1157337" y="57006"/>
                  <a:pt x="1156380" y="57006"/>
                </a:cubicBezTo>
                <a:lnTo>
                  <a:pt x="1141719" y="57006"/>
                </a:lnTo>
                <a:cubicBezTo>
                  <a:pt x="1144589" y="59923"/>
                  <a:pt x="1146589" y="63095"/>
                  <a:pt x="1147717" y="66522"/>
                </a:cubicBezTo>
                <a:cubicBezTo>
                  <a:pt x="1148844" y="69946"/>
                  <a:pt x="1149408" y="73558"/>
                  <a:pt x="1149408" y="77357"/>
                </a:cubicBezTo>
                <a:cubicBezTo>
                  <a:pt x="1149408" y="82612"/>
                  <a:pt x="1148571" y="87287"/>
                  <a:pt x="1146896" y="91381"/>
                </a:cubicBezTo>
                <a:cubicBezTo>
                  <a:pt x="1145222" y="95476"/>
                  <a:pt x="1142846" y="98940"/>
                  <a:pt x="1139771" y="101772"/>
                </a:cubicBezTo>
                <a:cubicBezTo>
                  <a:pt x="1136695" y="104604"/>
                  <a:pt x="1133038" y="106771"/>
                  <a:pt x="1128800" y="108273"/>
                </a:cubicBezTo>
                <a:cubicBezTo>
                  <a:pt x="1124562" y="109775"/>
                  <a:pt x="1119880" y="110525"/>
                  <a:pt x="1114754" y="110525"/>
                </a:cubicBezTo>
                <a:cubicBezTo>
                  <a:pt x="1110584" y="110525"/>
                  <a:pt x="1106620" y="109945"/>
                  <a:pt x="1102860" y="108786"/>
                </a:cubicBezTo>
                <a:cubicBezTo>
                  <a:pt x="1099101" y="107626"/>
                  <a:pt x="1096162" y="106192"/>
                  <a:pt x="1094043" y="104486"/>
                </a:cubicBezTo>
                <a:cubicBezTo>
                  <a:pt x="1092676" y="105859"/>
                  <a:pt x="1091548" y="107439"/>
                  <a:pt x="1090660" y="109225"/>
                </a:cubicBezTo>
                <a:cubicBezTo>
                  <a:pt x="1089771" y="111010"/>
                  <a:pt x="1089327" y="113070"/>
                  <a:pt x="1089327" y="115405"/>
                </a:cubicBezTo>
                <a:cubicBezTo>
                  <a:pt x="1089327" y="118013"/>
                  <a:pt x="1090574" y="120210"/>
                  <a:pt x="1093069" y="121996"/>
                </a:cubicBezTo>
                <a:cubicBezTo>
                  <a:pt x="1095564" y="123781"/>
                  <a:pt x="1098794" y="124743"/>
                  <a:pt x="1102758" y="124879"/>
                </a:cubicBezTo>
                <a:lnTo>
                  <a:pt x="1127877" y="125908"/>
                </a:lnTo>
                <a:cubicBezTo>
                  <a:pt x="1132115" y="126044"/>
                  <a:pt x="1136097" y="126627"/>
                  <a:pt x="1139822" y="127654"/>
                </a:cubicBezTo>
                <a:cubicBezTo>
                  <a:pt x="1143547" y="128679"/>
                  <a:pt x="1146811" y="130202"/>
                  <a:pt x="1149613" y="132223"/>
                </a:cubicBezTo>
                <a:cubicBezTo>
                  <a:pt x="1152416" y="134244"/>
                  <a:pt x="1154637" y="136727"/>
                  <a:pt x="1156278" y="139672"/>
                </a:cubicBezTo>
                <a:cubicBezTo>
                  <a:pt x="1157918" y="142616"/>
                  <a:pt x="1158738" y="146073"/>
                  <a:pt x="1158738" y="150044"/>
                </a:cubicBezTo>
                <a:cubicBezTo>
                  <a:pt x="1158738" y="154153"/>
                  <a:pt x="1157901" y="158091"/>
                  <a:pt x="1156226" y="161857"/>
                </a:cubicBezTo>
                <a:cubicBezTo>
                  <a:pt x="1154552" y="165622"/>
                  <a:pt x="1151954" y="168926"/>
                  <a:pt x="1148434" y="171767"/>
                </a:cubicBezTo>
                <a:cubicBezTo>
                  <a:pt x="1144914" y="174610"/>
                  <a:pt x="1140420" y="176870"/>
                  <a:pt x="1134952" y="178546"/>
                </a:cubicBezTo>
                <a:cubicBezTo>
                  <a:pt x="1129484" y="180225"/>
                  <a:pt x="1122956" y="181065"/>
                  <a:pt x="1115369" y="181065"/>
                </a:cubicBezTo>
                <a:cubicBezTo>
                  <a:pt x="1108124" y="181065"/>
                  <a:pt x="1101955" y="180431"/>
                  <a:pt x="1096863" y="179165"/>
                </a:cubicBezTo>
                <a:cubicBezTo>
                  <a:pt x="1091770" y="177900"/>
                  <a:pt x="1087601" y="176156"/>
                  <a:pt x="1084354" y="173933"/>
                </a:cubicBezTo>
                <a:cubicBezTo>
                  <a:pt x="1081107" y="171711"/>
                  <a:pt x="1078749" y="169096"/>
                  <a:pt x="1077280" y="166086"/>
                </a:cubicBezTo>
                <a:cubicBezTo>
                  <a:pt x="1075810" y="163076"/>
                  <a:pt x="1075075" y="159826"/>
                  <a:pt x="1075075" y="156336"/>
                </a:cubicBezTo>
                <a:cubicBezTo>
                  <a:pt x="1075075" y="153944"/>
                  <a:pt x="1075349" y="151687"/>
                  <a:pt x="1075896" y="149566"/>
                </a:cubicBezTo>
                <a:cubicBezTo>
                  <a:pt x="1076442" y="147445"/>
                  <a:pt x="1077280" y="145428"/>
                  <a:pt x="1078408" y="143514"/>
                </a:cubicBezTo>
                <a:cubicBezTo>
                  <a:pt x="1079535" y="141598"/>
                  <a:pt x="1080937" y="139751"/>
                  <a:pt x="1082611" y="137974"/>
                </a:cubicBezTo>
                <a:cubicBezTo>
                  <a:pt x="1084286" y="136195"/>
                  <a:pt x="1086217" y="134381"/>
                  <a:pt x="1088404" y="132534"/>
                </a:cubicBezTo>
                <a:cubicBezTo>
                  <a:pt x="1084918" y="130748"/>
                  <a:pt x="1082355" y="128585"/>
                  <a:pt x="1080714" y="126046"/>
                </a:cubicBezTo>
                <a:cubicBezTo>
                  <a:pt x="1079074" y="123506"/>
                  <a:pt x="1078254" y="120794"/>
                  <a:pt x="1078254" y="117911"/>
                </a:cubicBezTo>
                <a:cubicBezTo>
                  <a:pt x="1078254" y="113656"/>
                  <a:pt x="1079074" y="109897"/>
                  <a:pt x="1080714" y="106636"/>
                </a:cubicBezTo>
                <a:cubicBezTo>
                  <a:pt x="1082355" y="103374"/>
                  <a:pt x="1084337" y="100439"/>
                  <a:pt x="1086661" y="97831"/>
                </a:cubicBezTo>
                <a:cubicBezTo>
                  <a:pt x="1084679" y="95238"/>
                  <a:pt x="1083141" y="92406"/>
                  <a:pt x="1082047" y="89334"/>
                </a:cubicBezTo>
                <a:cubicBezTo>
                  <a:pt x="1080954" y="86262"/>
                  <a:pt x="1080407" y="82578"/>
                  <a:pt x="1080407" y="78280"/>
                </a:cubicBezTo>
                <a:cubicBezTo>
                  <a:pt x="1080407" y="73092"/>
                  <a:pt x="1081261" y="68434"/>
                  <a:pt x="1082970" y="64308"/>
                </a:cubicBezTo>
                <a:cubicBezTo>
                  <a:pt x="1084679" y="60179"/>
                  <a:pt x="1087054" y="56681"/>
                  <a:pt x="1090096" y="53814"/>
                </a:cubicBezTo>
                <a:cubicBezTo>
                  <a:pt x="1093137" y="50948"/>
                  <a:pt x="1096777" y="48747"/>
                  <a:pt x="1101015" y="47211"/>
                </a:cubicBezTo>
                <a:cubicBezTo>
                  <a:pt x="1105253" y="45675"/>
                  <a:pt x="1109901" y="44907"/>
                  <a:pt x="1114959" y="44907"/>
                </a:cubicBezTo>
                <a:cubicBezTo>
                  <a:pt x="1117625" y="44907"/>
                  <a:pt x="1120136" y="45061"/>
                  <a:pt x="1122495" y="45369"/>
                </a:cubicBezTo>
                <a:cubicBezTo>
                  <a:pt x="1124853" y="45676"/>
                  <a:pt x="1127023" y="46069"/>
                  <a:pt x="1129005" y="46548"/>
                </a:cubicBezTo>
                <a:lnTo>
                  <a:pt x="1156380" y="46548"/>
                </a:lnTo>
                <a:cubicBezTo>
                  <a:pt x="1157542" y="46548"/>
                  <a:pt x="1158379" y="46996"/>
                  <a:pt x="1158892" y="47893"/>
                </a:cubicBezTo>
                <a:cubicBezTo>
                  <a:pt x="1159405" y="48791"/>
                  <a:pt x="1159661" y="50102"/>
                  <a:pt x="1159661" y="51828"/>
                </a:cubicBezTo>
                <a:moveTo>
                  <a:pt x="1136797" y="77563"/>
                </a:moveTo>
                <a:cubicBezTo>
                  <a:pt x="1136797" y="70539"/>
                  <a:pt x="1134866" y="65050"/>
                  <a:pt x="1131004" y="61094"/>
                </a:cubicBezTo>
                <a:cubicBezTo>
                  <a:pt x="1127143" y="57138"/>
                  <a:pt x="1121657" y="55160"/>
                  <a:pt x="1114549" y="55160"/>
                </a:cubicBezTo>
                <a:cubicBezTo>
                  <a:pt x="1110926" y="55160"/>
                  <a:pt x="1107748" y="55774"/>
                  <a:pt x="1105014" y="57002"/>
                </a:cubicBezTo>
                <a:cubicBezTo>
                  <a:pt x="1102280" y="58229"/>
                  <a:pt x="1100024" y="59899"/>
                  <a:pt x="1098247" y="62014"/>
                </a:cubicBezTo>
                <a:cubicBezTo>
                  <a:pt x="1096470" y="64128"/>
                  <a:pt x="1095137" y="66583"/>
                  <a:pt x="1094248" y="69380"/>
                </a:cubicBezTo>
                <a:cubicBezTo>
                  <a:pt x="1093360" y="72176"/>
                  <a:pt x="1092915" y="75142"/>
                  <a:pt x="1092915" y="78280"/>
                </a:cubicBezTo>
                <a:cubicBezTo>
                  <a:pt x="1092915" y="85098"/>
                  <a:pt x="1094846" y="90468"/>
                  <a:pt x="1098708" y="94390"/>
                </a:cubicBezTo>
                <a:cubicBezTo>
                  <a:pt x="1102570" y="98312"/>
                  <a:pt x="1107987" y="100273"/>
                  <a:pt x="1114959" y="100273"/>
                </a:cubicBezTo>
                <a:cubicBezTo>
                  <a:pt x="1118650" y="100273"/>
                  <a:pt x="1121879" y="99659"/>
                  <a:pt x="1124648" y="98433"/>
                </a:cubicBezTo>
                <a:cubicBezTo>
                  <a:pt x="1127416" y="97205"/>
                  <a:pt x="1129689" y="95551"/>
                  <a:pt x="1131466" y="93470"/>
                </a:cubicBezTo>
                <a:cubicBezTo>
                  <a:pt x="1133243" y="91390"/>
                  <a:pt x="1134576" y="88969"/>
                  <a:pt x="1135464" y="86207"/>
                </a:cubicBezTo>
                <a:cubicBezTo>
                  <a:pt x="1136353" y="83445"/>
                  <a:pt x="1136797" y="80564"/>
                  <a:pt x="1136797" y="77563"/>
                </a:cubicBezTo>
                <a:moveTo>
                  <a:pt x="1146537" y="150761"/>
                </a:moveTo>
                <a:cubicBezTo>
                  <a:pt x="1146537" y="146237"/>
                  <a:pt x="1144709" y="142776"/>
                  <a:pt x="1141052" y="140377"/>
                </a:cubicBezTo>
                <a:cubicBezTo>
                  <a:pt x="1137395" y="137976"/>
                  <a:pt x="1132491" y="136673"/>
                  <a:pt x="1126339" y="136468"/>
                </a:cubicBezTo>
                <a:lnTo>
                  <a:pt x="1099375" y="135542"/>
                </a:lnTo>
                <a:cubicBezTo>
                  <a:pt x="1096914" y="137462"/>
                  <a:pt x="1094897" y="139279"/>
                  <a:pt x="1093325" y="140992"/>
                </a:cubicBezTo>
                <a:cubicBezTo>
                  <a:pt x="1091753" y="142705"/>
                  <a:pt x="1090506" y="144367"/>
                  <a:pt x="1089583" y="145978"/>
                </a:cubicBezTo>
                <a:cubicBezTo>
                  <a:pt x="1088660" y="147590"/>
                  <a:pt x="1088028" y="149168"/>
                  <a:pt x="1087686" y="150710"/>
                </a:cubicBezTo>
                <a:cubicBezTo>
                  <a:pt x="1087345" y="152252"/>
                  <a:pt x="1087174" y="153811"/>
                  <a:pt x="1087174" y="155388"/>
                </a:cubicBezTo>
                <a:cubicBezTo>
                  <a:pt x="1087174" y="160461"/>
                  <a:pt x="1089720" y="164299"/>
                  <a:pt x="1094812" y="166903"/>
                </a:cubicBezTo>
                <a:cubicBezTo>
                  <a:pt x="1099904" y="169509"/>
                  <a:pt x="1106996" y="170812"/>
                  <a:pt x="1116087" y="170812"/>
                </a:cubicBezTo>
                <a:cubicBezTo>
                  <a:pt x="1121828" y="170812"/>
                  <a:pt x="1126630" y="170246"/>
                  <a:pt x="1130492" y="169114"/>
                </a:cubicBezTo>
                <a:cubicBezTo>
                  <a:pt x="1134354" y="167984"/>
                  <a:pt x="1137481" y="166493"/>
                  <a:pt x="1139873" y="164641"/>
                </a:cubicBezTo>
                <a:cubicBezTo>
                  <a:pt x="1142265" y="162791"/>
                  <a:pt x="1143974" y="160666"/>
                  <a:pt x="1145000" y="158265"/>
                </a:cubicBezTo>
                <a:cubicBezTo>
                  <a:pt x="1146025" y="155866"/>
                  <a:pt x="1146537" y="153365"/>
                  <a:pt x="1146537" y="150761"/>
                </a:cubicBezTo>
                <a:close/>
                <a:moveTo>
                  <a:pt x="1273865" y="136055"/>
                </a:moveTo>
                <a:cubicBezTo>
                  <a:pt x="1273865" y="137490"/>
                  <a:pt x="1273745" y="138652"/>
                  <a:pt x="1273506" y="139541"/>
                </a:cubicBezTo>
                <a:cubicBezTo>
                  <a:pt x="1273267" y="140429"/>
                  <a:pt x="1272891" y="141130"/>
                  <a:pt x="1272378" y="141643"/>
                </a:cubicBezTo>
                <a:cubicBezTo>
                  <a:pt x="1271866" y="142155"/>
                  <a:pt x="1271114" y="142634"/>
                  <a:pt x="1270123" y="143078"/>
                </a:cubicBezTo>
                <a:cubicBezTo>
                  <a:pt x="1269132" y="143522"/>
                  <a:pt x="1267987" y="143898"/>
                  <a:pt x="1266688" y="144206"/>
                </a:cubicBezTo>
                <a:cubicBezTo>
                  <a:pt x="1265389" y="144513"/>
                  <a:pt x="1264022" y="144753"/>
                  <a:pt x="1262587" y="144924"/>
                </a:cubicBezTo>
                <a:cubicBezTo>
                  <a:pt x="1261152" y="145094"/>
                  <a:pt x="1259750" y="145180"/>
                  <a:pt x="1258383" y="145180"/>
                </a:cubicBezTo>
                <a:cubicBezTo>
                  <a:pt x="1253804" y="145180"/>
                  <a:pt x="1249908" y="144565"/>
                  <a:pt x="1246695" y="143334"/>
                </a:cubicBezTo>
                <a:cubicBezTo>
                  <a:pt x="1243483" y="142104"/>
                  <a:pt x="1240851" y="140241"/>
                  <a:pt x="1238800" y="137747"/>
                </a:cubicBezTo>
                <a:cubicBezTo>
                  <a:pt x="1236750" y="135252"/>
                  <a:pt x="1235263" y="132090"/>
                  <a:pt x="1234340" y="128263"/>
                </a:cubicBezTo>
                <a:cubicBezTo>
                  <a:pt x="1233418" y="124435"/>
                  <a:pt x="1232956" y="119924"/>
                  <a:pt x="1232956" y="114729"/>
                </a:cubicBezTo>
                <a:lnTo>
                  <a:pt x="1232956" y="57006"/>
                </a:lnTo>
                <a:lnTo>
                  <a:pt x="1219115" y="57006"/>
                </a:lnTo>
                <a:cubicBezTo>
                  <a:pt x="1218158" y="57006"/>
                  <a:pt x="1217406" y="56574"/>
                  <a:pt x="1216859" y="55711"/>
                </a:cubicBezTo>
                <a:cubicBezTo>
                  <a:pt x="1216313" y="54848"/>
                  <a:pt x="1216039" y="53554"/>
                  <a:pt x="1216039" y="51828"/>
                </a:cubicBezTo>
                <a:cubicBezTo>
                  <a:pt x="1216039" y="50931"/>
                  <a:pt x="1216108" y="50154"/>
                  <a:pt x="1216244" y="49499"/>
                </a:cubicBezTo>
                <a:cubicBezTo>
                  <a:pt x="1216381" y="48843"/>
                  <a:pt x="1216586" y="48291"/>
                  <a:pt x="1216859" y="47842"/>
                </a:cubicBezTo>
                <a:cubicBezTo>
                  <a:pt x="1217133" y="47394"/>
                  <a:pt x="1217457" y="47066"/>
                  <a:pt x="1217833" y="46859"/>
                </a:cubicBezTo>
                <a:cubicBezTo>
                  <a:pt x="1218209" y="46651"/>
                  <a:pt x="1218637" y="46548"/>
                  <a:pt x="1219115" y="46548"/>
                </a:cubicBezTo>
                <a:lnTo>
                  <a:pt x="1232956" y="46548"/>
                </a:lnTo>
                <a:lnTo>
                  <a:pt x="1232956" y="23787"/>
                </a:lnTo>
                <a:cubicBezTo>
                  <a:pt x="1232956" y="23376"/>
                  <a:pt x="1233042" y="23000"/>
                  <a:pt x="1233213" y="22659"/>
                </a:cubicBezTo>
                <a:cubicBezTo>
                  <a:pt x="1233384" y="22317"/>
                  <a:pt x="1233708" y="22026"/>
                  <a:pt x="1234187" y="21787"/>
                </a:cubicBezTo>
                <a:cubicBezTo>
                  <a:pt x="1234665" y="21548"/>
                  <a:pt x="1235297" y="21377"/>
                  <a:pt x="1236083" y="21275"/>
                </a:cubicBezTo>
                <a:cubicBezTo>
                  <a:pt x="1236869" y="21172"/>
                  <a:pt x="1237844" y="21121"/>
                  <a:pt x="1239005" y="21121"/>
                </a:cubicBezTo>
                <a:cubicBezTo>
                  <a:pt x="1240236" y="21121"/>
                  <a:pt x="1241244" y="21172"/>
                  <a:pt x="1242030" y="21275"/>
                </a:cubicBezTo>
                <a:cubicBezTo>
                  <a:pt x="1242816" y="21377"/>
                  <a:pt x="1243431" y="21548"/>
                  <a:pt x="1243876" y="21787"/>
                </a:cubicBezTo>
                <a:cubicBezTo>
                  <a:pt x="1244320" y="22026"/>
                  <a:pt x="1244645" y="22317"/>
                  <a:pt x="1244850" y="22659"/>
                </a:cubicBezTo>
                <a:cubicBezTo>
                  <a:pt x="1245055" y="23000"/>
                  <a:pt x="1245157" y="23376"/>
                  <a:pt x="1245157" y="23787"/>
                </a:cubicBezTo>
                <a:lnTo>
                  <a:pt x="1245157" y="46548"/>
                </a:lnTo>
                <a:lnTo>
                  <a:pt x="1270789" y="46548"/>
                </a:lnTo>
                <a:cubicBezTo>
                  <a:pt x="1271268" y="46548"/>
                  <a:pt x="1271695" y="46651"/>
                  <a:pt x="1272071" y="46859"/>
                </a:cubicBezTo>
                <a:cubicBezTo>
                  <a:pt x="1272447" y="47066"/>
                  <a:pt x="1272771" y="47394"/>
                  <a:pt x="1273045" y="47842"/>
                </a:cubicBezTo>
                <a:cubicBezTo>
                  <a:pt x="1273318" y="48291"/>
                  <a:pt x="1273523" y="48843"/>
                  <a:pt x="1273660" y="49499"/>
                </a:cubicBezTo>
                <a:cubicBezTo>
                  <a:pt x="1273797" y="50154"/>
                  <a:pt x="1273865" y="50931"/>
                  <a:pt x="1273865" y="51828"/>
                </a:cubicBezTo>
                <a:cubicBezTo>
                  <a:pt x="1273865" y="53554"/>
                  <a:pt x="1273575" y="54848"/>
                  <a:pt x="1272994" y="55711"/>
                </a:cubicBezTo>
                <a:cubicBezTo>
                  <a:pt x="1272413" y="56574"/>
                  <a:pt x="1271678" y="57006"/>
                  <a:pt x="1270789" y="57006"/>
                </a:cubicBezTo>
                <a:lnTo>
                  <a:pt x="1245157" y="57006"/>
                </a:lnTo>
                <a:lnTo>
                  <a:pt x="1245157" y="113089"/>
                </a:lnTo>
                <a:cubicBezTo>
                  <a:pt x="1245157" y="120129"/>
                  <a:pt x="1246165" y="125494"/>
                  <a:pt x="1248182" y="129185"/>
                </a:cubicBezTo>
                <a:cubicBezTo>
                  <a:pt x="1250198" y="132876"/>
                  <a:pt x="1253872" y="134722"/>
                  <a:pt x="1259204" y="134722"/>
                </a:cubicBezTo>
                <a:cubicBezTo>
                  <a:pt x="1260844" y="134722"/>
                  <a:pt x="1262331" y="134551"/>
                  <a:pt x="1263664" y="134209"/>
                </a:cubicBezTo>
                <a:cubicBezTo>
                  <a:pt x="1264996" y="133868"/>
                  <a:pt x="1266175" y="133492"/>
                  <a:pt x="1267201" y="133082"/>
                </a:cubicBezTo>
                <a:cubicBezTo>
                  <a:pt x="1268226" y="132671"/>
                  <a:pt x="1269097" y="132295"/>
                  <a:pt x="1269815" y="131954"/>
                </a:cubicBezTo>
                <a:cubicBezTo>
                  <a:pt x="1270533" y="131612"/>
                  <a:pt x="1271165" y="131441"/>
                  <a:pt x="1271712" y="131441"/>
                </a:cubicBezTo>
                <a:cubicBezTo>
                  <a:pt x="1272054" y="131441"/>
                  <a:pt x="1272361" y="131509"/>
                  <a:pt x="1272635" y="131646"/>
                </a:cubicBezTo>
                <a:cubicBezTo>
                  <a:pt x="1272908" y="131783"/>
                  <a:pt x="1273130" y="132039"/>
                  <a:pt x="1273301" y="132415"/>
                </a:cubicBezTo>
                <a:cubicBezTo>
                  <a:pt x="1273472" y="132791"/>
                  <a:pt x="1273609" y="133269"/>
                  <a:pt x="1273711" y="133850"/>
                </a:cubicBezTo>
                <a:cubicBezTo>
                  <a:pt x="1273814" y="134431"/>
                  <a:pt x="1273865" y="135166"/>
                  <a:pt x="1273865" y="136055"/>
                </a:cubicBezTo>
                <a:close/>
                <a:moveTo>
                  <a:pt x="1371191" y="141489"/>
                </a:moveTo>
                <a:cubicBezTo>
                  <a:pt x="1371191" y="141899"/>
                  <a:pt x="1371089" y="142275"/>
                  <a:pt x="1370884" y="142617"/>
                </a:cubicBezTo>
                <a:cubicBezTo>
                  <a:pt x="1370679" y="142958"/>
                  <a:pt x="1370354" y="143232"/>
                  <a:pt x="1369910" y="143437"/>
                </a:cubicBezTo>
                <a:cubicBezTo>
                  <a:pt x="1369465" y="143642"/>
                  <a:pt x="1368850" y="143813"/>
                  <a:pt x="1368064" y="143949"/>
                </a:cubicBezTo>
                <a:cubicBezTo>
                  <a:pt x="1367278" y="144086"/>
                  <a:pt x="1366304" y="144155"/>
                  <a:pt x="1365142" y="144155"/>
                </a:cubicBezTo>
                <a:cubicBezTo>
                  <a:pt x="1363912" y="144155"/>
                  <a:pt x="1362904" y="144086"/>
                  <a:pt x="1362118" y="143949"/>
                </a:cubicBezTo>
                <a:cubicBezTo>
                  <a:pt x="1361331" y="143813"/>
                  <a:pt x="1360716" y="143642"/>
                  <a:pt x="1360272" y="143437"/>
                </a:cubicBezTo>
                <a:cubicBezTo>
                  <a:pt x="1359828" y="143232"/>
                  <a:pt x="1359503" y="142958"/>
                  <a:pt x="1359298" y="142617"/>
                </a:cubicBezTo>
                <a:cubicBezTo>
                  <a:pt x="1359093" y="142275"/>
                  <a:pt x="1358990" y="141899"/>
                  <a:pt x="1358990" y="141489"/>
                </a:cubicBezTo>
                <a:lnTo>
                  <a:pt x="1358990" y="86431"/>
                </a:lnTo>
                <a:cubicBezTo>
                  <a:pt x="1358990" y="80690"/>
                  <a:pt x="1358546" y="76025"/>
                  <a:pt x="1357658" y="72436"/>
                </a:cubicBezTo>
                <a:cubicBezTo>
                  <a:pt x="1356769" y="68848"/>
                  <a:pt x="1355436" y="65772"/>
                  <a:pt x="1353659" y="63209"/>
                </a:cubicBezTo>
                <a:cubicBezTo>
                  <a:pt x="1351882" y="60645"/>
                  <a:pt x="1349609" y="58663"/>
                  <a:pt x="1346841" y="57262"/>
                </a:cubicBezTo>
                <a:cubicBezTo>
                  <a:pt x="1344073" y="55861"/>
                  <a:pt x="1340843" y="55160"/>
                  <a:pt x="1337152" y="55160"/>
                </a:cubicBezTo>
                <a:cubicBezTo>
                  <a:pt x="1332436" y="55160"/>
                  <a:pt x="1327719" y="56835"/>
                  <a:pt x="1323003" y="60184"/>
                </a:cubicBezTo>
                <a:cubicBezTo>
                  <a:pt x="1318287" y="63533"/>
                  <a:pt x="1313331" y="68455"/>
                  <a:pt x="1308136" y="74948"/>
                </a:cubicBezTo>
                <a:lnTo>
                  <a:pt x="1308136" y="141489"/>
                </a:lnTo>
                <a:cubicBezTo>
                  <a:pt x="1308136" y="141899"/>
                  <a:pt x="1308034" y="142275"/>
                  <a:pt x="1307829" y="142617"/>
                </a:cubicBezTo>
                <a:cubicBezTo>
                  <a:pt x="1307624" y="142958"/>
                  <a:pt x="1307299" y="143232"/>
                  <a:pt x="1306855" y="143437"/>
                </a:cubicBezTo>
                <a:cubicBezTo>
                  <a:pt x="1306411" y="143642"/>
                  <a:pt x="1305795" y="143813"/>
                  <a:pt x="1305009" y="143949"/>
                </a:cubicBezTo>
                <a:cubicBezTo>
                  <a:pt x="1304223" y="144086"/>
                  <a:pt x="1303215" y="144155"/>
                  <a:pt x="1301985" y="144155"/>
                </a:cubicBezTo>
                <a:cubicBezTo>
                  <a:pt x="1300823" y="144155"/>
                  <a:pt x="1299849" y="144086"/>
                  <a:pt x="1299063" y="143949"/>
                </a:cubicBezTo>
                <a:cubicBezTo>
                  <a:pt x="1298277" y="143813"/>
                  <a:pt x="1297644" y="143642"/>
                  <a:pt x="1297166" y="143437"/>
                </a:cubicBezTo>
                <a:cubicBezTo>
                  <a:pt x="1296687" y="143232"/>
                  <a:pt x="1296363" y="142958"/>
                  <a:pt x="1296192" y="142617"/>
                </a:cubicBezTo>
                <a:cubicBezTo>
                  <a:pt x="1296021" y="142275"/>
                  <a:pt x="1295936" y="141899"/>
                  <a:pt x="1295936" y="141489"/>
                </a:cubicBezTo>
                <a:lnTo>
                  <a:pt x="1295936" y="3281"/>
                </a:lnTo>
                <a:cubicBezTo>
                  <a:pt x="1295936" y="2871"/>
                  <a:pt x="1296021" y="2495"/>
                  <a:pt x="1296192" y="2153"/>
                </a:cubicBezTo>
                <a:cubicBezTo>
                  <a:pt x="1296363" y="1811"/>
                  <a:pt x="1296687" y="1521"/>
                  <a:pt x="1297166" y="1282"/>
                </a:cubicBezTo>
                <a:cubicBezTo>
                  <a:pt x="1297644" y="1042"/>
                  <a:pt x="1298277" y="871"/>
                  <a:pt x="1299063" y="769"/>
                </a:cubicBezTo>
                <a:cubicBezTo>
                  <a:pt x="1299849" y="666"/>
                  <a:pt x="1300823" y="615"/>
                  <a:pt x="1301985" y="615"/>
                </a:cubicBezTo>
                <a:cubicBezTo>
                  <a:pt x="1303215" y="615"/>
                  <a:pt x="1304223" y="666"/>
                  <a:pt x="1305009" y="769"/>
                </a:cubicBezTo>
                <a:cubicBezTo>
                  <a:pt x="1305795" y="871"/>
                  <a:pt x="1306411" y="1042"/>
                  <a:pt x="1306855" y="1282"/>
                </a:cubicBezTo>
                <a:cubicBezTo>
                  <a:pt x="1307299" y="1521"/>
                  <a:pt x="1307624" y="1811"/>
                  <a:pt x="1307829" y="2153"/>
                </a:cubicBezTo>
                <a:cubicBezTo>
                  <a:pt x="1308034" y="2495"/>
                  <a:pt x="1308136" y="2871"/>
                  <a:pt x="1308136" y="3281"/>
                </a:cubicBezTo>
                <a:lnTo>
                  <a:pt x="1308136" y="61209"/>
                </a:lnTo>
                <a:cubicBezTo>
                  <a:pt x="1313194" y="55604"/>
                  <a:pt x="1318253" y="51486"/>
                  <a:pt x="1323311" y="48855"/>
                </a:cubicBezTo>
                <a:cubicBezTo>
                  <a:pt x="1328369" y="46223"/>
                  <a:pt x="1333427" y="44907"/>
                  <a:pt x="1338485" y="44907"/>
                </a:cubicBezTo>
                <a:cubicBezTo>
                  <a:pt x="1344568" y="44907"/>
                  <a:pt x="1349695" y="45933"/>
                  <a:pt x="1353864" y="47983"/>
                </a:cubicBezTo>
                <a:cubicBezTo>
                  <a:pt x="1358033" y="50034"/>
                  <a:pt x="1361400" y="52802"/>
                  <a:pt x="1363963" y="56288"/>
                </a:cubicBezTo>
                <a:cubicBezTo>
                  <a:pt x="1366526" y="59774"/>
                  <a:pt x="1368372" y="63841"/>
                  <a:pt x="1369500" y="68489"/>
                </a:cubicBezTo>
                <a:cubicBezTo>
                  <a:pt x="1370627" y="73137"/>
                  <a:pt x="1371191" y="78742"/>
                  <a:pt x="1371191" y="85303"/>
                </a:cubicBezTo>
                <a:lnTo>
                  <a:pt x="1371191" y="141489"/>
                </a:lnTo>
                <a:close/>
                <a:moveTo>
                  <a:pt x="1482260" y="90327"/>
                </a:moveTo>
                <a:cubicBezTo>
                  <a:pt x="1482260" y="92788"/>
                  <a:pt x="1481610" y="94480"/>
                  <a:pt x="1480312" y="95402"/>
                </a:cubicBezTo>
                <a:cubicBezTo>
                  <a:pt x="1479013" y="96325"/>
                  <a:pt x="1477748" y="96787"/>
                  <a:pt x="1476518" y="96787"/>
                </a:cubicBezTo>
                <a:lnTo>
                  <a:pt x="1413258" y="96787"/>
                </a:lnTo>
                <a:cubicBezTo>
                  <a:pt x="1413258" y="102543"/>
                  <a:pt x="1413822" y="107752"/>
                  <a:pt x="1414950" y="112412"/>
                </a:cubicBezTo>
                <a:cubicBezTo>
                  <a:pt x="1416078" y="117073"/>
                  <a:pt x="1417940" y="121065"/>
                  <a:pt x="1420538" y="124389"/>
                </a:cubicBezTo>
                <a:cubicBezTo>
                  <a:pt x="1423135" y="127713"/>
                  <a:pt x="1426518" y="130266"/>
                  <a:pt x="1430688" y="132050"/>
                </a:cubicBezTo>
                <a:cubicBezTo>
                  <a:pt x="1434857" y="133831"/>
                  <a:pt x="1439984" y="134722"/>
                  <a:pt x="1446067" y="134722"/>
                </a:cubicBezTo>
                <a:cubicBezTo>
                  <a:pt x="1450373" y="134722"/>
                  <a:pt x="1454235" y="134341"/>
                  <a:pt x="1457653" y="133578"/>
                </a:cubicBezTo>
                <a:cubicBezTo>
                  <a:pt x="1461070" y="132816"/>
                  <a:pt x="1464027" y="131967"/>
                  <a:pt x="1466521" y="131031"/>
                </a:cubicBezTo>
                <a:cubicBezTo>
                  <a:pt x="1469016" y="130095"/>
                  <a:pt x="1471067" y="129246"/>
                  <a:pt x="1472673" y="128484"/>
                </a:cubicBezTo>
                <a:cubicBezTo>
                  <a:pt x="1474279" y="127721"/>
                  <a:pt x="1475424" y="127340"/>
                  <a:pt x="1476108" y="127340"/>
                </a:cubicBezTo>
                <a:cubicBezTo>
                  <a:pt x="1476518" y="127340"/>
                  <a:pt x="1476894" y="127444"/>
                  <a:pt x="1477236" y="127651"/>
                </a:cubicBezTo>
                <a:cubicBezTo>
                  <a:pt x="1477577" y="127858"/>
                  <a:pt x="1477851" y="128186"/>
                  <a:pt x="1478056" y="128634"/>
                </a:cubicBezTo>
                <a:cubicBezTo>
                  <a:pt x="1478261" y="129083"/>
                  <a:pt x="1478415" y="129652"/>
                  <a:pt x="1478517" y="130342"/>
                </a:cubicBezTo>
                <a:cubicBezTo>
                  <a:pt x="1478620" y="131032"/>
                  <a:pt x="1478671" y="131894"/>
                  <a:pt x="1478671" y="132928"/>
                </a:cubicBezTo>
                <a:cubicBezTo>
                  <a:pt x="1478671" y="133413"/>
                  <a:pt x="1478637" y="133879"/>
                  <a:pt x="1478569" y="134328"/>
                </a:cubicBezTo>
                <a:cubicBezTo>
                  <a:pt x="1478500" y="134776"/>
                  <a:pt x="1478415" y="135191"/>
                  <a:pt x="1478312" y="135571"/>
                </a:cubicBezTo>
                <a:cubicBezTo>
                  <a:pt x="1478210" y="135949"/>
                  <a:pt x="1478056" y="136311"/>
                  <a:pt x="1477851" y="136657"/>
                </a:cubicBezTo>
                <a:cubicBezTo>
                  <a:pt x="1477646" y="137001"/>
                  <a:pt x="1477372" y="137346"/>
                  <a:pt x="1477031" y="137692"/>
                </a:cubicBezTo>
                <a:cubicBezTo>
                  <a:pt x="1476689" y="138036"/>
                  <a:pt x="1475629" y="138635"/>
                  <a:pt x="1473852" y="139490"/>
                </a:cubicBezTo>
                <a:cubicBezTo>
                  <a:pt x="1472075" y="140344"/>
                  <a:pt x="1469751" y="141198"/>
                  <a:pt x="1466880" y="142053"/>
                </a:cubicBezTo>
                <a:cubicBezTo>
                  <a:pt x="1464010" y="142907"/>
                  <a:pt x="1460677" y="143676"/>
                  <a:pt x="1456884" y="144360"/>
                </a:cubicBezTo>
                <a:cubicBezTo>
                  <a:pt x="1453090" y="145043"/>
                  <a:pt x="1449006" y="145385"/>
                  <a:pt x="1444632" y="145385"/>
                </a:cubicBezTo>
                <a:cubicBezTo>
                  <a:pt x="1437455" y="145385"/>
                  <a:pt x="1431098" y="144307"/>
                  <a:pt x="1425561" y="142152"/>
                </a:cubicBezTo>
                <a:cubicBezTo>
                  <a:pt x="1420025" y="139997"/>
                  <a:pt x="1415377" y="136815"/>
                  <a:pt x="1411618" y="132607"/>
                </a:cubicBezTo>
                <a:cubicBezTo>
                  <a:pt x="1407858" y="128399"/>
                  <a:pt x="1405005" y="123182"/>
                  <a:pt x="1403057" y="116956"/>
                </a:cubicBezTo>
                <a:cubicBezTo>
                  <a:pt x="1401109" y="110729"/>
                  <a:pt x="1400135" y="103511"/>
                  <a:pt x="1400135" y="95300"/>
                </a:cubicBezTo>
                <a:cubicBezTo>
                  <a:pt x="1400135" y="87431"/>
                  <a:pt x="1401143" y="80383"/>
                  <a:pt x="1403159" y="74157"/>
                </a:cubicBezTo>
                <a:cubicBezTo>
                  <a:pt x="1405175" y="67930"/>
                  <a:pt x="1408063" y="62645"/>
                  <a:pt x="1411823" y="58300"/>
                </a:cubicBezTo>
                <a:cubicBezTo>
                  <a:pt x="1415582" y="53955"/>
                  <a:pt x="1420110" y="50637"/>
                  <a:pt x="1425408" y="48345"/>
                </a:cubicBezTo>
                <a:cubicBezTo>
                  <a:pt x="1430705" y="46053"/>
                  <a:pt x="1436600" y="44907"/>
                  <a:pt x="1443094" y="44907"/>
                </a:cubicBezTo>
                <a:cubicBezTo>
                  <a:pt x="1450066" y="44907"/>
                  <a:pt x="1456012" y="46069"/>
                  <a:pt x="1460934" y="48393"/>
                </a:cubicBezTo>
                <a:cubicBezTo>
                  <a:pt x="1465855" y="50717"/>
                  <a:pt x="1469905" y="53844"/>
                  <a:pt x="1473083" y="57775"/>
                </a:cubicBezTo>
                <a:cubicBezTo>
                  <a:pt x="1476262" y="61705"/>
                  <a:pt x="1478586" y="66267"/>
                  <a:pt x="1480055" y="71462"/>
                </a:cubicBezTo>
                <a:cubicBezTo>
                  <a:pt x="1481525" y="76657"/>
                  <a:pt x="1482260" y="82125"/>
                  <a:pt x="1482260" y="87867"/>
                </a:cubicBezTo>
                <a:lnTo>
                  <a:pt x="1482260" y="90327"/>
                </a:lnTo>
                <a:moveTo>
                  <a:pt x="1469649" y="86739"/>
                </a:moveTo>
                <a:cubicBezTo>
                  <a:pt x="1469854" y="76896"/>
                  <a:pt x="1467598" y="69206"/>
                  <a:pt x="1462882" y="63670"/>
                </a:cubicBezTo>
                <a:cubicBezTo>
                  <a:pt x="1458165" y="58133"/>
                  <a:pt x="1451296" y="55365"/>
                  <a:pt x="1442274" y="55365"/>
                </a:cubicBezTo>
                <a:cubicBezTo>
                  <a:pt x="1437626" y="55365"/>
                  <a:pt x="1433542" y="56237"/>
                  <a:pt x="1430021" y="57980"/>
                </a:cubicBezTo>
                <a:cubicBezTo>
                  <a:pt x="1426501" y="59723"/>
                  <a:pt x="1423528" y="62030"/>
                  <a:pt x="1421102" y="64900"/>
                </a:cubicBezTo>
                <a:cubicBezTo>
                  <a:pt x="1418675" y="67771"/>
                  <a:pt x="1416812" y="71103"/>
                  <a:pt x="1415514" y="74897"/>
                </a:cubicBezTo>
                <a:cubicBezTo>
                  <a:pt x="1414215" y="78690"/>
                  <a:pt x="1413463" y="82638"/>
                  <a:pt x="1413258" y="86739"/>
                </a:cubicBezTo>
                <a:lnTo>
                  <a:pt x="1469649" y="86739"/>
                </a:lnTo>
                <a:close/>
                <a:moveTo>
                  <a:pt x="1598724" y="9125"/>
                </a:moveTo>
                <a:cubicBezTo>
                  <a:pt x="1598724" y="10082"/>
                  <a:pt x="1598673" y="10851"/>
                  <a:pt x="1598571" y="11432"/>
                </a:cubicBezTo>
                <a:cubicBezTo>
                  <a:pt x="1598468" y="12013"/>
                  <a:pt x="1598331" y="12474"/>
                  <a:pt x="1598160" y="12816"/>
                </a:cubicBezTo>
                <a:cubicBezTo>
                  <a:pt x="1597990" y="13158"/>
                  <a:pt x="1597784" y="13397"/>
                  <a:pt x="1597545" y="13534"/>
                </a:cubicBezTo>
                <a:cubicBezTo>
                  <a:pt x="1597306" y="13670"/>
                  <a:pt x="1597016" y="13739"/>
                  <a:pt x="1596674" y="13739"/>
                </a:cubicBezTo>
                <a:cubicBezTo>
                  <a:pt x="1596127" y="13739"/>
                  <a:pt x="1595478" y="13568"/>
                  <a:pt x="1594726" y="13226"/>
                </a:cubicBezTo>
                <a:cubicBezTo>
                  <a:pt x="1593974" y="12884"/>
                  <a:pt x="1593034" y="12508"/>
                  <a:pt x="1591906" y="12098"/>
                </a:cubicBezTo>
                <a:cubicBezTo>
                  <a:pt x="1590778" y="11688"/>
                  <a:pt x="1589446" y="11312"/>
                  <a:pt x="1587908" y="10971"/>
                </a:cubicBezTo>
                <a:cubicBezTo>
                  <a:pt x="1586370" y="10629"/>
                  <a:pt x="1584575" y="10458"/>
                  <a:pt x="1582525" y="10458"/>
                </a:cubicBezTo>
                <a:cubicBezTo>
                  <a:pt x="1579654" y="10458"/>
                  <a:pt x="1577228" y="10919"/>
                  <a:pt x="1575245" y="11842"/>
                </a:cubicBezTo>
                <a:cubicBezTo>
                  <a:pt x="1573263" y="12765"/>
                  <a:pt x="1571657" y="14234"/>
                  <a:pt x="1570427" y="16251"/>
                </a:cubicBezTo>
                <a:cubicBezTo>
                  <a:pt x="1569196" y="18267"/>
                  <a:pt x="1568325" y="20864"/>
                  <a:pt x="1567812" y="24043"/>
                </a:cubicBezTo>
                <a:cubicBezTo>
                  <a:pt x="1567299" y="27221"/>
                  <a:pt x="1567043" y="31066"/>
                  <a:pt x="1567043" y="35577"/>
                </a:cubicBezTo>
                <a:lnTo>
                  <a:pt x="1567043" y="46548"/>
                </a:lnTo>
                <a:lnTo>
                  <a:pt x="1589804" y="46548"/>
                </a:lnTo>
                <a:cubicBezTo>
                  <a:pt x="1590283" y="46548"/>
                  <a:pt x="1590693" y="46651"/>
                  <a:pt x="1591035" y="46859"/>
                </a:cubicBezTo>
                <a:cubicBezTo>
                  <a:pt x="1591376" y="47066"/>
                  <a:pt x="1591684" y="47394"/>
                  <a:pt x="1591957" y="47842"/>
                </a:cubicBezTo>
                <a:cubicBezTo>
                  <a:pt x="1592231" y="48291"/>
                  <a:pt x="1592436" y="48843"/>
                  <a:pt x="1592573" y="49499"/>
                </a:cubicBezTo>
                <a:cubicBezTo>
                  <a:pt x="1592709" y="50154"/>
                  <a:pt x="1592778" y="50931"/>
                  <a:pt x="1592778" y="51828"/>
                </a:cubicBezTo>
                <a:cubicBezTo>
                  <a:pt x="1592778" y="53554"/>
                  <a:pt x="1592504" y="54848"/>
                  <a:pt x="1591957" y="55711"/>
                </a:cubicBezTo>
                <a:cubicBezTo>
                  <a:pt x="1591411" y="56574"/>
                  <a:pt x="1590693" y="57006"/>
                  <a:pt x="1589804" y="57006"/>
                </a:cubicBezTo>
                <a:lnTo>
                  <a:pt x="1567043" y="57006"/>
                </a:lnTo>
                <a:lnTo>
                  <a:pt x="1567043" y="141492"/>
                </a:lnTo>
                <a:cubicBezTo>
                  <a:pt x="1567043" y="141902"/>
                  <a:pt x="1566941" y="142278"/>
                  <a:pt x="1566736" y="142620"/>
                </a:cubicBezTo>
                <a:cubicBezTo>
                  <a:pt x="1566530" y="142959"/>
                  <a:pt x="1566206" y="143232"/>
                  <a:pt x="1565762" y="143437"/>
                </a:cubicBezTo>
                <a:cubicBezTo>
                  <a:pt x="1565317" y="143642"/>
                  <a:pt x="1564685" y="143813"/>
                  <a:pt x="1563865" y="143949"/>
                </a:cubicBezTo>
                <a:cubicBezTo>
                  <a:pt x="1563045" y="144086"/>
                  <a:pt x="1562053" y="144155"/>
                  <a:pt x="1560891" y="144155"/>
                </a:cubicBezTo>
                <a:cubicBezTo>
                  <a:pt x="1559729" y="144155"/>
                  <a:pt x="1558755" y="144086"/>
                  <a:pt x="1557969" y="143949"/>
                </a:cubicBezTo>
                <a:cubicBezTo>
                  <a:pt x="1557183" y="143813"/>
                  <a:pt x="1556551" y="143642"/>
                  <a:pt x="1556073" y="143437"/>
                </a:cubicBezTo>
                <a:cubicBezTo>
                  <a:pt x="1555594" y="143232"/>
                  <a:pt x="1555269" y="142959"/>
                  <a:pt x="1555099" y="142620"/>
                </a:cubicBezTo>
                <a:cubicBezTo>
                  <a:pt x="1554928" y="142278"/>
                  <a:pt x="1554842" y="141902"/>
                  <a:pt x="1554842" y="141492"/>
                </a:cubicBezTo>
                <a:lnTo>
                  <a:pt x="1554842" y="57006"/>
                </a:lnTo>
                <a:lnTo>
                  <a:pt x="1540898" y="57006"/>
                </a:lnTo>
                <a:cubicBezTo>
                  <a:pt x="1539942" y="57006"/>
                  <a:pt x="1539207" y="56574"/>
                  <a:pt x="1538694" y="55711"/>
                </a:cubicBezTo>
                <a:cubicBezTo>
                  <a:pt x="1538181" y="54848"/>
                  <a:pt x="1537925" y="53554"/>
                  <a:pt x="1537925" y="51828"/>
                </a:cubicBezTo>
                <a:cubicBezTo>
                  <a:pt x="1537925" y="50931"/>
                  <a:pt x="1537993" y="50154"/>
                  <a:pt x="1538130" y="49499"/>
                </a:cubicBezTo>
                <a:cubicBezTo>
                  <a:pt x="1538267" y="48843"/>
                  <a:pt x="1538455" y="48291"/>
                  <a:pt x="1538694" y="47842"/>
                </a:cubicBezTo>
                <a:cubicBezTo>
                  <a:pt x="1538933" y="47394"/>
                  <a:pt x="1539241" y="47066"/>
                  <a:pt x="1539617" y="46859"/>
                </a:cubicBezTo>
                <a:cubicBezTo>
                  <a:pt x="1539993" y="46651"/>
                  <a:pt x="1540420" y="46548"/>
                  <a:pt x="1540898" y="46548"/>
                </a:cubicBezTo>
                <a:lnTo>
                  <a:pt x="1554842" y="46548"/>
                </a:lnTo>
                <a:lnTo>
                  <a:pt x="1554842" y="35987"/>
                </a:lnTo>
                <a:cubicBezTo>
                  <a:pt x="1554842" y="29494"/>
                  <a:pt x="1555423" y="23957"/>
                  <a:pt x="1556585" y="19378"/>
                </a:cubicBezTo>
                <a:cubicBezTo>
                  <a:pt x="1557747" y="14798"/>
                  <a:pt x="1559507" y="11073"/>
                  <a:pt x="1561865" y="8202"/>
                </a:cubicBezTo>
                <a:cubicBezTo>
                  <a:pt x="1564224" y="5331"/>
                  <a:pt x="1567180" y="3247"/>
                  <a:pt x="1570734" y="1948"/>
                </a:cubicBezTo>
                <a:cubicBezTo>
                  <a:pt x="1574288" y="649"/>
                  <a:pt x="1578424" y="0"/>
                  <a:pt x="1583140" y="0"/>
                </a:cubicBezTo>
                <a:cubicBezTo>
                  <a:pt x="1585464" y="0"/>
                  <a:pt x="1587720" y="222"/>
                  <a:pt x="1589907" y="666"/>
                </a:cubicBezTo>
                <a:cubicBezTo>
                  <a:pt x="1592094" y="1111"/>
                  <a:pt x="1593752" y="1589"/>
                  <a:pt x="1594880" y="2102"/>
                </a:cubicBezTo>
                <a:cubicBezTo>
                  <a:pt x="1596007" y="2614"/>
                  <a:pt x="1596759" y="3059"/>
                  <a:pt x="1597135" y="3435"/>
                </a:cubicBezTo>
                <a:cubicBezTo>
                  <a:pt x="1597511" y="3811"/>
                  <a:pt x="1597819" y="4272"/>
                  <a:pt x="1598058" y="4819"/>
                </a:cubicBezTo>
                <a:cubicBezTo>
                  <a:pt x="1598297" y="5366"/>
                  <a:pt x="1598468" y="5998"/>
                  <a:pt x="1598571" y="6716"/>
                </a:cubicBezTo>
                <a:cubicBezTo>
                  <a:pt x="1598673" y="7433"/>
                  <a:pt x="1598724" y="8236"/>
                  <a:pt x="1598724" y="9125"/>
                </a:cubicBezTo>
                <a:close/>
                <a:moveTo>
                  <a:pt x="1688408" y="94172"/>
                </a:moveTo>
                <a:cubicBezTo>
                  <a:pt x="1688408" y="101561"/>
                  <a:pt x="1687451" y="108368"/>
                  <a:pt x="1685537" y="114594"/>
                </a:cubicBezTo>
                <a:cubicBezTo>
                  <a:pt x="1683623" y="120821"/>
                  <a:pt x="1680769" y="126227"/>
                  <a:pt x="1676976" y="130813"/>
                </a:cubicBezTo>
                <a:cubicBezTo>
                  <a:pt x="1673182" y="135397"/>
                  <a:pt x="1668449" y="138972"/>
                  <a:pt x="1662776" y="141537"/>
                </a:cubicBezTo>
                <a:cubicBezTo>
                  <a:pt x="1657103" y="144102"/>
                  <a:pt x="1650507" y="145385"/>
                  <a:pt x="1642988" y="145385"/>
                </a:cubicBezTo>
                <a:cubicBezTo>
                  <a:pt x="1635743" y="145385"/>
                  <a:pt x="1629403" y="144239"/>
                  <a:pt x="1623969" y="141947"/>
                </a:cubicBezTo>
                <a:cubicBezTo>
                  <a:pt x="1618535" y="139655"/>
                  <a:pt x="1613989" y="136371"/>
                  <a:pt x="1610333" y="132095"/>
                </a:cubicBezTo>
                <a:cubicBezTo>
                  <a:pt x="1606676" y="127818"/>
                  <a:pt x="1603942" y="122635"/>
                  <a:pt x="1602130" y="116546"/>
                </a:cubicBezTo>
                <a:cubicBezTo>
                  <a:pt x="1600319" y="110456"/>
                  <a:pt x="1599413" y="103579"/>
                  <a:pt x="1599413" y="95915"/>
                </a:cubicBezTo>
                <a:cubicBezTo>
                  <a:pt x="1599413" y="88527"/>
                  <a:pt x="1600353" y="81719"/>
                  <a:pt x="1602233" y="75493"/>
                </a:cubicBezTo>
                <a:cubicBezTo>
                  <a:pt x="1604113" y="69266"/>
                  <a:pt x="1606949" y="63878"/>
                  <a:pt x="1610743" y="59329"/>
                </a:cubicBezTo>
                <a:cubicBezTo>
                  <a:pt x="1614536" y="54777"/>
                  <a:pt x="1619270" y="51235"/>
                  <a:pt x="1624943" y="48704"/>
                </a:cubicBezTo>
                <a:cubicBezTo>
                  <a:pt x="1630616" y="46173"/>
                  <a:pt x="1637246" y="44907"/>
                  <a:pt x="1644833" y="44907"/>
                </a:cubicBezTo>
                <a:cubicBezTo>
                  <a:pt x="1652079" y="44907"/>
                  <a:pt x="1658418" y="46036"/>
                  <a:pt x="1663852" y="48294"/>
                </a:cubicBezTo>
                <a:cubicBezTo>
                  <a:pt x="1669286" y="50552"/>
                  <a:pt x="1673815" y="53819"/>
                  <a:pt x="1677437" y="58095"/>
                </a:cubicBezTo>
                <a:cubicBezTo>
                  <a:pt x="1681060" y="62371"/>
                  <a:pt x="1683794" y="67554"/>
                  <a:pt x="1685640" y="73644"/>
                </a:cubicBezTo>
                <a:cubicBezTo>
                  <a:pt x="1687485" y="79734"/>
                  <a:pt x="1688408" y="86576"/>
                  <a:pt x="1688408" y="94172"/>
                </a:cubicBezTo>
                <a:moveTo>
                  <a:pt x="1675489" y="95300"/>
                </a:moveTo>
                <a:cubicBezTo>
                  <a:pt x="1675489" y="90030"/>
                  <a:pt x="1674977" y="85000"/>
                  <a:pt x="1673951" y="80209"/>
                </a:cubicBezTo>
                <a:cubicBezTo>
                  <a:pt x="1672926" y="75418"/>
                  <a:pt x="1671217" y="71192"/>
                  <a:pt x="1668825" y="67531"/>
                </a:cubicBezTo>
                <a:cubicBezTo>
                  <a:pt x="1666433" y="63870"/>
                  <a:pt x="1663220" y="60962"/>
                  <a:pt x="1659187" y="58806"/>
                </a:cubicBezTo>
                <a:cubicBezTo>
                  <a:pt x="1655155" y="56649"/>
                  <a:pt x="1650131" y="55570"/>
                  <a:pt x="1644116" y="55570"/>
                </a:cubicBezTo>
                <a:cubicBezTo>
                  <a:pt x="1638579" y="55570"/>
                  <a:pt x="1633794" y="56562"/>
                  <a:pt x="1629762" y="58547"/>
                </a:cubicBezTo>
                <a:cubicBezTo>
                  <a:pt x="1625729" y="60531"/>
                  <a:pt x="1622431" y="63287"/>
                  <a:pt x="1619868" y="66813"/>
                </a:cubicBezTo>
                <a:cubicBezTo>
                  <a:pt x="1617305" y="70338"/>
                  <a:pt x="1615408" y="74495"/>
                  <a:pt x="1614177" y="79286"/>
                </a:cubicBezTo>
                <a:cubicBezTo>
                  <a:pt x="1612947" y="84077"/>
                  <a:pt x="1612332" y="89244"/>
                  <a:pt x="1612332" y="94787"/>
                </a:cubicBezTo>
                <a:cubicBezTo>
                  <a:pt x="1612332" y="100125"/>
                  <a:pt x="1612845" y="105207"/>
                  <a:pt x="1613870" y="110032"/>
                </a:cubicBezTo>
                <a:cubicBezTo>
                  <a:pt x="1614895" y="114857"/>
                  <a:pt x="1616604" y="119083"/>
                  <a:pt x="1618996" y="122710"/>
                </a:cubicBezTo>
                <a:cubicBezTo>
                  <a:pt x="1621389" y="126337"/>
                  <a:pt x="1624601" y="129212"/>
                  <a:pt x="1628634" y="131335"/>
                </a:cubicBezTo>
                <a:cubicBezTo>
                  <a:pt x="1632667" y="133456"/>
                  <a:pt x="1637691" y="134517"/>
                  <a:pt x="1643706" y="134517"/>
                </a:cubicBezTo>
                <a:cubicBezTo>
                  <a:pt x="1649242" y="134517"/>
                  <a:pt x="1654027" y="133525"/>
                  <a:pt x="1658059" y="131540"/>
                </a:cubicBezTo>
                <a:cubicBezTo>
                  <a:pt x="1662092" y="129556"/>
                  <a:pt x="1665390" y="126819"/>
                  <a:pt x="1667953" y="123329"/>
                </a:cubicBezTo>
                <a:cubicBezTo>
                  <a:pt x="1670517" y="119836"/>
                  <a:pt x="1672413" y="115696"/>
                  <a:pt x="1673644" y="110907"/>
                </a:cubicBezTo>
                <a:cubicBezTo>
                  <a:pt x="1674874" y="106116"/>
                  <a:pt x="1675489" y="100913"/>
                  <a:pt x="1675489" y="95300"/>
                </a:cubicBezTo>
                <a:close/>
                <a:moveTo>
                  <a:pt x="1729142" y="141489"/>
                </a:moveTo>
                <a:cubicBezTo>
                  <a:pt x="1729142" y="141899"/>
                  <a:pt x="1729039" y="142275"/>
                  <a:pt x="1728834" y="142617"/>
                </a:cubicBezTo>
                <a:cubicBezTo>
                  <a:pt x="1728629" y="142958"/>
                  <a:pt x="1728304" y="143232"/>
                  <a:pt x="1727860" y="143437"/>
                </a:cubicBezTo>
                <a:cubicBezTo>
                  <a:pt x="1727416" y="143642"/>
                  <a:pt x="1726801" y="143813"/>
                  <a:pt x="1726015" y="143949"/>
                </a:cubicBezTo>
                <a:cubicBezTo>
                  <a:pt x="1725229" y="144086"/>
                  <a:pt x="1724220" y="144155"/>
                  <a:pt x="1722990" y="144155"/>
                </a:cubicBezTo>
                <a:cubicBezTo>
                  <a:pt x="1721828" y="144155"/>
                  <a:pt x="1720854" y="144086"/>
                  <a:pt x="1720068" y="143949"/>
                </a:cubicBezTo>
                <a:cubicBezTo>
                  <a:pt x="1719282" y="143813"/>
                  <a:pt x="1718650" y="143642"/>
                  <a:pt x="1718171" y="143437"/>
                </a:cubicBezTo>
                <a:cubicBezTo>
                  <a:pt x="1717693" y="143232"/>
                  <a:pt x="1717368" y="142958"/>
                  <a:pt x="1717197" y="142617"/>
                </a:cubicBezTo>
                <a:cubicBezTo>
                  <a:pt x="1717026" y="142275"/>
                  <a:pt x="1716941" y="141899"/>
                  <a:pt x="1716941" y="141489"/>
                </a:cubicBezTo>
                <a:lnTo>
                  <a:pt x="1716941" y="3281"/>
                </a:lnTo>
                <a:cubicBezTo>
                  <a:pt x="1716941" y="2871"/>
                  <a:pt x="1717026" y="2495"/>
                  <a:pt x="1717197" y="2153"/>
                </a:cubicBezTo>
                <a:cubicBezTo>
                  <a:pt x="1717368" y="1811"/>
                  <a:pt x="1717693" y="1521"/>
                  <a:pt x="1718171" y="1282"/>
                </a:cubicBezTo>
                <a:cubicBezTo>
                  <a:pt x="1718650" y="1042"/>
                  <a:pt x="1719282" y="871"/>
                  <a:pt x="1720068" y="769"/>
                </a:cubicBezTo>
                <a:cubicBezTo>
                  <a:pt x="1720854" y="666"/>
                  <a:pt x="1721828" y="615"/>
                  <a:pt x="1722990" y="615"/>
                </a:cubicBezTo>
                <a:cubicBezTo>
                  <a:pt x="1724220" y="615"/>
                  <a:pt x="1725229" y="666"/>
                  <a:pt x="1726015" y="769"/>
                </a:cubicBezTo>
                <a:cubicBezTo>
                  <a:pt x="1726801" y="871"/>
                  <a:pt x="1727416" y="1042"/>
                  <a:pt x="1727860" y="1282"/>
                </a:cubicBezTo>
                <a:cubicBezTo>
                  <a:pt x="1728304" y="1521"/>
                  <a:pt x="1728629" y="1811"/>
                  <a:pt x="1728834" y="2153"/>
                </a:cubicBezTo>
                <a:cubicBezTo>
                  <a:pt x="1729039" y="2495"/>
                  <a:pt x="1729142" y="2871"/>
                  <a:pt x="1729142" y="3281"/>
                </a:cubicBezTo>
                <a:lnTo>
                  <a:pt x="1729142" y="141489"/>
                </a:lnTo>
                <a:close/>
                <a:moveTo>
                  <a:pt x="1773447" y="141489"/>
                </a:moveTo>
                <a:cubicBezTo>
                  <a:pt x="1773447" y="141899"/>
                  <a:pt x="1773344" y="142275"/>
                  <a:pt x="1773139" y="142617"/>
                </a:cubicBezTo>
                <a:cubicBezTo>
                  <a:pt x="1772934" y="142958"/>
                  <a:pt x="1772610" y="143232"/>
                  <a:pt x="1772165" y="143437"/>
                </a:cubicBezTo>
                <a:cubicBezTo>
                  <a:pt x="1771721" y="143642"/>
                  <a:pt x="1771106" y="143813"/>
                  <a:pt x="1770320" y="143949"/>
                </a:cubicBezTo>
                <a:cubicBezTo>
                  <a:pt x="1769534" y="144086"/>
                  <a:pt x="1768526" y="144155"/>
                  <a:pt x="1767295" y="144155"/>
                </a:cubicBezTo>
                <a:cubicBezTo>
                  <a:pt x="1766133" y="144155"/>
                  <a:pt x="1765159" y="144086"/>
                  <a:pt x="1764373" y="143949"/>
                </a:cubicBezTo>
                <a:cubicBezTo>
                  <a:pt x="1763587" y="143813"/>
                  <a:pt x="1762955" y="143642"/>
                  <a:pt x="1762476" y="143437"/>
                </a:cubicBezTo>
                <a:cubicBezTo>
                  <a:pt x="1761998" y="143232"/>
                  <a:pt x="1761673" y="142958"/>
                  <a:pt x="1761502" y="142617"/>
                </a:cubicBezTo>
                <a:cubicBezTo>
                  <a:pt x="1761332" y="142275"/>
                  <a:pt x="1761246" y="141899"/>
                  <a:pt x="1761246" y="141489"/>
                </a:cubicBezTo>
                <a:lnTo>
                  <a:pt x="1761246" y="3281"/>
                </a:lnTo>
                <a:cubicBezTo>
                  <a:pt x="1761246" y="2871"/>
                  <a:pt x="1761332" y="2495"/>
                  <a:pt x="1761502" y="2153"/>
                </a:cubicBezTo>
                <a:cubicBezTo>
                  <a:pt x="1761673" y="1811"/>
                  <a:pt x="1761998" y="1521"/>
                  <a:pt x="1762476" y="1282"/>
                </a:cubicBezTo>
                <a:cubicBezTo>
                  <a:pt x="1762955" y="1042"/>
                  <a:pt x="1763587" y="871"/>
                  <a:pt x="1764373" y="769"/>
                </a:cubicBezTo>
                <a:cubicBezTo>
                  <a:pt x="1765159" y="666"/>
                  <a:pt x="1766133" y="615"/>
                  <a:pt x="1767295" y="615"/>
                </a:cubicBezTo>
                <a:cubicBezTo>
                  <a:pt x="1768526" y="615"/>
                  <a:pt x="1769534" y="666"/>
                  <a:pt x="1770320" y="769"/>
                </a:cubicBezTo>
                <a:cubicBezTo>
                  <a:pt x="1771106" y="871"/>
                  <a:pt x="1771721" y="1042"/>
                  <a:pt x="1772165" y="1282"/>
                </a:cubicBezTo>
                <a:cubicBezTo>
                  <a:pt x="1772610" y="1521"/>
                  <a:pt x="1772934" y="1811"/>
                  <a:pt x="1773139" y="2153"/>
                </a:cubicBezTo>
                <a:cubicBezTo>
                  <a:pt x="1773344" y="2495"/>
                  <a:pt x="1773447" y="2871"/>
                  <a:pt x="1773447" y="3281"/>
                </a:cubicBezTo>
                <a:lnTo>
                  <a:pt x="1773447" y="141489"/>
                </a:lnTo>
                <a:close/>
                <a:moveTo>
                  <a:pt x="1887676" y="94172"/>
                </a:moveTo>
                <a:cubicBezTo>
                  <a:pt x="1887676" y="101561"/>
                  <a:pt x="1886719" y="108368"/>
                  <a:pt x="1884806" y="114594"/>
                </a:cubicBezTo>
                <a:cubicBezTo>
                  <a:pt x="1882892" y="120821"/>
                  <a:pt x="1880038" y="126227"/>
                  <a:pt x="1876244" y="130813"/>
                </a:cubicBezTo>
                <a:cubicBezTo>
                  <a:pt x="1872451" y="135397"/>
                  <a:pt x="1867718" y="138972"/>
                  <a:pt x="1862044" y="141537"/>
                </a:cubicBezTo>
                <a:cubicBezTo>
                  <a:pt x="1856371" y="144102"/>
                  <a:pt x="1849775" y="145385"/>
                  <a:pt x="1842256" y="145385"/>
                </a:cubicBezTo>
                <a:cubicBezTo>
                  <a:pt x="1835011" y="145385"/>
                  <a:pt x="1828671" y="144239"/>
                  <a:pt x="1823237" y="141947"/>
                </a:cubicBezTo>
                <a:cubicBezTo>
                  <a:pt x="1817803" y="139655"/>
                  <a:pt x="1813258" y="136371"/>
                  <a:pt x="1809601" y="132095"/>
                </a:cubicBezTo>
                <a:cubicBezTo>
                  <a:pt x="1805944" y="127818"/>
                  <a:pt x="1803210" y="122635"/>
                  <a:pt x="1801399" y="116546"/>
                </a:cubicBezTo>
                <a:cubicBezTo>
                  <a:pt x="1799588" y="110456"/>
                  <a:pt x="1798682" y="103579"/>
                  <a:pt x="1798682" y="95915"/>
                </a:cubicBezTo>
                <a:cubicBezTo>
                  <a:pt x="1798682" y="88527"/>
                  <a:pt x="1799622" y="81719"/>
                  <a:pt x="1801501" y="75493"/>
                </a:cubicBezTo>
                <a:cubicBezTo>
                  <a:pt x="1803381" y="69266"/>
                  <a:pt x="1806218" y="63878"/>
                  <a:pt x="1810011" y="59329"/>
                </a:cubicBezTo>
                <a:cubicBezTo>
                  <a:pt x="1813805" y="54777"/>
                  <a:pt x="1818538" y="51235"/>
                  <a:pt x="1824211" y="48704"/>
                </a:cubicBezTo>
                <a:cubicBezTo>
                  <a:pt x="1829885" y="46173"/>
                  <a:pt x="1836515" y="44907"/>
                  <a:pt x="1844102" y="44907"/>
                </a:cubicBezTo>
                <a:cubicBezTo>
                  <a:pt x="1851347" y="44907"/>
                  <a:pt x="1857687" y="46036"/>
                  <a:pt x="1863121" y="48294"/>
                </a:cubicBezTo>
                <a:cubicBezTo>
                  <a:pt x="1868555" y="50552"/>
                  <a:pt x="1873083" y="53819"/>
                  <a:pt x="1876706" y="58095"/>
                </a:cubicBezTo>
                <a:cubicBezTo>
                  <a:pt x="1880329" y="62371"/>
                  <a:pt x="1883063" y="67554"/>
                  <a:pt x="1884908" y="73644"/>
                </a:cubicBezTo>
                <a:cubicBezTo>
                  <a:pt x="1886754" y="79734"/>
                  <a:pt x="1887676" y="86576"/>
                  <a:pt x="1887676" y="94172"/>
                </a:cubicBezTo>
                <a:moveTo>
                  <a:pt x="1874758" y="95300"/>
                </a:moveTo>
                <a:cubicBezTo>
                  <a:pt x="1874758" y="90030"/>
                  <a:pt x="1874245" y="85000"/>
                  <a:pt x="1873220" y="80209"/>
                </a:cubicBezTo>
                <a:cubicBezTo>
                  <a:pt x="1872195" y="75418"/>
                  <a:pt x="1870486" y="71192"/>
                  <a:pt x="1868094" y="67531"/>
                </a:cubicBezTo>
                <a:cubicBezTo>
                  <a:pt x="1865701" y="63870"/>
                  <a:pt x="1862489" y="60962"/>
                  <a:pt x="1858456" y="58806"/>
                </a:cubicBezTo>
                <a:cubicBezTo>
                  <a:pt x="1854423" y="56649"/>
                  <a:pt x="1849399" y="55570"/>
                  <a:pt x="1843384" y="55570"/>
                </a:cubicBezTo>
                <a:cubicBezTo>
                  <a:pt x="1837848" y="55570"/>
                  <a:pt x="1833063" y="56562"/>
                  <a:pt x="1829030" y="58547"/>
                </a:cubicBezTo>
                <a:cubicBezTo>
                  <a:pt x="1824998" y="60531"/>
                  <a:pt x="1821700" y="63287"/>
                  <a:pt x="1819136" y="66813"/>
                </a:cubicBezTo>
                <a:cubicBezTo>
                  <a:pt x="1816573" y="70338"/>
                  <a:pt x="1814676" y="74495"/>
                  <a:pt x="1813446" y="79286"/>
                </a:cubicBezTo>
                <a:cubicBezTo>
                  <a:pt x="1812216" y="84077"/>
                  <a:pt x="1811601" y="89244"/>
                  <a:pt x="1811601" y="94787"/>
                </a:cubicBezTo>
                <a:cubicBezTo>
                  <a:pt x="1811601" y="100125"/>
                  <a:pt x="1812113" y="105207"/>
                  <a:pt x="1813138" y="110032"/>
                </a:cubicBezTo>
                <a:cubicBezTo>
                  <a:pt x="1814164" y="114857"/>
                  <a:pt x="1815873" y="119083"/>
                  <a:pt x="1818265" y="122710"/>
                </a:cubicBezTo>
                <a:cubicBezTo>
                  <a:pt x="1820657" y="126337"/>
                  <a:pt x="1823870" y="129212"/>
                  <a:pt x="1827902" y="131335"/>
                </a:cubicBezTo>
                <a:cubicBezTo>
                  <a:pt x="1831935" y="133456"/>
                  <a:pt x="1836959" y="134517"/>
                  <a:pt x="1842974" y="134517"/>
                </a:cubicBezTo>
                <a:cubicBezTo>
                  <a:pt x="1848511" y="134517"/>
                  <a:pt x="1853295" y="133525"/>
                  <a:pt x="1857328" y="131540"/>
                </a:cubicBezTo>
                <a:cubicBezTo>
                  <a:pt x="1861361" y="129556"/>
                  <a:pt x="1864659" y="126819"/>
                  <a:pt x="1867222" y="123329"/>
                </a:cubicBezTo>
                <a:cubicBezTo>
                  <a:pt x="1869785" y="119836"/>
                  <a:pt x="1871682" y="115696"/>
                  <a:pt x="1872912" y="110907"/>
                </a:cubicBezTo>
                <a:cubicBezTo>
                  <a:pt x="1874143" y="106116"/>
                  <a:pt x="1874758" y="100913"/>
                  <a:pt x="1874758" y="95300"/>
                </a:cubicBezTo>
                <a:close/>
                <a:moveTo>
                  <a:pt x="2039346" y="48396"/>
                </a:moveTo>
                <a:cubicBezTo>
                  <a:pt x="2039346" y="48738"/>
                  <a:pt x="2039295" y="49131"/>
                  <a:pt x="2039192" y="49576"/>
                </a:cubicBezTo>
                <a:cubicBezTo>
                  <a:pt x="2039089" y="50020"/>
                  <a:pt x="2038970" y="50516"/>
                  <a:pt x="2038833" y="51065"/>
                </a:cubicBezTo>
                <a:lnTo>
                  <a:pt x="2010125" y="141486"/>
                </a:lnTo>
                <a:cubicBezTo>
                  <a:pt x="2009989" y="142032"/>
                  <a:pt x="2009732" y="142478"/>
                  <a:pt x="2009356" y="142822"/>
                </a:cubicBezTo>
                <a:cubicBezTo>
                  <a:pt x="2008980" y="143163"/>
                  <a:pt x="2008485" y="143437"/>
                  <a:pt x="2007870" y="143642"/>
                </a:cubicBezTo>
                <a:cubicBezTo>
                  <a:pt x="2007254" y="143847"/>
                  <a:pt x="2006451" y="143984"/>
                  <a:pt x="2005460" y="144052"/>
                </a:cubicBezTo>
                <a:cubicBezTo>
                  <a:pt x="2004469" y="144120"/>
                  <a:pt x="2003290" y="144155"/>
                  <a:pt x="2001923" y="144155"/>
                </a:cubicBezTo>
                <a:cubicBezTo>
                  <a:pt x="2000488" y="144155"/>
                  <a:pt x="1999257" y="144103"/>
                  <a:pt x="1998232" y="144001"/>
                </a:cubicBezTo>
                <a:cubicBezTo>
                  <a:pt x="1997207" y="143898"/>
                  <a:pt x="1996369" y="143744"/>
                  <a:pt x="1995720" y="143539"/>
                </a:cubicBezTo>
                <a:cubicBezTo>
                  <a:pt x="1995071" y="143334"/>
                  <a:pt x="1994558" y="143061"/>
                  <a:pt x="1994182" y="142719"/>
                </a:cubicBezTo>
                <a:cubicBezTo>
                  <a:pt x="1993806" y="142375"/>
                  <a:pt x="1993550" y="141964"/>
                  <a:pt x="1993413" y="141486"/>
                </a:cubicBezTo>
                <a:lnTo>
                  <a:pt x="1971882" y="68204"/>
                </a:lnTo>
                <a:lnTo>
                  <a:pt x="1971677" y="67383"/>
                </a:lnTo>
                <a:lnTo>
                  <a:pt x="1971472" y="68204"/>
                </a:lnTo>
                <a:lnTo>
                  <a:pt x="1951377" y="141486"/>
                </a:lnTo>
                <a:cubicBezTo>
                  <a:pt x="1951240" y="142032"/>
                  <a:pt x="1950967" y="142478"/>
                  <a:pt x="1950556" y="142822"/>
                </a:cubicBezTo>
                <a:cubicBezTo>
                  <a:pt x="1950146" y="143163"/>
                  <a:pt x="1949582" y="143437"/>
                  <a:pt x="1948865" y="143642"/>
                </a:cubicBezTo>
                <a:cubicBezTo>
                  <a:pt x="1948147" y="143847"/>
                  <a:pt x="1947276" y="143984"/>
                  <a:pt x="1946250" y="144052"/>
                </a:cubicBezTo>
                <a:cubicBezTo>
                  <a:pt x="1945225" y="144120"/>
                  <a:pt x="1944063" y="144155"/>
                  <a:pt x="1942764" y="144155"/>
                </a:cubicBezTo>
                <a:cubicBezTo>
                  <a:pt x="1941397" y="144155"/>
                  <a:pt x="1940235" y="144103"/>
                  <a:pt x="1939278" y="144001"/>
                </a:cubicBezTo>
                <a:cubicBezTo>
                  <a:pt x="1938321" y="143898"/>
                  <a:pt x="1937518" y="143744"/>
                  <a:pt x="1936869" y="143539"/>
                </a:cubicBezTo>
                <a:cubicBezTo>
                  <a:pt x="1936220" y="143334"/>
                  <a:pt x="1935724" y="143061"/>
                  <a:pt x="1935382" y="142719"/>
                </a:cubicBezTo>
                <a:cubicBezTo>
                  <a:pt x="1935041" y="142375"/>
                  <a:pt x="1934801" y="141964"/>
                  <a:pt x="1934665" y="141486"/>
                </a:cubicBezTo>
                <a:lnTo>
                  <a:pt x="1906162" y="51065"/>
                </a:lnTo>
                <a:cubicBezTo>
                  <a:pt x="1905957" y="50585"/>
                  <a:pt x="1905803" y="50105"/>
                  <a:pt x="1905700" y="49627"/>
                </a:cubicBezTo>
                <a:cubicBezTo>
                  <a:pt x="1905598" y="49148"/>
                  <a:pt x="1905547" y="48738"/>
                  <a:pt x="1905547" y="48396"/>
                </a:cubicBezTo>
                <a:cubicBezTo>
                  <a:pt x="1905547" y="47918"/>
                  <a:pt x="1905649" y="47508"/>
                  <a:pt x="1905854" y="47166"/>
                </a:cubicBezTo>
                <a:cubicBezTo>
                  <a:pt x="1906059" y="46822"/>
                  <a:pt x="1906401" y="46565"/>
                  <a:pt x="1906879" y="46394"/>
                </a:cubicBezTo>
                <a:cubicBezTo>
                  <a:pt x="1907358" y="46223"/>
                  <a:pt x="1907973" y="46103"/>
                  <a:pt x="1908725" y="46035"/>
                </a:cubicBezTo>
                <a:cubicBezTo>
                  <a:pt x="1909477" y="45967"/>
                  <a:pt x="1910400" y="45933"/>
                  <a:pt x="1911493" y="45933"/>
                </a:cubicBezTo>
                <a:cubicBezTo>
                  <a:pt x="1912929" y="45933"/>
                  <a:pt x="1914091" y="45984"/>
                  <a:pt x="1914979" y="46086"/>
                </a:cubicBezTo>
                <a:cubicBezTo>
                  <a:pt x="1915868" y="46189"/>
                  <a:pt x="1916534" y="46343"/>
                  <a:pt x="1916978" y="46548"/>
                </a:cubicBezTo>
                <a:cubicBezTo>
                  <a:pt x="1917423" y="46753"/>
                  <a:pt x="1917747" y="47027"/>
                  <a:pt x="1917952" y="47371"/>
                </a:cubicBezTo>
                <a:cubicBezTo>
                  <a:pt x="1918158" y="47713"/>
                  <a:pt x="1918328" y="48123"/>
                  <a:pt x="1918465" y="48602"/>
                </a:cubicBezTo>
                <a:lnTo>
                  <a:pt x="1942969" y="129685"/>
                </a:lnTo>
                <a:lnTo>
                  <a:pt x="1943174" y="130403"/>
                </a:lnTo>
                <a:lnTo>
                  <a:pt x="1943379" y="129685"/>
                </a:lnTo>
                <a:lnTo>
                  <a:pt x="1965628" y="48602"/>
                </a:lnTo>
                <a:cubicBezTo>
                  <a:pt x="1965765" y="48123"/>
                  <a:pt x="1965953" y="47713"/>
                  <a:pt x="1966192" y="47371"/>
                </a:cubicBezTo>
                <a:cubicBezTo>
                  <a:pt x="1966431" y="47027"/>
                  <a:pt x="1966773" y="46753"/>
                  <a:pt x="1967217" y="46548"/>
                </a:cubicBezTo>
                <a:cubicBezTo>
                  <a:pt x="1967662" y="46343"/>
                  <a:pt x="1968277" y="46189"/>
                  <a:pt x="1969063" y="46086"/>
                </a:cubicBezTo>
                <a:cubicBezTo>
                  <a:pt x="1969849" y="45984"/>
                  <a:pt x="1970857" y="45933"/>
                  <a:pt x="1972087" y="45933"/>
                </a:cubicBezTo>
                <a:cubicBezTo>
                  <a:pt x="1973249" y="45933"/>
                  <a:pt x="1974206" y="45984"/>
                  <a:pt x="1974958" y="46086"/>
                </a:cubicBezTo>
                <a:cubicBezTo>
                  <a:pt x="1975710" y="46189"/>
                  <a:pt x="1976325" y="46343"/>
                  <a:pt x="1976804" y="46548"/>
                </a:cubicBezTo>
                <a:cubicBezTo>
                  <a:pt x="1977282" y="46753"/>
                  <a:pt x="1977624" y="47027"/>
                  <a:pt x="1977829" y="47371"/>
                </a:cubicBezTo>
                <a:cubicBezTo>
                  <a:pt x="1978034" y="47713"/>
                  <a:pt x="1978205" y="48123"/>
                  <a:pt x="1978342" y="48602"/>
                </a:cubicBezTo>
                <a:lnTo>
                  <a:pt x="2002333" y="129685"/>
                </a:lnTo>
                <a:lnTo>
                  <a:pt x="2002538" y="130403"/>
                </a:lnTo>
                <a:lnTo>
                  <a:pt x="2002641" y="129685"/>
                </a:lnTo>
                <a:lnTo>
                  <a:pt x="2027042" y="48602"/>
                </a:lnTo>
                <a:cubicBezTo>
                  <a:pt x="2027179" y="48123"/>
                  <a:pt x="2027367" y="47713"/>
                  <a:pt x="2027606" y="47371"/>
                </a:cubicBezTo>
                <a:cubicBezTo>
                  <a:pt x="2027846" y="47027"/>
                  <a:pt x="2028204" y="46753"/>
                  <a:pt x="2028683" y="46548"/>
                </a:cubicBezTo>
                <a:cubicBezTo>
                  <a:pt x="2029161" y="46343"/>
                  <a:pt x="2029828" y="46189"/>
                  <a:pt x="2030682" y="46086"/>
                </a:cubicBezTo>
                <a:cubicBezTo>
                  <a:pt x="2031537" y="45984"/>
                  <a:pt x="2032647" y="45933"/>
                  <a:pt x="2034014" y="45933"/>
                </a:cubicBezTo>
                <a:cubicBezTo>
                  <a:pt x="2035108" y="45933"/>
                  <a:pt x="2035997" y="45967"/>
                  <a:pt x="2036680" y="46035"/>
                </a:cubicBezTo>
                <a:cubicBezTo>
                  <a:pt x="2037364" y="46103"/>
                  <a:pt x="2037910" y="46240"/>
                  <a:pt x="2038321" y="46445"/>
                </a:cubicBezTo>
                <a:cubicBezTo>
                  <a:pt x="2038731" y="46650"/>
                  <a:pt x="2039004" y="46908"/>
                  <a:pt x="2039141" y="47217"/>
                </a:cubicBezTo>
                <a:cubicBezTo>
                  <a:pt x="2039277" y="47525"/>
                  <a:pt x="2039346" y="47918"/>
                  <a:pt x="2039346" y="48396"/>
                </a:cubicBezTo>
                <a:close/>
                <a:moveTo>
                  <a:pt x="2072455" y="141486"/>
                </a:moveTo>
                <a:cubicBezTo>
                  <a:pt x="2072455" y="141896"/>
                  <a:pt x="2072353" y="142273"/>
                  <a:pt x="2072148" y="142617"/>
                </a:cubicBezTo>
                <a:cubicBezTo>
                  <a:pt x="2071943" y="142958"/>
                  <a:pt x="2071618" y="143232"/>
                  <a:pt x="2071174" y="143437"/>
                </a:cubicBezTo>
                <a:cubicBezTo>
                  <a:pt x="2070729" y="143642"/>
                  <a:pt x="2070114" y="143813"/>
                  <a:pt x="2069328" y="143949"/>
                </a:cubicBezTo>
                <a:cubicBezTo>
                  <a:pt x="2068542" y="144086"/>
                  <a:pt x="2067534" y="144155"/>
                  <a:pt x="2066303" y="144155"/>
                </a:cubicBezTo>
                <a:cubicBezTo>
                  <a:pt x="2065141" y="144155"/>
                  <a:pt x="2064167" y="144086"/>
                  <a:pt x="2063381" y="143949"/>
                </a:cubicBezTo>
                <a:cubicBezTo>
                  <a:pt x="2062595" y="143813"/>
                  <a:pt x="2061963" y="143642"/>
                  <a:pt x="2061485" y="143437"/>
                </a:cubicBezTo>
                <a:cubicBezTo>
                  <a:pt x="2061006" y="143232"/>
                  <a:pt x="2060682" y="142958"/>
                  <a:pt x="2060511" y="142617"/>
                </a:cubicBezTo>
                <a:cubicBezTo>
                  <a:pt x="2060340" y="142273"/>
                  <a:pt x="2060254" y="141896"/>
                  <a:pt x="2060254" y="141486"/>
                </a:cubicBezTo>
                <a:lnTo>
                  <a:pt x="2060254" y="48602"/>
                </a:lnTo>
                <a:cubicBezTo>
                  <a:pt x="2060254" y="48191"/>
                  <a:pt x="2060340" y="47815"/>
                  <a:pt x="2060511" y="47474"/>
                </a:cubicBezTo>
                <a:cubicBezTo>
                  <a:pt x="2060682" y="47130"/>
                  <a:pt x="2061006" y="46838"/>
                  <a:pt x="2061485" y="46599"/>
                </a:cubicBezTo>
                <a:cubicBezTo>
                  <a:pt x="2061963" y="46360"/>
                  <a:pt x="2062595" y="46189"/>
                  <a:pt x="2063381" y="46086"/>
                </a:cubicBezTo>
                <a:cubicBezTo>
                  <a:pt x="2064167" y="45984"/>
                  <a:pt x="2065141" y="45933"/>
                  <a:pt x="2066303" y="45933"/>
                </a:cubicBezTo>
                <a:cubicBezTo>
                  <a:pt x="2067534" y="45933"/>
                  <a:pt x="2068542" y="45984"/>
                  <a:pt x="2069328" y="46086"/>
                </a:cubicBezTo>
                <a:cubicBezTo>
                  <a:pt x="2070114" y="46189"/>
                  <a:pt x="2070729" y="46360"/>
                  <a:pt x="2071174" y="46599"/>
                </a:cubicBezTo>
                <a:cubicBezTo>
                  <a:pt x="2071618" y="46838"/>
                  <a:pt x="2071943" y="47130"/>
                  <a:pt x="2072148" y="47474"/>
                </a:cubicBezTo>
                <a:cubicBezTo>
                  <a:pt x="2072353" y="47815"/>
                  <a:pt x="2072455" y="48191"/>
                  <a:pt x="2072455" y="48602"/>
                </a:cubicBezTo>
                <a:lnTo>
                  <a:pt x="2072455" y="141486"/>
                </a:lnTo>
                <a:moveTo>
                  <a:pt x="2074301" y="17173"/>
                </a:moveTo>
                <a:cubicBezTo>
                  <a:pt x="2074301" y="20474"/>
                  <a:pt x="2073720" y="22709"/>
                  <a:pt x="2072558" y="23879"/>
                </a:cubicBezTo>
                <a:cubicBezTo>
                  <a:pt x="2071396" y="25048"/>
                  <a:pt x="2069277" y="25632"/>
                  <a:pt x="2066201" y="25632"/>
                </a:cubicBezTo>
                <a:cubicBezTo>
                  <a:pt x="2063193" y="25632"/>
                  <a:pt x="2061126" y="25065"/>
                  <a:pt x="2059998" y="23931"/>
                </a:cubicBezTo>
                <a:cubicBezTo>
                  <a:pt x="2058870" y="22796"/>
                  <a:pt x="2058306" y="20578"/>
                  <a:pt x="2058306" y="17276"/>
                </a:cubicBezTo>
                <a:cubicBezTo>
                  <a:pt x="2058306" y="13976"/>
                  <a:pt x="2058887" y="11742"/>
                  <a:pt x="2060049" y="10573"/>
                </a:cubicBezTo>
                <a:cubicBezTo>
                  <a:pt x="2061211" y="9403"/>
                  <a:pt x="2063330" y="8817"/>
                  <a:pt x="2066406" y="8817"/>
                </a:cubicBezTo>
                <a:cubicBezTo>
                  <a:pt x="2069414" y="8817"/>
                  <a:pt x="2071481" y="9385"/>
                  <a:pt x="2072609" y="10519"/>
                </a:cubicBezTo>
                <a:cubicBezTo>
                  <a:pt x="2073737" y="11653"/>
                  <a:pt x="2074301" y="13871"/>
                  <a:pt x="2074301" y="17173"/>
                </a:cubicBezTo>
                <a:close/>
                <a:moveTo>
                  <a:pt x="2179815" y="141489"/>
                </a:moveTo>
                <a:cubicBezTo>
                  <a:pt x="2179815" y="141899"/>
                  <a:pt x="2179712" y="142275"/>
                  <a:pt x="2179507" y="142617"/>
                </a:cubicBezTo>
                <a:cubicBezTo>
                  <a:pt x="2179302" y="142958"/>
                  <a:pt x="2178978" y="143232"/>
                  <a:pt x="2178533" y="143437"/>
                </a:cubicBezTo>
                <a:cubicBezTo>
                  <a:pt x="2178089" y="143642"/>
                  <a:pt x="2177474" y="143813"/>
                  <a:pt x="2176688" y="143949"/>
                </a:cubicBezTo>
                <a:cubicBezTo>
                  <a:pt x="2175902" y="144086"/>
                  <a:pt x="2174928" y="144155"/>
                  <a:pt x="2173766" y="144155"/>
                </a:cubicBezTo>
                <a:cubicBezTo>
                  <a:pt x="2172535" y="144155"/>
                  <a:pt x="2171527" y="144086"/>
                  <a:pt x="2170741" y="143949"/>
                </a:cubicBezTo>
                <a:cubicBezTo>
                  <a:pt x="2169955" y="143813"/>
                  <a:pt x="2169340" y="143642"/>
                  <a:pt x="2168896" y="143437"/>
                </a:cubicBezTo>
                <a:cubicBezTo>
                  <a:pt x="2168451" y="143232"/>
                  <a:pt x="2168127" y="142958"/>
                  <a:pt x="2167922" y="142617"/>
                </a:cubicBezTo>
                <a:cubicBezTo>
                  <a:pt x="2167717" y="142275"/>
                  <a:pt x="2167614" y="141899"/>
                  <a:pt x="2167614" y="141489"/>
                </a:cubicBezTo>
                <a:lnTo>
                  <a:pt x="2167614" y="86431"/>
                </a:lnTo>
                <a:cubicBezTo>
                  <a:pt x="2167614" y="80690"/>
                  <a:pt x="2167170" y="76025"/>
                  <a:pt x="2166281" y="72436"/>
                </a:cubicBezTo>
                <a:cubicBezTo>
                  <a:pt x="2165393" y="68848"/>
                  <a:pt x="2164060" y="65772"/>
                  <a:pt x="2162283" y="63209"/>
                </a:cubicBezTo>
                <a:cubicBezTo>
                  <a:pt x="2160506" y="60645"/>
                  <a:pt x="2158233" y="58663"/>
                  <a:pt x="2155465" y="57262"/>
                </a:cubicBezTo>
                <a:cubicBezTo>
                  <a:pt x="2152696" y="55861"/>
                  <a:pt x="2149467" y="55160"/>
                  <a:pt x="2145776" y="55160"/>
                </a:cubicBezTo>
                <a:cubicBezTo>
                  <a:pt x="2141059" y="55160"/>
                  <a:pt x="2136343" y="56835"/>
                  <a:pt x="2131627" y="60184"/>
                </a:cubicBezTo>
                <a:cubicBezTo>
                  <a:pt x="2126910" y="63533"/>
                  <a:pt x="2121955" y="68455"/>
                  <a:pt x="2116760" y="74948"/>
                </a:cubicBezTo>
                <a:lnTo>
                  <a:pt x="2116760" y="141489"/>
                </a:lnTo>
                <a:cubicBezTo>
                  <a:pt x="2116760" y="141899"/>
                  <a:pt x="2116658" y="142275"/>
                  <a:pt x="2116453" y="142617"/>
                </a:cubicBezTo>
                <a:cubicBezTo>
                  <a:pt x="2116248" y="142958"/>
                  <a:pt x="2115923" y="143232"/>
                  <a:pt x="2115479" y="143437"/>
                </a:cubicBezTo>
                <a:cubicBezTo>
                  <a:pt x="2115034" y="143642"/>
                  <a:pt x="2114419" y="143813"/>
                  <a:pt x="2113633" y="143949"/>
                </a:cubicBezTo>
                <a:cubicBezTo>
                  <a:pt x="2112847" y="144086"/>
                  <a:pt x="2111839" y="144155"/>
                  <a:pt x="2110609" y="144155"/>
                </a:cubicBezTo>
                <a:cubicBezTo>
                  <a:pt x="2109447" y="144155"/>
                  <a:pt x="2108473" y="144086"/>
                  <a:pt x="2107686" y="143949"/>
                </a:cubicBezTo>
                <a:cubicBezTo>
                  <a:pt x="2106900" y="143813"/>
                  <a:pt x="2106268" y="143642"/>
                  <a:pt x="2105790" y="143437"/>
                </a:cubicBezTo>
                <a:cubicBezTo>
                  <a:pt x="2105311" y="143232"/>
                  <a:pt x="2104987" y="142958"/>
                  <a:pt x="2104816" y="142617"/>
                </a:cubicBezTo>
                <a:cubicBezTo>
                  <a:pt x="2104645" y="142273"/>
                  <a:pt x="2104559" y="141896"/>
                  <a:pt x="2104559" y="141486"/>
                </a:cubicBezTo>
                <a:lnTo>
                  <a:pt x="2104559" y="48602"/>
                </a:lnTo>
                <a:cubicBezTo>
                  <a:pt x="2104559" y="48191"/>
                  <a:pt x="2104645" y="47815"/>
                  <a:pt x="2104816" y="47474"/>
                </a:cubicBezTo>
                <a:cubicBezTo>
                  <a:pt x="2104987" y="47130"/>
                  <a:pt x="2105311" y="46838"/>
                  <a:pt x="2105790" y="46599"/>
                </a:cubicBezTo>
                <a:cubicBezTo>
                  <a:pt x="2106268" y="46360"/>
                  <a:pt x="2106866" y="46189"/>
                  <a:pt x="2107584" y="46086"/>
                </a:cubicBezTo>
                <a:cubicBezTo>
                  <a:pt x="2108302" y="45984"/>
                  <a:pt x="2109241" y="45933"/>
                  <a:pt x="2110403" y="45933"/>
                </a:cubicBezTo>
                <a:cubicBezTo>
                  <a:pt x="2111565" y="45933"/>
                  <a:pt x="2112522" y="45984"/>
                  <a:pt x="2113274" y="46086"/>
                </a:cubicBezTo>
                <a:cubicBezTo>
                  <a:pt x="2114026" y="46189"/>
                  <a:pt x="2114607" y="46360"/>
                  <a:pt x="2115017" y="46599"/>
                </a:cubicBezTo>
                <a:cubicBezTo>
                  <a:pt x="2115427" y="46838"/>
                  <a:pt x="2115718" y="47130"/>
                  <a:pt x="2115889" y="47474"/>
                </a:cubicBezTo>
                <a:cubicBezTo>
                  <a:pt x="2116060" y="47815"/>
                  <a:pt x="2116145" y="48191"/>
                  <a:pt x="2116145" y="48602"/>
                </a:cubicBezTo>
                <a:lnTo>
                  <a:pt x="2116145" y="61738"/>
                </a:lnTo>
                <a:cubicBezTo>
                  <a:pt x="2121476" y="55821"/>
                  <a:pt x="2126705" y="51537"/>
                  <a:pt x="2131832" y="48887"/>
                </a:cubicBezTo>
                <a:cubicBezTo>
                  <a:pt x="2136958" y="46234"/>
                  <a:pt x="2142050" y="44907"/>
                  <a:pt x="2147109" y="44907"/>
                </a:cubicBezTo>
                <a:cubicBezTo>
                  <a:pt x="2153192" y="44907"/>
                  <a:pt x="2158318" y="45933"/>
                  <a:pt x="2162488" y="47983"/>
                </a:cubicBezTo>
                <a:cubicBezTo>
                  <a:pt x="2166657" y="50034"/>
                  <a:pt x="2170024" y="52802"/>
                  <a:pt x="2172587" y="56288"/>
                </a:cubicBezTo>
                <a:cubicBezTo>
                  <a:pt x="2175150" y="59774"/>
                  <a:pt x="2176995" y="63841"/>
                  <a:pt x="2178123" y="68489"/>
                </a:cubicBezTo>
                <a:cubicBezTo>
                  <a:pt x="2179251" y="73137"/>
                  <a:pt x="2179815" y="78742"/>
                  <a:pt x="2179815" y="85303"/>
                </a:cubicBezTo>
                <a:lnTo>
                  <a:pt x="2179815" y="141489"/>
                </a:lnTo>
                <a:close/>
                <a:moveTo>
                  <a:pt x="2289550" y="51828"/>
                </a:moveTo>
                <a:cubicBezTo>
                  <a:pt x="2289550" y="53761"/>
                  <a:pt x="2289243" y="55108"/>
                  <a:pt x="2288628" y="55868"/>
                </a:cubicBezTo>
                <a:cubicBezTo>
                  <a:pt x="2288012" y="56627"/>
                  <a:pt x="2287226" y="57006"/>
                  <a:pt x="2286269" y="57006"/>
                </a:cubicBezTo>
                <a:lnTo>
                  <a:pt x="2271608" y="57006"/>
                </a:lnTo>
                <a:cubicBezTo>
                  <a:pt x="2274479" y="59923"/>
                  <a:pt x="2276478" y="63095"/>
                  <a:pt x="2277606" y="66522"/>
                </a:cubicBezTo>
                <a:cubicBezTo>
                  <a:pt x="2278734" y="69946"/>
                  <a:pt x="2279298" y="73558"/>
                  <a:pt x="2279298" y="77357"/>
                </a:cubicBezTo>
                <a:cubicBezTo>
                  <a:pt x="2279298" y="82612"/>
                  <a:pt x="2278460" y="87287"/>
                  <a:pt x="2276786" y="91381"/>
                </a:cubicBezTo>
                <a:cubicBezTo>
                  <a:pt x="2275111" y="95476"/>
                  <a:pt x="2272736" y="98940"/>
                  <a:pt x="2269660" y="101772"/>
                </a:cubicBezTo>
                <a:cubicBezTo>
                  <a:pt x="2266584" y="104604"/>
                  <a:pt x="2262927" y="106771"/>
                  <a:pt x="2258689" y="108273"/>
                </a:cubicBezTo>
                <a:cubicBezTo>
                  <a:pt x="2254452" y="109775"/>
                  <a:pt x="2249769" y="110525"/>
                  <a:pt x="2244643" y="110525"/>
                </a:cubicBezTo>
                <a:cubicBezTo>
                  <a:pt x="2240474" y="110525"/>
                  <a:pt x="2236509" y="109945"/>
                  <a:pt x="2232750" y="108786"/>
                </a:cubicBezTo>
                <a:cubicBezTo>
                  <a:pt x="2228990" y="107626"/>
                  <a:pt x="2226051" y="106192"/>
                  <a:pt x="2223932" y="104486"/>
                </a:cubicBezTo>
                <a:cubicBezTo>
                  <a:pt x="2222565" y="105859"/>
                  <a:pt x="2221438" y="107439"/>
                  <a:pt x="2220549" y="109225"/>
                </a:cubicBezTo>
                <a:cubicBezTo>
                  <a:pt x="2219660" y="111010"/>
                  <a:pt x="2219216" y="113070"/>
                  <a:pt x="2219216" y="115405"/>
                </a:cubicBezTo>
                <a:cubicBezTo>
                  <a:pt x="2219216" y="118013"/>
                  <a:pt x="2220463" y="120210"/>
                  <a:pt x="2222958" y="121996"/>
                </a:cubicBezTo>
                <a:cubicBezTo>
                  <a:pt x="2225453" y="123781"/>
                  <a:pt x="2228683" y="124743"/>
                  <a:pt x="2232647" y="124879"/>
                </a:cubicBezTo>
                <a:lnTo>
                  <a:pt x="2257767" y="125908"/>
                </a:lnTo>
                <a:cubicBezTo>
                  <a:pt x="2262004" y="126044"/>
                  <a:pt x="2265986" y="126627"/>
                  <a:pt x="2269711" y="127654"/>
                </a:cubicBezTo>
                <a:cubicBezTo>
                  <a:pt x="2273436" y="128679"/>
                  <a:pt x="2276700" y="130202"/>
                  <a:pt x="2279503" y="132223"/>
                </a:cubicBezTo>
                <a:cubicBezTo>
                  <a:pt x="2282305" y="134244"/>
                  <a:pt x="2284526" y="136727"/>
                  <a:pt x="2286167" y="139672"/>
                </a:cubicBezTo>
                <a:cubicBezTo>
                  <a:pt x="2287807" y="142616"/>
                  <a:pt x="2288628" y="146073"/>
                  <a:pt x="2288628" y="150044"/>
                </a:cubicBezTo>
                <a:cubicBezTo>
                  <a:pt x="2288628" y="154153"/>
                  <a:pt x="2287790" y="158091"/>
                  <a:pt x="2286116" y="161857"/>
                </a:cubicBezTo>
                <a:cubicBezTo>
                  <a:pt x="2284441" y="165622"/>
                  <a:pt x="2281844" y="168926"/>
                  <a:pt x="2278324" y="171767"/>
                </a:cubicBezTo>
                <a:cubicBezTo>
                  <a:pt x="2274803" y="174610"/>
                  <a:pt x="2270309" y="176870"/>
                  <a:pt x="2264841" y="178546"/>
                </a:cubicBezTo>
                <a:cubicBezTo>
                  <a:pt x="2259373" y="180225"/>
                  <a:pt x="2252845" y="181065"/>
                  <a:pt x="2245258" y="181065"/>
                </a:cubicBezTo>
                <a:cubicBezTo>
                  <a:pt x="2238013" y="181065"/>
                  <a:pt x="2231844" y="180431"/>
                  <a:pt x="2226752" y="179165"/>
                </a:cubicBezTo>
                <a:cubicBezTo>
                  <a:pt x="2221660" y="177900"/>
                  <a:pt x="2217490" y="176156"/>
                  <a:pt x="2214243" y="173933"/>
                </a:cubicBezTo>
                <a:cubicBezTo>
                  <a:pt x="2210997" y="171711"/>
                  <a:pt x="2208639" y="169096"/>
                  <a:pt x="2207169" y="166086"/>
                </a:cubicBezTo>
                <a:cubicBezTo>
                  <a:pt x="2205699" y="163076"/>
                  <a:pt x="2204965" y="159826"/>
                  <a:pt x="2204965" y="156336"/>
                </a:cubicBezTo>
                <a:cubicBezTo>
                  <a:pt x="2204965" y="153944"/>
                  <a:pt x="2205238" y="151687"/>
                  <a:pt x="2205785" y="149566"/>
                </a:cubicBezTo>
                <a:cubicBezTo>
                  <a:pt x="2206332" y="147445"/>
                  <a:pt x="2207169" y="145428"/>
                  <a:pt x="2208297" y="143514"/>
                </a:cubicBezTo>
                <a:cubicBezTo>
                  <a:pt x="2209425" y="141598"/>
                  <a:pt x="2210826" y="139751"/>
                  <a:pt x="2212500" y="137974"/>
                </a:cubicBezTo>
                <a:cubicBezTo>
                  <a:pt x="2214175" y="136195"/>
                  <a:pt x="2216106" y="134381"/>
                  <a:pt x="2218293" y="132534"/>
                </a:cubicBezTo>
                <a:cubicBezTo>
                  <a:pt x="2214807" y="130748"/>
                  <a:pt x="2212244" y="128585"/>
                  <a:pt x="2210604" y="126046"/>
                </a:cubicBezTo>
                <a:cubicBezTo>
                  <a:pt x="2208963" y="123506"/>
                  <a:pt x="2208143" y="120794"/>
                  <a:pt x="2208143" y="117911"/>
                </a:cubicBezTo>
                <a:cubicBezTo>
                  <a:pt x="2208143" y="113656"/>
                  <a:pt x="2208963" y="109897"/>
                  <a:pt x="2210604" y="106636"/>
                </a:cubicBezTo>
                <a:cubicBezTo>
                  <a:pt x="2212244" y="103374"/>
                  <a:pt x="2214226" y="100439"/>
                  <a:pt x="2216550" y="97831"/>
                </a:cubicBezTo>
                <a:cubicBezTo>
                  <a:pt x="2214568" y="95238"/>
                  <a:pt x="2213030" y="92406"/>
                  <a:pt x="2211937" y="89334"/>
                </a:cubicBezTo>
                <a:cubicBezTo>
                  <a:pt x="2210843" y="86262"/>
                  <a:pt x="2210296" y="82578"/>
                  <a:pt x="2210296" y="78280"/>
                </a:cubicBezTo>
                <a:cubicBezTo>
                  <a:pt x="2210296" y="73092"/>
                  <a:pt x="2211151" y="68434"/>
                  <a:pt x="2212859" y="64308"/>
                </a:cubicBezTo>
                <a:cubicBezTo>
                  <a:pt x="2214568" y="60179"/>
                  <a:pt x="2216943" y="56681"/>
                  <a:pt x="2219985" y="53814"/>
                </a:cubicBezTo>
                <a:cubicBezTo>
                  <a:pt x="2223027" y="50948"/>
                  <a:pt x="2226666" y="48747"/>
                  <a:pt x="2230904" y="47211"/>
                </a:cubicBezTo>
                <a:cubicBezTo>
                  <a:pt x="2235142" y="45675"/>
                  <a:pt x="2239790" y="44907"/>
                  <a:pt x="2244848" y="44907"/>
                </a:cubicBezTo>
                <a:cubicBezTo>
                  <a:pt x="2247514" y="44907"/>
                  <a:pt x="2250026" y="45061"/>
                  <a:pt x="2252384" y="45369"/>
                </a:cubicBezTo>
                <a:cubicBezTo>
                  <a:pt x="2254742" y="45676"/>
                  <a:pt x="2256912" y="46069"/>
                  <a:pt x="2258894" y="46548"/>
                </a:cubicBezTo>
                <a:lnTo>
                  <a:pt x="2286269" y="46548"/>
                </a:lnTo>
                <a:cubicBezTo>
                  <a:pt x="2287431" y="46548"/>
                  <a:pt x="2288269" y="46996"/>
                  <a:pt x="2288781" y="47893"/>
                </a:cubicBezTo>
                <a:cubicBezTo>
                  <a:pt x="2289294" y="48791"/>
                  <a:pt x="2289550" y="50102"/>
                  <a:pt x="2289550" y="51828"/>
                </a:cubicBezTo>
                <a:moveTo>
                  <a:pt x="2266687" y="77563"/>
                </a:moveTo>
                <a:cubicBezTo>
                  <a:pt x="2266687" y="70539"/>
                  <a:pt x="2264756" y="65050"/>
                  <a:pt x="2260894" y="61094"/>
                </a:cubicBezTo>
                <a:cubicBezTo>
                  <a:pt x="2257032" y="57138"/>
                  <a:pt x="2251547" y="55160"/>
                  <a:pt x="2244438" y="55160"/>
                </a:cubicBezTo>
                <a:cubicBezTo>
                  <a:pt x="2240815" y="55160"/>
                  <a:pt x="2237637" y="55774"/>
                  <a:pt x="2234903" y="57002"/>
                </a:cubicBezTo>
                <a:cubicBezTo>
                  <a:pt x="2232169" y="58229"/>
                  <a:pt x="2229913" y="59899"/>
                  <a:pt x="2228136" y="62014"/>
                </a:cubicBezTo>
                <a:cubicBezTo>
                  <a:pt x="2226359" y="64128"/>
                  <a:pt x="2225026" y="66583"/>
                  <a:pt x="2224137" y="69380"/>
                </a:cubicBezTo>
                <a:cubicBezTo>
                  <a:pt x="2223249" y="72176"/>
                  <a:pt x="2222805" y="75142"/>
                  <a:pt x="2222805" y="78280"/>
                </a:cubicBezTo>
                <a:cubicBezTo>
                  <a:pt x="2222805" y="85098"/>
                  <a:pt x="2224735" y="90468"/>
                  <a:pt x="2228597" y="94390"/>
                </a:cubicBezTo>
                <a:cubicBezTo>
                  <a:pt x="2232459" y="98312"/>
                  <a:pt x="2237876" y="100273"/>
                  <a:pt x="2244848" y="100273"/>
                </a:cubicBezTo>
                <a:cubicBezTo>
                  <a:pt x="2248539" y="100273"/>
                  <a:pt x="2251769" y="99659"/>
                  <a:pt x="2254537" y="98433"/>
                </a:cubicBezTo>
                <a:cubicBezTo>
                  <a:pt x="2257305" y="97205"/>
                  <a:pt x="2259578" y="95551"/>
                  <a:pt x="2261355" y="93470"/>
                </a:cubicBezTo>
                <a:cubicBezTo>
                  <a:pt x="2263132" y="91390"/>
                  <a:pt x="2264465" y="88969"/>
                  <a:pt x="2265354" y="86207"/>
                </a:cubicBezTo>
                <a:cubicBezTo>
                  <a:pt x="2266242" y="83445"/>
                  <a:pt x="2266687" y="80564"/>
                  <a:pt x="2266687" y="77563"/>
                </a:cubicBezTo>
                <a:moveTo>
                  <a:pt x="2276427" y="150761"/>
                </a:moveTo>
                <a:cubicBezTo>
                  <a:pt x="2276427" y="146237"/>
                  <a:pt x="2274598" y="142776"/>
                  <a:pt x="2270942" y="140377"/>
                </a:cubicBezTo>
                <a:cubicBezTo>
                  <a:pt x="2267285" y="137976"/>
                  <a:pt x="2262380" y="136673"/>
                  <a:pt x="2256229" y="136468"/>
                </a:cubicBezTo>
                <a:lnTo>
                  <a:pt x="2229264" y="135542"/>
                </a:lnTo>
                <a:cubicBezTo>
                  <a:pt x="2226803" y="137462"/>
                  <a:pt x="2224787" y="139279"/>
                  <a:pt x="2223215" y="140992"/>
                </a:cubicBezTo>
                <a:cubicBezTo>
                  <a:pt x="2221643" y="142705"/>
                  <a:pt x="2220395" y="144367"/>
                  <a:pt x="2219472" y="145978"/>
                </a:cubicBezTo>
                <a:cubicBezTo>
                  <a:pt x="2218550" y="147590"/>
                  <a:pt x="2217917" y="149168"/>
                  <a:pt x="2217576" y="150710"/>
                </a:cubicBezTo>
                <a:cubicBezTo>
                  <a:pt x="2217234" y="152252"/>
                  <a:pt x="2217063" y="153811"/>
                  <a:pt x="2217063" y="155388"/>
                </a:cubicBezTo>
                <a:cubicBezTo>
                  <a:pt x="2217063" y="160461"/>
                  <a:pt x="2219609" y="164299"/>
                  <a:pt x="2224701" y="166903"/>
                </a:cubicBezTo>
                <a:cubicBezTo>
                  <a:pt x="2229794" y="169509"/>
                  <a:pt x="2236885" y="170812"/>
                  <a:pt x="2245976" y="170812"/>
                </a:cubicBezTo>
                <a:cubicBezTo>
                  <a:pt x="2251717" y="170812"/>
                  <a:pt x="2256519" y="170246"/>
                  <a:pt x="2260381" y="169114"/>
                </a:cubicBezTo>
                <a:cubicBezTo>
                  <a:pt x="2264243" y="167984"/>
                  <a:pt x="2267370" y="166493"/>
                  <a:pt x="2269762" y="164641"/>
                </a:cubicBezTo>
                <a:cubicBezTo>
                  <a:pt x="2272155" y="162791"/>
                  <a:pt x="2273864" y="160666"/>
                  <a:pt x="2274889" y="158265"/>
                </a:cubicBezTo>
                <a:cubicBezTo>
                  <a:pt x="2275914" y="155866"/>
                  <a:pt x="2276427" y="153365"/>
                  <a:pt x="2276427" y="150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text:”">
            <a:extLst xmlns:a="http://schemas.openxmlformats.org/drawingml/2006/main">
              <a:ext uri="{FF2B5EF4-FFF2-40B4-BE49-F238E27FC236}">
                <a16:creationId xmlns:a16="http://schemas.microsoft.com/office/drawing/2014/main" id="{8A56BA27-EF20-43D9-A75B-228F469F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21" y="1503490"/>
            <a:ext cx="487980" cy="145385"/>
          </a:xfrm>
          <a:custGeom xmlns:a="http://schemas.openxmlformats.org/drawingml/2006/main">
            <a:pathLst>
              <a:path w="487980" h="145385">
                <a:moveTo>
                  <a:pt x="57826" y="136055"/>
                </a:moveTo>
                <a:cubicBezTo>
                  <a:pt x="57826" y="137490"/>
                  <a:pt x="57706" y="138652"/>
                  <a:pt x="57467" y="139541"/>
                </a:cubicBezTo>
                <a:cubicBezTo>
                  <a:pt x="57228" y="140429"/>
                  <a:pt x="56852" y="141130"/>
                  <a:pt x="56339" y="141643"/>
                </a:cubicBezTo>
                <a:cubicBezTo>
                  <a:pt x="55827" y="142155"/>
                  <a:pt x="55075" y="142634"/>
                  <a:pt x="54084" y="143078"/>
                </a:cubicBezTo>
                <a:cubicBezTo>
                  <a:pt x="53092" y="143522"/>
                  <a:pt x="51948" y="143898"/>
                  <a:pt x="50649" y="144206"/>
                </a:cubicBezTo>
                <a:cubicBezTo>
                  <a:pt x="49350" y="144513"/>
                  <a:pt x="47983" y="144753"/>
                  <a:pt x="46548" y="144924"/>
                </a:cubicBezTo>
                <a:cubicBezTo>
                  <a:pt x="45112" y="145094"/>
                  <a:pt x="43711" y="145180"/>
                  <a:pt x="42344" y="145180"/>
                </a:cubicBezTo>
                <a:cubicBezTo>
                  <a:pt x="37765" y="145180"/>
                  <a:pt x="33868" y="144565"/>
                  <a:pt x="30656" y="143334"/>
                </a:cubicBezTo>
                <a:cubicBezTo>
                  <a:pt x="27443" y="142104"/>
                  <a:pt x="24812" y="140241"/>
                  <a:pt x="22761" y="137747"/>
                </a:cubicBezTo>
                <a:cubicBezTo>
                  <a:pt x="20711" y="135252"/>
                  <a:pt x="19224" y="132090"/>
                  <a:pt x="18301" y="128263"/>
                </a:cubicBezTo>
                <a:cubicBezTo>
                  <a:pt x="17379" y="124435"/>
                  <a:pt x="16917" y="119924"/>
                  <a:pt x="16917" y="114729"/>
                </a:cubicBezTo>
                <a:lnTo>
                  <a:pt x="16917" y="57006"/>
                </a:lnTo>
                <a:lnTo>
                  <a:pt x="3076" y="57006"/>
                </a:lnTo>
                <a:cubicBezTo>
                  <a:pt x="2119" y="57006"/>
                  <a:pt x="1367" y="56574"/>
                  <a:pt x="820" y="55711"/>
                </a:cubicBezTo>
                <a:cubicBezTo>
                  <a:pt x="273" y="54848"/>
                  <a:pt x="0" y="53554"/>
                  <a:pt x="0" y="51828"/>
                </a:cubicBezTo>
                <a:cubicBezTo>
                  <a:pt x="0" y="50931"/>
                  <a:pt x="68" y="50154"/>
                  <a:pt x="205" y="49499"/>
                </a:cubicBezTo>
                <a:cubicBezTo>
                  <a:pt x="342" y="48843"/>
                  <a:pt x="547" y="48291"/>
                  <a:pt x="820" y="47842"/>
                </a:cubicBezTo>
                <a:cubicBezTo>
                  <a:pt x="1094" y="47394"/>
                  <a:pt x="1418" y="47066"/>
                  <a:pt x="1794" y="46859"/>
                </a:cubicBezTo>
                <a:cubicBezTo>
                  <a:pt x="2170" y="46651"/>
                  <a:pt x="2597" y="46548"/>
                  <a:pt x="3076" y="46548"/>
                </a:cubicBezTo>
                <a:lnTo>
                  <a:pt x="16917" y="46548"/>
                </a:lnTo>
                <a:lnTo>
                  <a:pt x="16917" y="23787"/>
                </a:lnTo>
                <a:cubicBezTo>
                  <a:pt x="16917" y="23376"/>
                  <a:pt x="17003" y="23000"/>
                  <a:pt x="17173" y="22659"/>
                </a:cubicBezTo>
                <a:cubicBezTo>
                  <a:pt x="17344" y="22317"/>
                  <a:pt x="17669" y="22026"/>
                  <a:pt x="18147" y="21787"/>
                </a:cubicBezTo>
                <a:cubicBezTo>
                  <a:pt x="18626" y="21548"/>
                  <a:pt x="19258" y="21377"/>
                  <a:pt x="20044" y="21275"/>
                </a:cubicBezTo>
                <a:cubicBezTo>
                  <a:pt x="20830" y="21172"/>
                  <a:pt x="21804" y="21121"/>
                  <a:pt x="22966" y="21121"/>
                </a:cubicBezTo>
                <a:cubicBezTo>
                  <a:pt x="24197" y="21121"/>
                  <a:pt x="25205" y="21172"/>
                  <a:pt x="25991" y="21275"/>
                </a:cubicBezTo>
                <a:cubicBezTo>
                  <a:pt x="26777" y="21377"/>
                  <a:pt x="27392" y="21548"/>
                  <a:pt x="27836" y="21787"/>
                </a:cubicBezTo>
                <a:cubicBezTo>
                  <a:pt x="28281" y="22026"/>
                  <a:pt x="28605" y="22317"/>
                  <a:pt x="28810" y="22659"/>
                </a:cubicBezTo>
                <a:cubicBezTo>
                  <a:pt x="29015" y="23000"/>
                  <a:pt x="29118" y="23376"/>
                  <a:pt x="29118" y="23787"/>
                </a:cubicBezTo>
                <a:lnTo>
                  <a:pt x="29118" y="46548"/>
                </a:lnTo>
                <a:lnTo>
                  <a:pt x="54750" y="46548"/>
                </a:lnTo>
                <a:cubicBezTo>
                  <a:pt x="55228" y="46548"/>
                  <a:pt x="55656" y="46651"/>
                  <a:pt x="56032" y="46859"/>
                </a:cubicBezTo>
                <a:cubicBezTo>
                  <a:pt x="56408" y="47066"/>
                  <a:pt x="56732" y="47394"/>
                  <a:pt x="57006" y="47842"/>
                </a:cubicBezTo>
                <a:cubicBezTo>
                  <a:pt x="57279" y="48291"/>
                  <a:pt x="57484" y="48843"/>
                  <a:pt x="57621" y="49499"/>
                </a:cubicBezTo>
                <a:cubicBezTo>
                  <a:pt x="57758" y="50154"/>
                  <a:pt x="57826" y="50931"/>
                  <a:pt x="57826" y="51828"/>
                </a:cubicBezTo>
                <a:cubicBezTo>
                  <a:pt x="57826" y="53554"/>
                  <a:pt x="57535" y="54848"/>
                  <a:pt x="56954" y="55711"/>
                </a:cubicBezTo>
                <a:cubicBezTo>
                  <a:pt x="56373" y="56574"/>
                  <a:pt x="55639" y="57006"/>
                  <a:pt x="54750" y="57006"/>
                </a:cubicBezTo>
                <a:lnTo>
                  <a:pt x="29118" y="57006"/>
                </a:lnTo>
                <a:lnTo>
                  <a:pt x="29118" y="113089"/>
                </a:lnTo>
                <a:cubicBezTo>
                  <a:pt x="29118" y="120129"/>
                  <a:pt x="30126" y="125494"/>
                  <a:pt x="32143" y="129185"/>
                </a:cubicBezTo>
                <a:cubicBezTo>
                  <a:pt x="34159" y="132876"/>
                  <a:pt x="37833" y="134722"/>
                  <a:pt x="43164" y="134722"/>
                </a:cubicBezTo>
                <a:cubicBezTo>
                  <a:pt x="44805" y="134722"/>
                  <a:pt x="46291" y="134551"/>
                  <a:pt x="47624" y="134209"/>
                </a:cubicBezTo>
                <a:cubicBezTo>
                  <a:pt x="48957" y="133868"/>
                  <a:pt x="50136" y="133492"/>
                  <a:pt x="51162" y="133082"/>
                </a:cubicBezTo>
                <a:cubicBezTo>
                  <a:pt x="52187" y="132671"/>
                  <a:pt x="53058" y="132295"/>
                  <a:pt x="53776" y="131954"/>
                </a:cubicBezTo>
                <a:cubicBezTo>
                  <a:pt x="54494" y="131612"/>
                  <a:pt x="55126" y="131441"/>
                  <a:pt x="55673" y="131441"/>
                </a:cubicBezTo>
                <a:cubicBezTo>
                  <a:pt x="56015" y="131441"/>
                  <a:pt x="56322" y="131509"/>
                  <a:pt x="56596" y="131646"/>
                </a:cubicBezTo>
                <a:cubicBezTo>
                  <a:pt x="56869" y="131783"/>
                  <a:pt x="57091" y="132039"/>
                  <a:pt x="57262" y="132415"/>
                </a:cubicBezTo>
                <a:cubicBezTo>
                  <a:pt x="57433" y="132791"/>
                  <a:pt x="57570" y="133269"/>
                  <a:pt x="57672" y="133850"/>
                </a:cubicBezTo>
                <a:cubicBezTo>
                  <a:pt x="57775" y="134431"/>
                  <a:pt x="57826" y="135166"/>
                  <a:pt x="57826" y="136055"/>
                </a:cubicBezTo>
                <a:close/>
                <a:moveTo>
                  <a:pt x="155562" y="90327"/>
                </a:moveTo>
                <a:cubicBezTo>
                  <a:pt x="155562" y="92788"/>
                  <a:pt x="154913" y="94480"/>
                  <a:pt x="153614" y="95402"/>
                </a:cubicBezTo>
                <a:cubicBezTo>
                  <a:pt x="152315" y="96325"/>
                  <a:pt x="151051" y="96787"/>
                  <a:pt x="149821" y="96787"/>
                </a:cubicBezTo>
                <a:lnTo>
                  <a:pt x="86561" y="96787"/>
                </a:lnTo>
                <a:cubicBezTo>
                  <a:pt x="86561" y="102543"/>
                  <a:pt x="87125" y="107752"/>
                  <a:pt x="88252" y="112412"/>
                </a:cubicBezTo>
                <a:cubicBezTo>
                  <a:pt x="89380" y="117073"/>
                  <a:pt x="91243" y="121065"/>
                  <a:pt x="93840" y="124389"/>
                </a:cubicBezTo>
                <a:cubicBezTo>
                  <a:pt x="96438" y="127713"/>
                  <a:pt x="99821" y="130266"/>
                  <a:pt x="103990" y="132050"/>
                </a:cubicBezTo>
                <a:cubicBezTo>
                  <a:pt x="108160" y="133831"/>
                  <a:pt x="113286" y="134722"/>
                  <a:pt x="119370" y="134722"/>
                </a:cubicBezTo>
                <a:cubicBezTo>
                  <a:pt x="123676" y="134722"/>
                  <a:pt x="127538" y="134341"/>
                  <a:pt x="130955" y="133578"/>
                </a:cubicBezTo>
                <a:cubicBezTo>
                  <a:pt x="134373" y="132816"/>
                  <a:pt x="137329" y="131967"/>
                  <a:pt x="139824" y="131031"/>
                </a:cubicBezTo>
                <a:cubicBezTo>
                  <a:pt x="142319" y="130095"/>
                  <a:pt x="144369" y="129246"/>
                  <a:pt x="145976" y="128484"/>
                </a:cubicBezTo>
                <a:cubicBezTo>
                  <a:pt x="147582" y="127721"/>
                  <a:pt x="148727" y="127340"/>
                  <a:pt x="149410" y="127340"/>
                </a:cubicBezTo>
                <a:cubicBezTo>
                  <a:pt x="149821" y="127340"/>
                  <a:pt x="150197" y="127444"/>
                  <a:pt x="150538" y="127651"/>
                </a:cubicBezTo>
                <a:cubicBezTo>
                  <a:pt x="150880" y="127858"/>
                  <a:pt x="151153" y="128186"/>
                  <a:pt x="151358" y="128634"/>
                </a:cubicBezTo>
                <a:cubicBezTo>
                  <a:pt x="151564" y="129083"/>
                  <a:pt x="151717" y="129652"/>
                  <a:pt x="151820" y="130342"/>
                </a:cubicBezTo>
                <a:cubicBezTo>
                  <a:pt x="151922" y="131032"/>
                  <a:pt x="151974" y="131894"/>
                  <a:pt x="151974" y="132928"/>
                </a:cubicBezTo>
                <a:cubicBezTo>
                  <a:pt x="151974" y="133413"/>
                  <a:pt x="151939" y="133879"/>
                  <a:pt x="151871" y="134328"/>
                </a:cubicBezTo>
                <a:cubicBezTo>
                  <a:pt x="151803" y="134776"/>
                  <a:pt x="151717" y="135191"/>
                  <a:pt x="151615" y="135571"/>
                </a:cubicBezTo>
                <a:cubicBezTo>
                  <a:pt x="151512" y="135949"/>
                  <a:pt x="151358" y="136311"/>
                  <a:pt x="151153" y="136657"/>
                </a:cubicBezTo>
                <a:cubicBezTo>
                  <a:pt x="150948" y="137001"/>
                  <a:pt x="150675" y="137346"/>
                  <a:pt x="150333" y="137692"/>
                </a:cubicBezTo>
                <a:cubicBezTo>
                  <a:pt x="149991" y="138036"/>
                  <a:pt x="148932" y="138635"/>
                  <a:pt x="147155" y="139490"/>
                </a:cubicBezTo>
                <a:cubicBezTo>
                  <a:pt x="145378" y="140344"/>
                  <a:pt x="143054" y="141198"/>
                  <a:pt x="140183" y="142053"/>
                </a:cubicBezTo>
                <a:cubicBezTo>
                  <a:pt x="137312" y="142907"/>
                  <a:pt x="133980" y="143676"/>
                  <a:pt x="130186" y="144360"/>
                </a:cubicBezTo>
                <a:cubicBezTo>
                  <a:pt x="126393" y="145043"/>
                  <a:pt x="122309" y="145385"/>
                  <a:pt x="117934" y="145385"/>
                </a:cubicBezTo>
                <a:cubicBezTo>
                  <a:pt x="110757" y="145385"/>
                  <a:pt x="104401" y="144307"/>
                  <a:pt x="98864" y="142152"/>
                </a:cubicBezTo>
                <a:cubicBezTo>
                  <a:pt x="93328" y="139997"/>
                  <a:pt x="88680" y="136815"/>
                  <a:pt x="84920" y="132607"/>
                </a:cubicBezTo>
                <a:cubicBezTo>
                  <a:pt x="81161" y="128399"/>
                  <a:pt x="78307" y="123182"/>
                  <a:pt x="76359" y="116956"/>
                </a:cubicBezTo>
                <a:cubicBezTo>
                  <a:pt x="74411" y="110729"/>
                  <a:pt x="73437" y="103511"/>
                  <a:pt x="73437" y="95300"/>
                </a:cubicBezTo>
                <a:cubicBezTo>
                  <a:pt x="73437" y="87431"/>
                  <a:pt x="74445" y="80383"/>
                  <a:pt x="76462" y="74157"/>
                </a:cubicBezTo>
                <a:cubicBezTo>
                  <a:pt x="78478" y="67930"/>
                  <a:pt x="81366" y="62645"/>
                  <a:pt x="85125" y="58300"/>
                </a:cubicBezTo>
                <a:cubicBezTo>
                  <a:pt x="88885" y="53955"/>
                  <a:pt x="93413" y="50637"/>
                  <a:pt x="98710" y="48345"/>
                </a:cubicBezTo>
                <a:cubicBezTo>
                  <a:pt x="104008" y="46053"/>
                  <a:pt x="109903" y="44907"/>
                  <a:pt x="116396" y="44907"/>
                </a:cubicBezTo>
                <a:cubicBezTo>
                  <a:pt x="123368" y="44907"/>
                  <a:pt x="129315" y="46069"/>
                  <a:pt x="134236" y="48393"/>
                </a:cubicBezTo>
                <a:cubicBezTo>
                  <a:pt x="139158" y="50717"/>
                  <a:pt x="143207" y="53844"/>
                  <a:pt x="146386" y="57775"/>
                </a:cubicBezTo>
                <a:cubicBezTo>
                  <a:pt x="149564" y="61705"/>
                  <a:pt x="151888" y="66267"/>
                  <a:pt x="153358" y="71462"/>
                </a:cubicBezTo>
                <a:cubicBezTo>
                  <a:pt x="154827" y="76657"/>
                  <a:pt x="155562" y="82125"/>
                  <a:pt x="155562" y="87867"/>
                </a:cubicBezTo>
                <a:lnTo>
                  <a:pt x="155562" y="90327"/>
                </a:lnTo>
                <a:moveTo>
                  <a:pt x="142951" y="86739"/>
                </a:moveTo>
                <a:cubicBezTo>
                  <a:pt x="143156" y="76896"/>
                  <a:pt x="140901" y="69206"/>
                  <a:pt x="136184" y="63670"/>
                </a:cubicBezTo>
                <a:cubicBezTo>
                  <a:pt x="131468" y="58133"/>
                  <a:pt x="124599" y="55365"/>
                  <a:pt x="115576" y="55365"/>
                </a:cubicBezTo>
                <a:cubicBezTo>
                  <a:pt x="110928" y="55365"/>
                  <a:pt x="106844" y="56237"/>
                  <a:pt x="103324" y="57980"/>
                </a:cubicBezTo>
                <a:cubicBezTo>
                  <a:pt x="99804" y="59723"/>
                  <a:pt x="96831" y="62030"/>
                  <a:pt x="94404" y="64900"/>
                </a:cubicBezTo>
                <a:cubicBezTo>
                  <a:pt x="91978" y="67771"/>
                  <a:pt x="90115" y="71103"/>
                  <a:pt x="88816" y="74897"/>
                </a:cubicBezTo>
                <a:cubicBezTo>
                  <a:pt x="87518" y="78690"/>
                  <a:pt x="86766" y="82638"/>
                  <a:pt x="86561" y="86739"/>
                </a:cubicBezTo>
                <a:lnTo>
                  <a:pt x="142951" y="86739"/>
                </a:lnTo>
                <a:close/>
                <a:moveTo>
                  <a:pt x="244434" y="139534"/>
                </a:moveTo>
                <a:cubicBezTo>
                  <a:pt x="244980" y="140357"/>
                  <a:pt x="245271" y="141058"/>
                  <a:pt x="245305" y="141639"/>
                </a:cubicBezTo>
                <a:cubicBezTo>
                  <a:pt x="245339" y="142220"/>
                  <a:pt x="245117" y="142700"/>
                  <a:pt x="244639" y="143078"/>
                </a:cubicBezTo>
                <a:cubicBezTo>
                  <a:pt x="244160" y="143454"/>
                  <a:pt x="243425" y="143727"/>
                  <a:pt x="242434" y="143898"/>
                </a:cubicBezTo>
                <a:cubicBezTo>
                  <a:pt x="241443" y="144069"/>
                  <a:pt x="240196" y="144155"/>
                  <a:pt x="238692" y="144155"/>
                </a:cubicBezTo>
                <a:cubicBezTo>
                  <a:pt x="237257" y="144155"/>
                  <a:pt x="236112" y="144103"/>
                  <a:pt x="235257" y="144001"/>
                </a:cubicBezTo>
                <a:cubicBezTo>
                  <a:pt x="234403" y="143898"/>
                  <a:pt x="233719" y="143744"/>
                  <a:pt x="233207" y="143539"/>
                </a:cubicBezTo>
                <a:cubicBezTo>
                  <a:pt x="232694" y="143334"/>
                  <a:pt x="232284" y="143061"/>
                  <a:pt x="231976" y="142719"/>
                </a:cubicBezTo>
                <a:cubicBezTo>
                  <a:pt x="231669" y="142375"/>
                  <a:pt x="231378" y="141998"/>
                  <a:pt x="231105" y="141588"/>
                </a:cubicBezTo>
                <a:lnTo>
                  <a:pt x="206088" y="102794"/>
                </a:lnTo>
                <a:lnTo>
                  <a:pt x="181174" y="141588"/>
                </a:lnTo>
                <a:cubicBezTo>
                  <a:pt x="180900" y="141998"/>
                  <a:pt x="180610" y="142375"/>
                  <a:pt x="180302" y="142719"/>
                </a:cubicBezTo>
                <a:cubicBezTo>
                  <a:pt x="179995" y="143061"/>
                  <a:pt x="179567" y="143334"/>
                  <a:pt x="179021" y="143539"/>
                </a:cubicBezTo>
                <a:cubicBezTo>
                  <a:pt x="178474" y="143744"/>
                  <a:pt x="177773" y="143898"/>
                  <a:pt x="176919" y="144001"/>
                </a:cubicBezTo>
                <a:cubicBezTo>
                  <a:pt x="176064" y="144103"/>
                  <a:pt x="174954" y="144155"/>
                  <a:pt x="173587" y="144155"/>
                </a:cubicBezTo>
                <a:cubicBezTo>
                  <a:pt x="172151" y="144155"/>
                  <a:pt x="170955" y="144069"/>
                  <a:pt x="169998" y="143898"/>
                </a:cubicBezTo>
                <a:cubicBezTo>
                  <a:pt x="169041" y="143727"/>
                  <a:pt x="168341" y="143454"/>
                  <a:pt x="167896" y="143078"/>
                </a:cubicBezTo>
                <a:cubicBezTo>
                  <a:pt x="167452" y="142700"/>
                  <a:pt x="167247" y="142220"/>
                  <a:pt x="167281" y="141639"/>
                </a:cubicBezTo>
                <a:cubicBezTo>
                  <a:pt x="167315" y="141058"/>
                  <a:pt x="167640" y="140357"/>
                  <a:pt x="168255" y="139534"/>
                </a:cubicBezTo>
                <a:lnTo>
                  <a:pt x="198808" y="94480"/>
                </a:lnTo>
                <a:lnTo>
                  <a:pt x="169690" y="50447"/>
                </a:lnTo>
                <a:cubicBezTo>
                  <a:pt x="169144" y="49627"/>
                  <a:pt x="168853" y="48926"/>
                  <a:pt x="168819" y="48345"/>
                </a:cubicBezTo>
                <a:cubicBezTo>
                  <a:pt x="168785" y="47764"/>
                  <a:pt x="169024" y="47286"/>
                  <a:pt x="169537" y="46910"/>
                </a:cubicBezTo>
                <a:cubicBezTo>
                  <a:pt x="170049" y="46532"/>
                  <a:pt x="170818" y="46274"/>
                  <a:pt x="171844" y="46138"/>
                </a:cubicBezTo>
                <a:cubicBezTo>
                  <a:pt x="172869" y="46001"/>
                  <a:pt x="174133" y="45933"/>
                  <a:pt x="175637" y="45933"/>
                </a:cubicBezTo>
                <a:cubicBezTo>
                  <a:pt x="177073" y="45933"/>
                  <a:pt x="178217" y="45984"/>
                  <a:pt x="179072" y="46086"/>
                </a:cubicBezTo>
                <a:cubicBezTo>
                  <a:pt x="179926" y="46189"/>
                  <a:pt x="180593" y="46343"/>
                  <a:pt x="181071" y="46548"/>
                </a:cubicBezTo>
                <a:cubicBezTo>
                  <a:pt x="181550" y="46753"/>
                  <a:pt x="181926" y="47010"/>
                  <a:pt x="182199" y="47320"/>
                </a:cubicBezTo>
                <a:cubicBezTo>
                  <a:pt x="182472" y="47628"/>
                  <a:pt x="182746" y="47986"/>
                  <a:pt x="183019" y="48396"/>
                </a:cubicBezTo>
                <a:lnTo>
                  <a:pt x="206601" y="84730"/>
                </a:lnTo>
                <a:lnTo>
                  <a:pt x="230797" y="48396"/>
                </a:lnTo>
                <a:cubicBezTo>
                  <a:pt x="231071" y="47986"/>
                  <a:pt x="231344" y="47628"/>
                  <a:pt x="231617" y="47320"/>
                </a:cubicBezTo>
                <a:cubicBezTo>
                  <a:pt x="231891" y="47010"/>
                  <a:pt x="232250" y="46753"/>
                  <a:pt x="232694" y="46548"/>
                </a:cubicBezTo>
                <a:cubicBezTo>
                  <a:pt x="233138" y="46343"/>
                  <a:pt x="233753" y="46189"/>
                  <a:pt x="234540" y="46086"/>
                </a:cubicBezTo>
                <a:cubicBezTo>
                  <a:pt x="235326" y="45984"/>
                  <a:pt x="236402" y="45933"/>
                  <a:pt x="237769" y="45933"/>
                </a:cubicBezTo>
                <a:cubicBezTo>
                  <a:pt x="239205" y="45933"/>
                  <a:pt x="240418" y="46001"/>
                  <a:pt x="241409" y="46138"/>
                </a:cubicBezTo>
                <a:cubicBezTo>
                  <a:pt x="242400" y="46274"/>
                  <a:pt x="243135" y="46514"/>
                  <a:pt x="243613" y="46855"/>
                </a:cubicBezTo>
                <a:cubicBezTo>
                  <a:pt x="244092" y="47197"/>
                  <a:pt x="244314" y="47660"/>
                  <a:pt x="244280" y="48243"/>
                </a:cubicBezTo>
                <a:cubicBezTo>
                  <a:pt x="244246" y="48824"/>
                  <a:pt x="243921" y="49558"/>
                  <a:pt x="243306" y="50447"/>
                </a:cubicBezTo>
                <a:lnTo>
                  <a:pt x="213983" y="94070"/>
                </a:lnTo>
                <a:lnTo>
                  <a:pt x="244434" y="139534"/>
                </a:lnTo>
                <a:close/>
                <a:moveTo>
                  <a:pt x="312948" y="136055"/>
                </a:moveTo>
                <a:cubicBezTo>
                  <a:pt x="312948" y="137490"/>
                  <a:pt x="312829" y="138652"/>
                  <a:pt x="312589" y="139541"/>
                </a:cubicBezTo>
                <a:cubicBezTo>
                  <a:pt x="312350" y="140429"/>
                  <a:pt x="311974" y="141130"/>
                  <a:pt x="311462" y="141643"/>
                </a:cubicBezTo>
                <a:cubicBezTo>
                  <a:pt x="310949" y="142155"/>
                  <a:pt x="310197" y="142634"/>
                  <a:pt x="309206" y="143078"/>
                </a:cubicBezTo>
                <a:cubicBezTo>
                  <a:pt x="308215" y="143522"/>
                  <a:pt x="307070" y="143898"/>
                  <a:pt x="305771" y="144206"/>
                </a:cubicBezTo>
                <a:cubicBezTo>
                  <a:pt x="304473" y="144513"/>
                  <a:pt x="303106" y="144753"/>
                  <a:pt x="301670" y="144924"/>
                </a:cubicBezTo>
                <a:cubicBezTo>
                  <a:pt x="300235" y="145094"/>
                  <a:pt x="298834" y="145180"/>
                  <a:pt x="297467" y="145180"/>
                </a:cubicBezTo>
                <a:cubicBezTo>
                  <a:pt x="292887" y="145180"/>
                  <a:pt x="288991" y="144565"/>
                  <a:pt x="285778" y="143334"/>
                </a:cubicBezTo>
                <a:cubicBezTo>
                  <a:pt x="282566" y="142104"/>
                  <a:pt x="279934" y="140241"/>
                  <a:pt x="277884" y="137747"/>
                </a:cubicBezTo>
                <a:cubicBezTo>
                  <a:pt x="275833" y="135252"/>
                  <a:pt x="274346" y="132090"/>
                  <a:pt x="273424" y="128263"/>
                </a:cubicBezTo>
                <a:cubicBezTo>
                  <a:pt x="272501" y="124435"/>
                  <a:pt x="272040" y="119924"/>
                  <a:pt x="272040" y="114729"/>
                </a:cubicBezTo>
                <a:lnTo>
                  <a:pt x="272040" y="57006"/>
                </a:lnTo>
                <a:lnTo>
                  <a:pt x="258198" y="57006"/>
                </a:lnTo>
                <a:cubicBezTo>
                  <a:pt x="257241" y="57006"/>
                  <a:pt x="256489" y="56574"/>
                  <a:pt x="255943" y="55711"/>
                </a:cubicBezTo>
                <a:cubicBezTo>
                  <a:pt x="255396" y="54848"/>
                  <a:pt x="255122" y="53554"/>
                  <a:pt x="255122" y="51828"/>
                </a:cubicBezTo>
                <a:cubicBezTo>
                  <a:pt x="255122" y="50931"/>
                  <a:pt x="255191" y="50154"/>
                  <a:pt x="255328" y="49499"/>
                </a:cubicBezTo>
                <a:cubicBezTo>
                  <a:pt x="255464" y="48843"/>
                  <a:pt x="255669" y="48291"/>
                  <a:pt x="255943" y="47842"/>
                </a:cubicBezTo>
                <a:cubicBezTo>
                  <a:pt x="256216" y="47394"/>
                  <a:pt x="256541" y="47066"/>
                  <a:pt x="256917" y="46859"/>
                </a:cubicBezTo>
                <a:cubicBezTo>
                  <a:pt x="257293" y="46651"/>
                  <a:pt x="257720" y="46548"/>
                  <a:pt x="258198" y="46548"/>
                </a:cubicBezTo>
                <a:lnTo>
                  <a:pt x="272040" y="46548"/>
                </a:lnTo>
                <a:lnTo>
                  <a:pt x="272040" y="23787"/>
                </a:lnTo>
                <a:cubicBezTo>
                  <a:pt x="272040" y="23376"/>
                  <a:pt x="272125" y="23000"/>
                  <a:pt x="272296" y="22659"/>
                </a:cubicBezTo>
                <a:cubicBezTo>
                  <a:pt x="272467" y="22317"/>
                  <a:pt x="272791" y="22026"/>
                  <a:pt x="273270" y="21787"/>
                </a:cubicBezTo>
                <a:cubicBezTo>
                  <a:pt x="273748" y="21548"/>
                  <a:pt x="274381" y="21377"/>
                  <a:pt x="275167" y="21275"/>
                </a:cubicBezTo>
                <a:cubicBezTo>
                  <a:pt x="275953" y="21172"/>
                  <a:pt x="276927" y="21121"/>
                  <a:pt x="278089" y="21121"/>
                </a:cubicBezTo>
                <a:cubicBezTo>
                  <a:pt x="279319" y="21121"/>
                  <a:pt x="280327" y="21172"/>
                  <a:pt x="281113" y="21275"/>
                </a:cubicBezTo>
                <a:cubicBezTo>
                  <a:pt x="281899" y="21377"/>
                  <a:pt x="282515" y="21548"/>
                  <a:pt x="282959" y="21787"/>
                </a:cubicBezTo>
                <a:cubicBezTo>
                  <a:pt x="283403" y="22026"/>
                  <a:pt x="283728" y="22317"/>
                  <a:pt x="283933" y="22659"/>
                </a:cubicBezTo>
                <a:cubicBezTo>
                  <a:pt x="284138" y="23000"/>
                  <a:pt x="284240" y="23376"/>
                  <a:pt x="284240" y="23787"/>
                </a:cubicBezTo>
                <a:lnTo>
                  <a:pt x="284240" y="46548"/>
                </a:lnTo>
                <a:lnTo>
                  <a:pt x="309872" y="46548"/>
                </a:lnTo>
                <a:cubicBezTo>
                  <a:pt x="310351" y="46548"/>
                  <a:pt x="310778" y="46651"/>
                  <a:pt x="311154" y="46859"/>
                </a:cubicBezTo>
                <a:cubicBezTo>
                  <a:pt x="311530" y="47066"/>
                  <a:pt x="311855" y="47394"/>
                  <a:pt x="312128" y="47842"/>
                </a:cubicBezTo>
                <a:cubicBezTo>
                  <a:pt x="312402" y="48291"/>
                  <a:pt x="312607" y="48843"/>
                  <a:pt x="312743" y="49499"/>
                </a:cubicBezTo>
                <a:cubicBezTo>
                  <a:pt x="312880" y="50154"/>
                  <a:pt x="312948" y="50931"/>
                  <a:pt x="312948" y="51828"/>
                </a:cubicBezTo>
                <a:cubicBezTo>
                  <a:pt x="312948" y="53554"/>
                  <a:pt x="312658" y="54848"/>
                  <a:pt x="312077" y="55711"/>
                </a:cubicBezTo>
                <a:cubicBezTo>
                  <a:pt x="311496" y="56574"/>
                  <a:pt x="310761" y="57006"/>
                  <a:pt x="309872" y="57006"/>
                </a:cubicBezTo>
                <a:lnTo>
                  <a:pt x="284240" y="57006"/>
                </a:lnTo>
                <a:lnTo>
                  <a:pt x="284240" y="113089"/>
                </a:lnTo>
                <a:cubicBezTo>
                  <a:pt x="284240" y="120129"/>
                  <a:pt x="285249" y="125494"/>
                  <a:pt x="287265" y="129185"/>
                </a:cubicBezTo>
                <a:cubicBezTo>
                  <a:pt x="289281" y="132876"/>
                  <a:pt x="292955" y="134722"/>
                  <a:pt x="298287" y="134722"/>
                </a:cubicBezTo>
                <a:cubicBezTo>
                  <a:pt x="299927" y="134722"/>
                  <a:pt x="301414" y="134551"/>
                  <a:pt x="302747" y="134209"/>
                </a:cubicBezTo>
                <a:cubicBezTo>
                  <a:pt x="304080" y="133868"/>
                  <a:pt x="305259" y="133492"/>
                  <a:pt x="306284" y="133082"/>
                </a:cubicBezTo>
                <a:cubicBezTo>
                  <a:pt x="307309" y="132671"/>
                  <a:pt x="308181" y="132295"/>
                  <a:pt x="308898" y="131954"/>
                </a:cubicBezTo>
                <a:cubicBezTo>
                  <a:pt x="309616" y="131612"/>
                  <a:pt x="310248" y="131441"/>
                  <a:pt x="310795" y="131441"/>
                </a:cubicBezTo>
                <a:cubicBezTo>
                  <a:pt x="311137" y="131441"/>
                  <a:pt x="311445" y="131509"/>
                  <a:pt x="311718" y="131646"/>
                </a:cubicBezTo>
                <a:cubicBezTo>
                  <a:pt x="311991" y="131783"/>
                  <a:pt x="312214" y="132039"/>
                  <a:pt x="312384" y="132415"/>
                </a:cubicBezTo>
                <a:cubicBezTo>
                  <a:pt x="312555" y="132791"/>
                  <a:pt x="312692" y="133269"/>
                  <a:pt x="312795" y="133850"/>
                </a:cubicBezTo>
                <a:cubicBezTo>
                  <a:pt x="312897" y="134431"/>
                  <a:pt x="312948" y="135166"/>
                  <a:pt x="312948" y="136055"/>
                </a:cubicBezTo>
                <a:close/>
                <a:moveTo>
                  <a:pt x="356140" y="60799"/>
                </a:moveTo>
                <a:cubicBezTo>
                  <a:pt x="356140" y="62645"/>
                  <a:pt x="356020" y="64200"/>
                  <a:pt x="355781" y="65464"/>
                </a:cubicBezTo>
                <a:cubicBezTo>
                  <a:pt x="355542" y="66729"/>
                  <a:pt x="355080" y="67737"/>
                  <a:pt x="354397" y="68489"/>
                </a:cubicBezTo>
                <a:cubicBezTo>
                  <a:pt x="353713" y="69241"/>
                  <a:pt x="352807" y="69770"/>
                  <a:pt x="351680" y="70078"/>
                </a:cubicBezTo>
                <a:cubicBezTo>
                  <a:pt x="350552" y="70386"/>
                  <a:pt x="349099" y="70539"/>
                  <a:pt x="347322" y="70539"/>
                </a:cubicBezTo>
                <a:cubicBezTo>
                  <a:pt x="345545" y="70539"/>
                  <a:pt x="344110" y="70386"/>
                  <a:pt x="343016" y="70078"/>
                </a:cubicBezTo>
                <a:cubicBezTo>
                  <a:pt x="341922" y="69770"/>
                  <a:pt x="341034" y="69241"/>
                  <a:pt x="340350" y="68489"/>
                </a:cubicBezTo>
                <a:cubicBezTo>
                  <a:pt x="339667" y="67737"/>
                  <a:pt x="339205" y="66729"/>
                  <a:pt x="338966" y="65464"/>
                </a:cubicBezTo>
                <a:cubicBezTo>
                  <a:pt x="338727" y="64200"/>
                  <a:pt x="338607" y="62645"/>
                  <a:pt x="338607" y="60799"/>
                </a:cubicBezTo>
                <a:cubicBezTo>
                  <a:pt x="338607" y="58817"/>
                  <a:pt x="338727" y="57194"/>
                  <a:pt x="338966" y="55929"/>
                </a:cubicBezTo>
                <a:cubicBezTo>
                  <a:pt x="339205" y="54665"/>
                  <a:pt x="339667" y="53656"/>
                  <a:pt x="340350" y="52905"/>
                </a:cubicBezTo>
                <a:cubicBezTo>
                  <a:pt x="341034" y="52153"/>
                  <a:pt x="341922" y="51623"/>
                  <a:pt x="343016" y="51315"/>
                </a:cubicBezTo>
                <a:cubicBezTo>
                  <a:pt x="344110" y="51008"/>
                  <a:pt x="345545" y="50854"/>
                  <a:pt x="347322" y="50854"/>
                </a:cubicBezTo>
                <a:cubicBezTo>
                  <a:pt x="349099" y="50854"/>
                  <a:pt x="350552" y="51008"/>
                  <a:pt x="351680" y="51315"/>
                </a:cubicBezTo>
                <a:cubicBezTo>
                  <a:pt x="352807" y="51623"/>
                  <a:pt x="353713" y="52153"/>
                  <a:pt x="354397" y="52905"/>
                </a:cubicBezTo>
                <a:cubicBezTo>
                  <a:pt x="355080" y="53656"/>
                  <a:pt x="355542" y="54665"/>
                  <a:pt x="355781" y="55929"/>
                </a:cubicBezTo>
                <a:cubicBezTo>
                  <a:pt x="356020" y="57194"/>
                  <a:pt x="356140" y="58817"/>
                  <a:pt x="356140" y="60799"/>
                </a:cubicBezTo>
                <a:moveTo>
                  <a:pt x="356140" y="134517"/>
                </a:moveTo>
                <a:cubicBezTo>
                  <a:pt x="356140" y="136431"/>
                  <a:pt x="356020" y="138020"/>
                  <a:pt x="355781" y="139284"/>
                </a:cubicBezTo>
                <a:cubicBezTo>
                  <a:pt x="355542" y="140549"/>
                  <a:pt x="355080" y="141557"/>
                  <a:pt x="354397" y="142309"/>
                </a:cubicBezTo>
                <a:cubicBezTo>
                  <a:pt x="353713" y="143061"/>
                  <a:pt x="352807" y="143591"/>
                  <a:pt x="351680" y="143898"/>
                </a:cubicBezTo>
                <a:cubicBezTo>
                  <a:pt x="350552" y="144206"/>
                  <a:pt x="349099" y="144360"/>
                  <a:pt x="347322" y="144360"/>
                </a:cubicBezTo>
                <a:cubicBezTo>
                  <a:pt x="345545" y="144360"/>
                  <a:pt x="344110" y="144206"/>
                  <a:pt x="343016" y="143898"/>
                </a:cubicBezTo>
                <a:cubicBezTo>
                  <a:pt x="341922" y="143591"/>
                  <a:pt x="341034" y="143061"/>
                  <a:pt x="340350" y="142309"/>
                </a:cubicBezTo>
                <a:cubicBezTo>
                  <a:pt x="339667" y="141557"/>
                  <a:pt x="339205" y="140549"/>
                  <a:pt x="338966" y="139284"/>
                </a:cubicBezTo>
                <a:cubicBezTo>
                  <a:pt x="338727" y="138020"/>
                  <a:pt x="338607" y="136431"/>
                  <a:pt x="338607" y="134517"/>
                </a:cubicBezTo>
                <a:cubicBezTo>
                  <a:pt x="338607" y="132603"/>
                  <a:pt x="338727" y="130997"/>
                  <a:pt x="338966" y="129698"/>
                </a:cubicBezTo>
                <a:cubicBezTo>
                  <a:pt x="339205" y="128399"/>
                  <a:pt x="339667" y="127391"/>
                  <a:pt x="340350" y="126674"/>
                </a:cubicBezTo>
                <a:cubicBezTo>
                  <a:pt x="341034" y="125956"/>
                  <a:pt x="341922" y="125443"/>
                  <a:pt x="343016" y="125136"/>
                </a:cubicBezTo>
                <a:cubicBezTo>
                  <a:pt x="344110" y="124828"/>
                  <a:pt x="345545" y="124674"/>
                  <a:pt x="347322" y="124674"/>
                </a:cubicBezTo>
                <a:cubicBezTo>
                  <a:pt x="349099" y="124674"/>
                  <a:pt x="350552" y="124828"/>
                  <a:pt x="351680" y="125136"/>
                </a:cubicBezTo>
                <a:cubicBezTo>
                  <a:pt x="352807" y="125443"/>
                  <a:pt x="353713" y="125956"/>
                  <a:pt x="354397" y="126674"/>
                </a:cubicBezTo>
                <a:cubicBezTo>
                  <a:pt x="355080" y="127391"/>
                  <a:pt x="355542" y="128399"/>
                  <a:pt x="355781" y="129698"/>
                </a:cubicBezTo>
                <a:cubicBezTo>
                  <a:pt x="356020" y="130997"/>
                  <a:pt x="356140" y="132603"/>
                  <a:pt x="356140" y="134517"/>
                </a:cubicBezTo>
                <a:close/>
                <a:moveTo>
                  <a:pt x="487980" y="7090"/>
                </a:moveTo>
                <a:cubicBezTo>
                  <a:pt x="487980" y="8870"/>
                  <a:pt x="487895" y="10513"/>
                  <a:pt x="487724" y="12021"/>
                </a:cubicBezTo>
                <a:cubicBezTo>
                  <a:pt x="487553" y="13527"/>
                  <a:pt x="487263" y="14966"/>
                  <a:pt x="486852" y="16337"/>
                </a:cubicBezTo>
                <a:cubicBezTo>
                  <a:pt x="486442" y="17706"/>
                  <a:pt x="485896" y="19077"/>
                  <a:pt x="485212" y="20448"/>
                </a:cubicBezTo>
                <a:cubicBezTo>
                  <a:pt x="484528" y="21817"/>
                  <a:pt x="483674" y="23255"/>
                  <a:pt x="482649" y="24761"/>
                </a:cubicBezTo>
                <a:lnTo>
                  <a:pt x="468397" y="46644"/>
                </a:lnTo>
                <a:cubicBezTo>
                  <a:pt x="468124" y="47056"/>
                  <a:pt x="467799" y="47433"/>
                  <a:pt x="467423" y="47775"/>
                </a:cubicBezTo>
                <a:cubicBezTo>
                  <a:pt x="467047" y="48117"/>
                  <a:pt x="466603" y="48391"/>
                  <a:pt x="466090" y="48598"/>
                </a:cubicBezTo>
                <a:cubicBezTo>
                  <a:pt x="465578" y="48803"/>
                  <a:pt x="464980" y="48957"/>
                  <a:pt x="464296" y="49060"/>
                </a:cubicBezTo>
                <a:cubicBezTo>
                  <a:pt x="463613" y="49162"/>
                  <a:pt x="462758" y="49214"/>
                  <a:pt x="461733" y="49214"/>
                </a:cubicBezTo>
                <a:cubicBezTo>
                  <a:pt x="460981" y="49214"/>
                  <a:pt x="460349" y="49179"/>
                  <a:pt x="459836" y="49111"/>
                </a:cubicBezTo>
                <a:cubicBezTo>
                  <a:pt x="459324" y="49043"/>
                  <a:pt x="458931" y="48906"/>
                  <a:pt x="458657" y="48701"/>
                </a:cubicBezTo>
                <a:cubicBezTo>
                  <a:pt x="458384" y="48494"/>
                  <a:pt x="458247" y="48219"/>
                  <a:pt x="458247" y="47877"/>
                </a:cubicBezTo>
                <a:cubicBezTo>
                  <a:pt x="458247" y="47536"/>
                  <a:pt x="458350" y="47124"/>
                  <a:pt x="458555" y="46644"/>
                </a:cubicBezTo>
                <a:lnTo>
                  <a:pt x="472806" y="18494"/>
                </a:lnTo>
                <a:lnTo>
                  <a:pt x="472806" y="7090"/>
                </a:lnTo>
                <a:cubicBezTo>
                  <a:pt x="472806" y="5582"/>
                  <a:pt x="472943" y="4366"/>
                  <a:pt x="473216" y="3441"/>
                </a:cubicBezTo>
                <a:cubicBezTo>
                  <a:pt x="473490" y="2516"/>
                  <a:pt x="473934" y="1797"/>
                  <a:pt x="474549" y="1285"/>
                </a:cubicBezTo>
                <a:cubicBezTo>
                  <a:pt x="475164" y="770"/>
                  <a:pt x="475950" y="427"/>
                  <a:pt x="476907" y="256"/>
                </a:cubicBezTo>
                <a:cubicBezTo>
                  <a:pt x="477864" y="85"/>
                  <a:pt x="479026" y="0"/>
                  <a:pt x="480393" y="0"/>
                </a:cubicBezTo>
                <a:cubicBezTo>
                  <a:pt x="481692" y="0"/>
                  <a:pt x="482820" y="85"/>
                  <a:pt x="483777" y="256"/>
                </a:cubicBezTo>
                <a:cubicBezTo>
                  <a:pt x="484734" y="427"/>
                  <a:pt x="485520" y="770"/>
                  <a:pt x="486135" y="1285"/>
                </a:cubicBezTo>
                <a:cubicBezTo>
                  <a:pt x="486750" y="1797"/>
                  <a:pt x="487211" y="2516"/>
                  <a:pt x="487519" y="3441"/>
                </a:cubicBezTo>
                <a:cubicBezTo>
                  <a:pt x="487826" y="4366"/>
                  <a:pt x="487980" y="5582"/>
                  <a:pt x="487980" y="7090"/>
                </a:cubicBezTo>
                <a:moveTo>
                  <a:pt x="453223" y="7090"/>
                </a:moveTo>
                <a:cubicBezTo>
                  <a:pt x="453223" y="8870"/>
                  <a:pt x="453138" y="10513"/>
                  <a:pt x="452967" y="12021"/>
                </a:cubicBezTo>
                <a:cubicBezTo>
                  <a:pt x="452796" y="13527"/>
                  <a:pt x="452506" y="14966"/>
                  <a:pt x="452095" y="16337"/>
                </a:cubicBezTo>
                <a:cubicBezTo>
                  <a:pt x="451685" y="17706"/>
                  <a:pt x="451138" y="19077"/>
                  <a:pt x="450455" y="20448"/>
                </a:cubicBezTo>
                <a:cubicBezTo>
                  <a:pt x="449771" y="21817"/>
                  <a:pt x="448917" y="23255"/>
                  <a:pt x="447892" y="24761"/>
                </a:cubicBezTo>
                <a:lnTo>
                  <a:pt x="433640" y="46644"/>
                </a:lnTo>
                <a:cubicBezTo>
                  <a:pt x="433367" y="47056"/>
                  <a:pt x="433042" y="47433"/>
                  <a:pt x="432666" y="47775"/>
                </a:cubicBezTo>
                <a:cubicBezTo>
                  <a:pt x="432290" y="48117"/>
                  <a:pt x="431846" y="48391"/>
                  <a:pt x="431333" y="48598"/>
                </a:cubicBezTo>
                <a:cubicBezTo>
                  <a:pt x="430821" y="48803"/>
                  <a:pt x="430223" y="48957"/>
                  <a:pt x="429539" y="49060"/>
                </a:cubicBezTo>
                <a:cubicBezTo>
                  <a:pt x="428856" y="49162"/>
                  <a:pt x="428001" y="49214"/>
                  <a:pt x="426976" y="49214"/>
                </a:cubicBezTo>
                <a:cubicBezTo>
                  <a:pt x="426224" y="49214"/>
                  <a:pt x="425575" y="49179"/>
                  <a:pt x="425028" y="49111"/>
                </a:cubicBezTo>
                <a:cubicBezTo>
                  <a:pt x="424481" y="49043"/>
                  <a:pt x="424088" y="48906"/>
                  <a:pt x="423849" y="48701"/>
                </a:cubicBezTo>
                <a:cubicBezTo>
                  <a:pt x="423610" y="48494"/>
                  <a:pt x="423473" y="48219"/>
                  <a:pt x="423439" y="47877"/>
                </a:cubicBezTo>
                <a:cubicBezTo>
                  <a:pt x="423405" y="47536"/>
                  <a:pt x="423524" y="47124"/>
                  <a:pt x="423798" y="46644"/>
                </a:cubicBezTo>
                <a:lnTo>
                  <a:pt x="438049" y="18494"/>
                </a:lnTo>
                <a:lnTo>
                  <a:pt x="438049" y="7090"/>
                </a:lnTo>
                <a:cubicBezTo>
                  <a:pt x="438049" y="5582"/>
                  <a:pt x="438186" y="4366"/>
                  <a:pt x="438459" y="3441"/>
                </a:cubicBezTo>
                <a:cubicBezTo>
                  <a:pt x="438733" y="2516"/>
                  <a:pt x="439177" y="1797"/>
                  <a:pt x="439792" y="1285"/>
                </a:cubicBezTo>
                <a:cubicBezTo>
                  <a:pt x="440407" y="770"/>
                  <a:pt x="441193" y="427"/>
                  <a:pt x="442150" y="256"/>
                </a:cubicBezTo>
                <a:cubicBezTo>
                  <a:pt x="443107" y="85"/>
                  <a:pt x="444269" y="0"/>
                  <a:pt x="445636" y="0"/>
                </a:cubicBezTo>
                <a:cubicBezTo>
                  <a:pt x="446935" y="0"/>
                  <a:pt x="448063" y="85"/>
                  <a:pt x="449020" y="256"/>
                </a:cubicBezTo>
                <a:cubicBezTo>
                  <a:pt x="449976" y="427"/>
                  <a:pt x="450763" y="770"/>
                  <a:pt x="451378" y="1285"/>
                </a:cubicBezTo>
                <a:cubicBezTo>
                  <a:pt x="451993" y="1797"/>
                  <a:pt x="452454" y="2516"/>
                  <a:pt x="452762" y="3441"/>
                </a:cubicBezTo>
                <a:cubicBezTo>
                  <a:pt x="453069" y="4366"/>
                  <a:pt x="453223" y="5582"/>
                  <a:pt x="453223" y="7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CB377-5965-471A-83FC-92772DA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3" y="2788718"/>
            <a:ext cx="2586114" cy="1911754"/>
          </a:xfrm>
          <a:custGeom xmlns:a="http://schemas.openxmlformats.org/drawingml/2006/main">
            <a:pathLst>
              <a:path w="2586114" h="1911754">
                <a:moveTo>
                  <a:pt x="0" y="318577"/>
                </a:moveTo>
                <a:cubicBezTo>
                  <a:pt x="0" y="142637"/>
                  <a:pt x="142667" y="0"/>
                  <a:pt x="318650" y="0"/>
                </a:cubicBezTo>
                <a:lnTo>
                  <a:pt x="2267390" y="0"/>
                </a:lnTo>
                <a:cubicBezTo>
                  <a:pt x="2443329" y="0"/>
                  <a:pt x="2586114" y="142637"/>
                  <a:pt x="2586114" y="318577"/>
                </a:cubicBezTo>
                <a:lnTo>
                  <a:pt x="2586114" y="1593177"/>
                </a:lnTo>
                <a:cubicBezTo>
                  <a:pt x="2586114" y="1769117"/>
                  <a:pt x="2443329" y="1911754"/>
                  <a:pt x="2267390" y="1911754"/>
                </a:cubicBezTo>
                <a:lnTo>
                  <a:pt x="318650" y="1911754"/>
                </a:lnTo>
                <a:cubicBezTo>
                  <a:pt x="142667" y="1911754"/>
                  <a:pt x="0" y="1769117"/>
                  <a:pt x="0" y="1593177"/>
                </a:cubicBezTo>
                <a:lnTo>
                  <a:pt x="0" y="31857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2EC3B-7549-4629-BD24-2E43D082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33" y="2788718"/>
            <a:ext cx="2586114" cy="1911754"/>
          </a:xfrm>
          <a:custGeom xmlns:a="http://schemas.openxmlformats.org/drawingml/2006/main">
            <a:pathLst>
              <a:path w="2586114" h="1911754" fill="none">
                <a:moveTo>
                  <a:pt x="0" y="318577"/>
                </a:moveTo>
                <a:cubicBezTo>
                  <a:pt x="0" y="142637"/>
                  <a:pt x="142667" y="0"/>
                  <a:pt x="318650" y="0"/>
                </a:cubicBezTo>
                <a:lnTo>
                  <a:pt x="2267390" y="0"/>
                </a:lnTo>
                <a:cubicBezTo>
                  <a:pt x="2443329" y="0"/>
                  <a:pt x="2586114" y="142637"/>
                  <a:pt x="2586114" y="318577"/>
                </a:cubicBezTo>
                <a:lnTo>
                  <a:pt x="2586114" y="1593177"/>
                </a:lnTo>
                <a:cubicBezTo>
                  <a:pt x="2586114" y="1769117"/>
                  <a:pt x="2443329" y="1911754"/>
                  <a:pt x="2267390" y="1911754"/>
                </a:cubicBezTo>
                <a:lnTo>
                  <a:pt x="318650" y="1911754"/>
                </a:lnTo>
                <a:cubicBezTo>
                  <a:pt x="142667" y="1911754"/>
                  <a:pt x="0" y="1769117"/>
                  <a:pt x="0" y="1593177"/>
                </a:cubicBezTo>
                <a:lnTo>
                  <a:pt x="0" y="318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3" name="Text “[textfromrelevantweb">
            <a:extLst xmlns:a="http://schemas.openxmlformats.org/drawingml/2006/main">
              <a:ext uri="{FF2B5EF4-FFF2-40B4-BE49-F238E27FC236}">
                <a16:creationId xmlns:a16="http://schemas.microsoft.com/office/drawing/2014/main" id="{2BFCE022-6E42-4CFE-981C-EAE52EE3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2" y="3055893"/>
            <a:ext cx="2004200" cy="175836"/>
          </a:xfrm>
          <a:custGeom xmlns:a="http://schemas.openxmlformats.org/drawingml/2006/main">
            <a:pathLst>
              <a:path w="2004200" h="175836">
                <a:moveTo>
                  <a:pt x="50019" y="30774"/>
                </a:moveTo>
                <a:lnTo>
                  <a:pt x="50019" y="42197"/>
                </a:lnTo>
                <a:cubicBezTo>
                  <a:pt x="50019" y="43708"/>
                  <a:pt x="49865" y="44926"/>
                  <a:pt x="49557" y="45853"/>
                </a:cubicBezTo>
                <a:cubicBezTo>
                  <a:pt x="49248" y="46779"/>
                  <a:pt x="48786" y="47500"/>
                  <a:pt x="48170" y="48016"/>
                </a:cubicBezTo>
                <a:cubicBezTo>
                  <a:pt x="47554" y="48530"/>
                  <a:pt x="46766" y="48872"/>
                  <a:pt x="45808" y="49043"/>
                </a:cubicBezTo>
                <a:cubicBezTo>
                  <a:pt x="44849" y="49214"/>
                  <a:pt x="43719" y="49300"/>
                  <a:pt x="42418" y="49300"/>
                </a:cubicBezTo>
                <a:cubicBezTo>
                  <a:pt x="41117" y="49300"/>
                  <a:pt x="39988" y="49214"/>
                  <a:pt x="39029" y="49043"/>
                </a:cubicBezTo>
                <a:cubicBezTo>
                  <a:pt x="38070" y="48872"/>
                  <a:pt x="37283" y="48530"/>
                  <a:pt x="36667" y="48016"/>
                </a:cubicBezTo>
                <a:cubicBezTo>
                  <a:pt x="36051" y="47500"/>
                  <a:pt x="35588" y="46779"/>
                  <a:pt x="35280" y="45853"/>
                </a:cubicBezTo>
                <a:cubicBezTo>
                  <a:pt x="34972" y="44926"/>
                  <a:pt x="34818" y="43708"/>
                  <a:pt x="34818" y="42197"/>
                </a:cubicBezTo>
                <a:cubicBezTo>
                  <a:pt x="34818" y="40415"/>
                  <a:pt x="34904" y="38769"/>
                  <a:pt x="35075" y="37261"/>
                </a:cubicBezTo>
                <a:cubicBezTo>
                  <a:pt x="35246" y="35750"/>
                  <a:pt x="35537" y="34309"/>
                  <a:pt x="35948" y="32937"/>
                </a:cubicBezTo>
                <a:cubicBezTo>
                  <a:pt x="36359" y="31563"/>
                  <a:pt x="36906" y="30191"/>
                  <a:pt x="37591" y="28819"/>
                </a:cubicBezTo>
                <a:cubicBezTo>
                  <a:pt x="38276" y="27446"/>
                  <a:pt x="39132" y="26004"/>
                  <a:pt x="40159" y="24496"/>
                </a:cubicBezTo>
                <a:lnTo>
                  <a:pt x="54435" y="2471"/>
                </a:lnTo>
                <a:cubicBezTo>
                  <a:pt x="54709" y="2058"/>
                  <a:pt x="55017" y="1698"/>
                  <a:pt x="55360" y="1390"/>
                </a:cubicBezTo>
                <a:cubicBezTo>
                  <a:pt x="55702" y="1082"/>
                  <a:pt x="56130" y="825"/>
                  <a:pt x="56643" y="619"/>
                </a:cubicBezTo>
                <a:cubicBezTo>
                  <a:pt x="57157" y="412"/>
                  <a:pt x="57773" y="257"/>
                  <a:pt x="58492" y="154"/>
                </a:cubicBezTo>
                <a:cubicBezTo>
                  <a:pt x="59211" y="51"/>
                  <a:pt x="60084" y="0"/>
                  <a:pt x="61111" y="0"/>
                </a:cubicBezTo>
                <a:cubicBezTo>
                  <a:pt x="61864" y="0"/>
                  <a:pt x="62515" y="34"/>
                  <a:pt x="63063" y="103"/>
                </a:cubicBezTo>
                <a:cubicBezTo>
                  <a:pt x="63610" y="171"/>
                  <a:pt x="64004" y="309"/>
                  <a:pt x="64244" y="517"/>
                </a:cubicBezTo>
                <a:cubicBezTo>
                  <a:pt x="64483" y="722"/>
                  <a:pt x="64620" y="979"/>
                  <a:pt x="64655" y="1287"/>
                </a:cubicBezTo>
                <a:cubicBezTo>
                  <a:pt x="64689" y="1595"/>
                  <a:pt x="64569" y="1990"/>
                  <a:pt x="64295" y="2471"/>
                </a:cubicBezTo>
                <a:lnTo>
                  <a:pt x="50019" y="30774"/>
                </a:lnTo>
                <a:moveTo>
                  <a:pt x="15201" y="30774"/>
                </a:moveTo>
                <a:lnTo>
                  <a:pt x="15201" y="42197"/>
                </a:lnTo>
                <a:cubicBezTo>
                  <a:pt x="15201" y="43708"/>
                  <a:pt x="15047" y="44926"/>
                  <a:pt x="14739" y="45853"/>
                </a:cubicBezTo>
                <a:cubicBezTo>
                  <a:pt x="14430" y="46779"/>
                  <a:pt x="13968" y="47500"/>
                  <a:pt x="13352" y="48016"/>
                </a:cubicBezTo>
                <a:cubicBezTo>
                  <a:pt x="12736" y="48530"/>
                  <a:pt x="11948" y="48872"/>
                  <a:pt x="10990" y="49043"/>
                </a:cubicBezTo>
                <a:cubicBezTo>
                  <a:pt x="10031" y="49214"/>
                  <a:pt x="8901" y="49300"/>
                  <a:pt x="7600" y="49300"/>
                </a:cubicBezTo>
                <a:cubicBezTo>
                  <a:pt x="6299" y="49300"/>
                  <a:pt x="5170" y="49214"/>
                  <a:pt x="4211" y="49043"/>
                </a:cubicBezTo>
                <a:cubicBezTo>
                  <a:pt x="3252" y="48872"/>
                  <a:pt x="2465" y="48530"/>
                  <a:pt x="1849" y="48016"/>
                </a:cubicBezTo>
                <a:cubicBezTo>
                  <a:pt x="1232" y="47500"/>
                  <a:pt x="770" y="46779"/>
                  <a:pt x="462" y="45853"/>
                </a:cubicBezTo>
                <a:cubicBezTo>
                  <a:pt x="154" y="44926"/>
                  <a:pt x="0" y="43708"/>
                  <a:pt x="0" y="42197"/>
                </a:cubicBezTo>
                <a:cubicBezTo>
                  <a:pt x="0" y="40415"/>
                  <a:pt x="86" y="38769"/>
                  <a:pt x="257" y="37261"/>
                </a:cubicBezTo>
                <a:cubicBezTo>
                  <a:pt x="428" y="35750"/>
                  <a:pt x="719" y="34309"/>
                  <a:pt x="1130" y="32937"/>
                </a:cubicBezTo>
                <a:cubicBezTo>
                  <a:pt x="1541" y="31563"/>
                  <a:pt x="2088" y="30191"/>
                  <a:pt x="2773" y="28819"/>
                </a:cubicBezTo>
                <a:cubicBezTo>
                  <a:pt x="3458" y="27446"/>
                  <a:pt x="4314" y="26004"/>
                  <a:pt x="5341" y="24496"/>
                </a:cubicBezTo>
                <a:lnTo>
                  <a:pt x="19617" y="2471"/>
                </a:lnTo>
                <a:cubicBezTo>
                  <a:pt x="19891" y="2058"/>
                  <a:pt x="20199" y="1698"/>
                  <a:pt x="20542" y="1390"/>
                </a:cubicBezTo>
                <a:cubicBezTo>
                  <a:pt x="20884" y="1082"/>
                  <a:pt x="21312" y="825"/>
                  <a:pt x="21825" y="619"/>
                </a:cubicBezTo>
                <a:cubicBezTo>
                  <a:pt x="22339" y="412"/>
                  <a:pt x="22955" y="257"/>
                  <a:pt x="23674" y="154"/>
                </a:cubicBezTo>
                <a:cubicBezTo>
                  <a:pt x="24393" y="51"/>
                  <a:pt x="25266" y="0"/>
                  <a:pt x="26293" y="0"/>
                </a:cubicBezTo>
                <a:cubicBezTo>
                  <a:pt x="27046" y="0"/>
                  <a:pt x="27680" y="34"/>
                  <a:pt x="28193" y="103"/>
                </a:cubicBezTo>
                <a:cubicBezTo>
                  <a:pt x="28707" y="171"/>
                  <a:pt x="29101" y="309"/>
                  <a:pt x="29374" y="517"/>
                </a:cubicBezTo>
                <a:cubicBezTo>
                  <a:pt x="29648" y="722"/>
                  <a:pt x="29785" y="979"/>
                  <a:pt x="29785" y="1287"/>
                </a:cubicBezTo>
                <a:cubicBezTo>
                  <a:pt x="29785" y="1595"/>
                  <a:pt x="29683" y="1990"/>
                  <a:pt x="29477" y="2471"/>
                </a:cubicBezTo>
                <a:lnTo>
                  <a:pt x="15201" y="30774"/>
                </a:lnTo>
                <a:close/>
                <a:moveTo>
                  <a:pt x="125213" y="171317"/>
                </a:moveTo>
                <a:cubicBezTo>
                  <a:pt x="125213" y="172892"/>
                  <a:pt x="124990" y="174039"/>
                  <a:pt x="124545" y="174758"/>
                </a:cubicBezTo>
                <a:cubicBezTo>
                  <a:pt x="124100" y="175477"/>
                  <a:pt x="123432" y="175836"/>
                  <a:pt x="122542" y="175836"/>
                </a:cubicBezTo>
                <a:lnTo>
                  <a:pt x="99330" y="175836"/>
                </a:lnTo>
                <a:cubicBezTo>
                  <a:pt x="98714" y="175836"/>
                  <a:pt x="98080" y="175733"/>
                  <a:pt x="97430" y="175528"/>
                </a:cubicBezTo>
                <a:cubicBezTo>
                  <a:pt x="96780" y="175323"/>
                  <a:pt x="96163" y="174980"/>
                  <a:pt x="95581" y="174501"/>
                </a:cubicBezTo>
                <a:cubicBezTo>
                  <a:pt x="94999" y="174022"/>
                  <a:pt x="94537" y="173353"/>
                  <a:pt x="94195" y="172495"/>
                </a:cubicBezTo>
                <a:cubicBezTo>
                  <a:pt x="93852" y="171639"/>
                  <a:pt x="93681" y="170595"/>
                  <a:pt x="93681" y="169362"/>
                </a:cubicBezTo>
                <a:lnTo>
                  <a:pt x="93681" y="7501"/>
                </a:lnTo>
                <a:cubicBezTo>
                  <a:pt x="93681" y="6268"/>
                  <a:pt x="93852" y="5224"/>
                  <a:pt x="94195" y="4368"/>
                </a:cubicBezTo>
                <a:cubicBezTo>
                  <a:pt x="94537" y="3510"/>
                  <a:pt x="94999" y="2842"/>
                  <a:pt x="95581" y="2362"/>
                </a:cubicBezTo>
                <a:cubicBezTo>
                  <a:pt x="96163" y="1883"/>
                  <a:pt x="96780" y="1541"/>
                  <a:pt x="97430" y="1335"/>
                </a:cubicBezTo>
                <a:cubicBezTo>
                  <a:pt x="98080" y="1130"/>
                  <a:pt x="98714" y="1027"/>
                  <a:pt x="99330" y="1027"/>
                </a:cubicBezTo>
                <a:lnTo>
                  <a:pt x="122542" y="1027"/>
                </a:lnTo>
                <a:cubicBezTo>
                  <a:pt x="122953" y="1027"/>
                  <a:pt x="123330" y="1113"/>
                  <a:pt x="123672" y="1284"/>
                </a:cubicBezTo>
                <a:cubicBezTo>
                  <a:pt x="124014" y="1455"/>
                  <a:pt x="124305" y="1746"/>
                  <a:pt x="124545" y="2157"/>
                </a:cubicBezTo>
                <a:cubicBezTo>
                  <a:pt x="124785" y="2568"/>
                  <a:pt x="124956" y="3064"/>
                  <a:pt x="125058" y="3646"/>
                </a:cubicBezTo>
                <a:cubicBezTo>
                  <a:pt x="125161" y="4228"/>
                  <a:pt x="125213" y="4930"/>
                  <a:pt x="125213" y="5752"/>
                </a:cubicBezTo>
                <a:cubicBezTo>
                  <a:pt x="125213" y="7327"/>
                  <a:pt x="124990" y="8473"/>
                  <a:pt x="124545" y="9192"/>
                </a:cubicBezTo>
                <a:cubicBezTo>
                  <a:pt x="124100" y="9911"/>
                  <a:pt x="123432" y="10271"/>
                  <a:pt x="122542" y="10271"/>
                </a:cubicBezTo>
                <a:lnTo>
                  <a:pt x="105287" y="10271"/>
                </a:lnTo>
                <a:lnTo>
                  <a:pt x="105287" y="166592"/>
                </a:lnTo>
                <a:lnTo>
                  <a:pt x="122542" y="166592"/>
                </a:lnTo>
                <a:cubicBezTo>
                  <a:pt x="122953" y="166592"/>
                  <a:pt x="123330" y="166678"/>
                  <a:pt x="123672" y="166849"/>
                </a:cubicBezTo>
                <a:cubicBezTo>
                  <a:pt x="124014" y="167020"/>
                  <a:pt x="124305" y="167311"/>
                  <a:pt x="124545" y="167722"/>
                </a:cubicBezTo>
                <a:cubicBezTo>
                  <a:pt x="124785" y="168133"/>
                  <a:pt x="124956" y="168629"/>
                  <a:pt x="125058" y="169211"/>
                </a:cubicBezTo>
                <a:cubicBezTo>
                  <a:pt x="125161" y="169793"/>
                  <a:pt x="125213" y="170495"/>
                  <a:pt x="125213" y="171317"/>
                </a:cubicBezTo>
                <a:close/>
                <a:moveTo>
                  <a:pt x="189366" y="136294"/>
                </a:moveTo>
                <a:cubicBezTo>
                  <a:pt x="189366" y="137731"/>
                  <a:pt x="189247" y="138895"/>
                  <a:pt x="189007" y="139786"/>
                </a:cubicBezTo>
                <a:cubicBezTo>
                  <a:pt x="188767" y="140676"/>
                  <a:pt x="188391" y="141378"/>
                  <a:pt x="187877" y="141891"/>
                </a:cubicBezTo>
                <a:cubicBezTo>
                  <a:pt x="187364" y="142405"/>
                  <a:pt x="186610" y="142884"/>
                  <a:pt x="185618" y="143329"/>
                </a:cubicBezTo>
                <a:cubicBezTo>
                  <a:pt x="184625" y="143774"/>
                  <a:pt x="183478" y="144151"/>
                  <a:pt x="182177" y="144459"/>
                </a:cubicBezTo>
                <a:cubicBezTo>
                  <a:pt x="180876" y="144767"/>
                  <a:pt x="179506" y="145007"/>
                  <a:pt x="178068" y="145178"/>
                </a:cubicBezTo>
                <a:cubicBezTo>
                  <a:pt x="176631" y="145349"/>
                  <a:pt x="175227" y="145435"/>
                  <a:pt x="173857" y="145435"/>
                </a:cubicBezTo>
                <a:cubicBezTo>
                  <a:pt x="169270" y="145435"/>
                  <a:pt x="165367" y="144818"/>
                  <a:pt x="162149" y="143586"/>
                </a:cubicBezTo>
                <a:cubicBezTo>
                  <a:pt x="158931" y="142353"/>
                  <a:pt x="156294" y="140487"/>
                  <a:pt x="154240" y="137988"/>
                </a:cubicBezTo>
                <a:cubicBezTo>
                  <a:pt x="152186" y="135489"/>
                  <a:pt x="150697" y="132322"/>
                  <a:pt x="149772" y="128488"/>
                </a:cubicBezTo>
                <a:cubicBezTo>
                  <a:pt x="148848" y="124653"/>
                  <a:pt x="148386" y="120134"/>
                  <a:pt x="148386" y="114930"/>
                </a:cubicBezTo>
                <a:lnTo>
                  <a:pt x="148386" y="57106"/>
                </a:lnTo>
                <a:lnTo>
                  <a:pt x="134520" y="57106"/>
                </a:lnTo>
                <a:cubicBezTo>
                  <a:pt x="133562" y="57106"/>
                  <a:pt x="132808" y="56673"/>
                  <a:pt x="132261" y="55809"/>
                </a:cubicBezTo>
                <a:cubicBezTo>
                  <a:pt x="131713" y="54944"/>
                  <a:pt x="131439" y="53648"/>
                  <a:pt x="131439" y="51919"/>
                </a:cubicBezTo>
                <a:cubicBezTo>
                  <a:pt x="131439" y="51020"/>
                  <a:pt x="131508" y="50242"/>
                  <a:pt x="131644" y="49585"/>
                </a:cubicBezTo>
                <a:cubicBezTo>
                  <a:pt x="131781" y="48929"/>
                  <a:pt x="131987" y="48375"/>
                  <a:pt x="132261" y="47926"/>
                </a:cubicBezTo>
                <a:cubicBezTo>
                  <a:pt x="132535" y="47477"/>
                  <a:pt x="132860" y="47148"/>
                  <a:pt x="133236" y="46941"/>
                </a:cubicBezTo>
                <a:cubicBezTo>
                  <a:pt x="133613" y="46733"/>
                  <a:pt x="134041" y="46629"/>
                  <a:pt x="134520" y="46629"/>
                </a:cubicBezTo>
                <a:lnTo>
                  <a:pt x="148386" y="46629"/>
                </a:lnTo>
                <a:lnTo>
                  <a:pt x="148386" y="23828"/>
                </a:lnTo>
                <a:cubicBezTo>
                  <a:pt x="148386" y="23417"/>
                  <a:pt x="148471" y="23041"/>
                  <a:pt x="148643" y="22698"/>
                </a:cubicBezTo>
                <a:cubicBezTo>
                  <a:pt x="148814" y="22356"/>
                  <a:pt x="149139" y="22065"/>
                  <a:pt x="149618" y="21825"/>
                </a:cubicBezTo>
                <a:cubicBezTo>
                  <a:pt x="150098" y="21586"/>
                  <a:pt x="150731" y="21415"/>
                  <a:pt x="151518" y="21312"/>
                </a:cubicBezTo>
                <a:cubicBezTo>
                  <a:pt x="152306" y="21209"/>
                  <a:pt x="153282" y="21158"/>
                  <a:pt x="154446" y="21158"/>
                </a:cubicBezTo>
                <a:cubicBezTo>
                  <a:pt x="155678" y="21158"/>
                  <a:pt x="156688" y="21209"/>
                  <a:pt x="157476" y="21312"/>
                </a:cubicBezTo>
                <a:cubicBezTo>
                  <a:pt x="158263" y="21415"/>
                  <a:pt x="158879" y="21586"/>
                  <a:pt x="159324" y="21825"/>
                </a:cubicBezTo>
                <a:cubicBezTo>
                  <a:pt x="159769" y="22065"/>
                  <a:pt x="160095" y="22356"/>
                  <a:pt x="160300" y="22698"/>
                </a:cubicBezTo>
                <a:cubicBezTo>
                  <a:pt x="160505" y="23041"/>
                  <a:pt x="160608" y="23417"/>
                  <a:pt x="160608" y="23828"/>
                </a:cubicBezTo>
                <a:lnTo>
                  <a:pt x="160608" y="46629"/>
                </a:lnTo>
                <a:lnTo>
                  <a:pt x="186285" y="46629"/>
                </a:lnTo>
                <a:cubicBezTo>
                  <a:pt x="186764" y="46629"/>
                  <a:pt x="187192" y="46733"/>
                  <a:pt x="187569" y="46941"/>
                </a:cubicBezTo>
                <a:cubicBezTo>
                  <a:pt x="187946" y="47148"/>
                  <a:pt x="188271" y="47477"/>
                  <a:pt x="188545" y="47926"/>
                </a:cubicBezTo>
                <a:cubicBezTo>
                  <a:pt x="188819" y="48375"/>
                  <a:pt x="189024" y="48929"/>
                  <a:pt x="189161" y="49585"/>
                </a:cubicBezTo>
                <a:cubicBezTo>
                  <a:pt x="189298" y="50242"/>
                  <a:pt x="189366" y="51020"/>
                  <a:pt x="189366" y="51919"/>
                </a:cubicBezTo>
                <a:cubicBezTo>
                  <a:pt x="189366" y="53648"/>
                  <a:pt x="189075" y="54944"/>
                  <a:pt x="188493" y="55809"/>
                </a:cubicBezTo>
                <a:cubicBezTo>
                  <a:pt x="187911" y="56673"/>
                  <a:pt x="187175" y="57106"/>
                  <a:pt x="186285" y="57106"/>
                </a:cubicBezTo>
                <a:lnTo>
                  <a:pt x="160608" y="57106"/>
                </a:lnTo>
                <a:lnTo>
                  <a:pt x="160608" y="113287"/>
                </a:lnTo>
                <a:cubicBezTo>
                  <a:pt x="160608" y="120340"/>
                  <a:pt x="161618" y="125715"/>
                  <a:pt x="163638" y="129412"/>
                </a:cubicBezTo>
                <a:cubicBezTo>
                  <a:pt x="165658" y="133110"/>
                  <a:pt x="169338" y="134958"/>
                  <a:pt x="174679" y="134958"/>
                </a:cubicBezTo>
                <a:cubicBezTo>
                  <a:pt x="176322" y="134958"/>
                  <a:pt x="177812" y="134787"/>
                  <a:pt x="179147" y="134445"/>
                </a:cubicBezTo>
                <a:cubicBezTo>
                  <a:pt x="180482" y="134102"/>
                  <a:pt x="181663" y="133726"/>
                  <a:pt x="182690" y="133315"/>
                </a:cubicBezTo>
                <a:cubicBezTo>
                  <a:pt x="183717" y="132904"/>
                  <a:pt x="184590" y="132528"/>
                  <a:pt x="185309" y="132185"/>
                </a:cubicBezTo>
                <a:cubicBezTo>
                  <a:pt x="186028" y="131843"/>
                  <a:pt x="186662" y="131672"/>
                  <a:pt x="187209" y="131672"/>
                </a:cubicBezTo>
                <a:cubicBezTo>
                  <a:pt x="187552" y="131672"/>
                  <a:pt x="187860" y="131740"/>
                  <a:pt x="188134" y="131877"/>
                </a:cubicBezTo>
                <a:cubicBezTo>
                  <a:pt x="188408" y="132014"/>
                  <a:pt x="188630" y="132271"/>
                  <a:pt x="188801" y="132647"/>
                </a:cubicBezTo>
                <a:cubicBezTo>
                  <a:pt x="188973" y="133024"/>
                  <a:pt x="189110" y="133503"/>
                  <a:pt x="189212" y="134085"/>
                </a:cubicBezTo>
                <a:cubicBezTo>
                  <a:pt x="189315" y="134667"/>
                  <a:pt x="189366" y="135403"/>
                  <a:pt x="189366" y="136294"/>
                </a:cubicBezTo>
                <a:close/>
                <a:moveTo>
                  <a:pt x="286643" y="90486"/>
                </a:moveTo>
                <a:cubicBezTo>
                  <a:pt x="286643" y="92951"/>
                  <a:pt x="285993" y="94645"/>
                  <a:pt x="284692" y="95570"/>
                </a:cubicBezTo>
                <a:cubicBezTo>
                  <a:pt x="283391" y="96494"/>
                  <a:pt x="282124" y="96956"/>
                  <a:pt x="280892" y="96956"/>
                </a:cubicBezTo>
                <a:lnTo>
                  <a:pt x="217521" y="96956"/>
                </a:lnTo>
                <a:cubicBezTo>
                  <a:pt x="217521" y="102723"/>
                  <a:pt x="218086" y="107941"/>
                  <a:pt x="219215" y="112610"/>
                </a:cubicBezTo>
                <a:cubicBezTo>
                  <a:pt x="220345" y="117279"/>
                  <a:pt x="222211" y="121278"/>
                  <a:pt x="224813" y="124607"/>
                </a:cubicBezTo>
                <a:cubicBezTo>
                  <a:pt x="227415" y="127937"/>
                  <a:pt x="230804" y="130495"/>
                  <a:pt x="234981" y="132281"/>
                </a:cubicBezTo>
                <a:cubicBezTo>
                  <a:pt x="239158" y="134066"/>
                  <a:pt x="244293" y="134958"/>
                  <a:pt x="250387" y="134958"/>
                </a:cubicBezTo>
                <a:cubicBezTo>
                  <a:pt x="254701" y="134958"/>
                  <a:pt x="258570" y="134576"/>
                  <a:pt x="261993" y="133812"/>
                </a:cubicBezTo>
                <a:cubicBezTo>
                  <a:pt x="265417" y="133049"/>
                  <a:pt x="268378" y="132198"/>
                  <a:pt x="270877" y="131261"/>
                </a:cubicBezTo>
                <a:cubicBezTo>
                  <a:pt x="273377" y="130324"/>
                  <a:pt x="275431" y="129473"/>
                  <a:pt x="277040" y="128709"/>
                </a:cubicBezTo>
                <a:cubicBezTo>
                  <a:pt x="278649" y="127945"/>
                  <a:pt x="279796" y="127563"/>
                  <a:pt x="280481" y="127563"/>
                </a:cubicBezTo>
                <a:cubicBezTo>
                  <a:pt x="280892" y="127563"/>
                  <a:pt x="281268" y="127667"/>
                  <a:pt x="281610" y="127875"/>
                </a:cubicBezTo>
                <a:cubicBezTo>
                  <a:pt x="281953" y="128082"/>
                  <a:pt x="282227" y="128411"/>
                  <a:pt x="282432" y="128860"/>
                </a:cubicBezTo>
                <a:cubicBezTo>
                  <a:pt x="282638" y="129309"/>
                  <a:pt x="282792" y="129880"/>
                  <a:pt x="282894" y="130571"/>
                </a:cubicBezTo>
                <a:cubicBezTo>
                  <a:pt x="282997" y="131262"/>
                  <a:pt x="283048" y="132125"/>
                  <a:pt x="283048" y="133161"/>
                </a:cubicBezTo>
                <a:cubicBezTo>
                  <a:pt x="283048" y="133647"/>
                  <a:pt x="283014" y="134114"/>
                  <a:pt x="282946" y="134564"/>
                </a:cubicBezTo>
                <a:cubicBezTo>
                  <a:pt x="282877" y="135013"/>
                  <a:pt x="282792" y="135428"/>
                  <a:pt x="282689" y="135809"/>
                </a:cubicBezTo>
                <a:cubicBezTo>
                  <a:pt x="282586" y="136188"/>
                  <a:pt x="282432" y="136550"/>
                  <a:pt x="282227" y="136897"/>
                </a:cubicBezTo>
                <a:cubicBezTo>
                  <a:pt x="282021" y="137241"/>
                  <a:pt x="281747" y="137587"/>
                  <a:pt x="281405" y="137934"/>
                </a:cubicBezTo>
                <a:cubicBezTo>
                  <a:pt x="281063" y="138278"/>
                  <a:pt x="280001" y="138878"/>
                  <a:pt x="278221" y="139734"/>
                </a:cubicBezTo>
                <a:cubicBezTo>
                  <a:pt x="276441" y="140590"/>
                  <a:pt x="274113" y="141446"/>
                  <a:pt x="271237" y="142302"/>
                </a:cubicBezTo>
                <a:cubicBezTo>
                  <a:pt x="268361" y="143158"/>
                  <a:pt x="265023" y="143928"/>
                  <a:pt x="261223" y="144613"/>
                </a:cubicBezTo>
                <a:cubicBezTo>
                  <a:pt x="257423" y="145298"/>
                  <a:pt x="253332" y="145640"/>
                  <a:pt x="248949" y="145640"/>
                </a:cubicBezTo>
                <a:cubicBezTo>
                  <a:pt x="241760" y="145640"/>
                  <a:pt x="235392" y="144560"/>
                  <a:pt x="229846" y="142401"/>
                </a:cubicBezTo>
                <a:cubicBezTo>
                  <a:pt x="224299" y="140242"/>
                  <a:pt x="219643" y="137055"/>
                  <a:pt x="215877" y="132840"/>
                </a:cubicBezTo>
                <a:cubicBezTo>
                  <a:pt x="212111" y="128625"/>
                  <a:pt x="209253" y="123398"/>
                  <a:pt x="207301" y="117161"/>
                </a:cubicBezTo>
                <a:cubicBezTo>
                  <a:pt x="205350" y="110924"/>
                  <a:pt x="204374" y="103692"/>
                  <a:pt x="204374" y="95467"/>
                </a:cubicBezTo>
                <a:cubicBezTo>
                  <a:pt x="204374" y="87584"/>
                  <a:pt x="205384" y="80524"/>
                  <a:pt x="207404" y="74287"/>
                </a:cubicBezTo>
                <a:cubicBezTo>
                  <a:pt x="209424" y="68049"/>
                  <a:pt x="212317" y="62755"/>
                  <a:pt x="216083" y="58402"/>
                </a:cubicBezTo>
                <a:cubicBezTo>
                  <a:pt x="219849" y="54050"/>
                  <a:pt x="224385" y="50726"/>
                  <a:pt x="229692" y="48430"/>
                </a:cubicBezTo>
                <a:cubicBezTo>
                  <a:pt x="234998" y="46134"/>
                  <a:pt x="240904" y="44986"/>
                  <a:pt x="247409" y="44986"/>
                </a:cubicBezTo>
                <a:cubicBezTo>
                  <a:pt x="254393" y="44986"/>
                  <a:pt x="260350" y="46150"/>
                  <a:pt x="265280" y="48478"/>
                </a:cubicBezTo>
                <a:cubicBezTo>
                  <a:pt x="270210" y="50806"/>
                  <a:pt x="274267" y="53939"/>
                  <a:pt x="277451" y="57876"/>
                </a:cubicBezTo>
                <a:cubicBezTo>
                  <a:pt x="280635" y="61813"/>
                  <a:pt x="282963" y="66384"/>
                  <a:pt x="284435" y="71587"/>
                </a:cubicBezTo>
                <a:cubicBezTo>
                  <a:pt x="285907" y="76791"/>
                  <a:pt x="286643" y="82269"/>
                  <a:pt x="286643" y="88021"/>
                </a:cubicBezTo>
                <a:lnTo>
                  <a:pt x="286643" y="90486"/>
                </a:lnTo>
                <a:moveTo>
                  <a:pt x="274010" y="86891"/>
                </a:moveTo>
                <a:cubicBezTo>
                  <a:pt x="274215" y="77031"/>
                  <a:pt x="271956" y="69328"/>
                  <a:pt x="267231" y="63782"/>
                </a:cubicBezTo>
                <a:cubicBezTo>
                  <a:pt x="262507" y="58235"/>
                  <a:pt x="255625" y="55462"/>
                  <a:pt x="246587" y="55462"/>
                </a:cubicBezTo>
                <a:cubicBezTo>
                  <a:pt x="241931" y="55462"/>
                  <a:pt x="237840" y="56335"/>
                  <a:pt x="234313" y="58081"/>
                </a:cubicBezTo>
                <a:cubicBezTo>
                  <a:pt x="230787" y="59827"/>
                  <a:pt x="227809" y="62138"/>
                  <a:pt x="225378" y="65014"/>
                </a:cubicBezTo>
                <a:cubicBezTo>
                  <a:pt x="222947" y="67890"/>
                  <a:pt x="221081" y="71228"/>
                  <a:pt x="219780" y="75028"/>
                </a:cubicBezTo>
                <a:cubicBezTo>
                  <a:pt x="218479" y="78828"/>
                  <a:pt x="217726" y="82783"/>
                  <a:pt x="217521" y="86891"/>
                </a:cubicBezTo>
                <a:lnTo>
                  <a:pt x="274010" y="86891"/>
                </a:lnTo>
                <a:close/>
                <a:moveTo>
                  <a:pt x="375250" y="139779"/>
                </a:moveTo>
                <a:cubicBezTo>
                  <a:pt x="375798" y="140603"/>
                  <a:pt x="376089" y="141306"/>
                  <a:pt x="376123" y="141888"/>
                </a:cubicBezTo>
                <a:cubicBezTo>
                  <a:pt x="376157" y="142470"/>
                  <a:pt x="375935" y="142950"/>
                  <a:pt x="375455" y="143329"/>
                </a:cubicBezTo>
                <a:cubicBezTo>
                  <a:pt x="374976" y="143706"/>
                  <a:pt x="374240" y="143979"/>
                  <a:pt x="373247" y="144151"/>
                </a:cubicBezTo>
                <a:cubicBezTo>
                  <a:pt x="372254" y="144322"/>
                  <a:pt x="371005" y="144407"/>
                  <a:pt x="369498" y="144407"/>
                </a:cubicBezTo>
                <a:cubicBezTo>
                  <a:pt x="368060" y="144407"/>
                  <a:pt x="366913" y="144356"/>
                  <a:pt x="366057" y="144253"/>
                </a:cubicBezTo>
                <a:cubicBezTo>
                  <a:pt x="365202" y="144151"/>
                  <a:pt x="364517" y="143997"/>
                  <a:pt x="364003" y="143791"/>
                </a:cubicBezTo>
                <a:cubicBezTo>
                  <a:pt x="363490" y="143586"/>
                  <a:pt x="363079" y="143312"/>
                  <a:pt x="362771" y="142970"/>
                </a:cubicBezTo>
                <a:cubicBezTo>
                  <a:pt x="362463" y="142625"/>
                  <a:pt x="362172" y="142247"/>
                  <a:pt x="361898" y="141837"/>
                </a:cubicBezTo>
                <a:lnTo>
                  <a:pt x="336837" y="102974"/>
                </a:lnTo>
                <a:lnTo>
                  <a:pt x="311879" y="141837"/>
                </a:lnTo>
                <a:cubicBezTo>
                  <a:pt x="311605" y="142247"/>
                  <a:pt x="311314" y="142625"/>
                  <a:pt x="311006" y="142970"/>
                </a:cubicBezTo>
                <a:cubicBezTo>
                  <a:pt x="310698" y="143312"/>
                  <a:pt x="310270" y="143586"/>
                  <a:pt x="309722" y="143791"/>
                </a:cubicBezTo>
                <a:cubicBezTo>
                  <a:pt x="309174" y="143997"/>
                  <a:pt x="308473" y="144151"/>
                  <a:pt x="307617" y="144253"/>
                </a:cubicBezTo>
                <a:cubicBezTo>
                  <a:pt x="306761" y="144356"/>
                  <a:pt x="305648" y="144407"/>
                  <a:pt x="304279" y="144407"/>
                </a:cubicBezTo>
                <a:cubicBezTo>
                  <a:pt x="302841" y="144407"/>
                  <a:pt x="301642" y="144322"/>
                  <a:pt x="300684" y="144151"/>
                </a:cubicBezTo>
                <a:cubicBezTo>
                  <a:pt x="299725" y="143979"/>
                  <a:pt x="299023" y="143706"/>
                  <a:pt x="298578" y="143329"/>
                </a:cubicBezTo>
                <a:cubicBezTo>
                  <a:pt x="298133" y="142950"/>
                  <a:pt x="297928" y="142470"/>
                  <a:pt x="297962" y="141888"/>
                </a:cubicBezTo>
                <a:cubicBezTo>
                  <a:pt x="297996" y="141306"/>
                  <a:pt x="298322" y="140603"/>
                  <a:pt x="298938" y="139779"/>
                </a:cubicBezTo>
                <a:lnTo>
                  <a:pt x="329545" y="94645"/>
                </a:lnTo>
                <a:lnTo>
                  <a:pt x="300376" y="50536"/>
                </a:lnTo>
                <a:cubicBezTo>
                  <a:pt x="299828" y="49714"/>
                  <a:pt x="299537" y="49012"/>
                  <a:pt x="299503" y="48430"/>
                </a:cubicBezTo>
                <a:cubicBezTo>
                  <a:pt x="299468" y="47848"/>
                  <a:pt x="299708" y="47369"/>
                  <a:pt x="300222" y="46992"/>
                </a:cubicBezTo>
                <a:cubicBezTo>
                  <a:pt x="300735" y="46613"/>
                  <a:pt x="301505" y="46356"/>
                  <a:pt x="302533" y="46219"/>
                </a:cubicBezTo>
                <a:cubicBezTo>
                  <a:pt x="303560" y="46082"/>
                  <a:pt x="304826" y="46013"/>
                  <a:pt x="306333" y="46013"/>
                </a:cubicBezTo>
                <a:cubicBezTo>
                  <a:pt x="307771" y="46013"/>
                  <a:pt x="308918" y="46065"/>
                  <a:pt x="309773" y="46167"/>
                </a:cubicBezTo>
                <a:cubicBezTo>
                  <a:pt x="310629" y="46270"/>
                  <a:pt x="311297" y="46424"/>
                  <a:pt x="311776" y="46629"/>
                </a:cubicBezTo>
                <a:cubicBezTo>
                  <a:pt x="312256" y="46835"/>
                  <a:pt x="312632" y="47093"/>
                  <a:pt x="312906" y="47403"/>
                </a:cubicBezTo>
                <a:cubicBezTo>
                  <a:pt x="313180" y="47711"/>
                  <a:pt x="313454" y="48071"/>
                  <a:pt x="313728" y="48481"/>
                </a:cubicBezTo>
                <a:lnTo>
                  <a:pt x="337351" y="84879"/>
                </a:lnTo>
                <a:lnTo>
                  <a:pt x="361590" y="48481"/>
                </a:lnTo>
                <a:cubicBezTo>
                  <a:pt x="361864" y="48071"/>
                  <a:pt x="362137" y="47711"/>
                  <a:pt x="362411" y="47403"/>
                </a:cubicBezTo>
                <a:cubicBezTo>
                  <a:pt x="362685" y="47093"/>
                  <a:pt x="363045" y="46835"/>
                  <a:pt x="363490" y="46629"/>
                </a:cubicBezTo>
                <a:cubicBezTo>
                  <a:pt x="363935" y="46424"/>
                  <a:pt x="364551" y="46270"/>
                  <a:pt x="365339" y="46167"/>
                </a:cubicBezTo>
                <a:cubicBezTo>
                  <a:pt x="366126" y="46065"/>
                  <a:pt x="367204" y="46013"/>
                  <a:pt x="368574" y="46013"/>
                </a:cubicBezTo>
                <a:cubicBezTo>
                  <a:pt x="370012" y="46013"/>
                  <a:pt x="371227" y="46082"/>
                  <a:pt x="372220" y="46219"/>
                </a:cubicBezTo>
                <a:cubicBezTo>
                  <a:pt x="373213" y="46356"/>
                  <a:pt x="373949" y="46595"/>
                  <a:pt x="374428" y="46938"/>
                </a:cubicBezTo>
                <a:cubicBezTo>
                  <a:pt x="374907" y="47280"/>
                  <a:pt x="375130" y="47743"/>
                  <a:pt x="375096" y="48327"/>
                </a:cubicBezTo>
                <a:cubicBezTo>
                  <a:pt x="375062" y="48909"/>
                  <a:pt x="374736" y="49645"/>
                  <a:pt x="374120" y="50536"/>
                </a:cubicBezTo>
                <a:lnTo>
                  <a:pt x="344746" y="94235"/>
                </a:lnTo>
                <a:lnTo>
                  <a:pt x="375250" y="139779"/>
                </a:lnTo>
                <a:close/>
                <a:moveTo>
                  <a:pt x="443044" y="136294"/>
                </a:moveTo>
                <a:cubicBezTo>
                  <a:pt x="443044" y="137731"/>
                  <a:pt x="442924" y="138895"/>
                  <a:pt x="442684" y="139786"/>
                </a:cubicBezTo>
                <a:cubicBezTo>
                  <a:pt x="442444" y="140676"/>
                  <a:pt x="442068" y="141378"/>
                  <a:pt x="441554" y="141891"/>
                </a:cubicBezTo>
                <a:cubicBezTo>
                  <a:pt x="441041" y="142405"/>
                  <a:pt x="440288" y="142884"/>
                  <a:pt x="439295" y="143329"/>
                </a:cubicBezTo>
                <a:cubicBezTo>
                  <a:pt x="438302" y="143774"/>
                  <a:pt x="437155" y="144151"/>
                  <a:pt x="435854" y="144459"/>
                </a:cubicBezTo>
                <a:cubicBezTo>
                  <a:pt x="434553" y="144767"/>
                  <a:pt x="433184" y="145007"/>
                  <a:pt x="431746" y="145178"/>
                </a:cubicBezTo>
                <a:cubicBezTo>
                  <a:pt x="430308" y="145349"/>
                  <a:pt x="428904" y="145435"/>
                  <a:pt x="427535" y="145435"/>
                </a:cubicBezTo>
                <a:cubicBezTo>
                  <a:pt x="422947" y="145435"/>
                  <a:pt x="419044" y="144818"/>
                  <a:pt x="415826" y="143586"/>
                </a:cubicBezTo>
                <a:cubicBezTo>
                  <a:pt x="412608" y="142353"/>
                  <a:pt x="409972" y="140487"/>
                  <a:pt x="407917" y="137988"/>
                </a:cubicBezTo>
                <a:cubicBezTo>
                  <a:pt x="405863" y="135489"/>
                  <a:pt x="404374" y="132322"/>
                  <a:pt x="403450" y="128488"/>
                </a:cubicBezTo>
                <a:cubicBezTo>
                  <a:pt x="402525" y="124653"/>
                  <a:pt x="402063" y="120134"/>
                  <a:pt x="402063" y="114930"/>
                </a:cubicBezTo>
                <a:lnTo>
                  <a:pt x="402063" y="57106"/>
                </a:lnTo>
                <a:lnTo>
                  <a:pt x="388197" y="57106"/>
                </a:lnTo>
                <a:cubicBezTo>
                  <a:pt x="387239" y="57106"/>
                  <a:pt x="386486" y="56673"/>
                  <a:pt x="385938" y="55809"/>
                </a:cubicBezTo>
                <a:cubicBezTo>
                  <a:pt x="385390" y="54944"/>
                  <a:pt x="385116" y="53648"/>
                  <a:pt x="385116" y="51919"/>
                </a:cubicBezTo>
                <a:cubicBezTo>
                  <a:pt x="385116" y="51020"/>
                  <a:pt x="385185" y="50242"/>
                  <a:pt x="385322" y="49585"/>
                </a:cubicBezTo>
                <a:cubicBezTo>
                  <a:pt x="385459" y="48929"/>
                  <a:pt x="385664" y="48375"/>
                  <a:pt x="385938" y="47926"/>
                </a:cubicBezTo>
                <a:cubicBezTo>
                  <a:pt x="386212" y="47477"/>
                  <a:pt x="386537" y="47148"/>
                  <a:pt x="386914" y="46941"/>
                </a:cubicBezTo>
                <a:cubicBezTo>
                  <a:pt x="387290" y="46733"/>
                  <a:pt x="387718" y="46629"/>
                  <a:pt x="388197" y="46629"/>
                </a:cubicBezTo>
                <a:lnTo>
                  <a:pt x="402063" y="46629"/>
                </a:lnTo>
                <a:lnTo>
                  <a:pt x="402063" y="23828"/>
                </a:lnTo>
                <a:cubicBezTo>
                  <a:pt x="402063" y="23417"/>
                  <a:pt x="402149" y="23041"/>
                  <a:pt x="402320" y="22698"/>
                </a:cubicBezTo>
                <a:cubicBezTo>
                  <a:pt x="402491" y="22356"/>
                  <a:pt x="402816" y="22065"/>
                  <a:pt x="403296" y="21825"/>
                </a:cubicBezTo>
                <a:cubicBezTo>
                  <a:pt x="403775" y="21586"/>
                  <a:pt x="404408" y="21415"/>
                  <a:pt x="405196" y="21312"/>
                </a:cubicBezTo>
                <a:cubicBezTo>
                  <a:pt x="405983" y="21209"/>
                  <a:pt x="406959" y="21158"/>
                  <a:pt x="408123" y="21158"/>
                </a:cubicBezTo>
                <a:cubicBezTo>
                  <a:pt x="409355" y="21158"/>
                  <a:pt x="410365" y="21209"/>
                  <a:pt x="411153" y="21312"/>
                </a:cubicBezTo>
                <a:cubicBezTo>
                  <a:pt x="411940" y="21415"/>
                  <a:pt x="412556" y="21586"/>
                  <a:pt x="413001" y="21825"/>
                </a:cubicBezTo>
                <a:cubicBezTo>
                  <a:pt x="413447" y="22065"/>
                  <a:pt x="413772" y="22356"/>
                  <a:pt x="413977" y="22698"/>
                </a:cubicBezTo>
                <a:cubicBezTo>
                  <a:pt x="414183" y="23041"/>
                  <a:pt x="414285" y="23417"/>
                  <a:pt x="414285" y="23828"/>
                </a:cubicBezTo>
                <a:lnTo>
                  <a:pt x="414285" y="46629"/>
                </a:lnTo>
                <a:lnTo>
                  <a:pt x="439962" y="46629"/>
                </a:lnTo>
                <a:cubicBezTo>
                  <a:pt x="440442" y="46629"/>
                  <a:pt x="440870" y="46733"/>
                  <a:pt x="441246" y="46941"/>
                </a:cubicBezTo>
                <a:cubicBezTo>
                  <a:pt x="441623" y="47148"/>
                  <a:pt x="441948" y="47477"/>
                  <a:pt x="442222" y="47926"/>
                </a:cubicBezTo>
                <a:cubicBezTo>
                  <a:pt x="442496" y="48375"/>
                  <a:pt x="442701" y="48929"/>
                  <a:pt x="442838" y="49585"/>
                </a:cubicBezTo>
                <a:cubicBezTo>
                  <a:pt x="442975" y="50242"/>
                  <a:pt x="443044" y="51020"/>
                  <a:pt x="443044" y="51919"/>
                </a:cubicBezTo>
                <a:cubicBezTo>
                  <a:pt x="443044" y="53648"/>
                  <a:pt x="442753" y="54944"/>
                  <a:pt x="442171" y="55809"/>
                </a:cubicBezTo>
                <a:cubicBezTo>
                  <a:pt x="441589" y="56673"/>
                  <a:pt x="440852" y="57106"/>
                  <a:pt x="439962" y="57106"/>
                </a:cubicBezTo>
                <a:lnTo>
                  <a:pt x="414285" y="57106"/>
                </a:lnTo>
                <a:lnTo>
                  <a:pt x="414285" y="113287"/>
                </a:lnTo>
                <a:cubicBezTo>
                  <a:pt x="414285" y="120340"/>
                  <a:pt x="415295" y="125715"/>
                  <a:pt x="417315" y="129412"/>
                </a:cubicBezTo>
                <a:cubicBezTo>
                  <a:pt x="419335" y="133110"/>
                  <a:pt x="423016" y="134958"/>
                  <a:pt x="428356" y="134958"/>
                </a:cubicBezTo>
                <a:cubicBezTo>
                  <a:pt x="430000" y="134958"/>
                  <a:pt x="431489" y="134787"/>
                  <a:pt x="432824" y="134445"/>
                </a:cubicBezTo>
                <a:cubicBezTo>
                  <a:pt x="434159" y="134102"/>
                  <a:pt x="435340" y="133726"/>
                  <a:pt x="436368" y="133315"/>
                </a:cubicBezTo>
                <a:cubicBezTo>
                  <a:pt x="437395" y="132904"/>
                  <a:pt x="438268" y="132528"/>
                  <a:pt x="438987" y="132185"/>
                </a:cubicBezTo>
                <a:cubicBezTo>
                  <a:pt x="439706" y="131843"/>
                  <a:pt x="440339" y="131672"/>
                  <a:pt x="440887" y="131672"/>
                </a:cubicBezTo>
                <a:cubicBezTo>
                  <a:pt x="441229" y="131672"/>
                  <a:pt x="441537" y="131740"/>
                  <a:pt x="441811" y="131877"/>
                </a:cubicBezTo>
                <a:cubicBezTo>
                  <a:pt x="442085" y="132014"/>
                  <a:pt x="442307" y="132271"/>
                  <a:pt x="442479" y="132647"/>
                </a:cubicBezTo>
                <a:cubicBezTo>
                  <a:pt x="442650" y="133024"/>
                  <a:pt x="442787" y="133503"/>
                  <a:pt x="442890" y="134085"/>
                </a:cubicBezTo>
                <a:cubicBezTo>
                  <a:pt x="442992" y="134667"/>
                  <a:pt x="443044" y="135403"/>
                  <a:pt x="443044" y="136294"/>
                </a:cubicBezTo>
                <a:close/>
                <a:moveTo>
                  <a:pt x="557496" y="9141"/>
                </a:moveTo>
                <a:cubicBezTo>
                  <a:pt x="557496" y="10100"/>
                  <a:pt x="557444" y="10870"/>
                  <a:pt x="557342" y="11452"/>
                </a:cubicBezTo>
                <a:cubicBezTo>
                  <a:pt x="557239" y="12034"/>
                  <a:pt x="557102" y="12496"/>
                  <a:pt x="556931" y="12839"/>
                </a:cubicBezTo>
                <a:cubicBezTo>
                  <a:pt x="556760" y="13181"/>
                  <a:pt x="556554" y="13421"/>
                  <a:pt x="556315" y="13557"/>
                </a:cubicBezTo>
                <a:cubicBezTo>
                  <a:pt x="556075" y="13694"/>
                  <a:pt x="555784" y="13763"/>
                  <a:pt x="555442" y="13763"/>
                </a:cubicBezTo>
                <a:cubicBezTo>
                  <a:pt x="554894" y="13763"/>
                  <a:pt x="554243" y="13592"/>
                  <a:pt x="553490" y="13249"/>
                </a:cubicBezTo>
                <a:cubicBezTo>
                  <a:pt x="552737" y="12907"/>
                  <a:pt x="551795" y="12530"/>
                  <a:pt x="550666" y="12120"/>
                </a:cubicBezTo>
                <a:cubicBezTo>
                  <a:pt x="549536" y="11709"/>
                  <a:pt x="548201" y="11332"/>
                  <a:pt x="546660" y="10990"/>
                </a:cubicBezTo>
                <a:cubicBezTo>
                  <a:pt x="545119" y="10647"/>
                  <a:pt x="543322" y="10476"/>
                  <a:pt x="541268" y="10476"/>
                </a:cubicBezTo>
                <a:cubicBezTo>
                  <a:pt x="538392" y="10476"/>
                  <a:pt x="535961" y="10938"/>
                  <a:pt x="533976" y="11863"/>
                </a:cubicBezTo>
                <a:cubicBezTo>
                  <a:pt x="531990" y="12787"/>
                  <a:pt x="530381" y="14259"/>
                  <a:pt x="529148" y="16279"/>
                </a:cubicBezTo>
                <a:cubicBezTo>
                  <a:pt x="527916" y="18299"/>
                  <a:pt x="527043" y="20901"/>
                  <a:pt x="526529" y="24085"/>
                </a:cubicBezTo>
                <a:cubicBezTo>
                  <a:pt x="526016" y="27269"/>
                  <a:pt x="525759" y="31121"/>
                  <a:pt x="525759" y="35640"/>
                </a:cubicBezTo>
                <a:lnTo>
                  <a:pt x="525759" y="46629"/>
                </a:lnTo>
                <a:lnTo>
                  <a:pt x="548560" y="46629"/>
                </a:lnTo>
                <a:cubicBezTo>
                  <a:pt x="549039" y="46629"/>
                  <a:pt x="549450" y="46733"/>
                  <a:pt x="549793" y="46941"/>
                </a:cubicBezTo>
                <a:cubicBezTo>
                  <a:pt x="550135" y="47148"/>
                  <a:pt x="550443" y="47477"/>
                  <a:pt x="550717" y="47926"/>
                </a:cubicBezTo>
                <a:cubicBezTo>
                  <a:pt x="550991" y="48375"/>
                  <a:pt x="551196" y="48929"/>
                  <a:pt x="551333" y="49585"/>
                </a:cubicBezTo>
                <a:cubicBezTo>
                  <a:pt x="551470" y="50242"/>
                  <a:pt x="551539" y="51020"/>
                  <a:pt x="551539" y="51919"/>
                </a:cubicBezTo>
                <a:cubicBezTo>
                  <a:pt x="551539" y="53648"/>
                  <a:pt x="551265" y="54944"/>
                  <a:pt x="550717" y="55809"/>
                </a:cubicBezTo>
                <a:cubicBezTo>
                  <a:pt x="550169" y="56673"/>
                  <a:pt x="549450" y="57106"/>
                  <a:pt x="548560" y="57106"/>
                </a:cubicBezTo>
                <a:lnTo>
                  <a:pt x="525759" y="57106"/>
                </a:lnTo>
                <a:lnTo>
                  <a:pt x="525759" y="141740"/>
                </a:lnTo>
                <a:cubicBezTo>
                  <a:pt x="525759" y="142151"/>
                  <a:pt x="525656" y="142528"/>
                  <a:pt x="525451" y="142870"/>
                </a:cubicBezTo>
                <a:cubicBezTo>
                  <a:pt x="525245" y="143210"/>
                  <a:pt x="524920" y="143483"/>
                  <a:pt x="524475" y="143688"/>
                </a:cubicBezTo>
                <a:cubicBezTo>
                  <a:pt x="524030" y="143894"/>
                  <a:pt x="523397" y="144065"/>
                  <a:pt x="522575" y="144202"/>
                </a:cubicBezTo>
                <a:cubicBezTo>
                  <a:pt x="521753" y="144339"/>
                  <a:pt x="520760" y="144407"/>
                  <a:pt x="519596" y="144407"/>
                </a:cubicBezTo>
                <a:cubicBezTo>
                  <a:pt x="518432" y="144407"/>
                  <a:pt x="517457" y="144339"/>
                  <a:pt x="516669" y="144202"/>
                </a:cubicBezTo>
                <a:cubicBezTo>
                  <a:pt x="515882" y="144065"/>
                  <a:pt x="515248" y="143894"/>
                  <a:pt x="514769" y="143688"/>
                </a:cubicBezTo>
                <a:cubicBezTo>
                  <a:pt x="514290" y="143483"/>
                  <a:pt x="513965" y="143210"/>
                  <a:pt x="513793" y="142870"/>
                </a:cubicBezTo>
                <a:cubicBezTo>
                  <a:pt x="513622" y="142528"/>
                  <a:pt x="513537" y="142151"/>
                  <a:pt x="513537" y="141740"/>
                </a:cubicBezTo>
                <a:lnTo>
                  <a:pt x="513537" y="57106"/>
                </a:lnTo>
                <a:lnTo>
                  <a:pt x="499568" y="57106"/>
                </a:lnTo>
                <a:cubicBezTo>
                  <a:pt x="498610" y="57106"/>
                  <a:pt x="497874" y="56673"/>
                  <a:pt x="497360" y="55809"/>
                </a:cubicBezTo>
                <a:cubicBezTo>
                  <a:pt x="496847" y="54944"/>
                  <a:pt x="496590" y="53648"/>
                  <a:pt x="496590" y="51919"/>
                </a:cubicBezTo>
                <a:cubicBezTo>
                  <a:pt x="496590" y="51020"/>
                  <a:pt x="496658" y="50242"/>
                  <a:pt x="496795" y="49585"/>
                </a:cubicBezTo>
                <a:cubicBezTo>
                  <a:pt x="496932" y="48929"/>
                  <a:pt x="497120" y="48375"/>
                  <a:pt x="497360" y="47926"/>
                </a:cubicBezTo>
                <a:cubicBezTo>
                  <a:pt x="497600" y="47477"/>
                  <a:pt x="497908" y="47148"/>
                  <a:pt x="498285" y="46941"/>
                </a:cubicBezTo>
                <a:cubicBezTo>
                  <a:pt x="498661" y="46733"/>
                  <a:pt x="499089" y="46629"/>
                  <a:pt x="499568" y="46629"/>
                </a:cubicBezTo>
                <a:lnTo>
                  <a:pt x="513537" y="46629"/>
                </a:lnTo>
                <a:lnTo>
                  <a:pt x="513537" y="36051"/>
                </a:lnTo>
                <a:cubicBezTo>
                  <a:pt x="513537" y="29546"/>
                  <a:pt x="514119" y="23999"/>
                  <a:pt x="515283" y="19412"/>
                </a:cubicBezTo>
                <a:cubicBezTo>
                  <a:pt x="516447" y="14824"/>
                  <a:pt x="518210" y="11092"/>
                  <a:pt x="520572" y="8217"/>
                </a:cubicBezTo>
                <a:cubicBezTo>
                  <a:pt x="522934" y="5341"/>
                  <a:pt x="525896" y="3252"/>
                  <a:pt x="529456" y="1951"/>
                </a:cubicBezTo>
                <a:cubicBezTo>
                  <a:pt x="533017" y="650"/>
                  <a:pt x="537159" y="0"/>
                  <a:pt x="541884" y="0"/>
                </a:cubicBezTo>
                <a:cubicBezTo>
                  <a:pt x="544212" y="0"/>
                  <a:pt x="546472" y="223"/>
                  <a:pt x="548663" y="668"/>
                </a:cubicBezTo>
                <a:cubicBezTo>
                  <a:pt x="550854" y="1113"/>
                  <a:pt x="552514" y="1592"/>
                  <a:pt x="553644" y="2106"/>
                </a:cubicBezTo>
                <a:cubicBezTo>
                  <a:pt x="554774" y="2619"/>
                  <a:pt x="555527" y="3064"/>
                  <a:pt x="555904" y="3441"/>
                </a:cubicBezTo>
                <a:cubicBezTo>
                  <a:pt x="556280" y="3817"/>
                  <a:pt x="556588" y="4280"/>
                  <a:pt x="556828" y="4827"/>
                </a:cubicBezTo>
                <a:cubicBezTo>
                  <a:pt x="557068" y="5375"/>
                  <a:pt x="557239" y="6008"/>
                  <a:pt x="557342" y="6727"/>
                </a:cubicBezTo>
                <a:cubicBezTo>
                  <a:pt x="557444" y="7446"/>
                  <a:pt x="557496" y="8251"/>
                  <a:pt x="557496" y="9141"/>
                </a:cubicBezTo>
                <a:close/>
                <a:moveTo>
                  <a:pt x="626934" y="53588"/>
                </a:moveTo>
                <a:cubicBezTo>
                  <a:pt x="626934" y="54624"/>
                  <a:pt x="626899" y="55503"/>
                  <a:pt x="626831" y="56226"/>
                </a:cubicBezTo>
                <a:cubicBezTo>
                  <a:pt x="626762" y="56949"/>
                  <a:pt x="626643" y="57534"/>
                  <a:pt x="626471" y="57979"/>
                </a:cubicBezTo>
                <a:cubicBezTo>
                  <a:pt x="626300" y="58424"/>
                  <a:pt x="626095" y="58766"/>
                  <a:pt x="625855" y="59006"/>
                </a:cubicBezTo>
                <a:cubicBezTo>
                  <a:pt x="625615" y="59245"/>
                  <a:pt x="625290" y="59365"/>
                  <a:pt x="624879" y="59365"/>
                </a:cubicBezTo>
                <a:cubicBezTo>
                  <a:pt x="624263" y="59365"/>
                  <a:pt x="623544" y="59211"/>
                  <a:pt x="622723" y="58903"/>
                </a:cubicBezTo>
                <a:cubicBezTo>
                  <a:pt x="621901" y="58595"/>
                  <a:pt x="620942" y="58270"/>
                  <a:pt x="619847" y="57927"/>
                </a:cubicBezTo>
                <a:cubicBezTo>
                  <a:pt x="618751" y="57585"/>
                  <a:pt x="617553" y="57260"/>
                  <a:pt x="616252" y="56952"/>
                </a:cubicBezTo>
                <a:cubicBezTo>
                  <a:pt x="614951" y="56643"/>
                  <a:pt x="613513" y="56489"/>
                  <a:pt x="611938" y="56489"/>
                </a:cubicBezTo>
                <a:cubicBezTo>
                  <a:pt x="610089" y="56489"/>
                  <a:pt x="608275" y="56880"/>
                  <a:pt x="606495" y="57661"/>
                </a:cubicBezTo>
                <a:cubicBezTo>
                  <a:pt x="604714" y="58442"/>
                  <a:pt x="602849" y="59699"/>
                  <a:pt x="600897" y="61432"/>
                </a:cubicBezTo>
                <a:cubicBezTo>
                  <a:pt x="598946" y="63165"/>
                  <a:pt x="596891" y="65459"/>
                  <a:pt x="594735" y="68314"/>
                </a:cubicBezTo>
                <a:cubicBezTo>
                  <a:pt x="592578" y="71168"/>
                  <a:pt x="590198" y="74668"/>
                  <a:pt x="587596" y="78812"/>
                </a:cubicBezTo>
                <a:lnTo>
                  <a:pt x="587596" y="141734"/>
                </a:lnTo>
                <a:cubicBezTo>
                  <a:pt x="587596" y="142145"/>
                  <a:pt x="587494" y="142522"/>
                  <a:pt x="587288" y="142867"/>
                </a:cubicBezTo>
                <a:cubicBezTo>
                  <a:pt x="587083" y="143209"/>
                  <a:pt x="586758" y="143483"/>
                  <a:pt x="586313" y="143688"/>
                </a:cubicBezTo>
                <a:cubicBezTo>
                  <a:pt x="585867" y="143894"/>
                  <a:pt x="585251" y="144065"/>
                  <a:pt x="584464" y="144202"/>
                </a:cubicBezTo>
                <a:cubicBezTo>
                  <a:pt x="583676" y="144339"/>
                  <a:pt x="582666" y="144407"/>
                  <a:pt x="581434" y="144407"/>
                </a:cubicBezTo>
                <a:cubicBezTo>
                  <a:pt x="580270" y="144407"/>
                  <a:pt x="579294" y="144339"/>
                  <a:pt x="578507" y="144202"/>
                </a:cubicBezTo>
                <a:cubicBezTo>
                  <a:pt x="577719" y="144065"/>
                  <a:pt x="577086" y="143894"/>
                  <a:pt x="576607" y="143688"/>
                </a:cubicBezTo>
                <a:cubicBezTo>
                  <a:pt x="576127" y="143483"/>
                  <a:pt x="575802" y="143209"/>
                  <a:pt x="575631" y="142867"/>
                </a:cubicBezTo>
                <a:cubicBezTo>
                  <a:pt x="575460" y="142522"/>
                  <a:pt x="575374" y="142145"/>
                  <a:pt x="575374" y="141734"/>
                </a:cubicBezTo>
                <a:lnTo>
                  <a:pt x="575374" y="48687"/>
                </a:lnTo>
                <a:cubicBezTo>
                  <a:pt x="575374" y="48276"/>
                  <a:pt x="575460" y="47899"/>
                  <a:pt x="575631" y="47557"/>
                </a:cubicBezTo>
                <a:cubicBezTo>
                  <a:pt x="575802" y="47213"/>
                  <a:pt x="576127" y="46920"/>
                  <a:pt x="576607" y="46681"/>
                </a:cubicBezTo>
                <a:cubicBezTo>
                  <a:pt x="577086" y="46441"/>
                  <a:pt x="577685" y="46270"/>
                  <a:pt x="578404" y="46167"/>
                </a:cubicBezTo>
                <a:cubicBezTo>
                  <a:pt x="579123" y="46065"/>
                  <a:pt x="580064" y="46013"/>
                  <a:pt x="581229" y="46013"/>
                </a:cubicBezTo>
                <a:cubicBezTo>
                  <a:pt x="582393" y="46013"/>
                  <a:pt x="583351" y="46065"/>
                  <a:pt x="584104" y="46167"/>
                </a:cubicBezTo>
                <a:cubicBezTo>
                  <a:pt x="584858" y="46270"/>
                  <a:pt x="585440" y="46441"/>
                  <a:pt x="585850" y="46681"/>
                </a:cubicBezTo>
                <a:cubicBezTo>
                  <a:pt x="586261" y="46920"/>
                  <a:pt x="586552" y="47213"/>
                  <a:pt x="586723" y="47557"/>
                </a:cubicBezTo>
                <a:cubicBezTo>
                  <a:pt x="586895" y="47899"/>
                  <a:pt x="586980" y="48276"/>
                  <a:pt x="586980" y="48687"/>
                </a:cubicBezTo>
                <a:lnTo>
                  <a:pt x="586980" y="63390"/>
                </a:lnTo>
                <a:cubicBezTo>
                  <a:pt x="589651" y="59504"/>
                  <a:pt x="592116" y="56369"/>
                  <a:pt x="594375" y="53983"/>
                </a:cubicBezTo>
                <a:cubicBezTo>
                  <a:pt x="596635" y="51597"/>
                  <a:pt x="598792" y="49740"/>
                  <a:pt x="600846" y="48411"/>
                </a:cubicBezTo>
                <a:cubicBezTo>
                  <a:pt x="602900" y="47082"/>
                  <a:pt x="604903" y="46179"/>
                  <a:pt x="606854" y="45702"/>
                </a:cubicBezTo>
                <a:cubicBezTo>
                  <a:pt x="608806" y="45225"/>
                  <a:pt x="610808" y="44986"/>
                  <a:pt x="612863" y="44986"/>
                </a:cubicBezTo>
                <a:cubicBezTo>
                  <a:pt x="613753" y="44986"/>
                  <a:pt x="614780" y="45039"/>
                  <a:pt x="615944" y="45143"/>
                </a:cubicBezTo>
                <a:cubicBezTo>
                  <a:pt x="617108" y="45246"/>
                  <a:pt x="618357" y="45435"/>
                  <a:pt x="619693" y="45711"/>
                </a:cubicBezTo>
                <a:cubicBezTo>
                  <a:pt x="621028" y="45988"/>
                  <a:pt x="622226" y="46316"/>
                  <a:pt x="623287" y="46697"/>
                </a:cubicBezTo>
                <a:cubicBezTo>
                  <a:pt x="624349" y="47076"/>
                  <a:pt x="625085" y="47421"/>
                  <a:pt x="625496" y="47734"/>
                </a:cubicBezTo>
                <a:cubicBezTo>
                  <a:pt x="625906" y="48044"/>
                  <a:pt x="626180" y="48320"/>
                  <a:pt x="626317" y="48562"/>
                </a:cubicBezTo>
                <a:cubicBezTo>
                  <a:pt x="626454" y="48803"/>
                  <a:pt x="626574" y="49115"/>
                  <a:pt x="626677" y="49496"/>
                </a:cubicBezTo>
                <a:cubicBezTo>
                  <a:pt x="626780" y="49874"/>
                  <a:pt x="626848" y="50392"/>
                  <a:pt x="626882" y="51049"/>
                </a:cubicBezTo>
                <a:cubicBezTo>
                  <a:pt x="626916" y="51706"/>
                  <a:pt x="626934" y="52552"/>
                  <a:pt x="626934" y="53588"/>
                </a:cubicBezTo>
                <a:close/>
                <a:moveTo>
                  <a:pt x="723902" y="94337"/>
                </a:moveTo>
                <a:cubicBezTo>
                  <a:pt x="723902" y="101739"/>
                  <a:pt x="722944" y="108558"/>
                  <a:pt x="721026" y="114795"/>
                </a:cubicBezTo>
                <a:cubicBezTo>
                  <a:pt x="719109" y="121033"/>
                  <a:pt x="716250" y="126449"/>
                  <a:pt x="712450" y="131043"/>
                </a:cubicBezTo>
                <a:cubicBezTo>
                  <a:pt x="708650" y="135634"/>
                  <a:pt x="703908" y="139215"/>
                  <a:pt x="698225" y="141785"/>
                </a:cubicBezTo>
                <a:cubicBezTo>
                  <a:pt x="692542" y="144355"/>
                  <a:pt x="685934" y="145640"/>
                  <a:pt x="678402" y="145640"/>
                </a:cubicBezTo>
                <a:cubicBezTo>
                  <a:pt x="671144" y="145640"/>
                  <a:pt x="664794" y="144492"/>
                  <a:pt x="659350" y="142196"/>
                </a:cubicBezTo>
                <a:cubicBezTo>
                  <a:pt x="653907" y="139900"/>
                  <a:pt x="649353" y="136610"/>
                  <a:pt x="645690" y="132326"/>
                </a:cubicBezTo>
                <a:cubicBezTo>
                  <a:pt x="642027" y="128043"/>
                  <a:pt x="639288" y="122851"/>
                  <a:pt x="637473" y="116750"/>
                </a:cubicBezTo>
                <a:cubicBezTo>
                  <a:pt x="635659" y="110650"/>
                  <a:pt x="634752" y="103761"/>
                  <a:pt x="634752" y="96083"/>
                </a:cubicBezTo>
                <a:cubicBezTo>
                  <a:pt x="634752" y="88682"/>
                  <a:pt x="635693" y="81863"/>
                  <a:pt x="637576" y="75625"/>
                </a:cubicBezTo>
                <a:cubicBezTo>
                  <a:pt x="639459" y="69388"/>
                  <a:pt x="642301" y="63990"/>
                  <a:pt x="646101" y="59433"/>
                </a:cubicBezTo>
                <a:cubicBezTo>
                  <a:pt x="649901" y="54873"/>
                  <a:pt x="654643" y="51325"/>
                  <a:pt x="660326" y="48790"/>
                </a:cubicBezTo>
                <a:cubicBezTo>
                  <a:pt x="666009" y="46254"/>
                  <a:pt x="672651" y="44986"/>
                  <a:pt x="680251" y="44986"/>
                </a:cubicBezTo>
                <a:cubicBezTo>
                  <a:pt x="687509" y="44986"/>
                  <a:pt x="693860" y="46117"/>
                  <a:pt x="699304" y="48379"/>
                </a:cubicBezTo>
                <a:cubicBezTo>
                  <a:pt x="704747" y="50640"/>
                  <a:pt x="709283" y="53913"/>
                  <a:pt x="712912" y="58197"/>
                </a:cubicBezTo>
                <a:cubicBezTo>
                  <a:pt x="716541" y="62481"/>
                  <a:pt x="719280" y="67673"/>
                  <a:pt x="721129" y="73773"/>
                </a:cubicBezTo>
                <a:cubicBezTo>
                  <a:pt x="722978" y="79874"/>
                  <a:pt x="723902" y="86728"/>
                  <a:pt x="723902" y="94337"/>
                </a:cubicBezTo>
                <a:moveTo>
                  <a:pt x="710961" y="95467"/>
                </a:moveTo>
                <a:cubicBezTo>
                  <a:pt x="710961" y="90188"/>
                  <a:pt x="710447" y="85149"/>
                  <a:pt x="709420" y="80350"/>
                </a:cubicBezTo>
                <a:cubicBezTo>
                  <a:pt x="708393" y="75550"/>
                  <a:pt x="706681" y="71317"/>
                  <a:pt x="704285" y="67649"/>
                </a:cubicBezTo>
                <a:cubicBezTo>
                  <a:pt x="701888" y="63982"/>
                  <a:pt x="698670" y="61068"/>
                  <a:pt x="694630" y="58909"/>
                </a:cubicBezTo>
                <a:cubicBezTo>
                  <a:pt x="690590" y="56748"/>
                  <a:pt x="685558" y="55668"/>
                  <a:pt x="679532" y="55668"/>
                </a:cubicBezTo>
                <a:cubicBezTo>
                  <a:pt x="673986" y="55668"/>
                  <a:pt x="669193" y="56662"/>
                  <a:pt x="665153" y="58649"/>
                </a:cubicBezTo>
                <a:cubicBezTo>
                  <a:pt x="661113" y="60637"/>
                  <a:pt x="657810" y="63398"/>
                  <a:pt x="655242" y="66930"/>
                </a:cubicBezTo>
                <a:cubicBezTo>
                  <a:pt x="652674" y="70461"/>
                  <a:pt x="650774" y="74626"/>
                  <a:pt x="649542" y="79425"/>
                </a:cubicBezTo>
                <a:cubicBezTo>
                  <a:pt x="648309" y="84225"/>
                  <a:pt x="647693" y="89401"/>
                  <a:pt x="647693" y="94954"/>
                </a:cubicBezTo>
                <a:cubicBezTo>
                  <a:pt x="647693" y="100301"/>
                  <a:pt x="648206" y="105391"/>
                  <a:pt x="649233" y="110225"/>
                </a:cubicBezTo>
                <a:cubicBezTo>
                  <a:pt x="650260" y="115059"/>
                  <a:pt x="651972" y="119292"/>
                  <a:pt x="654369" y="122925"/>
                </a:cubicBezTo>
                <a:cubicBezTo>
                  <a:pt x="656765" y="126559"/>
                  <a:pt x="659984" y="129439"/>
                  <a:pt x="664023" y="131566"/>
                </a:cubicBezTo>
                <a:cubicBezTo>
                  <a:pt x="668063" y="133691"/>
                  <a:pt x="673096" y="134753"/>
                  <a:pt x="679121" y="134753"/>
                </a:cubicBezTo>
                <a:cubicBezTo>
                  <a:pt x="684668" y="134753"/>
                  <a:pt x="689461" y="133759"/>
                  <a:pt x="693501" y="131771"/>
                </a:cubicBezTo>
                <a:cubicBezTo>
                  <a:pt x="697540" y="129783"/>
                  <a:pt x="700844" y="127041"/>
                  <a:pt x="703412" y="123545"/>
                </a:cubicBezTo>
                <a:cubicBezTo>
                  <a:pt x="705980" y="120046"/>
                  <a:pt x="707880" y="115898"/>
                  <a:pt x="709112" y="111101"/>
                </a:cubicBezTo>
                <a:cubicBezTo>
                  <a:pt x="710345" y="106302"/>
                  <a:pt x="710961" y="101090"/>
                  <a:pt x="710961" y="95467"/>
                </a:cubicBezTo>
                <a:close/>
                <a:moveTo>
                  <a:pt x="884348" y="141737"/>
                </a:moveTo>
                <a:cubicBezTo>
                  <a:pt x="884348" y="142148"/>
                  <a:pt x="884245" y="142524"/>
                  <a:pt x="884040" y="142867"/>
                </a:cubicBezTo>
                <a:cubicBezTo>
                  <a:pt x="883834" y="143209"/>
                  <a:pt x="883509" y="143483"/>
                  <a:pt x="883064" y="143688"/>
                </a:cubicBezTo>
                <a:cubicBezTo>
                  <a:pt x="882619" y="143894"/>
                  <a:pt x="882003" y="144065"/>
                  <a:pt x="881215" y="144202"/>
                </a:cubicBezTo>
                <a:cubicBezTo>
                  <a:pt x="880428" y="144339"/>
                  <a:pt x="879452" y="144407"/>
                  <a:pt x="878288" y="144407"/>
                </a:cubicBezTo>
                <a:cubicBezTo>
                  <a:pt x="877056" y="144407"/>
                  <a:pt x="876046" y="144339"/>
                  <a:pt x="875258" y="144202"/>
                </a:cubicBezTo>
                <a:cubicBezTo>
                  <a:pt x="874471" y="144065"/>
                  <a:pt x="873837" y="143894"/>
                  <a:pt x="873358" y="143688"/>
                </a:cubicBezTo>
                <a:cubicBezTo>
                  <a:pt x="872879" y="143483"/>
                  <a:pt x="872554" y="143209"/>
                  <a:pt x="872382" y="142867"/>
                </a:cubicBezTo>
                <a:cubicBezTo>
                  <a:pt x="872211" y="142524"/>
                  <a:pt x="872126" y="142148"/>
                  <a:pt x="872126" y="141737"/>
                </a:cubicBezTo>
                <a:lnTo>
                  <a:pt x="872126" y="84529"/>
                </a:lnTo>
                <a:cubicBezTo>
                  <a:pt x="872126" y="80146"/>
                  <a:pt x="871732" y="76158"/>
                  <a:pt x="870944" y="72563"/>
                </a:cubicBezTo>
                <a:cubicBezTo>
                  <a:pt x="870157" y="68968"/>
                  <a:pt x="868925" y="65887"/>
                  <a:pt x="867247" y="63319"/>
                </a:cubicBezTo>
                <a:cubicBezTo>
                  <a:pt x="865569" y="60752"/>
                  <a:pt x="863447" y="58766"/>
                  <a:pt x="860879" y="57362"/>
                </a:cubicBezTo>
                <a:cubicBezTo>
                  <a:pt x="858311" y="55959"/>
                  <a:pt x="855281" y="55257"/>
                  <a:pt x="851789" y="55257"/>
                </a:cubicBezTo>
                <a:cubicBezTo>
                  <a:pt x="847476" y="55257"/>
                  <a:pt x="843111" y="56934"/>
                  <a:pt x="838694" y="60290"/>
                </a:cubicBezTo>
                <a:cubicBezTo>
                  <a:pt x="834278" y="63645"/>
                  <a:pt x="829433" y="68575"/>
                  <a:pt x="824161" y="75080"/>
                </a:cubicBezTo>
                <a:lnTo>
                  <a:pt x="824161" y="141737"/>
                </a:lnTo>
                <a:cubicBezTo>
                  <a:pt x="824161" y="142148"/>
                  <a:pt x="824058" y="142524"/>
                  <a:pt x="823853" y="142867"/>
                </a:cubicBezTo>
                <a:cubicBezTo>
                  <a:pt x="823647" y="143209"/>
                  <a:pt x="823322" y="143483"/>
                  <a:pt x="822877" y="143688"/>
                </a:cubicBezTo>
                <a:cubicBezTo>
                  <a:pt x="822432" y="143894"/>
                  <a:pt x="821816" y="144065"/>
                  <a:pt x="821028" y="144202"/>
                </a:cubicBezTo>
                <a:cubicBezTo>
                  <a:pt x="820241" y="144339"/>
                  <a:pt x="819265" y="144407"/>
                  <a:pt x="818101" y="144407"/>
                </a:cubicBezTo>
                <a:cubicBezTo>
                  <a:pt x="816937" y="144407"/>
                  <a:pt x="815961" y="144339"/>
                  <a:pt x="815174" y="144202"/>
                </a:cubicBezTo>
                <a:cubicBezTo>
                  <a:pt x="814387" y="144065"/>
                  <a:pt x="813753" y="143894"/>
                  <a:pt x="813274" y="143688"/>
                </a:cubicBezTo>
                <a:cubicBezTo>
                  <a:pt x="812795" y="143483"/>
                  <a:pt x="812469" y="143209"/>
                  <a:pt x="812298" y="142867"/>
                </a:cubicBezTo>
                <a:cubicBezTo>
                  <a:pt x="812127" y="142524"/>
                  <a:pt x="812041" y="142148"/>
                  <a:pt x="812041" y="141737"/>
                </a:cubicBezTo>
                <a:lnTo>
                  <a:pt x="812041" y="84529"/>
                </a:lnTo>
                <a:cubicBezTo>
                  <a:pt x="812041" y="80146"/>
                  <a:pt x="811631" y="76158"/>
                  <a:pt x="810809" y="72563"/>
                </a:cubicBezTo>
                <a:cubicBezTo>
                  <a:pt x="809987" y="68968"/>
                  <a:pt x="808738" y="65887"/>
                  <a:pt x="807060" y="63319"/>
                </a:cubicBezTo>
                <a:cubicBezTo>
                  <a:pt x="805382" y="60752"/>
                  <a:pt x="803260" y="58766"/>
                  <a:pt x="800692" y="57362"/>
                </a:cubicBezTo>
                <a:cubicBezTo>
                  <a:pt x="798124" y="55959"/>
                  <a:pt x="795095" y="55257"/>
                  <a:pt x="791602" y="55257"/>
                </a:cubicBezTo>
                <a:cubicBezTo>
                  <a:pt x="787289" y="55257"/>
                  <a:pt x="782924" y="56934"/>
                  <a:pt x="778507" y="60290"/>
                </a:cubicBezTo>
                <a:cubicBezTo>
                  <a:pt x="774091" y="63645"/>
                  <a:pt x="769281" y="68575"/>
                  <a:pt x="764077" y="75080"/>
                </a:cubicBezTo>
                <a:lnTo>
                  <a:pt x="764077" y="141737"/>
                </a:lnTo>
                <a:cubicBezTo>
                  <a:pt x="764077" y="142148"/>
                  <a:pt x="763974" y="142524"/>
                  <a:pt x="763769" y="142867"/>
                </a:cubicBezTo>
                <a:cubicBezTo>
                  <a:pt x="763563" y="143209"/>
                  <a:pt x="763238" y="143483"/>
                  <a:pt x="762793" y="143688"/>
                </a:cubicBezTo>
                <a:cubicBezTo>
                  <a:pt x="762348" y="143894"/>
                  <a:pt x="761732" y="144065"/>
                  <a:pt x="760944" y="144202"/>
                </a:cubicBezTo>
                <a:cubicBezTo>
                  <a:pt x="760157" y="144339"/>
                  <a:pt x="759147" y="144407"/>
                  <a:pt x="757914" y="144407"/>
                </a:cubicBezTo>
                <a:cubicBezTo>
                  <a:pt x="756750" y="144407"/>
                  <a:pt x="755775" y="144339"/>
                  <a:pt x="754987" y="144202"/>
                </a:cubicBezTo>
                <a:cubicBezTo>
                  <a:pt x="754200" y="144065"/>
                  <a:pt x="753566" y="143894"/>
                  <a:pt x="753087" y="143688"/>
                </a:cubicBezTo>
                <a:cubicBezTo>
                  <a:pt x="752608" y="143483"/>
                  <a:pt x="752282" y="143209"/>
                  <a:pt x="752111" y="142867"/>
                </a:cubicBezTo>
                <a:cubicBezTo>
                  <a:pt x="751940" y="142522"/>
                  <a:pt x="751855" y="142145"/>
                  <a:pt x="751855" y="141734"/>
                </a:cubicBezTo>
                <a:lnTo>
                  <a:pt x="751855" y="48687"/>
                </a:lnTo>
                <a:cubicBezTo>
                  <a:pt x="751855" y="48276"/>
                  <a:pt x="751940" y="47899"/>
                  <a:pt x="752111" y="47557"/>
                </a:cubicBezTo>
                <a:cubicBezTo>
                  <a:pt x="752282" y="47213"/>
                  <a:pt x="752608" y="46920"/>
                  <a:pt x="753087" y="46681"/>
                </a:cubicBezTo>
                <a:cubicBezTo>
                  <a:pt x="753566" y="46441"/>
                  <a:pt x="754165" y="46270"/>
                  <a:pt x="754884" y="46167"/>
                </a:cubicBezTo>
                <a:cubicBezTo>
                  <a:pt x="755603" y="46065"/>
                  <a:pt x="756545" y="46013"/>
                  <a:pt x="757709" y="46013"/>
                </a:cubicBezTo>
                <a:cubicBezTo>
                  <a:pt x="758873" y="46013"/>
                  <a:pt x="759831" y="46065"/>
                  <a:pt x="760585" y="46167"/>
                </a:cubicBezTo>
                <a:cubicBezTo>
                  <a:pt x="761338" y="46270"/>
                  <a:pt x="761920" y="46441"/>
                  <a:pt x="762331" y="46681"/>
                </a:cubicBezTo>
                <a:cubicBezTo>
                  <a:pt x="762742" y="46920"/>
                  <a:pt x="763033" y="47213"/>
                  <a:pt x="763204" y="47557"/>
                </a:cubicBezTo>
                <a:cubicBezTo>
                  <a:pt x="763375" y="47899"/>
                  <a:pt x="763461" y="48276"/>
                  <a:pt x="763461" y="48687"/>
                </a:cubicBezTo>
                <a:lnTo>
                  <a:pt x="763461" y="61846"/>
                </a:lnTo>
                <a:cubicBezTo>
                  <a:pt x="768801" y="55919"/>
                  <a:pt x="773868" y="51628"/>
                  <a:pt x="778661" y="48972"/>
                </a:cubicBezTo>
                <a:cubicBezTo>
                  <a:pt x="783454" y="46315"/>
                  <a:pt x="788213" y="44986"/>
                  <a:pt x="792938" y="44986"/>
                </a:cubicBezTo>
                <a:cubicBezTo>
                  <a:pt x="796841" y="44986"/>
                  <a:pt x="800316" y="45446"/>
                  <a:pt x="803363" y="46366"/>
                </a:cubicBezTo>
                <a:cubicBezTo>
                  <a:pt x="806410" y="47286"/>
                  <a:pt x="809097" y="48582"/>
                  <a:pt x="811425" y="50253"/>
                </a:cubicBezTo>
                <a:cubicBezTo>
                  <a:pt x="813753" y="51922"/>
                  <a:pt x="815739" y="53916"/>
                  <a:pt x="817382" y="56236"/>
                </a:cubicBezTo>
                <a:cubicBezTo>
                  <a:pt x="819026" y="58553"/>
                  <a:pt x="820361" y="61109"/>
                  <a:pt x="821388" y="63904"/>
                </a:cubicBezTo>
                <a:cubicBezTo>
                  <a:pt x="824606" y="60358"/>
                  <a:pt x="827636" y="57375"/>
                  <a:pt x="830477" y="54955"/>
                </a:cubicBezTo>
                <a:cubicBezTo>
                  <a:pt x="833319" y="52535"/>
                  <a:pt x="836024" y="50592"/>
                  <a:pt x="838591" y="49127"/>
                </a:cubicBezTo>
                <a:cubicBezTo>
                  <a:pt x="841159" y="47661"/>
                  <a:pt x="843641" y="46605"/>
                  <a:pt x="846038" y="45959"/>
                </a:cubicBezTo>
                <a:cubicBezTo>
                  <a:pt x="848434" y="45310"/>
                  <a:pt x="850797" y="44986"/>
                  <a:pt x="853125" y="44986"/>
                </a:cubicBezTo>
                <a:cubicBezTo>
                  <a:pt x="858945" y="44986"/>
                  <a:pt x="863858" y="46013"/>
                  <a:pt x="867863" y="48067"/>
                </a:cubicBezTo>
                <a:cubicBezTo>
                  <a:pt x="871869" y="50122"/>
                  <a:pt x="875087" y="52895"/>
                  <a:pt x="877518" y="56387"/>
                </a:cubicBezTo>
                <a:cubicBezTo>
                  <a:pt x="879948" y="59879"/>
                  <a:pt x="881695" y="63953"/>
                  <a:pt x="882756" y="68609"/>
                </a:cubicBezTo>
                <a:cubicBezTo>
                  <a:pt x="883817" y="73265"/>
                  <a:pt x="884348" y="78195"/>
                  <a:pt x="884348" y="83399"/>
                </a:cubicBezTo>
                <a:lnTo>
                  <a:pt x="884348" y="141737"/>
                </a:lnTo>
                <a:close/>
                <a:moveTo>
                  <a:pt x="1013339" y="53588"/>
                </a:moveTo>
                <a:cubicBezTo>
                  <a:pt x="1013339" y="54624"/>
                  <a:pt x="1013305" y="55503"/>
                  <a:pt x="1013237" y="56226"/>
                </a:cubicBezTo>
                <a:cubicBezTo>
                  <a:pt x="1013168" y="56949"/>
                  <a:pt x="1013048" y="57534"/>
                  <a:pt x="1012877" y="57979"/>
                </a:cubicBezTo>
                <a:cubicBezTo>
                  <a:pt x="1012706" y="58424"/>
                  <a:pt x="1012500" y="58766"/>
                  <a:pt x="1012261" y="59006"/>
                </a:cubicBezTo>
                <a:cubicBezTo>
                  <a:pt x="1012021" y="59245"/>
                  <a:pt x="1011696" y="59365"/>
                  <a:pt x="1011285" y="59365"/>
                </a:cubicBezTo>
                <a:cubicBezTo>
                  <a:pt x="1010669" y="59365"/>
                  <a:pt x="1009950" y="59211"/>
                  <a:pt x="1009128" y="58903"/>
                </a:cubicBezTo>
                <a:cubicBezTo>
                  <a:pt x="1008307" y="58595"/>
                  <a:pt x="1007348" y="58270"/>
                  <a:pt x="1006252" y="57927"/>
                </a:cubicBezTo>
                <a:cubicBezTo>
                  <a:pt x="1005157" y="57585"/>
                  <a:pt x="1003959" y="57260"/>
                  <a:pt x="1002658" y="56952"/>
                </a:cubicBezTo>
                <a:cubicBezTo>
                  <a:pt x="1001357" y="56643"/>
                  <a:pt x="999919" y="56489"/>
                  <a:pt x="998344" y="56489"/>
                </a:cubicBezTo>
                <a:cubicBezTo>
                  <a:pt x="996495" y="56489"/>
                  <a:pt x="994681" y="56880"/>
                  <a:pt x="992900" y="57661"/>
                </a:cubicBezTo>
                <a:cubicBezTo>
                  <a:pt x="991120" y="58442"/>
                  <a:pt x="989254" y="59699"/>
                  <a:pt x="987303" y="61432"/>
                </a:cubicBezTo>
                <a:cubicBezTo>
                  <a:pt x="985351" y="63165"/>
                  <a:pt x="983297" y="65459"/>
                  <a:pt x="981140" y="68314"/>
                </a:cubicBezTo>
                <a:cubicBezTo>
                  <a:pt x="978983" y="71168"/>
                  <a:pt x="976604" y="74668"/>
                  <a:pt x="974002" y="78812"/>
                </a:cubicBezTo>
                <a:lnTo>
                  <a:pt x="974002" y="141734"/>
                </a:lnTo>
                <a:cubicBezTo>
                  <a:pt x="974002" y="142145"/>
                  <a:pt x="973899" y="142522"/>
                  <a:pt x="973694" y="142867"/>
                </a:cubicBezTo>
                <a:cubicBezTo>
                  <a:pt x="973489" y="143209"/>
                  <a:pt x="973163" y="143483"/>
                  <a:pt x="972718" y="143688"/>
                </a:cubicBezTo>
                <a:cubicBezTo>
                  <a:pt x="972273" y="143894"/>
                  <a:pt x="971657" y="144065"/>
                  <a:pt x="970869" y="144202"/>
                </a:cubicBezTo>
                <a:cubicBezTo>
                  <a:pt x="970082" y="144339"/>
                  <a:pt x="969072" y="144407"/>
                  <a:pt x="967840" y="144407"/>
                </a:cubicBezTo>
                <a:cubicBezTo>
                  <a:pt x="966676" y="144407"/>
                  <a:pt x="965700" y="144339"/>
                  <a:pt x="964912" y="144202"/>
                </a:cubicBezTo>
                <a:cubicBezTo>
                  <a:pt x="964125" y="144065"/>
                  <a:pt x="963492" y="143894"/>
                  <a:pt x="963012" y="143688"/>
                </a:cubicBezTo>
                <a:cubicBezTo>
                  <a:pt x="962533" y="143483"/>
                  <a:pt x="962208" y="143209"/>
                  <a:pt x="962037" y="142867"/>
                </a:cubicBezTo>
                <a:cubicBezTo>
                  <a:pt x="961865" y="142522"/>
                  <a:pt x="961780" y="142145"/>
                  <a:pt x="961780" y="141734"/>
                </a:cubicBezTo>
                <a:lnTo>
                  <a:pt x="961780" y="48687"/>
                </a:lnTo>
                <a:cubicBezTo>
                  <a:pt x="961780" y="48276"/>
                  <a:pt x="961865" y="47899"/>
                  <a:pt x="962037" y="47557"/>
                </a:cubicBezTo>
                <a:cubicBezTo>
                  <a:pt x="962208" y="47213"/>
                  <a:pt x="962533" y="46920"/>
                  <a:pt x="963012" y="46681"/>
                </a:cubicBezTo>
                <a:cubicBezTo>
                  <a:pt x="963492" y="46441"/>
                  <a:pt x="964091" y="46270"/>
                  <a:pt x="964810" y="46167"/>
                </a:cubicBezTo>
                <a:cubicBezTo>
                  <a:pt x="965529" y="46065"/>
                  <a:pt x="966470" y="46013"/>
                  <a:pt x="967634" y="46013"/>
                </a:cubicBezTo>
                <a:cubicBezTo>
                  <a:pt x="968798" y="46013"/>
                  <a:pt x="969757" y="46065"/>
                  <a:pt x="970510" y="46167"/>
                </a:cubicBezTo>
                <a:cubicBezTo>
                  <a:pt x="971263" y="46270"/>
                  <a:pt x="971845" y="46441"/>
                  <a:pt x="972256" y="46681"/>
                </a:cubicBezTo>
                <a:cubicBezTo>
                  <a:pt x="972667" y="46920"/>
                  <a:pt x="972958" y="47213"/>
                  <a:pt x="973129" y="47557"/>
                </a:cubicBezTo>
                <a:cubicBezTo>
                  <a:pt x="973300" y="47899"/>
                  <a:pt x="973386" y="48276"/>
                  <a:pt x="973386" y="48687"/>
                </a:cubicBezTo>
                <a:lnTo>
                  <a:pt x="973386" y="63390"/>
                </a:lnTo>
                <a:cubicBezTo>
                  <a:pt x="976056" y="59504"/>
                  <a:pt x="978521" y="56369"/>
                  <a:pt x="980781" y="53983"/>
                </a:cubicBezTo>
                <a:cubicBezTo>
                  <a:pt x="983040" y="51597"/>
                  <a:pt x="985197" y="49740"/>
                  <a:pt x="987251" y="48411"/>
                </a:cubicBezTo>
                <a:cubicBezTo>
                  <a:pt x="989306" y="47082"/>
                  <a:pt x="991308" y="46179"/>
                  <a:pt x="993260" y="45702"/>
                </a:cubicBezTo>
                <a:cubicBezTo>
                  <a:pt x="995211" y="45225"/>
                  <a:pt x="997214" y="44986"/>
                  <a:pt x="999268" y="44986"/>
                </a:cubicBezTo>
                <a:cubicBezTo>
                  <a:pt x="1000158" y="44986"/>
                  <a:pt x="1001185" y="45039"/>
                  <a:pt x="1002349" y="45143"/>
                </a:cubicBezTo>
                <a:cubicBezTo>
                  <a:pt x="1003513" y="45246"/>
                  <a:pt x="1004763" y="45435"/>
                  <a:pt x="1006098" y="45711"/>
                </a:cubicBezTo>
                <a:cubicBezTo>
                  <a:pt x="1007434" y="45988"/>
                  <a:pt x="1008632" y="46316"/>
                  <a:pt x="1009693" y="46697"/>
                </a:cubicBezTo>
                <a:cubicBezTo>
                  <a:pt x="1010754" y="47076"/>
                  <a:pt x="1011490" y="47421"/>
                  <a:pt x="1011901" y="47734"/>
                </a:cubicBezTo>
                <a:cubicBezTo>
                  <a:pt x="1012312" y="48044"/>
                  <a:pt x="1012586" y="48320"/>
                  <a:pt x="1012723" y="48562"/>
                </a:cubicBezTo>
                <a:cubicBezTo>
                  <a:pt x="1012860" y="48803"/>
                  <a:pt x="1012980" y="49115"/>
                  <a:pt x="1013082" y="49496"/>
                </a:cubicBezTo>
                <a:cubicBezTo>
                  <a:pt x="1013185" y="49874"/>
                  <a:pt x="1013254" y="50392"/>
                  <a:pt x="1013288" y="51049"/>
                </a:cubicBezTo>
                <a:cubicBezTo>
                  <a:pt x="1013322" y="51706"/>
                  <a:pt x="1013339" y="52552"/>
                  <a:pt x="1013339" y="53588"/>
                </a:cubicBezTo>
                <a:close/>
                <a:moveTo>
                  <a:pt x="1103837" y="90486"/>
                </a:moveTo>
                <a:cubicBezTo>
                  <a:pt x="1103837" y="92951"/>
                  <a:pt x="1103187" y="94645"/>
                  <a:pt x="1101886" y="95570"/>
                </a:cubicBezTo>
                <a:cubicBezTo>
                  <a:pt x="1100585" y="96494"/>
                  <a:pt x="1099318" y="96956"/>
                  <a:pt x="1098086" y="96956"/>
                </a:cubicBezTo>
                <a:lnTo>
                  <a:pt x="1034715" y="96956"/>
                </a:lnTo>
                <a:cubicBezTo>
                  <a:pt x="1034715" y="102723"/>
                  <a:pt x="1035280" y="107941"/>
                  <a:pt x="1036409" y="112610"/>
                </a:cubicBezTo>
                <a:cubicBezTo>
                  <a:pt x="1037539" y="117279"/>
                  <a:pt x="1039405" y="121278"/>
                  <a:pt x="1042007" y="124607"/>
                </a:cubicBezTo>
                <a:cubicBezTo>
                  <a:pt x="1044609" y="127937"/>
                  <a:pt x="1047998" y="130495"/>
                  <a:pt x="1052175" y="132281"/>
                </a:cubicBezTo>
                <a:cubicBezTo>
                  <a:pt x="1056352" y="134066"/>
                  <a:pt x="1061487" y="134958"/>
                  <a:pt x="1067581" y="134958"/>
                </a:cubicBezTo>
                <a:cubicBezTo>
                  <a:pt x="1071895" y="134958"/>
                  <a:pt x="1075764" y="134576"/>
                  <a:pt x="1079187" y="133812"/>
                </a:cubicBezTo>
                <a:cubicBezTo>
                  <a:pt x="1082611" y="133049"/>
                  <a:pt x="1085572" y="132198"/>
                  <a:pt x="1088072" y="131261"/>
                </a:cubicBezTo>
                <a:cubicBezTo>
                  <a:pt x="1090571" y="130324"/>
                  <a:pt x="1092625" y="129473"/>
                  <a:pt x="1094234" y="128709"/>
                </a:cubicBezTo>
                <a:cubicBezTo>
                  <a:pt x="1095843" y="127945"/>
                  <a:pt x="1096990" y="127563"/>
                  <a:pt x="1097675" y="127563"/>
                </a:cubicBezTo>
                <a:cubicBezTo>
                  <a:pt x="1098086" y="127563"/>
                  <a:pt x="1098462" y="127667"/>
                  <a:pt x="1098804" y="127875"/>
                </a:cubicBezTo>
                <a:cubicBezTo>
                  <a:pt x="1099147" y="128082"/>
                  <a:pt x="1099421" y="128411"/>
                  <a:pt x="1099626" y="128860"/>
                </a:cubicBezTo>
                <a:cubicBezTo>
                  <a:pt x="1099832" y="129309"/>
                  <a:pt x="1099986" y="129880"/>
                  <a:pt x="1100088" y="130571"/>
                </a:cubicBezTo>
                <a:cubicBezTo>
                  <a:pt x="1100191" y="131262"/>
                  <a:pt x="1100242" y="132125"/>
                  <a:pt x="1100242" y="133161"/>
                </a:cubicBezTo>
                <a:cubicBezTo>
                  <a:pt x="1100242" y="133647"/>
                  <a:pt x="1100208" y="134114"/>
                  <a:pt x="1100140" y="134564"/>
                </a:cubicBezTo>
                <a:cubicBezTo>
                  <a:pt x="1100071" y="135013"/>
                  <a:pt x="1099986" y="135428"/>
                  <a:pt x="1099883" y="135809"/>
                </a:cubicBezTo>
                <a:cubicBezTo>
                  <a:pt x="1099780" y="136188"/>
                  <a:pt x="1099626" y="136550"/>
                  <a:pt x="1099421" y="136897"/>
                </a:cubicBezTo>
                <a:cubicBezTo>
                  <a:pt x="1099215" y="137241"/>
                  <a:pt x="1098941" y="137587"/>
                  <a:pt x="1098599" y="137934"/>
                </a:cubicBezTo>
                <a:cubicBezTo>
                  <a:pt x="1098257" y="138278"/>
                  <a:pt x="1097195" y="138878"/>
                  <a:pt x="1095415" y="139734"/>
                </a:cubicBezTo>
                <a:cubicBezTo>
                  <a:pt x="1093635" y="140590"/>
                  <a:pt x="1091307" y="141446"/>
                  <a:pt x="1088431" y="142302"/>
                </a:cubicBezTo>
                <a:cubicBezTo>
                  <a:pt x="1085555" y="143158"/>
                  <a:pt x="1082217" y="143928"/>
                  <a:pt x="1078417" y="144613"/>
                </a:cubicBezTo>
                <a:cubicBezTo>
                  <a:pt x="1074617" y="145298"/>
                  <a:pt x="1070526" y="145640"/>
                  <a:pt x="1066143" y="145640"/>
                </a:cubicBezTo>
                <a:cubicBezTo>
                  <a:pt x="1058954" y="145640"/>
                  <a:pt x="1052586" y="144560"/>
                  <a:pt x="1047040" y="142401"/>
                </a:cubicBezTo>
                <a:cubicBezTo>
                  <a:pt x="1041493" y="140242"/>
                  <a:pt x="1036837" y="137055"/>
                  <a:pt x="1033071" y="132840"/>
                </a:cubicBezTo>
                <a:cubicBezTo>
                  <a:pt x="1029305" y="128625"/>
                  <a:pt x="1026447" y="123398"/>
                  <a:pt x="1024495" y="117161"/>
                </a:cubicBezTo>
                <a:cubicBezTo>
                  <a:pt x="1022544" y="110924"/>
                  <a:pt x="1021568" y="103692"/>
                  <a:pt x="1021568" y="95467"/>
                </a:cubicBezTo>
                <a:cubicBezTo>
                  <a:pt x="1021568" y="87584"/>
                  <a:pt x="1022578" y="80524"/>
                  <a:pt x="1024598" y="74287"/>
                </a:cubicBezTo>
                <a:cubicBezTo>
                  <a:pt x="1026618" y="68049"/>
                  <a:pt x="1029511" y="62755"/>
                  <a:pt x="1033277" y="58402"/>
                </a:cubicBezTo>
                <a:cubicBezTo>
                  <a:pt x="1037043" y="54050"/>
                  <a:pt x="1041579" y="50726"/>
                  <a:pt x="1046886" y="48430"/>
                </a:cubicBezTo>
                <a:cubicBezTo>
                  <a:pt x="1052192" y="46134"/>
                  <a:pt x="1058098" y="44986"/>
                  <a:pt x="1064603" y="44986"/>
                </a:cubicBezTo>
                <a:cubicBezTo>
                  <a:pt x="1071587" y="44986"/>
                  <a:pt x="1077544" y="46150"/>
                  <a:pt x="1082474" y="48478"/>
                </a:cubicBezTo>
                <a:cubicBezTo>
                  <a:pt x="1087404" y="50806"/>
                  <a:pt x="1091461" y="53939"/>
                  <a:pt x="1094645" y="57876"/>
                </a:cubicBezTo>
                <a:cubicBezTo>
                  <a:pt x="1097829" y="61813"/>
                  <a:pt x="1100157" y="66384"/>
                  <a:pt x="1101629" y="71587"/>
                </a:cubicBezTo>
                <a:cubicBezTo>
                  <a:pt x="1103101" y="76791"/>
                  <a:pt x="1103837" y="82269"/>
                  <a:pt x="1103837" y="88021"/>
                </a:cubicBezTo>
                <a:lnTo>
                  <a:pt x="1103837" y="90486"/>
                </a:lnTo>
                <a:moveTo>
                  <a:pt x="1091204" y="86891"/>
                </a:moveTo>
                <a:cubicBezTo>
                  <a:pt x="1091410" y="77031"/>
                  <a:pt x="1089150" y="69328"/>
                  <a:pt x="1084425" y="63782"/>
                </a:cubicBezTo>
                <a:cubicBezTo>
                  <a:pt x="1079701" y="58235"/>
                  <a:pt x="1072819" y="55462"/>
                  <a:pt x="1063781" y="55462"/>
                </a:cubicBezTo>
                <a:cubicBezTo>
                  <a:pt x="1059125" y="55462"/>
                  <a:pt x="1055034" y="56335"/>
                  <a:pt x="1051507" y="58081"/>
                </a:cubicBezTo>
                <a:cubicBezTo>
                  <a:pt x="1047981" y="59827"/>
                  <a:pt x="1045003" y="62138"/>
                  <a:pt x="1042572" y="65014"/>
                </a:cubicBezTo>
                <a:cubicBezTo>
                  <a:pt x="1040141" y="67890"/>
                  <a:pt x="1038275" y="71228"/>
                  <a:pt x="1036974" y="75028"/>
                </a:cubicBezTo>
                <a:cubicBezTo>
                  <a:pt x="1035673" y="78828"/>
                  <a:pt x="1034920" y="82783"/>
                  <a:pt x="1034715" y="86891"/>
                </a:cubicBezTo>
                <a:lnTo>
                  <a:pt x="1091204" y="86891"/>
                </a:lnTo>
                <a:close/>
                <a:moveTo>
                  <a:pt x="1139755" y="141737"/>
                </a:moveTo>
                <a:cubicBezTo>
                  <a:pt x="1139755" y="142148"/>
                  <a:pt x="1139652" y="142524"/>
                  <a:pt x="1139446" y="142867"/>
                </a:cubicBezTo>
                <a:cubicBezTo>
                  <a:pt x="1139241" y="143209"/>
                  <a:pt x="1138916" y="143483"/>
                  <a:pt x="1138471" y="143688"/>
                </a:cubicBezTo>
                <a:cubicBezTo>
                  <a:pt x="1138026" y="143894"/>
                  <a:pt x="1137409" y="144065"/>
                  <a:pt x="1136622" y="144202"/>
                </a:cubicBezTo>
                <a:cubicBezTo>
                  <a:pt x="1135835" y="144339"/>
                  <a:pt x="1134825" y="144407"/>
                  <a:pt x="1133592" y="144407"/>
                </a:cubicBezTo>
                <a:cubicBezTo>
                  <a:pt x="1132428" y="144407"/>
                  <a:pt x="1131452" y="144339"/>
                  <a:pt x="1130665" y="144202"/>
                </a:cubicBezTo>
                <a:cubicBezTo>
                  <a:pt x="1129877" y="144065"/>
                  <a:pt x="1129244" y="143894"/>
                  <a:pt x="1128765" y="143688"/>
                </a:cubicBezTo>
                <a:cubicBezTo>
                  <a:pt x="1128286" y="143483"/>
                  <a:pt x="1127960" y="143209"/>
                  <a:pt x="1127789" y="142867"/>
                </a:cubicBezTo>
                <a:cubicBezTo>
                  <a:pt x="1127618" y="142524"/>
                  <a:pt x="1127532" y="142148"/>
                  <a:pt x="1127532" y="141737"/>
                </a:cubicBezTo>
                <a:lnTo>
                  <a:pt x="1127532" y="3287"/>
                </a:lnTo>
                <a:cubicBezTo>
                  <a:pt x="1127532" y="2876"/>
                  <a:pt x="1127618" y="2499"/>
                  <a:pt x="1127789" y="2157"/>
                </a:cubicBezTo>
                <a:cubicBezTo>
                  <a:pt x="1127960" y="1815"/>
                  <a:pt x="1128286" y="1524"/>
                  <a:pt x="1128765" y="1284"/>
                </a:cubicBezTo>
                <a:cubicBezTo>
                  <a:pt x="1129244" y="1044"/>
                  <a:pt x="1129877" y="873"/>
                  <a:pt x="1130665" y="770"/>
                </a:cubicBezTo>
                <a:cubicBezTo>
                  <a:pt x="1131452" y="668"/>
                  <a:pt x="1132428" y="616"/>
                  <a:pt x="1133592" y="616"/>
                </a:cubicBezTo>
                <a:cubicBezTo>
                  <a:pt x="1134825" y="616"/>
                  <a:pt x="1135835" y="668"/>
                  <a:pt x="1136622" y="770"/>
                </a:cubicBezTo>
                <a:cubicBezTo>
                  <a:pt x="1137409" y="873"/>
                  <a:pt x="1138026" y="1044"/>
                  <a:pt x="1138471" y="1284"/>
                </a:cubicBezTo>
                <a:cubicBezTo>
                  <a:pt x="1138916" y="1524"/>
                  <a:pt x="1139241" y="1815"/>
                  <a:pt x="1139446" y="2157"/>
                </a:cubicBezTo>
                <a:cubicBezTo>
                  <a:pt x="1139652" y="2499"/>
                  <a:pt x="1139755" y="2876"/>
                  <a:pt x="1139755" y="3287"/>
                </a:cubicBezTo>
                <a:lnTo>
                  <a:pt x="1139755" y="141737"/>
                </a:lnTo>
                <a:close/>
                <a:moveTo>
                  <a:pt x="1247503" y="90486"/>
                </a:moveTo>
                <a:cubicBezTo>
                  <a:pt x="1247503" y="92951"/>
                  <a:pt x="1246853" y="94645"/>
                  <a:pt x="1245552" y="95570"/>
                </a:cubicBezTo>
                <a:cubicBezTo>
                  <a:pt x="1244251" y="96494"/>
                  <a:pt x="1242984" y="96956"/>
                  <a:pt x="1241752" y="96956"/>
                </a:cubicBezTo>
                <a:lnTo>
                  <a:pt x="1178381" y="96956"/>
                </a:lnTo>
                <a:cubicBezTo>
                  <a:pt x="1178381" y="102723"/>
                  <a:pt x="1178946" y="107941"/>
                  <a:pt x="1180076" y="112610"/>
                </a:cubicBezTo>
                <a:cubicBezTo>
                  <a:pt x="1181205" y="117279"/>
                  <a:pt x="1183071" y="121278"/>
                  <a:pt x="1185673" y="124607"/>
                </a:cubicBezTo>
                <a:cubicBezTo>
                  <a:pt x="1188275" y="127937"/>
                  <a:pt x="1191664" y="130495"/>
                  <a:pt x="1195841" y="132281"/>
                </a:cubicBezTo>
                <a:cubicBezTo>
                  <a:pt x="1200018" y="134066"/>
                  <a:pt x="1205153" y="134958"/>
                  <a:pt x="1211247" y="134958"/>
                </a:cubicBezTo>
                <a:cubicBezTo>
                  <a:pt x="1215561" y="134958"/>
                  <a:pt x="1219430" y="134576"/>
                  <a:pt x="1222853" y="133812"/>
                </a:cubicBezTo>
                <a:cubicBezTo>
                  <a:pt x="1226277" y="133049"/>
                  <a:pt x="1229238" y="132198"/>
                  <a:pt x="1231738" y="131261"/>
                </a:cubicBezTo>
                <a:cubicBezTo>
                  <a:pt x="1234237" y="130324"/>
                  <a:pt x="1236291" y="129473"/>
                  <a:pt x="1237900" y="128709"/>
                </a:cubicBezTo>
                <a:cubicBezTo>
                  <a:pt x="1239509" y="127945"/>
                  <a:pt x="1240656" y="127563"/>
                  <a:pt x="1241341" y="127563"/>
                </a:cubicBezTo>
                <a:cubicBezTo>
                  <a:pt x="1241752" y="127563"/>
                  <a:pt x="1242128" y="127667"/>
                  <a:pt x="1242471" y="127875"/>
                </a:cubicBezTo>
                <a:cubicBezTo>
                  <a:pt x="1242813" y="128082"/>
                  <a:pt x="1243087" y="128411"/>
                  <a:pt x="1243292" y="128860"/>
                </a:cubicBezTo>
                <a:cubicBezTo>
                  <a:pt x="1243498" y="129309"/>
                  <a:pt x="1243652" y="129880"/>
                  <a:pt x="1243755" y="130571"/>
                </a:cubicBezTo>
                <a:cubicBezTo>
                  <a:pt x="1243857" y="131262"/>
                  <a:pt x="1243909" y="132125"/>
                  <a:pt x="1243909" y="133161"/>
                </a:cubicBezTo>
                <a:cubicBezTo>
                  <a:pt x="1243909" y="133647"/>
                  <a:pt x="1243874" y="134114"/>
                  <a:pt x="1243806" y="134564"/>
                </a:cubicBezTo>
                <a:cubicBezTo>
                  <a:pt x="1243737" y="135013"/>
                  <a:pt x="1243652" y="135428"/>
                  <a:pt x="1243549" y="135809"/>
                </a:cubicBezTo>
                <a:cubicBezTo>
                  <a:pt x="1243446" y="136188"/>
                  <a:pt x="1243292" y="136550"/>
                  <a:pt x="1243087" y="136897"/>
                </a:cubicBezTo>
                <a:cubicBezTo>
                  <a:pt x="1242882" y="137241"/>
                  <a:pt x="1242608" y="137587"/>
                  <a:pt x="1242265" y="137934"/>
                </a:cubicBezTo>
                <a:cubicBezTo>
                  <a:pt x="1241923" y="138278"/>
                  <a:pt x="1240862" y="138878"/>
                  <a:pt x="1239081" y="139734"/>
                </a:cubicBezTo>
                <a:cubicBezTo>
                  <a:pt x="1237301" y="140590"/>
                  <a:pt x="1234973" y="141446"/>
                  <a:pt x="1232097" y="142302"/>
                </a:cubicBezTo>
                <a:cubicBezTo>
                  <a:pt x="1229221" y="143158"/>
                  <a:pt x="1225883" y="143928"/>
                  <a:pt x="1222083" y="144613"/>
                </a:cubicBezTo>
                <a:cubicBezTo>
                  <a:pt x="1218283" y="145298"/>
                  <a:pt x="1214192" y="145640"/>
                  <a:pt x="1209810" y="145640"/>
                </a:cubicBezTo>
                <a:cubicBezTo>
                  <a:pt x="1202620" y="145640"/>
                  <a:pt x="1196252" y="144560"/>
                  <a:pt x="1190706" y="142401"/>
                </a:cubicBezTo>
                <a:cubicBezTo>
                  <a:pt x="1185160" y="140242"/>
                  <a:pt x="1180504" y="137055"/>
                  <a:pt x="1176738" y="132840"/>
                </a:cubicBezTo>
                <a:cubicBezTo>
                  <a:pt x="1172972" y="128625"/>
                  <a:pt x="1170113" y="123398"/>
                  <a:pt x="1168161" y="117161"/>
                </a:cubicBezTo>
                <a:cubicBezTo>
                  <a:pt x="1166210" y="110924"/>
                  <a:pt x="1165234" y="103692"/>
                  <a:pt x="1165234" y="95467"/>
                </a:cubicBezTo>
                <a:cubicBezTo>
                  <a:pt x="1165234" y="87584"/>
                  <a:pt x="1166244" y="80524"/>
                  <a:pt x="1168264" y="74287"/>
                </a:cubicBezTo>
                <a:cubicBezTo>
                  <a:pt x="1170284" y="68049"/>
                  <a:pt x="1173177" y="62755"/>
                  <a:pt x="1176943" y="58402"/>
                </a:cubicBezTo>
                <a:cubicBezTo>
                  <a:pt x="1180709" y="54050"/>
                  <a:pt x="1185245" y="50726"/>
                  <a:pt x="1190552" y="48430"/>
                </a:cubicBezTo>
                <a:cubicBezTo>
                  <a:pt x="1195858" y="46134"/>
                  <a:pt x="1201764" y="44986"/>
                  <a:pt x="1208269" y="44986"/>
                </a:cubicBezTo>
                <a:cubicBezTo>
                  <a:pt x="1215253" y="44986"/>
                  <a:pt x="1221210" y="46150"/>
                  <a:pt x="1226140" y="48478"/>
                </a:cubicBezTo>
                <a:cubicBezTo>
                  <a:pt x="1231070" y="50806"/>
                  <a:pt x="1235127" y="53939"/>
                  <a:pt x="1238311" y="57876"/>
                </a:cubicBezTo>
                <a:cubicBezTo>
                  <a:pt x="1241495" y="61813"/>
                  <a:pt x="1243823" y="66384"/>
                  <a:pt x="1245295" y="71587"/>
                </a:cubicBezTo>
                <a:cubicBezTo>
                  <a:pt x="1246767" y="76791"/>
                  <a:pt x="1247503" y="82269"/>
                  <a:pt x="1247503" y="88021"/>
                </a:cubicBezTo>
                <a:lnTo>
                  <a:pt x="1247503" y="90486"/>
                </a:lnTo>
                <a:moveTo>
                  <a:pt x="1234870" y="86891"/>
                </a:moveTo>
                <a:cubicBezTo>
                  <a:pt x="1235076" y="77031"/>
                  <a:pt x="1232816" y="69328"/>
                  <a:pt x="1228092" y="63782"/>
                </a:cubicBezTo>
                <a:cubicBezTo>
                  <a:pt x="1223367" y="58235"/>
                  <a:pt x="1216486" y="55462"/>
                  <a:pt x="1207447" y="55462"/>
                </a:cubicBezTo>
                <a:cubicBezTo>
                  <a:pt x="1202791" y="55462"/>
                  <a:pt x="1198700" y="56335"/>
                  <a:pt x="1195174" y="58081"/>
                </a:cubicBezTo>
                <a:cubicBezTo>
                  <a:pt x="1191647" y="59827"/>
                  <a:pt x="1188669" y="62138"/>
                  <a:pt x="1186238" y="65014"/>
                </a:cubicBezTo>
                <a:cubicBezTo>
                  <a:pt x="1183807" y="67890"/>
                  <a:pt x="1181941" y="71228"/>
                  <a:pt x="1180640" y="75028"/>
                </a:cubicBezTo>
                <a:cubicBezTo>
                  <a:pt x="1179339" y="78828"/>
                  <a:pt x="1178586" y="82783"/>
                  <a:pt x="1178381" y="86891"/>
                </a:cubicBezTo>
                <a:lnTo>
                  <a:pt x="1234870" y="86891"/>
                </a:lnTo>
                <a:close/>
                <a:moveTo>
                  <a:pt x="1342375" y="48481"/>
                </a:moveTo>
                <a:cubicBezTo>
                  <a:pt x="1342375" y="48687"/>
                  <a:pt x="1342358" y="48909"/>
                  <a:pt x="1342324" y="49149"/>
                </a:cubicBezTo>
                <a:cubicBezTo>
                  <a:pt x="1342290" y="49389"/>
                  <a:pt x="1342255" y="49611"/>
                  <a:pt x="1342221" y="49817"/>
                </a:cubicBezTo>
                <a:cubicBezTo>
                  <a:pt x="1342187" y="50022"/>
                  <a:pt x="1342136" y="50246"/>
                  <a:pt x="1342067" y="50487"/>
                </a:cubicBezTo>
                <a:cubicBezTo>
                  <a:pt x="1341999" y="50727"/>
                  <a:pt x="1341930" y="50950"/>
                  <a:pt x="1341862" y="51155"/>
                </a:cubicBezTo>
                <a:lnTo>
                  <a:pt x="1308173" y="141734"/>
                </a:lnTo>
                <a:cubicBezTo>
                  <a:pt x="1307968" y="142282"/>
                  <a:pt x="1307660" y="142728"/>
                  <a:pt x="1307249" y="143072"/>
                </a:cubicBezTo>
                <a:cubicBezTo>
                  <a:pt x="1306838" y="143415"/>
                  <a:pt x="1306325" y="143688"/>
                  <a:pt x="1305708" y="143894"/>
                </a:cubicBezTo>
                <a:cubicBezTo>
                  <a:pt x="1305092" y="144099"/>
                  <a:pt x="1304356" y="144236"/>
                  <a:pt x="1303500" y="144305"/>
                </a:cubicBezTo>
                <a:cubicBezTo>
                  <a:pt x="1302644" y="144373"/>
                  <a:pt x="1301634" y="144407"/>
                  <a:pt x="1300470" y="144407"/>
                </a:cubicBezTo>
                <a:cubicBezTo>
                  <a:pt x="1299306" y="144407"/>
                  <a:pt x="1298279" y="144356"/>
                  <a:pt x="1297389" y="144253"/>
                </a:cubicBezTo>
                <a:cubicBezTo>
                  <a:pt x="1296499" y="144151"/>
                  <a:pt x="1295746" y="143997"/>
                  <a:pt x="1295129" y="143791"/>
                </a:cubicBezTo>
                <a:cubicBezTo>
                  <a:pt x="1294513" y="143586"/>
                  <a:pt x="1294000" y="143312"/>
                  <a:pt x="1293589" y="142970"/>
                </a:cubicBezTo>
                <a:cubicBezTo>
                  <a:pt x="1293178" y="142625"/>
                  <a:pt x="1292870" y="142213"/>
                  <a:pt x="1292664" y="141734"/>
                </a:cubicBezTo>
                <a:lnTo>
                  <a:pt x="1258976" y="51155"/>
                </a:lnTo>
                <a:cubicBezTo>
                  <a:pt x="1258771" y="50605"/>
                  <a:pt x="1258617" y="50159"/>
                  <a:pt x="1258514" y="49817"/>
                </a:cubicBezTo>
                <a:cubicBezTo>
                  <a:pt x="1258411" y="49474"/>
                  <a:pt x="1258343" y="49200"/>
                  <a:pt x="1258309" y="48995"/>
                </a:cubicBezTo>
                <a:cubicBezTo>
                  <a:pt x="1258274" y="48790"/>
                  <a:pt x="1258257" y="48618"/>
                  <a:pt x="1258257" y="48481"/>
                </a:cubicBezTo>
                <a:cubicBezTo>
                  <a:pt x="1258257" y="48002"/>
                  <a:pt x="1258360" y="47591"/>
                  <a:pt x="1258565" y="47249"/>
                </a:cubicBezTo>
                <a:cubicBezTo>
                  <a:pt x="1258771" y="46904"/>
                  <a:pt x="1259096" y="46647"/>
                  <a:pt x="1259541" y="46475"/>
                </a:cubicBezTo>
                <a:cubicBezTo>
                  <a:pt x="1259986" y="46304"/>
                  <a:pt x="1260585" y="46184"/>
                  <a:pt x="1261339" y="46116"/>
                </a:cubicBezTo>
                <a:cubicBezTo>
                  <a:pt x="1262092" y="46047"/>
                  <a:pt x="1263016" y="46013"/>
                  <a:pt x="1264112" y="46013"/>
                </a:cubicBezTo>
                <a:cubicBezTo>
                  <a:pt x="1265618" y="46013"/>
                  <a:pt x="1266816" y="46065"/>
                  <a:pt x="1267706" y="46167"/>
                </a:cubicBezTo>
                <a:cubicBezTo>
                  <a:pt x="1268597" y="46270"/>
                  <a:pt x="1269298" y="46424"/>
                  <a:pt x="1269812" y="46629"/>
                </a:cubicBezTo>
                <a:cubicBezTo>
                  <a:pt x="1270326" y="46835"/>
                  <a:pt x="1270702" y="47110"/>
                  <a:pt x="1270942" y="47454"/>
                </a:cubicBezTo>
                <a:cubicBezTo>
                  <a:pt x="1271181" y="47797"/>
                  <a:pt x="1271404" y="48207"/>
                  <a:pt x="1271609" y="48687"/>
                </a:cubicBezTo>
                <a:lnTo>
                  <a:pt x="1300676" y="129910"/>
                </a:lnTo>
                <a:lnTo>
                  <a:pt x="1300881" y="130423"/>
                </a:lnTo>
                <a:lnTo>
                  <a:pt x="1301087" y="129910"/>
                </a:lnTo>
                <a:lnTo>
                  <a:pt x="1329639" y="48687"/>
                </a:lnTo>
                <a:cubicBezTo>
                  <a:pt x="1329776" y="48207"/>
                  <a:pt x="1329982" y="47797"/>
                  <a:pt x="1330256" y="47454"/>
                </a:cubicBezTo>
                <a:cubicBezTo>
                  <a:pt x="1330530" y="47110"/>
                  <a:pt x="1330923" y="46835"/>
                  <a:pt x="1331437" y="46629"/>
                </a:cubicBezTo>
                <a:cubicBezTo>
                  <a:pt x="1331950" y="46424"/>
                  <a:pt x="1332635" y="46270"/>
                  <a:pt x="1333491" y="46167"/>
                </a:cubicBezTo>
                <a:cubicBezTo>
                  <a:pt x="1334347" y="46065"/>
                  <a:pt x="1335459" y="46013"/>
                  <a:pt x="1336829" y="46013"/>
                </a:cubicBezTo>
                <a:cubicBezTo>
                  <a:pt x="1337924" y="46013"/>
                  <a:pt x="1338832" y="46047"/>
                  <a:pt x="1339551" y="46116"/>
                </a:cubicBezTo>
                <a:cubicBezTo>
                  <a:pt x="1340270" y="46184"/>
                  <a:pt x="1340835" y="46321"/>
                  <a:pt x="1341245" y="46527"/>
                </a:cubicBezTo>
                <a:cubicBezTo>
                  <a:pt x="1341656" y="46732"/>
                  <a:pt x="1341947" y="46990"/>
                  <a:pt x="1342118" y="47300"/>
                </a:cubicBezTo>
                <a:cubicBezTo>
                  <a:pt x="1342290" y="47608"/>
                  <a:pt x="1342375" y="48002"/>
                  <a:pt x="1342375" y="48481"/>
                </a:cubicBezTo>
                <a:close/>
                <a:moveTo>
                  <a:pt x="1424661" y="141737"/>
                </a:moveTo>
                <a:cubicBezTo>
                  <a:pt x="1424661" y="142422"/>
                  <a:pt x="1424438" y="142952"/>
                  <a:pt x="1423993" y="143329"/>
                </a:cubicBezTo>
                <a:cubicBezTo>
                  <a:pt x="1423548" y="143706"/>
                  <a:pt x="1422966" y="143979"/>
                  <a:pt x="1422247" y="144151"/>
                </a:cubicBezTo>
                <a:cubicBezTo>
                  <a:pt x="1421528" y="144322"/>
                  <a:pt x="1420552" y="144407"/>
                  <a:pt x="1419320" y="144407"/>
                </a:cubicBezTo>
                <a:cubicBezTo>
                  <a:pt x="1418156" y="144407"/>
                  <a:pt x="1417163" y="144322"/>
                  <a:pt x="1416341" y="144151"/>
                </a:cubicBezTo>
                <a:cubicBezTo>
                  <a:pt x="1415520" y="143979"/>
                  <a:pt x="1414886" y="143706"/>
                  <a:pt x="1414441" y="143329"/>
                </a:cubicBezTo>
                <a:cubicBezTo>
                  <a:pt x="1413996" y="142952"/>
                  <a:pt x="1413774" y="142422"/>
                  <a:pt x="1413774" y="141737"/>
                </a:cubicBezTo>
                <a:lnTo>
                  <a:pt x="1413774" y="131364"/>
                </a:lnTo>
                <a:cubicBezTo>
                  <a:pt x="1409597" y="135883"/>
                  <a:pt x="1404992" y="139392"/>
                  <a:pt x="1399959" y="141891"/>
                </a:cubicBezTo>
                <a:cubicBezTo>
                  <a:pt x="1394927" y="144390"/>
                  <a:pt x="1389706" y="145640"/>
                  <a:pt x="1384296" y="145640"/>
                </a:cubicBezTo>
                <a:cubicBezTo>
                  <a:pt x="1379435" y="145640"/>
                  <a:pt x="1375070" y="145007"/>
                  <a:pt x="1371201" y="143740"/>
                </a:cubicBezTo>
                <a:cubicBezTo>
                  <a:pt x="1367332" y="142473"/>
                  <a:pt x="1364063" y="140659"/>
                  <a:pt x="1361393" y="138296"/>
                </a:cubicBezTo>
                <a:cubicBezTo>
                  <a:pt x="1358722" y="135934"/>
                  <a:pt x="1356668" y="133075"/>
                  <a:pt x="1355230" y="129720"/>
                </a:cubicBezTo>
                <a:cubicBezTo>
                  <a:pt x="1353792" y="126365"/>
                  <a:pt x="1353073" y="122599"/>
                  <a:pt x="1353073" y="118422"/>
                </a:cubicBezTo>
                <a:cubicBezTo>
                  <a:pt x="1353073" y="113287"/>
                  <a:pt x="1354135" y="108819"/>
                  <a:pt x="1356257" y="105019"/>
                </a:cubicBezTo>
                <a:cubicBezTo>
                  <a:pt x="1358380" y="101219"/>
                  <a:pt x="1361393" y="98052"/>
                  <a:pt x="1365295" y="95518"/>
                </a:cubicBezTo>
                <a:cubicBezTo>
                  <a:pt x="1369198" y="92985"/>
                  <a:pt x="1373889" y="91085"/>
                  <a:pt x="1379366" y="89818"/>
                </a:cubicBezTo>
                <a:cubicBezTo>
                  <a:pt x="1384844" y="88551"/>
                  <a:pt x="1390938" y="87918"/>
                  <a:pt x="1397648" y="87918"/>
                </a:cubicBezTo>
                <a:lnTo>
                  <a:pt x="1412438" y="87918"/>
                </a:lnTo>
                <a:lnTo>
                  <a:pt x="1412438" y="79881"/>
                </a:lnTo>
                <a:cubicBezTo>
                  <a:pt x="1412438" y="75897"/>
                  <a:pt x="1412028" y="72377"/>
                  <a:pt x="1411206" y="69321"/>
                </a:cubicBezTo>
                <a:cubicBezTo>
                  <a:pt x="1410384" y="66264"/>
                  <a:pt x="1409049" y="63705"/>
                  <a:pt x="1407200" y="61644"/>
                </a:cubicBezTo>
                <a:cubicBezTo>
                  <a:pt x="1405352" y="59583"/>
                  <a:pt x="1402955" y="58039"/>
                  <a:pt x="1400011" y="57009"/>
                </a:cubicBezTo>
                <a:cubicBezTo>
                  <a:pt x="1397066" y="55978"/>
                  <a:pt x="1393472" y="55462"/>
                  <a:pt x="1389226" y="55462"/>
                </a:cubicBezTo>
                <a:cubicBezTo>
                  <a:pt x="1385118" y="55462"/>
                  <a:pt x="1381421" y="55959"/>
                  <a:pt x="1378134" y="56952"/>
                </a:cubicBezTo>
                <a:cubicBezTo>
                  <a:pt x="1374847" y="57944"/>
                  <a:pt x="1371971" y="59057"/>
                  <a:pt x="1369506" y="60290"/>
                </a:cubicBezTo>
                <a:cubicBezTo>
                  <a:pt x="1367041" y="61522"/>
                  <a:pt x="1365004" y="62635"/>
                  <a:pt x="1363395" y="63628"/>
                </a:cubicBezTo>
                <a:cubicBezTo>
                  <a:pt x="1361786" y="64620"/>
                  <a:pt x="1360639" y="65117"/>
                  <a:pt x="1359955" y="65117"/>
                </a:cubicBezTo>
                <a:cubicBezTo>
                  <a:pt x="1359544" y="65117"/>
                  <a:pt x="1359167" y="65048"/>
                  <a:pt x="1358825" y="64911"/>
                </a:cubicBezTo>
                <a:cubicBezTo>
                  <a:pt x="1358482" y="64772"/>
                  <a:pt x="1358191" y="64513"/>
                  <a:pt x="1357952" y="64135"/>
                </a:cubicBezTo>
                <a:cubicBezTo>
                  <a:pt x="1357712" y="63754"/>
                  <a:pt x="1357541" y="63270"/>
                  <a:pt x="1357438" y="62684"/>
                </a:cubicBezTo>
                <a:cubicBezTo>
                  <a:pt x="1357336" y="62096"/>
                  <a:pt x="1357284" y="61387"/>
                  <a:pt x="1357284" y="60559"/>
                </a:cubicBezTo>
                <a:cubicBezTo>
                  <a:pt x="1357284" y="59108"/>
                  <a:pt x="1357387" y="57952"/>
                  <a:pt x="1357592" y="57090"/>
                </a:cubicBezTo>
                <a:cubicBezTo>
                  <a:pt x="1357798" y="56225"/>
                  <a:pt x="1358328" y="55362"/>
                  <a:pt x="1359184" y="54499"/>
                </a:cubicBezTo>
                <a:cubicBezTo>
                  <a:pt x="1360040" y="53635"/>
                  <a:pt x="1361564" y="52628"/>
                  <a:pt x="1363755" y="51479"/>
                </a:cubicBezTo>
                <a:cubicBezTo>
                  <a:pt x="1365946" y="50328"/>
                  <a:pt x="1368462" y="49262"/>
                  <a:pt x="1371304" y="48282"/>
                </a:cubicBezTo>
                <a:cubicBezTo>
                  <a:pt x="1374145" y="47302"/>
                  <a:pt x="1377210" y="46509"/>
                  <a:pt x="1380496" y="45901"/>
                </a:cubicBezTo>
                <a:cubicBezTo>
                  <a:pt x="1383783" y="45291"/>
                  <a:pt x="1387070" y="44986"/>
                  <a:pt x="1390356" y="44986"/>
                </a:cubicBezTo>
                <a:cubicBezTo>
                  <a:pt x="1396724" y="44986"/>
                  <a:pt x="1402099" y="45756"/>
                  <a:pt x="1406481" y="47297"/>
                </a:cubicBezTo>
                <a:cubicBezTo>
                  <a:pt x="1410864" y="48838"/>
                  <a:pt x="1414407" y="51046"/>
                  <a:pt x="1417112" y="53922"/>
                </a:cubicBezTo>
                <a:cubicBezTo>
                  <a:pt x="1419816" y="56798"/>
                  <a:pt x="1421751" y="60341"/>
                  <a:pt x="1422915" y="64552"/>
                </a:cubicBezTo>
                <a:cubicBezTo>
                  <a:pt x="1424079" y="68763"/>
                  <a:pt x="1424661" y="73539"/>
                  <a:pt x="1424661" y="78880"/>
                </a:cubicBezTo>
                <a:lnTo>
                  <a:pt x="1424661" y="141737"/>
                </a:lnTo>
                <a:moveTo>
                  <a:pt x="1412438" y="97983"/>
                </a:moveTo>
                <a:lnTo>
                  <a:pt x="1395492" y="97983"/>
                </a:lnTo>
                <a:cubicBezTo>
                  <a:pt x="1390562" y="97983"/>
                  <a:pt x="1386248" y="98429"/>
                  <a:pt x="1382550" y="99319"/>
                </a:cubicBezTo>
                <a:cubicBezTo>
                  <a:pt x="1378853" y="100209"/>
                  <a:pt x="1375772" y="101510"/>
                  <a:pt x="1373307" y="103222"/>
                </a:cubicBezTo>
                <a:cubicBezTo>
                  <a:pt x="1370842" y="104933"/>
                  <a:pt x="1369010" y="106987"/>
                  <a:pt x="1367812" y="109384"/>
                </a:cubicBezTo>
                <a:cubicBezTo>
                  <a:pt x="1366614" y="111781"/>
                  <a:pt x="1366014" y="114519"/>
                  <a:pt x="1366014" y="117601"/>
                </a:cubicBezTo>
                <a:cubicBezTo>
                  <a:pt x="1366014" y="122941"/>
                  <a:pt x="1367709" y="127204"/>
                  <a:pt x="1371098" y="130388"/>
                </a:cubicBezTo>
                <a:cubicBezTo>
                  <a:pt x="1374488" y="133572"/>
                  <a:pt x="1379264" y="135164"/>
                  <a:pt x="1385426" y="135164"/>
                </a:cubicBezTo>
                <a:cubicBezTo>
                  <a:pt x="1390288" y="135164"/>
                  <a:pt x="1394824" y="133914"/>
                  <a:pt x="1399035" y="131415"/>
                </a:cubicBezTo>
                <a:cubicBezTo>
                  <a:pt x="1403246" y="128916"/>
                  <a:pt x="1407714" y="125064"/>
                  <a:pt x="1412438" y="119860"/>
                </a:cubicBezTo>
                <a:lnTo>
                  <a:pt x="1412438" y="97983"/>
                </a:lnTo>
                <a:close/>
                <a:moveTo>
                  <a:pt x="1534005" y="141737"/>
                </a:moveTo>
                <a:cubicBezTo>
                  <a:pt x="1534005" y="142148"/>
                  <a:pt x="1533902" y="142524"/>
                  <a:pt x="1533696" y="142867"/>
                </a:cubicBezTo>
                <a:cubicBezTo>
                  <a:pt x="1533491" y="143209"/>
                  <a:pt x="1533166" y="143483"/>
                  <a:pt x="1532721" y="143688"/>
                </a:cubicBezTo>
                <a:cubicBezTo>
                  <a:pt x="1532276" y="143894"/>
                  <a:pt x="1531659" y="144065"/>
                  <a:pt x="1530872" y="144202"/>
                </a:cubicBezTo>
                <a:cubicBezTo>
                  <a:pt x="1530084" y="144339"/>
                  <a:pt x="1529109" y="144407"/>
                  <a:pt x="1527945" y="144407"/>
                </a:cubicBezTo>
                <a:cubicBezTo>
                  <a:pt x="1526712" y="144407"/>
                  <a:pt x="1525702" y="144339"/>
                  <a:pt x="1524915" y="144202"/>
                </a:cubicBezTo>
                <a:cubicBezTo>
                  <a:pt x="1524127" y="144065"/>
                  <a:pt x="1523511" y="143894"/>
                  <a:pt x="1523066" y="143688"/>
                </a:cubicBezTo>
                <a:cubicBezTo>
                  <a:pt x="1522621" y="143483"/>
                  <a:pt x="1522296" y="143209"/>
                  <a:pt x="1522090" y="142867"/>
                </a:cubicBezTo>
                <a:cubicBezTo>
                  <a:pt x="1521885" y="142524"/>
                  <a:pt x="1521782" y="142148"/>
                  <a:pt x="1521782" y="141737"/>
                </a:cubicBezTo>
                <a:lnTo>
                  <a:pt x="1521782" y="86583"/>
                </a:lnTo>
                <a:cubicBezTo>
                  <a:pt x="1521782" y="80831"/>
                  <a:pt x="1521337" y="76158"/>
                  <a:pt x="1520447" y="72563"/>
                </a:cubicBezTo>
                <a:cubicBezTo>
                  <a:pt x="1519557" y="68968"/>
                  <a:pt x="1518222" y="65887"/>
                  <a:pt x="1516441" y="63319"/>
                </a:cubicBezTo>
                <a:cubicBezTo>
                  <a:pt x="1514661" y="60752"/>
                  <a:pt x="1512384" y="58766"/>
                  <a:pt x="1509611" y="57362"/>
                </a:cubicBezTo>
                <a:cubicBezTo>
                  <a:pt x="1506838" y="55959"/>
                  <a:pt x="1503603" y="55257"/>
                  <a:pt x="1499905" y="55257"/>
                </a:cubicBezTo>
                <a:cubicBezTo>
                  <a:pt x="1495181" y="55257"/>
                  <a:pt x="1490456" y="56934"/>
                  <a:pt x="1485732" y="60290"/>
                </a:cubicBezTo>
                <a:cubicBezTo>
                  <a:pt x="1481007" y="63645"/>
                  <a:pt x="1476043" y="68575"/>
                  <a:pt x="1470839" y="75080"/>
                </a:cubicBezTo>
                <a:lnTo>
                  <a:pt x="1470839" y="141737"/>
                </a:lnTo>
                <a:cubicBezTo>
                  <a:pt x="1470839" y="142148"/>
                  <a:pt x="1470736" y="142524"/>
                  <a:pt x="1470531" y="142867"/>
                </a:cubicBezTo>
                <a:cubicBezTo>
                  <a:pt x="1470326" y="143209"/>
                  <a:pt x="1470000" y="143483"/>
                  <a:pt x="1469555" y="143688"/>
                </a:cubicBezTo>
                <a:cubicBezTo>
                  <a:pt x="1469110" y="143894"/>
                  <a:pt x="1468494" y="144065"/>
                  <a:pt x="1467706" y="144202"/>
                </a:cubicBezTo>
                <a:cubicBezTo>
                  <a:pt x="1466919" y="144339"/>
                  <a:pt x="1465909" y="144407"/>
                  <a:pt x="1464677" y="144407"/>
                </a:cubicBezTo>
                <a:cubicBezTo>
                  <a:pt x="1463513" y="144407"/>
                  <a:pt x="1462537" y="144339"/>
                  <a:pt x="1461749" y="144202"/>
                </a:cubicBezTo>
                <a:cubicBezTo>
                  <a:pt x="1460962" y="144065"/>
                  <a:pt x="1460329" y="143894"/>
                  <a:pt x="1459849" y="143688"/>
                </a:cubicBezTo>
                <a:cubicBezTo>
                  <a:pt x="1459370" y="143483"/>
                  <a:pt x="1459045" y="143209"/>
                  <a:pt x="1458874" y="142867"/>
                </a:cubicBezTo>
                <a:cubicBezTo>
                  <a:pt x="1458702" y="142522"/>
                  <a:pt x="1458617" y="142145"/>
                  <a:pt x="1458617" y="141734"/>
                </a:cubicBezTo>
                <a:lnTo>
                  <a:pt x="1458617" y="48687"/>
                </a:lnTo>
                <a:cubicBezTo>
                  <a:pt x="1458617" y="48276"/>
                  <a:pt x="1458702" y="47899"/>
                  <a:pt x="1458874" y="47557"/>
                </a:cubicBezTo>
                <a:cubicBezTo>
                  <a:pt x="1459045" y="47213"/>
                  <a:pt x="1459370" y="46920"/>
                  <a:pt x="1459849" y="46681"/>
                </a:cubicBezTo>
                <a:cubicBezTo>
                  <a:pt x="1460329" y="46441"/>
                  <a:pt x="1460928" y="46270"/>
                  <a:pt x="1461647" y="46167"/>
                </a:cubicBezTo>
                <a:cubicBezTo>
                  <a:pt x="1462366" y="46065"/>
                  <a:pt x="1463307" y="46013"/>
                  <a:pt x="1464471" y="46013"/>
                </a:cubicBezTo>
                <a:cubicBezTo>
                  <a:pt x="1465635" y="46013"/>
                  <a:pt x="1466594" y="46065"/>
                  <a:pt x="1467347" y="46167"/>
                </a:cubicBezTo>
                <a:cubicBezTo>
                  <a:pt x="1468100" y="46270"/>
                  <a:pt x="1468682" y="46441"/>
                  <a:pt x="1469093" y="46681"/>
                </a:cubicBezTo>
                <a:cubicBezTo>
                  <a:pt x="1469504" y="46920"/>
                  <a:pt x="1469795" y="47213"/>
                  <a:pt x="1469966" y="47557"/>
                </a:cubicBezTo>
                <a:cubicBezTo>
                  <a:pt x="1470137" y="47899"/>
                  <a:pt x="1470223" y="48276"/>
                  <a:pt x="1470223" y="48687"/>
                </a:cubicBezTo>
                <a:lnTo>
                  <a:pt x="1470223" y="61846"/>
                </a:lnTo>
                <a:cubicBezTo>
                  <a:pt x="1475564" y="55919"/>
                  <a:pt x="1480802" y="51628"/>
                  <a:pt x="1485937" y="48972"/>
                </a:cubicBezTo>
                <a:cubicBezTo>
                  <a:pt x="1491073" y="46315"/>
                  <a:pt x="1496174" y="44986"/>
                  <a:pt x="1501241" y="44986"/>
                </a:cubicBezTo>
                <a:cubicBezTo>
                  <a:pt x="1507335" y="44986"/>
                  <a:pt x="1512470" y="46013"/>
                  <a:pt x="1516647" y="48067"/>
                </a:cubicBezTo>
                <a:cubicBezTo>
                  <a:pt x="1520824" y="50122"/>
                  <a:pt x="1524196" y="52895"/>
                  <a:pt x="1526764" y="56387"/>
                </a:cubicBezTo>
                <a:cubicBezTo>
                  <a:pt x="1529331" y="59879"/>
                  <a:pt x="1531180" y="63953"/>
                  <a:pt x="1532310" y="68609"/>
                </a:cubicBezTo>
                <a:cubicBezTo>
                  <a:pt x="1533440" y="73265"/>
                  <a:pt x="1534005" y="78880"/>
                  <a:pt x="1534005" y="85453"/>
                </a:cubicBezTo>
                <a:lnTo>
                  <a:pt x="1534005" y="141737"/>
                </a:lnTo>
                <a:close/>
                <a:moveTo>
                  <a:pt x="1603312" y="136294"/>
                </a:moveTo>
                <a:cubicBezTo>
                  <a:pt x="1603312" y="137731"/>
                  <a:pt x="1603192" y="138895"/>
                  <a:pt x="1602952" y="139786"/>
                </a:cubicBezTo>
                <a:cubicBezTo>
                  <a:pt x="1602713" y="140676"/>
                  <a:pt x="1602336" y="141378"/>
                  <a:pt x="1601822" y="141891"/>
                </a:cubicBezTo>
                <a:cubicBezTo>
                  <a:pt x="1601309" y="142405"/>
                  <a:pt x="1600556" y="142884"/>
                  <a:pt x="1599563" y="143329"/>
                </a:cubicBezTo>
                <a:cubicBezTo>
                  <a:pt x="1598570" y="143774"/>
                  <a:pt x="1597423" y="144151"/>
                  <a:pt x="1596122" y="144459"/>
                </a:cubicBezTo>
                <a:cubicBezTo>
                  <a:pt x="1594821" y="144767"/>
                  <a:pt x="1593452" y="145007"/>
                  <a:pt x="1592014" y="145178"/>
                </a:cubicBezTo>
                <a:cubicBezTo>
                  <a:pt x="1590576" y="145349"/>
                  <a:pt x="1589172" y="145435"/>
                  <a:pt x="1587803" y="145435"/>
                </a:cubicBezTo>
                <a:cubicBezTo>
                  <a:pt x="1583215" y="145435"/>
                  <a:pt x="1579312" y="144818"/>
                  <a:pt x="1576094" y="143586"/>
                </a:cubicBezTo>
                <a:cubicBezTo>
                  <a:pt x="1572876" y="142353"/>
                  <a:pt x="1570240" y="140487"/>
                  <a:pt x="1568186" y="137988"/>
                </a:cubicBezTo>
                <a:cubicBezTo>
                  <a:pt x="1566131" y="135489"/>
                  <a:pt x="1564642" y="132322"/>
                  <a:pt x="1563718" y="128488"/>
                </a:cubicBezTo>
                <a:cubicBezTo>
                  <a:pt x="1562793" y="124653"/>
                  <a:pt x="1562331" y="120134"/>
                  <a:pt x="1562331" y="114930"/>
                </a:cubicBezTo>
                <a:lnTo>
                  <a:pt x="1562331" y="57106"/>
                </a:lnTo>
                <a:lnTo>
                  <a:pt x="1548466" y="57106"/>
                </a:lnTo>
                <a:cubicBezTo>
                  <a:pt x="1547507" y="57106"/>
                  <a:pt x="1546754" y="56673"/>
                  <a:pt x="1546206" y="55809"/>
                </a:cubicBezTo>
                <a:cubicBezTo>
                  <a:pt x="1545658" y="54944"/>
                  <a:pt x="1545384" y="53648"/>
                  <a:pt x="1545384" y="51919"/>
                </a:cubicBezTo>
                <a:cubicBezTo>
                  <a:pt x="1545384" y="51020"/>
                  <a:pt x="1545453" y="50242"/>
                  <a:pt x="1545590" y="49585"/>
                </a:cubicBezTo>
                <a:cubicBezTo>
                  <a:pt x="1545727" y="48929"/>
                  <a:pt x="1545932" y="48375"/>
                  <a:pt x="1546206" y="47926"/>
                </a:cubicBezTo>
                <a:cubicBezTo>
                  <a:pt x="1546480" y="47477"/>
                  <a:pt x="1546805" y="47148"/>
                  <a:pt x="1547182" y="46941"/>
                </a:cubicBezTo>
                <a:cubicBezTo>
                  <a:pt x="1547558" y="46733"/>
                  <a:pt x="1547986" y="46629"/>
                  <a:pt x="1548466" y="46629"/>
                </a:cubicBezTo>
                <a:lnTo>
                  <a:pt x="1562331" y="46629"/>
                </a:lnTo>
                <a:lnTo>
                  <a:pt x="1562331" y="23828"/>
                </a:lnTo>
                <a:cubicBezTo>
                  <a:pt x="1562331" y="23417"/>
                  <a:pt x="1562417" y="23041"/>
                  <a:pt x="1562588" y="22698"/>
                </a:cubicBezTo>
                <a:cubicBezTo>
                  <a:pt x="1562759" y="22356"/>
                  <a:pt x="1563084" y="22065"/>
                  <a:pt x="1563564" y="21825"/>
                </a:cubicBezTo>
                <a:cubicBezTo>
                  <a:pt x="1564043" y="21586"/>
                  <a:pt x="1564676" y="21415"/>
                  <a:pt x="1565464" y="21312"/>
                </a:cubicBezTo>
                <a:cubicBezTo>
                  <a:pt x="1566251" y="21209"/>
                  <a:pt x="1567227" y="21158"/>
                  <a:pt x="1568391" y="21158"/>
                </a:cubicBezTo>
                <a:cubicBezTo>
                  <a:pt x="1569624" y="21158"/>
                  <a:pt x="1570633" y="21209"/>
                  <a:pt x="1571421" y="21312"/>
                </a:cubicBezTo>
                <a:cubicBezTo>
                  <a:pt x="1572208" y="21415"/>
                  <a:pt x="1572825" y="21586"/>
                  <a:pt x="1573270" y="21825"/>
                </a:cubicBezTo>
                <a:cubicBezTo>
                  <a:pt x="1573715" y="22065"/>
                  <a:pt x="1574040" y="22356"/>
                  <a:pt x="1574245" y="22698"/>
                </a:cubicBezTo>
                <a:cubicBezTo>
                  <a:pt x="1574451" y="23041"/>
                  <a:pt x="1574553" y="23417"/>
                  <a:pt x="1574553" y="23828"/>
                </a:cubicBezTo>
                <a:lnTo>
                  <a:pt x="1574553" y="46629"/>
                </a:lnTo>
                <a:lnTo>
                  <a:pt x="1600230" y="46629"/>
                </a:lnTo>
                <a:cubicBezTo>
                  <a:pt x="1600710" y="46629"/>
                  <a:pt x="1601138" y="46733"/>
                  <a:pt x="1601514" y="46941"/>
                </a:cubicBezTo>
                <a:cubicBezTo>
                  <a:pt x="1601891" y="47148"/>
                  <a:pt x="1602216" y="47477"/>
                  <a:pt x="1602490" y="47926"/>
                </a:cubicBezTo>
                <a:cubicBezTo>
                  <a:pt x="1602764" y="48375"/>
                  <a:pt x="1602969" y="48929"/>
                  <a:pt x="1603106" y="49585"/>
                </a:cubicBezTo>
                <a:cubicBezTo>
                  <a:pt x="1603243" y="50242"/>
                  <a:pt x="1603312" y="51020"/>
                  <a:pt x="1603312" y="51919"/>
                </a:cubicBezTo>
                <a:cubicBezTo>
                  <a:pt x="1603312" y="53648"/>
                  <a:pt x="1603021" y="54944"/>
                  <a:pt x="1602439" y="55809"/>
                </a:cubicBezTo>
                <a:cubicBezTo>
                  <a:pt x="1601857" y="56673"/>
                  <a:pt x="1601121" y="57106"/>
                  <a:pt x="1600230" y="57106"/>
                </a:cubicBezTo>
                <a:lnTo>
                  <a:pt x="1574553" y="57106"/>
                </a:lnTo>
                <a:lnTo>
                  <a:pt x="1574553" y="113287"/>
                </a:lnTo>
                <a:cubicBezTo>
                  <a:pt x="1574553" y="120340"/>
                  <a:pt x="1575563" y="125715"/>
                  <a:pt x="1577583" y="129412"/>
                </a:cubicBezTo>
                <a:cubicBezTo>
                  <a:pt x="1579603" y="133110"/>
                  <a:pt x="1583284" y="134958"/>
                  <a:pt x="1588624" y="134958"/>
                </a:cubicBezTo>
                <a:cubicBezTo>
                  <a:pt x="1590268" y="134958"/>
                  <a:pt x="1591757" y="134787"/>
                  <a:pt x="1593092" y="134445"/>
                </a:cubicBezTo>
                <a:cubicBezTo>
                  <a:pt x="1594427" y="134102"/>
                  <a:pt x="1595609" y="133726"/>
                  <a:pt x="1596636" y="133315"/>
                </a:cubicBezTo>
                <a:cubicBezTo>
                  <a:pt x="1597663" y="132904"/>
                  <a:pt x="1598536" y="132528"/>
                  <a:pt x="1599255" y="132185"/>
                </a:cubicBezTo>
                <a:cubicBezTo>
                  <a:pt x="1599974" y="131843"/>
                  <a:pt x="1600607" y="131672"/>
                  <a:pt x="1601155" y="131672"/>
                </a:cubicBezTo>
                <a:cubicBezTo>
                  <a:pt x="1601497" y="131672"/>
                  <a:pt x="1601805" y="131740"/>
                  <a:pt x="1602079" y="131877"/>
                </a:cubicBezTo>
                <a:cubicBezTo>
                  <a:pt x="1602353" y="132014"/>
                  <a:pt x="1602576" y="132271"/>
                  <a:pt x="1602747" y="132647"/>
                </a:cubicBezTo>
                <a:cubicBezTo>
                  <a:pt x="1602918" y="133024"/>
                  <a:pt x="1603055" y="133503"/>
                  <a:pt x="1603158" y="134085"/>
                </a:cubicBezTo>
                <a:cubicBezTo>
                  <a:pt x="1603260" y="134667"/>
                  <a:pt x="1603312" y="135403"/>
                  <a:pt x="1603312" y="136294"/>
                </a:cubicBezTo>
                <a:close/>
                <a:moveTo>
                  <a:pt x="1803253" y="48481"/>
                </a:moveTo>
                <a:cubicBezTo>
                  <a:pt x="1803253" y="48824"/>
                  <a:pt x="1803202" y="49217"/>
                  <a:pt x="1803099" y="49663"/>
                </a:cubicBezTo>
                <a:cubicBezTo>
                  <a:pt x="1802996" y="50108"/>
                  <a:pt x="1802876" y="50605"/>
                  <a:pt x="1802740" y="51155"/>
                </a:cubicBezTo>
                <a:lnTo>
                  <a:pt x="1773981" y="141734"/>
                </a:lnTo>
                <a:cubicBezTo>
                  <a:pt x="1773844" y="142282"/>
                  <a:pt x="1773588" y="142728"/>
                  <a:pt x="1773211" y="143072"/>
                </a:cubicBezTo>
                <a:cubicBezTo>
                  <a:pt x="1772834" y="143415"/>
                  <a:pt x="1772338" y="143688"/>
                  <a:pt x="1771722" y="143894"/>
                </a:cubicBezTo>
                <a:cubicBezTo>
                  <a:pt x="1771105" y="144099"/>
                  <a:pt x="1770301" y="144236"/>
                  <a:pt x="1769308" y="144305"/>
                </a:cubicBezTo>
                <a:cubicBezTo>
                  <a:pt x="1768315" y="144373"/>
                  <a:pt x="1767134" y="144407"/>
                  <a:pt x="1765765" y="144407"/>
                </a:cubicBezTo>
                <a:cubicBezTo>
                  <a:pt x="1764327" y="144407"/>
                  <a:pt x="1763094" y="144356"/>
                  <a:pt x="1762067" y="144253"/>
                </a:cubicBezTo>
                <a:cubicBezTo>
                  <a:pt x="1761040" y="144151"/>
                  <a:pt x="1760201" y="143997"/>
                  <a:pt x="1759551" y="143791"/>
                </a:cubicBezTo>
                <a:cubicBezTo>
                  <a:pt x="1758900" y="143586"/>
                  <a:pt x="1758387" y="143312"/>
                  <a:pt x="1758010" y="142970"/>
                </a:cubicBezTo>
                <a:cubicBezTo>
                  <a:pt x="1757634" y="142625"/>
                  <a:pt x="1757377" y="142213"/>
                  <a:pt x="1757240" y="141734"/>
                </a:cubicBezTo>
                <a:lnTo>
                  <a:pt x="1735671" y="68323"/>
                </a:lnTo>
                <a:lnTo>
                  <a:pt x="1735466" y="67502"/>
                </a:lnTo>
                <a:lnTo>
                  <a:pt x="1735260" y="68323"/>
                </a:lnTo>
                <a:lnTo>
                  <a:pt x="1715130" y="141734"/>
                </a:lnTo>
                <a:cubicBezTo>
                  <a:pt x="1714993" y="142282"/>
                  <a:pt x="1714719" y="142728"/>
                  <a:pt x="1714308" y="143072"/>
                </a:cubicBezTo>
                <a:cubicBezTo>
                  <a:pt x="1713897" y="143415"/>
                  <a:pt x="1713332" y="143688"/>
                  <a:pt x="1712613" y="143894"/>
                </a:cubicBezTo>
                <a:cubicBezTo>
                  <a:pt x="1711894" y="144099"/>
                  <a:pt x="1711021" y="144236"/>
                  <a:pt x="1709994" y="144305"/>
                </a:cubicBezTo>
                <a:cubicBezTo>
                  <a:pt x="1708967" y="144373"/>
                  <a:pt x="1707803" y="144407"/>
                  <a:pt x="1706502" y="144407"/>
                </a:cubicBezTo>
                <a:cubicBezTo>
                  <a:pt x="1705133" y="144407"/>
                  <a:pt x="1703969" y="144356"/>
                  <a:pt x="1703010" y="144253"/>
                </a:cubicBezTo>
                <a:cubicBezTo>
                  <a:pt x="1702051" y="144151"/>
                  <a:pt x="1701247" y="143997"/>
                  <a:pt x="1700596" y="143791"/>
                </a:cubicBezTo>
                <a:cubicBezTo>
                  <a:pt x="1699946" y="143586"/>
                  <a:pt x="1699450" y="143312"/>
                  <a:pt x="1699107" y="142970"/>
                </a:cubicBezTo>
                <a:cubicBezTo>
                  <a:pt x="1698765" y="142625"/>
                  <a:pt x="1698525" y="142213"/>
                  <a:pt x="1698388" y="141734"/>
                </a:cubicBezTo>
                <a:lnTo>
                  <a:pt x="1669835" y="51155"/>
                </a:lnTo>
                <a:cubicBezTo>
                  <a:pt x="1669630" y="50674"/>
                  <a:pt x="1669476" y="50193"/>
                  <a:pt x="1669373" y="49714"/>
                </a:cubicBezTo>
                <a:cubicBezTo>
                  <a:pt x="1669271" y="49235"/>
                  <a:pt x="1669219" y="48824"/>
                  <a:pt x="1669219" y="48481"/>
                </a:cubicBezTo>
                <a:cubicBezTo>
                  <a:pt x="1669219" y="48002"/>
                  <a:pt x="1669322" y="47591"/>
                  <a:pt x="1669527" y="47249"/>
                </a:cubicBezTo>
                <a:cubicBezTo>
                  <a:pt x="1669733" y="46904"/>
                  <a:pt x="1670075" y="46647"/>
                  <a:pt x="1670554" y="46475"/>
                </a:cubicBezTo>
                <a:cubicBezTo>
                  <a:pt x="1671034" y="46304"/>
                  <a:pt x="1671650" y="46184"/>
                  <a:pt x="1672403" y="46116"/>
                </a:cubicBezTo>
                <a:cubicBezTo>
                  <a:pt x="1673156" y="46047"/>
                  <a:pt x="1674081" y="46013"/>
                  <a:pt x="1675176" y="46013"/>
                </a:cubicBezTo>
                <a:cubicBezTo>
                  <a:pt x="1676614" y="46013"/>
                  <a:pt x="1677778" y="46065"/>
                  <a:pt x="1678668" y="46167"/>
                </a:cubicBezTo>
                <a:cubicBezTo>
                  <a:pt x="1679558" y="46270"/>
                  <a:pt x="1680226" y="46424"/>
                  <a:pt x="1680671" y="46629"/>
                </a:cubicBezTo>
                <a:cubicBezTo>
                  <a:pt x="1681116" y="46835"/>
                  <a:pt x="1681441" y="47110"/>
                  <a:pt x="1681647" y="47454"/>
                </a:cubicBezTo>
                <a:cubicBezTo>
                  <a:pt x="1681852" y="47797"/>
                  <a:pt x="1682023" y="48207"/>
                  <a:pt x="1682160" y="48687"/>
                </a:cubicBezTo>
                <a:lnTo>
                  <a:pt x="1706708" y="129913"/>
                </a:lnTo>
                <a:lnTo>
                  <a:pt x="1706913" y="130632"/>
                </a:lnTo>
                <a:lnTo>
                  <a:pt x="1707118" y="129913"/>
                </a:lnTo>
                <a:lnTo>
                  <a:pt x="1729406" y="48687"/>
                </a:lnTo>
                <a:cubicBezTo>
                  <a:pt x="1729543" y="48207"/>
                  <a:pt x="1729731" y="47797"/>
                  <a:pt x="1729971" y="47454"/>
                </a:cubicBezTo>
                <a:cubicBezTo>
                  <a:pt x="1730211" y="47110"/>
                  <a:pt x="1730553" y="46835"/>
                  <a:pt x="1730998" y="46629"/>
                </a:cubicBezTo>
                <a:cubicBezTo>
                  <a:pt x="1731443" y="46424"/>
                  <a:pt x="1732059" y="46270"/>
                  <a:pt x="1732847" y="46167"/>
                </a:cubicBezTo>
                <a:cubicBezTo>
                  <a:pt x="1733634" y="46065"/>
                  <a:pt x="1734644" y="46013"/>
                  <a:pt x="1735877" y="46013"/>
                </a:cubicBezTo>
                <a:cubicBezTo>
                  <a:pt x="1737041" y="46013"/>
                  <a:pt x="1737999" y="46065"/>
                  <a:pt x="1738752" y="46167"/>
                </a:cubicBezTo>
                <a:cubicBezTo>
                  <a:pt x="1739506" y="46270"/>
                  <a:pt x="1740122" y="46424"/>
                  <a:pt x="1740601" y="46629"/>
                </a:cubicBezTo>
                <a:cubicBezTo>
                  <a:pt x="1741081" y="46835"/>
                  <a:pt x="1741423" y="47110"/>
                  <a:pt x="1741628" y="47454"/>
                </a:cubicBezTo>
                <a:cubicBezTo>
                  <a:pt x="1741834" y="47797"/>
                  <a:pt x="1742005" y="48207"/>
                  <a:pt x="1742142" y="48687"/>
                </a:cubicBezTo>
                <a:lnTo>
                  <a:pt x="1766175" y="129913"/>
                </a:lnTo>
                <a:lnTo>
                  <a:pt x="1766381" y="130632"/>
                </a:lnTo>
                <a:lnTo>
                  <a:pt x="1766484" y="129913"/>
                </a:lnTo>
                <a:lnTo>
                  <a:pt x="1790928" y="48687"/>
                </a:lnTo>
                <a:cubicBezTo>
                  <a:pt x="1791065" y="48207"/>
                  <a:pt x="1791253" y="47797"/>
                  <a:pt x="1791493" y="47454"/>
                </a:cubicBezTo>
                <a:cubicBezTo>
                  <a:pt x="1791733" y="47110"/>
                  <a:pt x="1792092" y="46835"/>
                  <a:pt x="1792571" y="46629"/>
                </a:cubicBezTo>
                <a:cubicBezTo>
                  <a:pt x="1793051" y="46424"/>
                  <a:pt x="1793718" y="46270"/>
                  <a:pt x="1794574" y="46167"/>
                </a:cubicBezTo>
                <a:cubicBezTo>
                  <a:pt x="1795430" y="46065"/>
                  <a:pt x="1796543" y="46013"/>
                  <a:pt x="1797912" y="46013"/>
                </a:cubicBezTo>
                <a:cubicBezTo>
                  <a:pt x="1799008" y="46013"/>
                  <a:pt x="1799898" y="46047"/>
                  <a:pt x="1800583" y="46116"/>
                </a:cubicBezTo>
                <a:cubicBezTo>
                  <a:pt x="1801267" y="46184"/>
                  <a:pt x="1801815" y="46321"/>
                  <a:pt x="1802226" y="46527"/>
                </a:cubicBezTo>
                <a:cubicBezTo>
                  <a:pt x="1802637" y="46732"/>
                  <a:pt x="1802911" y="46990"/>
                  <a:pt x="1803048" y="47300"/>
                </a:cubicBezTo>
                <a:cubicBezTo>
                  <a:pt x="1803185" y="47608"/>
                  <a:pt x="1803253" y="48002"/>
                  <a:pt x="1803253" y="48481"/>
                </a:cubicBezTo>
                <a:close/>
                <a:moveTo>
                  <a:pt x="1899366" y="90486"/>
                </a:moveTo>
                <a:cubicBezTo>
                  <a:pt x="1899366" y="92951"/>
                  <a:pt x="1898715" y="94645"/>
                  <a:pt x="1897414" y="95570"/>
                </a:cubicBezTo>
                <a:cubicBezTo>
                  <a:pt x="1896113" y="96494"/>
                  <a:pt x="1894847" y="96956"/>
                  <a:pt x="1893614" y="96956"/>
                </a:cubicBezTo>
                <a:lnTo>
                  <a:pt x="1830243" y="96956"/>
                </a:lnTo>
                <a:cubicBezTo>
                  <a:pt x="1830243" y="102723"/>
                  <a:pt x="1830808" y="107941"/>
                  <a:pt x="1831938" y="112610"/>
                </a:cubicBezTo>
                <a:cubicBezTo>
                  <a:pt x="1833068" y="117279"/>
                  <a:pt x="1834934" y="121278"/>
                  <a:pt x="1837536" y="124607"/>
                </a:cubicBezTo>
                <a:cubicBezTo>
                  <a:pt x="1840138" y="127937"/>
                  <a:pt x="1843527" y="130495"/>
                  <a:pt x="1847704" y="132281"/>
                </a:cubicBezTo>
                <a:cubicBezTo>
                  <a:pt x="1851880" y="134066"/>
                  <a:pt x="1857016" y="134958"/>
                  <a:pt x="1863110" y="134958"/>
                </a:cubicBezTo>
                <a:cubicBezTo>
                  <a:pt x="1867424" y="134958"/>
                  <a:pt x="1871292" y="134576"/>
                  <a:pt x="1874716" y="133812"/>
                </a:cubicBezTo>
                <a:cubicBezTo>
                  <a:pt x="1878139" y="133049"/>
                  <a:pt x="1881101" y="132198"/>
                  <a:pt x="1883600" y="131261"/>
                </a:cubicBezTo>
                <a:cubicBezTo>
                  <a:pt x="1886099" y="130324"/>
                  <a:pt x="1888154" y="129473"/>
                  <a:pt x="1889763" y="128709"/>
                </a:cubicBezTo>
                <a:cubicBezTo>
                  <a:pt x="1891372" y="127945"/>
                  <a:pt x="1892519" y="127563"/>
                  <a:pt x="1893203" y="127563"/>
                </a:cubicBezTo>
                <a:cubicBezTo>
                  <a:pt x="1893614" y="127563"/>
                  <a:pt x="1893991" y="127667"/>
                  <a:pt x="1894333" y="127875"/>
                </a:cubicBezTo>
                <a:cubicBezTo>
                  <a:pt x="1894675" y="128082"/>
                  <a:pt x="1894949" y="128411"/>
                  <a:pt x="1895155" y="128860"/>
                </a:cubicBezTo>
                <a:cubicBezTo>
                  <a:pt x="1895360" y="129309"/>
                  <a:pt x="1895514" y="129880"/>
                  <a:pt x="1895617" y="130571"/>
                </a:cubicBezTo>
                <a:cubicBezTo>
                  <a:pt x="1895720" y="131262"/>
                  <a:pt x="1895771" y="132125"/>
                  <a:pt x="1895771" y="133161"/>
                </a:cubicBezTo>
                <a:cubicBezTo>
                  <a:pt x="1895771" y="133647"/>
                  <a:pt x="1895737" y="134114"/>
                  <a:pt x="1895668" y="134564"/>
                </a:cubicBezTo>
                <a:cubicBezTo>
                  <a:pt x="1895600" y="135013"/>
                  <a:pt x="1895514" y="135428"/>
                  <a:pt x="1895412" y="135809"/>
                </a:cubicBezTo>
                <a:cubicBezTo>
                  <a:pt x="1895309" y="136188"/>
                  <a:pt x="1895155" y="136550"/>
                  <a:pt x="1894949" y="136897"/>
                </a:cubicBezTo>
                <a:cubicBezTo>
                  <a:pt x="1894744" y="137241"/>
                  <a:pt x="1894470" y="137587"/>
                  <a:pt x="1894128" y="137934"/>
                </a:cubicBezTo>
                <a:cubicBezTo>
                  <a:pt x="1893785" y="138278"/>
                  <a:pt x="1892724" y="138878"/>
                  <a:pt x="1890944" y="139734"/>
                </a:cubicBezTo>
                <a:cubicBezTo>
                  <a:pt x="1889163" y="140590"/>
                  <a:pt x="1886835" y="141446"/>
                  <a:pt x="1883960" y="142302"/>
                </a:cubicBezTo>
                <a:cubicBezTo>
                  <a:pt x="1881084" y="143158"/>
                  <a:pt x="1877746" y="143928"/>
                  <a:pt x="1873946" y="144613"/>
                </a:cubicBezTo>
                <a:cubicBezTo>
                  <a:pt x="1870145" y="145298"/>
                  <a:pt x="1866054" y="145640"/>
                  <a:pt x="1861672" y="145640"/>
                </a:cubicBezTo>
                <a:cubicBezTo>
                  <a:pt x="1854482" y="145640"/>
                  <a:pt x="1848115" y="144560"/>
                  <a:pt x="1842568" y="142401"/>
                </a:cubicBezTo>
                <a:cubicBezTo>
                  <a:pt x="1837022" y="140242"/>
                  <a:pt x="1832366" y="137055"/>
                  <a:pt x="1828600" y="132840"/>
                </a:cubicBezTo>
                <a:cubicBezTo>
                  <a:pt x="1824834" y="128625"/>
                  <a:pt x="1821975" y="123398"/>
                  <a:pt x="1820024" y="117161"/>
                </a:cubicBezTo>
                <a:cubicBezTo>
                  <a:pt x="1818072" y="110924"/>
                  <a:pt x="1817097" y="103692"/>
                  <a:pt x="1817097" y="95467"/>
                </a:cubicBezTo>
                <a:cubicBezTo>
                  <a:pt x="1817097" y="87584"/>
                  <a:pt x="1818107" y="80524"/>
                  <a:pt x="1820127" y="74287"/>
                </a:cubicBezTo>
                <a:cubicBezTo>
                  <a:pt x="1822147" y="68049"/>
                  <a:pt x="1825039" y="62755"/>
                  <a:pt x="1828805" y="58402"/>
                </a:cubicBezTo>
                <a:cubicBezTo>
                  <a:pt x="1832571" y="54050"/>
                  <a:pt x="1837108" y="50726"/>
                  <a:pt x="1842414" y="48430"/>
                </a:cubicBezTo>
                <a:cubicBezTo>
                  <a:pt x="1847721" y="46134"/>
                  <a:pt x="1853627" y="44986"/>
                  <a:pt x="1860131" y="44986"/>
                </a:cubicBezTo>
                <a:cubicBezTo>
                  <a:pt x="1867115" y="44986"/>
                  <a:pt x="1873073" y="46150"/>
                  <a:pt x="1878003" y="48478"/>
                </a:cubicBezTo>
                <a:cubicBezTo>
                  <a:pt x="1882933" y="50806"/>
                  <a:pt x="1886989" y="53939"/>
                  <a:pt x="1890173" y="57876"/>
                </a:cubicBezTo>
                <a:cubicBezTo>
                  <a:pt x="1893357" y="61813"/>
                  <a:pt x="1895685" y="66384"/>
                  <a:pt x="1897158" y="71587"/>
                </a:cubicBezTo>
                <a:cubicBezTo>
                  <a:pt x="1898630" y="76791"/>
                  <a:pt x="1899366" y="82269"/>
                  <a:pt x="1899366" y="88021"/>
                </a:cubicBezTo>
                <a:lnTo>
                  <a:pt x="1899366" y="90486"/>
                </a:lnTo>
                <a:moveTo>
                  <a:pt x="1886733" y="86891"/>
                </a:moveTo>
                <a:cubicBezTo>
                  <a:pt x="1886938" y="77031"/>
                  <a:pt x="1884679" y="69328"/>
                  <a:pt x="1879954" y="63782"/>
                </a:cubicBezTo>
                <a:cubicBezTo>
                  <a:pt x="1875229" y="58235"/>
                  <a:pt x="1868348" y="55462"/>
                  <a:pt x="1859310" y="55462"/>
                </a:cubicBezTo>
                <a:cubicBezTo>
                  <a:pt x="1854654" y="55462"/>
                  <a:pt x="1850562" y="56335"/>
                  <a:pt x="1847036" y="58081"/>
                </a:cubicBezTo>
                <a:cubicBezTo>
                  <a:pt x="1843510" y="59827"/>
                  <a:pt x="1840531" y="62138"/>
                  <a:pt x="1838100" y="65014"/>
                </a:cubicBezTo>
                <a:cubicBezTo>
                  <a:pt x="1835670" y="67890"/>
                  <a:pt x="1833804" y="71228"/>
                  <a:pt x="1832503" y="75028"/>
                </a:cubicBezTo>
                <a:cubicBezTo>
                  <a:pt x="1831202" y="78828"/>
                  <a:pt x="1830449" y="82783"/>
                  <a:pt x="1830243" y="86891"/>
                </a:cubicBezTo>
                <a:lnTo>
                  <a:pt x="1886733" y="86891"/>
                </a:lnTo>
                <a:close/>
                <a:moveTo>
                  <a:pt x="2004200" y="94132"/>
                </a:moveTo>
                <a:cubicBezTo>
                  <a:pt x="2004200" y="102081"/>
                  <a:pt x="2003344" y="109226"/>
                  <a:pt x="2001633" y="115566"/>
                </a:cubicBezTo>
                <a:cubicBezTo>
                  <a:pt x="1999921" y="121906"/>
                  <a:pt x="1997370" y="127304"/>
                  <a:pt x="1993981" y="131762"/>
                </a:cubicBezTo>
                <a:cubicBezTo>
                  <a:pt x="1990591" y="136216"/>
                  <a:pt x="1986415" y="139643"/>
                  <a:pt x="1981450" y="142042"/>
                </a:cubicBezTo>
                <a:cubicBezTo>
                  <a:pt x="1976486" y="144441"/>
                  <a:pt x="1970786" y="145640"/>
                  <a:pt x="1964350" y="145640"/>
                </a:cubicBezTo>
                <a:cubicBezTo>
                  <a:pt x="1961474" y="145640"/>
                  <a:pt x="1958820" y="145348"/>
                  <a:pt x="1956390" y="144764"/>
                </a:cubicBezTo>
                <a:cubicBezTo>
                  <a:pt x="1953959" y="144182"/>
                  <a:pt x="1951579" y="143240"/>
                  <a:pt x="1949251" y="141939"/>
                </a:cubicBezTo>
                <a:cubicBezTo>
                  <a:pt x="1946923" y="140636"/>
                  <a:pt x="1944544" y="138991"/>
                  <a:pt x="1942113" y="137003"/>
                </a:cubicBezTo>
                <a:cubicBezTo>
                  <a:pt x="1939682" y="135015"/>
                  <a:pt x="1937063" y="132616"/>
                  <a:pt x="1934256" y="129807"/>
                </a:cubicBezTo>
                <a:lnTo>
                  <a:pt x="1934256" y="141753"/>
                </a:lnTo>
                <a:cubicBezTo>
                  <a:pt x="1934256" y="142230"/>
                  <a:pt x="1934153" y="142639"/>
                  <a:pt x="1933948" y="142979"/>
                </a:cubicBezTo>
                <a:cubicBezTo>
                  <a:pt x="1933743" y="143319"/>
                  <a:pt x="1933400" y="143591"/>
                  <a:pt x="1932921" y="143794"/>
                </a:cubicBezTo>
                <a:cubicBezTo>
                  <a:pt x="1932442" y="144000"/>
                  <a:pt x="1931860" y="144153"/>
                  <a:pt x="1931175" y="144253"/>
                </a:cubicBezTo>
                <a:cubicBezTo>
                  <a:pt x="1930490" y="144356"/>
                  <a:pt x="1929634" y="144407"/>
                  <a:pt x="1928607" y="144407"/>
                </a:cubicBezTo>
                <a:cubicBezTo>
                  <a:pt x="1927580" y="144407"/>
                  <a:pt x="1926707" y="144356"/>
                  <a:pt x="1925988" y="144253"/>
                </a:cubicBezTo>
                <a:cubicBezTo>
                  <a:pt x="1925269" y="144151"/>
                  <a:pt x="1924687" y="143997"/>
                  <a:pt x="1924242" y="143791"/>
                </a:cubicBezTo>
                <a:cubicBezTo>
                  <a:pt x="1923797" y="143586"/>
                  <a:pt x="1923489" y="143312"/>
                  <a:pt x="1923318" y="142970"/>
                </a:cubicBezTo>
                <a:cubicBezTo>
                  <a:pt x="1923146" y="142627"/>
                  <a:pt x="1923061" y="142216"/>
                  <a:pt x="1923061" y="141737"/>
                </a:cubicBezTo>
                <a:lnTo>
                  <a:pt x="1923061" y="3287"/>
                </a:lnTo>
                <a:cubicBezTo>
                  <a:pt x="1923061" y="2876"/>
                  <a:pt x="1923146" y="2499"/>
                  <a:pt x="1923318" y="2157"/>
                </a:cubicBezTo>
                <a:cubicBezTo>
                  <a:pt x="1923489" y="1815"/>
                  <a:pt x="1923814" y="1524"/>
                  <a:pt x="1924293" y="1284"/>
                </a:cubicBezTo>
                <a:cubicBezTo>
                  <a:pt x="1924773" y="1044"/>
                  <a:pt x="1925406" y="873"/>
                  <a:pt x="1926193" y="770"/>
                </a:cubicBezTo>
                <a:cubicBezTo>
                  <a:pt x="1926981" y="668"/>
                  <a:pt x="1927957" y="616"/>
                  <a:pt x="1929121" y="616"/>
                </a:cubicBezTo>
                <a:cubicBezTo>
                  <a:pt x="1930353" y="616"/>
                  <a:pt x="1931363" y="668"/>
                  <a:pt x="1932151" y="770"/>
                </a:cubicBezTo>
                <a:cubicBezTo>
                  <a:pt x="1932938" y="873"/>
                  <a:pt x="1933554" y="1044"/>
                  <a:pt x="1933999" y="1284"/>
                </a:cubicBezTo>
                <a:cubicBezTo>
                  <a:pt x="1934444" y="1524"/>
                  <a:pt x="1934770" y="1815"/>
                  <a:pt x="1934975" y="2157"/>
                </a:cubicBezTo>
                <a:cubicBezTo>
                  <a:pt x="1935180" y="2499"/>
                  <a:pt x="1935283" y="2876"/>
                  <a:pt x="1935283" y="3287"/>
                </a:cubicBezTo>
                <a:lnTo>
                  <a:pt x="1935283" y="61333"/>
                </a:lnTo>
                <a:cubicBezTo>
                  <a:pt x="1938227" y="58249"/>
                  <a:pt x="1941035" y="55662"/>
                  <a:pt x="1943705" y="53572"/>
                </a:cubicBezTo>
                <a:cubicBezTo>
                  <a:pt x="1946376" y="51481"/>
                  <a:pt x="1948978" y="49803"/>
                  <a:pt x="1951511" y="48536"/>
                </a:cubicBezTo>
                <a:cubicBezTo>
                  <a:pt x="1954044" y="47267"/>
                  <a:pt x="1956561" y="46359"/>
                  <a:pt x="1959060" y="45811"/>
                </a:cubicBezTo>
                <a:cubicBezTo>
                  <a:pt x="1961559" y="45261"/>
                  <a:pt x="1964144" y="44986"/>
                  <a:pt x="1966814" y="44986"/>
                </a:cubicBezTo>
                <a:cubicBezTo>
                  <a:pt x="1973525" y="44986"/>
                  <a:pt x="1979259" y="46288"/>
                  <a:pt x="1984018" y="48892"/>
                </a:cubicBezTo>
                <a:cubicBezTo>
                  <a:pt x="1988777" y="51496"/>
                  <a:pt x="1992646" y="55027"/>
                  <a:pt x="1995624" y="59484"/>
                </a:cubicBezTo>
                <a:cubicBezTo>
                  <a:pt x="1998603" y="63939"/>
                  <a:pt x="2000777" y="69148"/>
                  <a:pt x="2002146" y="75112"/>
                </a:cubicBezTo>
                <a:cubicBezTo>
                  <a:pt x="2003515" y="81073"/>
                  <a:pt x="2004200" y="87413"/>
                  <a:pt x="2004200" y="94132"/>
                </a:cubicBezTo>
                <a:moveTo>
                  <a:pt x="1991362" y="96083"/>
                </a:moveTo>
                <a:cubicBezTo>
                  <a:pt x="1991362" y="90873"/>
                  <a:pt x="1990951" y="85834"/>
                  <a:pt x="1990129" y="80966"/>
                </a:cubicBezTo>
                <a:cubicBezTo>
                  <a:pt x="1989308" y="76098"/>
                  <a:pt x="1987904" y="71779"/>
                  <a:pt x="1985918" y="68009"/>
                </a:cubicBezTo>
                <a:cubicBezTo>
                  <a:pt x="1983932" y="64239"/>
                  <a:pt x="1981296" y="61205"/>
                  <a:pt x="1978010" y="58909"/>
                </a:cubicBezTo>
                <a:cubicBezTo>
                  <a:pt x="1974723" y="56611"/>
                  <a:pt x="1970615" y="55462"/>
                  <a:pt x="1965685" y="55462"/>
                </a:cubicBezTo>
                <a:cubicBezTo>
                  <a:pt x="1963288" y="55462"/>
                  <a:pt x="1960909" y="55806"/>
                  <a:pt x="1958546" y="56493"/>
                </a:cubicBezTo>
                <a:cubicBezTo>
                  <a:pt x="1956184" y="57177"/>
                  <a:pt x="1953771" y="58308"/>
                  <a:pt x="1951306" y="59885"/>
                </a:cubicBezTo>
                <a:cubicBezTo>
                  <a:pt x="1948841" y="61462"/>
                  <a:pt x="1946290" y="63502"/>
                  <a:pt x="1943654" y="66006"/>
                </a:cubicBezTo>
                <a:cubicBezTo>
                  <a:pt x="1941018" y="68509"/>
                  <a:pt x="1938227" y="71613"/>
                  <a:pt x="1935283" y="75317"/>
                </a:cubicBezTo>
                <a:lnTo>
                  <a:pt x="1935283" y="115826"/>
                </a:lnTo>
                <a:cubicBezTo>
                  <a:pt x="1940419" y="122065"/>
                  <a:pt x="1945366" y="126849"/>
                  <a:pt x="1950124" y="130176"/>
                </a:cubicBezTo>
                <a:cubicBezTo>
                  <a:pt x="1954883" y="133501"/>
                  <a:pt x="1959830" y="135164"/>
                  <a:pt x="1964966" y="135164"/>
                </a:cubicBezTo>
                <a:cubicBezTo>
                  <a:pt x="1969690" y="135164"/>
                  <a:pt x="1973730" y="134016"/>
                  <a:pt x="1977085" y="131720"/>
                </a:cubicBezTo>
                <a:cubicBezTo>
                  <a:pt x="1980440" y="129422"/>
                  <a:pt x="1983179" y="126422"/>
                  <a:pt x="1985302" y="122720"/>
                </a:cubicBezTo>
                <a:cubicBezTo>
                  <a:pt x="1987425" y="119018"/>
                  <a:pt x="1988965" y="114836"/>
                  <a:pt x="1989924" y="110174"/>
                </a:cubicBezTo>
                <a:cubicBezTo>
                  <a:pt x="1990882" y="105511"/>
                  <a:pt x="1991362" y="100814"/>
                  <a:pt x="1991362" y="96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pages].">
            <a:extLst xmlns:a="http://schemas.openxmlformats.org/drawingml/2006/main">
              <a:ext uri="{FF2B5EF4-FFF2-40B4-BE49-F238E27FC236}">
                <a16:creationId xmlns:a16="http://schemas.microsoft.com/office/drawing/2014/main" id="{0E512EBA-8912-4DC7-8A1B-2536913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98" y="3311546"/>
            <a:ext cx="560471" cy="180355"/>
          </a:xfrm>
          <a:custGeom xmlns:a="http://schemas.openxmlformats.org/drawingml/2006/main">
            <a:pathLst>
              <a:path w="560471" h="180355">
                <a:moveTo>
                  <a:pt x="81139" y="92899"/>
                </a:moveTo>
                <a:cubicBezTo>
                  <a:pt x="81139" y="100849"/>
                  <a:pt x="80266" y="108010"/>
                  <a:pt x="78520" y="114385"/>
                </a:cubicBezTo>
                <a:cubicBezTo>
                  <a:pt x="76774" y="120759"/>
                  <a:pt x="74207" y="126175"/>
                  <a:pt x="70817" y="130632"/>
                </a:cubicBezTo>
                <a:cubicBezTo>
                  <a:pt x="67428" y="135087"/>
                  <a:pt x="63234" y="138531"/>
                  <a:pt x="58235" y="140964"/>
                </a:cubicBezTo>
                <a:cubicBezTo>
                  <a:pt x="53237" y="143396"/>
                  <a:pt x="47520" y="144613"/>
                  <a:pt x="41083" y="144613"/>
                </a:cubicBezTo>
                <a:cubicBezTo>
                  <a:pt x="38344" y="144613"/>
                  <a:pt x="35777" y="144321"/>
                  <a:pt x="33380" y="143737"/>
                </a:cubicBezTo>
                <a:cubicBezTo>
                  <a:pt x="30984" y="143155"/>
                  <a:pt x="28638" y="142247"/>
                  <a:pt x="26345" y="141015"/>
                </a:cubicBezTo>
                <a:cubicBezTo>
                  <a:pt x="24051" y="139780"/>
                  <a:pt x="21757" y="138237"/>
                  <a:pt x="19463" y="136387"/>
                </a:cubicBezTo>
                <a:cubicBezTo>
                  <a:pt x="17169" y="134536"/>
                  <a:pt x="14756" y="132308"/>
                  <a:pt x="12222" y="129704"/>
                </a:cubicBezTo>
                <a:lnTo>
                  <a:pt x="12222" y="177685"/>
                </a:lnTo>
                <a:cubicBezTo>
                  <a:pt x="12222" y="178096"/>
                  <a:pt x="12120" y="178472"/>
                  <a:pt x="11914" y="178815"/>
                </a:cubicBezTo>
                <a:cubicBezTo>
                  <a:pt x="11709" y="179157"/>
                  <a:pt x="11383" y="179448"/>
                  <a:pt x="10938" y="179688"/>
                </a:cubicBezTo>
                <a:cubicBezTo>
                  <a:pt x="10493" y="179927"/>
                  <a:pt x="9877" y="180098"/>
                  <a:pt x="9090" y="180201"/>
                </a:cubicBezTo>
                <a:cubicBezTo>
                  <a:pt x="8302" y="180304"/>
                  <a:pt x="7292" y="180355"/>
                  <a:pt x="6060" y="180355"/>
                </a:cubicBezTo>
                <a:cubicBezTo>
                  <a:pt x="4896" y="180355"/>
                  <a:pt x="3920" y="180304"/>
                  <a:pt x="3133" y="180201"/>
                </a:cubicBezTo>
                <a:cubicBezTo>
                  <a:pt x="2345" y="180098"/>
                  <a:pt x="1712" y="179927"/>
                  <a:pt x="1232" y="179688"/>
                </a:cubicBezTo>
                <a:cubicBezTo>
                  <a:pt x="753" y="179448"/>
                  <a:pt x="428" y="179156"/>
                  <a:pt x="257" y="178811"/>
                </a:cubicBezTo>
                <a:cubicBezTo>
                  <a:pt x="86" y="178469"/>
                  <a:pt x="0" y="178092"/>
                  <a:pt x="0" y="177682"/>
                </a:cubicBezTo>
                <a:lnTo>
                  <a:pt x="0" y="47660"/>
                </a:lnTo>
                <a:cubicBezTo>
                  <a:pt x="0" y="47180"/>
                  <a:pt x="86" y="46770"/>
                  <a:pt x="257" y="46427"/>
                </a:cubicBezTo>
                <a:cubicBezTo>
                  <a:pt x="428" y="46083"/>
                  <a:pt x="736" y="45808"/>
                  <a:pt x="1181" y="45602"/>
                </a:cubicBezTo>
                <a:cubicBezTo>
                  <a:pt x="1626" y="45397"/>
                  <a:pt x="2208" y="45243"/>
                  <a:pt x="2927" y="45140"/>
                </a:cubicBezTo>
                <a:cubicBezTo>
                  <a:pt x="3646" y="45037"/>
                  <a:pt x="4519" y="44986"/>
                  <a:pt x="5546" y="44986"/>
                </a:cubicBezTo>
                <a:cubicBezTo>
                  <a:pt x="6573" y="44986"/>
                  <a:pt x="7429" y="45039"/>
                  <a:pt x="8114" y="45143"/>
                </a:cubicBezTo>
                <a:cubicBezTo>
                  <a:pt x="8799" y="45246"/>
                  <a:pt x="9381" y="45401"/>
                  <a:pt x="9860" y="45609"/>
                </a:cubicBezTo>
                <a:cubicBezTo>
                  <a:pt x="10339" y="45814"/>
                  <a:pt x="10682" y="46089"/>
                  <a:pt x="10887" y="46434"/>
                </a:cubicBezTo>
                <a:cubicBezTo>
                  <a:pt x="11092" y="46778"/>
                  <a:pt x="11195" y="47192"/>
                  <a:pt x="11195" y="47676"/>
                </a:cubicBezTo>
                <a:lnTo>
                  <a:pt x="11195" y="61230"/>
                </a:lnTo>
                <a:cubicBezTo>
                  <a:pt x="14071" y="58284"/>
                  <a:pt x="16810" y="55731"/>
                  <a:pt x="19412" y="53572"/>
                </a:cubicBezTo>
                <a:cubicBezTo>
                  <a:pt x="22014" y="51413"/>
                  <a:pt x="24616" y="49614"/>
                  <a:pt x="27218" y="48176"/>
                </a:cubicBezTo>
                <a:cubicBezTo>
                  <a:pt x="29820" y="46736"/>
                  <a:pt x="32490" y="45674"/>
                  <a:pt x="35229" y="44989"/>
                </a:cubicBezTo>
                <a:cubicBezTo>
                  <a:pt x="37968" y="44302"/>
                  <a:pt x="40878" y="43959"/>
                  <a:pt x="43959" y="43959"/>
                </a:cubicBezTo>
                <a:cubicBezTo>
                  <a:pt x="50669" y="43959"/>
                  <a:pt x="56387" y="45244"/>
                  <a:pt x="61111" y="47814"/>
                </a:cubicBezTo>
                <a:cubicBezTo>
                  <a:pt x="65836" y="50384"/>
                  <a:pt x="69687" y="53897"/>
                  <a:pt x="72666" y="58354"/>
                </a:cubicBezTo>
                <a:cubicBezTo>
                  <a:pt x="75644" y="62809"/>
                  <a:pt x="77801" y="68001"/>
                  <a:pt x="79137" y="73931"/>
                </a:cubicBezTo>
                <a:cubicBezTo>
                  <a:pt x="80472" y="79858"/>
                  <a:pt x="81139" y="86181"/>
                  <a:pt x="81139" y="92899"/>
                </a:cubicBezTo>
                <a:moveTo>
                  <a:pt x="68301" y="94851"/>
                </a:moveTo>
                <a:cubicBezTo>
                  <a:pt x="68301" y="89641"/>
                  <a:pt x="67890" y="84619"/>
                  <a:pt x="67068" y="79785"/>
                </a:cubicBezTo>
                <a:cubicBezTo>
                  <a:pt x="66247" y="74951"/>
                  <a:pt x="64860" y="70649"/>
                  <a:pt x="62909" y="66879"/>
                </a:cubicBezTo>
                <a:cubicBezTo>
                  <a:pt x="60957" y="63109"/>
                  <a:pt x="58355" y="60093"/>
                  <a:pt x="55103" y="57831"/>
                </a:cubicBezTo>
                <a:cubicBezTo>
                  <a:pt x="51850" y="55567"/>
                  <a:pt x="47759" y="54435"/>
                  <a:pt x="42829" y="54435"/>
                </a:cubicBezTo>
                <a:cubicBezTo>
                  <a:pt x="40364" y="54435"/>
                  <a:pt x="37951" y="54779"/>
                  <a:pt x="35588" y="55466"/>
                </a:cubicBezTo>
                <a:cubicBezTo>
                  <a:pt x="33226" y="56150"/>
                  <a:pt x="30812" y="57281"/>
                  <a:pt x="28347" y="58858"/>
                </a:cubicBezTo>
                <a:cubicBezTo>
                  <a:pt x="25882" y="60435"/>
                  <a:pt x="23315" y="62475"/>
                  <a:pt x="20644" y="64979"/>
                </a:cubicBezTo>
                <a:cubicBezTo>
                  <a:pt x="17974" y="67482"/>
                  <a:pt x="15167" y="70586"/>
                  <a:pt x="12222" y="74290"/>
                </a:cubicBezTo>
                <a:lnTo>
                  <a:pt x="12222" y="114799"/>
                </a:lnTo>
                <a:cubicBezTo>
                  <a:pt x="17358" y="121038"/>
                  <a:pt x="22271" y="125822"/>
                  <a:pt x="26961" y="129149"/>
                </a:cubicBezTo>
                <a:cubicBezTo>
                  <a:pt x="31651" y="132474"/>
                  <a:pt x="36564" y="134137"/>
                  <a:pt x="41699" y="134137"/>
                </a:cubicBezTo>
                <a:cubicBezTo>
                  <a:pt x="46424" y="134137"/>
                  <a:pt x="50481" y="132989"/>
                  <a:pt x="53870" y="130693"/>
                </a:cubicBezTo>
                <a:cubicBezTo>
                  <a:pt x="57260" y="128395"/>
                  <a:pt x="60016" y="125378"/>
                  <a:pt x="62138" y="121642"/>
                </a:cubicBezTo>
                <a:cubicBezTo>
                  <a:pt x="64261" y="117906"/>
                  <a:pt x="65819" y="113689"/>
                  <a:pt x="66812" y="108992"/>
                </a:cubicBezTo>
                <a:cubicBezTo>
                  <a:pt x="67804" y="104296"/>
                  <a:pt x="68301" y="99582"/>
                  <a:pt x="68301" y="94851"/>
                </a:cubicBezTo>
                <a:close/>
                <a:moveTo>
                  <a:pt x="175759" y="140710"/>
                </a:moveTo>
                <a:cubicBezTo>
                  <a:pt x="175759" y="141395"/>
                  <a:pt x="175536" y="141925"/>
                  <a:pt x="175091" y="142302"/>
                </a:cubicBezTo>
                <a:cubicBezTo>
                  <a:pt x="174646" y="142679"/>
                  <a:pt x="174064" y="142952"/>
                  <a:pt x="173345" y="143124"/>
                </a:cubicBezTo>
                <a:cubicBezTo>
                  <a:pt x="172626" y="143295"/>
                  <a:pt x="171651" y="143380"/>
                  <a:pt x="170418" y="143380"/>
                </a:cubicBezTo>
                <a:cubicBezTo>
                  <a:pt x="169254" y="143380"/>
                  <a:pt x="168261" y="143295"/>
                  <a:pt x="167440" y="143124"/>
                </a:cubicBezTo>
                <a:cubicBezTo>
                  <a:pt x="166618" y="142952"/>
                  <a:pt x="165985" y="142679"/>
                  <a:pt x="165539" y="142302"/>
                </a:cubicBezTo>
                <a:cubicBezTo>
                  <a:pt x="165094" y="141925"/>
                  <a:pt x="164872" y="141395"/>
                  <a:pt x="164872" y="140710"/>
                </a:cubicBezTo>
                <a:lnTo>
                  <a:pt x="164872" y="130336"/>
                </a:lnTo>
                <a:cubicBezTo>
                  <a:pt x="160695" y="134856"/>
                  <a:pt x="156090" y="138365"/>
                  <a:pt x="151058" y="140864"/>
                </a:cubicBezTo>
                <a:cubicBezTo>
                  <a:pt x="146025" y="143363"/>
                  <a:pt x="140804" y="144613"/>
                  <a:pt x="135395" y="144613"/>
                </a:cubicBezTo>
                <a:cubicBezTo>
                  <a:pt x="130533" y="144613"/>
                  <a:pt x="126168" y="143979"/>
                  <a:pt x="122299" y="142713"/>
                </a:cubicBezTo>
                <a:cubicBezTo>
                  <a:pt x="118431" y="141446"/>
                  <a:pt x="115161" y="139632"/>
                  <a:pt x="112491" y="137269"/>
                </a:cubicBezTo>
                <a:cubicBezTo>
                  <a:pt x="109820" y="134907"/>
                  <a:pt x="107766" y="132048"/>
                  <a:pt x="106328" y="128693"/>
                </a:cubicBezTo>
                <a:cubicBezTo>
                  <a:pt x="104890" y="125338"/>
                  <a:pt x="104171" y="121572"/>
                  <a:pt x="104171" y="117395"/>
                </a:cubicBezTo>
                <a:cubicBezTo>
                  <a:pt x="104171" y="112260"/>
                  <a:pt x="105233" y="107792"/>
                  <a:pt x="107355" y="103992"/>
                </a:cubicBezTo>
                <a:cubicBezTo>
                  <a:pt x="109478" y="100192"/>
                  <a:pt x="112491" y="97025"/>
                  <a:pt x="116394" y="94491"/>
                </a:cubicBezTo>
                <a:cubicBezTo>
                  <a:pt x="120297" y="91958"/>
                  <a:pt x="124987" y="90058"/>
                  <a:pt x="130465" y="88791"/>
                </a:cubicBezTo>
                <a:cubicBezTo>
                  <a:pt x="135942" y="87524"/>
                  <a:pt x="142036" y="86891"/>
                  <a:pt x="148747" y="86891"/>
                </a:cubicBezTo>
                <a:lnTo>
                  <a:pt x="163537" y="86891"/>
                </a:lnTo>
                <a:lnTo>
                  <a:pt x="163537" y="78854"/>
                </a:lnTo>
                <a:cubicBezTo>
                  <a:pt x="163537" y="74870"/>
                  <a:pt x="163126" y="71350"/>
                  <a:pt x="162304" y="68294"/>
                </a:cubicBezTo>
                <a:cubicBezTo>
                  <a:pt x="161482" y="65237"/>
                  <a:pt x="160147" y="62678"/>
                  <a:pt x="158299" y="60617"/>
                </a:cubicBezTo>
                <a:cubicBezTo>
                  <a:pt x="156450" y="58556"/>
                  <a:pt x="154053" y="57011"/>
                  <a:pt x="151109" y="55982"/>
                </a:cubicBezTo>
                <a:cubicBezTo>
                  <a:pt x="148165" y="54951"/>
                  <a:pt x="144570" y="54435"/>
                  <a:pt x="140325" y="54435"/>
                </a:cubicBezTo>
                <a:cubicBezTo>
                  <a:pt x="136216" y="54435"/>
                  <a:pt x="132519" y="54932"/>
                  <a:pt x="129232" y="55925"/>
                </a:cubicBezTo>
                <a:cubicBezTo>
                  <a:pt x="125946" y="56917"/>
                  <a:pt x="123070" y="58030"/>
                  <a:pt x="120605" y="59263"/>
                </a:cubicBezTo>
                <a:cubicBezTo>
                  <a:pt x="118140" y="60495"/>
                  <a:pt x="116103" y="61608"/>
                  <a:pt x="114494" y="62601"/>
                </a:cubicBezTo>
                <a:cubicBezTo>
                  <a:pt x="112884" y="63593"/>
                  <a:pt x="111738" y="64090"/>
                  <a:pt x="111053" y="64090"/>
                </a:cubicBezTo>
                <a:cubicBezTo>
                  <a:pt x="110642" y="64090"/>
                  <a:pt x="110265" y="64021"/>
                  <a:pt x="109923" y="63884"/>
                </a:cubicBezTo>
                <a:cubicBezTo>
                  <a:pt x="109581" y="63745"/>
                  <a:pt x="109290" y="63486"/>
                  <a:pt x="109050" y="63108"/>
                </a:cubicBezTo>
                <a:cubicBezTo>
                  <a:pt x="108810" y="62727"/>
                  <a:pt x="108639" y="62243"/>
                  <a:pt x="108537" y="61657"/>
                </a:cubicBezTo>
                <a:cubicBezTo>
                  <a:pt x="108434" y="61068"/>
                  <a:pt x="108382" y="60360"/>
                  <a:pt x="108382" y="59532"/>
                </a:cubicBezTo>
                <a:cubicBezTo>
                  <a:pt x="108382" y="58081"/>
                  <a:pt x="108485" y="56925"/>
                  <a:pt x="108691" y="56063"/>
                </a:cubicBezTo>
                <a:cubicBezTo>
                  <a:pt x="108896" y="55198"/>
                  <a:pt x="109427" y="54335"/>
                  <a:pt x="110283" y="53472"/>
                </a:cubicBezTo>
                <a:cubicBezTo>
                  <a:pt x="111138" y="52608"/>
                  <a:pt x="112662" y="51601"/>
                  <a:pt x="114853" y="50452"/>
                </a:cubicBezTo>
                <a:cubicBezTo>
                  <a:pt x="117044" y="49301"/>
                  <a:pt x="119561" y="48235"/>
                  <a:pt x="122402" y="47255"/>
                </a:cubicBezTo>
                <a:cubicBezTo>
                  <a:pt x="125244" y="46275"/>
                  <a:pt x="128308" y="45481"/>
                  <a:pt x="131594" y="44874"/>
                </a:cubicBezTo>
                <a:cubicBezTo>
                  <a:pt x="134881" y="44264"/>
                  <a:pt x="138168" y="43959"/>
                  <a:pt x="141454" y="43959"/>
                </a:cubicBezTo>
                <a:cubicBezTo>
                  <a:pt x="147822" y="43959"/>
                  <a:pt x="153197" y="44729"/>
                  <a:pt x="157580" y="46270"/>
                </a:cubicBezTo>
                <a:cubicBezTo>
                  <a:pt x="161962" y="47811"/>
                  <a:pt x="165505" y="50019"/>
                  <a:pt x="168210" y="52895"/>
                </a:cubicBezTo>
                <a:cubicBezTo>
                  <a:pt x="170915" y="55770"/>
                  <a:pt x="172849" y="59314"/>
                  <a:pt x="174013" y="63525"/>
                </a:cubicBezTo>
                <a:cubicBezTo>
                  <a:pt x="175177" y="67736"/>
                  <a:pt x="175759" y="72512"/>
                  <a:pt x="175759" y="77853"/>
                </a:cubicBezTo>
                <a:lnTo>
                  <a:pt x="175759" y="140710"/>
                </a:lnTo>
                <a:moveTo>
                  <a:pt x="163537" y="96956"/>
                </a:moveTo>
                <a:lnTo>
                  <a:pt x="146590" y="96956"/>
                </a:lnTo>
                <a:cubicBezTo>
                  <a:pt x="141660" y="96956"/>
                  <a:pt x="137346" y="97401"/>
                  <a:pt x="133649" y="98292"/>
                </a:cubicBezTo>
                <a:cubicBezTo>
                  <a:pt x="129951" y="99182"/>
                  <a:pt x="126870" y="100483"/>
                  <a:pt x="124405" y="102194"/>
                </a:cubicBezTo>
                <a:cubicBezTo>
                  <a:pt x="121940" y="103906"/>
                  <a:pt x="120108" y="105960"/>
                  <a:pt x="118910" y="108357"/>
                </a:cubicBezTo>
                <a:cubicBezTo>
                  <a:pt x="117712" y="110753"/>
                  <a:pt x="117113" y="113492"/>
                  <a:pt x="117113" y="116574"/>
                </a:cubicBezTo>
                <a:cubicBezTo>
                  <a:pt x="117113" y="121914"/>
                  <a:pt x="118807" y="126177"/>
                  <a:pt x="122197" y="129361"/>
                </a:cubicBezTo>
                <a:cubicBezTo>
                  <a:pt x="125586" y="132545"/>
                  <a:pt x="130362" y="134137"/>
                  <a:pt x="136524" y="134137"/>
                </a:cubicBezTo>
                <a:cubicBezTo>
                  <a:pt x="141386" y="134137"/>
                  <a:pt x="145922" y="132887"/>
                  <a:pt x="150133" y="130388"/>
                </a:cubicBezTo>
                <a:cubicBezTo>
                  <a:pt x="154344" y="127889"/>
                  <a:pt x="158812" y="124037"/>
                  <a:pt x="163537" y="118833"/>
                </a:cubicBezTo>
                <a:lnTo>
                  <a:pt x="163537" y="96956"/>
                </a:lnTo>
                <a:close/>
                <a:moveTo>
                  <a:pt x="284809" y="50892"/>
                </a:moveTo>
                <a:cubicBezTo>
                  <a:pt x="284809" y="52828"/>
                  <a:pt x="284501" y="54177"/>
                  <a:pt x="283885" y="54939"/>
                </a:cubicBezTo>
                <a:cubicBezTo>
                  <a:pt x="283269" y="55699"/>
                  <a:pt x="282481" y="56079"/>
                  <a:pt x="281523" y="56079"/>
                </a:cubicBezTo>
                <a:lnTo>
                  <a:pt x="266835" y="56079"/>
                </a:lnTo>
                <a:cubicBezTo>
                  <a:pt x="269711" y="59001"/>
                  <a:pt x="271714" y="62179"/>
                  <a:pt x="272844" y="65611"/>
                </a:cubicBezTo>
                <a:cubicBezTo>
                  <a:pt x="273974" y="69041"/>
                  <a:pt x="274538" y="72659"/>
                  <a:pt x="274538" y="76466"/>
                </a:cubicBezTo>
                <a:cubicBezTo>
                  <a:pt x="274538" y="81730"/>
                  <a:pt x="273700" y="86413"/>
                  <a:pt x="272022" y="90515"/>
                </a:cubicBezTo>
                <a:cubicBezTo>
                  <a:pt x="270345" y="94617"/>
                  <a:pt x="267965" y="98086"/>
                  <a:pt x="264884" y="100923"/>
                </a:cubicBezTo>
                <a:cubicBezTo>
                  <a:pt x="261803" y="103761"/>
                  <a:pt x="258139" y="105932"/>
                  <a:pt x="253894" y="107436"/>
                </a:cubicBezTo>
                <a:cubicBezTo>
                  <a:pt x="249649" y="108940"/>
                  <a:pt x="244959" y="109692"/>
                  <a:pt x="239823" y="109692"/>
                </a:cubicBezTo>
                <a:cubicBezTo>
                  <a:pt x="235646" y="109692"/>
                  <a:pt x="231675" y="109111"/>
                  <a:pt x="227909" y="107949"/>
                </a:cubicBezTo>
                <a:cubicBezTo>
                  <a:pt x="224143" y="106787"/>
                  <a:pt x="221199" y="105352"/>
                  <a:pt x="219076" y="103642"/>
                </a:cubicBezTo>
                <a:cubicBezTo>
                  <a:pt x="217707" y="105018"/>
                  <a:pt x="216577" y="106600"/>
                  <a:pt x="215687" y="108389"/>
                </a:cubicBezTo>
                <a:cubicBezTo>
                  <a:pt x="214797" y="110178"/>
                  <a:pt x="214352" y="112242"/>
                  <a:pt x="214352" y="114580"/>
                </a:cubicBezTo>
                <a:cubicBezTo>
                  <a:pt x="214352" y="117193"/>
                  <a:pt x="215601" y="119394"/>
                  <a:pt x="218100" y="121183"/>
                </a:cubicBezTo>
                <a:cubicBezTo>
                  <a:pt x="220600" y="122971"/>
                  <a:pt x="223835" y="123934"/>
                  <a:pt x="227806" y="124071"/>
                </a:cubicBezTo>
                <a:lnTo>
                  <a:pt x="252970" y="125102"/>
                </a:lnTo>
                <a:cubicBezTo>
                  <a:pt x="257215" y="125238"/>
                  <a:pt x="261204" y="125822"/>
                  <a:pt x="264935" y="126851"/>
                </a:cubicBezTo>
                <a:cubicBezTo>
                  <a:pt x="268667" y="127878"/>
                  <a:pt x="271937" y="129404"/>
                  <a:pt x="274744" y="131428"/>
                </a:cubicBezTo>
                <a:cubicBezTo>
                  <a:pt x="277551" y="133452"/>
                  <a:pt x="279777" y="135939"/>
                  <a:pt x="281420" y="138890"/>
                </a:cubicBezTo>
                <a:cubicBezTo>
                  <a:pt x="283063" y="141839"/>
                  <a:pt x="283885" y="145302"/>
                  <a:pt x="283885" y="149280"/>
                </a:cubicBezTo>
                <a:cubicBezTo>
                  <a:pt x="283885" y="153397"/>
                  <a:pt x="283046" y="157341"/>
                  <a:pt x="281369" y="161114"/>
                </a:cubicBezTo>
                <a:cubicBezTo>
                  <a:pt x="279691" y="164886"/>
                  <a:pt x="277089" y="168195"/>
                  <a:pt x="273563" y="171041"/>
                </a:cubicBezTo>
                <a:cubicBezTo>
                  <a:pt x="270036" y="173889"/>
                  <a:pt x="265534" y="176153"/>
                  <a:pt x="260057" y="177832"/>
                </a:cubicBezTo>
                <a:cubicBezTo>
                  <a:pt x="254579" y="179514"/>
                  <a:pt x="248040" y="180355"/>
                  <a:pt x="240439" y="180355"/>
                </a:cubicBezTo>
                <a:cubicBezTo>
                  <a:pt x="233181" y="180355"/>
                  <a:pt x="227002" y="179721"/>
                  <a:pt x="221901" y="178452"/>
                </a:cubicBezTo>
                <a:cubicBezTo>
                  <a:pt x="216799" y="177185"/>
                  <a:pt x="212623" y="175438"/>
                  <a:pt x="209370" y="173211"/>
                </a:cubicBezTo>
                <a:cubicBezTo>
                  <a:pt x="206118" y="170985"/>
                  <a:pt x="203756" y="168365"/>
                  <a:pt x="202283" y="165350"/>
                </a:cubicBezTo>
                <a:cubicBezTo>
                  <a:pt x="200811" y="162335"/>
                  <a:pt x="200075" y="159080"/>
                  <a:pt x="200075" y="155583"/>
                </a:cubicBezTo>
                <a:cubicBezTo>
                  <a:pt x="200075" y="153187"/>
                  <a:pt x="200349" y="150926"/>
                  <a:pt x="200897" y="148801"/>
                </a:cubicBezTo>
                <a:cubicBezTo>
                  <a:pt x="201445" y="146677"/>
                  <a:pt x="202283" y="144656"/>
                  <a:pt x="203413" y="142738"/>
                </a:cubicBezTo>
                <a:cubicBezTo>
                  <a:pt x="204543" y="140819"/>
                  <a:pt x="205947" y="138969"/>
                  <a:pt x="207624" y="137189"/>
                </a:cubicBezTo>
                <a:cubicBezTo>
                  <a:pt x="209302" y="135407"/>
                  <a:pt x="211236" y="133590"/>
                  <a:pt x="213427" y="131739"/>
                </a:cubicBezTo>
                <a:cubicBezTo>
                  <a:pt x="209935" y="129950"/>
                  <a:pt x="207367" y="127784"/>
                  <a:pt x="205724" y="125240"/>
                </a:cubicBezTo>
                <a:cubicBezTo>
                  <a:pt x="204081" y="122695"/>
                  <a:pt x="203259" y="119979"/>
                  <a:pt x="203259" y="117090"/>
                </a:cubicBezTo>
                <a:cubicBezTo>
                  <a:pt x="203259" y="112828"/>
                  <a:pt x="204081" y="109063"/>
                  <a:pt x="205724" y="105796"/>
                </a:cubicBezTo>
                <a:cubicBezTo>
                  <a:pt x="207367" y="102528"/>
                  <a:pt x="209353" y="99588"/>
                  <a:pt x="211681" y="96976"/>
                </a:cubicBezTo>
                <a:cubicBezTo>
                  <a:pt x="209695" y="94378"/>
                  <a:pt x="208155" y="91541"/>
                  <a:pt x="207059" y="88464"/>
                </a:cubicBezTo>
                <a:cubicBezTo>
                  <a:pt x="205964" y="85387"/>
                  <a:pt x="205416" y="81696"/>
                  <a:pt x="205416" y="77390"/>
                </a:cubicBezTo>
                <a:cubicBezTo>
                  <a:pt x="205416" y="72193"/>
                  <a:pt x="206272" y="67527"/>
                  <a:pt x="207984" y="63393"/>
                </a:cubicBezTo>
                <a:cubicBezTo>
                  <a:pt x="209695" y="59257"/>
                  <a:pt x="212075" y="55753"/>
                  <a:pt x="215122" y="52882"/>
                </a:cubicBezTo>
                <a:cubicBezTo>
                  <a:pt x="218169" y="50010"/>
                  <a:pt x="221815" y="47805"/>
                  <a:pt x="226060" y="46267"/>
                </a:cubicBezTo>
                <a:cubicBezTo>
                  <a:pt x="230306" y="44728"/>
                  <a:pt x="234962" y="43959"/>
                  <a:pt x="240029" y="43959"/>
                </a:cubicBezTo>
                <a:cubicBezTo>
                  <a:pt x="242699" y="43959"/>
                  <a:pt x="245215" y="44113"/>
                  <a:pt x="247578" y="44421"/>
                </a:cubicBezTo>
                <a:cubicBezTo>
                  <a:pt x="249940" y="44729"/>
                  <a:pt x="252114" y="45123"/>
                  <a:pt x="254100" y="45602"/>
                </a:cubicBezTo>
                <a:lnTo>
                  <a:pt x="281523" y="45602"/>
                </a:lnTo>
                <a:cubicBezTo>
                  <a:pt x="282687" y="45602"/>
                  <a:pt x="283525" y="46052"/>
                  <a:pt x="284039" y="46950"/>
                </a:cubicBezTo>
                <a:cubicBezTo>
                  <a:pt x="284553" y="47849"/>
                  <a:pt x="284809" y="49163"/>
                  <a:pt x="284809" y="50892"/>
                </a:cubicBezTo>
                <a:moveTo>
                  <a:pt x="261905" y="76672"/>
                </a:moveTo>
                <a:cubicBezTo>
                  <a:pt x="261905" y="69636"/>
                  <a:pt x="259971" y="64137"/>
                  <a:pt x="256102" y="60174"/>
                </a:cubicBezTo>
                <a:cubicBezTo>
                  <a:pt x="252234" y="56211"/>
                  <a:pt x="246739" y="54230"/>
                  <a:pt x="239618" y="54230"/>
                </a:cubicBezTo>
                <a:cubicBezTo>
                  <a:pt x="235989" y="54230"/>
                  <a:pt x="232805" y="54845"/>
                  <a:pt x="230066" y="56075"/>
                </a:cubicBezTo>
                <a:cubicBezTo>
                  <a:pt x="227327" y="57304"/>
                  <a:pt x="225067" y="58977"/>
                  <a:pt x="223287" y="61095"/>
                </a:cubicBezTo>
                <a:cubicBezTo>
                  <a:pt x="221507" y="63214"/>
                  <a:pt x="220172" y="65673"/>
                  <a:pt x="219282" y="68474"/>
                </a:cubicBezTo>
                <a:cubicBezTo>
                  <a:pt x="218391" y="71275"/>
                  <a:pt x="217946" y="74247"/>
                  <a:pt x="217946" y="77390"/>
                </a:cubicBezTo>
                <a:cubicBezTo>
                  <a:pt x="217946" y="84221"/>
                  <a:pt x="219881" y="89600"/>
                  <a:pt x="223749" y="93528"/>
                </a:cubicBezTo>
                <a:cubicBezTo>
                  <a:pt x="227618" y="97457"/>
                  <a:pt x="233044" y="99421"/>
                  <a:pt x="240029" y="99421"/>
                </a:cubicBezTo>
                <a:cubicBezTo>
                  <a:pt x="243726" y="99421"/>
                  <a:pt x="246961" y="98807"/>
                  <a:pt x="249734" y="97579"/>
                </a:cubicBezTo>
                <a:cubicBezTo>
                  <a:pt x="252508" y="96349"/>
                  <a:pt x="254784" y="94691"/>
                  <a:pt x="256565" y="92607"/>
                </a:cubicBezTo>
                <a:cubicBezTo>
                  <a:pt x="258345" y="90523"/>
                  <a:pt x="259680" y="88098"/>
                  <a:pt x="260570" y="85331"/>
                </a:cubicBezTo>
                <a:cubicBezTo>
                  <a:pt x="261460" y="82564"/>
                  <a:pt x="261905" y="79678"/>
                  <a:pt x="261905" y="76672"/>
                </a:cubicBezTo>
                <a:moveTo>
                  <a:pt x="271663" y="149999"/>
                </a:moveTo>
                <a:cubicBezTo>
                  <a:pt x="271663" y="145467"/>
                  <a:pt x="269831" y="141999"/>
                  <a:pt x="266168" y="139596"/>
                </a:cubicBezTo>
                <a:cubicBezTo>
                  <a:pt x="262505" y="137191"/>
                  <a:pt x="257592" y="135886"/>
                  <a:pt x="251429" y="135680"/>
                </a:cubicBezTo>
                <a:lnTo>
                  <a:pt x="224417" y="134753"/>
                </a:lnTo>
                <a:cubicBezTo>
                  <a:pt x="221952" y="136677"/>
                  <a:pt x="219932" y="138496"/>
                  <a:pt x="218357" y="140212"/>
                </a:cubicBezTo>
                <a:cubicBezTo>
                  <a:pt x="216782" y="141929"/>
                  <a:pt x="215533" y="143593"/>
                  <a:pt x="214608" y="145207"/>
                </a:cubicBezTo>
                <a:cubicBezTo>
                  <a:pt x="213684" y="146822"/>
                  <a:pt x="213051" y="148402"/>
                  <a:pt x="212708" y="149947"/>
                </a:cubicBezTo>
                <a:cubicBezTo>
                  <a:pt x="212366" y="151492"/>
                  <a:pt x="212195" y="153054"/>
                  <a:pt x="212195" y="154633"/>
                </a:cubicBezTo>
                <a:cubicBezTo>
                  <a:pt x="212195" y="159715"/>
                  <a:pt x="214745" y="163560"/>
                  <a:pt x="219846" y="166169"/>
                </a:cubicBezTo>
                <a:cubicBezTo>
                  <a:pt x="224948" y="168779"/>
                  <a:pt x="232052" y="170084"/>
                  <a:pt x="241158" y="170084"/>
                </a:cubicBezTo>
                <a:cubicBezTo>
                  <a:pt x="246910" y="170084"/>
                  <a:pt x="251720" y="169517"/>
                  <a:pt x="255589" y="168383"/>
                </a:cubicBezTo>
                <a:cubicBezTo>
                  <a:pt x="259458" y="167251"/>
                  <a:pt x="262590" y="165758"/>
                  <a:pt x="264987" y="163903"/>
                </a:cubicBezTo>
                <a:cubicBezTo>
                  <a:pt x="267383" y="162050"/>
                  <a:pt x="269095" y="159921"/>
                  <a:pt x="270122" y="157516"/>
                </a:cubicBezTo>
                <a:cubicBezTo>
                  <a:pt x="271149" y="155113"/>
                  <a:pt x="271663" y="152607"/>
                  <a:pt x="271663" y="149999"/>
                </a:cubicBezTo>
                <a:close/>
                <a:moveTo>
                  <a:pt x="374911" y="89459"/>
                </a:moveTo>
                <a:cubicBezTo>
                  <a:pt x="374911" y="91924"/>
                  <a:pt x="374260" y="93618"/>
                  <a:pt x="372959" y="94543"/>
                </a:cubicBezTo>
                <a:cubicBezTo>
                  <a:pt x="371658" y="95467"/>
                  <a:pt x="370391" y="95929"/>
                  <a:pt x="369159" y="95929"/>
                </a:cubicBezTo>
                <a:lnTo>
                  <a:pt x="305788" y="95929"/>
                </a:lnTo>
                <a:cubicBezTo>
                  <a:pt x="305788" y="101696"/>
                  <a:pt x="306353" y="106914"/>
                  <a:pt x="307483" y="111583"/>
                </a:cubicBezTo>
                <a:cubicBezTo>
                  <a:pt x="308613" y="116252"/>
                  <a:pt x="310478" y="120251"/>
                  <a:pt x="313080" y="123580"/>
                </a:cubicBezTo>
                <a:cubicBezTo>
                  <a:pt x="315682" y="126910"/>
                  <a:pt x="319072" y="129468"/>
                  <a:pt x="323248" y="131254"/>
                </a:cubicBezTo>
                <a:cubicBezTo>
                  <a:pt x="327425" y="133039"/>
                  <a:pt x="332561" y="133931"/>
                  <a:pt x="338655" y="133931"/>
                </a:cubicBezTo>
                <a:cubicBezTo>
                  <a:pt x="342968" y="133931"/>
                  <a:pt x="346837" y="133549"/>
                  <a:pt x="350261" y="132785"/>
                </a:cubicBezTo>
                <a:cubicBezTo>
                  <a:pt x="353684" y="132022"/>
                  <a:pt x="356646" y="131171"/>
                  <a:pt x="359145" y="130234"/>
                </a:cubicBezTo>
                <a:cubicBezTo>
                  <a:pt x="361644" y="129297"/>
                  <a:pt x="363698" y="128446"/>
                  <a:pt x="365307" y="127682"/>
                </a:cubicBezTo>
                <a:cubicBezTo>
                  <a:pt x="366916" y="126918"/>
                  <a:pt x="368063" y="126536"/>
                  <a:pt x="368748" y="126536"/>
                </a:cubicBezTo>
                <a:cubicBezTo>
                  <a:pt x="369159" y="126536"/>
                  <a:pt x="369536" y="126640"/>
                  <a:pt x="369878" y="126848"/>
                </a:cubicBezTo>
                <a:cubicBezTo>
                  <a:pt x="370220" y="127055"/>
                  <a:pt x="370494" y="127384"/>
                  <a:pt x="370700" y="127833"/>
                </a:cubicBezTo>
                <a:cubicBezTo>
                  <a:pt x="370905" y="128282"/>
                  <a:pt x="371059" y="128853"/>
                  <a:pt x="371162" y="129544"/>
                </a:cubicBezTo>
                <a:cubicBezTo>
                  <a:pt x="371264" y="130235"/>
                  <a:pt x="371316" y="131098"/>
                  <a:pt x="371316" y="132134"/>
                </a:cubicBezTo>
                <a:cubicBezTo>
                  <a:pt x="371316" y="132620"/>
                  <a:pt x="371282" y="133087"/>
                  <a:pt x="371213" y="133536"/>
                </a:cubicBezTo>
                <a:cubicBezTo>
                  <a:pt x="371145" y="133986"/>
                  <a:pt x="371059" y="134401"/>
                  <a:pt x="370956" y="134782"/>
                </a:cubicBezTo>
                <a:cubicBezTo>
                  <a:pt x="370854" y="135161"/>
                  <a:pt x="370700" y="135523"/>
                  <a:pt x="370494" y="135870"/>
                </a:cubicBezTo>
                <a:cubicBezTo>
                  <a:pt x="370289" y="136214"/>
                  <a:pt x="370015" y="136560"/>
                  <a:pt x="369672" y="136907"/>
                </a:cubicBezTo>
                <a:cubicBezTo>
                  <a:pt x="369330" y="137251"/>
                  <a:pt x="368269" y="137851"/>
                  <a:pt x="366489" y="138707"/>
                </a:cubicBezTo>
                <a:cubicBezTo>
                  <a:pt x="364708" y="139563"/>
                  <a:pt x="362380" y="140419"/>
                  <a:pt x="359504" y="141275"/>
                </a:cubicBezTo>
                <a:cubicBezTo>
                  <a:pt x="356629" y="142131"/>
                  <a:pt x="353291" y="142901"/>
                  <a:pt x="349490" y="143586"/>
                </a:cubicBezTo>
                <a:cubicBezTo>
                  <a:pt x="345690" y="144271"/>
                  <a:pt x="341599" y="144613"/>
                  <a:pt x="337217" y="144613"/>
                </a:cubicBezTo>
                <a:cubicBezTo>
                  <a:pt x="330027" y="144613"/>
                  <a:pt x="323659" y="143533"/>
                  <a:pt x="318113" y="141374"/>
                </a:cubicBezTo>
                <a:cubicBezTo>
                  <a:pt x="312567" y="139215"/>
                  <a:pt x="307911" y="136028"/>
                  <a:pt x="304145" y="131813"/>
                </a:cubicBezTo>
                <a:cubicBezTo>
                  <a:pt x="300379" y="127598"/>
                  <a:pt x="297520" y="122371"/>
                  <a:pt x="295569" y="116134"/>
                </a:cubicBezTo>
                <a:cubicBezTo>
                  <a:pt x="293617" y="109896"/>
                  <a:pt x="292641" y="102665"/>
                  <a:pt x="292641" y="94440"/>
                </a:cubicBezTo>
                <a:cubicBezTo>
                  <a:pt x="292641" y="86557"/>
                  <a:pt x="293651" y="79497"/>
                  <a:pt x="295671" y="73260"/>
                </a:cubicBezTo>
                <a:cubicBezTo>
                  <a:pt x="297691" y="67022"/>
                  <a:pt x="300584" y="61728"/>
                  <a:pt x="304350" y="57375"/>
                </a:cubicBezTo>
                <a:cubicBezTo>
                  <a:pt x="308116" y="53023"/>
                  <a:pt x="312652" y="49699"/>
                  <a:pt x="317959" y="47403"/>
                </a:cubicBezTo>
                <a:cubicBezTo>
                  <a:pt x="323266" y="45107"/>
                  <a:pt x="329171" y="43959"/>
                  <a:pt x="335676" y="43959"/>
                </a:cubicBezTo>
                <a:cubicBezTo>
                  <a:pt x="342660" y="43959"/>
                  <a:pt x="348617" y="45123"/>
                  <a:pt x="353547" y="47451"/>
                </a:cubicBezTo>
                <a:cubicBezTo>
                  <a:pt x="358477" y="49779"/>
                  <a:pt x="362534" y="52912"/>
                  <a:pt x="365718" y="56849"/>
                </a:cubicBezTo>
                <a:cubicBezTo>
                  <a:pt x="368902" y="60786"/>
                  <a:pt x="371230" y="65357"/>
                  <a:pt x="372702" y="70560"/>
                </a:cubicBezTo>
                <a:cubicBezTo>
                  <a:pt x="374175" y="75764"/>
                  <a:pt x="374911" y="81242"/>
                  <a:pt x="374911" y="86994"/>
                </a:cubicBezTo>
                <a:lnTo>
                  <a:pt x="374911" y="89459"/>
                </a:lnTo>
                <a:moveTo>
                  <a:pt x="362278" y="85864"/>
                </a:moveTo>
                <a:cubicBezTo>
                  <a:pt x="362483" y="76004"/>
                  <a:pt x="360223" y="68301"/>
                  <a:pt x="355499" y="62755"/>
                </a:cubicBezTo>
                <a:cubicBezTo>
                  <a:pt x="350774" y="57208"/>
                  <a:pt x="343893" y="54435"/>
                  <a:pt x="334854" y="54435"/>
                </a:cubicBezTo>
                <a:cubicBezTo>
                  <a:pt x="330198" y="54435"/>
                  <a:pt x="326107" y="55308"/>
                  <a:pt x="322581" y="57054"/>
                </a:cubicBezTo>
                <a:cubicBezTo>
                  <a:pt x="319055" y="58800"/>
                  <a:pt x="316076" y="61111"/>
                  <a:pt x="313645" y="63987"/>
                </a:cubicBezTo>
                <a:cubicBezTo>
                  <a:pt x="311215" y="66863"/>
                  <a:pt x="309349" y="70201"/>
                  <a:pt x="308048" y="74001"/>
                </a:cubicBezTo>
                <a:cubicBezTo>
                  <a:pt x="306747" y="77801"/>
                  <a:pt x="305994" y="81756"/>
                  <a:pt x="305788" y="85864"/>
                </a:cubicBezTo>
                <a:lnTo>
                  <a:pt x="362278" y="85864"/>
                </a:lnTo>
                <a:close/>
                <a:moveTo>
                  <a:pt x="453667" y="116031"/>
                </a:moveTo>
                <a:cubicBezTo>
                  <a:pt x="453667" y="120486"/>
                  <a:pt x="452845" y="124479"/>
                  <a:pt x="451202" y="128009"/>
                </a:cubicBezTo>
                <a:cubicBezTo>
                  <a:pt x="449559" y="131538"/>
                  <a:pt x="447214" y="134537"/>
                  <a:pt x="444167" y="137006"/>
                </a:cubicBezTo>
                <a:cubicBezTo>
                  <a:pt x="441120" y="139473"/>
                  <a:pt x="437473" y="141358"/>
                  <a:pt x="433228" y="142661"/>
                </a:cubicBezTo>
                <a:cubicBezTo>
                  <a:pt x="428983" y="143962"/>
                  <a:pt x="424293" y="144613"/>
                  <a:pt x="419157" y="144613"/>
                </a:cubicBezTo>
                <a:cubicBezTo>
                  <a:pt x="415939" y="144613"/>
                  <a:pt x="412892" y="144356"/>
                  <a:pt x="410016" y="143843"/>
                </a:cubicBezTo>
                <a:cubicBezTo>
                  <a:pt x="407140" y="143329"/>
                  <a:pt x="404538" y="142679"/>
                  <a:pt x="402210" y="141891"/>
                </a:cubicBezTo>
                <a:cubicBezTo>
                  <a:pt x="399882" y="141104"/>
                  <a:pt x="397914" y="140265"/>
                  <a:pt x="396305" y="139375"/>
                </a:cubicBezTo>
                <a:cubicBezTo>
                  <a:pt x="394696" y="138485"/>
                  <a:pt x="393514" y="137697"/>
                  <a:pt x="392761" y="137012"/>
                </a:cubicBezTo>
                <a:cubicBezTo>
                  <a:pt x="392008" y="136328"/>
                  <a:pt x="391460" y="135468"/>
                  <a:pt x="391118" y="134432"/>
                </a:cubicBezTo>
                <a:cubicBezTo>
                  <a:pt x="390776" y="133394"/>
                  <a:pt x="390604" y="132012"/>
                  <a:pt x="390604" y="130285"/>
                </a:cubicBezTo>
                <a:cubicBezTo>
                  <a:pt x="390604" y="129386"/>
                  <a:pt x="390673" y="128591"/>
                  <a:pt x="390810" y="127900"/>
                </a:cubicBezTo>
                <a:cubicBezTo>
                  <a:pt x="390947" y="127209"/>
                  <a:pt x="391118" y="126622"/>
                  <a:pt x="391323" y="126138"/>
                </a:cubicBezTo>
                <a:cubicBezTo>
                  <a:pt x="391529" y="125655"/>
                  <a:pt x="391803" y="125292"/>
                  <a:pt x="392145" y="125050"/>
                </a:cubicBezTo>
                <a:cubicBezTo>
                  <a:pt x="392487" y="124808"/>
                  <a:pt x="392864" y="124688"/>
                  <a:pt x="393275" y="124688"/>
                </a:cubicBezTo>
                <a:cubicBezTo>
                  <a:pt x="394028" y="124688"/>
                  <a:pt x="395124" y="125172"/>
                  <a:pt x="396561" y="126141"/>
                </a:cubicBezTo>
                <a:cubicBezTo>
                  <a:pt x="397999" y="127111"/>
                  <a:pt x="399797" y="128167"/>
                  <a:pt x="401954" y="129309"/>
                </a:cubicBezTo>
                <a:cubicBezTo>
                  <a:pt x="404110" y="130452"/>
                  <a:pt x="406678" y="131508"/>
                  <a:pt x="409657" y="132477"/>
                </a:cubicBezTo>
                <a:cubicBezTo>
                  <a:pt x="412635" y="133447"/>
                  <a:pt x="416076" y="133931"/>
                  <a:pt x="419979" y="133931"/>
                </a:cubicBezTo>
                <a:cubicBezTo>
                  <a:pt x="423129" y="133931"/>
                  <a:pt x="426004" y="133589"/>
                  <a:pt x="428606" y="132904"/>
                </a:cubicBezTo>
                <a:cubicBezTo>
                  <a:pt x="431208" y="132217"/>
                  <a:pt x="433468" y="131188"/>
                  <a:pt x="435385" y="129816"/>
                </a:cubicBezTo>
                <a:cubicBezTo>
                  <a:pt x="437302" y="128445"/>
                  <a:pt x="438792" y="126679"/>
                  <a:pt x="439853" y="124517"/>
                </a:cubicBezTo>
                <a:cubicBezTo>
                  <a:pt x="440914" y="122356"/>
                  <a:pt x="441445" y="119836"/>
                  <a:pt x="441445" y="116956"/>
                </a:cubicBezTo>
                <a:cubicBezTo>
                  <a:pt x="441445" y="114078"/>
                  <a:pt x="440760" y="111645"/>
                  <a:pt x="439391" y="109657"/>
                </a:cubicBezTo>
                <a:cubicBezTo>
                  <a:pt x="438021" y="107669"/>
                  <a:pt x="436224" y="105938"/>
                  <a:pt x="433998" y="104464"/>
                </a:cubicBezTo>
                <a:cubicBezTo>
                  <a:pt x="431773" y="102989"/>
                  <a:pt x="429240" y="101687"/>
                  <a:pt x="426398" y="100558"/>
                </a:cubicBezTo>
                <a:cubicBezTo>
                  <a:pt x="423557" y="99426"/>
                  <a:pt x="420646" y="98261"/>
                  <a:pt x="417668" y="97062"/>
                </a:cubicBezTo>
                <a:cubicBezTo>
                  <a:pt x="414689" y="95862"/>
                  <a:pt x="411779" y="94543"/>
                  <a:pt x="408938" y="93105"/>
                </a:cubicBezTo>
                <a:cubicBezTo>
                  <a:pt x="406096" y="91665"/>
                  <a:pt x="403563" y="89917"/>
                  <a:pt x="401337" y="87860"/>
                </a:cubicBezTo>
                <a:cubicBezTo>
                  <a:pt x="399112" y="85804"/>
                  <a:pt x="397315" y="83337"/>
                  <a:pt x="395945" y="80459"/>
                </a:cubicBezTo>
                <a:cubicBezTo>
                  <a:pt x="394576" y="77579"/>
                  <a:pt x="393891" y="74117"/>
                  <a:pt x="393891" y="70073"/>
                </a:cubicBezTo>
                <a:cubicBezTo>
                  <a:pt x="393891" y="66852"/>
                  <a:pt x="394507" y="63683"/>
                  <a:pt x="395740" y="60566"/>
                </a:cubicBezTo>
                <a:cubicBezTo>
                  <a:pt x="396972" y="57446"/>
                  <a:pt x="398872" y="54652"/>
                  <a:pt x="401440" y="52185"/>
                </a:cubicBezTo>
                <a:cubicBezTo>
                  <a:pt x="404008" y="49716"/>
                  <a:pt x="407294" y="47728"/>
                  <a:pt x="411300" y="46222"/>
                </a:cubicBezTo>
                <a:cubicBezTo>
                  <a:pt x="415306" y="44713"/>
                  <a:pt x="420047" y="43959"/>
                  <a:pt x="425525" y="43959"/>
                </a:cubicBezTo>
                <a:cubicBezTo>
                  <a:pt x="427853" y="43959"/>
                  <a:pt x="430164" y="44147"/>
                  <a:pt x="432458" y="44524"/>
                </a:cubicBezTo>
                <a:cubicBezTo>
                  <a:pt x="434752" y="44901"/>
                  <a:pt x="436840" y="45397"/>
                  <a:pt x="438723" y="46013"/>
                </a:cubicBezTo>
                <a:cubicBezTo>
                  <a:pt x="440606" y="46629"/>
                  <a:pt x="442232" y="47297"/>
                  <a:pt x="443602" y="48016"/>
                </a:cubicBezTo>
                <a:cubicBezTo>
                  <a:pt x="444971" y="48735"/>
                  <a:pt x="446015" y="49368"/>
                  <a:pt x="446734" y="49916"/>
                </a:cubicBezTo>
                <a:cubicBezTo>
                  <a:pt x="447453" y="50464"/>
                  <a:pt x="447933" y="50926"/>
                  <a:pt x="448172" y="51303"/>
                </a:cubicBezTo>
                <a:cubicBezTo>
                  <a:pt x="448412" y="51679"/>
                  <a:pt x="448583" y="52073"/>
                  <a:pt x="448686" y="52484"/>
                </a:cubicBezTo>
                <a:cubicBezTo>
                  <a:pt x="448788" y="52895"/>
                  <a:pt x="448874" y="53391"/>
                  <a:pt x="448943" y="53973"/>
                </a:cubicBezTo>
                <a:cubicBezTo>
                  <a:pt x="449011" y="54555"/>
                  <a:pt x="449045" y="55257"/>
                  <a:pt x="449045" y="56079"/>
                </a:cubicBezTo>
                <a:cubicBezTo>
                  <a:pt x="449045" y="56900"/>
                  <a:pt x="448994" y="57636"/>
                  <a:pt x="448891" y="58287"/>
                </a:cubicBezTo>
                <a:cubicBezTo>
                  <a:pt x="448788" y="58937"/>
                  <a:pt x="448634" y="59502"/>
                  <a:pt x="448429" y="59981"/>
                </a:cubicBezTo>
                <a:cubicBezTo>
                  <a:pt x="448224" y="60461"/>
                  <a:pt x="447967" y="60820"/>
                  <a:pt x="447659" y="61060"/>
                </a:cubicBezTo>
                <a:cubicBezTo>
                  <a:pt x="447351" y="61300"/>
                  <a:pt x="446991" y="61419"/>
                  <a:pt x="446580" y="61419"/>
                </a:cubicBezTo>
                <a:cubicBezTo>
                  <a:pt x="446032" y="61419"/>
                  <a:pt x="445211" y="61043"/>
                  <a:pt x="444115" y="60290"/>
                </a:cubicBezTo>
                <a:cubicBezTo>
                  <a:pt x="443020" y="59536"/>
                  <a:pt x="441582" y="58715"/>
                  <a:pt x="439801" y="57825"/>
                </a:cubicBezTo>
                <a:cubicBezTo>
                  <a:pt x="438021" y="56934"/>
                  <a:pt x="435899" y="56113"/>
                  <a:pt x="433434" y="55360"/>
                </a:cubicBezTo>
                <a:cubicBezTo>
                  <a:pt x="430969" y="54606"/>
                  <a:pt x="428127" y="54230"/>
                  <a:pt x="424909" y="54230"/>
                </a:cubicBezTo>
                <a:cubicBezTo>
                  <a:pt x="421691" y="54230"/>
                  <a:pt x="418866" y="54607"/>
                  <a:pt x="416435" y="55363"/>
                </a:cubicBezTo>
                <a:cubicBezTo>
                  <a:pt x="414005" y="56116"/>
                  <a:pt x="412002" y="57178"/>
                  <a:pt x="410427" y="58550"/>
                </a:cubicBezTo>
                <a:cubicBezTo>
                  <a:pt x="408852" y="59922"/>
                  <a:pt x="407671" y="61534"/>
                  <a:pt x="406884" y="63387"/>
                </a:cubicBezTo>
                <a:cubicBezTo>
                  <a:pt x="406096" y="65238"/>
                  <a:pt x="405702" y="67261"/>
                  <a:pt x="405702" y="69456"/>
                </a:cubicBezTo>
                <a:cubicBezTo>
                  <a:pt x="405702" y="72471"/>
                  <a:pt x="406387" y="75007"/>
                  <a:pt x="407757" y="77063"/>
                </a:cubicBezTo>
                <a:cubicBezTo>
                  <a:pt x="409126" y="79119"/>
                  <a:pt x="410941" y="80902"/>
                  <a:pt x="413200" y="82410"/>
                </a:cubicBezTo>
                <a:cubicBezTo>
                  <a:pt x="415460" y="83919"/>
                  <a:pt x="418027" y="85256"/>
                  <a:pt x="420903" y="86422"/>
                </a:cubicBezTo>
                <a:cubicBezTo>
                  <a:pt x="423779" y="87586"/>
                  <a:pt x="426706" y="88751"/>
                  <a:pt x="429685" y="89918"/>
                </a:cubicBezTo>
                <a:cubicBezTo>
                  <a:pt x="432663" y="91082"/>
                  <a:pt x="435590" y="92367"/>
                  <a:pt x="438466" y="93772"/>
                </a:cubicBezTo>
                <a:cubicBezTo>
                  <a:pt x="441342" y="95176"/>
                  <a:pt x="443910" y="96872"/>
                  <a:pt x="446169" y="98860"/>
                </a:cubicBezTo>
                <a:cubicBezTo>
                  <a:pt x="448429" y="100847"/>
                  <a:pt x="450243" y="103230"/>
                  <a:pt x="451613" y="106007"/>
                </a:cubicBezTo>
                <a:cubicBezTo>
                  <a:pt x="452982" y="108783"/>
                  <a:pt x="453667" y="112124"/>
                  <a:pt x="453667" y="116031"/>
                </a:cubicBezTo>
                <a:close/>
                <a:moveTo>
                  <a:pt x="511410" y="168335"/>
                </a:moveTo>
                <a:cubicBezTo>
                  <a:pt x="511410" y="169568"/>
                  <a:pt x="511222" y="170612"/>
                  <a:pt x="510845" y="171468"/>
                </a:cubicBezTo>
                <a:cubicBezTo>
                  <a:pt x="510469" y="172326"/>
                  <a:pt x="510007" y="172995"/>
                  <a:pt x="509459" y="173474"/>
                </a:cubicBezTo>
                <a:cubicBezTo>
                  <a:pt x="508911" y="173953"/>
                  <a:pt x="508295" y="174295"/>
                  <a:pt x="507610" y="174501"/>
                </a:cubicBezTo>
                <a:cubicBezTo>
                  <a:pt x="506925" y="174706"/>
                  <a:pt x="506275" y="174809"/>
                  <a:pt x="505659" y="174809"/>
                </a:cubicBezTo>
                <a:lnTo>
                  <a:pt x="482447" y="174809"/>
                </a:lnTo>
                <a:cubicBezTo>
                  <a:pt x="481557" y="174809"/>
                  <a:pt x="480889" y="174450"/>
                  <a:pt x="480444" y="173731"/>
                </a:cubicBezTo>
                <a:cubicBezTo>
                  <a:pt x="479999" y="173012"/>
                  <a:pt x="479776" y="171865"/>
                  <a:pt x="479776" y="170290"/>
                </a:cubicBezTo>
                <a:cubicBezTo>
                  <a:pt x="479776" y="169468"/>
                  <a:pt x="479828" y="168766"/>
                  <a:pt x="479930" y="168184"/>
                </a:cubicBezTo>
                <a:cubicBezTo>
                  <a:pt x="480033" y="167602"/>
                  <a:pt x="480204" y="167106"/>
                  <a:pt x="480444" y="166695"/>
                </a:cubicBezTo>
                <a:cubicBezTo>
                  <a:pt x="480684" y="166284"/>
                  <a:pt x="480975" y="165993"/>
                  <a:pt x="481317" y="165822"/>
                </a:cubicBezTo>
                <a:cubicBezTo>
                  <a:pt x="481659" y="165651"/>
                  <a:pt x="482036" y="165565"/>
                  <a:pt x="482447" y="165565"/>
                </a:cubicBezTo>
                <a:lnTo>
                  <a:pt x="499804" y="165565"/>
                </a:lnTo>
                <a:lnTo>
                  <a:pt x="499804" y="9244"/>
                </a:lnTo>
                <a:lnTo>
                  <a:pt x="482447" y="9244"/>
                </a:lnTo>
                <a:cubicBezTo>
                  <a:pt x="481557" y="9244"/>
                  <a:pt x="480889" y="8884"/>
                  <a:pt x="480444" y="8165"/>
                </a:cubicBezTo>
                <a:cubicBezTo>
                  <a:pt x="479999" y="7446"/>
                  <a:pt x="479776" y="6299"/>
                  <a:pt x="479776" y="4725"/>
                </a:cubicBezTo>
                <a:cubicBezTo>
                  <a:pt x="479776" y="3903"/>
                  <a:pt x="479828" y="3201"/>
                  <a:pt x="479930" y="2619"/>
                </a:cubicBezTo>
                <a:cubicBezTo>
                  <a:pt x="480033" y="2037"/>
                  <a:pt x="480204" y="1541"/>
                  <a:pt x="480444" y="1130"/>
                </a:cubicBezTo>
                <a:cubicBezTo>
                  <a:pt x="480684" y="719"/>
                  <a:pt x="480975" y="428"/>
                  <a:pt x="481317" y="257"/>
                </a:cubicBezTo>
                <a:cubicBezTo>
                  <a:pt x="481659" y="86"/>
                  <a:pt x="482036" y="0"/>
                  <a:pt x="482447" y="0"/>
                </a:cubicBezTo>
                <a:lnTo>
                  <a:pt x="505659" y="0"/>
                </a:lnTo>
                <a:cubicBezTo>
                  <a:pt x="506275" y="0"/>
                  <a:pt x="506925" y="103"/>
                  <a:pt x="507610" y="308"/>
                </a:cubicBezTo>
                <a:cubicBezTo>
                  <a:pt x="508295" y="514"/>
                  <a:pt x="508911" y="856"/>
                  <a:pt x="509459" y="1335"/>
                </a:cubicBezTo>
                <a:cubicBezTo>
                  <a:pt x="510007" y="1815"/>
                  <a:pt x="510469" y="2483"/>
                  <a:pt x="510845" y="3341"/>
                </a:cubicBezTo>
                <a:cubicBezTo>
                  <a:pt x="511222" y="4197"/>
                  <a:pt x="511410" y="5241"/>
                  <a:pt x="511410" y="6474"/>
                </a:cubicBezTo>
                <a:lnTo>
                  <a:pt x="511410" y="168335"/>
                </a:lnTo>
                <a:close/>
                <a:moveTo>
                  <a:pt x="560471" y="133623"/>
                </a:moveTo>
                <a:cubicBezTo>
                  <a:pt x="560471" y="137663"/>
                  <a:pt x="559821" y="140333"/>
                  <a:pt x="558520" y="141634"/>
                </a:cubicBezTo>
                <a:cubicBezTo>
                  <a:pt x="557219" y="142935"/>
                  <a:pt x="554891" y="143586"/>
                  <a:pt x="551535" y="143586"/>
                </a:cubicBezTo>
                <a:cubicBezTo>
                  <a:pt x="548317" y="143586"/>
                  <a:pt x="546075" y="142952"/>
                  <a:pt x="544808" y="141686"/>
                </a:cubicBezTo>
                <a:cubicBezTo>
                  <a:pt x="543541" y="140419"/>
                  <a:pt x="542908" y="137800"/>
                  <a:pt x="542908" y="133829"/>
                </a:cubicBezTo>
                <a:cubicBezTo>
                  <a:pt x="542908" y="129789"/>
                  <a:pt x="543558" y="127118"/>
                  <a:pt x="544859" y="125817"/>
                </a:cubicBezTo>
                <a:cubicBezTo>
                  <a:pt x="546160" y="124516"/>
                  <a:pt x="548488" y="123866"/>
                  <a:pt x="551844" y="123866"/>
                </a:cubicBezTo>
                <a:cubicBezTo>
                  <a:pt x="555062" y="123866"/>
                  <a:pt x="557304" y="124499"/>
                  <a:pt x="558571" y="125766"/>
                </a:cubicBezTo>
                <a:cubicBezTo>
                  <a:pt x="559838" y="127033"/>
                  <a:pt x="560471" y="129652"/>
                  <a:pt x="560471" y="1336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Ignoreprevious">
            <a:extLst xmlns:a="http://schemas.openxmlformats.org/drawingml/2006/main">
              <a:ext uri="{FF2B5EF4-FFF2-40B4-BE49-F238E27FC236}">
                <a16:creationId xmlns:a16="http://schemas.microsoft.com/office/drawing/2014/main" id="{7D18FB44-D8B0-4AFF-944F-C9527352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63" y="3319352"/>
            <a:ext cx="1255350" cy="172549"/>
          </a:xfrm>
          <a:custGeom xmlns:a="http://schemas.openxmlformats.org/drawingml/2006/main">
            <a:pathLst>
              <a:path w="1255350" h="172549">
                <a:moveTo>
                  <a:pt x="12530" y="132904"/>
                </a:moveTo>
                <a:cubicBezTo>
                  <a:pt x="12530" y="133315"/>
                  <a:pt x="12428" y="133692"/>
                  <a:pt x="12222" y="134034"/>
                </a:cubicBezTo>
                <a:cubicBezTo>
                  <a:pt x="12017" y="134376"/>
                  <a:pt x="11674" y="134650"/>
                  <a:pt x="11195" y="134856"/>
                </a:cubicBezTo>
                <a:cubicBezTo>
                  <a:pt x="10716" y="135061"/>
                  <a:pt x="10083" y="135232"/>
                  <a:pt x="9295" y="135369"/>
                </a:cubicBezTo>
                <a:cubicBezTo>
                  <a:pt x="8508" y="135506"/>
                  <a:pt x="7498" y="135575"/>
                  <a:pt x="6265" y="135575"/>
                </a:cubicBezTo>
                <a:cubicBezTo>
                  <a:pt x="5101" y="135575"/>
                  <a:pt x="4108" y="135506"/>
                  <a:pt x="3287" y="135369"/>
                </a:cubicBezTo>
                <a:cubicBezTo>
                  <a:pt x="2465" y="135232"/>
                  <a:pt x="1815" y="135061"/>
                  <a:pt x="1335" y="134856"/>
                </a:cubicBezTo>
                <a:cubicBezTo>
                  <a:pt x="856" y="134650"/>
                  <a:pt x="514" y="134376"/>
                  <a:pt x="308" y="134034"/>
                </a:cubicBezTo>
                <a:cubicBezTo>
                  <a:pt x="103" y="133692"/>
                  <a:pt x="0" y="133315"/>
                  <a:pt x="0" y="132904"/>
                </a:cubicBezTo>
                <a:lnTo>
                  <a:pt x="0" y="4108"/>
                </a:lnTo>
                <a:cubicBezTo>
                  <a:pt x="0" y="3697"/>
                  <a:pt x="120" y="3321"/>
                  <a:pt x="359" y="2979"/>
                </a:cubicBezTo>
                <a:cubicBezTo>
                  <a:pt x="599" y="2636"/>
                  <a:pt x="976" y="2362"/>
                  <a:pt x="1489" y="2157"/>
                </a:cubicBezTo>
                <a:cubicBezTo>
                  <a:pt x="2003" y="1951"/>
                  <a:pt x="2653" y="1780"/>
                  <a:pt x="3441" y="1643"/>
                </a:cubicBezTo>
                <a:cubicBezTo>
                  <a:pt x="4228" y="1506"/>
                  <a:pt x="5170" y="1438"/>
                  <a:pt x="6265" y="1438"/>
                </a:cubicBezTo>
                <a:cubicBezTo>
                  <a:pt x="7498" y="1438"/>
                  <a:pt x="8508" y="1506"/>
                  <a:pt x="9295" y="1643"/>
                </a:cubicBezTo>
                <a:cubicBezTo>
                  <a:pt x="10083" y="1780"/>
                  <a:pt x="10716" y="1951"/>
                  <a:pt x="11195" y="2157"/>
                </a:cubicBezTo>
                <a:cubicBezTo>
                  <a:pt x="11674" y="2362"/>
                  <a:pt x="12017" y="2636"/>
                  <a:pt x="12222" y="2979"/>
                </a:cubicBezTo>
                <a:cubicBezTo>
                  <a:pt x="12428" y="3321"/>
                  <a:pt x="12530" y="3697"/>
                  <a:pt x="12530" y="4108"/>
                </a:cubicBezTo>
                <a:lnTo>
                  <a:pt x="12530" y="132904"/>
                </a:lnTo>
                <a:close/>
                <a:moveTo>
                  <a:pt x="127315" y="43086"/>
                </a:moveTo>
                <a:cubicBezTo>
                  <a:pt x="127315" y="45022"/>
                  <a:pt x="127006" y="46372"/>
                  <a:pt x="126390" y="47133"/>
                </a:cubicBezTo>
                <a:cubicBezTo>
                  <a:pt x="125774" y="47893"/>
                  <a:pt x="124986" y="48273"/>
                  <a:pt x="124028" y="48273"/>
                </a:cubicBezTo>
                <a:lnTo>
                  <a:pt x="109341" y="48273"/>
                </a:lnTo>
                <a:cubicBezTo>
                  <a:pt x="112216" y="51196"/>
                  <a:pt x="114219" y="54373"/>
                  <a:pt x="115349" y="57805"/>
                </a:cubicBezTo>
                <a:cubicBezTo>
                  <a:pt x="116479" y="61235"/>
                  <a:pt x="117044" y="64854"/>
                  <a:pt x="117044" y="68660"/>
                </a:cubicBezTo>
                <a:cubicBezTo>
                  <a:pt x="117044" y="73924"/>
                  <a:pt x="116205" y="78607"/>
                  <a:pt x="114527" y="82709"/>
                </a:cubicBezTo>
                <a:cubicBezTo>
                  <a:pt x="112850" y="86811"/>
                  <a:pt x="110470" y="90280"/>
                  <a:pt x="107389" y="93118"/>
                </a:cubicBezTo>
                <a:cubicBezTo>
                  <a:pt x="104308" y="95955"/>
                  <a:pt x="100645" y="98126"/>
                  <a:pt x="96399" y="99630"/>
                </a:cubicBezTo>
                <a:cubicBezTo>
                  <a:pt x="92154" y="101134"/>
                  <a:pt x="87464" y="101886"/>
                  <a:pt x="82328" y="101886"/>
                </a:cubicBezTo>
                <a:cubicBezTo>
                  <a:pt x="78152" y="101886"/>
                  <a:pt x="74180" y="101305"/>
                  <a:pt x="70414" y="100144"/>
                </a:cubicBezTo>
                <a:cubicBezTo>
                  <a:pt x="66648" y="98982"/>
                  <a:pt x="63704" y="97546"/>
                  <a:pt x="61581" y="95836"/>
                </a:cubicBezTo>
                <a:cubicBezTo>
                  <a:pt x="60212" y="97212"/>
                  <a:pt x="59082" y="98794"/>
                  <a:pt x="58192" y="100583"/>
                </a:cubicBezTo>
                <a:cubicBezTo>
                  <a:pt x="57302" y="102372"/>
                  <a:pt x="56857" y="104436"/>
                  <a:pt x="56857" y="106775"/>
                </a:cubicBezTo>
                <a:cubicBezTo>
                  <a:pt x="56857" y="109387"/>
                  <a:pt x="58106" y="111588"/>
                  <a:pt x="60606" y="113377"/>
                </a:cubicBezTo>
                <a:cubicBezTo>
                  <a:pt x="63105" y="115166"/>
                  <a:pt x="66340" y="116129"/>
                  <a:pt x="70312" y="116265"/>
                </a:cubicBezTo>
                <a:lnTo>
                  <a:pt x="95475" y="117296"/>
                </a:lnTo>
                <a:cubicBezTo>
                  <a:pt x="99720" y="117433"/>
                  <a:pt x="103709" y="118016"/>
                  <a:pt x="107441" y="119045"/>
                </a:cubicBezTo>
                <a:cubicBezTo>
                  <a:pt x="111172" y="120072"/>
                  <a:pt x="114442" y="121598"/>
                  <a:pt x="117249" y="123622"/>
                </a:cubicBezTo>
                <a:cubicBezTo>
                  <a:pt x="120056" y="125646"/>
                  <a:pt x="122282" y="128134"/>
                  <a:pt x="123925" y="131084"/>
                </a:cubicBezTo>
                <a:cubicBezTo>
                  <a:pt x="125568" y="134033"/>
                  <a:pt x="126390" y="137496"/>
                  <a:pt x="126390" y="141474"/>
                </a:cubicBezTo>
                <a:cubicBezTo>
                  <a:pt x="126390" y="145591"/>
                  <a:pt x="125551" y="149535"/>
                  <a:pt x="123874" y="153308"/>
                </a:cubicBezTo>
                <a:cubicBezTo>
                  <a:pt x="122196" y="157080"/>
                  <a:pt x="119594" y="160389"/>
                  <a:pt x="116068" y="163235"/>
                </a:cubicBezTo>
                <a:cubicBezTo>
                  <a:pt x="112542" y="166083"/>
                  <a:pt x="108040" y="168347"/>
                  <a:pt x="102562" y="170027"/>
                </a:cubicBezTo>
                <a:cubicBezTo>
                  <a:pt x="97084" y="171709"/>
                  <a:pt x="90545" y="172549"/>
                  <a:pt x="82945" y="172549"/>
                </a:cubicBezTo>
                <a:cubicBezTo>
                  <a:pt x="75687" y="172549"/>
                  <a:pt x="69507" y="171915"/>
                  <a:pt x="64406" y="170646"/>
                </a:cubicBezTo>
                <a:cubicBezTo>
                  <a:pt x="59305" y="169379"/>
                  <a:pt x="55128" y="167632"/>
                  <a:pt x="51876" y="165405"/>
                </a:cubicBezTo>
                <a:cubicBezTo>
                  <a:pt x="48623" y="163179"/>
                  <a:pt x="46261" y="160559"/>
                  <a:pt x="44789" y="157544"/>
                </a:cubicBezTo>
                <a:cubicBezTo>
                  <a:pt x="43316" y="154530"/>
                  <a:pt x="42580" y="151274"/>
                  <a:pt x="42580" y="147778"/>
                </a:cubicBezTo>
                <a:cubicBezTo>
                  <a:pt x="42580" y="145381"/>
                  <a:pt x="42854" y="143120"/>
                  <a:pt x="43402" y="140996"/>
                </a:cubicBezTo>
                <a:cubicBezTo>
                  <a:pt x="43950" y="138871"/>
                  <a:pt x="44789" y="136850"/>
                  <a:pt x="45918" y="134933"/>
                </a:cubicBezTo>
                <a:cubicBezTo>
                  <a:pt x="47048" y="133013"/>
                  <a:pt x="48452" y="131163"/>
                  <a:pt x="50129" y="129383"/>
                </a:cubicBezTo>
                <a:cubicBezTo>
                  <a:pt x="51807" y="127601"/>
                  <a:pt x="53741" y="125784"/>
                  <a:pt x="55932" y="123933"/>
                </a:cubicBezTo>
                <a:cubicBezTo>
                  <a:pt x="52440" y="122144"/>
                  <a:pt x="49873" y="119978"/>
                  <a:pt x="48229" y="117434"/>
                </a:cubicBezTo>
                <a:cubicBezTo>
                  <a:pt x="46586" y="114890"/>
                  <a:pt x="45764" y="112173"/>
                  <a:pt x="45764" y="109285"/>
                </a:cubicBezTo>
                <a:cubicBezTo>
                  <a:pt x="45764" y="105022"/>
                  <a:pt x="46586" y="101257"/>
                  <a:pt x="48229" y="97990"/>
                </a:cubicBezTo>
                <a:cubicBezTo>
                  <a:pt x="49873" y="94722"/>
                  <a:pt x="51858" y="91782"/>
                  <a:pt x="54186" y="89170"/>
                </a:cubicBezTo>
                <a:cubicBezTo>
                  <a:pt x="52201" y="86572"/>
                  <a:pt x="50660" y="83735"/>
                  <a:pt x="49565" y="80658"/>
                </a:cubicBezTo>
                <a:cubicBezTo>
                  <a:pt x="48469" y="77581"/>
                  <a:pt x="47921" y="73890"/>
                  <a:pt x="47921" y="69585"/>
                </a:cubicBezTo>
                <a:cubicBezTo>
                  <a:pt x="47921" y="64387"/>
                  <a:pt x="48777" y="59721"/>
                  <a:pt x="50489" y="55587"/>
                </a:cubicBezTo>
                <a:cubicBezTo>
                  <a:pt x="52201" y="51451"/>
                  <a:pt x="54580" y="47948"/>
                  <a:pt x="57627" y="45076"/>
                </a:cubicBezTo>
                <a:cubicBezTo>
                  <a:pt x="60674" y="42204"/>
                  <a:pt x="64320" y="39999"/>
                  <a:pt x="68566" y="38461"/>
                </a:cubicBezTo>
                <a:cubicBezTo>
                  <a:pt x="72811" y="36922"/>
                  <a:pt x="77467" y="36153"/>
                  <a:pt x="82534" y="36153"/>
                </a:cubicBezTo>
                <a:cubicBezTo>
                  <a:pt x="85204" y="36153"/>
                  <a:pt x="87721" y="36307"/>
                  <a:pt x="90083" y="36615"/>
                </a:cubicBezTo>
                <a:cubicBezTo>
                  <a:pt x="92445" y="36924"/>
                  <a:pt x="94619" y="37317"/>
                  <a:pt x="96605" y="37797"/>
                </a:cubicBezTo>
                <a:lnTo>
                  <a:pt x="124028" y="37797"/>
                </a:lnTo>
                <a:cubicBezTo>
                  <a:pt x="125192" y="37797"/>
                  <a:pt x="126031" y="38246"/>
                  <a:pt x="126544" y="39145"/>
                </a:cubicBezTo>
                <a:cubicBezTo>
                  <a:pt x="127058" y="40043"/>
                  <a:pt x="127315" y="41357"/>
                  <a:pt x="127315" y="43086"/>
                </a:cubicBezTo>
                <a:moveTo>
                  <a:pt x="104411" y="68866"/>
                </a:moveTo>
                <a:cubicBezTo>
                  <a:pt x="104411" y="61830"/>
                  <a:pt x="102476" y="56331"/>
                  <a:pt x="98608" y="52368"/>
                </a:cubicBezTo>
                <a:cubicBezTo>
                  <a:pt x="94739" y="48405"/>
                  <a:pt x="89244" y="46424"/>
                  <a:pt x="82123" y="46424"/>
                </a:cubicBezTo>
                <a:cubicBezTo>
                  <a:pt x="78494" y="46424"/>
                  <a:pt x="75310" y="47039"/>
                  <a:pt x="72571" y="48270"/>
                </a:cubicBezTo>
                <a:cubicBezTo>
                  <a:pt x="69832" y="49498"/>
                  <a:pt x="67573" y="51171"/>
                  <a:pt x="65792" y="53289"/>
                </a:cubicBezTo>
                <a:cubicBezTo>
                  <a:pt x="64012" y="55408"/>
                  <a:pt x="62677" y="57867"/>
                  <a:pt x="61787" y="60668"/>
                </a:cubicBezTo>
                <a:cubicBezTo>
                  <a:pt x="60897" y="63469"/>
                  <a:pt x="60452" y="66441"/>
                  <a:pt x="60452" y="69585"/>
                </a:cubicBezTo>
                <a:cubicBezTo>
                  <a:pt x="60452" y="76415"/>
                  <a:pt x="62386" y="81794"/>
                  <a:pt x="66255" y="85723"/>
                </a:cubicBezTo>
                <a:cubicBezTo>
                  <a:pt x="70123" y="89651"/>
                  <a:pt x="75550" y="91616"/>
                  <a:pt x="82534" y="91616"/>
                </a:cubicBezTo>
                <a:cubicBezTo>
                  <a:pt x="86231" y="91616"/>
                  <a:pt x="89467" y="91001"/>
                  <a:pt x="92240" y="89773"/>
                </a:cubicBezTo>
                <a:cubicBezTo>
                  <a:pt x="95013" y="88543"/>
                  <a:pt x="97290" y="86886"/>
                  <a:pt x="99070" y="84802"/>
                </a:cubicBezTo>
                <a:cubicBezTo>
                  <a:pt x="100850" y="82717"/>
                  <a:pt x="102185" y="80292"/>
                  <a:pt x="103075" y="77525"/>
                </a:cubicBezTo>
                <a:cubicBezTo>
                  <a:pt x="103966" y="74759"/>
                  <a:pt x="104411" y="71872"/>
                  <a:pt x="104411" y="68866"/>
                </a:cubicBezTo>
                <a:moveTo>
                  <a:pt x="114168" y="142193"/>
                </a:moveTo>
                <a:cubicBezTo>
                  <a:pt x="114168" y="137661"/>
                  <a:pt x="112336" y="134193"/>
                  <a:pt x="108673" y="131790"/>
                </a:cubicBezTo>
                <a:cubicBezTo>
                  <a:pt x="105010" y="129385"/>
                  <a:pt x="100097" y="128080"/>
                  <a:pt x="93934" y="127875"/>
                </a:cubicBezTo>
                <a:lnTo>
                  <a:pt x="66922" y="126947"/>
                </a:lnTo>
                <a:cubicBezTo>
                  <a:pt x="64457" y="128871"/>
                  <a:pt x="62437" y="130691"/>
                  <a:pt x="60862" y="132407"/>
                </a:cubicBezTo>
                <a:cubicBezTo>
                  <a:pt x="59288" y="134123"/>
                  <a:pt x="58038" y="135787"/>
                  <a:pt x="57114" y="137401"/>
                </a:cubicBezTo>
                <a:cubicBezTo>
                  <a:pt x="56189" y="139016"/>
                  <a:pt x="55556" y="140597"/>
                  <a:pt x="55214" y="142141"/>
                </a:cubicBezTo>
                <a:cubicBezTo>
                  <a:pt x="54871" y="143686"/>
                  <a:pt x="54700" y="145248"/>
                  <a:pt x="54700" y="146828"/>
                </a:cubicBezTo>
                <a:cubicBezTo>
                  <a:pt x="54700" y="151909"/>
                  <a:pt x="57251" y="155755"/>
                  <a:pt x="62352" y="158363"/>
                </a:cubicBezTo>
                <a:cubicBezTo>
                  <a:pt x="67453" y="160973"/>
                  <a:pt x="74557" y="162279"/>
                  <a:pt x="83664" y="162279"/>
                </a:cubicBezTo>
                <a:cubicBezTo>
                  <a:pt x="89415" y="162279"/>
                  <a:pt x="94225" y="161712"/>
                  <a:pt x="98094" y="160578"/>
                </a:cubicBezTo>
                <a:cubicBezTo>
                  <a:pt x="101963" y="159446"/>
                  <a:pt x="105095" y="157952"/>
                  <a:pt x="107492" y="156097"/>
                </a:cubicBezTo>
                <a:cubicBezTo>
                  <a:pt x="109888" y="154244"/>
                  <a:pt x="111600" y="152115"/>
                  <a:pt x="112627" y="149710"/>
                </a:cubicBezTo>
                <a:cubicBezTo>
                  <a:pt x="113654" y="147307"/>
                  <a:pt x="114168" y="144801"/>
                  <a:pt x="114168" y="142193"/>
                </a:cubicBezTo>
                <a:close/>
                <a:moveTo>
                  <a:pt x="216584" y="132904"/>
                </a:moveTo>
                <a:cubicBezTo>
                  <a:pt x="216584" y="133315"/>
                  <a:pt x="216481" y="133692"/>
                  <a:pt x="216276" y="134034"/>
                </a:cubicBezTo>
                <a:cubicBezTo>
                  <a:pt x="216071" y="134376"/>
                  <a:pt x="215745" y="134650"/>
                  <a:pt x="215300" y="134856"/>
                </a:cubicBezTo>
                <a:cubicBezTo>
                  <a:pt x="214855" y="135061"/>
                  <a:pt x="214239" y="135232"/>
                  <a:pt x="213452" y="135369"/>
                </a:cubicBezTo>
                <a:cubicBezTo>
                  <a:pt x="212664" y="135506"/>
                  <a:pt x="211688" y="135575"/>
                  <a:pt x="210524" y="135575"/>
                </a:cubicBezTo>
                <a:cubicBezTo>
                  <a:pt x="209292" y="135575"/>
                  <a:pt x="208282" y="135506"/>
                  <a:pt x="207495" y="135369"/>
                </a:cubicBezTo>
                <a:cubicBezTo>
                  <a:pt x="206707" y="135232"/>
                  <a:pt x="206091" y="135061"/>
                  <a:pt x="205646" y="134856"/>
                </a:cubicBezTo>
                <a:cubicBezTo>
                  <a:pt x="205201" y="134650"/>
                  <a:pt x="204875" y="134376"/>
                  <a:pt x="204670" y="134034"/>
                </a:cubicBezTo>
                <a:cubicBezTo>
                  <a:pt x="204465" y="133692"/>
                  <a:pt x="204362" y="133315"/>
                  <a:pt x="204362" y="132904"/>
                </a:cubicBezTo>
                <a:lnTo>
                  <a:pt x="204362" y="77750"/>
                </a:lnTo>
                <a:cubicBezTo>
                  <a:pt x="204362" y="71998"/>
                  <a:pt x="203917" y="67325"/>
                  <a:pt x="203027" y="63730"/>
                </a:cubicBezTo>
                <a:cubicBezTo>
                  <a:pt x="202137" y="60136"/>
                  <a:pt x="200801" y="57054"/>
                  <a:pt x="199021" y="54487"/>
                </a:cubicBezTo>
                <a:cubicBezTo>
                  <a:pt x="197241" y="51919"/>
                  <a:pt x="194964" y="49933"/>
                  <a:pt x="192191" y="48530"/>
                </a:cubicBezTo>
                <a:cubicBezTo>
                  <a:pt x="189418" y="47126"/>
                  <a:pt x="186183" y="46424"/>
                  <a:pt x="182485" y="46424"/>
                </a:cubicBezTo>
                <a:cubicBezTo>
                  <a:pt x="177761" y="46424"/>
                  <a:pt x="173036" y="48102"/>
                  <a:pt x="168311" y="51457"/>
                </a:cubicBezTo>
                <a:cubicBezTo>
                  <a:pt x="163587" y="54812"/>
                  <a:pt x="158623" y="59742"/>
                  <a:pt x="153419" y="66247"/>
                </a:cubicBezTo>
                <a:lnTo>
                  <a:pt x="153419" y="132904"/>
                </a:lnTo>
                <a:cubicBezTo>
                  <a:pt x="153419" y="133315"/>
                  <a:pt x="153316" y="133692"/>
                  <a:pt x="153111" y="134034"/>
                </a:cubicBezTo>
                <a:cubicBezTo>
                  <a:pt x="152905" y="134376"/>
                  <a:pt x="152580" y="134650"/>
                  <a:pt x="152135" y="134856"/>
                </a:cubicBezTo>
                <a:cubicBezTo>
                  <a:pt x="151690" y="135061"/>
                  <a:pt x="151074" y="135232"/>
                  <a:pt x="150286" y="135369"/>
                </a:cubicBezTo>
                <a:cubicBezTo>
                  <a:pt x="149499" y="135506"/>
                  <a:pt x="148489" y="135575"/>
                  <a:pt x="147256" y="135575"/>
                </a:cubicBezTo>
                <a:cubicBezTo>
                  <a:pt x="146092" y="135575"/>
                  <a:pt x="145117" y="135506"/>
                  <a:pt x="144329" y="135369"/>
                </a:cubicBezTo>
                <a:cubicBezTo>
                  <a:pt x="143542" y="135232"/>
                  <a:pt x="142908" y="135061"/>
                  <a:pt x="142429" y="134856"/>
                </a:cubicBezTo>
                <a:cubicBezTo>
                  <a:pt x="141950" y="134650"/>
                  <a:pt x="141624" y="134376"/>
                  <a:pt x="141453" y="134034"/>
                </a:cubicBezTo>
                <a:cubicBezTo>
                  <a:pt x="141282" y="133689"/>
                  <a:pt x="141196" y="133312"/>
                  <a:pt x="141196" y="132901"/>
                </a:cubicBezTo>
                <a:lnTo>
                  <a:pt x="141196" y="39854"/>
                </a:lnTo>
                <a:cubicBezTo>
                  <a:pt x="141196" y="39443"/>
                  <a:pt x="141282" y="39066"/>
                  <a:pt x="141453" y="38724"/>
                </a:cubicBezTo>
                <a:cubicBezTo>
                  <a:pt x="141624" y="38380"/>
                  <a:pt x="141950" y="38088"/>
                  <a:pt x="142429" y="37848"/>
                </a:cubicBezTo>
                <a:cubicBezTo>
                  <a:pt x="142908" y="37608"/>
                  <a:pt x="143507" y="37437"/>
                  <a:pt x="144226" y="37334"/>
                </a:cubicBezTo>
                <a:cubicBezTo>
                  <a:pt x="144945" y="37232"/>
                  <a:pt x="145887" y="37180"/>
                  <a:pt x="147051" y="37180"/>
                </a:cubicBezTo>
                <a:cubicBezTo>
                  <a:pt x="148215" y="37180"/>
                  <a:pt x="149173" y="37232"/>
                  <a:pt x="149927" y="37334"/>
                </a:cubicBezTo>
                <a:cubicBezTo>
                  <a:pt x="150680" y="37437"/>
                  <a:pt x="151262" y="37608"/>
                  <a:pt x="151673" y="37848"/>
                </a:cubicBezTo>
                <a:cubicBezTo>
                  <a:pt x="152084" y="38088"/>
                  <a:pt x="152375" y="38380"/>
                  <a:pt x="152546" y="38724"/>
                </a:cubicBezTo>
                <a:cubicBezTo>
                  <a:pt x="152717" y="39066"/>
                  <a:pt x="152802" y="39443"/>
                  <a:pt x="152802" y="39854"/>
                </a:cubicBezTo>
                <a:lnTo>
                  <a:pt x="152802" y="53013"/>
                </a:lnTo>
                <a:cubicBezTo>
                  <a:pt x="158143" y="47086"/>
                  <a:pt x="163381" y="42795"/>
                  <a:pt x="168517" y="40140"/>
                </a:cubicBezTo>
                <a:cubicBezTo>
                  <a:pt x="173652" y="37482"/>
                  <a:pt x="178753" y="36153"/>
                  <a:pt x="183820" y="36153"/>
                </a:cubicBezTo>
                <a:cubicBezTo>
                  <a:pt x="189914" y="36153"/>
                  <a:pt x="195050" y="37180"/>
                  <a:pt x="199227" y="39234"/>
                </a:cubicBezTo>
                <a:cubicBezTo>
                  <a:pt x="203403" y="41289"/>
                  <a:pt x="206776" y="44062"/>
                  <a:pt x="209343" y="47554"/>
                </a:cubicBezTo>
                <a:cubicBezTo>
                  <a:pt x="211911" y="51046"/>
                  <a:pt x="213760" y="55120"/>
                  <a:pt x="214889" y="59776"/>
                </a:cubicBezTo>
                <a:cubicBezTo>
                  <a:pt x="216019" y="64432"/>
                  <a:pt x="216584" y="70047"/>
                  <a:pt x="216584" y="76620"/>
                </a:cubicBezTo>
                <a:lnTo>
                  <a:pt x="216584" y="132904"/>
                </a:lnTo>
                <a:close/>
                <a:moveTo>
                  <a:pt x="333687" y="85504"/>
                </a:moveTo>
                <a:cubicBezTo>
                  <a:pt x="333687" y="92906"/>
                  <a:pt x="332728" y="99725"/>
                  <a:pt x="330811" y="105963"/>
                </a:cubicBezTo>
                <a:cubicBezTo>
                  <a:pt x="328894" y="112200"/>
                  <a:pt x="326035" y="117616"/>
                  <a:pt x="322235" y="122210"/>
                </a:cubicBezTo>
                <a:cubicBezTo>
                  <a:pt x="318435" y="126802"/>
                  <a:pt x="313693" y="130382"/>
                  <a:pt x="308010" y="132952"/>
                </a:cubicBezTo>
                <a:cubicBezTo>
                  <a:pt x="302327" y="135522"/>
                  <a:pt x="295719" y="136807"/>
                  <a:pt x="288187" y="136807"/>
                </a:cubicBezTo>
                <a:cubicBezTo>
                  <a:pt x="280929" y="136807"/>
                  <a:pt x="274579" y="135659"/>
                  <a:pt x="269135" y="133363"/>
                </a:cubicBezTo>
                <a:cubicBezTo>
                  <a:pt x="263692" y="131067"/>
                  <a:pt x="259138" y="127777"/>
                  <a:pt x="255475" y="123494"/>
                </a:cubicBezTo>
                <a:cubicBezTo>
                  <a:pt x="251812" y="119210"/>
                  <a:pt x="249073" y="114018"/>
                  <a:pt x="247258" y="107917"/>
                </a:cubicBezTo>
                <a:cubicBezTo>
                  <a:pt x="245444" y="101817"/>
                  <a:pt x="244537" y="94928"/>
                  <a:pt x="244537" y="87250"/>
                </a:cubicBezTo>
                <a:cubicBezTo>
                  <a:pt x="244537" y="79849"/>
                  <a:pt x="245478" y="73030"/>
                  <a:pt x="247361" y="66792"/>
                </a:cubicBezTo>
                <a:cubicBezTo>
                  <a:pt x="249244" y="60555"/>
                  <a:pt x="252086" y="55157"/>
                  <a:pt x="255886" y="50600"/>
                </a:cubicBezTo>
                <a:cubicBezTo>
                  <a:pt x="259686" y="46040"/>
                  <a:pt x="264428" y="42492"/>
                  <a:pt x="270111" y="39957"/>
                </a:cubicBezTo>
                <a:cubicBezTo>
                  <a:pt x="275794" y="37421"/>
                  <a:pt x="282436" y="36153"/>
                  <a:pt x="290036" y="36153"/>
                </a:cubicBezTo>
                <a:cubicBezTo>
                  <a:pt x="297294" y="36153"/>
                  <a:pt x="303645" y="37284"/>
                  <a:pt x="309088" y="39546"/>
                </a:cubicBezTo>
                <a:cubicBezTo>
                  <a:pt x="314532" y="41808"/>
                  <a:pt x="319068" y="45080"/>
                  <a:pt x="322697" y="49364"/>
                </a:cubicBezTo>
                <a:cubicBezTo>
                  <a:pt x="326326" y="53648"/>
                  <a:pt x="329065" y="58840"/>
                  <a:pt x="330914" y="64940"/>
                </a:cubicBezTo>
                <a:cubicBezTo>
                  <a:pt x="332763" y="71041"/>
                  <a:pt x="333687" y="77895"/>
                  <a:pt x="333687" y="85504"/>
                </a:cubicBezTo>
                <a:moveTo>
                  <a:pt x="320746" y="86634"/>
                </a:moveTo>
                <a:cubicBezTo>
                  <a:pt x="320746" y="81355"/>
                  <a:pt x="320232" y="76316"/>
                  <a:pt x="319205" y="71517"/>
                </a:cubicBezTo>
                <a:cubicBezTo>
                  <a:pt x="318178" y="66717"/>
                  <a:pt x="316466" y="62484"/>
                  <a:pt x="314070" y="58816"/>
                </a:cubicBezTo>
                <a:cubicBezTo>
                  <a:pt x="311673" y="55149"/>
                  <a:pt x="308455" y="52236"/>
                  <a:pt x="304415" y="50077"/>
                </a:cubicBezTo>
                <a:cubicBezTo>
                  <a:pt x="300375" y="47915"/>
                  <a:pt x="295343" y="46835"/>
                  <a:pt x="289317" y="46835"/>
                </a:cubicBezTo>
                <a:cubicBezTo>
                  <a:pt x="283771" y="46835"/>
                  <a:pt x="278978" y="47829"/>
                  <a:pt x="274938" y="49817"/>
                </a:cubicBezTo>
                <a:cubicBezTo>
                  <a:pt x="270898" y="51804"/>
                  <a:pt x="267594" y="54565"/>
                  <a:pt x="265027" y="58097"/>
                </a:cubicBezTo>
                <a:cubicBezTo>
                  <a:pt x="262459" y="61628"/>
                  <a:pt x="260559" y="65793"/>
                  <a:pt x="259326" y="70592"/>
                </a:cubicBezTo>
                <a:cubicBezTo>
                  <a:pt x="258094" y="75392"/>
                  <a:pt x="257478" y="80568"/>
                  <a:pt x="257478" y="86121"/>
                </a:cubicBezTo>
                <a:cubicBezTo>
                  <a:pt x="257478" y="91468"/>
                  <a:pt x="257991" y="96558"/>
                  <a:pt x="259018" y="101392"/>
                </a:cubicBezTo>
                <a:cubicBezTo>
                  <a:pt x="260045" y="106226"/>
                  <a:pt x="261757" y="110459"/>
                  <a:pt x="264154" y="114093"/>
                </a:cubicBezTo>
                <a:cubicBezTo>
                  <a:pt x="266550" y="117726"/>
                  <a:pt x="269768" y="120606"/>
                  <a:pt x="273808" y="122733"/>
                </a:cubicBezTo>
                <a:cubicBezTo>
                  <a:pt x="277848" y="124858"/>
                  <a:pt x="282881" y="125920"/>
                  <a:pt x="288906" y="125920"/>
                </a:cubicBezTo>
                <a:cubicBezTo>
                  <a:pt x="294453" y="125920"/>
                  <a:pt x="299246" y="124926"/>
                  <a:pt x="303285" y="122938"/>
                </a:cubicBezTo>
                <a:cubicBezTo>
                  <a:pt x="307325" y="120950"/>
                  <a:pt x="310629" y="118208"/>
                  <a:pt x="313197" y="114712"/>
                </a:cubicBezTo>
                <a:cubicBezTo>
                  <a:pt x="315765" y="111214"/>
                  <a:pt x="317665" y="107066"/>
                  <a:pt x="318897" y="102268"/>
                </a:cubicBezTo>
                <a:cubicBezTo>
                  <a:pt x="320130" y="97469"/>
                  <a:pt x="320746" y="92257"/>
                  <a:pt x="320746" y="86634"/>
                </a:cubicBezTo>
                <a:close/>
                <a:moveTo>
                  <a:pt x="413199" y="44755"/>
                </a:moveTo>
                <a:cubicBezTo>
                  <a:pt x="413199" y="45791"/>
                  <a:pt x="413164" y="46670"/>
                  <a:pt x="413096" y="47393"/>
                </a:cubicBezTo>
                <a:cubicBezTo>
                  <a:pt x="413027" y="48117"/>
                  <a:pt x="412908" y="48701"/>
                  <a:pt x="412736" y="49146"/>
                </a:cubicBezTo>
                <a:cubicBezTo>
                  <a:pt x="412565" y="49591"/>
                  <a:pt x="412360" y="49933"/>
                  <a:pt x="412120" y="50173"/>
                </a:cubicBezTo>
                <a:cubicBezTo>
                  <a:pt x="411881" y="50413"/>
                  <a:pt x="411555" y="50532"/>
                  <a:pt x="411144" y="50532"/>
                </a:cubicBezTo>
                <a:cubicBezTo>
                  <a:pt x="410528" y="50532"/>
                  <a:pt x="409809" y="50378"/>
                  <a:pt x="408988" y="50070"/>
                </a:cubicBezTo>
                <a:cubicBezTo>
                  <a:pt x="408166" y="49762"/>
                  <a:pt x="407207" y="49437"/>
                  <a:pt x="406112" y="49094"/>
                </a:cubicBezTo>
                <a:cubicBezTo>
                  <a:pt x="405016" y="48752"/>
                  <a:pt x="403818" y="48427"/>
                  <a:pt x="402517" y="48119"/>
                </a:cubicBezTo>
                <a:cubicBezTo>
                  <a:pt x="401216" y="47811"/>
                  <a:pt x="399778" y="47657"/>
                  <a:pt x="398203" y="47657"/>
                </a:cubicBezTo>
                <a:cubicBezTo>
                  <a:pt x="396355" y="47657"/>
                  <a:pt x="394540" y="48047"/>
                  <a:pt x="392760" y="48828"/>
                </a:cubicBezTo>
                <a:cubicBezTo>
                  <a:pt x="390979" y="49609"/>
                  <a:pt x="389114" y="50866"/>
                  <a:pt x="387162" y="52599"/>
                </a:cubicBezTo>
                <a:cubicBezTo>
                  <a:pt x="385211" y="54333"/>
                  <a:pt x="383157" y="56626"/>
                  <a:pt x="381000" y="59481"/>
                </a:cubicBezTo>
                <a:cubicBezTo>
                  <a:pt x="378843" y="62335"/>
                  <a:pt x="376463" y="65835"/>
                  <a:pt x="373861" y="69979"/>
                </a:cubicBezTo>
                <a:lnTo>
                  <a:pt x="373861" y="132901"/>
                </a:lnTo>
                <a:cubicBezTo>
                  <a:pt x="373861" y="133312"/>
                  <a:pt x="373759" y="133689"/>
                  <a:pt x="373553" y="134034"/>
                </a:cubicBezTo>
                <a:cubicBezTo>
                  <a:pt x="373348" y="134376"/>
                  <a:pt x="373023" y="134650"/>
                  <a:pt x="372578" y="134856"/>
                </a:cubicBezTo>
                <a:cubicBezTo>
                  <a:pt x="372133" y="135061"/>
                  <a:pt x="371516" y="135232"/>
                  <a:pt x="370729" y="135369"/>
                </a:cubicBezTo>
                <a:cubicBezTo>
                  <a:pt x="369941" y="135506"/>
                  <a:pt x="368931" y="135575"/>
                  <a:pt x="367699" y="135575"/>
                </a:cubicBezTo>
                <a:cubicBezTo>
                  <a:pt x="366535" y="135575"/>
                  <a:pt x="365559" y="135506"/>
                  <a:pt x="364772" y="135369"/>
                </a:cubicBezTo>
                <a:cubicBezTo>
                  <a:pt x="363984" y="135232"/>
                  <a:pt x="363351" y="135061"/>
                  <a:pt x="362872" y="134856"/>
                </a:cubicBezTo>
                <a:cubicBezTo>
                  <a:pt x="362392" y="134650"/>
                  <a:pt x="362067" y="134376"/>
                  <a:pt x="361896" y="134034"/>
                </a:cubicBezTo>
                <a:cubicBezTo>
                  <a:pt x="361725" y="133689"/>
                  <a:pt x="361639" y="133312"/>
                  <a:pt x="361639" y="132901"/>
                </a:cubicBezTo>
                <a:lnTo>
                  <a:pt x="361639" y="39854"/>
                </a:lnTo>
                <a:cubicBezTo>
                  <a:pt x="361639" y="39443"/>
                  <a:pt x="361725" y="39066"/>
                  <a:pt x="361896" y="38724"/>
                </a:cubicBezTo>
                <a:cubicBezTo>
                  <a:pt x="362067" y="38380"/>
                  <a:pt x="362392" y="38088"/>
                  <a:pt x="362872" y="37848"/>
                </a:cubicBezTo>
                <a:cubicBezTo>
                  <a:pt x="363351" y="37608"/>
                  <a:pt x="363950" y="37437"/>
                  <a:pt x="364669" y="37334"/>
                </a:cubicBezTo>
                <a:cubicBezTo>
                  <a:pt x="365388" y="37232"/>
                  <a:pt x="366330" y="37180"/>
                  <a:pt x="367494" y="37180"/>
                </a:cubicBezTo>
                <a:cubicBezTo>
                  <a:pt x="368658" y="37180"/>
                  <a:pt x="369616" y="37232"/>
                  <a:pt x="370369" y="37334"/>
                </a:cubicBezTo>
                <a:cubicBezTo>
                  <a:pt x="371123" y="37437"/>
                  <a:pt x="371705" y="37608"/>
                  <a:pt x="372115" y="37848"/>
                </a:cubicBezTo>
                <a:cubicBezTo>
                  <a:pt x="372526" y="38088"/>
                  <a:pt x="372817" y="38380"/>
                  <a:pt x="372988" y="38724"/>
                </a:cubicBezTo>
                <a:cubicBezTo>
                  <a:pt x="373160" y="39066"/>
                  <a:pt x="373245" y="39443"/>
                  <a:pt x="373245" y="39854"/>
                </a:cubicBezTo>
                <a:lnTo>
                  <a:pt x="373245" y="54557"/>
                </a:lnTo>
                <a:cubicBezTo>
                  <a:pt x="375916" y="50671"/>
                  <a:pt x="378381" y="47536"/>
                  <a:pt x="380640" y="45150"/>
                </a:cubicBezTo>
                <a:cubicBezTo>
                  <a:pt x="382900" y="42764"/>
                  <a:pt x="385057" y="40907"/>
                  <a:pt x="387111" y="39578"/>
                </a:cubicBezTo>
                <a:cubicBezTo>
                  <a:pt x="389165" y="38249"/>
                  <a:pt x="391168" y="37346"/>
                  <a:pt x="393119" y="36869"/>
                </a:cubicBezTo>
                <a:cubicBezTo>
                  <a:pt x="395071" y="36392"/>
                  <a:pt x="397073" y="36153"/>
                  <a:pt x="399128" y="36153"/>
                </a:cubicBezTo>
                <a:cubicBezTo>
                  <a:pt x="400018" y="36153"/>
                  <a:pt x="401045" y="36206"/>
                  <a:pt x="402209" y="36310"/>
                </a:cubicBezTo>
                <a:cubicBezTo>
                  <a:pt x="403373" y="36413"/>
                  <a:pt x="404623" y="36603"/>
                  <a:pt x="405958" y="36879"/>
                </a:cubicBezTo>
                <a:cubicBezTo>
                  <a:pt x="407293" y="37155"/>
                  <a:pt x="408491" y="37483"/>
                  <a:pt x="409553" y="37864"/>
                </a:cubicBezTo>
                <a:cubicBezTo>
                  <a:pt x="410614" y="38243"/>
                  <a:pt x="411350" y="38588"/>
                  <a:pt x="411761" y="38901"/>
                </a:cubicBezTo>
                <a:cubicBezTo>
                  <a:pt x="412172" y="39211"/>
                  <a:pt x="412445" y="39487"/>
                  <a:pt x="412582" y="39729"/>
                </a:cubicBezTo>
                <a:cubicBezTo>
                  <a:pt x="412719" y="39971"/>
                  <a:pt x="412839" y="40282"/>
                  <a:pt x="412942" y="40663"/>
                </a:cubicBezTo>
                <a:cubicBezTo>
                  <a:pt x="413045" y="41041"/>
                  <a:pt x="413113" y="41559"/>
                  <a:pt x="413147" y="42216"/>
                </a:cubicBezTo>
                <a:cubicBezTo>
                  <a:pt x="413182" y="42873"/>
                  <a:pt x="413199" y="43719"/>
                  <a:pt x="413199" y="44755"/>
                </a:cubicBezTo>
                <a:close/>
                <a:moveTo>
                  <a:pt x="503697" y="81653"/>
                </a:moveTo>
                <a:cubicBezTo>
                  <a:pt x="503697" y="84118"/>
                  <a:pt x="503046" y="85813"/>
                  <a:pt x="501745" y="86737"/>
                </a:cubicBezTo>
                <a:cubicBezTo>
                  <a:pt x="500444" y="87661"/>
                  <a:pt x="499177" y="88123"/>
                  <a:pt x="497945" y="88123"/>
                </a:cubicBezTo>
                <a:lnTo>
                  <a:pt x="434574" y="88123"/>
                </a:lnTo>
                <a:cubicBezTo>
                  <a:pt x="434574" y="93890"/>
                  <a:pt x="435139" y="99108"/>
                  <a:pt x="436269" y="103777"/>
                </a:cubicBezTo>
                <a:cubicBezTo>
                  <a:pt x="437399" y="108446"/>
                  <a:pt x="439264" y="112445"/>
                  <a:pt x="441866" y="115774"/>
                </a:cubicBezTo>
                <a:cubicBezTo>
                  <a:pt x="444468" y="119104"/>
                  <a:pt x="447858" y="121662"/>
                  <a:pt x="452034" y="123449"/>
                </a:cubicBezTo>
                <a:cubicBezTo>
                  <a:pt x="456211" y="125233"/>
                  <a:pt x="461347" y="126125"/>
                  <a:pt x="467441" y="126125"/>
                </a:cubicBezTo>
                <a:cubicBezTo>
                  <a:pt x="471754" y="126125"/>
                  <a:pt x="475623" y="125743"/>
                  <a:pt x="479047" y="124980"/>
                </a:cubicBezTo>
                <a:cubicBezTo>
                  <a:pt x="482470" y="124216"/>
                  <a:pt x="485432" y="123365"/>
                  <a:pt x="487931" y="122428"/>
                </a:cubicBezTo>
                <a:cubicBezTo>
                  <a:pt x="490430" y="121491"/>
                  <a:pt x="492484" y="120640"/>
                  <a:pt x="494093" y="119876"/>
                </a:cubicBezTo>
                <a:cubicBezTo>
                  <a:pt x="495702" y="119112"/>
                  <a:pt x="496849" y="118730"/>
                  <a:pt x="497534" y="118730"/>
                </a:cubicBezTo>
                <a:cubicBezTo>
                  <a:pt x="497945" y="118730"/>
                  <a:pt x="498322" y="118834"/>
                  <a:pt x="498664" y="119042"/>
                </a:cubicBezTo>
                <a:cubicBezTo>
                  <a:pt x="499006" y="119249"/>
                  <a:pt x="499280" y="119578"/>
                  <a:pt x="499486" y="120027"/>
                </a:cubicBezTo>
                <a:cubicBezTo>
                  <a:pt x="499691" y="120476"/>
                  <a:pt x="499845" y="121047"/>
                  <a:pt x="499948" y="121738"/>
                </a:cubicBezTo>
                <a:cubicBezTo>
                  <a:pt x="500050" y="122429"/>
                  <a:pt x="500102" y="123292"/>
                  <a:pt x="500102" y="124328"/>
                </a:cubicBezTo>
                <a:cubicBezTo>
                  <a:pt x="500102" y="124814"/>
                  <a:pt x="500068" y="125281"/>
                  <a:pt x="499999" y="125731"/>
                </a:cubicBezTo>
                <a:cubicBezTo>
                  <a:pt x="499931" y="126180"/>
                  <a:pt x="499845" y="126595"/>
                  <a:pt x="499742" y="126976"/>
                </a:cubicBezTo>
                <a:cubicBezTo>
                  <a:pt x="499640" y="127355"/>
                  <a:pt x="499486" y="127717"/>
                  <a:pt x="499280" y="128064"/>
                </a:cubicBezTo>
                <a:cubicBezTo>
                  <a:pt x="499075" y="128409"/>
                  <a:pt x="498801" y="128754"/>
                  <a:pt x="498458" y="129101"/>
                </a:cubicBezTo>
                <a:cubicBezTo>
                  <a:pt x="498116" y="129445"/>
                  <a:pt x="497055" y="130045"/>
                  <a:pt x="495275" y="130901"/>
                </a:cubicBezTo>
                <a:cubicBezTo>
                  <a:pt x="493494" y="131757"/>
                  <a:pt x="491166" y="132613"/>
                  <a:pt x="488290" y="133469"/>
                </a:cubicBezTo>
                <a:cubicBezTo>
                  <a:pt x="485415" y="134325"/>
                  <a:pt x="482077" y="135095"/>
                  <a:pt x="478276" y="135780"/>
                </a:cubicBezTo>
                <a:cubicBezTo>
                  <a:pt x="474476" y="136465"/>
                  <a:pt x="470385" y="136807"/>
                  <a:pt x="466003" y="136807"/>
                </a:cubicBezTo>
                <a:cubicBezTo>
                  <a:pt x="458813" y="136807"/>
                  <a:pt x="452445" y="135728"/>
                  <a:pt x="446899" y="133569"/>
                </a:cubicBezTo>
                <a:cubicBezTo>
                  <a:pt x="441353" y="131410"/>
                  <a:pt x="436697" y="128222"/>
                  <a:pt x="432931" y="124007"/>
                </a:cubicBezTo>
                <a:cubicBezTo>
                  <a:pt x="429165" y="119792"/>
                  <a:pt x="426306" y="114565"/>
                  <a:pt x="424355" y="108328"/>
                </a:cubicBezTo>
                <a:cubicBezTo>
                  <a:pt x="422403" y="102091"/>
                  <a:pt x="421427" y="94859"/>
                  <a:pt x="421427" y="86634"/>
                </a:cubicBezTo>
                <a:cubicBezTo>
                  <a:pt x="421427" y="78751"/>
                  <a:pt x="422437" y="71691"/>
                  <a:pt x="424457" y="65454"/>
                </a:cubicBezTo>
                <a:cubicBezTo>
                  <a:pt x="426477" y="59217"/>
                  <a:pt x="429370" y="53922"/>
                  <a:pt x="433136" y="49569"/>
                </a:cubicBezTo>
                <a:cubicBezTo>
                  <a:pt x="436902" y="45217"/>
                  <a:pt x="441438" y="41893"/>
                  <a:pt x="446745" y="39597"/>
                </a:cubicBezTo>
                <a:cubicBezTo>
                  <a:pt x="452052" y="37301"/>
                  <a:pt x="457957" y="36153"/>
                  <a:pt x="464462" y="36153"/>
                </a:cubicBezTo>
                <a:cubicBezTo>
                  <a:pt x="471446" y="36153"/>
                  <a:pt x="477403" y="37317"/>
                  <a:pt x="482333" y="39645"/>
                </a:cubicBezTo>
                <a:cubicBezTo>
                  <a:pt x="487263" y="41973"/>
                  <a:pt x="491320" y="45106"/>
                  <a:pt x="494504" y="49043"/>
                </a:cubicBezTo>
                <a:cubicBezTo>
                  <a:pt x="497688" y="52980"/>
                  <a:pt x="500016" y="57551"/>
                  <a:pt x="501488" y="62755"/>
                </a:cubicBezTo>
                <a:cubicBezTo>
                  <a:pt x="502961" y="67958"/>
                  <a:pt x="503697" y="73436"/>
                  <a:pt x="503697" y="79188"/>
                </a:cubicBezTo>
                <a:lnTo>
                  <a:pt x="503697" y="81653"/>
                </a:lnTo>
                <a:moveTo>
                  <a:pt x="491064" y="78058"/>
                </a:moveTo>
                <a:cubicBezTo>
                  <a:pt x="491269" y="68198"/>
                  <a:pt x="489009" y="60495"/>
                  <a:pt x="484285" y="54949"/>
                </a:cubicBezTo>
                <a:cubicBezTo>
                  <a:pt x="479560" y="49403"/>
                  <a:pt x="472679" y="46629"/>
                  <a:pt x="463640" y="46629"/>
                </a:cubicBezTo>
                <a:cubicBezTo>
                  <a:pt x="458984" y="46629"/>
                  <a:pt x="454893" y="47502"/>
                  <a:pt x="451367" y="49248"/>
                </a:cubicBezTo>
                <a:cubicBezTo>
                  <a:pt x="447841" y="50995"/>
                  <a:pt x="444862" y="53305"/>
                  <a:pt x="442431" y="56181"/>
                </a:cubicBezTo>
                <a:cubicBezTo>
                  <a:pt x="440001" y="59057"/>
                  <a:pt x="438135" y="62395"/>
                  <a:pt x="436834" y="66195"/>
                </a:cubicBezTo>
                <a:cubicBezTo>
                  <a:pt x="435533" y="69996"/>
                  <a:pt x="434780" y="73950"/>
                  <a:pt x="434574" y="78058"/>
                </a:cubicBezTo>
                <a:lnTo>
                  <a:pt x="491064" y="78058"/>
                </a:lnTo>
                <a:close/>
                <a:moveTo>
                  <a:pt x="652704" y="85094"/>
                </a:moveTo>
                <a:cubicBezTo>
                  <a:pt x="652704" y="93043"/>
                  <a:pt x="651831" y="100204"/>
                  <a:pt x="650085" y="106579"/>
                </a:cubicBezTo>
                <a:cubicBezTo>
                  <a:pt x="648339" y="112953"/>
                  <a:pt x="645771" y="118369"/>
                  <a:pt x="642382" y="122826"/>
                </a:cubicBezTo>
                <a:cubicBezTo>
                  <a:pt x="638993" y="127281"/>
                  <a:pt x="634799" y="130725"/>
                  <a:pt x="629800" y="133158"/>
                </a:cubicBezTo>
                <a:cubicBezTo>
                  <a:pt x="624802" y="135591"/>
                  <a:pt x="619084" y="136807"/>
                  <a:pt x="612648" y="136807"/>
                </a:cubicBezTo>
                <a:cubicBezTo>
                  <a:pt x="609909" y="136807"/>
                  <a:pt x="607341" y="136515"/>
                  <a:pt x="604945" y="135931"/>
                </a:cubicBezTo>
                <a:cubicBezTo>
                  <a:pt x="602548" y="135349"/>
                  <a:pt x="600203" y="134442"/>
                  <a:pt x="597909" y="133209"/>
                </a:cubicBezTo>
                <a:cubicBezTo>
                  <a:pt x="595616" y="131974"/>
                  <a:pt x="593322" y="130432"/>
                  <a:pt x="591028" y="128581"/>
                </a:cubicBezTo>
                <a:cubicBezTo>
                  <a:pt x="588734" y="126730"/>
                  <a:pt x="586320" y="124502"/>
                  <a:pt x="583787" y="121898"/>
                </a:cubicBezTo>
                <a:lnTo>
                  <a:pt x="583787" y="169879"/>
                </a:lnTo>
                <a:cubicBezTo>
                  <a:pt x="583787" y="170290"/>
                  <a:pt x="583684" y="170666"/>
                  <a:pt x="583479" y="171009"/>
                </a:cubicBezTo>
                <a:cubicBezTo>
                  <a:pt x="583273" y="171351"/>
                  <a:pt x="582948" y="171642"/>
                  <a:pt x="582503" y="171882"/>
                </a:cubicBezTo>
                <a:cubicBezTo>
                  <a:pt x="582058" y="172121"/>
                  <a:pt x="581442" y="172293"/>
                  <a:pt x="580654" y="172395"/>
                </a:cubicBezTo>
                <a:cubicBezTo>
                  <a:pt x="579867" y="172498"/>
                  <a:pt x="578857" y="172549"/>
                  <a:pt x="577624" y="172549"/>
                </a:cubicBezTo>
                <a:cubicBezTo>
                  <a:pt x="576460" y="172549"/>
                  <a:pt x="575485" y="172498"/>
                  <a:pt x="574697" y="172395"/>
                </a:cubicBezTo>
                <a:cubicBezTo>
                  <a:pt x="573910" y="172293"/>
                  <a:pt x="573277" y="172121"/>
                  <a:pt x="572797" y="171882"/>
                </a:cubicBezTo>
                <a:cubicBezTo>
                  <a:pt x="572318" y="171642"/>
                  <a:pt x="571993" y="171350"/>
                  <a:pt x="571821" y="171006"/>
                </a:cubicBezTo>
                <a:cubicBezTo>
                  <a:pt x="571650" y="170663"/>
                  <a:pt x="571565" y="170287"/>
                  <a:pt x="571565" y="169876"/>
                </a:cubicBezTo>
                <a:lnTo>
                  <a:pt x="571565" y="39854"/>
                </a:lnTo>
                <a:cubicBezTo>
                  <a:pt x="571565" y="39375"/>
                  <a:pt x="571650" y="38964"/>
                  <a:pt x="571821" y="38621"/>
                </a:cubicBezTo>
                <a:cubicBezTo>
                  <a:pt x="571993" y="38277"/>
                  <a:pt x="572301" y="38002"/>
                  <a:pt x="572746" y="37797"/>
                </a:cubicBezTo>
                <a:cubicBezTo>
                  <a:pt x="573191" y="37591"/>
                  <a:pt x="573773" y="37437"/>
                  <a:pt x="574492" y="37334"/>
                </a:cubicBezTo>
                <a:cubicBezTo>
                  <a:pt x="575211" y="37232"/>
                  <a:pt x="576084" y="37180"/>
                  <a:pt x="577111" y="37180"/>
                </a:cubicBezTo>
                <a:cubicBezTo>
                  <a:pt x="578138" y="37180"/>
                  <a:pt x="578994" y="37233"/>
                  <a:pt x="579679" y="37338"/>
                </a:cubicBezTo>
                <a:cubicBezTo>
                  <a:pt x="580363" y="37440"/>
                  <a:pt x="580945" y="37595"/>
                  <a:pt x="581425" y="37803"/>
                </a:cubicBezTo>
                <a:cubicBezTo>
                  <a:pt x="581904" y="38008"/>
                  <a:pt x="582246" y="38283"/>
                  <a:pt x="582452" y="38628"/>
                </a:cubicBezTo>
                <a:cubicBezTo>
                  <a:pt x="582657" y="38972"/>
                  <a:pt x="582760" y="39386"/>
                  <a:pt x="582760" y="39870"/>
                </a:cubicBezTo>
                <a:lnTo>
                  <a:pt x="582760" y="53424"/>
                </a:lnTo>
                <a:cubicBezTo>
                  <a:pt x="585636" y="50478"/>
                  <a:pt x="588375" y="47925"/>
                  <a:pt x="590977" y="45766"/>
                </a:cubicBezTo>
                <a:cubicBezTo>
                  <a:pt x="593578" y="43607"/>
                  <a:pt x="596180" y="41809"/>
                  <a:pt x="598782" y="40371"/>
                </a:cubicBezTo>
                <a:cubicBezTo>
                  <a:pt x="601384" y="38931"/>
                  <a:pt x="604055" y="37868"/>
                  <a:pt x="606794" y="37184"/>
                </a:cubicBezTo>
                <a:cubicBezTo>
                  <a:pt x="609532" y="36497"/>
                  <a:pt x="612442" y="36153"/>
                  <a:pt x="615524" y="36153"/>
                </a:cubicBezTo>
                <a:cubicBezTo>
                  <a:pt x="622234" y="36153"/>
                  <a:pt x="627951" y="37438"/>
                  <a:pt x="632676" y="40008"/>
                </a:cubicBezTo>
                <a:cubicBezTo>
                  <a:pt x="637401" y="42578"/>
                  <a:pt x="641252" y="46091"/>
                  <a:pt x="644231" y="50548"/>
                </a:cubicBezTo>
                <a:cubicBezTo>
                  <a:pt x="647209" y="55003"/>
                  <a:pt x="649366" y="60195"/>
                  <a:pt x="650701" y="66125"/>
                </a:cubicBezTo>
                <a:cubicBezTo>
                  <a:pt x="652036" y="72052"/>
                  <a:pt x="652704" y="78375"/>
                  <a:pt x="652704" y="85094"/>
                </a:cubicBezTo>
                <a:moveTo>
                  <a:pt x="639866" y="87045"/>
                </a:moveTo>
                <a:cubicBezTo>
                  <a:pt x="639866" y="81835"/>
                  <a:pt x="639455" y="76813"/>
                  <a:pt x="638633" y="71979"/>
                </a:cubicBezTo>
                <a:cubicBezTo>
                  <a:pt x="637811" y="67145"/>
                  <a:pt x="636425" y="62843"/>
                  <a:pt x="634473" y="59073"/>
                </a:cubicBezTo>
                <a:cubicBezTo>
                  <a:pt x="632522" y="55303"/>
                  <a:pt x="629920" y="52287"/>
                  <a:pt x="626668" y="50025"/>
                </a:cubicBezTo>
                <a:cubicBezTo>
                  <a:pt x="623415" y="47761"/>
                  <a:pt x="619324" y="46629"/>
                  <a:pt x="614394" y="46629"/>
                </a:cubicBezTo>
                <a:cubicBezTo>
                  <a:pt x="611929" y="46629"/>
                  <a:pt x="609515" y="46973"/>
                  <a:pt x="607153" y="47660"/>
                </a:cubicBezTo>
                <a:cubicBezTo>
                  <a:pt x="604791" y="48344"/>
                  <a:pt x="602377" y="49475"/>
                  <a:pt x="599912" y="51052"/>
                </a:cubicBezTo>
                <a:cubicBezTo>
                  <a:pt x="597447" y="52629"/>
                  <a:pt x="594879" y="54670"/>
                  <a:pt x="592209" y="57173"/>
                </a:cubicBezTo>
                <a:cubicBezTo>
                  <a:pt x="589539" y="59677"/>
                  <a:pt x="586731" y="62780"/>
                  <a:pt x="583787" y="66484"/>
                </a:cubicBezTo>
                <a:lnTo>
                  <a:pt x="583787" y="106993"/>
                </a:lnTo>
                <a:cubicBezTo>
                  <a:pt x="588922" y="113232"/>
                  <a:pt x="593835" y="118016"/>
                  <a:pt x="598526" y="121343"/>
                </a:cubicBezTo>
                <a:cubicBezTo>
                  <a:pt x="603216" y="124668"/>
                  <a:pt x="608129" y="126331"/>
                  <a:pt x="613264" y="126331"/>
                </a:cubicBezTo>
                <a:cubicBezTo>
                  <a:pt x="617989" y="126331"/>
                  <a:pt x="622046" y="125183"/>
                  <a:pt x="625435" y="122887"/>
                </a:cubicBezTo>
                <a:cubicBezTo>
                  <a:pt x="628824" y="120589"/>
                  <a:pt x="631580" y="117572"/>
                  <a:pt x="633703" y="113836"/>
                </a:cubicBezTo>
                <a:cubicBezTo>
                  <a:pt x="635826" y="110100"/>
                  <a:pt x="637383" y="105883"/>
                  <a:pt x="638376" y="101187"/>
                </a:cubicBezTo>
                <a:cubicBezTo>
                  <a:pt x="639369" y="96490"/>
                  <a:pt x="639866" y="91776"/>
                  <a:pt x="639866" y="87045"/>
                </a:cubicBezTo>
                <a:close/>
                <a:moveTo>
                  <a:pt x="733345" y="44755"/>
                </a:moveTo>
                <a:cubicBezTo>
                  <a:pt x="733345" y="45791"/>
                  <a:pt x="733311" y="46670"/>
                  <a:pt x="733243" y="47393"/>
                </a:cubicBezTo>
                <a:cubicBezTo>
                  <a:pt x="733174" y="48117"/>
                  <a:pt x="733054" y="48701"/>
                  <a:pt x="732883" y="49146"/>
                </a:cubicBezTo>
                <a:cubicBezTo>
                  <a:pt x="732712" y="49591"/>
                  <a:pt x="732507" y="49933"/>
                  <a:pt x="732267" y="50173"/>
                </a:cubicBezTo>
                <a:cubicBezTo>
                  <a:pt x="732027" y="50413"/>
                  <a:pt x="731702" y="50532"/>
                  <a:pt x="731291" y="50532"/>
                </a:cubicBezTo>
                <a:cubicBezTo>
                  <a:pt x="730675" y="50532"/>
                  <a:pt x="729956" y="50378"/>
                  <a:pt x="729134" y="50070"/>
                </a:cubicBezTo>
                <a:cubicBezTo>
                  <a:pt x="728313" y="49762"/>
                  <a:pt x="727354" y="49437"/>
                  <a:pt x="726258" y="49094"/>
                </a:cubicBezTo>
                <a:cubicBezTo>
                  <a:pt x="725163" y="48752"/>
                  <a:pt x="723965" y="48427"/>
                  <a:pt x="722664" y="48119"/>
                </a:cubicBezTo>
                <a:cubicBezTo>
                  <a:pt x="721363" y="47811"/>
                  <a:pt x="719925" y="47657"/>
                  <a:pt x="718350" y="47657"/>
                </a:cubicBezTo>
                <a:cubicBezTo>
                  <a:pt x="716501" y="47657"/>
                  <a:pt x="714687" y="48047"/>
                  <a:pt x="712906" y="48828"/>
                </a:cubicBezTo>
                <a:cubicBezTo>
                  <a:pt x="711126" y="49609"/>
                  <a:pt x="709260" y="50866"/>
                  <a:pt x="707309" y="52599"/>
                </a:cubicBezTo>
                <a:cubicBezTo>
                  <a:pt x="705357" y="54333"/>
                  <a:pt x="703303" y="56626"/>
                  <a:pt x="701146" y="59481"/>
                </a:cubicBezTo>
                <a:cubicBezTo>
                  <a:pt x="698990" y="62335"/>
                  <a:pt x="696610" y="65835"/>
                  <a:pt x="694008" y="69979"/>
                </a:cubicBezTo>
                <a:lnTo>
                  <a:pt x="694008" y="132901"/>
                </a:lnTo>
                <a:cubicBezTo>
                  <a:pt x="694008" y="133312"/>
                  <a:pt x="693905" y="133689"/>
                  <a:pt x="693700" y="134034"/>
                </a:cubicBezTo>
                <a:cubicBezTo>
                  <a:pt x="693495" y="134376"/>
                  <a:pt x="693169" y="134650"/>
                  <a:pt x="692724" y="134856"/>
                </a:cubicBezTo>
                <a:cubicBezTo>
                  <a:pt x="692279" y="135061"/>
                  <a:pt x="691663" y="135232"/>
                  <a:pt x="690876" y="135369"/>
                </a:cubicBezTo>
                <a:cubicBezTo>
                  <a:pt x="690088" y="135506"/>
                  <a:pt x="689078" y="135575"/>
                  <a:pt x="687846" y="135575"/>
                </a:cubicBezTo>
                <a:cubicBezTo>
                  <a:pt x="686682" y="135575"/>
                  <a:pt x="685706" y="135506"/>
                  <a:pt x="684919" y="135369"/>
                </a:cubicBezTo>
                <a:cubicBezTo>
                  <a:pt x="684131" y="135232"/>
                  <a:pt x="683498" y="135061"/>
                  <a:pt x="683018" y="134856"/>
                </a:cubicBezTo>
                <a:cubicBezTo>
                  <a:pt x="682539" y="134650"/>
                  <a:pt x="682214" y="134376"/>
                  <a:pt x="682043" y="134034"/>
                </a:cubicBezTo>
                <a:cubicBezTo>
                  <a:pt x="681872" y="133689"/>
                  <a:pt x="681786" y="133312"/>
                  <a:pt x="681786" y="132901"/>
                </a:cubicBezTo>
                <a:lnTo>
                  <a:pt x="681786" y="39854"/>
                </a:lnTo>
                <a:cubicBezTo>
                  <a:pt x="681786" y="39443"/>
                  <a:pt x="681872" y="39066"/>
                  <a:pt x="682043" y="38724"/>
                </a:cubicBezTo>
                <a:cubicBezTo>
                  <a:pt x="682214" y="38380"/>
                  <a:pt x="682539" y="38088"/>
                  <a:pt x="683018" y="37848"/>
                </a:cubicBezTo>
                <a:cubicBezTo>
                  <a:pt x="683498" y="37608"/>
                  <a:pt x="684097" y="37437"/>
                  <a:pt x="684816" y="37334"/>
                </a:cubicBezTo>
                <a:cubicBezTo>
                  <a:pt x="685535" y="37232"/>
                  <a:pt x="686476" y="37180"/>
                  <a:pt x="687640" y="37180"/>
                </a:cubicBezTo>
                <a:cubicBezTo>
                  <a:pt x="688804" y="37180"/>
                  <a:pt x="689763" y="37232"/>
                  <a:pt x="690516" y="37334"/>
                </a:cubicBezTo>
                <a:cubicBezTo>
                  <a:pt x="691269" y="37437"/>
                  <a:pt x="691851" y="37608"/>
                  <a:pt x="692262" y="37848"/>
                </a:cubicBezTo>
                <a:cubicBezTo>
                  <a:pt x="692673" y="38088"/>
                  <a:pt x="692964" y="38380"/>
                  <a:pt x="693135" y="38724"/>
                </a:cubicBezTo>
                <a:cubicBezTo>
                  <a:pt x="693306" y="39066"/>
                  <a:pt x="693392" y="39443"/>
                  <a:pt x="693392" y="39854"/>
                </a:cubicBezTo>
                <a:lnTo>
                  <a:pt x="693392" y="54557"/>
                </a:lnTo>
                <a:cubicBezTo>
                  <a:pt x="696062" y="50671"/>
                  <a:pt x="698527" y="47536"/>
                  <a:pt x="700787" y="45150"/>
                </a:cubicBezTo>
                <a:cubicBezTo>
                  <a:pt x="703046" y="42764"/>
                  <a:pt x="705203" y="40907"/>
                  <a:pt x="707258" y="39578"/>
                </a:cubicBezTo>
                <a:cubicBezTo>
                  <a:pt x="709312" y="38249"/>
                  <a:pt x="711314" y="37346"/>
                  <a:pt x="713266" y="36869"/>
                </a:cubicBezTo>
                <a:cubicBezTo>
                  <a:pt x="715217" y="36392"/>
                  <a:pt x="717220" y="36153"/>
                  <a:pt x="719274" y="36153"/>
                </a:cubicBezTo>
                <a:cubicBezTo>
                  <a:pt x="720164" y="36153"/>
                  <a:pt x="721192" y="36206"/>
                  <a:pt x="722356" y="36310"/>
                </a:cubicBezTo>
                <a:cubicBezTo>
                  <a:pt x="723520" y="36413"/>
                  <a:pt x="724769" y="36603"/>
                  <a:pt x="726104" y="36879"/>
                </a:cubicBezTo>
                <a:cubicBezTo>
                  <a:pt x="727440" y="37155"/>
                  <a:pt x="728638" y="37483"/>
                  <a:pt x="729699" y="37864"/>
                </a:cubicBezTo>
                <a:cubicBezTo>
                  <a:pt x="730761" y="38243"/>
                  <a:pt x="731497" y="38588"/>
                  <a:pt x="731907" y="38901"/>
                </a:cubicBezTo>
                <a:cubicBezTo>
                  <a:pt x="732318" y="39211"/>
                  <a:pt x="732592" y="39487"/>
                  <a:pt x="732729" y="39729"/>
                </a:cubicBezTo>
                <a:cubicBezTo>
                  <a:pt x="732866" y="39971"/>
                  <a:pt x="732986" y="40282"/>
                  <a:pt x="733089" y="40663"/>
                </a:cubicBezTo>
                <a:cubicBezTo>
                  <a:pt x="733191" y="41041"/>
                  <a:pt x="733260" y="41559"/>
                  <a:pt x="733294" y="42216"/>
                </a:cubicBezTo>
                <a:cubicBezTo>
                  <a:pt x="733328" y="42873"/>
                  <a:pt x="733345" y="43719"/>
                  <a:pt x="733345" y="44755"/>
                </a:cubicBezTo>
                <a:close/>
                <a:moveTo>
                  <a:pt x="823844" y="81653"/>
                </a:moveTo>
                <a:cubicBezTo>
                  <a:pt x="823844" y="84118"/>
                  <a:pt x="823193" y="85813"/>
                  <a:pt x="821892" y="86737"/>
                </a:cubicBezTo>
                <a:cubicBezTo>
                  <a:pt x="820591" y="87661"/>
                  <a:pt x="819324" y="88123"/>
                  <a:pt x="818092" y="88123"/>
                </a:cubicBezTo>
                <a:lnTo>
                  <a:pt x="754721" y="88123"/>
                </a:lnTo>
                <a:cubicBezTo>
                  <a:pt x="754721" y="93890"/>
                  <a:pt x="755286" y="99108"/>
                  <a:pt x="756416" y="103777"/>
                </a:cubicBezTo>
                <a:cubicBezTo>
                  <a:pt x="757546" y="108446"/>
                  <a:pt x="759411" y="112445"/>
                  <a:pt x="762013" y="115774"/>
                </a:cubicBezTo>
                <a:cubicBezTo>
                  <a:pt x="764615" y="119104"/>
                  <a:pt x="768005" y="121662"/>
                  <a:pt x="772181" y="123449"/>
                </a:cubicBezTo>
                <a:cubicBezTo>
                  <a:pt x="776358" y="125233"/>
                  <a:pt x="781494" y="126125"/>
                  <a:pt x="787588" y="126125"/>
                </a:cubicBezTo>
                <a:cubicBezTo>
                  <a:pt x="791901" y="126125"/>
                  <a:pt x="795770" y="125743"/>
                  <a:pt x="799194" y="124980"/>
                </a:cubicBezTo>
                <a:cubicBezTo>
                  <a:pt x="802617" y="124216"/>
                  <a:pt x="805579" y="123365"/>
                  <a:pt x="808078" y="122428"/>
                </a:cubicBezTo>
                <a:cubicBezTo>
                  <a:pt x="810577" y="121491"/>
                  <a:pt x="812631" y="120640"/>
                  <a:pt x="814240" y="119876"/>
                </a:cubicBezTo>
                <a:cubicBezTo>
                  <a:pt x="815849" y="119112"/>
                  <a:pt x="816996" y="118730"/>
                  <a:pt x="817681" y="118730"/>
                </a:cubicBezTo>
                <a:cubicBezTo>
                  <a:pt x="818092" y="118730"/>
                  <a:pt x="818469" y="118834"/>
                  <a:pt x="818811" y="119042"/>
                </a:cubicBezTo>
                <a:cubicBezTo>
                  <a:pt x="819153" y="119249"/>
                  <a:pt x="819427" y="119578"/>
                  <a:pt x="819633" y="120027"/>
                </a:cubicBezTo>
                <a:cubicBezTo>
                  <a:pt x="819838" y="120476"/>
                  <a:pt x="819992" y="121047"/>
                  <a:pt x="820095" y="121738"/>
                </a:cubicBezTo>
                <a:cubicBezTo>
                  <a:pt x="820197" y="122429"/>
                  <a:pt x="820249" y="123292"/>
                  <a:pt x="820249" y="124328"/>
                </a:cubicBezTo>
                <a:cubicBezTo>
                  <a:pt x="820249" y="124814"/>
                  <a:pt x="820215" y="125281"/>
                  <a:pt x="820146" y="125731"/>
                </a:cubicBezTo>
                <a:cubicBezTo>
                  <a:pt x="820078" y="126180"/>
                  <a:pt x="819992" y="126595"/>
                  <a:pt x="819889" y="126976"/>
                </a:cubicBezTo>
                <a:cubicBezTo>
                  <a:pt x="819787" y="127355"/>
                  <a:pt x="819633" y="127717"/>
                  <a:pt x="819427" y="128064"/>
                </a:cubicBezTo>
                <a:cubicBezTo>
                  <a:pt x="819222" y="128409"/>
                  <a:pt x="818948" y="128754"/>
                  <a:pt x="818605" y="129101"/>
                </a:cubicBezTo>
                <a:cubicBezTo>
                  <a:pt x="818263" y="129445"/>
                  <a:pt x="817202" y="130045"/>
                  <a:pt x="815422" y="130901"/>
                </a:cubicBezTo>
                <a:cubicBezTo>
                  <a:pt x="813641" y="131757"/>
                  <a:pt x="811313" y="132613"/>
                  <a:pt x="808437" y="133469"/>
                </a:cubicBezTo>
                <a:cubicBezTo>
                  <a:pt x="805562" y="134325"/>
                  <a:pt x="802224" y="135095"/>
                  <a:pt x="798423" y="135780"/>
                </a:cubicBezTo>
                <a:cubicBezTo>
                  <a:pt x="794623" y="136465"/>
                  <a:pt x="790532" y="136807"/>
                  <a:pt x="786150" y="136807"/>
                </a:cubicBezTo>
                <a:cubicBezTo>
                  <a:pt x="778960" y="136807"/>
                  <a:pt x="772592" y="135728"/>
                  <a:pt x="767046" y="133569"/>
                </a:cubicBezTo>
                <a:cubicBezTo>
                  <a:pt x="761500" y="131410"/>
                  <a:pt x="756844" y="128222"/>
                  <a:pt x="753078" y="124007"/>
                </a:cubicBezTo>
                <a:cubicBezTo>
                  <a:pt x="749312" y="119792"/>
                  <a:pt x="746453" y="114565"/>
                  <a:pt x="744502" y="108328"/>
                </a:cubicBezTo>
                <a:cubicBezTo>
                  <a:pt x="742550" y="102091"/>
                  <a:pt x="741574" y="94859"/>
                  <a:pt x="741574" y="86634"/>
                </a:cubicBezTo>
                <a:cubicBezTo>
                  <a:pt x="741574" y="78751"/>
                  <a:pt x="742584" y="71691"/>
                  <a:pt x="744604" y="65454"/>
                </a:cubicBezTo>
                <a:cubicBezTo>
                  <a:pt x="746624" y="59217"/>
                  <a:pt x="749517" y="53922"/>
                  <a:pt x="753283" y="49569"/>
                </a:cubicBezTo>
                <a:cubicBezTo>
                  <a:pt x="757049" y="45217"/>
                  <a:pt x="761585" y="41893"/>
                  <a:pt x="766892" y="39597"/>
                </a:cubicBezTo>
                <a:cubicBezTo>
                  <a:pt x="772199" y="37301"/>
                  <a:pt x="778104" y="36153"/>
                  <a:pt x="784609" y="36153"/>
                </a:cubicBezTo>
                <a:cubicBezTo>
                  <a:pt x="791593" y="36153"/>
                  <a:pt x="797550" y="37317"/>
                  <a:pt x="802480" y="39645"/>
                </a:cubicBezTo>
                <a:cubicBezTo>
                  <a:pt x="807410" y="41973"/>
                  <a:pt x="811467" y="45106"/>
                  <a:pt x="814651" y="49043"/>
                </a:cubicBezTo>
                <a:cubicBezTo>
                  <a:pt x="817835" y="52980"/>
                  <a:pt x="820163" y="57551"/>
                  <a:pt x="821635" y="62755"/>
                </a:cubicBezTo>
                <a:cubicBezTo>
                  <a:pt x="823107" y="67958"/>
                  <a:pt x="823844" y="73436"/>
                  <a:pt x="823844" y="79188"/>
                </a:cubicBezTo>
                <a:lnTo>
                  <a:pt x="823844" y="81653"/>
                </a:lnTo>
                <a:moveTo>
                  <a:pt x="811210" y="78058"/>
                </a:moveTo>
                <a:cubicBezTo>
                  <a:pt x="811416" y="68198"/>
                  <a:pt x="809156" y="60495"/>
                  <a:pt x="804432" y="54949"/>
                </a:cubicBezTo>
                <a:cubicBezTo>
                  <a:pt x="799707" y="49403"/>
                  <a:pt x="792826" y="46629"/>
                  <a:pt x="783787" y="46629"/>
                </a:cubicBezTo>
                <a:cubicBezTo>
                  <a:pt x="779131" y="46629"/>
                  <a:pt x="775040" y="47502"/>
                  <a:pt x="771514" y="49248"/>
                </a:cubicBezTo>
                <a:cubicBezTo>
                  <a:pt x="767988" y="50995"/>
                  <a:pt x="765009" y="53305"/>
                  <a:pt x="762578" y="56181"/>
                </a:cubicBezTo>
                <a:cubicBezTo>
                  <a:pt x="760147" y="59057"/>
                  <a:pt x="758282" y="62395"/>
                  <a:pt x="756981" y="66195"/>
                </a:cubicBezTo>
                <a:cubicBezTo>
                  <a:pt x="755680" y="69996"/>
                  <a:pt x="754926" y="73950"/>
                  <a:pt x="754721" y="78058"/>
                </a:cubicBezTo>
                <a:lnTo>
                  <a:pt x="811210" y="78058"/>
                </a:lnTo>
                <a:close/>
                <a:moveTo>
                  <a:pt x="918715" y="39648"/>
                </a:moveTo>
                <a:cubicBezTo>
                  <a:pt x="918715" y="39854"/>
                  <a:pt x="918698" y="40076"/>
                  <a:pt x="918664" y="40316"/>
                </a:cubicBezTo>
                <a:cubicBezTo>
                  <a:pt x="918630" y="40556"/>
                  <a:pt x="918595" y="40778"/>
                  <a:pt x="918561" y="40984"/>
                </a:cubicBezTo>
                <a:cubicBezTo>
                  <a:pt x="918527" y="41189"/>
                  <a:pt x="918476" y="41413"/>
                  <a:pt x="918407" y="41655"/>
                </a:cubicBezTo>
                <a:cubicBezTo>
                  <a:pt x="918339" y="41894"/>
                  <a:pt x="918270" y="42117"/>
                  <a:pt x="918202" y="42322"/>
                </a:cubicBezTo>
                <a:lnTo>
                  <a:pt x="884514" y="132901"/>
                </a:lnTo>
                <a:cubicBezTo>
                  <a:pt x="884308" y="133449"/>
                  <a:pt x="884000" y="133895"/>
                  <a:pt x="883589" y="134239"/>
                </a:cubicBezTo>
                <a:cubicBezTo>
                  <a:pt x="883178" y="134582"/>
                  <a:pt x="882665" y="134856"/>
                  <a:pt x="882049" y="135061"/>
                </a:cubicBezTo>
                <a:cubicBezTo>
                  <a:pt x="881432" y="135266"/>
                  <a:pt x="880696" y="135403"/>
                  <a:pt x="879840" y="135472"/>
                </a:cubicBezTo>
                <a:cubicBezTo>
                  <a:pt x="878984" y="135540"/>
                  <a:pt x="877974" y="135575"/>
                  <a:pt x="876810" y="135575"/>
                </a:cubicBezTo>
                <a:cubicBezTo>
                  <a:pt x="875646" y="135575"/>
                  <a:pt x="874619" y="135523"/>
                  <a:pt x="873729" y="135420"/>
                </a:cubicBezTo>
                <a:cubicBezTo>
                  <a:pt x="872839" y="135318"/>
                  <a:pt x="872086" y="135164"/>
                  <a:pt x="871470" y="134958"/>
                </a:cubicBezTo>
                <a:cubicBezTo>
                  <a:pt x="870853" y="134753"/>
                  <a:pt x="870340" y="134479"/>
                  <a:pt x="869929" y="134137"/>
                </a:cubicBezTo>
                <a:cubicBezTo>
                  <a:pt x="869518" y="133792"/>
                  <a:pt x="869210" y="133380"/>
                  <a:pt x="869005" y="132901"/>
                </a:cubicBezTo>
                <a:lnTo>
                  <a:pt x="835316" y="42322"/>
                </a:lnTo>
                <a:cubicBezTo>
                  <a:pt x="835111" y="41772"/>
                  <a:pt x="834957" y="41326"/>
                  <a:pt x="834854" y="40984"/>
                </a:cubicBezTo>
                <a:cubicBezTo>
                  <a:pt x="834751" y="40641"/>
                  <a:pt x="834683" y="40367"/>
                  <a:pt x="834649" y="40162"/>
                </a:cubicBezTo>
                <a:cubicBezTo>
                  <a:pt x="834615" y="39957"/>
                  <a:pt x="834597" y="39785"/>
                  <a:pt x="834597" y="39648"/>
                </a:cubicBezTo>
                <a:cubicBezTo>
                  <a:pt x="834597" y="39169"/>
                  <a:pt x="834700" y="38758"/>
                  <a:pt x="834906" y="38416"/>
                </a:cubicBezTo>
                <a:cubicBezTo>
                  <a:pt x="835111" y="38072"/>
                  <a:pt x="835436" y="37814"/>
                  <a:pt x="835881" y="37642"/>
                </a:cubicBezTo>
                <a:cubicBezTo>
                  <a:pt x="836326" y="37471"/>
                  <a:pt x="836925" y="37351"/>
                  <a:pt x="837679" y="37283"/>
                </a:cubicBezTo>
                <a:cubicBezTo>
                  <a:pt x="838432" y="37215"/>
                  <a:pt x="839356" y="37180"/>
                  <a:pt x="840452" y="37180"/>
                </a:cubicBezTo>
                <a:cubicBezTo>
                  <a:pt x="841958" y="37180"/>
                  <a:pt x="843156" y="37232"/>
                  <a:pt x="844047" y="37334"/>
                </a:cubicBezTo>
                <a:cubicBezTo>
                  <a:pt x="844937" y="37437"/>
                  <a:pt x="845639" y="37591"/>
                  <a:pt x="846152" y="37797"/>
                </a:cubicBezTo>
                <a:cubicBezTo>
                  <a:pt x="846666" y="38002"/>
                  <a:pt x="847042" y="38277"/>
                  <a:pt x="847282" y="38621"/>
                </a:cubicBezTo>
                <a:cubicBezTo>
                  <a:pt x="847522" y="38964"/>
                  <a:pt x="847744" y="39375"/>
                  <a:pt x="847949" y="39854"/>
                </a:cubicBezTo>
                <a:lnTo>
                  <a:pt x="877016" y="121077"/>
                </a:lnTo>
                <a:lnTo>
                  <a:pt x="877221" y="121590"/>
                </a:lnTo>
                <a:lnTo>
                  <a:pt x="877427" y="121077"/>
                </a:lnTo>
                <a:lnTo>
                  <a:pt x="905979" y="39854"/>
                </a:lnTo>
                <a:cubicBezTo>
                  <a:pt x="906116" y="39375"/>
                  <a:pt x="906322" y="38964"/>
                  <a:pt x="906596" y="38621"/>
                </a:cubicBezTo>
                <a:cubicBezTo>
                  <a:pt x="906870" y="38277"/>
                  <a:pt x="907263" y="38002"/>
                  <a:pt x="907777" y="37797"/>
                </a:cubicBezTo>
                <a:cubicBezTo>
                  <a:pt x="908290" y="37591"/>
                  <a:pt x="908975" y="37437"/>
                  <a:pt x="909831" y="37334"/>
                </a:cubicBezTo>
                <a:cubicBezTo>
                  <a:pt x="910687" y="37232"/>
                  <a:pt x="911800" y="37180"/>
                  <a:pt x="913169" y="37180"/>
                </a:cubicBezTo>
                <a:cubicBezTo>
                  <a:pt x="914265" y="37180"/>
                  <a:pt x="915172" y="37215"/>
                  <a:pt x="915891" y="37283"/>
                </a:cubicBezTo>
                <a:cubicBezTo>
                  <a:pt x="916610" y="37351"/>
                  <a:pt x="917175" y="37488"/>
                  <a:pt x="917585" y="37694"/>
                </a:cubicBezTo>
                <a:cubicBezTo>
                  <a:pt x="917996" y="37899"/>
                  <a:pt x="918287" y="38157"/>
                  <a:pt x="918459" y="38467"/>
                </a:cubicBezTo>
                <a:cubicBezTo>
                  <a:pt x="918630" y="38775"/>
                  <a:pt x="918715" y="39169"/>
                  <a:pt x="918715" y="39648"/>
                </a:cubicBezTo>
                <a:close/>
                <a:moveTo>
                  <a:pt x="948106" y="132901"/>
                </a:moveTo>
                <a:cubicBezTo>
                  <a:pt x="948106" y="133312"/>
                  <a:pt x="948004" y="133689"/>
                  <a:pt x="947798" y="134034"/>
                </a:cubicBezTo>
                <a:cubicBezTo>
                  <a:pt x="947593" y="134376"/>
                  <a:pt x="947267" y="134650"/>
                  <a:pt x="946822" y="134856"/>
                </a:cubicBezTo>
                <a:cubicBezTo>
                  <a:pt x="946377" y="135061"/>
                  <a:pt x="945761" y="135232"/>
                  <a:pt x="944974" y="135369"/>
                </a:cubicBezTo>
                <a:cubicBezTo>
                  <a:pt x="944186" y="135506"/>
                  <a:pt x="943176" y="135575"/>
                  <a:pt x="941944" y="135575"/>
                </a:cubicBezTo>
                <a:cubicBezTo>
                  <a:pt x="940780" y="135575"/>
                  <a:pt x="939804" y="135506"/>
                  <a:pt x="939017" y="135369"/>
                </a:cubicBezTo>
                <a:cubicBezTo>
                  <a:pt x="938229" y="135232"/>
                  <a:pt x="937596" y="135061"/>
                  <a:pt x="937116" y="134856"/>
                </a:cubicBezTo>
                <a:cubicBezTo>
                  <a:pt x="936637" y="134650"/>
                  <a:pt x="936312" y="134376"/>
                  <a:pt x="936141" y="134034"/>
                </a:cubicBezTo>
                <a:cubicBezTo>
                  <a:pt x="935970" y="133689"/>
                  <a:pt x="935884" y="133312"/>
                  <a:pt x="935884" y="132901"/>
                </a:cubicBezTo>
                <a:lnTo>
                  <a:pt x="935884" y="39854"/>
                </a:lnTo>
                <a:cubicBezTo>
                  <a:pt x="935884" y="39443"/>
                  <a:pt x="935970" y="39066"/>
                  <a:pt x="936141" y="38724"/>
                </a:cubicBezTo>
                <a:cubicBezTo>
                  <a:pt x="936312" y="38380"/>
                  <a:pt x="936637" y="38088"/>
                  <a:pt x="937116" y="37848"/>
                </a:cubicBezTo>
                <a:cubicBezTo>
                  <a:pt x="937596" y="37608"/>
                  <a:pt x="938229" y="37437"/>
                  <a:pt x="939017" y="37334"/>
                </a:cubicBezTo>
                <a:cubicBezTo>
                  <a:pt x="939804" y="37232"/>
                  <a:pt x="940780" y="37180"/>
                  <a:pt x="941944" y="37180"/>
                </a:cubicBezTo>
                <a:cubicBezTo>
                  <a:pt x="943176" y="37180"/>
                  <a:pt x="944186" y="37232"/>
                  <a:pt x="944974" y="37334"/>
                </a:cubicBezTo>
                <a:cubicBezTo>
                  <a:pt x="945761" y="37437"/>
                  <a:pt x="946377" y="37608"/>
                  <a:pt x="946822" y="37848"/>
                </a:cubicBezTo>
                <a:cubicBezTo>
                  <a:pt x="947267" y="38088"/>
                  <a:pt x="947593" y="38380"/>
                  <a:pt x="947798" y="38724"/>
                </a:cubicBezTo>
                <a:cubicBezTo>
                  <a:pt x="948004" y="39066"/>
                  <a:pt x="948106" y="39443"/>
                  <a:pt x="948106" y="39854"/>
                </a:cubicBezTo>
                <a:lnTo>
                  <a:pt x="948106" y="132901"/>
                </a:lnTo>
                <a:moveTo>
                  <a:pt x="949955" y="8371"/>
                </a:moveTo>
                <a:cubicBezTo>
                  <a:pt x="949955" y="11677"/>
                  <a:pt x="949373" y="13916"/>
                  <a:pt x="948209" y="15088"/>
                </a:cubicBezTo>
                <a:cubicBezTo>
                  <a:pt x="947045" y="16259"/>
                  <a:pt x="944922" y="16844"/>
                  <a:pt x="941841" y="16844"/>
                </a:cubicBezTo>
                <a:cubicBezTo>
                  <a:pt x="938828" y="16844"/>
                  <a:pt x="936757" y="16276"/>
                  <a:pt x="935627" y="15140"/>
                </a:cubicBezTo>
                <a:cubicBezTo>
                  <a:pt x="934497" y="14004"/>
                  <a:pt x="933933" y="11781"/>
                  <a:pt x="933933" y="8473"/>
                </a:cubicBezTo>
                <a:cubicBezTo>
                  <a:pt x="933933" y="5168"/>
                  <a:pt x="934515" y="2929"/>
                  <a:pt x="935679" y="1759"/>
                </a:cubicBezTo>
                <a:cubicBezTo>
                  <a:pt x="936843" y="586"/>
                  <a:pt x="938965" y="0"/>
                  <a:pt x="942046" y="0"/>
                </a:cubicBezTo>
                <a:cubicBezTo>
                  <a:pt x="945059" y="0"/>
                  <a:pt x="947130" y="568"/>
                  <a:pt x="948260" y="1704"/>
                </a:cubicBezTo>
                <a:cubicBezTo>
                  <a:pt x="949390" y="2841"/>
                  <a:pt x="949955" y="5063"/>
                  <a:pt x="949955" y="8371"/>
                </a:cubicBezTo>
                <a:close/>
                <a:moveTo>
                  <a:pt x="1073264" y="85504"/>
                </a:moveTo>
                <a:cubicBezTo>
                  <a:pt x="1073264" y="92906"/>
                  <a:pt x="1072305" y="99725"/>
                  <a:pt x="1070388" y="105963"/>
                </a:cubicBezTo>
                <a:cubicBezTo>
                  <a:pt x="1068471" y="112200"/>
                  <a:pt x="1065612" y="117616"/>
                  <a:pt x="1061812" y="122210"/>
                </a:cubicBezTo>
                <a:cubicBezTo>
                  <a:pt x="1058012" y="126802"/>
                  <a:pt x="1053270" y="130382"/>
                  <a:pt x="1047587" y="132952"/>
                </a:cubicBezTo>
                <a:cubicBezTo>
                  <a:pt x="1041903" y="135522"/>
                  <a:pt x="1035296" y="136807"/>
                  <a:pt x="1027764" y="136807"/>
                </a:cubicBezTo>
                <a:cubicBezTo>
                  <a:pt x="1020506" y="136807"/>
                  <a:pt x="1014155" y="135659"/>
                  <a:pt x="1008712" y="133363"/>
                </a:cubicBezTo>
                <a:cubicBezTo>
                  <a:pt x="1003268" y="131067"/>
                  <a:pt x="998715" y="127777"/>
                  <a:pt x="995052" y="123494"/>
                </a:cubicBezTo>
                <a:cubicBezTo>
                  <a:pt x="991388" y="119210"/>
                  <a:pt x="988649" y="114018"/>
                  <a:pt x="986835" y="107917"/>
                </a:cubicBezTo>
                <a:cubicBezTo>
                  <a:pt x="985020" y="101817"/>
                  <a:pt x="984113" y="94928"/>
                  <a:pt x="984113" y="87250"/>
                </a:cubicBezTo>
                <a:cubicBezTo>
                  <a:pt x="984113" y="79849"/>
                  <a:pt x="985055" y="73030"/>
                  <a:pt x="986938" y="66792"/>
                </a:cubicBezTo>
                <a:cubicBezTo>
                  <a:pt x="988821" y="60555"/>
                  <a:pt x="991662" y="55157"/>
                  <a:pt x="995462" y="50600"/>
                </a:cubicBezTo>
                <a:cubicBezTo>
                  <a:pt x="999263" y="46040"/>
                  <a:pt x="1004004" y="42492"/>
                  <a:pt x="1009687" y="39957"/>
                </a:cubicBezTo>
                <a:cubicBezTo>
                  <a:pt x="1015371" y="37421"/>
                  <a:pt x="1022012" y="36153"/>
                  <a:pt x="1029613" y="36153"/>
                </a:cubicBezTo>
                <a:cubicBezTo>
                  <a:pt x="1036871" y="36153"/>
                  <a:pt x="1043222" y="37284"/>
                  <a:pt x="1048665" y="39546"/>
                </a:cubicBezTo>
                <a:cubicBezTo>
                  <a:pt x="1054109" y="41808"/>
                  <a:pt x="1058645" y="45080"/>
                  <a:pt x="1062274" y="49364"/>
                </a:cubicBezTo>
                <a:cubicBezTo>
                  <a:pt x="1065903" y="53648"/>
                  <a:pt x="1068642" y="58840"/>
                  <a:pt x="1070491" y="64940"/>
                </a:cubicBezTo>
                <a:cubicBezTo>
                  <a:pt x="1072339" y="71041"/>
                  <a:pt x="1073264" y="77895"/>
                  <a:pt x="1073264" y="85504"/>
                </a:cubicBezTo>
                <a:moveTo>
                  <a:pt x="1060322" y="86634"/>
                </a:moveTo>
                <a:cubicBezTo>
                  <a:pt x="1060322" y="81355"/>
                  <a:pt x="1059809" y="76316"/>
                  <a:pt x="1058782" y="71517"/>
                </a:cubicBezTo>
                <a:cubicBezTo>
                  <a:pt x="1057755" y="66717"/>
                  <a:pt x="1056043" y="62484"/>
                  <a:pt x="1053646" y="58816"/>
                </a:cubicBezTo>
                <a:cubicBezTo>
                  <a:pt x="1051250" y="55149"/>
                  <a:pt x="1048032" y="52236"/>
                  <a:pt x="1043992" y="50077"/>
                </a:cubicBezTo>
                <a:cubicBezTo>
                  <a:pt x="1039952" y="47915"/>
                  <a:pt x="1034919" y="46835"/>
                  <a:pt x="1028894" y="46835"/>
                </a:cubicBezTo>
                <a:cubicBezTo>
                  <a:pt x="1023348" y="46835"/>
                  <a:pt x="1018555" y="47829"/>
                  <a:pt x="1014515" y="49817"/>
                </a:cubicBezTo>
                <a:cubicBezTo>
                  <a:pt x="1010475" y="51804"/>
                  <a:pt x="1007171" y="54565"/>
                  <a:pt x="1004603" y="58097"/>
                </a:cubicBezTo>
                <a:cubicBezTo>
                  <a:pt x="1002036" y="61628"/>
                  <a:pt x="1000136" y="65793"/>
                  <a:pt x="998903" y="70592"/>
                </a:cubicBezTo>
                <a:cubicBezTo>
                  <a:pt x="997671" y="75392"/>
                  <a:pt x="997054" y="80568"/>
                  <a:pt x="997054" y="86121"/>
                </a:cubicBezTo>
                <a:cubicBezTo>
                  <a:pt x="997054" y="91468"/>
                  <a:pt x="997568" y="96558"/>
                  <a:pt x="998595" y="101392"/>
                </a:cubicBezTo>
                <a:cubicBezTo>
                  <a:pt x="999622" y="106226"/>
                  <a:pt x="1001334" y="110459"/>
                  <a:pt x="1003730" y="114093"/>
                </a:cubicBezTo>
                <a:cubicBezTo>
                  <a:pt x="1006127" y="117726"/>
                  <a:pt x="1009345" y="120606"/>
                  <a:pt x="1013385" y="122733"/>
                </a:cubicBezTo>
                <a:cubicBezTo>
                  <a:pt x="1017425" y="124858"/>
                  <a:pt x="1022457" y="125920"/>
                  <a:pt x="1028483" y="125920"/>
                </a:cubicBezTo>
                <a:cubicBezTo>
                  <a:pt x="1034029" y="125920"/>
                  <a:pt x="1038822" y="124926"/>
                  <a:pt x="1042862" y="122938"/>
                </a:cubicBezTo>
                <a:cubicBezTo>
                  <a:pt x="1046902" y="120950"/>
                  <a:pt x="1050206" y="118208"/>
                  <a:pt x="1052773" y="114712"/>
                </a:cubicBezTo>
                <a:cubicBezTo>
                  <a:pt x="1055341" y="111214"/>
                  <a:pt x="1057241" y="107066"/>
                  <a:pt x="1058474" y="102268"/>
                </a:cubicBezTo>
                <a:cubicBezTo>
                  <a:pt x="1059706" y="97469"/>
                  <a:pt x="1060322" y="92257"/>
                  <a:pt x="1060322" y="86634"/>
                </a:cubicBezTo>
                <a:close/>
                <a:moveTo>
                  <a:pt x="1165465" y="132901"/>
                </a:moveTo>
                <a:cubicBezTo>
                  <a:pt x="1165465" y="133312"/>
                  <a:pt x="1165380" y="133689"/>
                  <a:pt x="1165208" y="134034"/>
                </a:cubicBezTo>
                <a:cubicBezTo>
                  <a:pt x="1165037" y="134376"/>
                  <a:pt x="1164712" y="134650"/>
                  <a:pt x="1164233" y="134856"/>
                </a:cubicBezTo>
                <a:cubicBezTo>
                  <a:pt x="1163753" y="135061"/>
                  <a:pt x="1163137" y="135232"/>
                  <a:pt x="1162384" y="135369"/>
                </a:cubicBezTo>
                <a:cubicBezTo>
                  <a:pt x="1161631" y="135506"/>
                  <a:pt x="1160706" y="135575"/>
                  <a:pt x="1159611" y="135575"/>
                </a:cubicBezTo>
                <a:cubicBezTo>
                  <a:pt x="1158378" y="135575"/>
                  <a:pt x="1157386" y="135506"/>
                  <a:pt x="1156632" y="135369"/>
                </a:cubicBezTo>
                <a:cubicBezTo>
                  <a:pt x="1155879" y="135232"/>
                  <a:pt x="1155297" y="135061"/>
                  <a:pt x="1154886" y="134856"/>
                </a:cubicBezTo>
                <a:cubicBezTo>
                  <a:pt x="1154475" y="134650"/>
                  <a:pt x="1154184" y="134376"/>
                  <a:pt x="1154013" y="134034"/>
                </a:cubicBezTo>
                <a:cubicBezTo>
                  <a:pt x="1153842" y="133689"/>
                  <a:pt x="1153756" y="133312"/>
                  <a:pt x="1153756" y="132901"/>
                </a:cubicBezTo>
                <a:lnTo>
                  <a:pt x="1153756" y="119741"/>
                </a:lnTo>
                <a:cubicBezTo>
                  <a:pt x="1148416" y="125741"/>
                  <a:pt x="1143195" y="130086"/>
                  <a:pt x="1138094" y="132776"/>
                </a:cubicBezTo>
                <a:cubicBezTo>
                  <a:pt x="1132992" y="135463"/>
                  <a:pt x="1127908" y="136807"/>
                  <a:pt x="1122841" y="136807"/>
                </a:cubicBezTo>
                <a:cubicBezTo>
                  <a:pt x="1116747" y="136807"/>
                  <a:pt x="1111612" y="135778"/>
                  <a:pt x="1107435" y="133719"/>
                </a:cubicBezTo>
                <a:cubicBezTo>
                  <a:pt x="1103258" y="131661"/>
                  <a:pt x="1099886" y="128865"/>
                  <a:pt x="1097318" y="125333"/>
                </a:cubicBezTo>
                <a:cubicBezTo>
                  <a:pt x="1094751" y="121798"/>
                  <a:pt x="1092902" y="117698"/>
                  <a:pt x="1091772" y="113033"/>
                </a:cubicBezTo>
                <a:cubicBezTo>
                  <a:pt x="1090642" y="108367"/>
                  <a:pt x="1090078" y="102740"/>
                  <a:pt x="1090078" y="96154"/>
                </a:cubicBezTo>
                <a:lnTo>
                  <a:pt x="1090078" y="39857"/>
                </a:lnTo>
                <a:cubicBezTo>
                  <a:pt x="1090078" y="39444"/>
                  <a:pt x="1090163" y="39066"/>
                  <a:pt x="1090334" y="38724"/>
                </a:cubicBezTo>
                <a:cubicBezTo>
                  <a:pt x="1090505" y="38382"/>
                  <a:pt x="1090831" y="38091"/>
                  <a:pt x="1091310" y="37851"/>
                </a:cubicBezTo>
                <a:cubicBezTo>
                  <a:pt x="1091789" y="37609"/>
                  <a:pt x="1092423" y="37437"/>
                  <a:pt x="1093210" y="37334"/>
                </a:cubicBezTo>
                <a:cubicBezTo>
                  <a:pt x="1093998" y="37232"/>
                  <a:pt x="1094973" y="37180"/>
                  <a:pt x="1096137" y="37180"/>
                </a:cubicBezTo>
                <a:cubicBezTo>
                  <a:pt x="1097370" y="37180"/>
                  <a:pt x="1098380" y="37232"/>
                  <a:pt x="1099167" y="37334"/>
                </a:cubicBezTo>
                <a:cubicBezTo>
                  <a:pt x="1099955" y="37437"/>
                  <a:pt x="1100571" y="37609"/>
                  <a:pt x="1101016" y="37851"/>
                </a:cubicBezTo>
                <a:cubicBezTo>
                  <a:pt x="1101461" y="38091"/>
                  <a:pt x="1101786" y="38382"/>
                  <a:pt x="1101992" y="38724"/>
                </a:cubicBezTo>
                <a:cubicBezTo>
                  <a:pt x="1102197" y="39066"/>
                  <a:pt x="1102300" y="39444"/>
                  <a:pt x="1102300" y="39857"/>
                </a:cubicBezTo>
                <a:lnTo>
                  <a:pt x="1102300" y="95034"/>
                </a:lnTo>
                <a:cubicBezTo>
                  <a:pt x="1102300" y="100800"/>
                  <a:pt x="1102745" y="105503"/>
                  <a:pt x="1103635" y="109140"/>
                </a:cubicBezTo>
                <a:cubicBezTo>
                  <a:pt x="1104525" y="112776"/>
                  <a:pt x="1105860" y="115880"/>
                  <a:pt x="1107641" y="118454"/>
                </a:cubicBezTo>
                <a:cubicBezTo>
                  <a:pt x="1109421" y="121029"/>
                  <a:pt x="1111698" y="123020"/>
                  <a:pt x="1114471" y="124428"/>
                </a:cubicBezTo>
                <a:cubicBezTo>
                  <a:pt x="1117244" y="125833"/>
                  <a:pt x="1120479" y="126536"/>
                  <a:pt x="1124177" y="126536"/>
                </a:cubicBezTo>
                <a:cubicBezTo>
                  <a:pt x="1128901" y="126536"/>
                  <a:pt x="1133609" y="124848"/>
                  <a:pt x="1138299" y="121471"/>
                </a:cubicBezTo>
                <a:cubicBezTo>
                  <a:pt x="1142989" y="118093"/>
                  <a:pt x="1147971" y="113130"/>
                  <a:pt x="1153243" y="106582"/>
                </a:cubicBezTo>
                <a:lnTo>
                  <a:pt x="1153243" y="39854"/>
                </a:lnTo>
                <a:cubicBezTo>
                  <a:pt x="1153243" y="39443"/>
                  <a:pt x="1153329" y="39066"/>
                  <a:pt x="1153500" y="38724"/>
                </a:cubicBezTo>
                <a:cubicBezTo>
                  <a:pt x="1153671" y="38380"/>
                  <a:pt x="1153996" y="38088"/>
                  <a:pt x="1154475" y="37848"/>
                </a:cubicBezTo>
                <a:cubicBezTo>
                  <a:pt x="1154955" y="37608"/>
                  <a:pt x="1155588" y="37437"/>
                  <a:pt x="1156376" y="37334"/>
                </a:cubicBezTo>
                <a:cubicBezTo>
                  <a:pt x="1157163" y="37232"/>
                  <a:pt x="1158173" y="37180"/>
                  <a:pt x="1159405" y="37180"/>
                </a:cubicBezTo>
                <a:cubicBezTo>
                  <a:pt x="1160569" y="37180"/>
                  <a:pt x="1161545" y="37232"/>
                  <a:pt x="1162333" y="37334"/>
                </a:cubicBezTo>
                <a:cubicBezTo>
                  <a:pt x="1163120" y="37437"/>
                  <a:pt x="1163736" y="37608"/>
                  <a:pt x="1164181" y="37848"/>
                </a:cubicBezTo>
                <a:cubicBezTo>
                  <a:pt x="1164626" y="38088"/>
                  <a:pt x="1164952" y="38380"/>
                  <a:pt x="1165157" y="38724"/>
                </a:cubicBezTo>
                <a:cubicBezTo>
                  <a:pt x="1165363" y="39066"/>
                  <a:pt x="1165465" y="39443"/>
                  <a:pt x="1165465" y="39854"/>
                </a:cubicBezTo>
                <a:lnTo>
                  <a:pt x="1165465" y="132901"/>
                </a:lnTo>
                <a:close/>
                <a:moveTo>
                  <a:pt x="1255350" y="108225"/>
                </a:moveTo>
                <a:cubicBezTo>
                  <a:pt x="1255350" y="112680"/>
                  <a:pt x="1254529" y="116673"/>
                  <a:pt x="1252885" y="120204"/>
                </a:cubicBezTo>
                <a:cubicBezTo>
                  <a:pt x="1251242" y="123732"/>
                  <a:pt x="1248897" y="126731"/>
                  <a:pt x="1245850" y="129200"/>
                </a:cubicBezTo>
                <a:cubicBezTo>
                  <a:pt x="1242803" y="131667"/>
                  <a:pt x="1239157" y="133552"/>
                  <a:pt x="1234911" y="134856"/>
                </a:cubicBezTo>
                <a:cubicBezTo>
                  <a:pt x="1230666" y="136157"/>
                  <a:pt x="1225976" y="136807"/>
                  <a:pt x="1220840" y="136807"/>
                </a:cubicBezTo>
                <a:cubicBezTo>
                  <a:pt x="1217622" y="136807"/>
                  <a:pt x="1214575" y="136550"/>
                  <a:pt x="1211699" y="136037"/>
                </a:cubicBezTo>
                <a:cubicBezTo>
                  <a:pt x="1208824" y="135523"/>
                  <a:pt x="1206222" y="134873"/>
                  <a:pt x="1203894" y="134085"/>
                </a:cubicBezTo>
                <a:cubicBezTo>
                  <a:pt x="1201566" y="133298"/>
                  <a:pt x="1199597" y="132459"/>
                  <a:pt x="1197988" y="131569"/>
                </a:cubicBezTo>
                <a:cubicBezTo>
                  <a:pt x="1196379" y="130679"/>
                  <a:pt x="1195198" y="129891"/>
                  <a:pt x="1194444" y="129207"/>
                </a:cubicBezTo>
                <a:cubicBezTo>
                  <a:pt x="1193691" y="128522"/>
                  <a:pt x="1193143" y="127662"/>
                  <a:pt x="1192801" y="126626"/>
                </a:cubicBezTo>
                <a:cubicBezTo>
                  <a:pt x="1192459" y="125588"/>
                  <a:pt x="1192288" y="124206"/>
                  <a:pt x="1192288" y="122479"/>
                </a:cubicBezTo>
                <a:cubicBezTo>
                  <a:pt x="1192288" y="121581"/>
                  <a:pt x="1192356" y="120786"/>
                  <a:pt x="1192493" y="120095"/>
                </a:cubicBezTo>
                <a:cubicBezTo>
                  <a:pt x="1192630" y="119403"/>
                  <a:pt x="1192801" y="118816"/>
                  <a:pt x="1193007" y="118332"/>
                </a:cubicBezTo>
                <a:cubicBezTo>
                  <a:pt x="1193212" y="117849"/>
                  <a:pt x="1193486" y="117486"/>
                  <a:pt x="1193828" y="117244"/>
                </a:cubicBezTo>
                <a:cubicBezTo>
                  <a:pt x="1194171" y="117003"/>
                  <a:pt x="1194547" y="116882"/>
                  <a:pt x="1194958" y="116882"/>
                </a:cubicBezTo>
                <a:cubicBezTo>
                  <a:pt x="1195711" y="116882"/>
                  <a:pt x="1196807" y="117366"/>
                  <a:pt x="1198245" y="118336"/>
                </a:cubicBezTo>
                <a:cubicBezTo>
                  <a:pt x="1199683" y="119305"/>
                  <a:pt x="1201480" y="120361"/>
                  <a:pt x="1203637" y="121504"/>
                </a:cubicBezTo>
                <a:cubicBezTo>
                  <a:pt x="1205794" y="122646"/>
                  <a:pt x="1208361" y="123702"/>
                  <a:pt x="1211340" y="124671"/>
                </a:cubicBezTo>
                <a:cubicBezTo>
                  <a:pt x="1214318" y="125641"/>
                  <a:pt x="1217759" y="126125"/>
                  <a:pt x="1221662" y="126125"/>
                </a:cubicBezTo>
                <a:cubicBezTo>
                  <a:pt x="1224812" y="126125"/>
                  <a:pt x="1227688" y="125783"/>
                  <a:pt x="1230290" y="125098"/>
                </a:cubicBezTo>
                <a:cubicBezTo>
                  <a:pt x="1232891" y="124411"/>
                  <a:pt x="1235151" y="123382"/>
                  <a:pt x="1237068" y="122011"/>
                </a:cubicBezTo>
                <a:cubicBezTo>
                  <a:pt x="1238985" y="120639"/>
                  <a:pt x="1240475" y="118873"/>
                  <a:pt x="1241536" y="116712"/>
                </a:cubicBezTo>
                <a:cubicBezTo>
                  <a:pt x="1242597" y="114550"/>
                  <a:pt x="1243128" y="112030"/>
                  <a:pt x="1243128" y="109150"/>
                </a:cubicBezTo>
                <a:cubicBezTo>
                  <a:pt x="1243128" y="106272"/>
                  <a:pt x="1242443" y="103839"/>
                  <a:pt x="1241074" y="101851"/>
                </a:cubicBezTo>
                <a:cubicBezTo>
                  <a:pt x="1239704" y="99863"/>
                  <a:pt x="1237907" y="98132"/>
                  <a:pt x="1235682" y="96658"/>
                </a:cubicBezTo>
                <a:cubicBezTo>
                  <a:pt x="1233456" y="95184"/>
                  <a:pt x="1230923" y="93882"/>
                  <a:pt x="1228081" y="92752"/>
                </a:cubicBezTo>
                <a:cubicBezTo>
                  <a:pt x="1225240" y="91620"/>
                  <a:pt x="1222330" y="90455"/>
                  <a:pt x="1219351" y="89256"/>
                </a:cubicBezTo>
                <a:cubicBezTo>
                  <a:pt x="1216373" y="88056"/>
                  <a:pt x="1213463" y="86737"/>
                  <a:pt x="1210621" y="85299"/>
                </a:cubicBezTo>
                <a:cubicBezTo>
                  <a:pt x="1207779" y="83859"/>
                  <a:pt x="1205246" y="82111"/>
                  <a:pt x="1203021" y="80054"/>
                </a:cubicBezTo>
                <a:cubicBezTo>
                  <a:pt x="1200795" y="77998"/>
                  <a:pt x="1198998" y="75531"/>
                  <a:pt x="1197628" y="72653"/>
                </a:cubicBezTo>
                <a:cubicBezTo>
                  <a:pt x="1196259" y="69773"/>
                  <a:pt x="1195574" y="66311"/>
                  <a:pt x="1195574" y="62267"/>
                </a:cubicBezTo>
                <a:cubicBezTo>
                  <a:pt x="1195574" y="59046"/>
                  <a:pt x="1196190" y="55877"/>
                  <a:pt x="1197423" y="52760"/>
                </a:cubicBezTo>
                <a:cubicBezTo>
                  <a:pt x="1198655" y="49640"/>
                  <a:pt x="1200556" y="46847"/>
                  <a:pt x="1203123" y="44379"/>
                </a:cubicBezTo>
                <a:cubicBezTo>
                  <a:pt x="1205691" y="41910"/>
                  <a:pt x="1208978" y="39922"/>
                  <a:pt x="1212983" y="38416"/>
                </a:cubicBezTo>
                <a:cubicBezTo>
                  <a:pt x="1216989" y="36907"/>
                  <a:pt x="1221731" y="36153"/>
                  <a:pt x="1227208" y="36153"/>
                </a:cubicBezTo>
                <a:cubicBezTo>
                  <a:pt x="1229536" y="36153"/>
                  <a:pt x="1231847" y="36342"/>
                  <a:pt x="1234141" y="36718"/>
                </a:cubicBezTo>
                <a:cubicBezTo>
                  <a:pt x="1236435" y="37095"/>
                  <a:pt x="1238523" y="37591"/>
                  <a:pt x="1240406" y="38207"/>
                </a:cubicBezTo>
                <a:cubicBezTo>
                  <a:pt x="1242289" y="38824"/>
                  <a:pt x="1243915" y="39491"/>
                  <a:pt x="1245285" y="40210"/>
                </a:cubicBezTo>
                <a:cubicBezTo>
                  <a:pt x="1246654" y="40929"/>
                  <a:pt x="1247699" y="41563"/>
                  <a:pt x="1248417" y="42110"/>
                </a:cubicBezTo>
                <a:cubicBezTo>
                  <a:pt x="1249136" y="42658"/>
                  <a:pt x="1249616" y="43120"/>
                  <a:pt x="1249855" y="43497"/>
                </a:cubicBezTo>
                <a:cubicBezTo>
                  <a:pt x="1250095" y="43873"/>
                  <a:pt x="1250266" y="44267"/>
                  <a:pt x="1250369" y="44678"/>
                </a:cubicBezTo>
                <a:cubicBezTo>
                  <a:pt x="1250472" y="45089"/>
                  <a:pt x="1250557" y="45585"/>
                  <a:pt x="1250626" y="46167"/>
                </a:cubicBezTo>
                <a:cubicBezTo>
                  <a:pt x="1250694" y="46749"/>
                  <a:pt x="1250728" y="47451"/>
                  <a:pt x="1250728" y="48273"/>
                </a:cubicBezTo>
                <a:cubicBezTo>
                  <a:pt x="1250728" y="49094"/>
                  <a:pt x="1250677" y="49831"/>
                  <a:pt x="1250574" y="50481"/>
                </a:cubicBezTo>
                <a:cubicBezTo>
                  <a:pt x="1250472" y="51131"/>
                  <a:pt x="1250318" y="51696"/>
                  <a:pt x="1250112" y="52176"/>
                </a:cubicBezTo>
                <a:cubicBezTo>
                  <a:pt x="1249907" y="52655"/>
                  <a:pt x="1249650" y="53014"/>
                  <a:pt x="1249342" y="53254"/>
                </a:cubicBezTo>
                <a:cubicBezTo>
                  <a:pt x="1249034" y="53494"/>
                  <a:pt x="1248674" y="53614"/>
                  <a:pt x="1248263" y="53614"/>
                </a:cubicBezTo>
                <a:cubicBezTo>
                  <a:pt x="1247716" y="53614"/>
                  <a:pt x="1246894" y="53237"/>
                  <a:pt x="1245798" y="52484"/>
                </a:cubicBezTo>
                <a:cubicBezTo>
                  <a:pt x="1244703" y="51731"/>
                  <a:pt x="1243265" y="50909"/>
                  <a:pt x="1241485" y="50019"/>
                </a:cubicBezTo>
                <a:cubicBezTo>
                  <a:pt x="1239704" y="49129"/>
                  <a:pt x="1237582" y="48307"/>
                  <a:pt x="1235117" y="47554"/>
                </a:cubicBezTo>
                <a:cubicBezTo>
                  <a:pt x="1232652" y="46801"/>
                  <a:pt x="1229810" y="46424"/>
                  <a:pt x="1226592" y="46424"/>
                </a:cubicBezTo>
                <a:cubicBezTo>
                  <a:pt x="1223374" y="46424"/>
                  <a:pt x="1220549" y="46802"/>
                  <a:pt x="1218119" y="47557"/>
                </a:cubicBezTo>
                <a:cubicBezTo>
                  <a:pt x="1215688" y="48310"/>
                  <a:pt x="1213685" y="49373"/>
                  <a:pt x="1212110" y="50744"/>
                </a:cubicBezTo>
                <a:cubicBezTo>
                  <a:pt x="1210535" y="52116"/>
                  <a:pt x="1209354" y="53728"/>
                  <a:pt x="1208567" y="55581"/>
                </a:cubicBezTo>
                <a:cubicBezTo>
                  <a:pt x="1207779" y="57432"/>
                  <a:pt x="1207386" y="59455"/>
                  <a:pt x="1207386" y="61650"/>
                </a:cubicBezTo>
                <a:cubicBezTo>
                  <a:pt x="1207386" y="64665"/>
                  <a:pt x="1208070" y="67201"/>
                  <a:pt x="1209440" y="69257"/>
                </a:cubicBezTo>
                <a:cubicBezTo>
                  <a:pt x="1210809" y="71314"/>
                  <a:pt x="1212624" y="73096"/>
                  <a:pt x="1214883" y="74605"/>
                </a:cubicBezTo>
                <a:cubicBezTo>
                  <a:pt x="1217143" y="76113"/>
                  <a:pt x="1219711" y="77450"/>
                  <a:pt x="1222586" y="78617"/>
                </a:cubicBezTo>
                <a:cubicBezTo>
                  <a:pt x="1225462" y="79781"/>
                  <a:pt x="1228389" y="80946"/>
                  <a:pt x="1231368" y="82112"/>
                </a:cubicBezTo>
                <a:cubicBezTo>
                  <a:pt x="1234347" y="83276"/>
                  <a:pt x="1237274" y="84561"/>
                  <a:pt x="1240150" y="85967"/>
                </a:cubicBezTo>
                <a:cubicBezTo>
                  <a:pt x="1243025" y="87370"/>
                  <a:pt x="1245593" y="89066"/>
                  <a:pt x="1247853" y="91054"/>
                </a:cubicBezTo>
                <a:cubicBezTo>
                  <a:pt x="1250112" y="93042"/>
                  <a:pt x="1251927" y="95424"/>
                  <a:pt x="1253296" y="98202"/>
                </a:cubicBezTo>
                <a:cubicBezTo>
                  <a:pt x="1254666" y="100977"/>
                  <a:pt x="1255350" y="104318"/>
                  <a:pt x="1255350" y="108225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instructions.Askusersto">
            <a:extLst xmlns:a="http://schemas.openxmlformats.org/drawingml/2006/main">
              <a:ext uri="{FF2B5EF4-FFF2-40B4-BE49-F238E27FC236}">
                <a16:creationId xmlns:a16="http://schemas.microsoft.com/office/drawing/2014/main" id="{509FB6B7-39B9-4FB2-A5D9-7F5656C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7" y="3554561"/>
            <a:ext cx="2027186" cy="145024"/>
          </a:xfrm>
          <a:custGeom xmlns:a="http://schemas.openxmlformats.org/drawingml/2006/main">
            <a:pathLst>
              <a:path w="2027186" h="145024">
                <a:moveTo>
                  <a:pt x="14174" y="141118"/>
                </a:moveTo>
                <a:cubicBezTo>
                  <a:pt x="14174" y="141528"/>
                  <a:pt x="14071" y="141906"/>
                  <a:pt x="13866" y="142251"/>
                </a:cubicBezTo>
                <a:cubicBezTo>
                  <a:pt x="13660" y="142593"/>
                  <a:pt x="13335" y="142867"/>
                  <a:pt x="12890" y="143072"/>
                </a:cubicBezTo>
                <a:cubicBezTo>
                  <a:pt x="12445" y="143278"/>
                  <a:pt x="11829" y="143449"/>
                  <a:pt x="11041" y="143586"/>
                </a:cubicBezTo>
                <a:cubicBezTo>
                  <a:pt x="10254" y="143723"/>
                  <a:pt x="9244" y="143791"/>
                  <a:pt x="8011" y="143791"/>
                </a:cubicBezTo>
                <a:cubicBezTo>
                  <a:pt x="6847" y="143791"/>
                  <a:pt x="5871" y="143723"/>
                  <a:pt x="5084" y="143586"/>
                </a:cubicBezTo>
                <a:cubicBezTo>
                  <a:pt x="4297" y="143449"/>
                  <a:pt x="3663" y="143278"/>
                  <a:pt x="3184" y="143072"/>
                </a:cubicBezTo>
                <a:cubicBezTo>
                  <a:pt x="2705" y="142867"/>
                  <a:pt x="2379" y="142593"/>
                  <a:pt x="2208" y="142251"/>
                </a:cubicBezTo>
                <a:cubicBezTo>
                  <a:pt x="2037" y="141906"/>
                  <a:pt x="1951" y="141528"/>
                  <a:pt x="1951" y="141118"/>
                </a:cubicBezTo>
                <a:lnTo>
                  <a:pt x="1951" y="48071"/>
                </a:lnTo>
                <a:cubicBezTo>
                  <a:pt x="1951" y="47660"/>
                  <a:pt x="2037" y="47283"/>
                  <a:pt x="2208" y="46941"/>
                </a:cubicBezTo>
                <a:cubicBezTo>
                  <a:pt x="2379" y="46596"/>
                  <a:pt x="2705" y="46304"/>
                  <a:pt x="3184" y="46065"/>
                </a:cubicBezTo>
                <a:cubicBezTo>
                  <a:pt x="3663" y="45825"/>
                  <a:pt x="4297" y="45654"/>
                  <a:pt x="5084" y="45551"/>
                </a:cubicBezTo>
                <a:cubicBezTo>
                  <a:pt x="5871" y="45448"/>
                  <a:pt x="6847" y="45397"/>
                  <a:pt x="8011" y="45397"/>
                </a:cubicBezTo>
                <a:cubicBezTo>
                  <a:pt x="9244" y="45397"/>
                  <a:pt x="10254" y="45448"/>
                  <a:pt x="11041" y="45551"/>
                </a:cubicBezTo>
                <a:cubicBezTo>
                  <a:pt x="11829" y="45654"/>
                  <a:pt x="12445" y="45825"/>
                  <a:pt x="12890" y="46065"/>
                </a:cubicBezTo>
                <a:cubicBezTo>
                  <a:pt x="13335" y="46304"/>
                  <a:pt x="13660" y="46596"/>
                  <a:pt x="13866" y="46941"/>
                </a:cubicBezTo>
                <a:cubicBezTo>
                  <a:pt x="14071" y="47283"/>
                  <a:pt x="14174" y="47660"/>
                  <a:pt x="14174" y="48071"/>
                </a:cubicBezTo>
                <a:lnTo>
                  <a:pt x="14174" y="141118"/>
                </a:lnTo>
                <a:moveTo>
                  <a:pt x="16022" y="16587"/>
                </a:moveTo>
                <a:cubicBezTo>
                  <a:pt x="16022" y="19893"/>
                  <a:pt x="15440" y="22133"/>
                  <a:pt x="14276" y="23305"/>
                </a:cubicBezTo>
                <a:cubicBezTo>
                  <a:pt x="13112" y="24476"/>
                  <a:pt x="10990" y="25061"/>
                  <a:pt x="7909" y="25061"/>
                </a:cubicBezTo>
                <a:cubicBezTo>
                  <a:pt x="4896" y="25061"/>
                  <a:pt x="2824" y="24493"/>
                  <a:pt x="1695" y="23356"/>
                </a:cubicBezTo>
                <a:cubicBezTo>
                  <a:pt x="565" y="22220"/>
                  <a:pt x="0" y="19998"/>
                  <a:pt x="0" y="16690"/>
                </a:cubicBezTo>
                <a:cubicBezTo>
                  <a:pt x="0" y="13384"/>
                  <a:pt x="582" y="11146"/>
                  <a:pt x="1746" y="9976"/>
                </a:cubicBezTo>
                <a:cubicBezTo>
                  <a:pt x="2910" y="8803"/>
                  <a:pt x="5033" y="8217"/>
                  <a:pt x="8114" y="8217"/>
                </a:cubicBezTo>
                <a:cubicBezTo>
                  <a:pt x="11127" y="8217"/>
                  <a:pt x="13198" y="8785"/>
                  <a:pt x="14328" y="9921"/>
                </a:cubicBezTo>
                <a:cubicBezTo>
                  <a:pt x="15458" y="11057"/>
                  <a:pt x="16022" y="13279"/>
                  <a:pt x="16022" y="16587"/>
                </a:cubicBezTo>
                <a:close/>
                <a:moveTo>
                  <a:pt x="121512" y="141121"/>
                </a:moveTo>
                <a:cubicBezTo>
                  <a:pt x="121512" y="141532"/>
                  <a:pt x="121409" y="141908"/>
                  <a:pt x="121204" y="142251"/>
                </a:cubicBezTo>
                <a:cubicBezTo>
                  <a:pt x="120998" y="142593"/>
                  <a:pt x="120673" y="142867"/>
                  <a:pt x="120228" y="143072"/>
                </a:cubicBezTo>
                <a:cubicBezTo>
                  <a:pt x="119783" y="143278"/>
                  <a:pt x="119167" y="143449"/>
                  <a:pt x="118379" y="143586"/>
                </a:cubicBezTo>
                <a:cubicBezTo>
                  <a:pt x="117592" y="143723"/>
                  <a:pt x="116616" y="143791"/>
                  <a:pt x="115452" y="143791"/>
                </a:cubicBezTo>
                <a:cubicBezTo>
                  <a:pt x="114219" y="143791"/>
                  <a:pt x="113210" y="143723"/>
                  <a:pt x="112422" y="143586"/>
                </a:cubicBezTo>
                <a:cubicBezTo>
                  <a:pt x="111635" y="143449"/>
                  <a:pt x="111018" y="143278"/>
                  <a:pt x="110573" y="143072"/>
                </a:cubicBezTo>
                <a:cubicBezTo>
                  <a:pt x="110128" y="142867"/>
                  <a:pt x="109803" y="142593"/>
                  <a:pt x="109598" y="142251"/>
                </a:cubicBezTo>
                <a:cubicBezTo>
                  <a:pt x="109392" y="141908"/>
                  <a:pt x="109290" y="141532"/>
                  <a:pt x="109290" y="141121"/>
                </a:cubicBezTo>
                <a:lnTo>
                  <a:pt x="109290" y="85967"/>
                </a:lnTo>
                <a:cubicBezTo>
                  <a:pt x="109290" y="80215"/>
                  <a:pt x="108844" y="75542"/>
                  <a:pt x="107954" y="71947"/>
                </a:cubicBezTo>
                <a:cubicBezTo>
                  <a:pt x="107064" y="68352"/>
                  <a:pt x="105729" y="65271"/>
                  <a:pt x="103949" y="62703"/>
                </a:cubicBezTo>
                <a:cubicBezTo>
                  <a:pt x="102168" y="60136"/>
                  <a:pt x="99892" y="58150"/>
                  <a:pt x="97119" y="56746"/>
                </a:cubicBezTo>
                <a:cubicBezTo>
                  <a:pt x="94345" y="55342"/>
                  <a:pt x="91110" y="54641"/>
                  <a:pt x="87413" y="54641"/>
                </a:cubicBezTo>
                <a:cubicBezTo>
                  <a:pt x="82688" y="54641"/>
                  <a:pt x="77964" y="56318"/>
                  <a:pt x="73239" y="59673"/>
                </a:cubicBezTo>
                <a:cubicBezTo>
                  <a:pt x="68514" y="63028"/>
                  <a:pt x="63550" y="67958"/>
                  <a:pt x="58346" y="74463"/>
                </a:cubicBezTo>
                <a:lnTo>
                  <a:pt x="58346" y="141121"/>
                </a:lnTo>
                <a:cubicBezTo>
                  <a:pt x="58346" y="141532"/>
                  <a:pt x="58244" y="141908"/>
                  <a:pt x="58038" y="142251"/>
                </a:cubicBezTo>
                <a:cubicBezTo>
                  <a:pt x="57833" y="142593"/>
                  <a:pt x="57508" y="142867"/>
                  <a:pt x="57062" y="143072"/>
                </a:cubicBezTo>
                <a:cubicBezTo>
                  <a:pt x="56617" y="143278"/>
                  <a:pt x="56001" y="143449"/>
                  <a:pt x="55214" y="143586"/>
                </a:cubicBezTo>
                <a:cubicBezTo>
                  <a:pt x="54426" y="143723"/>
                  <a:pt x="53416" y="143791"/>
                  <a:pt x="52184" y="143791"/>
                </a:cubicBezTo>
                <a:cubicBezTo>
                  <a:pt x="51020" y="143791"/>
                  <a:pt x="50044" y="143723"/>
                  <a:pt x="49257" y="143586"/>
                </a:cubicBezTo>
                <a:cubicBezTo>
                  <a:pt x="48469" y="143449"/>
                  <a:pt x="47836" y="143278"/>
                  <a:pt x="47357" y="143072"/>
                </a:cubicBezTo>
                <a:cubicBezTo>
                  <a:pt x="46877" y="142867"/>
                  <a:pt x="46552" y="142593"/>
                  <a:pt x="46381" y="142251"/>
                </a:cubicBezTo>
                <a:cubicBezTo>
                  <a:pt x="46210" y="141906"/>
                  <a:pt x="46124" y="141528"/>
                  <a:pt x="46124" y="141118"/>
                </a:cubicBezTo>
                <a:lnTo>
                  <a:pt x="46124" y="48071"/>
                </a:lnTo>
                <a:cubicBezTo>
                  <a:pt x="46124" y="47660"/>
                  <a:pt x="46210" y="47283"/>
                  <a:pt x="46381" y="46941"/>
                </a:cubicBezTo>
                <a:cubicBezTo>
                  <a:pt x="46552" y="46596"/>
                  <a:pt x="46877" y="46304"/>
                  <a:pt x="47357" y="46065"/>
                </a:cubicBezTo>
                <a:cubicBezTo>
                  <a:pt x="47836" y="45825"/>
                  <a:pt x="48435" y="45654"/>
                  <a:pt x="49154" y="45551"/>
                </a:cubicBezTo>
                <a:cubicBezTo>
                  <a:pt x="49873" y="45448"/>
                  <a:pt x="50814" y="45397"/>
                  <a:pt x="51978" y="45397"/>
                </a:cubicBezTo>
                <a:cubicBezTo>
                  <a:pt x="53142" y="45397"/>
                  <a:pt x="54101" y="45448"/>
                  <a:pt x="54854" y="45551"/>
                </a:cubicBezTo>
                <a:cubicBezTo>
                  <a:pt x="55607" y="45654"/>
                  <a:pt x="56189" y="45825"/>
                  <a:pt x="56600" y="46065"/>
                </a:cubicBezTo>
                <a:cubicBezTo>
                  <a:pt x="57011" y="46304"/>
                  <a:pt x="57302" y="46596"/>
                  <a:pt x="57473" y="46941"/>
                </a:cubicBezTo>
                <a:cubicBezTo>
                  <a:pt x="57645" y="47283"/>
                  <a:pt x="57730" y="47660"/>
                  <a:pt x="57730" y="48071"/>
                </a:cubicBezTo>
                <a:lnTo>
                  <a:pt x="57730" y="61230"/>
                </a:lnTo>
                <a:cubicBezTo>
                  <a:pt x="63071" y="55303"/>
                  <a:pt x="68309" y="51012"/>
                  <a:pt x="73444" y="48356"/>
                </a:cubicBezTo>
                <a:cubicBezTo>
                  <a:pt x="78580" y="45699"/>
                  <a:pt x="83681" y="44370"/>
                  <a:pt x="88748" y="44370"/>
                </a:cubicBezTo>
                <a:cubicBezTo>
                  <a:pt x="94842" y="44370"/>
                  <a:pt x="99977" y="45397"/>
                  <a:pt x="104154" y="47451"/>
                </a:cubicBezTo>
                <a:cubicBezTo>
                  <a:pt x="108331" y="49505"/>
                  <a:pt x="111703" y="52278"/>
                  <a:pt x="114271" y="55770"/>
                </a:cubicBezTo>
                <a:cubicBezTo>
                  <a:pt x="116839" y="59263"/>
                  <a:pt x="118687" y="63337"/>
                  <a:pt x="119817" y="67993"/>
                </a:cubicBezTo>
                <a:cubicBezTo>
                  <a:pt x="120947" y="72649"/>
                  <a:pt x="121512" y="78263"/>
                  <a:pt x="121512" y="84837"/>
                </a:cubicBezTo>
                <a:lnTo>
                  <a:pt x="121512" y="141121"/>
                </a:lnTo>
                <a:close/>
                <a:moveTo>
                  <a:pt x="210986" y="116442"/>
                </a:moveTo>
                <a:cubicBezTo>
                  <a:pt x="210986" y="120897"/>
                  <a:pt x="210164" y="124890"/>
                  <a:pt x="208521" y="128420"/>
                </a:cubicBezTo>
                <a:cubicBezTo>
                  <a:pt x="206878" y="131949"/>
                  <a:pt x="204533" y="134948"/>
                  <a:pt x="201486" y="137417"/>
                </a:cubicBezTo>
                <a:cubicBezTo>
                  <a:pt x="198439" y="139884"/>
                  <a:pt x="194792" y="141769"/>
                  <a:pt x="190547" y="143072"/>
                </a:cubicBezTo>
                <a:cubicBezTo>
                  <a:pt x="186302" y="144373"/>
                  <a:pt x="181612" y="145024"/>
                  <a:pt x="176476" y="145024"/>
                </a:cubicBezTo>
                <a:cubicBezTo>
                  <a:pt x="173258" y="145024"/>
                  <a:pt x="170211" y="144767"/>
                  <a:pt x="167335" y="144253"/>
                </a:cubicBezTo>
                <a:cubicBezTo>
                  <a:pt x="164459" y="143740"/>
                  <a:pt x="161857" y="143089"/>
                  <a:pt x="159529" y="142302"/>
                </a:cubicBezTo>
                <a:cubicBezTo>
                  <a:pt x="157201" y="141515"/>
                  <a:pt x="155233" y="140676"/>
                  <a:pt x="153624" y="139786"/>
                </a:cubicBezTo>
                <a:cubicBezTo>
                  <a:pt x="152015" y="138895"/>
                  <a:pt x="150833" y="138108"/>
                  <a:pt x="150080" y="137423"/>
                </a:cubicBezTo>
                <a:cubicBezTo>
                  <a:pt x="149327" y="136739"/>
                  <a:pt x="148779" y="135878"/>
                  <a:pt x="148437" y="134843"/>
                </a:cubicBezTo>
                <a:cubicBezTo>
                  <a:pt x="148095" y="133805"/>
                  <a:pt x="147923" y="132423"/>
                  <a:pt x="147923" y="130696"/>
                </a:cubicBezTo>
                <a:cubicBezTo>
                  <a:pt x="147923" y="129797"/>
                  <a:pt x="147992" y="129002"/>
                  <a:pt x="148129" y="128311"/>
                </a:cubicBezTo>
                <a:cubicBezTo>
                  <a:pt x="148266" y="127620"/>
                  <a:pt x="148437" y="127033"/>
                  <a:pt x="148642" y="126549"/>
                </a:cubicBezTo>
                <a:cubicBezTo>
                  <a:pt x="148848" y="126066"/>
                  <a:pt x="149122" y="125703"/>
                  <a:pt x="149464" y="125461"/>
                </a:cubicBezTo>
                <a:cubicBezTo>
                  <a:pt x="149806" y="125219"/>
                  <a:pt x="150183" y="125098"/>
                  <a:pt x="150594" y="125098"/>
                </a:cubicBezTo>
                <a:cubicBezTo>
                  <a:pt x="151347" y="125098"/>
                  <a:pt x="152442" y="125583"/>
                  <a:pt x="153880" y="126552"/>
                </a:cubicBezTo>
                <a:cubicBezTo>
                  <a:pt x="155318" y="127522"/>
                  <a:pt x="157116" y="128578"/>
                  <a:pt x="159273" y="129720"/>
                </a:cubicBezTo>
                <a:cubicBezTo>
                  <a:pt x="161429" y="130863"/>
                  <a:pt x="163997" y="131919"/>
                  <a:pt x="166976" y="132888"/>
                </a:cubicBezTo>
                <a:cubicBezTo>
                  <a:pt x="169954" y="133857"/>
                  <a:pt x="173395" y="134342"/>
                  <a:pt x="177298" y="134342"/>
                </a:cubicBezTo>
                <a:cubicBezTo>
                  <a:pt x="180448" y="134342"/>
                  <a:pt x="183323" y="134000"/>
                  <a:pt x="185925" y="133315"/>
                </a:cubicBezTo>
                <a:cubicBezTo>
                  <a:pt x="188527" y="132628"/>
                  <a:pt x="190787" y="131599"/>
                  <a:pt x="192704" y="130227"/>
                </a:cubicBezTo>
                <a:cubicBezTo>
                  <a:pt x="194621" y="128856"/>
                  <a:pt x="196110" y="127089"/>
                  <a:pt x="197172" y="124928"/>
                </a:cubicBezTo>
                <a:cubicBezTo>
                  <a:pt x="198233" y="122767"/>
                  <a:pt x="198764" y="120246"/>
                  <a:pt x="198764" y="117366"/>
                </a:cubicBezTo>
                <a:cubicBezTo>
                  <a:pt x="198764" y="114488"/>
                  <a:pt x="198079" y="112055"/>
                  <a:pt x="196710" y="110068"/>
                </a:cubicBezTo>
                <a:cubicBezTo>
                  <a:pt x="195340" y="108080"/>
                  <a:pt x="193543" y="106349"/>
                  <a:pt x="191317" y="104874"/>
                </a:cubicBezTo>
                <a:cubicBezTo>
                  <a:pt x="189092" y="103400"/>
                  <a:pt x="186559" y="102098"/>
                  <a:pt x="183717" y="100968"/>
                </a:cubicBezTo>
                <a:cubicBezTo>
                  <a:pt x="180875" y="99836"/>
                  <a:pt x="177965" y="98671"/>
                  <a:pt x="174987" y="97473"/>
                </a:cubicBezTo>
                <a:cubicBezTo>
                  <a:pt x="172008" y="96273"/>
                  <a:pt x="169098" y="94954"/>
                  <a:pt x="166257" y="93516"/>
                </a:cubicBezTo>
                <a:cubicBezTo>
                  <a:pt x="163415" y="92076"/>
                  <a:pt x="160882" y="90327"/>
                  <a:pt x="158656" y="88271"/>
                </a:cubicBezTo>
                <a:cubicBezTo>
                  <a:pt x="156431" y="86215"/>
                  <a:pt x="154634" y="83748"/>
                  <a:pt x="153264" y="80870"/>
                </a:cubicBezTo>
                <a:cubicBezTo>
                  <a:pt x="151895" y="77990"/>
                  <a:pt x="151210" y="74527"/>
                  <a:pt x="151210" y="70483"/>
                </a:cubicBezTo>
                <a:cubicBezTo>
                  <a:pt x="151210" y="67263"/>
                  <a:pt x="151826" y="64094"/>
                  <a:pt x="153059" y="60976"/>
                </a:cubicBezTo>
                <a:cubicBezTo>
                  <a:pt x="154291" y="57857"/>
                  <a:pt x="156191" y="55063"/>
                  <a:pt x="158759" y="52596"/>
                </a:cubicBezTo>
                <a:cubicBezTo>
                  <a:pt x="161327" y="50127"/>
                  <a:pt x="164613" y="48139"/>
                  <a:pt x="168619" y="46633"/>
                </a:cubicBezTo>
                <a:cubicBezTo>
                  <a:pt x="172625" y="45124"/>
                  <a:pt x="177366" y="44370"/>
                  <a:pt x="182844" y="44370"/>
                </a:cubicBezTo>
                <a:cubicBezTo>
                  <a:pt x="185172" y="44370"/>
                  <a:pt x="187483" y="44558"/>
                  <a:pt x="189777" y="44935"/>
                </a:cubicBezTo>
                <a:cubicBezTo>
                  <a:pt x="192071" y="45311"/>
                  <a:pt x="194159" y="45808"/>
                  <a:pt x="196042" y="46424"/>
                </a:cubicBezTo>
                <a:cubicBezTo>
                  <a:pt x="197925" y="47040"/>
                  <a:pt x="199551" y="47708"/>
                  <a:pt x="200921" y="48427"/>
                </a:cubicBezTo>
                <a:cubicBezTo>
                  <a:pt x="202290" y="49146"/>
                  <a:pt x="203334" y="49779"/>
                  <a:pt x="204053" y="50327"/>
                </a:cubicBezTo>
                <a:cubicBezTo>
                  <a:pt x="204772" y="50875"/>
                  <a:pt x="205252" y="51337"/>
                  <a:pt x="205491" y="51713"/>
                </a:cubicBezTo>
                <a:cubicBezTo>
                  <a:pt x="205731" y="52090"/>
                  <a:pt x="205902" y="52484"/>
                  <a:pt x="206005" y="52895"/>
                </a:cubicBezTo>
                <a:cubicBezTo>
                  <a:pt x="206107" y="53305"/>
                  <a:pt x="206193" y="53802"/>
                  <a:pt x="206261" y="54384"/>
                </a:cubicBezTo>
                <a:cubicBezTo>
                  <a:pt x="206330" y="54966"/>
                  <a:pt x="206364" y="55668"/>
                  <a:pt x="206364" y="56489"/>
                </a:cubicBezTo>
                <a:cubicBezTo>
                  <a:pt x="206364" y="57311"/>
                  <a:pt x="206313" y="58047"/>
                  <a:pt x="206210" y="58698"/>
                </a:cubicBezTo>
                <a:cubicBezTo>
                  <a:pt x="206107" y="59348"/>
                  <a:pt x="205953" y="59913"/>
                  <a:pt x="205748" y="60392"/>
                </a:cubicBezTo>
                <a:cubicBezTo>
                  <a:pt x="205543" y="60872"/>
                  <a:pt x="205286" y="61231"/>
                  <a:pt x="204978" y="61471"/>
                </a:cubicBezTo>
                <a:cubicBezTo>
                  <a:pt x="204669" y="61710"/>
                  <a:pt x="204310" y="61830"/>
                  <a:pt x="203899" y="61830"/>
                </a:cubicBezTo>
                <a:cubicBezTo>
                  <a:pt x="203351" y="61830"/>
                  <a:pt x="202530" y="61454"/>
                  <a:pt x="201434" y="60700"/>
                </a:cubicBezTo>
                <a:cubicBezTo>
                  <a:pt x="200339" y="59947"/>
                  <a:pt x="198901" y="59126"/>
                  <a:pt x="197120" y="58235"/>
                </a:cubicBezTo>
                <a:cubicBezTo>
                  <a:pt x="195340" y="57345"/>
                  <a:pt x="193218" y="56524"/>
                  <a:pt x="190753" y="55770"/>
                </a:cubicBezTo>
                <a:cubicBezTo>
                  <a:pt x="188288" y="55017"/>
                  <a:pt x="185446" y="54641"/>
                  <a:pt x="182228" y="54641"/>
                </a:cubicBezTo>
                <a:cubicBezTo>
                  <a:pt x="179010" y="54641"/>
                  <a:pt x="176185" y="55018"/>
                  <a:pt x="173754" y="55774"/>
                </a:cubicBezTo>
                <a:cubicBezTo>
                  <a:pt x="171324" y="56527"/>
                  <a:pt x="169321" y="57589"/>
                  <a:pt x="167746" y="58961"/>
                </a:cubicBezTo>
                <a:cubicBezTo>
                  <a:pt x="166171" y="60332"/>
                  <a:pt x="164990" y="61945"/>
                  <a:pt x="164203" y="63798"/>
                </a:cubicBezTo>
                <a:cubicBezTo>
                  <a:pt x="163415" y="65649"/>
                  <a:pt x="163021" y="67672"/>
                  <a:pt x="163021" y="69867"/>
                </a:cubicBezTo>
                <a:cubicBezTo>
                  <a:pt x="163021" y="72882"/>
                  <a:pt x="163706" y="75418"/>
                  <a:pt x="165076" y="77474"/>
                </a:cubicBezTo>
                <a:cubicBezTo>
                  <a:pt x="166445" y="79530"/>
                  <a:pt x="168260" y="81313"/>
                  <a:pt x="170519" y="82821"/>
                </a:cubicBezTo>
                <a:cubicBezTo>
                  <a:pt x="172779" y="84330"/>
                  <a:pt x="175346" y="85667"/>
                  <a:pt x="178222" y="86833"/>
                </a:cubicBezTo>
                <a:cubicBezTo>
                  <a:pt x="181098" y="87997"/>
                  <a:pt x="184025" y="89162"/>
                  <a:pt x="187004" y="90328"/>
                </a:cubicBezTo>
                <a:cubicBezTo>
                  <a:pt x="189982" y="91493"/>
                  <a:pt x="192909" y="92777"/>
                  <a:pt x="195785" y="94183"/>
                </a:cubicBezTo>
                <a:cubicBezTo>
                  <a:pt x="198661" y="95587"/>
                  <a:pt x="201229" y="97283"/>
                  <a:pt x="203488" y="99270"/>
                </a:cubicBezTo>
                <a:cubicBezTo>
                  <a:pt x="205748" y="101258"/>
                  <a:pt x="207562" y="103641"/>
                  <a:pt x="208932" y="106418"/>
                </a:cubicBezTo>
                <a:cubicBezTo>
                  <a:pt x="210301" y="109194"/>
                  <a:pt x="210986" y="112535"/>
                  <a:pt x="210986" y="116442"/>
                </a:cubicBezTo>
                <a:close/>
                <a:moveTo>
                  <a:pt x="278533" y="135677"/>
                </a:moveTo>
                <a:cubicBezTo>
                  <a:pt x="278533" y="137115"/>
                  <a:pt x="278414" y="138279"/>
                  <a:pt x="278174" y="139169"/>
                </a:cubicBezTo>
                <a:cubicBezTo>
                  <a:pt x="277934" y="140059"/>
                  <a:pt x="277558" y="140761"/>
                  <a:pt x="277044" y="141275"/>
                </a:cubicBezTo>
                <a:cubicBezTo>
                  <a:pt x="276531" y="141788"/>
                  <a:pt x="275777" y="142268"/>
                  <a:pt x="274784" y="142713"/>
                </a:cubicBezTo>
                <a:cubicBezTo>
                  <a:pt x="273792" y="143158"/>
                  <a:pt x="272645" y="143534"/>
                  <a:pt x="271344" y="143843"/>
                </a:cubicBezTo>
                <a:cubicBezTo>
                  <a:pt x="270043" y="144151"/>
                  <a:pt x="268673" y="144390"/>
                  <a:pt x="267235" y="144562"/>
                </a:cubicBezTo>
                <a:cubicBezTo>
                  <a:pt x="265798" y="144733"/>
                  <a:pt x="264394" y="144818"/>
                  <a:pt x="263024" y="144818"/>
                </a:cubicBezTo>
                <a:cubicBezTo>
                  <a:pt x="258437" y="144818"/>
                  <a:pt x="254534" y="144202"/>
                  <a:pt x="251316" y="142970"/>
                </a:cubicBezTo>
                <a:cubicBezTo>
                  <a:pt x="248098" y="141737"/>
                  <a:pt x="245461" y="139871"/>
                  <a:pt x="243407" y="137372"/>
                </a:cubicBezTo>
                <a:cubicBezTo>
                  <a:pt x="241353" y="134873"/>
                  <a:pt x="239864" y="131706"/>
                  <a:pt x="238939" y="127871"/>
                </a:cubicBezTo>
                <a:cubicBezTo>
                  <a:pt x="238015" y="124037"/>
                  <a:pt x="237553" y="119518"/>
                  <a:pt x="237553" y="114314"/>
                </a:cubicBezTo>
                <a:lnTo>
                  <a:pt x="237553" y="56489"/>
                </a:lnTo>
                <a:lnTo>
                  <a:pt x="223687" y="56489"/>
                </a:lnTo>
                <a:cubicBezTo>
                  <a:pt x="222729" y="56489"/>
                  <a:pt x="221975" y="56057"/>
                  <a:pt x="221428" y="55193"/>
                </a:cubicBezTo>
                <a:cubicBezTo>
                  <a:pt x="220880" y="54328"/>
                  <a:pt x="220606" y="53032"/>
                  <a:pt x="220606" y="51303"/>
                </a:cubicBezTo>
                <a:cubicBezTo>
                  <a:pt x="220606" y="50404"/>
                  <a:pt x="220674" y="49626"/>
                  <a:pt x="220811" y="48969"/>
                </a:cubicBezTo>
                <a:cubicBezTo>
                  <a:pt x="220948" y="48312"/>
                  <a:pt x="221154" y="47759"/>
                  <a:pt x="221428" y="47310"/>
                </a:cubicBezTo>
                <a:cubicBezTo>
                  <a:pt x="221702" y="46861"/>
                  <a:pt x="222027" y="46532"/>
                  <a:pt x="222403" y="46325"/>
                </a:cubicBezTo>
                <a:cubicBezTo>
                  <a:pt x="222780" y="46117"/>
                  <a:pt x="223208" y="46013"/>
                  <a:pt x="223687" y="46013"/>
                </a:cubicBezTo>
                <a:lnTo>
                  <a:pt x="237553" y="46013"/>
                </a:lnTo>
                <a:lnTo>
                  <a:pt x="237553" y="23212"/>
                </a:lnTo>
                <a:cubicBezTo>
                  <a:pt x="237553" y="22801"/>
                  <a:pt x="237638" y="22425"/>
                  <a:pt x="237810" y="22082"/>
                </a:cubicBezTo>
                <a:cubicBezTo>
                  <a:pt x="237981" y="21740"/>
                  <a:pt x="238306" y="21449"/>
                  <a:pt x="238785" y="21209"/>
                </a:cubicBezTo>
                <a:cubicBezTo>
                  <a:pt x="239265" y="20970"/>
                  <a:pt x="239898" y="20798"/>
                  <a:pt x="240685" y="20696"/>
                </a:cubicBezTo>
                <a:cubicBezTo>
                  <a:pt x="241473" y="20593"/>
                  <a:pt x="242449" y="20542"/>
                  <a:pt x="243613" y="20542"/>
                </a:cubicBezTo>
                <a:cubicBezTo>
                  <a:pt x="244845" y="20542"/>
                  <a:pt x="245855" y="20593"/>
                  <a:pt x="246643" y="20696"/>
                </a:cubicBezTo>
                <a:cubicBezTo>
                  <a:pt x="247430" y="20798"/>
                  <a:pt x="248046" y="20970"/>
                  <a:pt x="248491" y="21209"/>
                </a:cubicBezTo>
                <a:cubicBezTo>
                  <a:pt x="248936" y="21449"/>
                  <a:pt x="249262" y="21740"/>
                  <a:pt x="249467" y="22082"/>
                </a:cubicBezTo>
                <a:cubicBezTo>
                  <a:pt x="249672" y="22425"/>
                  <a:pt x="249775" y="22801"/>
                  <a:pt x="249775" y="23212"/>
                </a:cubicBezTo>
                <a:lnTo>
                  <a:pt x="249775" y="46013"/>
                </a:lnTo>
                <a:lnTo>
                  <a:pt x="275452" y="46013"/>
                </a:lnTo>
                <a:cubicBezTo>
                  <a:pt x="275931" y="46013"/>
                  <a:pt x="276359" y="46117"/>
                  <a:pt x="276736" y="46325"/>
                </a:cubicBezTo>
                <a:cubicBezTo>
                  <a:pt x="277113" y="46532"/>
                  <a:pt x="277438" y="46861"/>
                  <a:pt x="277712" y="47310"/>
                </a:cubicBezTo>
                <a:cubicBezTo>
                  <a:pt x="277986" y="47759"/>
                  <a:pt x="278191" y="48312"/>
                  <a:pt x="278328" y="48969"/>
                </a:cubicBezTo>
                <a:cubicBezTo>
                  <a:pt x="278465" y="49626"/>
                  <a:pt x="278533" y="50404"/>
                  <a:pt x="278533" y="51303"/>
                </a:cubicBezTo>
                <a:cubicBezTo>
                  <a:pt x="278533" y="53032"/>
                  <a:pt x="278242" y="54328"/>
                  <a:pt x="277660" y="55193"/>
                </a:cubicBezTo>
                <a:cubicBezTo>
                  <a:pt x="277078" y="56057"/>
                  <a:pt x="276342" y="56489"/>
                  <a:pt x="275452" y="56489"/>
                </a:cubicBezTo>
                <a:lnTo>
                  <a:pt x="249775" y="56489"/>
                </a:lnTo>
                <a:lnTo>
                  <a:pt x="249775" y="112671"/>
                </a:lnTo>
                <a:cubicBezTo>
                  <a:pt x="249775" y="119723"/>
                  <a:pt x="250785" y="125098"/>
                  <a:pt x="252805" y="128796"/>
                </a:cubicBezTo>
                <a:cubicBezTo>
                  <a:pt x="254825" y="132493"/>
                  <a:pt x="258505" y="134342"/>
                  <a:pt x="263846" y="134342"/>
                </a:cubicBezTo>
                <a:cubicBezTo>
                  <a:pt x="265489" y="134342"/>
                  <a:pt x="266979" y="134171"/>
                  <a:pt x="268314" y="133829"/>
                </a:cubicBezTo>
                <a:cubicBezTo>
                  <a:pt x="269649" y="133486"/>
                  <a:pt x="270830" y="133110"/>
                  <a:pt x="271857" y="132699"/>
                </a:cubicBezTo>
                <a:cubicBezTo>
                  <a:pt x="272884" y="132288"/>
                  <a:pt x="273757" y="131911"/>
                  <a:pt x="274476" y="131569"/>
                </a:cubicBezTo>
                <a:cubicBezTo>
                  <a:pt x="275195" y="131227"/>
                  <a:pt x="275829" y="131055"/>
                  <a:pt x="276376" y="131055"/>
                </a:cubicBezTo>
                <a:cubicBezTo>
                  <a:pt x="276719" y="131055"/>
                  <a:pt x="277027" y="131124"/>
                  <a:pt x="277301" y="131261"/>
                </a:cubicBezTo>
                <a:cubicBezTo>
                  <a:pt x="277575" y="131398"/>
                  <a:pt x="277797" y="131655"/>
                  <a:pt x="277968" y="132031"/>
                </a:cubicBezTo>
                <a:cubicBezTo>
                  <a:pt x="278140" y="132408"/>
                  <a:pt x="278277" y="132887"/>
                  <a:pt x="278379" y="133469"/>
                </a:cubicBezTo>
                <a:cubicBezTo>
                  <a:pt x="278482" y="134051"/>
                  <a:pt x="278533" y="134787"/>
                  <a:pt x="278533" y="135677"/>
                </a:cubicBezTo>
                <a:close/>
                <a:moveTo>
                  <a:pt x="351571" y="52972"/>
                </a:moveTo>
                <a:cubicBezTo>
                  <a:pt x="351571" y="54007"/>
                  <a:pt x="351537" y="54887"/>
                  <a:pt x="351468" y="55610"/>
                </a:cubicBezTo>
                <a:cubicBezTo>
                  <a:pt x="351400" y="56333"/>
                  <a:pt x="351280" y="56917"/>
                  <a:pt x="351109" y="57362"/>
                </a:cubicBezTo>
                <a:cubicBezTo>
                  <a:pt x="350938" y="57807"/>
                  <a:pt x="350732" y="58150"/>
                  <a:pt x="350492" y="58389"/>
                </a:cubicBezTo>
                <a:cubicBezTo>
                  <a:pt x="350253" y="58629"/>
                  <a:pt x="349928" y="58749"/>
                  <a:pt x="349517" y="58749"/>
                </a:cubicBezTo>
                <a:cubicBezTo>
                  <a:pt x="348901" y="58749"/>
                  <a:pt x="348182" y="58595"/>
                  <a:pt x="347360" y="58287"/>
                </a:cubicBezTo>
                <a:cubicBezTo>
                  <a:pt x="346538" y="57979"/>
                  <a:pt x="345580" y="57653"/>
                  <a:pt x="344484" y="57311"/>
                </a:cubicBezTo>
                <a:cubicBezTo>
                  <a:pt x="343389" y="56969"/>
                  <a:pt x="342190" y="56643"/>
                  <a:pt x="340889" y="56335"/>
                </a:cubicBezTo>
                <a:cubicBezTo>
                  <a:pt x="339588" y="56027"/>
                  <a:pt x="338150" y="55873"/>
                  <a:pt x="336576" y="55873"/>
                </a:cubicBezTo>
                <a:cubicBezTo>
                  <a:pt x="334727" y="55873"/>
                  <a:pt x="332912" y="56264"/>
                  <a:pt x="331132" y="57045"/>
                </a:cubicBezTo>
                <a:cubicBezTo>
                  <a:pt x="329352" y="57826"/>
                  <a:pt x="327486" y="59083"/>
                  <a:pt x="325534" y="60816"/>
                </a:cubicBezTo>
                <a:cubicBezTo>
                  <a:pt x="323583" y="62549"/>
                  <a:pt x="321529" y="64843"/>
                  <a:pt x="319372" y="67697"/>
                </a:cubicBezTo>
                <a:cubicBezTo>
                  <a:pt x="317215" y="70552"/>
                  <a:pt x="314836" y="74051"/>
                  <a:pt x="312234" y="78196"/>
                </a:cubicBezTo>
                <a:lnTo>
                  <a:pt x="312234" y="141118"/>
                </a:lnTo>
                <a:cubicBezTo>
                  <a:pt x="312234" y="141528"/>
                  <a:pt x="312131" y="141906"/>
                  <a:pt x="311926" y="142251"/>
                </a:cubicBezTo>
                <a:cubicBezTo>
                  <a:pt x="311720" y="142593"/>
                  <a:pt x="311395" y="142867"/>
                  <a:pt x="310950" y="143072"/>
                </a:cubicBezTo>
                <a:cubicBezTo>
                  <a:pt x="310505" y="143278"/>
                  <a:pt x="309889" y="143449"/>
                  <a:pt x="309101" y="143586"/>
                </a:cubicBezTo>
                <a:cubicBezTo>
                  <a:pt x="308314" y="143723"/>
                  <a:pt x="307304" y="143791"/>
                  <a:pt x="306071" y="143791"/>
                </a:cubicBezTo>
                <a:cubicBezTo>
                  <a:pt x="304907" y="143791"/>
                  <a:pt x="303932" y="143723"/>
                  <a:pt x="303144" y="143586"/>
                </a:cubicBezTo>
                <a:cubicBezTo>
                  <a:pt x="302357" y="143449"/>
                  <a:pt x="301723" y="143278"/>
                  <a:pt x="301244" y="143072"/>
                </a:cubicBezTo>
                <a:cubicBezTo>
                  <a:pt x="300765" y="142867"/>
                  <a:pt x="300439" y="142593"/>
                  <a:pt x="300268" y="142251"/>
                </a:cubicBezTo>
                <a:cubicBezTo>
                  <a:pt x="300097" y="141906"/>
                  <a:pt x="300012" y="141528"/>
                  <a:pt x="300012" y="141118"/>
                </a:cubicBezTo>
                <a:lnTo>
                  <a:pt x="300012" y="48071"/>
                </a:lnTo>
                <a:cubicBezTo>
                  <a:pt x="300012" y="47660"/>
                  <a:pt x="300097" y="47283"/>
                  <a:pt x="300268" y="46941"/>
                </a:cubicBezTo>
                <a:cubicBezTo>
                  <a:pt x="300439" y="46596"/>
                  <a:pt x="300765" y="46304"/>
                  <a:pt x="301244" y="46065"/>
                </a:cubicBezTo>
                <a:cubicBezTo>
                  <a:pt x="301723" y="45825"/>
                  <a:pt x="302322" y="45654"/>
                  <a:pt x="303041" y="45551"/>
                </a:cubicBezTo>
                <a:cubicBezTo>
                  <a:pt x="303760" y="45448"/>
                  <a:pt x="304702" y="45397"/>
                  <a:pt x="305866" y="45397"/>
                </a:cubicBezTo>
                <a:cubicBezTo>
                  <a:pt x="307030" y="45397"/>
                  <a:pt x="307988" y="45448"/>
                  <a:pt x="308742" y="45551"/>
                </a:cubicBezTo>
                <a:cubicBezTo>
                  <a:pt x="309495" y="45654"/>
                  <a:pt x="310077" y="45825"/>
                  <a:pt x="310488" y="46065"/>
                </a:cubicBezTo>
                <a:cubicBezTo>
                  <a:pt x="310899" y="46304"/>
                  <a:pt x="311190" y="46596"/>
                  <a:pt x="311361" y="46941"/>
                </a:cubicBezTo>
                <a:cubicBezTo>
                  <a:pt x="311532" y="47283"/>
                  <a:pt x="311618" y="47660"/>
                  <a:pt x="311618" y="48071"/>
                </a:cubicBezTo>
                <a:lnTo>
                  <a:pt x="311618" y="62774"/>
                </a:lnTo>
                <a:cubicBezTo>
                  <a:pt x="314288" y="58888"/>
                  <a:pt x="316753" y="55752"/>
                  <a:pt x="319012" y="53366"/>
                </a:cubicBezTo>
                <a:cubicBezTo>
                  <a:pt x="321272" y="50981"/>
                  <a:pt x="323429" y="49123"/>
                  <a:pt x="325483" y="47795"/>
                </a:cubicBezTo>
                <a:cubicBezTo>
                  <a:pt x="327537" y="46466"/>
                  <a:pt x="329540" y="45563"/>
                  <a:pt x="331492" y="45086"/>
                </a:cubicBezTo>
                <a:cubicBezTo>
                  <a:pt x="333443" y="44608"/>
                  <a:pt x="335446" y="44370"/>
                  <a:pt x="337500" y="44370"/>
                </a:cubicBezTo>
                <a:cubicBezTo>
                  <a:pt x="338390" y="44370"/>
                  <a:pt x="339417" y="44422"/>
                  <a:pt x="340581" y="44527"/>
                </a:cubicBezTo>
                <a:cubicBezTo>
                  <a:pt x="341745" y="44630"/>
                  <a:pt x="342995" y="44819"/>
                  <a:pt x="344330" y="45095"/>
                </a:cubicBezTo>
                <a:cubicBezTo>
                  <a:pt x="345665" y="45371"/>
                  <a:pt x="346863" y="45700"/>
                  <a:pt x="347925" y="46081"/>
                </a:cubicBezTo>
                <a:cubicBezTo>
                  <a:pt x="348986" y="46459"/>
                  <a:pt x="349722" y="46805"/>
                  <a:pt x="350133" y="47117"/>
                </a:cubicBezTo>
                <a:cubicBezTo>
                  <a:pt x="350544" y="47428"/>
                  <a:pt x="350818" y="47704"/>
                  <a:pt x="350955" y="47945"/>
                </a:cubicBezTo>
                <a:cubicBezTo>
                  <a:pt x="351092" y="48187"/>
                  <a:pt x="351211" y="48499"/>
                  <a:pt x="351314" y="48879"/>
                </a:cubicBezTo>
                <a:cubicBezTo>
                  <a:pt x="351417" y="49258"/>
                  <a:pt x="351485" y="49776"/>
                  <a:pt x="351520" y="50433"/>
                </a:cubicBezTo>
                <a:cubicBezTo>
                  <a:pt x="351554" y="51090"/>
                  <a:pt x="351571" y="51936"/>
                  <a:pt x="351571" y="52972"/>
                </a:cubicBezTo>
                <a:close/>
                <a:moveTo>
                  <a:pt x="441247" y="141118"/>
                </a:moveTo>
                <a:cubicBezTo>
                  <a:pt x="441247" y="141528"/>
                  <a:pt x="441162" y="141906"/>
                  <a:pt x="440990" y="142251"/>
                </a:cubicBezTo>
                <a:cubicBezTo>
                  <a:pt x="440819" y="142593"/>
                  <a:pt x="440494" y="142867"/>
                  <a:pt x="440015" y="143072"/>
                </a:cubicBezTo>
                <a:cubicBezTo>
                  <a:pt x="439535" y="143278"/>
                  <a:pt x="438919" y="143449"/>
                  <a:pt x="438166" y="143586"/>
                </a:cubicBezTo>
                <a:cubicBezTo>
                  <a:pt x="437413" y="143723"/>
                  <a:pt x="436488" y="143791"/>
                  <a:pt x="435393" y="143791"/>
                </a:cubicBezTo>
                <a:cubicBezTo>
                  <a:pt x="434160" y="143791"/>
                  <a:pt x="433168" y="143723"/>
                  <a:pt x="432414" y="143586"/>
                </a:cubicBezTo>
                <a:cubicBezTo>
                  <a:pt x="431661" y="143449"/>
                  <a:pt x="431079" y="143278"/>
                  <a:pt x="430668" y="143072"/>
                </a:cubicBezTo>
                <a:cubicBezTo>
                  <a:pt x="430257" y="142867"/>
                  <a:pt x="429966" y="142593"/>
                  <a:pt x="429795" y="142251"/>
                </a:cubicBezTo>
                <a:cubicBezTo>
                  <a:pt x="429624" y="141906"/>
                  <a:pt x="429539" y="141528"/>
                  <a:pt x="429539" y="141118"/>
                </a:cubicBezTo>
                <a:lnTo>
                  <a:pt x="429539" y="127958"/>
                </a:lnTo>
                <a:cubicBezTo>
                  <a:pt x="424198" y="133958"/>
                  <a:pt x="418977" y="138303"/>
                  <a:pt x="413876" y="140992"/>
                </a:cubicBezTo>
                <a:cubicBezTo>
                  <a:pt x="408774" y="143680"/>
                  <a:pt x="403690" y="145024"/>
                  <a:pt x="398623" y="145024"/>
                </a:cubicBezTo>
                <a:cubicBezTo>
                  <a:pt x="392529" y="145024"/>
                  <a:pt x="387394" y="143994"/>
                  <a:pt x="383217" y="141936"/>
                </a:cubicBezTo>
                <a:cubicBezTo>
                  <a:pt x="379040" y="139878"/>
                  <a:pt x="375668" y="137082"/>
                  <a:pt x="373100" y="133549"/>
                </a:cubicBezTo>
                <a:cubicBezTo>
                  <a:pt x="370533" y="130014"/>
                  <a:pt x="368684" y="125915"/>
                  <a:pt x="367554" y="121250"/>
                </a:cubicBezTo>
                <a:cubicBezTo>
                  <a:pt x="366424" y="116583"/>
                  <a:pt x="365860" y="110957"/>
                  <a:pt x="365860" y="104371"/>
                </a:cubicBezTo>
                <a:lnTo>
                  <a:pt x="365860" y="48074"/>
                </a:lnTo>
                <a:cubicBezTo>
                  <a:pt x="365860" y="47661"/>
                  <a:pt x="365945" y="47283"/>
                  <a:pt x="366116" y="46941"/>
                </a:cubicBezTo>
                <a:cubicBezTo>
                  <a:pt x="366288" y="46598"/>
                  <a:pt x="366613" y="46307"/>
                  <a:pt x="367092" y="46068"/>
                </a:cubicBezTo>
                <a:cubicBezTo>
                  <a:pt x="367571" y="45826"/>
                  <a:pt x="368205" y="45654"/>
                  <a:pt x="368992" y="45551"/>
                </a:cubicBezTo>
                <a:cubicBezTo>
                  <a:pt x="369780" y="45448"/>
                  <a:pt x="370755" y="45397"/>
                  <a:pt x="371919" y="45397"/>
                </a:cubicBezTo>
                <a:cubicBezTo>
                  <a:pt x="373152" y="45397"/>
                  <a:pt x="374162" y="45448"/>
                  <a:pt x="374949" y="45551"/>
                </a:cubicBezTo>
                <a:cubicBezTo>
                  <a:pt x="375737" y="45654"/>
                  <a:pt x="376353" y="45826"/>
                  <a:pt x="376798" y="46068"/>
                </a:cubicBezTo>
                <a:cubicBezTo>
                  <a:pt x="377243" y="46307"/>
                  <a:pt x="377568" y="46598"/>
                  <a:pt x="377774" y="46941"/>
                </a:cubicBezTo>
                <a:cubicBezTo>
                  <a:pt x="377979" y="47283"/>
                  <a:pt x="378082" y="47661"/>
                  <a:pt x="378082" y="48074"/>
                </a:cubicBezTo>
                <a:lnTo>
                  <a:pt x="378082" y="103250"/>
                </a:lnTo>
                <a:cubicBezTo>
                  <a:pt x="378082" y="109017"/>
                  <a:pt x="378527" y="113719"/>
                  <a:pt x="379417" y="117357"/>
                </a:cubicBezTo>
                <a:cubicBezTo>
                  <a:pt x="380307" y="120992"/>
                  <a:pt x="381642" y="124097"/>
                  <a:pt x="383423" y="126671"/>
                </a:cubicBezTo>
                <a:cubicBezTo>
                  <a:pt x="385203" y="129245"/>
                  <a:pt x="387480" y="131236"/>
                  <a:pt x="390253" y="132644"/>
                </a:cubicBezTo>
                <a:cubicBezTo>
                  <a:pt x="393026" y="134050"/>
                  <a:pt x="396261" y="134753"/>
                  <a:pt x="399959" y="134753"/>
                </a:cubicBezTo>
                <a:cubicBezTo>
                  <a:pt x="404683" y="134753"/>
                  <a:pt x="409391" y="133065"/>
                  <a:pt x="414081" y="129688"/>
                </a:cubicBezTo>
                <a:cubicBezTo>
                  <a:pt x="418771" y="126309"/>
                  <a:pt x="423753" y="121346"/>
                  <a:pt x="429025" y="114799"/>
                </a:cubicBezTo>
                <a:lnTo>
                  <a:pt x="429025" y="48071"/>
                </a:lnTo>
                <a:cubicBezTo>
                  <a:pt x="429025" y="47660"/>
                  <a:pt x="429111" y="47283"/>
                  <a:pt x="429282" y="46941"/>
                </a:cubicBezTo>
                <a:cubicBezTo>
                  <a:pt x="429453" y="46596"/>
                  <a:pt x="429778" y="46304"/>
                  <a:pt x="430257" y="46065"/>
                </a:cubicBezTo>
                <a:cubicBezTo>
                  <a:pt x="430737" y="45825"/>
                  <a:pt x="431370" y="45654"/>
                  <a:pt x="432158" y="45551"/>
                </a:cubicBezTo>
                <a:cubicBezTo>
                  <a:pt x="432945" y="45448"/>
                  <a:pt x="433955" y="45397"/>
                  <a:pt x="435187" y="45397"/>
                </a:cubicBezTo>
                <a:cubicBezTo>
                  <a:pt x="436352" y="45397"/>
                  <a:pt x="437327" y="45448"/>
                  <a:pt x="438115" y="45551"/>
                </a:cubicBezTo>
                <a:cubicBezTo>
                  <a:pt x="438902" y="45654"/>
                  <a:pt x="439518" y="45825"/>
                  <a:pt x="439963" y="46065"/>
                </a:cubicBezTo>
                <a:cubicBezTo>
                  <a:pt x="440408" y="46304"/>
                  <a:pt x="440734" y="46596"/>
                  <a:pt x="440939" y="46941"/>
                </a:cubicBezTo>
                <a:cubicBezTo>
                  <a:pt x="441145" y="47283"/>
                  <a:pt x="441247" y="47660"/>
                  <a:pt x="441247" y="48071"/>
                </a:cubicBezTo>
                <a:lnTo>
                  <a:pt x="441247" y="141118"/>
                </a:lnTo>
                <a:close/>
                <a:moveTo>
                  <a:pt x="541403" y="127461"/>
                </a:moveTo>
                <a:cubicBezTo>
                  <a:pt x="541403" y="128282"/>
                  <a:pt x="541369" y="129018"/>
                  <a:pt x="541300" y="129669"/>
                </a:cubicBezTo>
                <a:cubicBezTo>
                  <a:pt x="541232" y="130319"/>
                  <a:pt x="541129" y="130884"/>
                  <a:pt x="540992" y="131364"/>
                </a:cubicBezTo>
                <a:cubicBezTo>
                  <a:pt x="540855" y="131843"/>
                  <a:pt x="540667" y="132271"/>
                  <a:pt x="540427" y="132647"/>
                </a:cubicBezTo>
                <a:cubicBezTo>
                  <a:pt x="540188" y="133024"/>
                  <a:pt x="539623" y="133657"/>
                  <a:pt x="538733" y="134547"/>
                </a:cubicBezTo>
                <a:cubicBezTo>
                  <a:pt x="537843" y="135438"/>
                  <a:pt x="536353" y="136567"/>
                  <a:pt x="534265" y="137937"/>
                </a:cubicBezTo>
                <a:cubicBezTo>
                  <a:pt x="532177" y="139306"/>
                  <a:pt x="529831" y="140505"/>
                  <a:pt x="527229" y="141532"/>
                </a:cubicBezTo>
                <a:cubicBezTo>
                  <a:pt x="524627" y="142559"/>
                  <a:pt x="521820" y="143397"/>
                  <a:pt x="518807" y="144048"/>
                </a:cubicBezTo>
                <a:cubicBezTo>
                  <a:pt x="515795" y="144698"/>
                  <a:pt x="512679" y="145024"/>
                  <a:pt x="509461" y="145024"/>
                </a:cubicBezTo>
                <a:cubicBezTo>
                  <a:pt x="503025" y="145024"/>
                  <a:pt x="497324" y="143944"/>
                  <a:pt x="492360" y="141785"/>
                </a:cubicBezTo>
                <a:cubicBezTo>
                  <a:pt x="487396" y="139626"/>
                  <a:pt x="483236" y="136439"/>
                  <a:pt x="479881" y="132224"/>
                </a:cubicBezTo>
                <a:cubicBezTo>
                  <a:pt x="476526" y="128008"/>
                  <a:pt x="473975" y="122833"/>
                  <a:pt x="472229" y="116699"/>
                </a:cubicBezTo>
                <a:cubicBezTo>
                  <a:pt x="470483" y="110564"/>
                  <a:pt x="469610" y="103487"/>
                  <a:pt x="469610" y="95467"/>
                </a:cubicBezTo>
                <a:cubicBezTo>
                  <a:pt x="469610" y="86420"/>
                  <a:pt x="470689" y="78675"/>
                  <a:pt x="472846" y="72233"/>
                </a:cubicBezTo>
                <a:cubicBezTo>
                  <a:pt x="475002" y="65790"/>
                  <a:pt x="477964" y="60512"/>
                  <a:pt x="481730" y="56400"/>
                </a:cubicBezTo>
                <a:cubicBezTo>
                  <a:pt x="485496" y="52287"/>
                  <a:pt x="489895" y="49254"/>
                  <a:pt x="494928" y="47300"/>
                </a:cubicBezTo>
                <a:cubicBezTo>
                  <a:pt x="499960" y="45347"/>
                  <a:pt x="505353" y="44370"/>
                  <a:pt x="511104" y="44370"/>
                </a:cubicBezTo>
                <a:cubicBezTo>
                  <a:pt x="514185" y="44370"/>
                  <a:pt x="517130" y="44664"/>
                  <a:pt x="519937" y="45253"/>
                </a:cubicBezTo>
                <a:cubicBezTo>
                  <a:pt x="522744" y="45839"/>
                  <a:pt x="525329" y="46616"/>
                  <a:pt x="527692" y="47583"/>
                </a:cubicBezTo>
                <a:cubicBezTo>
                  <a:pt x="530054" y="48548"/>
                  <a:pt x="532159" y="49652"/>
                  <a:pt x="534008" y="50895"/>
                </a:cubicBezTo>
                <a:cubicBezTo>
                  <a:pt x="535857" y="52138"/>
                  <a:pt x="537209" y="53192"/>
                  <a:pt x="538065" y="54057"/>
                </a:cubicBezTo>
                <a:cubicBezTo>
                  <a:pt x="538921" y="54919"/>
                  <a:pt x="539503" y="55575"/>
                  <a:pt x="539811" y="56024"/>
                </a:cubicBezTo>
                <a:cubicBezTo>
                  <a:pt x="540119" y="56471"/>
                  <a:pt x="540359" y="56969"/>
                  <a:pt x="540530" y="57516"/>
                </a:cubicBezTo>
                <a:cubicBezTo>
                  <a:pt x="540701" y="58064"/>
                  <a:pt x="540821" y="58663"/>
                  <a:pt x="540890" y="59314"/>
                </a:cubicBezTo>
                <a:cubicBezTo>
                  <a:pt x="540958" y="59964"/>
                  <a:pt x="540992" y="60735"/>
                  <a:pt x="540992" y="61625"/>
                </a:cubicBezTo>
                <a:cubicBezTo>
                  <a:pt x="540992" y="63610"/>
                  <a:pt x="540701" y="64997"/>
                  <a:pt x="540119" y="65784"/>
                </a:cubicBezTo>
                <a:cubicBezTo>
                  <a:pt x="539537" y="66572"/>
                  <a:pt x="538904" y="66966"/>
                  <a:pt x="538219" y="66966"/>
                </a:cubicBezTo>
                <a:cubicBezTo>
                  <a:pt x="537261" y="66966"/>
                  <a:pt x="536079" y="66344"/>
                  <a:pt x="534676" y="65101"/>
                </a:cubicBezTo>
                <a:cubicBezTo>
                  <a:pt x="533272" y="63858"/>
                  <a:pt x="531475" y="62494"/>
                  <a:pt x="529284" y="61009"/>
                </a:cubicBezTo>
                <a:cubicBezTo>
                  <a:pt x="527092" y="59524"/>
                  <a:pt x="524439" y="58159"/>
                  <a:pt x="521324" y="56916"/>
                </a:cubicBezTo>
                <a:cubicBezTo>
                  <a:pt x="518208" y="55673"/>
                  <a:pt x="514494" y="55051"/>
                  <a:pt x="510180" y="55051"/>
                </a:cubicBezTo>
                <a:cubicBezTo>
                  <a:pt x="501279" y="55051"/>
                  <a:pt x="494414" y="58479"/>
                  <a:pt x="489587" y="65335"/>
                </a:cubicBezTo>
                <a:cubicBezTo>
                  <a:pt x="484760" y="72191"/>
                  <a:pt x="482346" y="82098"/>
                  <a:pt x="482346" y="95056"/>
                </a:cubicBezTo>
                <a:cubicBezTo>
                  <a:pt x="482346" y="101570"/>
                  <a:pt x="482996" y="107277"/>
                  <a:pt x="484297" y="112180"/>
                </a:cubicBezTo>
                <a:cubicBezTo>
                  <a:pt x="485598" y="117082"/>
                  <a:pt x="487464" y="121161"/>
                  <a:pt x="489895" y="124418"/>
                </a:cubicBezTo>
                <a:cubicBezTo>
                  <a:pt x="492326" y="127675"/>
                  <a:pt x="495287" y="130109"/>
                  <a:pt x="498779" y="131720"/>
                </a:cubicBezTo>
                <a:cubicBezTo>
                  <a:pt x="502271" y="133331"/>
                  <a:pt x="506208" y="134137"/>
                  <a:pt x="510591" y="134137"/>
                </a:cubicBezTo>
                <a:cubicBezTo>
                  <a:pt x="514699" y="134137"/>
                  <a:pt x="518328" y="133486"/>
                  <a:pt x="521478" y="132185"/>
                </a:cubicBezTo>
                <a:cubicBezTo>
                  <a:pt x="524627" y="130884"/>
                  <a:pt x="527366" y="129446"/>
                  <a:pt x="529694" y="127871"/>
                </a:cubicBezTo>
                <a:cubicBezTo>
                  <a:pt x="532022" y="126297"/>
                  <a:pt x="533957" y="124859"/>
                  <a:pt x="535497" y="123558"/>
                </a:cubicBezTo>
                <a:cubicBezTo>
                  <a:pt x="537038" y="122257"/>
                  <a:pt x="538185" y="121606"/>
                  <a:pt x="538938" y="121606"/>
                </a:cubicBezTo>
                <a:cubicBezTo>
                  <a:pt x="539349" y="121606"/>
                  <a:pt x="539708" y="121726"/>
                  <a:pt x="540017" y="121966"/>
                </a:cubicBezTo>
                <a:cubicBezTo>
                  <a:pt x="540325" y="122205"/>
                  <a:pt x="540581" y="122582"/>
                  <a:pt x="540787" y="123096"/>
                </a:cubicBezTo>
                <a:cubicBezTo>
                  <a:pt x="540992" y="123609"/>
                  <a:pt x="541146" y="124225"/>
                  <a:pt x="541249" y="124944"/>
                </a:cubicBezTo>
                <a:cubicBezTo>
                  <a:pt x="541352" y="125663"/>
                  <a:pt x="541403" y="126502"/>
                  <a:pt x="541403" y="127461"/>
                </a:cubicBezTo>
                <a:close/>
                <a:moveTo>
                  <a:pt x="609618" y="135677"/>
                </a:moveTo>
                <a:cubicBezTo>
                  <a:pt x="609618" y="137115"/>
                  <a:pt x="609498" y="138279"/>
                  <a:pt x="609258" y="139169"/>
                </a:cubicBezTo>
                <a:cubicBezTo>
                  <a:pt x="609018" y="140059"/>
                  <a:pt x="608642" y="140761"/>
                  <a:pt x="608128" y="141275"/>
                </a:cubicBezTo>
                <a:cubicBezTo>
                  <a:pt x="607615" y="141788"/>
                  <a:pt x="606862" y="142268"/>
                  <a:pt x="605869" y="142713"/>
                </a:cubicBezTo>
                <a:cubicBezTo>
                  <a:pt x="604876" y="143158"/>
                  <a:pt x="603729" y="143534"/>
                  <a:pt x="602428" y="143843"/>
                </a:cubicBezTo>
                <a:cubicBezTo>
                  <a:pt x="601127" y="144151"/>
                  <a:pt x="599758" y="144390"/>
                  <a:pt x="598320" y="144562"/>
                </a:cubicBezTo>
                <a:cubicBezTo>
                  <a:pt x="596882" y="144733"/>
                  <a:pt x="595478" y="144818"/>
                  <a:pt x="594109" y="144818"/>
                </a:cubicBezTo>
                <a:cubicBezTo>
                  <a:pt x="589521" y="144818"/>
                  <a:pt x="585618" y="144202"/>
                  <a:pt x="582400" y="142970"/>
                </a:cubicBezTo>
                <a:cubicBezTo>
                  <a:pt x="579182" y="141737"/>
                  <a:pt x="576546" y="139871"/>
                  <a:pt x="574491" y="137372"/>
                </a:cubicBezTo>
                <a:cubicBezTo>
                  <a:pt x="572437" y="134873"/>
                  <a:pt x="570948" y="131706"/>
                  <a:pt x="570024" y="127871"/>
                </a:cubicBezTo>
                <a:cubicBezTo>
                  <a:pt x="569099" y="124037"/>
                  <a:pt x="568637" y="119518"/>
                  <a:pt x="568637" y="114314"/>
                </a:cubicBezTo>
                <a:lnTo>
                  <a:pt x="568637" y="56489"/>
                </a:lnTo>
                <a:lnTo>
                  <a:pt x="554772" y="56489"/>
                </a:lnTo>
                <a:cubicBezTo>
                  <a:pt x="553813" y="56489"/>
                  <a:pt x="553060" y="56057"/>
                  <a:pt x="552512" y="55193"/>
                </a:cubicBezTo>
                <a:cubicBezTo>
                  <a:pt x="551964" y="54328"/>
                  <a:pt x="551690" y="53032"/>
                  <a:pt x="551690" y="51303"/>
                </a:cubicBezTo>
                <a:cubicBezTo>
                  <a:pt x="551690" y="50404"/>
                  <a:pt x="551759" y="49626"/>
                  <a:pt x="551896" y="48969"/>
                </a:cubicBezTo>
                <a:cubicBezTo>
                  <a:pt x="552033" y="48312"/>
                  <a:pt x="552238" y="47759"/>
                  <a:pt x="552512" y="47310"/>
                </a:cubicBezTo>
                <a:cubicBezTo>
                  <a:pt x="552786" y="46861"/>
                  <a:pt x="553111" y="46532"/>
                  <a:pt x="553488" y="46325"/>
                </a:cubicBezTo>
                <a:cubicBezTo>
                  <a:pt x="553864" y="46117"/>
                  <a:pt x="554292" y="46013"/>
                  <a:pt x="554772" y="46013"/>
                </a:cubicBezTo>
                <a:lnTo>
                  <a:pt x="568637" y="46013"/>
                </a:lnTo>
                <a:lnTo>
                  <a:pt x="568637" y="23212"/>
                </a:lnTo>
                <a:cubicBezTo>
                  <a:pt x="568637" y="22801"/>
                  <a:pt x="568723" y="22425"/>
                  <a:pt x="568894" y="22082"/>
                </a:cubicBezTo>
                <a:cubicBezTo>
                  <a:pt x="569065" y="21740"/>
                  <a:pt x="569390" y="21449"/>
                  <a:pt x="569870" y="21209"/>
                </a:cubicBezTo>
                <a:cubicBezTo>
                  <a:pt x="570349" y="20970"/>
                  <a:pt x="570982" y="20798"/>
                  <a:pt x="571770" y="20696"/>
                </a:cubicBezTo>
                <a:cubicBezTo>
                  <a:pt x="572557" y="20593"/>
                  <a:pt x="573533" y="20542"/>
                  <a:pt x="574697" y="20542"/>
                </a:cubicBezTo>
                <a:cubicBezTo>
                  <a:pt x="575929" y="20542"/>
                  <a:pt x="576939" y="20593"/>
                  <a:pt x="577727" y="20696"/>
                </a:cubicBezTo>
                <a:cubicBezTo>
                  <a:pt x="578514" y="20798"/>
                  <a:pt x="579130" y="20970"/>
                  <a:pt x="579576" y="21209"/>
                </a:cubicBezTo>
                <a:cubicBezTo>
                  <a:pt x="580021" y="21449"/>
                  <a:pt x="580346" y="21740"/>
                  <a:pt x="580551" y="22082"/>
                </a:cubicBezTo>
                <a:cubicBezTo>
                  <a:pt x="580757" y="22425"/>
                  <a:pt x="580859" y="22801"/>
                  <a:pt x="580859" y="23212"/>
                </a:cubicBezTo>
                <a:lnTo>
                  <a:pt x="580859" y="46013"/>
                </a:lnTo>
                <a:lnTo>
                  <a:pt x="606536" y="46013"/>
                </a:lnTo>
                <a:cubicBezTo>
                  <a:pt x="607016" y="46013"/>
                  <a:pt x="607444" y="46117"/>
                  <a:pt x="607820" y="46325"/>
                </a:cubicBezTo>
                <a:cubicBezTo>
                  <a:pt x="608197" y="46532"/>
                  <a:pt x="608522" y="46861"/>
                  <a:pt x="608796" y="47310"/>
                </a:cubicBezTo>
                <a:cubicBezTo>
                  <a:pt x="609070" y="47759"/>
                  <a:pt x="609275" y="48312"/>
                  <a:pt x="609412" y="48969"/>
                </a:cubicBezTo>
                <a:cubicBezTo>
                  <a:pt x="609549" y="49626"/>
                  <a:pt x="609618" y="50404"/>
                  <a:pt x="609618" y="51303"/>
                </a:cubicBezTo>
                <a:cubicBezTo>
                  <a:pt x="609618" y="53032"/>
                  <a:pt x="609327" y="54328"/>
                  <a:pt x="608745" y="55193"/>
                </a:cubicBezTo>
                <a:cubicBezTo>
                  <a:pt x="608163" y="56057"/>
                  <a:pt x="607427" y="56489"/>
                  <a:pt x="606536" y="56489"/>
                </a:cubicBezTo>
                <a:lnTo>
                  <a:pt x="580859" y="56489"/>
                </a:lnTo>
                <a:lnTo>
                  <a:pt x="580859" y="112671"/>
                </a:lnTo>
                <a:cubicBezTo>
                  <a:pt x="580859" y="119723"/>
                  <a:pt x="581869" y="125098"/>
                  <a:pt x="583889" y="128796"/>
                </a:cubicBezTo>
                <a:cubicBezTo>
                  <a:pt x="585909" y="132493"/>
                  <a:pt x="589590" y="134342"/>
                  <a:pt x="594930" y="134342"/>
                </a:cubicBezTo>
                <a:cubicBezTo>
                  <a:pt x="596574" y="134342"/>
                  <a:pt x="598063" y="134171"/>
                  <a:pt x="599398" y="133829"/>
                </a:cubicBezTo>
                <a:cubicBezTo>
                  <a:pt x="600733" y="133486"/>
                  <a:pt x="601915" y="133110"/>
                  <a:pt x="602942" y="132699"/>
                </a:cubicBezTo>
                <a:cubicBezTo>
                  <a:pt x="603969" y="132288"/>
                  <a:pt x="604842" y="131911"/>
                  <a:pt x="605561" y="131569"/>
                </a:cubicBezTo>
                <a:cubicBezTo>
                  <a:pt x="606280" y="131227"/>
                  <a:pt x="606913" y="131055"/>
                  <a:pt x="607461" y="131055"/>
                </a:cubicBezTo>
                <a:cubicBezTo>
                  <a:pt x="607803" y="131055"/>
                  <a:pt x="608111" y="131124"/>
                  <a:pt x="608385" y="131261"/>
                </a:cubicBezTo>
                <a:cubicBezTo>
                  <a:pt x="608659" y="131398"/>
                  <a:pt x="608882" y="131655"/>
                  <a:pt x="609053" y="132031"/>
                </a:cubicBezTo>
                <a:cubicBezTo>
                  <a:pt x="609224" y="132408"/>
                  <a:pt x="609361" y="132887"/>
                  <a:pt x="609464" y="133469"/>
                </a:cubicBezTo>
                <a:cubicBezTo>
                  <a:pt x="609566" y="134051"/>
                  <a:pt x="609618" y="134787"/>
                  <a:pt x="609618" y="135677"/>
                </a:cubicBezTo>
                <a:close/>
                <a:moveTo>
                  <a:pt x="643318" y="141118"/>
                </a:moveTo>
                <a:cubicBezTo>
                  <a:pt x="643318" y="141528"/>
                  <a:pt x="643216" y="141906"/>
                  <a:pt x="643010" y="142251"/>
                </a:cubicBezTo>
                <a:cubicBezTo>
                  <a:pt x="642805" y="142593"/>
                  <a:pt x="642479" y="142867"/>
                  <a:pt x="642034" y="143072"/>
                </a:cubicBezTo>
                <a:cubicBezTo>
                  <a:pt x="641589" y="143278"/>
                  <a:pt x="640973" y="143449"/>
                  <a:pt x="640186" y="143586"/>
                </a:cubicBezTo>
                <a:cubicBezTo>
                  <a:pt x="639398" y="143723"/>
                  <a:pt x="638388" y="143791"/>
                  <a:pt x="637156" y="143791"/>
                </a:cubicBezTo>
                <a:cubicBezTo>
                  <a:pt x="635992" y="143791"/>
                  <a:pt x="635016" y="143723"/>
                  <a:pt x="634229" y="143586"/>
                </a:cubicBezTo>
                <a:cubicBezTo>
                  <a:pt x="633441" y="143449"/>
                  <a:pt x="632808" y="143278"/>
                  <a:pt x="632329" y="143072"/>
                </a:cubicBezTo>
                <a:cubicBezTo>
                  <a:pt x="631849" y="142867"/>
                  <a:pt x="631524" y="142593"/>
                  <a:pt x="631353" y="142251"/>
                </a:cubicBezTo>
                <a:cubicBezTo>
                  <a:pt x="631182" y="141906"/>
                  <a:pt x="631096" y="141528"/>
                  <a:pt x="631096" y="141118"/>
                </a:cubicBezTo>
                <a:lnTo>
                  <a:pt x="631096" y="48071"/>
                </a:lnTo>
                <a:cubicBezTo>
                  <a:pt x="631096" y="47660"/>
                  <a:pt x="631182" y="47283"/>
                  <a:pt x="631353" y="46941"/>
                </a:cubicBezTo>
                <a:cubicBezTo>
                  <a:pt x="631524" y="46596"/>
                  <a:pt x="631849" y="46304"/>
                  <a:pt x="632329" y="46065"/>
                </a:cubicBezTo>
                <a:cubicBezTo>
                  <a:pt x="632808" y="45825"/>
                  <a:pt x="633441" y="45654"/>
                  <a:pt x="634229" y="45551"/>
                </a:cubicBezTo>
                <a:cubicBezTo>
                  <a:pt x="635016" y="45448"/>
                  <a:pt x="635992" y="45397"/>
                  <a:pt x="637156" y="45397"/>
                </a:cubicBezTo>
                <a:cubicBezTo>
                  <a:pt x="638388" y="45397"/>
                  <a:pt x="639398" y="45448"/>
                  <a:pt x="640186" y="45551"/>
                </a:cubicBezTo>
                <a:cubicBezTo>
                  <a:pt x="640973" y="45654"/>
                  <a:pt x="641589" y="45825"/>
                  <a:pt x="642034" y="46065"/>
                </a:cubicBezTo>
                <a:cubicBezTo>
                  <a:pt x="642479" y="46304"/>
                  <a:pt x="642805" y="46596"/>
                  <a:pt x="643010" y="46941"/>
                </a:cubicBezTo>
                <a:cubicBezTo>
                  <a:pt x="643216" y="47283"/>
                  <a:pt x="643318" y="47660"/>
                  <a:pt x="643318" y="48071"/>
                </a:cubicBezTo>
                <a:lnTo>
                  <a:pt x="643318" y="141118"/>
                </a:lnTo>
                <a:moveTo>
                  <a:pt x="645167" y="16587"/>
                </a:moveTo>
                <a:cubicBezTo>
                  <a:pt x="645167" y="19893"/>
                  <a:pt x="644585" y="22133"/>
                  <a:pt x="643421" y="23305"/>
                </a:cubicBezTo>
                <a:cubicBezTo>
                  <a:pt x="642257" y="24476"/>
                  <a:pt x="640134" y="25061"/>
                  <a:pt x="637053" y="25061"/>
                </a:cubicBezTo>
                <a:cubicBezTo>
                  <a:pt x="634040" y="25061"/>
                  <a:pt x="631969" y="24493"/>
                  <a:pt x="630839" y="23356"/>
                </a:cubicBezTo>
                <a:cubicBezTo>
                  <a:pt x="629709" y="22220"/>
                  <a:pt x="629145" y="19998"/>
                  <a:pt x="629145" y="16690"/>
                </a:cubicBezTo>
                <a:cubicBezTo>
                  <a:pt x="629145" y="13384"/>
                  <a:pt x="629727" y="11146"/>
                  <a:pt x="630891" y="9976"/>
                </a:cubicBezTo>
                <a:cubicBezTo>
                  <a:pt x="632055" y="8803"/>
                  <a:pt x="634177" y="8217"/>
                  <a:pt x="637259" y="8217"/>
                </a:cubicBezTo>
                <a:cubicBezTo>
                  <a:pt x="640271" y="8217"/>
                  <a:pt x="642343" y="8785"/>
                  <a:pt x="643472" y="9921"/>
                </a:cubicBezTo>
                <a:cubicBezTo>
                  <a:pt x="644602" y="11057"/>
                  <a:pt x="645167" y="13279"/>
                  <a:pt x="645167" y="16587"/>
                </a:cubicBezTo>
                <a:close/>
                <a:moveTo>
                  <a:pt x="757538" y="93721"/>
                </a:moveTo>
                <a:cubicBezTo>
                  <a:pt x="757538" y="101122"/>
                  <a:pt x="756579" y="107942"/>
                  <a:pt x="754662" y="114179"/>
                </a:cubicBezTo>
                <a:cubicBezTo>
                  <a:pt x="752745" y="120417"/>
                  <a:pt x="749886" y="125832"/>
                  <a:pt x="746086" y="130426"/>
                </a:cubicBezTo>
                <a:cubicBezTo>
                  <a:pt x="742286" y="135018"/>
                  <a:pt x="737544" y="138599"/>
                  <a:pt x="731861" y="141169"/>
                </a:cubicBezTo>
                <a:cubicBezTo>
                  <a:pt x="726177" y="143739"/>
                  <a:pt x="719570" y="145024"/>
                  <a:pt x="712038" y="145024"/>
                </a:cubicBezTo>
                <a:cubicBezTo>
                  <a:pt x="704780" y="145024"/>
                  <a:pt x="698429" y="143876"/>
                  <a:pt x="692986" y="141580"/>
                </a:cubicBezTo>
                <a:cubicBezTo>
                  <a:pt x="687542" y="139284"/>
                  <a:pt x="682989" y="135994"/>
                  <a:pt x="679326" y="131710"/>
                </a:cubicBezTo>
                <a:cubicBezTo>
                  <a:pt x="675662" y="127426"/>
                  <a:pt x="672923" y="122234"/>
                  <a:pt x="671109" y="116134"/>
                </a:cubicBezTo>
                <a:cubicBezTo>
                  <a:pt x="669294" y="110033"/>
                  <a:pt x="668387" y="103145"/>
                  <a:pt x="668387" y="95467"/>
                </a:cubicBezTo>
                <a:cubicBezTo>
                  <a:pt x="668387" y="88066"/>
                  <a:pt x="669329" y="81246"/>
                  <a:pt x="671212" y="75009"/>
                </a:cubicBezTo>
                <a:cubicBezTo>
                  <a:pt x="673095" y="68772"/>
                  <a:pt x="675936" y="63374"/>
                  <a:pt x="679736" y="58816"/>
                </a:cubicBezTo>
                <a:cubicBezTo>
                  <a:pt x="683537" y="54257"/>
                  <a:pt x="688278" y="50709"/>
                  <a:pt x="693961" y="48173"/>
                </a:cubicBezTo>
                <a:cubicBezTo>
                  <a:pt x="699645" y="45638"/>
                  <a:pt x="706286" y="44370"/>
                  <a:pt x="713887" y="44370"/>
                </a:cubicBezTo>
                <a:cubicBezTo>
                  <a:pt x="721145" y="44370"/>
                  <a:pt x="727496" y="45501"/>
                  <a:pt x="732939" y="47762"/>
                </a:cubicBezTo>
                <a:cubicBezTo>
                  <a:pt x="738383" y="50024"/>
                  <a:pt x="742919" y="53297"/>
                  <a:pt x="746548" y="57581"/>
                </a:cubicBezTo>
                <a:cubicBezTo>
                  <a:pt x="750177" y="61864"/>
                  <a:pt x="752916" y="67057"/>
                  <a:pt x="754765" y="73157"/>
                </a:cubicBezTo>
                <a:cubicBezTo>
                  <a:pt x="756613" y="79257"/>
                  <a:pt x="757538" y="86112"/>
                  <a:pt x="757538" y="93721"/>
                </a:cubicBezTo>
                <a:moveTo>
                  <a:pt x="744596" y="94851"/>
                </a:moveTo>
                <a:cubicBezTo>
                  <a:pt x="744596" y="89572"/>
                  <a:pt x="744083" y="84533"/>
                  <a:pt x="743056" y="79734"/>
                </a:cubicBezTo>
                <a:cubicBezTo>
                  <a:pt x="742029" y="74934"/>
                  <a:pt x="740317" y="70701"/>
                  <a:pt x="737920" y="67033"/>
                </a:cubicBezTo>
                <a:cubicBezTo>
                  <a:pt x="735524" y="63365"/>
                  <a:pt x="732306" y="60452"/>
                  <a:pt x="728266" y="58293"/>
                </a:cubicBezTo>
                <a:cubicBezTo>
                  <a:pt x="724226" y="56132"/>
                  <a:pt x="719193" y="55051"/>
                  <a:pt x="713168" y="55051"/>
                </a:cubicBezTo>
                <a:cubicBezTo>
                  <a:pt x="707622" y="55051"/>
                  <a:pt x="702829" y="56045"/>
                  <a:pt x="698789" y="58033"/>
                </a:cubicBezTo>
                <a:cubicBezTo>
                  <a:pt x="694749" y="60021"/>
                  <a:pt x="691445" y="62781"/>
                  <a:pt x="688877" y="66314"/>
                </a:cubicBezTo>
                <a:cubicBezTo>
                  <a:pt x="686310" y="69845"/>
                  <a:pt x="684410" y="74010"/>
                  <a:pt x="683177" y="78809"/>
                </a:cubicBezTo>
                <a:cubicBezTo>
                  <a:pt x="681945" y="83609"/>
                  <a:pt x="681328" y="88785"/>
                  <a:pt x="681328" y="94337"/>
                </a:cubicBezTo>
                <a:cubicBezTo>
                  <a:pt x="681328" y="99685"/>
                  <a:pt x="681842" y="104775"/>
                  <a:pt x="682869" y="109609"/>
                </a:cubicBezTo>
                <a:cubicBezTo>
                  <a:pt x="683896" y="114442"/>
                  <a:pt x="685608" y="118676"/>
                  <a:pt x="688004" y="122309"/>
                </a:cubicBezTo>
                <a:cubicBezTo>
                  <a:pt x="690401" y="125942"/>
                  <a:pt x="693619" y="128823"/>
                  <a:pt x="697659" y="130949"/>
                </a:cubicBezTo>
                <a:cubicBezTo>
                  <a:pt x="701699" y="133074"/>
                  <a:pt x="706731" y="134137"/>
                  <a:pt x="712757" y="134137"/>
                </a:cubicBezTo>
                <a:cubicBezTo>
                  <a:pt x="718303" y="134137"/>
                  <a:pt x="723096" y="133143"/>
                  <a:pt x="727136" y="131155"/>
                </a:cubicBezTo>
                <a:cubicBezTo>
                  <a:pt x="731176" y="129167"/>
                  <a:pt x="734480" y="126425"/>
                  <a:pt x="737047" y="122929"/>
                </a:cubicBezTo>
                <a:cubicBezTo>
                  <a:pt x="739615" y="119430"/>
                  <a:pt x="741515" y="115282"/>
                  <a:pt x="742748" y="110485"/>
                </a:cubicBezTo>
                <a:cubicBezTo>
                  <a:pt x="743980" y="105685"/>
                  <a:pt x="744596" y="100474"/>
                  <a:pt x="744596" y="94851"/>
                </a:cubicBezTo>
                <a:close/>
                <a:moveTo>
                  <a:pt x="860877" y="141121"/>
                </a:moveTo>
                <a:cubicBezTo>
                  <a:pt x="860877" y="141532"/>
                  <a:pt x="860775" y="141908"/>
                  <a:pt x="860569" y="142251"/>
                </a:cubicBezTo>
                <a:cubicBezTo>
                  <a:pt x="860364" y="142593"/>
                  <a:pt x="860039" y="142867"/>
                  <a:pt x="859594" y="143072"/>
                </a:cubicBezTo>
                <a:cubicBezTo>
                  <a:pt x="859149" y="143278"/>
                  <a:pt x="858532" y="143449"/>
                  <a:pt x="857745" y="143586"/>
                </a:cubicBezTo>
                <a:cubicBezTo>
                  <a:pt x="856957" y="143723"/>
                  <a:pt x="855982" y="143791"/>
                  <a:pt x="854818" y="143791"/>
                </a:cubicBezTo>
                <a:cubicBezTo>
                  <a:pt x="853585" y="143791"/>
                  <a:pt x="852575" y="143723"/>
                  <a:pt x="851788" y="143586"/>
                </a:cubicBezTo>
                <a:cubicBezTo>
                  <a:pt x="851000" y="143449"/>
                  <a:pt x="850384" y="143278"/>
                  <a:pt x="849939" y="143072"/>
                </a:cubicBezTo>
                <a:cubicBezTo>
                  <a:pt x="849494" y="142867"/>
                  <a:pt x="849169" y="142593"/>
                  <a:pt x="848963" y="142251"/>
                </a:cubicBezTo>
                <a:cubicBezTo>
                  <a:pt x="848758" y="141908"/>
                  <a:pt x="848655" y="141532"/>
                  <a:pt x="848655" y="141121"/>
                </a:cubicBezTo>
                <a:lnTo>
                  <a:pt x="848655" y="85967"/>
                </a:lnTo>
                <a:cubicBezTo>
                  <a:pt x="848655" y="80215"/>
                  <a:pt x="848210" y="75542"/>
                  <a:pt x="847320" y="71947"/>
                </a:cubicBezTo>
                <a:cubicBezTo>
                  <a:pt x="846430" y="68352"/>
                  <a:pt x="845095" y="65271"/>
                  <a:pt x="843314" y="62703"/>
                </a:cubicBezTo>
                <a:cubicBezTo>
                  <a:pt x="841534" y="60136"/>
                  <a:pt x="839257" y="58150"/>
                  <a:pt x="836484" y="56746"/>
                </a:cubicBezTo>
                <a:cubicBezTo>
                  <a:pt x="833711" y="55342"/>
                  <a:pt x="830476" y="54641"/>
                  <a:pt x="826778" y="54641"/>
                </a:cubicBezTo>
                <a:cubicBezTo>
                  <a:pt x="822054" y="54641"/>
                  <a:pt x="817329" y="56318"/>
                  <a:pt x="812605" y="59673"/>
                </a:cubicBezTo>
                <a:cubicBezTo>
                  <a:pt x="807880" y="63028"/>
                  <a:pt x="802916" y="67958"/>
                  <a:pt x="797712" y="74463"/>
                </a:cubicBezTo>
                <a:lnTo>
                  <a:pt x="797712" y="141121"/>
                </a:lnTo>
                <a:cubicBezTo>
                  <a:pt x="797712" y="141532"/>
                  <a:pt x="797609" y="141908"/>
                  <a:pt x="797404" y="142251"/>
                </a:cubicBezTo>
                <a:cubicBezTo>
                  <a:pt x="797198" y="142593"/>
                  <a:pt x="796873" y="142867"/>
                  <a:pt x="796428" y="143072"/>
                </a:cubicBezTo>
                <a:cubicBezTo>
                  <a:pt x="795983" y="143278"/>
                  <a:pt x="795367" y="143449"/>
                  <a:pt x="794579" y="143586"/>
                </a:cubicBezTo>
                <a:cubicBezTo>
                  <a:pt x="793792" y="143723"/>
                  <a:pt x="792782" y="143791"/>
                  <a:pt x="791550" y="143791"/>
                </a:cubicBezTo>
                <a:cubicBezTo>
                  <a:pt x="790386" y="143791"/>
                  <a:pt x="789410" y="143723"/>
                  <a:pt x="788622" y="143586"/>
                </a:cubicBezTo>
                <a:cubicBezTo>
                  <a:pt x="787835" y="143449"/>
                  <a:pt x="787202" y="143278"/>
                  <a:pt x="786722" y="143072"/>
                </a:cubicBezTo>
                <a:cubicBezTo>
                  <a:pt x="786243" y="142867"/>
                  <a:pt x="785918" y="142593"/>
                  <a:pt x="785747" y="142251"/>
                </a:cubicBezTo>
                <a:cubicBezTo>
                  <a:pt x="785575" y="141906"/>
                  <a:pt x="785490" y="141528"/>
                  <a:pt x="785490" y="141118"/>
                </a:cubicBezTo>
                <a:lnTo>
                  <a:pt x="785490" y="48071"/>
                </a:lnTo>
                <a:cubicBezTo>
                  <a:pt x="785490" y="47660"/>
                  <a:pt x="785575" y="47283"/>
                  <a:pt x="785747" y="46941"/>
                </a:cubicBezTo>
                <a:cubicBezTo>
                  <a:pt x="785918" y="46596"/>
                  <a:pt x="786243" y="46304"/>
                  <a:pt x="786722" y="46065"/>
                </a:cubicBezTo>
                <a:cubicBezTo>
                  <a:pt x="787202" y="45825"/>
                  <a:pt x="787801" y="45654"/>
                  <a:pt x="788520" y="45551"/>
                </a:cubicBezTo>
                <a:cubicBezTo>
                  <a:pt x="789239" y="45448"/>
                  <a:pt x="790180" y="45397"/>
                  <a:pt x="791344" y="45397"/>
                </a:cubicBezTo>
                <a:cubicBezTo>
                  <a:pt x="792508" y="45397"/>
                  <a:pt x="793467" y="45448"/>
                  <a:pt x="794220" y="45551"/>
                </a:cubicBezTo>
                <a:cubicBezTo>
                  <a:pt x="794973" y="45654"/>
                  <a:pt x="795555" y="45825"/>
                  <a:pt x="795966" y="46065"/>
                </a:cubicBezTo>
                <a:cubicBezTo>
                  <a:pt x="796377" y="46304"/>
                  <a:pt x="796668" y="46596"/>
                  <a:pt x="796839" y="46941"/>
                </a:cubicBezTo>
                <a:cubicBezTo>
                  <a:pt x="797010" y="47283"/>
                  <a:pt x="797096" y="47660"/>
                  <a:pt x="797096" y="48071"/>
                </a:cubicBezTo>
                <a:lnTo>
                  <a:pt x="797096" y="61230"/>
                </a:lnTo>
                <a:cubicBezTo>
                  <a:pt x="802437" y="55303"/>
                  <a:pt x="807675" y="51012"/>
                  <a:pt x="812810" y="48356"/>
                </a:cubicBezTo>
                <a:cubicBezTo>
                  <a:pt x="817945" y="45699"/>
                  <a:pt x="823047" y="44370"/>
                  <a:pt x="828114" y="44370"/>
                </a:cubicBezTo>
                <a:cubicBezTo>
                  <a:pt x="834208" y="44370"/>
                  <a:pt x="839343" y="45397"/>
                  <a:pt x="843520" y="47451"/>
                </a:cubicBezTo>
                <a:cubicBezTo>
                  <a:pt x="847697" y="49505"/>
                  <a:pt x="851069" y="52278"/>
                  <a:pt x="853637" y="55770"/>
                </a:cubicBezTo>
                <a:cubicBezTo>
                  <a:pt x="856204" y="59263"/>
                  <a:pt x="858053" y="63337"/>
                  <a:pt x="859183" y="67993"/>
                </a:cubicBezTo>
                <a:cubicBezTo>
                  <a:pt x="860313" y="72649"/>
                  <a:pt x="860877" y="78263"/>
                  <a:pt x="860877" y="84837"/>
                </a:cubicBezTo>
                <a:lnTo>
                  <a:pt x="860877" y="141121"/>
                </a:lnTo>
                <a:close/>
                <a:moveTo>
                  <a:pt x="950352" y="116442"/>
                </a:moveTo>
                <a:cubicBezTo>
                  <a:pt x="950352" y="120897"/>
                  <a:pt x="949530" y="124890"/>
                  <a:pt x="947887" y="128420"/>
                </a:cubicBezTo>
                <a:cubicBezTo>
                  <a:pt x="946244" y="131949"/>
                  <a:pt x="943898" y="134948"/>
                  <a:pt x="940851" y="137417"/>
                </a:cubicBezTo>
                <a:cubicBezTo>
                  <a:pt x="937804" y="139884"/>
                  <a:pt x="934158" y="141769"/>
                  <a:pt x="929913" y="143072"/>
                </a:cubicBezTo>
                <a:cubicBezTo>
                  <a:pt x="925668" y="144373"/>
                  <a:pt x="920977" y="145024"/>
                  <a:pt x="915842" y="145024"/>
                </a:cubicBezTo>
                <a:cubicBezTo>
                  <a:pt x="912624" y="145024"/>
                  <a:pt x="909577" y="144767"/>
                  <a:pt x="906701" y="144253"/>
                </a:cubicBezTo>
                <a:cubicBezTo>
                  <a:pt x="903825" y="143740"/>
                  <a:pt x="901223" y="143089"/>
                  <a:pt x="898895" y="142302"/>
                </a:cubicBezTo>
                <a:cubicBezTo>
                  <a:pt x="896567" y="141515"/>
                  <a:pt x="894599" y="140676"/>
                  <a:pt x="892989" y="139786"/>
                </a:cubicBezTo>
                <a:cubicBezTo>
                  <a:pt x="891380" y="138895"/>
                  <a:pt x="890199" y="138108"/>
                  <a:pt x="889446" y="137423"/>
                </a:cubicBezTo>
                <a:cubicBezTo>
                  <a:pt x="888693" y="136739"/>
                  <a:pt x="888145" y="135878"/>
                  <a:pt x="887803" y="134843"/>
                </a:cubicBezTo>
                <a:cubicBezTo>
                  <a:pt x="887460" y="133805"/>
                  <a:pt x="887289" y="132423"/>
                  <a:pt x="887289" y="130696"/>
                </a:cubicBezTo>
                <a:cubicBezTo>
                  <a:pt x="887289" y="129797"/>
                  <a:pt x="887358" y="129002"/>
                  <a:pt x="887495" y="128311"/>
                </a:cubicBezTo>
                <a:cubicBezTo>
                  <a:pt x="887632" y="127620"/>
                  <a:pt x="887803" y="127033"/>
                  <a:pt x="888008" y="126549"/>
                </a:cubicBezTo>
                <a:cubicBezTo>
                  <a:pt x="888214" y="126066"/>
                  <a:pt x="888487" y="125703"/>
                  <a:pt x="888830" y="125461"/>
                </a:cubicBezTo>
                <a:cubicBezTo>
                  <a:pt x="889172" y="125219"/>
                  <a:pt x="889549" y="125098"/>
                  <a:pt x="889960" y="125098"/>
                </a:cubicBezTo>
                <a:cubicBezTo>
                  <a:pt x="890713" y="125098"/>
                  <a:pt x="891808" y="125583"/>
                  <a:pt x="893246" y="126552"/>
                </a:cubicBezTo>
                <a:cubicBezTo>
                  <a:pt x="894684" y="127522"/>
                  <a:pt x="896482" y="128578"/>
                  <a:pt x="898638" y="129720"/>
                </a:cubicBezTo>
                <a:cubicBezTo>
                  <a:pt x="900795" y="130863"/>
                  <a:pt x="903363" y="131919"/>
                  <a:pt x="906342" y="132888"/>
                </a:cubicBezTo>
                <a:cubicBezTo>
                  <a:pt x="909320" y="133857"/>
                  <a:pt x="912761" y="134342"/>
                  <a:pt x="916664" y="134342"/>
                </a:cubicBezTo>
                <a:cubicBezTo>
                  <a:pt x="919813" y="134342"/>
                  <a:pt x="922689" y="134000"/>
                  <a:pt x="925291" y="133315"/>
                </a:cubicBezTo>
                <a:cubicBezTo>
                  <a:pt x="927893" y="132628"/>
                  <a:pt x="930153" y="131599"/>
                  <a:pt x="932070" y="130227"/>
                </a:cubicBezTo>
                <a:cubicBezTo>
                  <a:pt x="933987" y="128856"/>
                  <a:pt x="935476" y="127089"/>
                  <a:pt x="936538" y="124928"/>
                </a:cubicBezTo>
                <a:cubicBezTo>
                  <a:pt x="937599" y="122767"/>
                  <a:pt x="938130" y="120246"/>
                  <a:pt x="938130" y="117366"/>
                </a:cubicBezTo>
                <a:cubicBezTo>
                  <a:pt x="938130" y="114488"/>
                  <a:pt x="937445" y="112055"/>
                  <a:pt x="936075" y="110068"/>
                </a:cubicBezTo>
                <a:cubicBezTo>
                  <a:pt x="934706" y="108080"/>
                  <a:pt x="932909" y="106349"/>
                  <a:pt x="930683" y="104874"/>
                </a:cubicBezTo>
                <a:cubicBezTo>
                  <a:pt x="928458" y="103400"/>
                  <a:pt x="925925" y="102098"/>
                  <a:pt x="923083" y="100968"/>
                </a:cubicBezTo>
                <a:cubicBezTo>
                  <a:pt x="920241" y="99836"/>
                  <a:pt x="917331" y="98671"/>
                  <a:pt x="914353" y="97473"/>
                </a:cubicBezTo>
                <a:cubicBezTo>
                  <a:pt x="911374" y="96273"/>
                  <a:pt x="908464" y="94954"/>
                  <a:pt x="905623" y="93516"/>
                </a:cubicBezTo>
                <a:cubicBezTo>
                  <a:pt x="902781" y="92076"/>
                  <a:pt x="900248" y="90327"/>
                  <a:pt x="898022" y="88271"/>
                </a:cubicBezTo>
                <a:cubicBezTo>
                  <a:pt x="895797" y="86215"/>
                  <a:pt x="893999" y="83748"/>
                  <a:pt x="892630" y="80870"/>
                </a:cubicBezTo>
                <a:cubicBezTo>
                  <a:pt x="891261" y="77990"/>
                  <a:pt x="890576" y="74527"/>
                  <a:pt x="890576" y="70483"/>
                </a:cubicBezTo>
                <a:cubicBezTo>
                  <a:pt x="890576" y="67263"/>
                  <a:pt x="891192" y="64094"/>
                  <a:pt x="892425" y="60976"/>
                </a:cubicBezTo>
                <a:cubicBezTo>
                  <a:pt x="893657" y="57857"/>
                  <a:pt x="895557" y="55063"/>
                  <a:pt x="898125" y="52596"/>
                </a:cubicBezTo>
                <a:cubicBezTo>
                  <a:pt x="900693" y="50127"/>
                  <a:pt x="903979" y="48139"/>
                  <a:pt x="907985" y="46633"/>
                </a:cubicBezTo>
                <a:cubicBezTo>
                  <a:pt x="911990" y="45124"/>
                  <a:pt x="916732" y="44370"/>
                  <a:pt x="922210" y="44370"/>
                </a:cubicBezTo>
                <a:cubicBezTo>
                  <a:pt x="924538" y="44370"/>
                  <a:pt x="926849" y="44558"/>
                  <a:pt x="929143" y="44935"/>
                </a:cubicBezTo>
                <a:cubicBezTo>
                  <a:pt x="931437" y="45311"/>
                  <a:pt x="933525" y="45808"/>
                  <a:pt x="935408" y="46424"/>
                </a:cubicBezTo>
                <a:cubicBezTo>
                  <a:pt x="937291" y="47040"/>
                  <a:pt x="938917" y="47708"/>
                  <a:pt x="940287" y="48427"/>
                </a:cubicBezTo>
                <a:cubicBezTo>
                  <a:pt x="941656" y="49146"/>
                  <a:pt x="942700" y="49779"/>
                  <a:pt x="943419" y="50327"/>
                </a:cubicBezTo>
                <a:cubicBezTo>
                  <a:pt x="944138" y="50875"/>
                  <a:pt x="944617" y="51337"/>
                  <a:pt x="944857" y="51713"/>
                </a:cubicBezTo>
                <a:cubicBezTo>
                  <a:pt x="945097" y="52090"/>
                  <a:pt x="945268" y="52484"/>
                  <a:pt x="945371" y="52895"/>
                </a:cubicBezTo>
                <a:cubicBezTo>
                  <a:pt x="945473" y="53305"/>
                  <a:pt x="945559" y="53802"/>
                  <a:pt x="945627" y="54384"/>
                </a:cubicBezTo>
                <a:cubicBezTo>
                  <a:pt x="945696" y="54966"/>
                  <a:pt x="945730" y="55668"/>
                  <a:pt x="945730" y="56489"/>
                </a:cubicBezTo>
                <a:cubicBezTo>
                  <a:pt x="945730" y="57311"/>
                  <a:pt x="945679" y="58047"/>
                  <a:pt x="945576" y="58698"/>
                </a:cubicBezTo>
                <a:cubicBezTo>
                  <a:pt x="945473" y="59348"/>
                  <a:pt x="945319" y="59913"/>
                  <a:pt x="945114" y="60392"/>
                </a:cubicBezTo>
                <a:cubicBezTo>
                  <a:pt x="944908" y="60872"/>
                  <a:pt x="944652" y="61231"/>
                  <a:pt x="944343" y="61471"/>
                </a:cubicBezTo>
                <a:cubicBezTo>
                  <a:pt x="944035" y="61710"/>
                  <a:pt x="943676" y="61830"/>
                  <a:pt x="943265" y="61830"/>
                </a:cubicBezTo>
                <a:cubicBezTo>
                  <a:pt x="942717" y="61830"/>
                  <a:pt x="941896" y="61454"/>
                  <a:pt x="940800" y="60700"/>
                </a:cubicBezTo>
                <a:cubicBezTo>
                  <a:pt x="939705" y="59947"/>
                  <a:pt x="938267" y="59126"/>
                  <a:pt x="936486" y="58235"/>
                </a:cubicBezTo>
                <a:cubicBezTo>
                  <a:pt x="934706" y="57345"/>
                  <a:pt x="932583" y="56524"/>
                  <a:pt x="930118" y="55770"/>
                </a:cubicBezTo>
                <a:cubicBezTo>
                  <a:pt x="927653" y="55017"/>
                  <a:pt x="924812" y="54641"/>
                  <a:pt x="921594" y="54641"/>
                </a:cubicBezTo>
                <a:cubicBezTo>
                  <a:pt x="918375" y="54641"/>
                  <a:pt x="915551" y="55018"/>
                  <a:pt x="913120" y="55774"/>
                </a:cubicBezTo>
                <a:cubicBezTo>
                  <a:pt x="910689" y="56527"/>
                  <a:pt x="908687" y="57589"/>
                  <a:pt x="907112" y="58961"/>
                </a:cubicBezTo>
                <a:cubicBezTo>
                  <a:pt x="905537" y="60332"/>
                  <a:pt x="904356" y="61945"/>
                  <a:pt x="903568" y="63798"/>
                </a:cubicBezTo>
                <a:cubicBezTo>
                  <a:pt x="902781" y="65649"/>
                  <a:pt x="902387" y="67672"/>
                  <a:pt x="902387" y="69867"/>
                </a:cubicBezTo>
                <a:cubicBezTo>
                  <a:pt x="902387" y="72882"/>
                  <a:pt x="903072" y="75418"/>
                  <a:pt x="904441" y="77474"/>
                </a:cubicBezTo>
                <a:cubicBezTo>
                  <a:pt x="905811" y="79530"/>
                  <a:pt x="907625" y="81313"/>
                  <a:pt x="909885" y="82821"/>
                </a:cubicBezTo>
                <a:cubicBezTo>
                  <a:pt x="912145" y="84330"/>
                  <a:pt x="914712" y="85667"/>
                  <a:pt x="917588" y="86833"/>
                </a:cubicBezTo>
                <a:cubicBezTo>
                  <a:pt x="920464" y="87997"/>
                  <a:pt x="923391" y="89162"/>
                  <a:pt x="926370" y="90328"/>
                </a:cubicBezTo>
                <a:cubicBezTo>
                  <a:pt x="929348" y="91493"/>
                  <a:pt x="932275" y="92777"/>
                  <a:pt x="935151" y="94183"/>
                </a:cubicBezTo>
                <a:cubicBezTo>
                  <a:pt x="938027" y="95587"/>
                  <a:pt x="940595" y="97283"/>
                  <a:pt x="942854" y="99270"/>
                </a:cubicBezTo>
                <a:cubicBezTo>
                  <a:pt x="945114" y="101258"/>
                  <a:pt x="946928" y="103641"/>
                  <a:pt x="948298" y="106418"/>
                </a:cubicBezTo>
                <a:cubicBezTo>
                  <a:pt x="949667" y="109194"/>
                  <a:pt x="950352" y="112535"/>
                  <a:pt x="950352" y="116442"/>
                </a:cubicBezTo>
                <a:close/>
                <a:moveTo>
                  <a:pt x="990476" y="134034"/>
                </a:moveTo>
                <a:cubicBezTo>
                  <a:pt x="990476" y="138074"/>
                  <a:pt x="989826" y="140744"/>
                  <a:pt x="988525" y="142045"/>
                </a:cubicBezTo>
                <a:cubicBezTo>
                  <a:pt x="987224" y="143346"/>
                  <a:pt x="984896" y="143997"/>
                  <a:pt x="981541" y="143997"/>
                </a:cubicBezTo>
                <a:cubicBezTo>
                  <a:pt x="978322" y="143997"/>
                  <a:pt x="976080" y="143363"/>
                  <a:pt x="974813" y="142097"/>
                </a:cubicBezTo>
                <a:cubicBezTo>
                  <a:pt x="973546" y="140830"/>
                  <a:pt x="972913" y="138211"/>
                  <a:pt x="972913" y="134239"/>
                </a:cubicBezTo>
                <a:cubicBezTo>
                  <a:pt x="972913" y="130200"/>
                  <a:pt x="973564" y="127529"/>
                  <a:pt x="974865" y="126228"/>
                </a:cubicBezTo>
                <a:cubicBezTo>
                  <a:pt x="976166" y="124927"/>
                  <a:pt x="978494" y="124277"/>
                  <a:pt x="981849" y="124277"/>
                </a:cubicBezTo>
                <a:cubicBezTo>
                  <a:pt x="985067" y="124277"/>
                  <a:pt x="987309" y="124910"/>
                  <a:pt x="988576" y="126177"/>
                </a:cubicBezTo>
                <a:cubicBezTo>
                  <a:pt x="989843" y="127444"/>
                  <a:pt x="990476" y="130063"/>
                  <a:pt x="990476" y="134034"/>
                </a:cubicBezTo>
                <a:close/>
                <a:moveTo>
                  <a:pt x="1169050" y="138954"/>
                </a:moveTo>
                <a:cubicBezTo>
                  <a:pt x="1169461" y="139981"/>
                  <a:pt x="1169649" y="140821"/>
                  <a:pt x="1169615" y="141474"/>
                </a:cubicBezTo>
                <a:cubicBezTo>
                  <a:pt x="1169581" y="142126"/>
                  <a:pt x="1169341" y="142625"/>
                  <a:pt x="1168896" y="142970"/>
                </a:cubicBezTo>
                <a:cubicBezTo>
                  <a:pt x="1168451" y="143312"/>
                  <a:pt x="1167766" y="143534"/>
                  <a:pt x="1166842" y="143637"/>
                </a:cubicBezTo>
                <a:cubicBezTo>
                  <a:pt x="1165917" y="143740"/>
                  <a:pt x="1164736" y="143791"/>
                  <a:pt x="1163298" y="143791"/>
                </a:cubicBezTo>
                <a:cubicBezTo>
                  <a:pt x="1161860" y="143791"/>
                  <a:pt x="1160714" y="143740"/>
                  <a:pt x="1159858" y="143637"/>
                </a:cubicBezTo>
                <a:cubicBezTo>
                  <a:pt x="1159002" y="143534"/>
                  <a:pt x="1158334" y="143380"/>
                  <a:pt x="1157855" y="143175"/>
                </a:cubicBezTo>
                <a:cubicBezTo>
                  <a:pt x="1157376" y="142967"/>
                  <a:pt x="1157016" y="142692"/>
                  <a:pt x="1156776" y="142350"/>
                </a:cubicBezTo>
                <a:cubicBezTo>
                  <a:pt x="1156537" y="142008"/>
                  <a:pt x="1156314" y="141596"/>
                  <a:pt x="1156109" y="141114"/>
                </a:cubicBezTo>
                <a:lnTo>
                  <a:pt x="1143373" y="105584"/>
                </a:lnTo>
                <a:lnTo>
                  <a:pt x="1085035" y="105584"/>
                </a:lnTo>
                <a:lnTo>
                  <a:pt x="1072813" y="140909"/>
                </a:lnTo>
                <a:cubicBezTo>
                  <a:pt x="1072676" y="141390"/>
                  <a:pt x="1072470" y="141802"/>
                  <a:pt x="1072196" y="142145"/>
                </a:cubicBezTo>
                <a:cubicBezTo>
                  <a:pt x="1071922" y="142487"/>
                  <a:pt x="1071546" y="142779"/>
                  <a:pt x="1071067" y="143021"/>
                </a:cubicBezTo>
                <a:cubicBezTo>
                  <a:pt x="1070587" y="143261"/>
                  <a:pt x="1069920" y="143449"/>
                  <a:pt x="1069064" y="143586"/>
                </a:cubicBezTo>
                <a:cubicBezTo>
                  <a:pt x="1068208" y="143723"/>
                  <a:pt x="1067129" y="143791"/>
                  <a:pt x="1065828" y="143791"/>
                </a:cubicBezTo>
                <a:cubicBezTo>
                  <a:pt x="1064391" y="143791"/>
                  <a:pt x="1063192" y="143723"/>
                  <a:pt x="1062234" y="143586"/>
                </a:cubicBezTo>
                <a:cubicBezTo>
                  <a:pt x="1061275" y="143449"/>
                  <a:pt x="1060573" y="143209"/>
                  <a:pt x="1060128" y="142867"/>
                </a:cubicBezTo>
                <a:cubicBezTo>
                  <a:pt x="1059683" y="142522"/>
                  <a:pt x="1059443" y="142041"/>
                  <a:pt x="1059409" y="141422"/>
                </a:cubicBezTo>
                <a:cubicBezTo>
                  <a:pt x="1059375" y="140804"/>
                  <a:pt x="1059563" y="139981"/>
                  <a:pt x="1059974" y="138954"/>
                </a:cubicBezTo>
                <a:lnTo>
                  <a:pt x="1106501" y="12508"/>
                </a:lnTo>
                <a:cubicBezTo>
                  <a:pt x="1106706" y="11964"/>
                  <a:pt x="1107014" y="11507"/>
                  <a:pt x="1107425" y="11134"/>
                </a:cubicBezTo>
                <a:cubicBezTo>
                  <a:pt x="1107836" y="10760"/>
                  <a:pt x="1108367" y="10471"/>
                  <a:pt x="1109017" y="10268"/>
                </a:cubicBezTo>
                <a:cubicBezTo>
                  <a:pt x="1109668" y="10062"/>
                  <a:pt x="1110455" y="9909"/>
                  <a:pt x="1111379" y="9809"/>
                </a:cubicBezTo>
                <a:cubicBezTo>
                  <a:pt x="1112304" y="9706"/>
                  <a:pt x="1113348" y="9655"/>
                  <a:pt x="1114512" y="9655"/>
                </a:cubicBezTo>
                <a:cubicBezTo>
                  <a:pt x="1115745" y="9655"/>
                  <a:pt x="1116823" y="9706"/>
                  <a:pt x="1117747" y="9809"/>
                </a:cubicBezTo>
                <a:cubicBezTo>
                  <a:pt x="1118672" y="9909"/>
                  <a:pt x="1119459" y="10062"/>
                  <a:pt x="1120110" y="10268"/>
                </a:cubicBezTo>
                <a:cubicBezTo>
                  <a:pt x="1120760" y="10471"/>
                  <a:pt x="1121274" y="10760"/>
                  <a:pt x="1121650" y="11134"/>
                </a:cubicBezTo>
                <a:cubicBezTo>
                  <a:pt x="1122027" y="11507"/>
                  <a:pt x="1122318" y="11964"/>
                  <a:pt x="1122523" y="12508"/>
                </a:cubicBezTo>
                <a:lnTo>
                  <a:pt x="1169050" y="138954"/>
                </a:lnTo>
                <a:moveTo>
                  <a:pt x="1113896" y="23623"/>
                </a:moveTo>
                <a:lnTo>
                  <a:pt x="1113793" y="23623"/>
                </a:lnTo>
                <a:lnTo>
                  <a:pt x="1088732" y="95108"/>
                </a:lnTo>
                <a:lnTo>
                  <a:pt x="1139573" y="95108"/>
                </a:lnTo>
                <a:lnTo>
                  <a:pt x="1113896" y="23623"/>
                </a:lnTo>
                <a:close/>
                <a:moveTo>
                  <a:pt x="1237474" y="116442"/>
                </a:moveTo>
                <a:cubicBezTo>
                  <a:pt x="1237474" y="120897"/>
                  <a:pt x="1236652" y="124890"/>
                  <a:pt x="1235009" y="128420"/>
                </a:cubicBezTo>
                <a:cubicBezTo>
                  <a:pt x="1233366" y="131949"/>
                  <a:pt x="1231021" y="134948"/>
                  <a:pt x="1227974" y="137417"/>
                </a:cubicBezTo>
                <a:cubicBezTo>
                  <a:pt x="1224927" y="139884"/>
                  <a:pt x="1221280" y="141769"/>
                  <a:pt x="1217035" y="143072"/>
                </a:cubicBezTo>
                <a:cubicBezTo>
                  <a:pt x="1212790" y="144373"/>
                  <a:pt x="1208100" y="145024"/>
                  <a:pt x="1202964" y="145024"/>
                </a:cubicBezTo>
                <a:cubicBezTo>
                  <a:pt x="1199746" y="145024"/>
                  <a:pt x="1196699" y="144767"/>
                  <a:pt x="1193823" y="144253"/>
                </a:cubicBezTo>
                <a:cubicBezTo>
                  <a:pt x="1190947" y="143740"/>
                  <a:pt x="1188345" y="143089"/>
                  <a:pt x="1186017" y="142302"/>
                </a:cubicBezTo>
                <a:cubicBezTo>
                  <a:pt x="1183689" y="141515"/>
                  <a:pt x="1181721" y="140676"/>
                  <a:pt x="1180112" y="139786"/>
                </a:cubicBezTo>
                <a:cubicBezTo>
                  <a:pt x="1178503" y="138895"/>
                  <a:pt x="1177321" y="138108"/>
                  <a:pt x="1176568" y="137423"/>
                </a:cubicBezTo>
                <a:cubicBezTo>
                  <a:pt x="1175815" y="136739"/>
                  <a:pt x="1175267" y="135878"/>
                  <a:pt x="1174925" y="134843"/>
                </a:cubicBezTo>
                <a:cubicBezTo>
                  <a:pt x="1174583" y="133805"/>
                  <a:pt x="1174411" y="132423"/>
                  <a:pt x="1174411" y="130696"/>
                </a:cubicBezTo>
                <a:cubicBezTo>
                  <a:pt x="1174411" y="129797"/>
                  <a:pt x="1174480" y="129002"/>
                  <a:pt x="1174617" y="128311"/>
                </a:cubicBezTo>
                <a:cubicBezTo>
                  <a:pt x="1174754" y="127620"/>
                  <a:pt x="1174925" y="127033"/>
                  <a:pt x="1175130" y="126549"/>
                </a:cubicBezTo>
                <a:cubicBezTo>
                  <a:pt x="1175336" y="126066"/>
                  <a:pt x="1175610" y="125703"/>
                  <a:pt x="1175952" y="125461"/>
                </a:cubicBezTo>
                <a:cubicBezTo>
                  <a:pt x="1176294" y="125219"/>
                  <a:pt x="1176671" y="125098"/>
                  <a:pt x="1177082" y="125098"/>
                </a:cubicBezTo>
                <a:cubicBezTo>
                  <a:pt x="1177835" y="125098"/>
                  <a:pt x="1178931" y="125583"/>
                  <a:pt x="1180368" y="126552"/>
                </a:cubicBezTo>
                <a:cubicBezTo>
                  <a:pt x="1181806" y="127522"/>
                  <a:pt x="1183604" y="128578"/>
                  <a:pt x="1185761" y="129720"/>
                </a:cubicBezTo>
                <a:cubicBezTo>
                  <a:pt x="1187917" y="130863"/>
                  <a:pt x="1190485" y="131919"/>
                  <a:pt x="1193464" y="132888"/>
                </a:cubicBezTo>
                <a:cubicBezTo>
                  <a:pt x="1196442" y="133857"/>
                  <a:pt x="1199883" y="134342"/>
                  <a:pt x="1203786" y="134342"/>
                </a:cubicBezTo>
                <a:cubicBezTo>
                  <a:pt x="1206936" y="134342"/>
                  <a:pt x="1209811" y="134000"/>
                  <a:pt x="1212413" y="133315"/>
                </a:cubicBezTo>
                <a:cubicBezTo>
                  <a:pt x="1215015" y="132628"/>
                  <a:pt x="1217275" y="131599"/>
                  <a:pt x="1219192" y="130227"/>
                </a:cubicBezTo>
                <a:cubicBezTo>
                  <a:pt x="1221109" y="128856"/>
                  <a:pt x="1222599" y="127089"/>
                  <a:pt x="1223660" y="124928"/>
                </a:cubicBezTo>
                <a:cubicBezTo>
                  <a:pt x="1224721" y="122767"/>
                  <a:pt x="1225252" y="120246"/>
                  <a:pt x="1225252" y="117366"/>
                </a:cubicBezTo>
                <a:cubicBezTo>
                  <a:pt x="1225252" y="114488"/>
                  <a:pt x="1224567" y="112055"/>
                  <a:pt x="1223198" y="110068"/>
                </a:cubicBezTo>
                <a:cubicBezTo>
                  <a:pt x="1221828" y="108080"/>
                  <a:pt x="1220031" y="106349"/>
                  <a:pt x="1217805" y="104874"/>
                </a:cubicBezTo>
                <a:cubicBezTo>
                  <a:pt x="1215580" y="103400"/>
                  <a:pt x="1213047" y="102098"/>
                  <a:pt x="1210205" y="100968"/>
                </a:cubicBezTo>
                <a:cubicBezTo>
                  <a:pt x="1207364" y="99836"/>
                  <a:pt x="1204453" y="98671"/>
                  <a:pt x="1201475" y="97473"/>
                </a:cubicBezTo>
                <a:cubicBezTo>
                  <a:pt x="1198496" y="96273"/>
                  <a:pt x="1195586" y="94954"/>
                  <a:pt x="1192745" y="93516"/>
                </a:cubicBezTo>
                <a:cubicBezTo>
                  <a:pt x="1189903" y="92076"/>
                  <a:pt x="1187370" y="90327"/>
                  <a:pt x="1185144" y="88271"/>
                </a:cubicBezTo>
                <a:cubicBezTo>
                  <a:pt x="1182919" y="86215"/>
                  <a:pt x="1181122" y="83748"/>
                  <a:pt x="1179752" y="80870"/>
                </a:cubicBezTo>
                <a:cubicBezTo>
                  <a:pt x="1178383" y="77990"/>
                  <a:pt x="1177698" y="74527"/>
                  <a:pt x="1177698" y="70483"/>
                </a:cubicBezTo>
                <a:cubicBezTo>
                  <a:pt x="1177698" y="67263"/>
                  <a:pt x="1178314" y="64094"/>
                  <a:pt x="1179547" y="60976"/>
                </a:cubicBezTo>
                <a:cubicBezTo>
                  <a:pt x="1180779" y="57857"/>
                  <a:pt x="1182679" y="55063"/>
                  <a:pt x="1185247" y="52596"/>
                </a:cubicBezTo>
                <a:cubicBezTo>
                  <a:pt x="1187815" y="50127"/>
                  <a:pt x="1191101" y="48139"/>
                  <a:pt x="1195107" y="46633"/>
                </a:cubicBezTo>
                <a:cubicBezTo>
                  <a:pt x="1199113" y="45124"/>
                  <a:pt x="1203854" y="44370"/>
                  <a:pt x="1209332" y="44370"/>
                </a:cubicBezTo>
                <a:cubicBezTo>
                  <a:pt x="1211660" y="44370"/>
                  <a:pt x="1213971" y="44558"/>
                  <a:pt x="1216265" y="44935"/>
                </a:cubicBezTo>
                <a:cubicBezTo>
                  <a:pt x="1218559" y="45311"/>
                  <a:pt x="1220647" y="45808"/>
                  <a:pt x="1222530" y="46424"/>
                </a:cubicBezTo>
                <a:cubicBezTo>
                  <a:pt x="1224413" y="47040"/>
                  <a:pt x="1226039" y="47708"/>
                  <a:pt x="1227409" y="48427"/>
                </a:cubicBezTo>
                <a:cubicBezTo>
                  <a:pt x="1228778" y="49146"/>
                  <a:pt x="1229822" y="49779"/>
                  <a:pt x="1230541" y="50327"/>
                </a:cubicBezTo>
                <a:cubicBezTo>
                  <a:pt x="1231260" y="50875"/>
                  <a:pt x="1231740" y="51337"/>
                  <a:pt x="1231979" y="51713"/>
                </a:cubicBezTo>
                <a:cubicBezTo>
                  <a:pt x="1232219" y="52090"/>
                  <a:pt x="1232390" y="52484"/>
                  <a:pt x="1232493" y="52895"/>
                </a:cubicBezTo>
                <a:cubicBezTo>
                  <a:pt x="1232595" y="53305"/>
                  <a:pt x="1232681" y="53802"/>
                  <a:pt x="1232750" y="54384"/>
                </a:cubicBezTo>
                <a:cubicBezTo>
                  <a:pt x="1232818" y="54966"/>
                  <a:pt x="1232852" y="55668"/>
                  <a:pt x="1232852" y="56489"/>
                </a:cubicBezTo>
                <a:cubicBezTo>
                  <a:pt x="1232852" y="57311"/>
                  <a:pt x="1232801" y="58047"/>
                  <a:pt x="1232698" y="58698"/>
                </a:cubicBezTo>
                <a:cubicBezTo>
                  <a:pt x="1232595" y="59348"/>
                  <a:pt x="1232441" y="59913"/>
                  <a:pt x="1232236" y="60392"/>
                </a:cubicBezTo>
                <a:cubicBezTo>
                  <a:pt x="1232031" y="60872"/>
                  <a:pt x="1231774" y="61231"/>
                  <a:pt x="1231466" y="61471"/>
                </a:cubicBezTo>
                <a:cubicBezTo>
                  <a:pt x="1231158" y="61710"/>
                  <a:pt x="1230798" y="61830"/>
                  <a:pt x="1230387" y="61830"/>
                </a:cubicBezTo>
                <a:cubicBezTo>
                  <a:pt x="1229839" y="61830"/>
                  <a:pt x="1229018" y="61454"/>
                  <a:pt x="1227922" y="60700"/>
                </a:cubicBezTo>
                <a:cubicBezTo>
                  <a:pt x="1226827" y="59947"/>
                  <a:pt x="1225389" y="59126"/>
                  <a:pt x="1223608" y="58235"/>
                </a:cubicBezTo>
                <a:cubicBezTo>
                  <a:pt x="1221828" y="57345"/>
                  <a:pt x="1219706" y="56524"/>
                  <a:pt x="1217241" y="55770"/>
                </a:cubicBezTo>
                <a:cubicBezTo>
                  <a:pt x="1214776" y="55017"/>
                  <a:pt x="1211934" y="54641"/>
                  <a:pt x="1208716" y="54641"/>
                </a:cubicBezTo>
                <a:cubicBezTo>
                  <a:pt x="1205498" y="54641"/>
                  <a:pt x="1202673" y="55018"/>
                  <a:pt x="1200242" y="55774"/>
                </a:cubicBezTo>
                <a:cubicBezTo>
                  <a:pt x="1197812" y="56527"/>
                  <a:pt x="1195809" y="57589"/>
                  <a:pt x="1194234" y="58961"/>
                </a:cubicBezTo>
                <a:cubicBezTo>
                  <a:pt x="1192659" y="60332"/>
                  <a:pt x="1191478" y="61945"/>
                  <a:pt x="1190691" y="63798"/>
                </a:cubicBezTo>
                <a:cubicBezTo>
                  <a:pt x="1189903" y="65649"/>
                  <a:pt x="1189509" y="67672"/>
                  <a:pt x="1189509" y="69867"/>
                </a:cubicBezTo>
                <a:cubicBezTo>
                  <a:pt x="1189509" y="72882"/>
                  <a:pt x="1190194" y="75418"/>
                  <a:pt x="1191564" y="77474"/>
                </a:cubicBezTo>
                <a:cubicBezTo>
                  <a:pt x="1192933" y="79530"/>
                  <a:pt x="1194748" y="81313"/>
                  <a:pt x="1197007" y="82821"/>
                </a:cubicBezTo>
                <a:cubicBezTo>
                  <a:pt x="1199267" y="84330"/>
                  <a:pt x="1201834" y="85667"/>
                  <a:pt x="1204710" y="86833"/>
                </a:cubicBezTo>
                <a:cubicBezTo>
                  <a:pt x="1207586" y="87997"/>
                  <a:pt x="1210513" y="89162"/>
                  <a:pt x="1213492" y="90328"/>
                </a:cubicBezTo>
                <a:cubicBezTo>
                  <a:pt x="1216470" y="91493"/>
                  <a:pt x="1219397" y="92777"/>
                  <a:pt x="1222273" y="94183"/>
                </a:cubicBezTo>
                <a:cubicBezTo>
                  <a:pt x="1225149" y="95587"/>
                  <a:pt x="1227717" y="97283"/>
                  <a:pt x="1229976" y="99270"/>
                </a:cubicBezTo>
                <a:cubicBezTo>
                  <a:pt x="1232236" y="101258"/>
                  <a:pt x="1234050" y="103641"/>
                  <a:pt x="1235420" y="106418"/>
                </a:cubicBezTo>
                <a:cubicBezTo>
                  <a:pt x="1236789" y="109194"/>
                  <a:pt x="1237474" y="112535"/>
                  <a:pt x="1237474" y="116442"/>
                </a:cubicBezTo>
                <a:close/>
                <a:moveTo>
                  <a:pt x="1331109" y="140912"/>
                </a:moveTo>
                <a:cubicBezTo>
                  <a:pt x="1331109" y="141391"/>
                  <a:pt x="1331007" y="141803"/>
                  <a:pt x="1330801" y="142148"/>
                </a:cubicBezTo>
                <a:cubicBezTo>
                  <a:pt x="1330596" y="142490"/>
                  <a:pt x="1330253" y="142781"/>
                  <a:pt x="1329774" y="143021"/>
                </a:cubicBezTo>
                <a:cubicBezTo>
                  <a:pt x="1329295" y="143261"/>
                  <a:pt x="1328644" y="143449"/>
                  <a:pt x="1327823" y="143586"/>
                </a:cubicBezTo>
                <a:cubicBezTo>
                  <a:pt x="1327001" y="143723"/>
                  <a:pt x="1325940" y="143791"/>
                  <a:pt x="1324639" y="143791"/>
                </a:cubicBezTo>
                <a:cubicBezTo>
                  <a:pt x="1323269" y="143791"/>
                  <a:pt x="1322139" y="143740"/>
                  <a:pt x="1321249" y="143637"/>
                </a:cubicBezTo>
                <a:cubicBezTo>
                  <a:pt x="1320359" y="143534"/>
                  <a:pt x="1319589" y="143380"/>
                  <a:pt x="1318938" y="143175"/>
                </a:cubicBezTo>
                <a:cubicBezTo>
                  <a:pt x="1318288" y="142970"/>
                  <a:pt x="1317740" y="142696"/>
                  <a:pt x="1317295" y="142353"/>
                </a:cubicBezTo>
                <a:cubicBezTo>
                  <a:pt x="1316850" y="142009"/>
                  <a:pt x="1316422" y="141597"/>
                  <a:pt x="1316011" y="141118"/>
                </a:cubicBezTo>
                <a:lnTo>
                  <a:pt x="1272463" y="88271"/>
                </a:lnTo>
                <a:lnTo>
                  <a:pt x="1272463" y="141118"/>
                </a:lnTo>
                <a:cubicBezTo>
                  <a:pt x="1272463" y="141528"/>
                  <a:pt x="1272360" y="141906"/>
                  <a:pt x="1272155" y="142251"/>
                </a:cubicBezTo>
                <a:cubicBezTo>
                  <a:pt x="1271949" y="142593"/>
                  <a:pt x="1271624" y="142867"/>
                  <a:pt x="1271179" y="143072"/>
                </a:cubicBezTo>
                <a:cubicBezTo>
                  <a:pt x="1270734" y="143278"/>
                  <a:pt x="1270118" y="143449"/>
                  <a:pt x="1269330" y="143586"/>
                </a:cubicBezTo>
                <a:cubicBezTo>
                  <a:pt x="1268543" y="143723"/>
                  <a:pt x="1267533" y="143791"/>
                  <a:pt x="1266301" y="143791"/>
                </a:cubicBezTo>
                <a:cubicBezTo>
                  <a:pt x="1265136" y="143791"/>
                  <a:pt x="1264161" y="143723"/>
                  <a:pt x="1263373" y="143586"/>
                </a:cubicBezTo>
                <a:cubicBezTo>
                  <a:pt x="1262586" y="143449"/>
                  <a:pt x="1261953" y="143278"/>
                  <a:pt x="1261473" y="143072"/>
                </a:cubicBezTo>
                <a:cubicBezTo>
                  <a:pt x="1260994" y="142867"/>
                  <a:pt x="1260669" y="142593"/>
                  <a:pt x="1260498" y="142251"/>
                </a:cubicBezTo>
                <a:cubicBezTo>
                  <a:pt x="1260326" y="141908"/>
                  <a:pt x="1260241" y="141532"/>
                  <a:pt x="1260241" y="141121"/>
                </a:cubicBezTo>
                <a:lnTo>
                  <a:pt x="1260241" y="2670"/>
                </a:lnTo>
                <a:cubicBezTo>
                  <a:pt x="1260241" y="2260"/>
                  <a:pt x="1260326" y="1883"/>
                  <a:pt x="1260498" y="1541"/>
                </a:cubicBezTo>
                <a:cubicBezTo>
                  <a:pt x="1260669" y="1198"/>
                  <a:pt x="1260994" y="907"/>
                  <a:pt x="1261473" y="668"/>
                </a:cubicBezTo>
                <a:cubicBezTo>
                  <a:pt x="1261953" y="428"/>
                  <a:pt x="1262586" y="257"/>
                  <a:pt x="1263373" y="154"/>
                </a:cubicBezTo>
                <a:cubicBezTo>
                  <a:pt x="1264161" y="51"/>
                  <a:pt x="1265136" y="0"/>
                  <a:pt x="1266301" y="0"/>
                </a:cubicBezTo>
                <a:cubicBezTo>
                  <a:pt x="1267533" y="0"/>
                  <a:pt x="1268543" y="51"/>
                  <a:pt x="1269330" y="154"/>
                </a:cubicBezTo>
                <a:cubicBezTo>
                  <a:pt x="1270118" y="257"/>
                  <a:pt x="1270734" y="428"/>
                  <a:pt x="1271179" y="668"/>
                </a:cubicBezTo>
                <a:cubicBezTo>
                  <a:pt x="1271624" y="907"/>
                  <a:pt x="1271949" y="1198"/>
                  <a:pt x="1272155" y="1541"/>
                </a:cubicBezTo>
                <a:cubicBezTo>
                  <a:pt x="1272360" y="1883"/>
                  <a:pt x="1272463" y="2259"/>
                  <a:pt x="1272463" y="2667"/>
                </a:cubicBezTo>
                <a:lnTo>
                  <a:pt x="1272463" y="88066"/>
                </a:lnTo>
                <a:lnTo>
                  <a:pt x="1311595" y="48481"/>
                </a:lnTo>
                <a:cubicBezTo>
                  <a:pt x="1312143" y="47865"/>
                  <a:pt x="1312707" y="47369"/>
                  <a:pt x="1313289" y="46992"/>
                </a:cubicBezTo>
                <a:cubicBezTo>
                  <a:pt x="1313871" y="46613"/>
                  <a:pt x="1314505" y="46304"/>
                  <a:pt x="1315190" y="46065"/>
                </a:cubicBezTo>
                <a:cubicBezTo>
                  <a:pt x="1315874" y="45825"/>
                  <a:pt x="1316662" y="45654"/>
                  <a:pt x="1317552" y="45551"/>
                </a:cubicBezTo>
                <a:cubicBezTo>
                  <a:pt x="1318442" y="45448"/>
                  <a:pt x="1319469" y="45397"/>
                  <a:pt x="1320633" y="45397"/>
                </a:cubicBezTo>
                <a:cubicBezTo>
                  <a:pt x="1321797" y="45397"/>
                  <a:pt x="1322807" y="45431"/>
                  <a:pt x="1323663" y="45500"/>
                </a:cubicBezTo>
                <a:cubicBezTo>
                  <a:pt x="1324519" y="45568"/>
                  <a:pt x="1325221" y="45705"/>
                  <a:pt x="1325768" y="45910"/>
                </a:cubicBezTo>
                <a:cubicBezTo>
                  <a:pt x="1326316" y="46116"/>
                  <a:pt x="1326727" y="46374"/>
                  <a:pt x="1327001" y="46684"/>
                </a:cubicBezTo>
                <a:cubicBezTo>
                  <a:pt x="1327275" y="46992"/>
                  <a:pt x="1327412" y="47386"/>
                  <a:pt x="1327412" y="47865"/>
                </a:cubicBezTo>
                <a:cubicBezTo>
                  <a:pt x="1327412" y="48550"/>
                  <a:pt x="1327206" y="49219"/>
                  <a:pt x="1326796" y="49871"/>
                </a:cubicBezTo>
                <a:cubicBezTo>
                  <a:pt x="1326385" y="50522"/>
                  <a:pt x="1325666" y="51360"/>
                  <a:pt x="1324639" y="52388"/>
                </a:cubicBezTo>
                <a:lnTo>
                  <a:pt x="1287458" y="87552"/>
                </a:lnTo>
                <a:lnTo>
                  <a:pt x="1328747" y="136903"/>
                </a:lnTo>
                <a:cubicBezTo>
                  <a:pt x="1329637" y="137930"/>
                  <a:pt x="1330253" y="138719"/>
                  <a:pt x="1330596" y="139269"/>
                </a:cubicBezTo>
                <a:cubicBezTo>
                  <a:pt x="1330938" y="139817"/>
                  <a:pt x="1331109" y="140364"/>
                  <a:pt x="1331109" y="140912"/>
                </a:cubicBezTo>
                <a:close/>
                <a:moveTo>
                  <a:pt x="1478674" y="141118"/>
                </a:moveTo>
                <a:cubicBezTo>
                  <a:pt x="1478674" y="141528"/>
                  <a:pt x="1478588" y="141906"/>
                  <a:pt x="1478417" y="142251"/>
                </a:cubicBezTo>
                <a:cubicBezTo>
                  <a:pt x="1478246" y="142593"/>
                  <a:pt x="1477920" y="142867"/>
                  <a:pt x="1477441" y="143072"/>
                </a:cubicBezTo>
                <a:cubicBezTo>
                  <a:pt x="1476962" y="143278"/>
                  <a:pt x="1476346" y="143449"/>
                  <a:pt x="1475592" y="143586"/>
                </a:cubicBezTo>
                <a:cubicBezTo>
                  <a:pt x="1474839" y="143723"/>
                  <a:pt x="1473915" y="143791"/>
                  <a:pt x="1472819" y="143791"/>
                </a:cubicBezTo>
                <a:cubicBezTo>
                  <a:pt x="1471587" y="143791"/>
                  <a:pt x="1470594" y="143723"/>
                  <a:pt x="1469841" y="143586"/>
                </a:cubicBezTo>
                <a:cubicBezTo>
                  <a:pt x="1469087" y="143449"/>
                  <a:pt x="1468505" y="143278"/>
                  <a:pt x="1468095" y="143072"/>
                </a:cubicBezTo>
                <a:cubicBezTo>
                  <a:pt x="1467684" y="142867"/>
                  <a:pt x="1467393" y="142593"/>
                  <a:pt x="1467222" y="142251"/>
                </a:cubicBezTo>
                <a:cubicBezTo>
                  <a:pt x="1467050" y="141906"/>
                  <a:pt x="1466965" y="141528"/>
                  <a:pt x="1466965" y="141118"/>
                </a:cubicBezTo>
                <a:lnTo>
                  <a:pt x="1466965" y="127958"/>
                </a:lnTo>
                <a:cubicBezTo>
                  <a:pt x="1461624" y="133958"/>
                  <a:pt x="1456403" y="138303"/>
                  <a:pt x="1451302" y="140992"/>
                </a:cubicBezTo>
                <a:cubicBezTo>
                  <a:pt x="1446201" y="143680"/>
                  <a:pt x="1441117" y="145024"/>
                  <a:pt x="1436050" y="145024"/>
                </a:cubicBezTo>
                <a:cubicBezTo>
                  <a:pt x="1429956" y="145024"/>
                  <a:pt x="1424820" y="143994"/>
                  <a:pt x="1420644" y="141936"/>
                </a:cubicBezTo>
                <a:cubicBezTo>
                  <a:pt x="1416467" y="139878"/>
                  <a:pt x="1413095" y="137082"/>
                  <a:pt x="1410527" y="133549"/>
                </a:cubicBezTo>
                <a:cubicBezTo>
                  <a:pt x="1407959" y="130014"/>
                  <a:pt x="1406110" y="125915"/>
                  <a:pt x="1404981" y="121250"/>
                </a:cubicBezTo>
                <a:cubicBezTo>
                  <a:pt x="1403851" y="116583"/>
                  <a:pt x="1403286" y="110957"/>
                  <a:pt x="1403286" y="104371"/>
                </a:cubicBezTo>
                <a:lnTo>
                  <a:pt x="1403286" y="48074"/>
                </a:lnTo>
                <a:cubicBezTo>
                  <a:pt x="1403286" y="47661"/>
                  <a:pt x="1403371" y="47283"/>
                  <a:pt x="1403543" y="46941"/>
                </a:cubicBezTo>
                <a:cubicBezTo>
                  <a:pt x="1403714" y="46598"/>
                  <a:pt x="1404039" y="46307"/>
                  <a:pt x="1404518" y="46068"/>
                </a:cubicBezTo>
                <a:cubicBezTo>
                  <a:pt x="1404998" y="45826"/>
                  <a:pt x="1405631" y="45654"/>
                  <a:pt x="1406418" y="45551"/>
                </a:cubicBezTo>
                <a:cubicBezTo>
                  <a:pt x="1407206" y="45448"/>
                  <a:pt x="1408182" y="45397"/>
                  <a:pt x="1409346" y="45397"/>
                </a:cubicBezTo>
                <a:cubicBezTo>
                  <a:pt x="1410578" y="45397"/>
                  <a:pt x="1411588" y="45448"/>
                  <a:pt x="1412376" y="45551"/>
                </a:cubicBezTo>
                <a:cubicBezTo>
                  <a:pt x="1413163" y="45654"/>
                  <a:pt x="1413779" y="45826"/>
                  <a:pt x="1414224" y="46068"/>
                </a:cubicBezTo>
                <a:cubicBezTo>
                  <a:pt x="1414669" y="46307"/>
                  <a:pt x="1414995" y="46598"/>
                  <a:pt x="1415200" y="46941"/>
                </a:cubicBezTo>
                <a:cubicBezTo>
                  <a:pt x="1415405" y="47283"/>
                  <a:pt x="1415508" y="47661"/>
                  <a:pt x="1415508" y="48074"/>
                </a:cubicBezTo>
                <a:lnTo>
                  <a:pt x="1415508" y="103250"/>
                </a:lnTo>
                <a:cubicBezTo>
                  <a:pt x="1415508" y="109017"/>
                  <a:pt x="1415953" y="113719"/>
                  <a:pt x="1416843" y="117357"/>
                </a:cubicBezTo>
                <a:cubicBezTo>
                  <a:pt x="1417733" y="120992"/>
                  <a:pt x="1419069" y="124097"/>
                  <a:pt x="1420849" y="126671"/>
                </a:cubicBezTo>
                <a:cubicBezTo>
                  <a:pt x="1422629" y="129245"/>
                  <a:pt x="1424906" y="131236"/>
                  <a:pt x="1427679" y="132644"/>
                </a:cubicBezTo>
                <a:cubicBezTo>
                  <a:pt x="1430452" y="134050"/>
                  <a:pt x="1433687" y="134753"/>
                  <a:pt x="1437385" y="134753"/>
                </a:cubicBezTo>
                <a:cubicBezTo>
                  <a:pt x="1442110" y="134753"/>
                  <a:pt x="1446817" y="133065"/>
                  <a:pt x="1451507" y="129688"/>
                </a:cubicBezTo>
                <a:cubicBezTo>
                  <a:pt x="1456198" y="126309"/>
                  <a:pt x="1461179" y="121346"/>
                  <a:pt x="1466451" y="114799"/>
                </a:cubicBezTo>
                <a:lnTo>
                  <a:pt x="1466451" y="48071"/>
                </a:lnTo>
                <a:cubicBezTo>
                  <a:pt x="1466451" y="47660"/>
                  <a:pt x="1466537" y="47283"/>
                  <a:pt x="1466708" y="46941"/>
                </a:cubicBezTo>
                <a:cubicBezTo>
                  <a:pt x="1466879" y="46596"/>
                  <a:pt x="1467205" y="46304"/>
                  <a:pt x="1467684" y="46065"/>
                </a:cubicBezTo>
                <a:cubicBezTo>
                  <a:pt x="1468163" y="45825"/>
                  <a:pt x="1468796" y="45654"/>
                  <a:pt x="1469584" y="45551"/>
                </a:cubicBezTo>
                <a:cubicBezTo>
                  <a:pt x="1470371" y="45448"/>
                  <a:pt x="1471381" y="45397"/>
                  <a:pt x="1472614" y="45397"/>
                </a:cubicBezTo>
                <a:cubicBezTo>
                  <a:pt x="1473778" y="45397"/>
                  <a:pt x="1474754" y="45448"/>
                  <a:pt x="1475541" y="45551"/>
                </a:cubicBezTo>
                <a:cubicBezTo>
                  <a:pt x="1476328" y="45654"/>
                  <a:pt x="1476945" y="45825"/>
                  <a:pt x="1477390" y="46065"/>
                </a:cubicBezTo>
                <a:cubicBezTo>
                  <a:pt x="1477835" y="46304"/>
                  <a:pt x="1478160" y="46596"/>
                  <a:pt x="1478365" y="46941"/>
                </a:cubicBezTo>
                <a:cubicBezTo>
                  <a:pt x="1478571" y="47283"/>
                  <a:pt x="1478674" y="47660"/>
                  <a:pt x="1478674" y="48071"/>
                </a:cubicBezTo>
                <a:lnTo>
                  <a:pt x="1478674" y="141118"/>
                </a:lnTo>
                <a:close/>
                <a:moveTo>
                  <a:pt x="1557831" y="116442"/>
                </a:moveTo>
                <a:cubicBezTo>
                  <a:pt x="1557831" y="120897"/>
                  <a:pt x="1557009" y="124890"/>
                  <a:pt x="1555366" y="128420"/>
                </a:cubicBezTo>
                <a:cubicBezTo>
                  <a:pt x="1553723" y="131949"/>
                  <a:pt x="1551377" y="134948"/>
                  <a:pt x="1548330" y="137417"/>
                </a:cubicBezTo>
                <a:cubicBezTo>
                  <a:pt x="1545283" y="139884"/>
                  <a:pt x="1541637" y="141769"/>
                  <a:pt x="1537392" y="143072"/>
                </a:cubicBezTo>
                <a:cubicBezTo>
                  <a:pt x="1533147" y="144373"/>
                  <a:pt x="1528456" y="145024"/>
                  <a:pt x="1523321" y="145024"/>
                </a:cubicBezTo>
                <a:cubicBezTo>
                  <a:pt x="1520103" y="145024"/>
                  <a:pt x="1517056" y="144767"/>
                  <a:pt x="1514180" y="144253"/>
                </a:cubicBezTo>
                <a:cubicBezTo>
                  <a:pt x="1511304" y="143740"/>
                  <a:pt x="1508702" y="143089"/>
                  <a:pt x="1506374" y="142302"/>
                </a:cubicBezTo>
                <a:cubicBezTo>
                  <a:pt x="1504046" y="141515"/>
                  <a:pt x="1502078" y="140676"/>
                  <a:pt x="1500469" y="139786"/>
                </a:cubicBezTo>
                <a:cubicBezTo>
                  <a:pt x="1498859" y="138895"/>
                  <a:pt x="1497678" y="138108"/>
                  <a:pt x="1496925" y="137423"/>
                </a:cubicBezTo>
                <a:cubicBezTo>
                  <a:pt x="1496172" y="136739"/>
                  <a:pt x="1495624" y="135878"/>
                  <a:pt x="1495282" y="134843"/>
                </a:cubicBezTo>
                <a:cubicBezTo>
                  <a:pt x="1494939" y="133805"/>
                  <a:pt x="1494768" y="132423"/>
                  <a:pt x="1494768" y="130696"/>
                </a:cubicBezTo>
                <a:cubicBezTo>
                  <a:pt x="1494768" y="129797"/>
                  <a:pt x="1494837" y="129002"/>
                  <a:pt x="1494974" y="128311"/>
                </a:cubicBezTo>
                <a:cubicBezTo>
                  <a:pt x="1495111" y="127620"/>
                  <a:pt x="1495282" y="127033"/>
                  <a:pt x="1495487" y="126549"/>
                </a:cubicBezTo>
                <a:cubicBezTo>
                  <a:pt x="1495693" y="126066"/>
                  <a:pt x="1495967" y="125703"/>
                  <a:pt x="1496309" y="125461"/>
                </a:cubicBezTo>
                <a:cubicBezTo>
                  <a:pt x="1496651" y="125219"/>
                  <a:pt x="1497028" y="125098"/>
                  <a:pt x="1497439" y="125098"/>
                </a:cubicBezTo>
                <a:cubicBezTo>
                  <a:pt x="1498192" y="125098"/>
                  <a:pt x="1499287" y="125583"/>
                  <a:pt x="1500725" y="126552"/>
                </a:cubicBezTo>
                <a:cubicBezTo>
                  <a:pt x="1502163" y="127522"/>
                  <a:pt x="1503961" y="128578"/>
                  <a:pt x="1506117" y="129720"/>
                </a:cubicBezTo>
                <a:cubicBezTo>
                  <a:pt x="1508274" y="130863"/>
                  <a:pt x="1510842" y="131919"/>
                  <a:pt x="1513821" y="132888"/>
                </a:cubicBezTo>
                <a:cubicBezTo>
                  <a:pt x="1516799" y="133857"/>
                  <a:pt x="1520240" y="134342"/>
                  <a:pt x="1524143" y="134342"/>
                </a:cubicBezTo>
                <a:cubicBezTo>
                  <a:pt x="1527292" y="134342"/>
                  <a:pt x="1530168" y="134000"/>
                  <a:pt x="1532770" y="133315"/>
                </a:cubicBezTo>
                <a:cubicBezTo>
                  <a:pt x="1535372" y="132628"/>
                  <a:pt x="1537632" y="131599"/>
                  <a:pt x="1539549" y="130227"/>
                </a:cubicBezTo>
                <a:cubicBezTo>
                  <a:pt x="1541466" y="128856"/>
                  <a:pt x="1542955" y="127089"/>
                  <a:pt x="1544017" y="124928"/>
                </a:cubicBezTo>
                <a:cubicBezTo>
                  <a:pt x="1545078" y="122767"/>
                  <a:pt x="1545609" y="120246"/>
                  <a:pt x="1545609" y="117366"/>
                </a:cubicBezTo>
                <a:cubicBezTo>
                  <a:pt x="1545609" y="114488"/>
                  <a:pt x="1544924" y="112055"/>
                  <a:pt x="1543555" y="110068"/>
                </a:cubicBezTo>
                <a:cubicBezTo>
                  <a:pt x="1542185" y="108080"/>
                  <a:pt x="1540388" y="106349"/>
                  <a:pt x="1538162" y="104874"/>
                </a:cubicBezTo>
                <a:cubicBezTo>
                  <a:pt x="1535937" y="103400"/>
                  <a:pt x="1533404" y="102098"/>
                  <a:pt x="1530562" y="100968"/>
                </a:cubicBezTo>
                <a:cubicBezTo>
                  <a:pt x="1527720" y="99836"/>
                  <a:pt x="1524810" y="98671"/>
                  <a:pt x="1521832" y="97473"/>
                </a:cubicBezTo>
                <a:cubicBezTo>
                  <a:pt x="1518853" y="96273"/>
                  <a:pt x="1515943" y="94954"/>
                  <a:pt x="1513102" y="93516"/>
                </a:cubicBezTo>
                <a:cubicBezTo>
                  <a:pt x="1510260" y="92076"/>
                  <a:pt x="1507727" y="90327"/>
                  <a:pt x="1505501" y="88271"/>
                </a:cubicBezTo>
                <a:cubicBezTo>
                  <a:pt x="1503276" y="86215"/>
                  <a:pt x="1501479" y="83748"/>
                  <a:pt x="1500109" y="80870"/>
                </a:cubicBezTo>
                <a:cubicBezTo>
                  <a:pt x="1498740" y="77990"/>
                  <a:pt x="1498055" y="74527"/>
                  <a:pt x="1498055" y="70483"/>
                </a:cubicBezTo>
                <a:cubicBezTo>
                  <a:pt x="1498055" y="67263"/>
                  <a:pt x="1498671" y="64094"/>
                  <a:pt x="1499904" y="60976"/>
                </a:cubicBezTo>
                <a:cubicBezTo>
                  <a:pt x="1501136" y="57857"/>
                  <a:pt x="1503036" y="55063"/>
                  <a:pt x="1505604" y="52596"/>
                </a:cubicBezTo>
                <a:cubicBezTo>
                  <a:pt x="1508172" y="50127"/>
                  <a:pt x="1511458" y="48139"/>
                  <a:pt x="1515464" y="46633"/>
                </a:cubicBezTo>
                <a:cubicBezTo>
                  <a:pt x="1519470" y="45124"/>
                  <a:pt x="1524211" y="44370"/>
                  <a:pt x="1529689" y="44370"/>
                </a:cubicBezTo>
                <a:cubicBezTo>
                  <a:pt x="1532017" y="44370"/>
                  <a:pt x="1534328" y="44558"/>
                  <a:pt x="1536622" y="44935"/>
                </a:cubicBezTo>
                <a:cubicBezTo>
                  <a:pt x="1538916" y="45311"/>
                  <a:pt x="1541004" y="45808"/>
                  <a:pt x="1542887" y="46424"/>
                </a:cubicBezTo>
                <a:cubicBezTo>
                  <a:pt x="1544770" y="47040"/>
                  <a:pt x="1546396" y="47708"/>
                  <a:pt x="1547766" y="48427"/>
                </a:cubicBezTo>
                <a:cubicBezTo>
                  <a:pt x="1549135" y="49146"/>
                  <a:pt x="1550179" y="49779"/>
                  <a:pt x="1550898" y="50327"/>
                </a:cubicBezTo>
                <a:cubicBezTo>
                  <a:pt x="1551617" y="50875"/>
                  <a:pt x="1552096" y="51337"/>
                  <a:pt x="1552336" y="51713"/>
                </a:cubicBezTo>
                <a:cubicBezTo>
                  <a:pt x="1552576" y="52090"/>
                  <a:pt x="1552747" y="52484"/>
                  <a:pt x="1552850" y="52895"/>
                </a:cubicBezTo>
                <a:cubicBezTo>
                  <a:pt x="1552952" y="53305"/>
                  <a:pt x="1553038" y="53802"/>
                  <a:pt x="1553106" y="54384"/>
                </a:cubicBezTo>
                <a:cubicBezTo>
                  <a:pt x="1553175" y="54966"/>
                  <a:pt x="1553209" y="55668"/>
                  <a:pt x="1553209" y="56489"/>
                </a:cubicBezTo>
                <a:cubicBezTo>
                  <a:pt x="1553209" y="57311"/>
                  <a:pt x="1553158" y="58047"/>
                  <a:pt x="1553055" y="58698"/>
                </a:cubicBezTo>
                <a:cubicBezTo>
                  <a:pt x="1552952" y="59348"/>
                  <a:pt x="1552798" y="59913"/>
                  <a:pt x="1552593" y="60392"/>
                </a:cubicBezTo>
                <a:cubicBezTo>
                  <a:pt x="1552387" y="60872"/>
                  <a:pt x="1552131" y="61231"/>
                  <a:pt x="1551823" y="61471"/>
                </a:cubicBezTo>
                <a:cubicBezTo>
                  <a:pt x="1551514" y="61710"/>
                  <a:pt x="1551155" y="61830"/>
                  <a:pt x="1550744" y="61830"/>
                </a:cubicBezTo>
                <a:cubicBezTo>
                  <a:pt x="1550196" y="61830"/>
                  <a:pt x="1549375" y="61454"/>
                  <a:pt x="1548279" y="60700"/>
                </a:cubicBezTo>
                <a:cubicBezTo>
                  <a:pt x="1547184" y="59947"/>
                  <a:pt x="1545746" y="59126"/>
                  <a:pt x="1543965" y="58235"/>
                </a:cubicBezTo>
                <a:cubicBezTo>
                  <a:pt x="1542185" y="57345"/>
                  <a:pt x="1540062" y="56524"/>
                  <a:pt x="1537597" y="55770"/>
                </a:cubicBezTo>
                <a:cubicBezTo>
                  <a:pt x="1535132" y="55017"/>
                  <a:pt x="1532291" y="54641"/>
                  <a:pt x="1529073" y="54641"/>
                </a:cubicBezTo>
                <a:cubicBezTo>
                  <a:pt x="1525855" y="54641"/>
                  <a:pt x="1523030" y="55018"/>
                  <a:pt x="1520599" y="55774"/>
                </a:cubicBezTo>
                <a:cubicBezTo>
                  <a:pt x="1518169" y="56527"/>
                  <a:pt x="1516166" y="57589"/>
                  <a:pt x="1514591" y="58961"/>
                </a:cubicBezTo>
                <a:cubicBezTo>
                  <a:pt x="1513016" y="60332"/>
                  <a:pt x="1511835" y="61945"/>
                  <a:pt x="1511047" y="63798"/>
                </a:cubicBezTo>
                <a:cubicBezTo>
                  <a:pt x="1510260" y="65649"/>
                  <a:pt x="1509866" y="67672"/>
                  <a:pt x="1509866" y="69867"/>
                </a:cubicBezTo>
                <a:cubicBezTo>
                  <a:pt x="1509866" y="72882"/>
                  <a:pt x="1510551" y="75418"/>
                  <a:pt x="1511920" y="77474"/>
                </a:cubicBezTo>
                <a:cubicBezTo>
                  <a:pt x="1513290" y="79530"/>
                  <a:pt x="1515104" y="81313"/>
                  <a:pt x="1517364" y="82821"/>
                </a:cubicBezTo>
                <a:cubicBezTo>
                  <a:pt x="1519624" y="84330"/>
                  <a:pt x="1522191" y="85667"/>
                  <a:pt x="1525067" y="86833"/>
                </a:cubicBezTo>
                <a:cubicBezTo>
                  <a:pt x="1527943" y="87997"/>
                  <a:pt x="1530870" y="89162"/>
                  <a:pt x="1533849" y="90328"/>
                </a:cubicBezTo>
                <a:cubicBezTo>
                  <a:pt x="1536827" y="91493"/>
                  <a:pt x="1539754" y="92777"/>
                  <a:pt x="1542630" y="94183"/>
                </a:cubicBezTo>
                <a:cubicBezTo>
                  <a:pt x="1545506" y="95587"/>
                  <a:pt x="1548074" y="97283"/>
                  <a:pt x="1550333" y="99270"/>
                </a:cubicBezTo>
                <a:cubicBezTo>
                  <a:pt x="1552593" y="101258"/>
                  <a:pt x="1554407" y="103641"/>
                  <a:pt x="1555777" y="106418"/>
                </a:cubicBezTo>
                <a:cubicBezTo>
                  <a:pt x="1557146" y="109194"/>
                  <a:pt x="1557831" y="112535"/>
                  <a:pt x="1557831" y="116442"/>
                </a:cubicBezTo>
                <a:close/>
                <a:moveTo>
                  <a:pt x="1656396" y="89869"/>
                </a:moveTo>
                <a:cubicBezTo>
                  <a:pt x="1656396" y="92334"/>
                  <a:pt x="1655746" y="94029"/>
                  <a:pt x="1654445" y="94954"/>
                </a:cubicBezTo>
                <a:cubicBezTo>
                  <a:pt x="1653144" y="95878"/>
                  <a:pt x="1651877" y="96340"/>
                  <a:pt x="1650645" y="96340"/>
                </a:cubicBezTo>
                <a:lnTo>
                  <a:pt x="1587274" y="96340"/>
                </a:lnTo>
                <a:cubicBezTo>
                  <a:pt x="1587274" y="102107"/>
                  <a:pt x="1587839" y="107325"/>
                  <a:pt x="1588968" y="111993"/>
                </a:cubicBezTo>
                <a:cubicBezTo>
                  <a:pt x="1590098" y="116662"/>
                  <a:pt x="1591964" y="120662"/>
                  <a:pt x="1594566" y="123991"/>
                </a:cubicBezTo>
                <a:cubicBezTo>
                  <a:pt x="1597168" y="127320"/>
                  <a:pt x="1600557" y="129879"/>
                  <a:pt x="1604734" y="131665"/>
                </a:cubicBezTo>
                <a:cubicBezTo>
                  <a:pt x="1608911" y="133450"/>
                  <a:pt x="1614046" y="134342"/>
                  <a:pt x="1620140" y="134342"/>
                </a:cubicBezTo>
                <a:cubicBezTo>
                  <a:pt x="1624454" y="134342"/>
                  <a:pt x="1628323" y="133960"/>
                  <a:pt x="1631746" y="133196"/>
                </a:cubicBezTo>
                <a:cubicBezTo>
                  <a:pt x="1635170" y="132432"/>
                  <a:pt x="1638131" y="131582"/>
                  <a:pt x="1640631" y="130645"/>
                </a:cubicBezTo>
                <a:cubicBezTo>
                  <a:pt x="1643130" y="129707"/>
                  <a:pt x="1645184" y="128857"/>
                  <a:pt x="1646793" y="128093"/>
                </a:cubicBezTo>
                <a:cubicBezTo>
                  <a:pt x="1648402" y="127329"/>
                  <a:pt x="1649549" y="126947"/>
                  <a:pt x="1650234" y="126947"/>
                </a:cubicBezTo>
                <a:cubicBezTo>
                  <a:pt x="1650645" y="126947"/>
                  <a:pt x="1651021" y="127051"/>
                  <a:pt x="1651364" y="127258"/>
                </a:cubicBezTo>
                <a:cubicBezTo>
                  <a:pt x="1651706" y="127466"/>
                  <a:pt x="1651980" y="127794"/>
                  <a:pt x="1652185" y="128244"/>
                </a:cubicBezTo>
                <a:cubicBezTo>
                  <a:pt x="1652391" y="128693"/>
                  <a:pt x="1652545" y="129263"/>
                  <a:pt x="1652647" y="129955"/>
                </a:cubicBezTo>
                <a:cubicBezTo>
                  <a:pt x="1652750" y="130646"/>
                  <a:pt x="1652801" y="131509"/>
                  <a:pt x="1652801" y="132545"/>
                </a:cubicBezTo>
                <a:cubicBezTo>
                  <a:pt x="1652801" y="133030"/>
                  <a:pt x="1652767" y="133498"/>
                  <a:pt x="1652699" y="133947"/>
                </a:cubicBezTo>
                <a:cubicBezTo>
                  <a:pt x="1652630" y="134397"/>
                  <a:pt x="1652545" y="134812"/>
                  <a:pt x="1652442" y="135193"/>
                </a:cubicBezTo>
                <a:cubicBezTo>
                  <a:pt x="1652339" y="135571"/>
                  <a:pt x="1652185" y="135934"/>
                  <a:pt x="1651980" y="136281"/>
                </a:cubicBezTo>
                <a:cubicBezTo>
                  <a:pt x="1651774" y="136625"/>
                  <a:pt x="1651500" y="136971"/>
                  <a:pt x="1651158" y="137317"/>
                </a:cubicBezTo>
                <a:cubicBezTo>
                  <a:pt x="1650816" y="137662"/>
                  <a:pt x="1649754" y="138262"/>
                  <a:pt x="1647974" y="139118"/>
                </a:cubicBezTo>
                <a:cubicBezTo>
                  <a:pt x="1646194" y="139974"/>
                  <a:pt x="1643866" y="140830"/>
                  <a:pt x="1640990" y="141686"/>
                </a:cubicBezTo>
                <a:cubicBezTo>
                  <a:pt x="1638114" y="142542"/>
                  <a:pt x="1634776" y="143312"/>
                  <a:pt x="1630976" y="143997"/>
                </a:cubicBezTo>
                <a:cubicBezTo>
                  <a:pt x="1627176" y="144681"/>
                  <a:pt x="1623085" y="145024"/>
                  <a:pt x="1618702" y="145024"/>
                </a:cubicBezTo>
                <a:cubicBezTo>
                  <a:pt x="1611513" y="145024"/>
                  <a:pt x="1605145" y="143944"/>
                  <a:pt x="1599599" y="141785"/>
                </a:cubicBezTo>
                <a:cubicBezTo>
                  <a:pt x="1594052" y="139626"/>
                  <a:pt x="1589396" y="136439"/>
                  <a:pt x="1585630" y="132224"/>
                </a:cubicBezTo>
                <a:cubicBezTo>
                  <a:pt x="1581864" y="128008"/>
                  <a:pt x="1579006" y="122782"/>
                  <a:pt x="1577054" y="116545"/>
                </a:cubicBezTo>
                <a:cubicBezTo>
                  <a:pt x="1575103" y="110307"/>
                  <a:pt x="1574127" y="103076"/>
                  <a:pt x="1574127" y="94851"/>
                </a:cubicBezTo>
                <a:cubicBezTo>
                  <a:pt x="1574127" y="86968"/>
                  <a:pt x="1575137" y="79908"/>
                  <a:pt x="1577157" y="73671"/>
                </a:cubicBezTo>
                <a:cubicBezTo>
                  <a:pt x="1579177" y="67433"/>
                  <a:pt x="1582070" y="62138"/>
                  <a:pt x="1585836" y="57786"/>
                </a:cubicBezTo>
                <a:cubicBezTo>
                  <a:pt x="1589602" y="53434"/>
                  <a:pt x="1594138" y="50110"/>
                  <a:pt x="1599445" y="47814"/>
                </a:cubicBezTo>
                <a:cubicBezTo>
                  <a:pt x="1604751" y="45518"/>
                  <a:pt x="1610657" y="44370"/>
                  <a:pt x="1617162" y="44370"/>
                </a:cubicBezTo>
                <a:cubicBezTo>
                  <a:pt x="1624146" y="44370"/>
                  <a:pt x="1630103" y="45534"/>
                  <a:pt x="1635033" y="47862"/>
                </a:cubicBezTo>
                <a:cubicBezTo>
                  <a:pt x="1639963" y="50190"/>
                  <a:pt x="1644020" y="53323"/>
                  <a:pt x="1647204" y="57260"/>
                </a:cubicBezTo>
                <a:cubicBezTo>
                  <a:pt x="1650388" y="61197"/>
                  <a:pt x="1652716" y="65767"/>
                  <a:pt x="1654188" y="70971"/>
                </a:cubicBezTo>
                <a:cubicBezTo>
                  <a:pt x="1655660" y="76175"/>
                  <a:pt x="1656396" y="81653"/>
                  <a:pt x="1656396" y="87405"/>
                </a:cubicBezTo>
                <a:lnTo>
                  <a:pt x="1656396" y="89869"/>
                </a:lnTo>
                <a:moveTo>
                  <a:pt x="1643763" y="86275"/>
                </a:moveTo>
                <a:cubicBezTo>
                  <a:pt x="1643969" y="76415"/>
                  <a:pt x="1641709" y="68712"/>
                  <a:pt x="1636984" y="63165"/>
                </a:cubicBezTo>
                <a:cubicBezTo>
                  <a:pt x="1632260" y="57619"/>
                  <a:pt x="1625378" y="54846"/>
                  <a:pt x="1616340" y="54846"/>
                </a:cubicBezTo>
                <a:cubicBezTo>
                  <a:pt x="1611684" y="54846"/>
                  <a:pt x="1607593" y="55719"/>
                  <a:pt x="1604066" y="57465"/>
                </a:cubicBezTo>
                <a:cubicBezTo>
                  <a:pt x="1600540" y="59211"/>
                  <a:pt x="1597562" y="61522"/>
                  <a:pt x="1595131" y="64398"/>
                </a:cubicBezTo>
                <a:cubicBezTo>
                  <a:pt x="1592700" y="67274"/>
                  <a:pt x="1590834" y="70612"/>
                  <a:pt x="1589533" y="74412"/>
                </a:cubicBezTo>
                <a:cubicBezTo>
                  <a:pt x="1588232" y="78212"/>
                  <a:pt x="1587479" y="82166"/>
                  <a:pt x="1587274" y="86275"/>
                </a:cubicBezTo>
                <a:lnTo>
                  <a:pt x="1643763" y="86275"/>
                </a:lnTo>
                <a:close/>
                <a:moveTo>
                  <a:pt x="1742379" y="52972"/>
                </a:moveTo>
                <a:cubicBezTo>
                  <a:pt x="1742379" y="54007"/>
                  <a:pt x="1742344" y="54887"/>
                  <a:pt x="1742276" y="55610"/>
                </a:cubicBezTo>
                <a:cubicBezTo>
                  <a:pt x="1742207" y="56333"/>
                  <a:pt x="1742088" y="56917"/>
                  <a:pt x="1741916" y="57362"/>
                </a:cubicBezTo>
                <a:cubicBezTo>
                  <a:pt x="1741745" y="57807"/>
                  <a:pt x="1741540" y="58150"/>
                  <a:pt x="1741300" y="58389"/>
                </a:cubicBezTo>
                <a:cubicBezTo>
                  <a:pt x="1741060" y="58629"/>
                  <a:pt x="1740735" y="58749"/>
                  <a:pt x="1740324" y="58749"/>
                </a:cubicBezTo>
                <a:cubicBezTo>
                  <a:pt x="1739708" y="58749"/>
                  <a:pt x="1738989" y="58595"/>
                  <a:pt x="1738167" y="58287"/>
                </a:cubicBezTo>
                <a:cubicBezTo>
                  <a:pt x="1737346" y="57979"/>
                  <a:pt x="1736387" y="57653"/>
                  <a:pt x="1735292" y="57311"/>
                </a:cubicBezTo>
                <a:cubicBezTo>
                  <a:pt x="1734196" y="56969"/>
                  <a:pt x="1732998" y="56643"/>
                  <a:pt x="1731697" y="56335"/>
                </a:cubicBezTo>
                <a:cubicBezTo>
                  <a:pt x="1730396" y="56027"/>
                  <a:pt x="1728958" y="55873"/>
                  <a:pt x="1727383" y="55873"/>
                </a:cubicBezTo>
                <a:cubicBezTo>
                  <a:pt x="1725534" y="55873"/>
                  <a:pt x="1723720" y="56264"/>
                  <a:pt x="1721940" y="57045"/>
                </a:cubicBezTo>
                <a:cubicBezTo>
                  <a:pt x="1720159" y="57826"/>
                  <a:pt x="1718293" y="59083"/>
                  <a:pt x="1716342" y="60816"/>
                </a:cubicBezTo>
                <a:cubicBezTo>
                  <a:pt x="1714391" y="62549"/>
                  <a:pt x="1712336" y="64843"/>
                  <a:pt x="1710180" y="67697"/>
                </a:cubicBezTo>
                <a:cubicBezTo>
                  <a:pt x="1708023" y="70552"/>
                  <a:pt x="1705643" y="74051"/>
                  <a:pt x="1703041" y="78196"/>
                </a:cubicBezTo>
                <a:lnTo>
                  <a:pt x="1703041" y="141118"/>
                </a:lnTo>
                <a:cubicBezTo>
                  <a:pt x="1703041" y="141528"/>
                  <a:pt x="1702939" y="141906"/>
                  <a:pt x="1702733" y="142251"/>
                </a:cubicBezTo>
                <a:cubicBezTo>
                  <a:pt x="1702528" y="142593"/>
                  <a:pt x="1702203" y="142867"/>
                  <a:pt x="1701758" y="143072"/>
                </a:cubicBezTo>
                <a:cubicBezTo>
                  <a:pt x="1701312" y="143278"/>
                  <a:pt x="1700696" y="143449"/>
                  <a:pt x="1699909" y="143586"/>
                </a:cubicBezTo>
                <a:cubicBezTo>
                  <a:pt x="1699121" y="143723"/>
                  <a:pt x="1698111" y="143791"/>
                  <a:pt x="1696879" y="143791"/>
                </a:cubicBezTo>
                <a:cubicBezTo>
                  <a:pt x="1695715" y="143791"/>
                  <a:pt x="1694739" y="143723"/>
                  <a:pt x="1693952" y="143586"/>
                </a:cubicBezTo>
                <a:cubicBezTo>
                  <a:pt x="1693164" y="143449"/>
                  <a:pt x="1692531" y="143278"/>
                  <a:pt x="1692052" y="143072"/>
                </a:cubicBezTo>
                <a:cubicBezTo>
                  <a:pt x="1691572" y="142867"/>
                  <a:pt x="1691247" y="142593"/>
                  <a:pt x="1691076" y="142251"/>
                </a:cubicBezTo>
                <a:cubicBezTo>
                  <a:pt x="1690905" y="141906"/>
                  <a:pt x="1690819" y="141528"/>
                  <a:pt x="1690819" y="141118"/>
                </a:cubicBezTo>
                <a:lnTo>
                  <a:pt x="1690819" y="48071"/>
                </a:lnTo>
                <a:cubicBezTo>
                  <a:pt x="1690819" y="47660"/>
                  <a:pt x="1690905" y="47283"/>
                  <a:pt x="1691076" y="46941"/>
                </a:cubicBezTo>
                <a:cubicBezTo>
                  <a:pt x="1691247" y="46596"/>
                  <a:pt x="1691572" y="46304"/>
                  <a:pt x="1692052" y="46065"/>
                </a:cubicBezTo>
                <a:cubicBezTo>
                  <a:pt x="1692531" y="45825"/>
                  <a:pt x="1693130" y="45654"/>
                  <a:pt x="1693849" y="45551"/>
                </a:cubicBezTo>
                <a:cubicBezTo>
                  <a:pt x="1694568" y="45448"/>
                  <a:pt x="1695509" y="45397"/>
                  <a:pt x="1696673" y="45397"/>
                </a:cubicBezTo>
                <a:cubicBezTo>
                  <a:pt x="1697837" y="45397"/>
                  <a:pt x="1698796" y="45448"/>
                  <a:pt x="1699549" y="45551"/>
                </a:cubicBezTo>
                <a:cubicBezTo>
                  <a:pt x="1700302" y="45654"/>
                  <a:pt x="1700884" y="45825"/>
                  <a:pt x="1701295" y="46065"/>
                </a:cubicBezTo>
                <a:cubicBezTo>
                  <a:pt x="1701706" y="46304"/>
                  <a:pt x="1701997" y="46596"/>
                  <a:pt x="1702168" y="46941"/>
                </a:cubicBezTo>
                <a:cubicBezTo>
                  <a:pt x="1702340" y="47283"/>
                  <a:pt x="1702425" y="47660"/>
                  <a:pt x="1702425" y="48071"/>
                </a:cubicBezTo>
                <a:lnTo>
                  <a:pt x="1702425" y="62774"/>
                </a:lnTo>
                <a:cubicBezTo>
                  <a:pt x="1705096" y="58888"/>
                  <a:pt x="1707561" y="55752"/>
                  <a:pt x="1709820" y="53366"/>
                </a:cubicBezTo>
                <a:cubicBezTo>
                  <a:pt x="1712080" y="50981"/>
                  <a:pt x="1714237" y="49123"/>
                  <a:pt x="1716291" y="47795"/>
                </a:cubicBezTo>
                <a:cubicBezTo>
                  <a:pt x="1718345" y="46466"/>
                  <a:pt x="1720348" y="45563"/>
                  <a:pt x="1722299" y="45086"/>
                </a:cubicBezTo>
                <a:cubicBezTo>
                  <a:pt x="1724251" y="44608"/>
                  <a:pt x="1726253" y="44370"/>
                  <a:pt x="1728308" y="44370"/>
                </a:cubicBezTo>
                <a:cubicBezTo>
                  <a:pt x="1729198" y="44370"/>
                  <a:pt x="1730225" y="44422"/>
                  <a:pt x="1731389" y="44527"/>
                </a:cubicBezTo>
                <a:cubicBezTo>
                  <a:pt x="1732553" y="44630"/>
                  <a:pt x="1733802" y="44819"/>
                  <a:pt x="1735138" y="45095"/>
                </a:cubicBezTo>
                <a:cubicBezTo>
                  <a:pt x="1736473" y="45371"/>
                  <a:pt x="1737671" y="45700"/>
                  <a:pt x="1738732" y="46081"/>
                </a:cubicBezTo>
                <a:cubicBezTo>
                  <a:pt x="1739794" y="46459"/>
                  <a:pt x="1740530" y="46805"/>
                  <a:pt x="1740941" y="47117"/>
                </a:cubicBezTo>
                <a:cubicBezTo>
                  <a:pt x="1741351" y="47428"/>
                  <a:pt x="1741625" y="47704"/>
                  <a:pt x="1741762" y="47945"/>
                </a:cubicBezTo>
                <a:cubicBezTo>
                  <a:pt x="1741899" y="48187"/>
                  <a:pt x="1742019" y="48499"/>
                  <a:pt x="1742122" y="48879"/>
                </a:cubicBezTo>
                <a:cubicBezTo>
                  <a:pt x="1742224" y="49258"/>
                  <a:pt x="1742293" y="49776"/>
                  <a:pt x="1742327" y="50433"/>
                </a:cubicBezTo>
                <a:cubicBezTo>
                  <a:pt x="1742361" y="51090"/>
                  <a:pt x="1742379" y="51936"/>
                  <a:pt x="1742379" y="52972"/>
                </a:cubicBezTo>
                <a:close/>
                <a:moveTo>
                  <a:pt x="1811719" y="116442"/>
                </a:moveTo>
                <a:cubicBezTo>
                  <a:pt x="1811719" y="120897"/>
                  <a:pt x="1810897" y="124890"/>
                  <a:pt x="1809254" y="128420"/>
                </a:cubicBezTo>
                <a:cubicBezTo>
                  <a:pt x="1807610" y="131949"/>
                  <a:pt x="1805265" y="134948"/>
                  <a:pt x="1802218" y="137417"/>
                </a:cubicBezTo>
                <a:cubicBezTo>
                  <a:pt x="1799171" y="139884"/>
                  <a:pt x="1795525" y="141769"/>
                  <a:pt x="1791280" y="143072"/>
                </a:cubicBezTo>
                <a:cubicBezTo>
                  <a:pt x="1787035" y="144373"/>
                  <a:pt x="1782344" y="145024"/>
                  <a:pt x="1777209" y="145024"/>
                </a:cubicBezTo>
                <a:cubicBezTo>
                  <a:pt x="1773991" y="145024"/>
                  <a:pt x="1770944" y="144767"/>
                  <a:pt x="1768068" y="144253"/>
                </a:cubicBezTo>
                <a:cubicBezTo>
                  <a:pt x="1765192" y="143740"/>
                  <a:pt x="1762590" y="143089"/>
                  <a:pt x="1760262" y="142302"/>
                </a:cubicBezTo>
                <a:cubicBezTo>
                  <a:pt x="1757934" y="141515"/>
                  <a:pt x="1755965" y="140676"/>
                  <a:pt x="1754356" y="139786"/>
                </a:cubicBezTo>
                <a:cubicBezTo>
                  <a:pt x="1752747" y="138895"/>
                  <a:pt x="1751566" y="138108"/>
                  <a:pt x="1750813" y="137423"/>
                </a:cubicBezTo>
                <a:cubicBezTo>
                  <a:pt x="1750060" y="136739"/>
                  <a:pt x="1749512" y="135878"/>
                  <a:pt x="1749170" y="134843"/>
                </a:cubicBezTo>
                <a:cubicBezTo>
                  <a:pt x="1748827" y="133805"/>
                  <a:pt x="1748656" y="132423"/>
                  <a:pt x="1748656" y="130696"/>
                </a:cubicBezTo>
                <a:cubicBezTo>
                  <a:pt x="1748656" y="129797"/>
                  <a:pt x="1748724" y="129002"/>
                  <a:pt x="1748861" y="128311"/>
                </a:cubicBezTo>
                <a:cubicBezTo>
                  <a:pt x="1748998" y="127620"/>
                  <a:pt x="1749170" y="127033"/>
                  <a:pt x="1749375" y="126549"/>
                </a:cubicBezTo>
                <a:cubicBezTo>
                  <a:pt x="1749580" y="126066"/>
                  <a:pt x="1749854" y="125703"/>
                  <a:pt x="1750197" y="125461"/>
                </a:cubicBezTo>
                <a:cubicBezTo>
                  <a:pt x="1750539" y="125219"/>
                  <a:pt x="1750916" y="125098"/>
                  <a:pt x="1751326" y="125098"/>
                </a:cubicBezTo>
                <a:cubicBezTo>
                  <a:pt x="1752080" y="125098"/>
                  <a:pt x="1753175" y="125583"/>
                  <a:pt x="1754613" y="126552"/>
                </a:cubicBezTo>
                <a:cubicBezTo>
                  <a:pt x="1756051" y="127522"/>
                  <a:pt x="1757848" y="128578"/>
                  <a:pt x="1760005" y="129720"/>
                </a:cubicBezTo>
                <a:cubicBezTo>
                  <a:pt x="1762162" y="130863"/>
                  <a:pt x="1764730" y="131919"/>
                  <a:pt x="1767708" y="132888"/>
                </a:cubicBezTo>
                <a:cubicBezTo>
                  <a:pt x="1770687" y="133857"/>
                  <a:pt x="1774128" y="134342"/>
                  <a:pt x="1778030" y="134342"/>
                </a:cubicBezTo>
                <a:cubicBezTo>
                  <a:pt x="1781180" y="134342"/>
                  <a:pt x="1784056" y="134000"/>
                  <a:pt x="1786658" y="133315"/>
                </a:cubicBezTo>
                <a:cubicBezTo>
                  <a:pt x="1789260" y="132628"/>
                  <a:pt x="1791519" y="131599"/>
                  <a:pt x="1793437" y="130227"/>
                </a:cubicBezTo>
                <a:cubicBezTo>
                  <a:pt x="1795354" y="128856"/>
                  <a:pt x="1796843" y="127089"/>
                  <a:pt x="1797904" y="124928"/>
                </a:cubicBezTo>
                <a:cubicBezTo>
                  <a:pt x="1798966" y="122767"/>
                  <a:pt x="1799496" y="120246"/>
                  <a:pt x="1799496" y="117366"/>
                </a:cubicBezTo>
                <a:cubicBezTo>
                  <a:pt x="1799496" y="114488"/>
                  <a:pt x="1798812" y="112055"/>
                  <a:pt x="1797442" y="110068"/>
                </a:cubicBezTo>
                <a:cubicBezTo>
                  <a:pt x="1796073" y="108080"/>
                  <a:pt x="1794275" y="106349"/>
                  <a:pt x="1792050" y="104874"/>
                </a:cubicBezTo>
                <a:cubicBezTo>
                  <a:pt x="1789825" y="103400"/>
                  <a:pt x="1787291" y="102098"/>
                  <a:pt x="1784450" y="100968"/>
                </a:cubicBezTo>
                <a:cubicBezTo>
                  <a:pt x="1781608" y="99836"/>
                  <a:pt x="1778698" y="98671"/>
                  <a:pt x="1775720" y="97473"/>
                </a:cubicBezTo>
                <a:cubicBezTo>
                  <a:pt x="1772741" y="96273"/>
                  <a:pt x="1769831" y="94954"/>
                  <a:pt x="1766989" y="93516"/>
                </a:cubicBezTo>
                <a:cubicBezTo>
                  <a:pt x="1764148" y="92076"/>
                  <a:pt x="1761614" y="90327"/>
                  <a:pt x="1759389" y="88271"/>
                </a:cubicBezTo>
                <a:cubicBezTo>
                  <a:pt x="1757164" y="86215"/>
                  <a:pt x="1755366" y="83748"/>
                  <a:pt x="1753997" y="80870"/>
                </a:cubicBezTo>
                <a:cubicBezTo>
                  <a:pt x="1752627" y="77990"/>
                  <a:pt x="1751943" y="74527"/>
                  <a:pt x="1751943" y="70483"/>
                </a:cubicBezTo>
                <a:cubicBezTo>
                  <a:pt x="1751943" y="67263"/>
                  <a:pt x="1752559" y="64094"/>
                  <a:pt x="1753791" y="60976"/>
                </a:cubicBezTo>
                <a:cubicBezTo>
                  <a:pt x="1755024" y="57857"/>
                  <a:pt x="1756924" y="55063"/>
                  <a:pt x="1759492" y="52596"/>
                </a:cubicBezTo>
                <a:cubicBezTo>
                  <a:pt x="1762059" y="50127"/>
                  <a:pt x="1765346" y="48139"/>
                  <a:pt x="1769352" y="46633"/>
                </a:cubicBezTo>
                <a:cubicBezTo>
                  <a:pt x="1773357" y="45124"/>
                  <a:pt x="1778099" y="44370"/>
                  <a:pt x="1783577" y="44370"/>
                </a:cubicBezTo>
                <a:cubicBezTo>
                  <a:pt x="1785905" y="44370"/>
                  <a:pt x="1788216" y="44558"/>
                  <a:pt x="1790509" y="44935"/>
                </a:cubicBezTo>
                <a:cubicBezTo>
                  <a:pt x="1792803" y="45311"/>
                  <a:pt x="1794892" y="45808"/>
                  <a:pt x="1796775" y="46424"/>
                </a:cubicBezTo>
                <a:cubicBezTo>
                  <a:pt x="1798658" y="47040"/>
                  <a:pt x="1800284" y="47708"/>
                  <a:pt x="1801653" y="48427"/>
                </a:cubicBezTo>
                <a:cubicBezTo>
                  <a:pt x="1803023" y="49146"/>
                  <a:pt x="1804067" y="49779"/>
                  <a:pt x="1804786" y="50327"/>
                </a:cubicBezTo>
                <a:cubicBezTo>
                  <a:pt x="1805505" y="50875"/>
                  <a:pt x="1805984" y="51337"/>
                  <a:pt x="1806224" y="51713"/>
                </a:cubicBezTo>
                <a:cubicBezTo>
                  <a:pt x="1806463" y="52090"/>
                  <a:pt x="1806635" y="52484"/>
                  <a:pt x="1806737" y="52895"/>
                </a:cubicBezTo>
                <a:cubicBezTo>
                  <a:pt x="1806840" y="53305"/>
                  <a:pt x="1806926" y="53802"/>
                  <a:pt x="1806994" y="54384"/>
                </a:cubicBezTo>
                <a:cubicBezTo>
                  <a:pt x="1807063" y="54966"/>
                  <a:pt x="1807097" y="55668"/>
                  <a:pt x="1807097" y="56489"/>
                </a:cubicBezTo>
                <a:cubicBezTo>
                  <a:pt x="1807097" y="57311"/>
                  <a:pt x="1807045" y="58047"/>
                  <a:pt x="1806943" y="58698"/>
                </a:cubicBezTo>
                <a:cubicBezTo>
                  <a:pt x="1806840" y="59348"/>
                  <a:pt x="1806686" y="59913"/>
                  <a:pt x="1806481" y="60392"/>
                </a:cubicBezTo>
                <a:cubicBezTo>
                  <a:pt x="1806275" y="60872"/>
                  <a:pt x="1806018" y="61231"/>
                  <a:pt x="1805710" y="61471"/>
                </a:cubicBezTo>
                <a:cubicBezTo>
                  <a:pt x="1805402" y="61710"/>
                  <a:pt x="1805043" y="61830"/>
                  <a:pt x="1804632" y="61830"/>
                </a:cubicBezTo>
                <a:cubicBezTo>
                  <a:pt x="1804084" y="61830"/>
                  <a:pt x="1803262" y="61454"/>
                  <a:pt x="1802167" y="60700"/>
                </a:cubicBezTo>
                <a:cubicBezTo>
                  <a:pt x="1801071" y="59947"/>
                  <a:pt x="1799633" y="59126"/>
                  <a:pt x="1797853" y="58235"/>
                </a:cubicBezTo>
                <a:cubicBezTo>
                  <a:pt x="1796073" y="57345"/>
                  <a:pt x="1793950" y="56524"/>
                  <a:pt x="1791485" y="55770"/>
                </a:cubicBezTo>
                <a:cubicBezTo>
                  <a:pt x="1789020" y="55017"/>
                  <a:pt x="1786179" y="54641"/>
                  <a:pt x="1782960" y="54641"/>
                </a:cubicBezTo>
                <a:cubicBezTo>
                  <a:pt x="1779742" y="54641"/>
                  <a:pt x="1776918" y="55018"/>
                  <a:pt x="1774487" y="55774"/>
                </a:cubicBezTo>
                <a:cubicBezTo>
                  <a:pt x="1772056" y="56527"/>
                  <a:pt x="1770053" y="57589"/>
                  <a:pt x="1768479" y="58961"/>
                </a:cubicBezTo>
                <a:cubicBezTo>
                  <a:pt x="1766904" y="60332"/>
                  <a:pt x="1765723" y="61945"/>
                  <a:pt x="1764935" y="63798"/>
                </a:cubicBezTo>
                <a:cubicBezTo>
                  <a:pt x="1764148" y="65649"/>
                  <a:pt x="1763754" y="67672"/>
                  <a:pt x="1763754" y="69867"/>
                </a:cubicBezTo>
                <a:cubicBezTo>
                  <a:pt x="1763754" y="72882"/>
                  <a:pt x="1764439" y="75418"/>
                  <a:pt x="1765808" y="77474"/>
                </a:cubicBezTo>
                <a:cubicBezTo>
                  <a:pt x="1767178" y="79530"/>
                  <a:pt x="1768992" y="81313"/>
                  <a:pt x="1771252" y="82821"/>
                </a:cubicBezTo>
                <a:cubicBezTo>
                  <a:pt x="1773511" y="84330"/>
                  <a:pt x="1776079" y="85667"/>
                  <a:pt x="1778955" y="86833"/>
                </a:cubicBezTo>
                <a:cubicBezTo>
                  <a:pt x="1781831" y="87997"/>
                  <a:pt x="1784758" y="89162"/>
                  <a:pt x="1787736" y="90328"/>
                </a:cubicBezTo>
                <a:cubicBezTo>
                  <a:pt x="1790715" y="91493"/>
                  <a:pt x="1793642" y="92777"/>
                  <a:pt x="1796518" y="94183"/>
                </a:cubicBezTo>
                <a:cubicBezTo>
                  <a:pt x="1799394" y="95587"/>
                  <a:pt x="1801961" y="97283"/>
                  <a:pt x="1804221" y="99270"/>
                </a:cubicBezTo>
                <a:cubicBezTo>
                  <a:pt x="1806481" y="101258"/>
                  <a:pt x="1808295" y="103641"/>
                  <a:pt x="1809665" y="106418"/>
                </a:cubicBezTo>
                <a:cubicBezTo>
                  <a:pt x="1811034" y="109194"/>
                  <a:pt x="1811719" y="112535"/>
                  <a:pt x="1811719" y="116442"/>
                </a:cubicBezTo>
                <a:close/>
                <a:moveTo>
                  <a:pt x="1923439" y="135677"/>
                </a:moveTo>
                <a:cubicBezTo>
                  <a:pt x="1923439" y="137115"/>
                  <a:pt x="1923319" y="138279"/>
                  <a:pt x="1923079" y="139169"/>
                </a:cubicBezTo>
                <a:cubicBezTo>
                  <a:pt x="1922840" y="140059"/>
                  <a:pt x="1922463" y="140761"/>
                  <a:pt x="1921950" y="141275"/>
                </a:cubicBezTo>
                <a:cubicBezTo>
                  <a:pt x="1921436" y="141788"/>
                  <a:pt x="1920683" y="142268"/>
                  <a:pt x="1919690" y="142713"/>
                </a:cubicBezTo>
                <a:cubicBezTo>
                  <a:pt x="1918697" y="143158"/>
                  <a:pt x="1917550" y="143534"/>
                  <a:pt x="1916249" y="143843"/>
                </a:cubicBezTo>
                <a:cubicBezTo>
                  <a:pt x="1914948" y="144151"/>
                  <a:pt x="1913579" y="144390"/>
                  <a:pt x="1912141" y="144562"/>
                </a:cubicBezTo>
                <a:cubicBezTo>
                  <a:pt x="1910703" y="144733"/>
                  <a:pt x="1909299" y="144818"/>
                  <a:pt x="1907930" y="144818"/>
                </a:cubicBezTo>
                <a:cubicBezTo>
                  <a:pt x="1903342" y="144818"/>
                  <a:pt x="1899439" y="144202"/>
                  <a:pt x="1896221" y="142970"/>
                </a:cubicBezTo>
                <a:cubicBezTo>
                  <a:pt x="1893003" y="141737"/>
                  <a:pt x="1890367" y="139871"/>
                  <a:pt x="1888313" y="137372"/>
                </a:cubicBezTo>
                <a:cubicBezTo>
                  <a:pt x="1886258" y="134873"/>
                  <a:pt x="1884769" y="131706"/>
                  <a:pt x="1883845" y="127871"/>
                </a:cubicBezTo>
                <a:cubicBezTo>
                  <a:pt x="1882920" y="124037"/>
                  <a:pt x="1882458" y="119518"/>
                  <a:pt x="1882458" y="114314"/>
                </a:cubicBezTo>
                <a:lnTo>
                  <a:pt x="1882458" y="56489"/>
                </a:lnTo>
                <a:lnTo>
                  <a:pt x="1868593" y="56489"/>
                </a:lnTo>
                <a:cubicBezTo>
                  <a:pt x="1867634" y="56489"/>
                  <a:pt x="1866881" y="56057"/>
                  <a:pt x="1866333" y="55193"/>
                </a:cubicBezTo>
                <a:cubicBezTo>
                  <a:pt x="1865785" y="54328"/>
                  <a:pt x="1865511" y="53032"/>
                  <a:pt x="1865511" y="51303"/>
                </a:cubicBezTo>
                <a:cubicBezTo>
                  <a:pt x="1865511" y="50404"/>
                  <a:pt x="1865580" y="49626"/>
                  <a:pt x="1865717" y="48969"/>
                </a:cubicBezTo>
                <a:cubicBezTo>
                  <a:pt x="1865854" y="48312"/>
                  <a:pt x="1866059" y="47759"/>
                  <a:pt x="1866333" y="47310"/>
                </a:cubicBezTo>
                <a:cubicBezTo>
                  <a:pt x="1866607" y="46861"/>
                  <a:pt x="1866932" y="46532"/>
                  <a:pt x="1867309" y="46325"/>
                </a:cubicBezTo>
                <a:cubicBezTo>
                  <a:pt x="1867685" y="46117"/>
                  <a:pt x="1868113" y="46013"/>
                  <a:pt x="1868593" y="46013"/>
                </a:cubicBezTo>
                <a:lnTo>
                  <a:pt x="1882458" y="46013"/>
                </a:lnTo>
                <a:lnTo>
                  <a:pt x="1882458" y="23212"/>
                </a:lnTo>
                <a:cubicBezTo>
                  <a:pt x="1882458" y="22801"/>
                  <a:pt x="1882544" y="22425"/>
                  <a:pt x="1882715" y="22082"/>
                </a:cubicBezTo>
                <a:cubicBezTo>
                  <a:pt x="1882886" y="21740"/>
                  <a:pt x="1883211" y="21449"/>
                  <a:pt x="1883691" y="21209"/>
                </a:cubicBezTo>
                <a:cubicBezTo>
                  <a:pt x="1884170" y="20970"/>
                  <a:pt x="1884803" y="20798"/>
                  <a:pt x="1885591" y="20696"/>
                </a:cubicBezTo>
                <a:cubicBezTo>
                  <a:pt x="1886378" y="20593"/>
                  <a:pt x="1887354" y="20542"/>
                  <a:pt x="1888518" y="20542"/>
                </a:cubicBezTo>
                <a:cubicBezTo>
                  <a:pt x="1889751" y="20542"/>
                  <a:pt x="1890761" y="20593"/>
                  <a:pt x="1891548" y="20696"/>
                </a:cubicBezTo>
                <a:cubicBezTo>
                  <a:pt x="1892335" y="20798"/>
                  <a:pt x="1892952" y="20970"/>
                  <a:pt x="1893397" y="21209"/>
                </a:cubicBezTo>
                <a:cubicBezTo>
                  <a:pt x="1893842" y="21449"/>
                  <a:pt x="1894167" y="21740"/>
                  <a:pt x="1894372" y="22082"/>
                </a:cubicBezTo>
                <a:cubicBezTo>
                  <a:pt x="1894578" y="22425"/>
                  <a:pt x="1894681" y="22801"/>
                  <a:pt x="1894681" y="23212"/>
                </a:cubicBezTo>
                <a:lnTo>
                  <a:pt x="1894681" y="46013"/>
                </a:lnTo>
                <a:lnTo>
                  <a:pt x="1920358" y="46013"/>
                </a:lnTo>
                <a:cubicBezTo>
                  <a:pt x="1920837" y="46013"/>
                  <a:pt x="1921265" y="46117"/>
                  <a:pt x="1921641" y="46325"/>
                </a:cubicBezTo>
                <a:cubicBezTo>
                  <a:pt x="1922018" y="46532"/>
                  <a:pt x="1922343" y="46861"/>
                  <a:pt x="1922617" y="47310"/>
                </a:cubicBezTo>
                <a:cubicBezTo>
                  <a:pt x="1922891" y="47759"/>
                  <a:pt x="1923096" y="48312"/>
                  <a:pt x="1923233" y="48969"/>
                </a:cubicBezTo>
                <a:cubicBezTo>
                  <a:pt x="1923370" y="49626"/>
                  <a:pt x="1923439" y="50404"/>
                  <a:pt x="1923439" y="51303"/>
                </a:cubicBezTo>
                <a:cubicBezTo>
                  <a:pt x="1923439" y="53032"/>
                  <a:pt x="1923148" y="54328"/>
                  <a:pt x="1922566" y="55193"/>
                </a:cubicBezTo>
                <a:cubicBezTo>
                  <a:pt x="1921984" y="56057"/>
                  <a:pt x="1921248" y="56489"/>
                  <a:pt x="1920358" y="56489"/>
                </a:cubicBezTo>
                <a:lnTo>
                  <a:pt x="1894681" y="56489"/>
                </a:lnTo>
                <a:lnTo>
                  <a:pt x="1894681" y="112671"/>
                </a:lnTo>
                <a:cubicBezTo>
                  <a:pt x="1894681" y="119723"/>
                  <a:pt x="1895691" y="125098"/>
                  <a:pt x="1897710" y="128796"/>
                </a:cubicBezTo>
                <a:cubicBezTo>
                  <a:pt x="1899730" y="132493"/>
                  <a:pt x="1903411" y="134342"/>
                  <a:pt x="1908752" y="134342"/>
                </a:cubicBezTo>
                <a:cubicBezTo>
                  <a:pt x="1910395" y="134342"/>
                  <a:pt x="1911884" y="134171"/>
                  <a:pt x="1913219" y="133829"/>
                </a:cubicBezTo>
                <a:cubicBezTo>
                  <a:pt x="1914555" y="133486"/>
                  <a:pt x="1915736" y="133110"/>
                  <a:pt x="1916763" y="132699"/>
                </a:cubicBezTo>
                <a:cubicBezTo>
                  <a:pt x="1917790" y="132288"/>
                  <a:pt x="1918663" y="131911"/>
                  <a:pt x="1919382" y="131569"/>
                </a:cubicBezTo>
                <a:cubicBezTo>
                  <a:pt x="1920101" y="131227"/>
                  <a:pt x="1920734" y="131055"/>
                  <a:pt x="1921282" y="131055"/>
                </a:cubicBezTo>
                <a:cubicBezTo>
                  <a:pt x="1921624" y="131055"/>
                  <a:pt x="1921932" y="131124"/>
                  <a:pt x="1922206" y="131261"/>
                </a:cubicBezTo>
                <a:cubicBezTo>
                  <a:pt x="1922480" y="131398"/>
                  <a:pt x="1922703" y="131655"/>
                  <a:pt x="1922874" y="132031"/>
                </a:cubicBezTo>
                <a:cubicBezTo>
                  <a:pt x="1923045" y="132408"/>
                  <a:pt x="1923182" y="132887"/>
                  <a:pt x="1923285" y="133469"/>
                </a:cubicBezTo>
                <a:cubicBezTo>
                  <a:pt x="1923387" y="134051"/>
                  <a:pt x="1923439" y="134787"/>
                  <a:pt x="1923439" y="135677"/>
                </a:cubicBezTo>
                <a:close/>
                <a:moveTo>
                  <a:pt x="2027186" y="93721"/>
                </a:moveTo>
                <a:cubicBezTo>
                  <a:pt x="2027186" y="101122"/>
                  <a:pt x="2026228" y="107942"/>
                  <a:pt x="2024311" y="114179"/>
                </a:cubicBezTo>
                <a:cubicBezTo>
                  <a:pt x="2022393" y="120417"/>
                  <a:pt x="2019535" y="125832"/>
                  <a:pt x="2015734" y="130426"/>
                </a:cubicBezTo>
                <a:cubicBezTo>
                  <a:pt x="2011934" y="135018"/>
                  <a:pt x="2007193" y="138599"/>
                  <a:pt x="2001509" y="141169"/>
                </a:cubicBezTo>
                <a:cubicBezTo>
                  <a:pt x="1995826" y="143739"/>
                  <a:pt x="1989219" y="145024"/>
                  <a:pt x="1981687" y="145024"/>
                </a:cubicBezTo>
                <a:cubicBezTo>
                  <a:pt x="1974429" y="145024"/>
                  <a:pt x="1968078" y="143876"/>
                  <a:pt x="1962634" y="141580"/>
                </a:cubicBezTo>
                <a:cubicBezTo>
                  <a:pt x="1957191" y="139284"/>
                  <a:pt x="1952637" y="135994"/>
                  <a:pt x="1948974" y="131710"/>
                </a:cubicBezTo>
                <a:cubicBezTo>
                  <a:pt x="1945311" y="127426"/>
                  <a:pt x="1942572" y="122234"/>
                  <a:pt x="1940758" y="116134"/>
                </a:cubicBezTo>
                <a:cubicBezTo>
                  <a:pt x="1938943" y="110033"/>
                  <a:pt x="1938036" y="103145"/>
                  <a:pt x="1938036" y="95467"/>
                </a:cubicBezTo>
                <a:cubicBezTo>
                  <a:pt x="1938036" y="88066"/>
                  <a:pt x="1938977" y="81246"/>
                  <a:pt x="1940860" y="75009"/>
                </a:cubicBezTo>
                <a:cubicBezTo>
                  <a:pt x="1942743" y="68772"/>
                  <a:pt x="1945585" y="63374"/>
                  <a:pt x="1949385" y="58816"/>
                </a:cubicBezTo>
                <a:cubicBezTo>
                  <a:pt x="1953185" y="54257"/>
                  <a:pt x="1957927" y="50709"/>
                  <a:pt x="1963610" y="48173"/>
                </a:cubicBezTo>
                <a:cubicBezTo>
                  <a:pt x="1969293" y="45638"/>
                  <a:pt x="1975935" y="44370"/>
                  <a:pt x="1983535" y="44370"/>
                </a:cubicBezTo>
                <a:cubicBezTo>
                  <a:pt x="1990793" y="44370"/>
                  <a:pt x="1997144" y="45501"/>
                  <a:pt x="2002588" y="47762"/>
                </a:cubicBezTo>
                <a:cubicBezTo>
                  <a:pt x="2008031" y="50024"/>
                  <a:pt x="2012568" y="53297"/>
                  <a:pt x="2016197" y="57581"/>
                </a:cubicBezTo>
                <a:cubicBezTo>
                  <a:pt x="2019826" y="61864"/>
                  <a:pt x="2022564" y="67057"/>
                  <a:pt x="2024413" y="73157"/>
                </a:cubicBezTo>
                <a:cubicBezTo>
                  <a:pt x="2026262" y="79257"/>
                  <a:pt x="2027186" y="86112"/>
                  <a:pt x="2027186" y="93721"/>
                </a:cubicBezTo>
                <a:moveTo>
                  <a:pt x="2014245" y="94851"/>
                </a:moveTo>
                <a:cubicBezTo>
                  <a:pt x="2014245" y="89572"/>
                  <a:pt x="2013732" y="84533"/>
                  <a:pt x="2012705" y="79734"/>
                </a:cubicBezTo>
                <a:cubicBezTo>
                  <a:pt x="2011677" y="74934"/>
                  <a:pt x="2009966" y="70701"/>
                  <a:pt x="2007569" y="67033"/>
                </a:cubicBezTo>
                <a:cubicBezTo>
                  <a:pt x="2005173" y="63365"/>
                  <a:pt x="2001954" y="60452"/>
                  <a:pt x="1997915" y="58293"/>
                </a:cubicBezTo>
                <a:cubicBezTo>
                  <a:pt x="1993875" y="56132"/>
                  <a:pt x="1988842" y="55051"/>
                  <a:pt x="1982816" y="55051"/>
                </a:cubicBezTo>
                <a:cubicBezTo>
                  <a:pt x="1977270" y="55051"/>
                  <a:pt x="1972477" y="56045"/>
                  <a:pt x="1968437" y="58033"/>
                </a:cubicBezTo>
                <a:cubicBezTo>
                  <a:pt x="1964398" y="60021"/>
                  <a:pt x="1961094" y="62781"/>
                  <a:pt x="1958526" y="66314"/>
                </a:cubicBezTo>
                <a:cubicBezTo>
                  <a:pt x="1955958" y="69845"/>
                  <a:pt x="1954058" y="74010"/>
                  <a:pt x="1952826" y="78809"/>
                </a:cubicBezTo>
                <a:cubicBezTo>
                  <a:pt x="1951593" y="83609"/>
                  <a:pt x="1950977" y="88785"/>
                  <a:pt x="1950977" y="94337"/>
                </a:cubicBezTo>
                <a:cubicBezTo>
                  <a:pt x="1950977" y="99685"/>
                  <a:pt x="1951491" y="104775"/>
                  <a:pt x="1952518" y="109609"/>
                </a:cubicBezTo>
                <a:cubicBezTo>
                  <a:pt x="1953545" y="114442"/>
                  <a:pt x="1955257" y="118676"/>
                  <a:pt x="1957653" y="122309"/>
                </a:cubicBezTo>
                <a:cubicBezTo>
                  <a:pt x="1960050" y="125942"/>
                  <a:pt x="1963268" y="128823"/>
                  <a:pt x="1967308" y="130949"/>
                </a:cubicBezTo>
                <a:cubicBezTo>
                  <a:pt x="1971347" y="133074"/>
                  <a:pt x="1976380" y="134137"/>
                  <a:pt x="1982406" y="134137"/>
                </a:cubicBezTo>
                <a:cubicBezTo>
                  <a:pt x="1987952" y="134137"/>
                  <a:pt x="1992745" y="133143"/>
                  <a:pt x="1996785" y="131155"/>
                </a:cubicBezTo>
                <a:cubicBezTo>
                  <a:pt x="2000825" y="129167"/>
                  <a:pt x="2004128" y="126425"/>
                  <a:pt x="2006696" y="122929"/>
                </a:cubicBezTo>
                <a:cubicBezTo>
                  <a:pt x="2009264" y="119430"/>
                  <a:pt x="2011164" y="115282"/>
                  <a:pt x="2012396" y="110485"/>
                </a:cubicBezTo>
                <a:cubicBezTo>
                  <a:pt x="2013629" y="105685"/>
                  <a:pt x="2014245" y="100474"/>
                  <a:pt x="2014245" y="9485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visitthefollowingwebpage">
            <a:extLst xmlns:a="http://schemas.openxmlformats.org/drawingml/2006/main">
              <a:ext uri="{FF2B5EF4-FFF2-40B4-BE49-F238E27FC236}">
                <a16:creationId xmlns:a16="http://schemas.microsoft.com/office/drawing/2014/main" id="{9AD2026F-D070-4F00-BFCB-7540DB80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53" y="3808571"/>
            <a:ext cx="2233427" cy="181382"/>
          </a:xfrm>
          <a:custGeom xmlns:a="http://schemas.openxmlformats.org/drawingml/2006/main">
            <a:pathLst>
              <a:path w="2233427" h="181382">
                <a:moveTo>
                  <a:pt x="84118" y="48481"/>
                </a:moveTo>
                <a:cubicBezTo>
                  <a:pt x="84118" y="48687"/>
                  <a:pt x="84101" y="48909"/>
                  <a:pt x="84066" y="49149"/>
                </a:cubicBezTo>
                <a:cubicBezTo>
                  <a:pt x="84032" y="49389"/>
                  <a:pt x="83998" y="49611"/>
                  <a:pt x="83964" y="49817"/>
                </a:cubicBezTo>
                <a:cubicBezTo>
                  <a:pt x="83930" y="50022"/>
                  <a:pt x="83878" y="50246"/>
                  <a:pt x="83810" y="50487"/>
                </a:cubicBezTo>
                <a:cubicBezTo>
                  <a:pt x="83741" y="50727"/>
                  <a:pt x="83673" y="50950"/>
                  <a:pt x="83604" y="51155"/>
                </a:cubicBezTo>
                <a:lnTo>
                  <a:pt x="49916" y="141734"/>
                </a:lnTo>
                <a:cubicBezTo>
                  <a:pt x="49711" y="142282"/>
                  <a:pt x="49403" y="142728"/>
                  <a:pt x="48992" y="143072"/>
                </a:cubicBezTo>
                <a:cubicBezTo>
                  <a:pt x="48581" y="143415"/>
                  <a:pt x="48067" y="143688"/>
                  <a:pt x="47451" y="143894"/>
                </a:cubicBezTo>
                <a:cubicBezTo>
                  <a:pt x="46835" y="144099"/>
                  <a:pt x="46099" y="144236"/>
                  <a:pt x="45243" y="144305"/>
                </a:cubicBezTo>
                <a:cubicBezTo>
                  <a:pt x="44387" y="144373"/>
                  <a:pt x="43377" y="144407"/>
                  <a:pt x="42213" y="144407"/>
                </a:cubicBezTo>
                <a:cubicBezTo>
                  <a:pt x="41049" y="144407"/>
                  <a:pt x="40022" y="144356"/>
                  <a:pt x="39132" y="144253"/>
                </a:cubicBezTo>
                <a:cubicBezTo>
                  <a:pt x="38242" y="144151"/>
                  <a:pt x="37488" y="143997"/>
                  <a:pt x="36872" y="143791"/>
                </a:cubicBezTo>
                <a:cubicBezTo>
                  <a:pt x="36256" y="143586"/>
                  <a:pt x="35742" y="143312"/>
                  <a:pt x="35332" y="142970"/>
                </a:cubicBezTo>
                <a:cubicBezTo>
                  <a:pt x="34921" y="142625"/>
                  <a:pt x="34613" y="142213"/>
                  <a:pt x="34407" y="141734"/>
                </a:cubicBezTo>
                <a:lnTo>
                  <a:pt x="719" y="51155"/>
                </a:lnTo>
                <a:cubicBezTo>
                  <a:pt x="514" y="50605"/>
                  <a:pt x="359" y="50159"/>
                  <a:pt x="257" y="49817"/>
                </a:cubicBezTo>
                <a:cubicBezTo>
                  <a:pt x="154" y="49474"/>
                  <a:pt x="86" y="49200"/>
                  <a:pt x="51" y="48995"/>
                </a:cubicBezTo>
                <a:cubicBezTo>
                  <a:pt x="17" y="48790"/>
                  <a:pt x="0" y="48618"/>
                  <a:pt x="0" y="48481"/>
                </a:cubicBezTo>
                <a:cubicBezTo>
                  <a:pt x="0" y="48002"/>
                  <a:pt x="103" y="47591"/>
                  <a:pt x="308" y="47249"/>
                </a:cubicBezTo>
                <a:cubicBezTo>
                  <a:pt x="514" y="46904"/>
                  <a:pt x="839" y="46647"/>
                  <a:pt x="1284" y="46475"/>
                </a:cubicBezTo>
                <a:cubicBezTo>
                  <a:pt x="1729" y="46304"/>
                  <a:pt x="2328" y="46184"/>
                  <a:pt x="3081" y="46116"/>
                </a:cubicBezTo>
                <a:cubicBezTo>
                  <a:pt x="3834" y="46047"/>
                  <a:pt x="4759" y="46013"/>
                  <a:pt x="5854" y="46013"/>
                </a:cubicBezTo>
                <a:cubicBezTo>
                  <a:pt x="7361" y="46013"/>
                  <a:pt x="8559" y="46065"/>
                  <a:pt x="9449" y="46167"/>
                </a:cubicBezTo>
                <a:cubicBezTo>
                  <a:pt x="10339" y="46270"/>
                  <a:pt x="11041" y="46424"/>
                  <a:pt x="11555" y="46629"/>
                </a:cubicBezTo>
                <a:cubicBezTo>
                  <a:pt x="12068" y="46835"/>
                  <a:pt x="12445" y="47110"/>
                  <a:pt x="12684" y="47454"/>
                </a:cubicBezTo>
                <a:cubicBezTo>
                  <a:pt x="12924" y="47797"/>
                  <a:pt x="13147" y="48207"/>
                  <a:pt x="13352" y="48687"/>
                </a:cubicBezTo>
                <a:lnTo>
                  <a:pt x="42418" y="129910"/>
                </a:lnTo>
                <a:lnTo>
                  <a:pt x="42624" y="130423"/>
                </a:lnTo>
                <a:lnTo>
                  <a:pt x="42829" y="129910"/>
                </a:lnTo>
                <a:lnTo>
                  <a:pt x="71382" y="48687"/>
                </a:lnTo>
                <a:cubicBezTo>
                  <a:pt x="71519" y="48207"/>
                  <a:pt x="71724" y="47797"/>
                  <a:pt x="71998" y="47454"/>
                </a:cubicBezTo>
                <a:cubicBezTo>
                  <a:pt x="72272" y="47110"/>
                  <a:pt x="72666" y="46835"/>
                  <a:pt x="73179" y="46629"/>
                </a:cubicBezTo>
                <a:cubicBezTo>
                  <a:pt x="73693" y="46424"/>
                  <a:pt x="74378" y="46270"/>
                  <a:pt x="75234" y="46167"/>
                </a:cubicBezTo>
                <a:cubicBezTo>
                  <a:pt x="76090" y="46065"/>
                  <a:pt x="77202" y="46013"/>
                  <a:pt x="78572" y="46013"/>
                </a:cubicBezTo>
                <a:cubicBezTo>
                  <a:pt x="79667" y="46013"/>
                  <a:pt x="80574" y="46047"/>
                  <a:pt x="81293" y="46116"/>
                </a:cubicBezTo>
                <a:cubicBezTo>
                  <a:pt x="82012" y="46184"/>
                  <a:pt x="82577" y="46321"/>
                  <a:pt x="82988" y="46527"/>
                </a:cubicBezTo>
                <a:cubicBezTo>
                  <a:pt x="83399" y="46732"/>
                  <a:pt x="83690" y="46990"/>
                  <a:pt x="83861" y="47300"/>
                </a:cubicBezTo>
                <a:cubicBezTo>
                  <a:pt x="84032" y="47608"/>
                  <a:pt x="84118" y="48002"/>
                  <a:pt x="84118" y="48481"/>
                </a:cubicBezTo>
                <a:close/>
                <a:moveTo>
                  <a:pt x="113509" y="141734"/>
                </a:moveTo>
                <a:cubicBezTo>
                  <a:pt x="113509" y="142145"/>
                  <a:pt x="113406" y="142522"/>
                  <a:pt x="113201" y="142867"/>
                </a:cubicBezTo>
                <a:cubicBezTo>
                  <a:pt x="112995" y="143209"/>
                  <a:pt x="112670" y="143483"/>
                  <a:pt x="112225" y="143688"/>
                </a:cubicBezTo>
                <a:cubicBezTo>
                  <a:pt x="111780" y="143894"/>
                  <a:pt x="111164" y="144065"/>
                  <a:pt x="110376" y="144202"/>
                </a:cubicBezTo>
                <a:cubicBezTo>
                  <a:pt x="109589" y="144339"/>
                  <a:pt x="108579" y="144407"/>
                  <a:pt x="107346" y="144407"/>
                </a:cubicBezTo>
                <a:cubicBezTo>
                  <a:pt x="106182" y="144407"/>
                  <a:pt x="105207" y="144339"/>
                  <a:pt x="104419" y="144202"/>
                </a:cubicBezTo>
                <a:cubicBezTo>
                  <a:pt x="103632" y="144065"/>
                  <a:pt x="102998" y="143894"/>
                  <a:pt x="102519" y="143688"/>
                </a:cubicBezTo>
                <a:cubicBezTo>
                  <a:pt x="102040" y="143483"/>
                  <a:pt x="101715" y="143209"/>
                  <a:pt x="101543" y="142867"/>
                </a:cubicBezTo>
                <a:cubicBezTo>
                  <a:pt x="101372" y="142522"/>
                  <a:pt x="101287" y="142145"/>
                  <a:pt x="101287" y="141734"/>
                </a:cubicBezTo>
                <a:lnTo>
                  <a:pt x="101287" y="48687"/>
                </a:lnTo>
                <a:cubicBezTo>
                  <a:pt x="101287" y="48276"/>
                  <a:pt x="101372" y="47899"/>
                  <a:pt x="101543" y="47557"/>
                </a:cubicBezTo>
                <a:cubicBezTo>
                  <a:pt x="101715" y="47213"/>
                  <a:pt x="102040" y="46920"/>
                  <a:pt x="102519" y="46681"/>
                </a:cubicBezTo>
                <a:cubicBezTo>
                  <a:pt x="102998" y="46441"/>
                  <a:pt x="103632" y="46270"/>
                  <a:pt x="104419" y="46167"/>
                </a:cubicBezTo>
                <a:cubicBezTo>
                  <a:pt x="105207" y="46065"/>
                  <a:pt x="106182" y="46013"/>
                  <a:pt x="107346" y="46013"/>
                </a:cubicBezTo>
                <a:cubicBezTo>
                  <a:pt x="108579" y="46013"/>
                  <a:pt x="109589" y="46065"/>
                  <a:pt x="110376" y="46167"/>
                </a:cubicBezTo>
                <a:cubicBezTo>
                  <a:pt x="111164" y="46270"/>
                  <a:pt x="111780" y="46441"/>
                  <a:pt x="112225" y="46681"/>
                </a:cubicBezTo>
                <a:cubicBezTo>
                  <a:pt x="112670" y="46920"/>
                  <a:pt x="112995" y="47213"/>
                  <a:pt x="113201" y="47557"/>
                </a:cubicBezTo>
                <a:cubicBezTo>
                  <a:pt x="113406" y="47899"/>
                  <a:pt x="113509" y="48276"/>
                  <a:pt x="113509" y="48687"/>
                </a:cubicBezTo>
                <a:lnTo>
                  <a:pt x="113509" y="141734"/>
                </a:lnTo>
                <a:moveTo>
                  <a:pt x="115358" y="17204"/>
                </a:moveTo>
                <a:cubicBezTo>
                  <a:pt x="115358" y="20510"/>
                  <a:pt x="114776" y="22749"/>
                  <a:pt x="113612" y="23921"/>
                </a:cubicBezTo>
                <a:cubicBezTo>
                  <a:pt x="112447" y="25092"/>
                  <a:pt x="110325" y="25677"/>
                  <a:pt x="107244" y="25677"/>
                </a:cubicBezTo>
                <a:cubicBezTo>
                  <a:pt x="104231" y="25677"/>
                  <a:pt x="102160" y="25109"/>
                  <a:pt x="101030" y="23973"/>
                </a:cubicBezTo>
                <a:cubicBezTo>
                  <a:pt x="99900" y="22836"/>
                  <a:pt x="99335" y="20614"/>
                  <a:pt x="99335" y="17306"/>
                </a:cubicBezTo>
                <a:cubicBezTo>
                  <a:pt x="99335" y="14000"/>
                  <a:pt x="99917" y="11762"/>
                  <a:pt x="101081" y="10592"/>
                </a:cubicBezTo>
                <a:cubicBezTo>
                  <a:pt x="102245" y="9419"/>
                  <a:pt x="104368" y="8833"/>
                  <a:pt x="107449" y="8833"/>
                </a:cubicBezTo>
                <a:cubicBezTo>
                  <a:pt x="110462" y="8833"/>
                  <a:pt x="112533" y="9401"/>
                  <a:pt x="113663" y="10537"/>
                </a:cubicBezTo>
                <a:cubicBezTo>
                  <a:pt x="114793" y="11673"/>
                  <a:pt x="115358" y="13896"/>
                  <a:pt x="115358" y="17204"/>
                </a:cubicBezTo>
                <a:close/>
                <a:moveTo>
                  <a:pt x="200100" y="117058"/>
                </a:moveTo>
                <a:cubicBezTo>
                  <a:pt x="200100" y="121513"/>
                  <a:pt x="199278" y="125506"/>
                  <a:pt x="197635" y="129037"/>
                </a:cubicBezTo>
                <a:cubicBezTo>
                  <a:pt x="195992" y="132565"/>
                  <a:pt x="193646" y="135564"/>
                  <a:pt x="190599" y="138033"/>
                </a:cubicBezTo>
                <a:cubicBezTo>
                  <a:pt x="187552" y="140500"/>
                  <a:pt x="183906" y="142385"/>
                  <a:pt x="179661" y="143688"/>
                </a:cubicBezTo>
                <a:cubicBezTo>
                  <a:pt x="175416" y="144989"/>
                  <a:pt x="170725" y="145640"/>
                  <a:pt x="165590" y="145640"/>
                </a:cubicBezTo>
                <a:cubicBezTo>
                  <a:pt x="162372" y="145640"/>
                  <a:pt x="159325" y="145383"/>
                  <a:pt x="156449" y="144870"/>
                </a:cubicBezTo>
                <a:cubicBezTo>
                  <a:pt x="153573" y="144356"/>
                  <a:pt x="150971" y="143706"/>
                  <a:pt x="148643" y="142918"/>
                </a:cubicBezTo>
                <a:cubicBezTo>
                  <a:pt x="146315" y="142131"/>
                  <a:pt x="144347" y="141292"/>
                  <a:pt x="142737" y="140402"/>
                </a:cubicBezTo>
                <a:cubicBezTo>
                  <a:pt x="141128" y="139512"/>
                  <a:pt x="139947" y="138724"/>
                  <a:pt x="139194" y="138040"/>
                </a:cubicBezTo>
                <a:cubicBezTo>
                  <a:pt x="138441" y="137355"/>
                  <a:pt x="137893" y="136495"/>
                  <a:pt x="137551" y="135459"/>
                </a:cubicBezTo>
                <a:cubicBezTo>
                  <a:pt x="137208" y="134421"/>
                  <a:pt x="137037" y="133039"/>
                  <a:pt x="137037" y="131312"/>
                </a:cubicBezTo>
                <a:cubicBezTo>
                  <a:pt x="137037" y="130413"/>
                  <a:pt x="137106" y="129619"/>
                  <a:pt x="137243" y="128927"/>
                </a:cubicBezTo>
                <a:cubicBezTo>
                  <a:pt x="137380" y="128236"/>
                  <a:pt x="137551" y="127649"/>
                  <a:pt x="137756" y="127165"/>
                </a:cubicBezTo>
                <a:cubicBezTo>
                  <a:pt x="137962" y="126682"/>
                  <a:pt x="138235" y="126319"/>
                  <a:pt x="138578" y="126077"/>
                </a:cubicBezTo>
                <a:cubicBezTo>
                  <a:pt x="138920" y="125835"/>
                  <a:pt x="139297" y="125715"/>
                  <a:pt x="139708" y="125715"/>
                </a:cubicBezTo>
                <a:cubicBezTo>
                  <a:pt x="140461" y="125715"/>
                  <a:pt x="141556" y="126199"/>
                  <a:pt x="142994" y="127169"/>
                </a:cubicBezTo>
                <a:cubicBezTo>
                  <a:pt x="144432" y="128138"/>
                  <a:pt x="146230" y="129194"/>
                  <a:pt x="148386" y="130336"/>
                </a:cubicBezTo>
                <a:cubicBezTo>
                  <a:pt x="150543" y="131479"/>
                  <a:pt x="153111" y="132535"/>
                  <a:pt x="156089" y="133504"/>
                </a:cubicBezTo>
                <a:cubicBezTo>
                  <a:pt x="159068" y="134474"/>
                  <a:pt x="162509" y="134958"/>
                  <a:pt x="166412" y="134958"/>
                </a:cubicBezTo>
                <a:cubicBezTo>
                  <a:pt x="169561" y="134958"/>
                  <a:pt x="172437" y="134616"/>
                  <a:pt x="175039" y="133931"/>
                </a:cubicBezTo>
                <a:cubicBezTo>
                  <a:pt x="177641" y="133244"/>
                  <a:pt x="179901" y="132215"/>
                  <a:pt x="181818" y="130844"/>
                </a:cubicBezTo>
                <a:cubicBezTo>
                  <a:pt x="183735" y="129472"/>
                  <a:pt x="185224" y="127706"/>
                  <a:pt x="186286" y="125544"/>
                </a:cubicBezTo>
                <a:cubicBezTo>
                  <a:pt x="187347" y="123383"/>
                  <a:pt x="187878" y="120863"/>
                  <a:pt x="187878" y="117983"/>
                </a:cubicBezTo>
                <a:cubicBezTo>
                  <a:pt x="187878" y="115105"/>
                  <a:pt x="187193" y="112672"/>
                  <a:pt x="185823" y="110684"/>
                </a:cubicBezTo>
                <a:cubicBezTo>
                  <a:pt x="184454" y="108696"/>
                  <a:pt x="182657" y="106965"/>
                  <a:pt x="180431" y="105491"/>
                </a:cubicBezTo>
                <a:cubicBezTo>
                  <a:pt x="178206" y="104016"/>
                  <a:pt x="175672" y="102714"/>
                  <a:pt x="172831" y="101585"/>
                </a:cubicBezTo>
                <a:cubicBezTo>
                  <a:pt x="169989" y="100453"/>
                  <a:pt x="167079" y="99288"/>
                  <a:pt x="164101" y="98089"/>
                </a:cubicBezTo>
                <a:cubicBezTo>
                  <a:pt x="161122" y="96889"/>
                  <a:pt x="158212" y="95570"/>
                  <a:pt x="155371" y="94132"/>
                </a:cubicBezTo>
                <a:cubicBezTo>
                  <a:pt x="152529" y="92692"/>
                  <a:pt x="149995" y="90944"/>
                  <a:pt x="147770" y="88887"/>
                </a:cubicBezTo>
                <a:cubicBezTo>
                  <a:pt x="145545" y="86831"/>
                  <a:pt x="143747" y="84364"/>
                  <a:pt x="142378" y="81486"/>
                </a:cubicBezTo>
                <a:cubicBezTo>
                  <a:pt x="141009" y="78606"/>
                  <a:pt x="140324" y="75144"/>
                  <a:pt x="140324" y="71100"/>
                </a:cubicBezTo>
                <a:cubicBezTo>
                  <a:pt x="140324" y="67879"/>
                  <a:pt x="140940" y="64710"/>
                  <a:pt x="142173" y="61593"/>
                </a:cubicBezTo>
                <a:cubicBezTo>
                  <a:pt x="143405" y="58473"/>
                  <a:pt x="145305" y="55680"/>
                  <a:pt x="147873" y="53212"/>
                </a:cubicBezTo>
                <a:cubicBezTo>
                  <a:pt x="150441" y="50743"/>
                  <a:pt x="153727" y="48755"/>
                  <a:pt x="157733" y="47249"/>
                </a:cubicBezTo>
                <a:cubicBezTo>
                  <a:pt x="161738" y="45740"/>
                  <a:pt x="166480" y="44986"/>
                  <a:pt x="171958" y="44986"/>
                </a:cubicBezTo>
                <a:cubicBezTo>
                  <a:pt x="174286" y="44986"/>
                  <a:pt x="176597" y="45174"/>
                  <a:pt x="178891" y="45551"/>
                </a:cubicBezTo>
                <a:cubicBezTo>
                  <a:pt x="181184" y="45928"/>
                  <a:pt x="183273" y="46424"/>
                  <a:pt x="185156" y="47040"/>
                </a:cubicBezTo>
                <a:cubicBezTo>
                  <a:pt x="187039" y="47657"/>
                  <a:pt x="188665" y="48324"/>
                  <a:pt x="190034" y="49043"/>
                </a:cubicBezTo>
                <a:cubicBezTo>
                  <a:pt x="191404" y="49762"/>
                  <a:pt x="192448" y="50395"/>
                  <a:pt x="193167" y="50943"/>
                </a:cubicBezTo>
                <a:cubicBezTo>
                  <a:pt x="193886" y="51491"/>
                  <a:pt x="194365" y="51953"/>
                  <a:pt x="194605" y="52330"/>
                </a:cubicBezTo>
                <a:cubicBezTo>
                  <a:pt x="194845" y="52706"/>
                  <a:pt x="195016" y="53100"/>
                  <a:pt x="195119" y="53511"/>
                </a:cubicBezTo>
                <a:cubicBezTo>
                  <a:pt x="195221" y="53922"/>
                  <a:pt x="195307" y="54418"/>
                  <a:pt x="195375" y="55000"/>
                </a:cubicBezTo>
                <a:cubicBezTo>
                  <a:pt x="195444" y="55582"/>
                  <a:pt x="195478" y="56284"/>
                  <a:pt x="195478" y="57106"/>
                </a:cubicBezTo>
                <a:cubicBezTo>
                  <a:pt x="195478" y="57927"/>
                  <a:pt x="195427" y="58663"/>
                  <a:pt x="195324" y="59314"/>
                </a:cubicBezTo>
                <a:cubicBezTo>
                  <a:pt x="195221" y="59964"/>
                  <a:pt x="195067" y="60529"/>
                  <a:pt x="194862" y="61009"/>
                </a:cubicBezTo>
                <a:cubicBezTo>
                  <a:pt x="194656" y="61488"/>
                  <a:pt x="194400" y="61847"/>
                  <a:pt x="194091" y="62087"/>
                </a:cubicBezTo>
                <a:cubicBezTo>
                  <a:pt x="193783" y="62327"/>
                  <a:pt x="193424" y="62446"/>
                  <a:pt x="193013" y="62446"/>
                </a:cubicBezTo>
                <a:cubicBezTo>
                  <a:pt x="192465" y="62446"/>
                  <a:pt x="191644" y="62070"/>
                  <a:pt x="190548" y="61317"/>
                </a:cubicBezTo>
                <a:cubicBezTo>
                  <a:pt x="189452" y="60563"/>
                  <a:pt x="188015" y="59742"/>
                  <a:pt x="186234" y="58852"/>
                </a:cubicBezTo>
                <a:cubicBezTo>
                  <a:pt x="184454" y="57962"/>
                  <a:pt x="182331" y="57140"/>
                  <a:pt x="179866" y="56387"/>
                </a:cubicBezTo>
                <a:cubicBezTo>
                  <a:pt x="177401" y="55634"/>
                  <a:pt x="174560" y="55257"/>
                  <a:pt x="171342" y="55257"/>
                </a:cubicBezTo>
                <a:cubicBezTo>
                  <a:pt x="168123" y="55257"/>
                  <a:pt x="165299" y="55635"/>
                  <a:pt x="162868" y="56390"/>
                </a:cubicBezTo>
                <a:cubicBezTo>
                  <a:pt x="160437" y="57143"/>
                  <a:pt x="158435" y="58205"/>
                  <a:pt x="156860" y="59577"/>
                </a:cubicBezTo>
                <a:cubicBezTo>
                  <a:pt x="155285" y="60949"/>
                  <a:pt x="154104" y="62561"/>
                  <a:pt x="153316" y="64414"/>
                </a:cubicBezTo>
                <a:cubicBezTo>
                  <a:pt x="152529" y="66265"/>
                  <a:pt x="152135" y="68288"/>
                  <a:pt x="152135" y="70483"/>
                </a:cubicBezTo>
                <a:cubicBezTo>
                  <a:pt x="152135" y="73498"/>
                  <a:pt x="152820" y="76034"/>
                  <a:pt x="154189" y="78090"/>
                </a:cubicBezTo>
                <a:cubicBezTo>
                  <a:pt x="155559" y="80146"/>
                  <a:pt x="157373" y="81929"/>
                  <a:pt x="159633" y="83437"/>
                </a:cubicBezTo>
                <a:cubicBezTo>
                  <a:pt x="161892" y="84946"/>
                  <a:pt x="164460" y="86283"/>
                  <a:pt x="167336" y="87449"/>
                </a:cubicBezTo>
                <a:cubicBezTo>
                  <a:pt x="170212" y="88613"/>
                  <a:pt x="173139" y="89779"/>
                  <a:pt x="176118" y="90945"/>
                </a:cubicBezTo>
                <a:cubicBezTo>
                  <a:pt x="179096" y="92109"/>
                  <a:pt x="182023" y="93394"/>
                  <a:pt x="184899" y="94799"/>
                </a:cubicBezTo>
                <a:cubicBezTo>
                  <a:pt x="187775" y="96203"/>
                  <a:pt x="190343" y="97899"/>
                  <a:pt x="192602" y="99887"/>
                </a:cubicBezTo>
                <a:cubicBezTo>
                  <a:pt x="194862" y="101875"/>
                  <a:pt x="196676" y="104257"/>
                  <a:pt x="198046" y="107035"/>
                </a:cubicBezTo>
                <a:cubicBezTo>
                  <a:pt x="199415" y="109810"/>
                  <a:pt x="200100" y="113151"/>
                  <a:pt x="200100" y="117058"/>
                </a:cubicBezTo>
                <a:close/>
                <a:moveTo>
                  <a:pt x="245816" y="141734"/>
                </a:moveTo>
                <a:cubicBezTo>
                  <a:pt x="245816" y="142145"/>
                  <a:pt x="245714" y="142522"/>
                  <a:pt x="245508" y="142867"/>
                </a:cubicBezTo>
                <a:cubicBezTo>
                  <a:pt x="245303" y="143209"/>
                  <a:pt x="244978" y="143483"/>
                  <a:pt x="244533" y="143688"/>
                </a:cubicBezTo>
                <a:cubicBezTo>
                  <a:pt x="244087" y="143894"/>
                  <a:pt x="243471" y="144065"/>
                  <a:pt x="242684" y="144202"/>
                </a:cubicBezTo>
                <a:cubicBezTo>
                  <a:pt x="241896" y="144339"/>
                  <a:pt x="240886" y="144407"/>
                  <a:pt x="239654" y="144407"/>
                </a:cubicBezTo>
                <a:cubicBezTo>
                  <a:pt x="238490" y="144407"/>
                  <a:pt x="237514" y="144339"/>
                  <a:pt x="236727" y="144202"/>
                </a:cubicBezTo>
                <a:cubicBezTo>
                  <a:pt x="235939" y="144065"/>
                  <a:pt x="235306" y="143894"/>
                  <a:pt x="234827" y="143688"/>
                </a:cubicBezTo>
                <a:cubicBezTo>
                  <a:pt x="234347" y="143483"/>
                  <a:pt x="234022" y="143209"/>
                  <a:pt x="233851" y="142867"/>
                </a:cubicBezTo>
                <a:cubicBezTo>
                  <a:pt x="233680" y="142522"/>
                  <a:pt x="233594" y="142145"/>
                  <a:pt x="233594" y="141734"/>
                </a:cubicBezTo>
                <a:lnTo>
                  <a:pt x="233594" y="48687"/>
                </a:lnTo>
                <a:cubicBezTo>
                  <a:pt x="233594" y="48276"/>
                  <a:pt x="233680" y="47899"/>
                  <a:pt x="233851" y="47557"/>
                </a:cubicBezTo>
                <a:cubicBezTo>
                  <a:pt x="234022" y="47213"/>
                  <a:pt x="234347" y="46920"/>
                  <a:pt x="234827" y="46681"/>
                </a:cubicBezTo>
                <a:cubicBezTo>
                  <a:pt x="235306" y="46441"/>
                  <a:pt x="235939" y="46270"/>
                  <a:pt x="236727" y="46167"/>
                </a:cubicBezTo>
                <a:cubicBezTo>
                  <a:pt x="237514" y="46065"/>
                  <a:pt x="238490" y="46013"/>
                  <a:pt x="239654" y="46013"/>
                </a:cubicBezTo>
                <a:cubicBezTo>
                  <a:pt x="240886" y="46013"/>
                  <a:pt x="241896" y="46065"/>
                  <a:pt x="242684" y="46167"/>
                </a:cubicBezTo>
                <a:cubicBezTo>
                  <a:pt x="243471" y="46270"/>
                  <a:pt x="244087" y="46441"/>
                  <a:pt x="244533" y="46681"/>
                </a:cubicBezTo>
                <a:cubicBezTo>
                  <a:pt x="244978" y="46920"/>
                  <a:pt x="245303" y="47213"/>
                  <a:pt x="245508" y="47557"/>
                </a:cubicBezTo>
                <a:cubicBezTo>
                  <a:pt x="245714" y="47899"/>
                  <a:pt x="245816" y="48276"/>
                  <a:pt x="245816" y="48687"/>
                </a:cubicBezTo>
                <a:lnTo>
                  <a:pt x="245816" y="141734"/>
                </a:lnTo>
                <a:moveTo>
                  <a:pt x="247665" y="17204"/>
                </a:moveTo>
                <a:cubicBezTo>
                  <a:pt x="247665" y="20510"/>
                  <a:pt x="247083" y="22749"/>
                  <a:pt x="245919" y="23921"/>
                </a:cubicBezTo>
                <a:cubicBezTo>
                  <a:pt x="244755" y="25092"/>
                  <a:pt x="242632" y="25677"/>
                  <a:pt x="239551" y="25677"/>
                </a:cubicBezTo>
                <a:cubicBezTo>
                  <a:pt x="236538" y="25677"/>
                  <a:pt x="234467" y="25109"/>
                  <a:pt x="233337" y="23973"/>
                </a:cubicBezTo>
                <a:cubicBezTo>
                  <a:pt x="232208" y="22836"/>
                  <a:pt x="231643" y="20614"/>
                  <a:pt x="231643" y="17306"/>
                </a:cubicBezTo>
                <a:cubicBezTo>
                  <a:pt x="231643" y="14000"/>
                  <a:pt x="232225" y="11762"/>
                  <a:pt x="233389" y="10592"/>
                </a:cubicBezTo>
                <a:cubicBezTo>
                  <a:pt x="234553" y="9419"/>
                  <a:pt x="236675" y="8833"/>
                  <a:pt x="239757" y="8833"/>
                </a:cubicBezTo>
                <a:cubicBezTo>
                  <a:pt x="242769" y="8833"/>
                  <a:pt x="244841" y="9401"/>
                  <a:pt x="245970" y="10537"/>
                </a:cubicBezTo>
                <a:cubicBezTo>
                  <a:pt x="247100" y="11673"/>
                  <a:pt x="247665" y="13896"/>
                  <a:pt x="247665" y="17204"/>
                </a:cubicBezTo>
                <a:close/>
                <a:moveTo>
                  <a:pt x="322548" y="136294"/>
                </a:moveTo>
                <a:cubicBezTo>
                  <a:pt x="322548" y="137731"/>
                  <a:pt x="322428" y="138895"/>
                  <a:pt x="322188" y="139786"/>
                </a:cubicBezTo>
                <a:cubicBezTo>
                  <a:pt x="321948" y="140676"/>
                  <a:pt x="321572" y="141378"/>
                  <a:pt x="321058" y="141891"/>
                </a:cubicBezTo>
                <a:cubicBezTo>
                  <a:pt x="320545" y="142405"/>
                  <a:pt x="319792" y="142884"/>
                  <a:pt x="318799" y="143329"/>
                </a:cubicBezTo>
                <a:cubicBezTo>
                  <a:pt x="317806" y="143774"/>
                  <a:pt x="316659" y="144151"/>
                  <a:pt x="315358" y="144459"/>
                </a:cubicBezTo>
                <a:cubicBezTo>
                  <a:pt x="314057" y="144767"/>
                  <a:pt x="312688" y="145007"/>
                  <a:pt x="311250" y="145178"/>
                </a:cubicBezTo>
                <a:cubicBezTo>
                  <a:pt x="309812" y="145349"/>
                  <a:pt x="308408" y="145435"/>
                  <a:pt x="307039" y="145435"/>
                </a:cubicBezTo>
                <a:cubicBezTo>
                  <a:pt x="302451" y="145435"/>
                  <a:pt x="298548" y="144818"/>
                  <a:pt x="295330" y="143586"/>
                </a:cubicBezTo>
                <a:cubicBezTo>
                  <a:pt x="292112" y="142353"/>
                  <a:pt x="289476" y="140487"/>
                  <a:pt x="287421" y="137988"/>
                </a:cubicBezTo>
                <a:cubicBezTo>
                  <a:pt x="285367" y="135489"/>
                  <a:pt x="283878" y="132322"/>
                  <a:pt x="282954" y="128488"/>
                </a:cubicBezTo>
                <a:cubicBezTo>
                  <a:pt x="282029" y="124653"/>
                  <a:pt x="281567" y="120134"/>
                  <a:pt x="281567" y="114930"/>
                </a:cubicBezTo>
                <a:lnTo>
                  <a:pt x="281567" y="57106"/>
                </a:lnTo>
                <a:lnTo>
                  <a:pt x="267701" y="57106"/>
                </a:lnTo>
                <a:cubicBezTo>
                  <a:pt x="266743" y="57106"/>
                  <a:pt x="265990" y="56673"/>
                  <a:pt x="265442" y="55809"/>
                </a:cubicBezTo>
                <a:cubicBezTo>
                  <a:pt x="264894" y="54944"/>
                  <a:pt x="264620" y="53648"/>
                  <a:pt x="264620" y="51919"/>
                </a:cubicBezTo>
                <a:cubicBezTo>
                  <a:pt x="264620" y="51020"/>
                  <a:pt x="264689" y="50242"/>
                  <a:pt x="264826" y="49585"/>
                </a:cubicBezTo>
                <a:cubicBezTo>
                  <a:pt x="264963" y="48929"/>
                  <a:pt x="265168" y="48375"/>
                  <a:pt x="265442" y="47926"/>
                </a:cubicBezTo>
                <a:cubicBezTo>
                  <a:pt x="265716" y="47477"/>
                  <a:pt x="266041" y="47148"/>
                  <a:pt x="266418" y="46941"/>
                </a:cubicBezTo>
                <a:cubicBezTo>
                  <a:pt x="266794" y="46733"/>
                  <a:pt x="267222" y="46629"/>
                  <a:pt x="267701" y="46629"/>
                </a:cubicBezTo>
                <a:lnTo>
                  <a:pt x="281567" y="46629"/>
                </a:lnTo>
                <a:lnTo>
                  <a:pt x="281567" y="23828"/>
                </a:lnTo>
                <a:cubicBezTo>
                  <a:pt x="281567" y="23417"/>
                  <a:pt x="281653" y="23041"/>
                  <a:pt x="281824" y="22698"/>
                </a:cubicBezTo>
                <a:cubicBezTo>
                  <a:pt x="281995" y="22356"/>
                  <a:pt x="282320" y="22065"/>
                  <a:pt x="282800" y="21825"/>
                </a:cubicBezTo>
                <a:cubicBezTo>
                  <a:pt x="283279" y="21586"/>
                  <a:pt x="283912" y="21415"/>
                  <a:pt x="284700" y="21312"/>
                </a:cubicBezTo>
                <a:cubicBezTo>
                  <a:pt x="285487" y="21209"/>
                  <a:pt x="286463" y="21158"/>
                  <a:pt x="287627" y="21158"/>
                </a:cubicBezTo>
                <a:cubicBezTo>
                  <a:pt x="288859" y="21158"/>
                  <a:pt x="289869" y="21209"/>
                  <a:pt x="290657" y="21312"/>
                </a:cubicBezTo>
                <a:cubicBezTo>
                  <a:pt x="291444" y="21415"/>
                  <a:pt x="292060" y="21586"/>
                  <a:pt x="292505" y="21825"/>
                </a:cubicBezTo>
                <a:cubicBezTo>
                  <a:pt x="292950" y="22065"/>
                  <a:pt x="293276" y="22356"/>
                  <a:pt x="293481" y="22698"/>
                </a:cubicBezTo>
                <a:cubicBezTo>
                  <a:pt x="293687" y="23041"/>
                  <a:pt x="293789" y="23417"/>
                  <a:pt x="293789" y="23828"/>
                </a:cubicBezTo>
                <a:lnTo>
                  <a:pt x="293789" y="46629"/>
                </a:lnTo>
                <a:lnTo>
                  <a:pt x="319466" y="46629"/>
                </a:lnTo>
                <a:cubicBezTo>
                  <a:pt x="319946" y="46629"/>
                  <a:pt x="320374" y="46733"/>
                  <a:pt x="320750" y="46941"/>
                </a:cubicBezTo>
                <a:cubicBezTo>
                  <a:pt x="321127" y="47148"/>
                  <a:pt x="321452" y="47477"/>
                  <a:pt x="321726" y="47926"/>
                </a:cubicBezTo>
                <a:cubicBezTo>
                  <a:pt x="322000" y="48375"/>
                  <a:pt x="322205" y="48929"/>
                  <a:pt x="322342" y="49585"/>
                </a:cubicBezTo>
                <a:cubicBezTo>
                  <a:pt x="322479" y="50242"/>
                  <a:pt x="322548" y="51020"/>
                  <a:pt x="322548" y="51919"/>
                </a:cubicBezTo>
                <a:cubicBezTo>
                  <a:pt x="322548" y="53648"/>
                  <a:pt x="322257" y="54944"/>
                  <a:pt x="321674" y="55809"/>
                </a:cubicBezTo>
                <a:cubicBezTo>
                  <a:pt x="321092" y="56673"/>
                  <a:pt x="320356" y="57106"/>
                  <a:pt x="319466" y="57106"/>
                </a:cubicBezTo>
                <a:lnTo>
                  <a:pt x="293789" y="57106"/>
                </a:lnTo>
                <a:lnTo>
                  <a:pt x="293789" y="113287"/>
                </a:lnTo>
                <a:cubicBezTo>
                  <a:pt x="293789" y="120340"/>
                  <a:pt x="294799" y="125715"/>
                  <a:pt x="296819" y="129412"/>
                </a:cubicBezTo>
                <a:cubicBezTo>
                  <a:pt x="298839" y="133110"/>
                  <a:pt x="302519" y="134958"/>
                  <a:pt x="307860" y="134958"/>
                </a:cubicBezTo>
                <a:cubicBezTo>
                  <a:pt x="309504" y="134958"/>
                  <a:pt x="310993" y="134787"/>
                  <a:pt x="312328" y="134445"/>
                </a:cubicBezTo>
                <a:cubicBezTo>
                  <a:pt x="313663" y="134102"/>
                  <a:pt x="314844" y="133726"/>
                  <a:pt x="315871" y="133315"/>
                </a:cubicBezTo>
                <a:cubicBezTo>
                  <a:pt x="316899" y="132904"/>
                  <a:pt x="317772" y="132528"/>
                  <a:pt x="318491" y="132185"/>
                </a:cubicBezTo>
                <a:cubicBezTo>
                  <a:pt x="319209" y="131843"/>
                  <a:pt x="319843" y="131672"/>
                  <a:pt x="320391" y="131672"/>
                </a:cubicBezTo>
                <a:cubicBezTo>
                  <a:pt x="320733" y="131672"/>
                  <a:pt x="321041" y="131740"/>
                  <a:pt x="321315" y="131877"/>
                </a:cubicBezTo>
                <a:cubicBezTo>
                  <a:pt x="321589" y="132014"/>
                  <a:pt x="321811" y="132271"/>
                  <a:pt x="321983" y="132647"/>
                </a:cubicBezTo>
                <a:cubicBezTo>
                  <a:pt x="322154" y="133024"/>
                  <a:pt x="322291" y="133503"/>
                  <a:pt x="322393" y="134085"/>
                </a:cubicBezTo>
                <a:cubicBezTo>
                  <a:pt x="322496" y="134667"/>
                  <a:pt x="322548" y="135403"/>
                  <a:pt x="322548" y="136294"/>
                </a:cubicBezTo>
                <a:close/>
                <a:moveTo>
                  <a:pt x="432979" y="136294"/>
                </a:moveTo>
                <a:cubicBezTo>
                  <a:pt x="432979" y="137731"/>
                  <a:pt x="432859" y="138895"/>
                  <a:pt x="432620" y="139786"/>
                </a:cubicBezTo>
                <a:cubicBezTo>
                  <a:pt x="432380" y="140676"/>
                  <a:pt x="432003" y="141378"/>
                  <a:pt x="431490" y="141891"/>
                </a:cubicBezTo>
                <a:cubicBezTo>
                  <a:pt x="430976" y="142405"/>
                  <a:pt x="430223" y="142884"/>
                  <a:pt x="429230" y="143329"/>
                </a:cubicBezTo>
                <a:cubicBezTo>
                  <a:pt x="428237" y="143774"/>
                  <a:pt x="427090" y="144151"/>
                  <a:pt x="425790" y="144459"/>
                </a:cubicBezTo>
                <a:cubicBezTo>
                  <a:pt x="424489" y="144767"/>
                  <a:pt x="423119" y="145007"/>
                  <a:pt x="421681" y="145178"/>
                </a:cubicBezTo>
                <a:cubicBezTo>
                  <a:pt x="420243" y="145349"/>
                  <a:pt x="418840" y="145435"/>
                  <a:pt x="417470" y="145435"/>
                </a:cubicBezTo>
                <a:cubicBezTo>
                  <a:pt x="412883" y="145435"/>
                  <a:pt x="408980" y="144818"/>
                  <a:pt x="405761" y="143586"/>
                </a:cubicBezTo>
                <a:cubicBezTo>
                  <a:pt x="402543" y="142353"/>
                  <a:pt x="399907" y="140487"/>
                  <a:pt x="397853" y="137988"/>
                </a:cubicBezTo>
                <a:cubicBezTo>
                  <a:pt x="395799" y="135489"/>
                  <a:pt x="394310" y="132322"/>
                  <a:pt x="393385" y="128488"/>
                </a:cubicBezTo>
                <a:cubicBezTo>
                  <a:pt x="392461" y="124653"/>
                  <a:pt x="391999" y="120134"/>
                  <a:pt x="391999" y="114930"/>
                </a:cubicBezTo>
                <a:lnTo>
                  <a:pt x="391999" y="57106"/>
                </a:lnTo>
                <a:lnTo>
                  <a:pt x="378133" y="57106"/>
                </a:lnTo>
                <a:cubicBezTo>
                  <a:pt x="377174" y="57106"/>
                  <a:pt x="376421" y="56673"/>
                  <a:pt x="375873" y="55809"/>
                </a:cubicBezTo>
                <a:cubicBezTo>
                  <a:pt x="375326" y="54944"/>
                  <a:pt x="375052" y="53648"/>
                  <a:pt x="375052" y="51919"/>
                </a:cubicBezTo>
                <a:cubicBezTo>
                  <a:pt x="375052" y="51020"/>
                  <a:pt x="375120" y="50242"/>
                  <a:pt x="375257" y="49585"/>
                </a:cubicBezTo>
                <a:cubicBezTo>
                  <a:pt x="375394" y="48929"/>
                  <a:pt x="375600" y="48375"/>
                  <a:pt x="375873" y="47926"/>
                </a:cubicBezTo>
                <a:cubicBezTo>
                  <a:pt x="376147" y="47477"/>
                  <a:pt x="376473" y="47148"/>
                  <a:pt x="376849" y="46941"/>
                </a:cubicBezTo>
                <a:cubicBezTo>
                  <a:pt x="377226" y="46733"/>
                  <a:pt x="377654" y="46629"/>
                  <a:pt x="378133" y="46629"/>
                </a:cubicBezTo>
                <a:lnTo>
                  <a:pt x="391999" y="46629"/>
                </a:lnTo>
                <a:lnTo>
                  <a:pt x="391999" y="23828"/>
                </a:lnTo>
                <a:cubicBezTo>
                  <a:pt x="391999" y="23417"/>
                  <a:pt x="392084" y="23041"/>
                  <a:pt x="392255" y="22698"/>
                </a:cubicBezTo>
                <a:cubicBezTo>
                  <a:pt x="392427" y="22356"/>
                  <a:pt x="392752" y="22065"/>
                  <a:pt x="393231" y="21825"/>
                </a:cubicBezTo>
                <a:cubicBezTo>
                  <a:pt x="393710" y="21586"/>
                  <a:pt x="394344" y="21415"/>
                  <a:pt x="395131" y="21312"/>
                </a:cubicBezTo>
                <a:cubicBezTo>
                  <a:pt x="395919" y="21209"/>
                  <a:pt x="396894" y="21158"/>
                  <a:pt x="398058" y="21158"/>
                </a:cubicBezTo>
                <a:cubicBezTo>
                  <a:pt x="399291" y="21158"/>
                  <a:pt x="400301" y="21209"/>
                  <a:pt x="401088" y="21312"/>
                </a:cubicBezTo>
                <a:cubicBezTo>
                  <a:pt x="401876" y="21415"/>
                  <a:pt x="402492" y="21586"/>
                  <a:pt x="402937" y="21825"/>
                </a:cubicBezTo>
                <a:cubicBezTo>
                  <a:pt x="403382" y="22065"/>
                  <a:pt x="403707" y="22356"/>
                  <a:pt x="403913" y="22698"/>
                </a:cubicBezTo>
                <a:cubicBezTo>
                  <a:pt x="404118" y="23041"/>
                  <a:pt x="404221" y="23417"/>
                  <a:pt x="404221" y="23828"/>
                </a:cubicBezTo>
                <a:lnTo>
                  <a:pt x="404221" y="46629"/>
                </a:lnTo>
                <a:lnTo>
                  <a:pt x="429898" y="46629"/>
                </a:lnTo>
                <a:cubicBezTo>
                  <a:pt x="430377" y="46629"/>
                  <a:pt x="430805" y="46733"/>
                  <a:pt x="431182" y="46941"/>
                </a:cubicBezTo>
                <a:cubicBezTo>
                  <a:pt x="431558" y="47148"/>
                  <a:pt x="431884" y="47477"/>
                  <a:pt x="432157" y="47926"/>
                </a:cubicBezTo>
                <a:cubicBezTo>
                  <a:pt x="432431" y="48375"/>
                  <a:pt x="432637" y="48929"/>
                  <a:pt x="432774" y="49585"/>
                </a:cubicBezTo>
                <a:cubicBezTo>
                  <a:pt x="432911" y="50242"/>
                  <a:pt x="432979" y="51020"/>
                  <a:pt x="432979" y="51919"/>
                </a:cubicBezTo>
                <a:cubicBezTo>
                  <a:pt x="432979" y="53648"/>
                  <a:pt x="432688" y="54944"/>
                  <a:pt x="432106" y="55809"/>
                </a:cubicBezTo>
                <a:cubicBezTo>
                  <a:pt x="431524" y="56673"/>
                  <a:pt x="430788" y="57106"/>
                  <a:pt x="429898" y="57106"/>
                </a:cubicBezTo>
                <a:lnTo>
                  <a:pt x="404221" y="57106"/>
                </a:lnTo>
                <a:lnTo>
                  <a:pt x="404221" y="113287"/>
                </a:lnTo>
                <a:cubicBezTo>
                  <a:pt x="404221" y="120340"/>
                  <a:pt x="405231" y="125715"/>
                  <a:pt x="407251" y="129412"/>
                </a:cubicBezTo>
                <a:cubicBezTo>
                  <a:pt x="409271" y="133110"/>
                  <a:pt x="412951" y="134958"/>
                  <a:pt x="418292" y="134958"/>
                </a:cubicBezTo>
                <a:cubicBezTo>
                  <a:pt x="419935" y="134958"/>
                  <a:pt x="421424" y="134787"/>
                  <a:pt x="422760" y="134445"/>
                </a:cubicBezTo>
                <a:cubicBezTo>
                  <a:pt x="424095" y="134102"/>
                  <a:pt x="425276" y="133726"/>
                  <a:pt x="426303" y="133315"/>
                </a:cubicBezTo>
                <a:cubicBezTo>
                  <a:pt x="427330" y="132904"/>
                  <a:pt x="428203" y="132528"/>
                  <a:pt x="428922" y="132185"/>
                </a:cubicBezTo>
                <a:cubicBezTo>
                  <a:pt x="429641" y="131843"/>
                  <a:pt x="430274" y="131672"/>
                  <a:pt x="430822" y="131672"/>
                </a:cubicBezTo>
                <a:cubicBezTo>
                  <a:pt x="431165" y="131672"/>
                  <a:pt x="431473" y="131740"/>
                  <a:pt x="431747" y="131877"/>
                </a:cubicBezTo>
                <a:cubicBezTo>
                  <a:pt x="432020" y="132014"/>
                  <a:pt x="432243" y="132271"/>
                  <a:pt x="432414" y="132647"/>
                </a:cubicBezTo>
                <a:cubicBezTo>
                  <a:pt x="432585" y="133024"/>
                  <a:pt x="432722" y="133503"/>
                  <a:pt x="432825" y="134085"/>
                </a:cubicBezTo>
                <a:cubicBezTo>
                  <a:pt x="432928" y="134667"/>
                  <a:pt x="432979" y="135403"/>
                  <a:pt x="432979" y="136294"/>
                </a:cubicBezTo>
                <a:close/>
                <a:moveTo>
                  <a:pt x="529845" y="141737"/>
                </a:moveTo>
                <a:cubicBezTo>
                  <a:pt x="529845" y="142148"/>
                  <a:pt x="529742" y="142524"/>
                  <a:pt x="529537" y="142867"/>
                </a:cubicBezTo>
                <a:cubicBezTo>
                  <a:pt x="529331" y="143209"/>
                  <a:pt x="529006" y="143483"/>
                  <a:pt x="528561" y="143688"/>
                </a:cubicBezTo>
                <a:cubicBezTo>
                  <a:pt x="528116" y="143894"/>
                  <a:pt x="527500" y="144065"/>
                  <a:pt x="526712" y="144202"/>
                </a:cubicBezTo>
                <a:cubicBezTo>
                  <a:pt x="525925" y="144339"/>
                  <a:pt x="524949" y="144407"/>
                  <a:pt x="523785" y="144407"/>
                </a:cubicBezTo>
                <a:cubicBezTo>
                  <a:pt x="522553" y="144407"/>
                  <a:pt x="521543" y="144339"/>
                  <a:pt x="520755" y="144202"/>
                </a:cubicBezTo>
                <a:cubicBezTo>
                  <a:pt x="519968" y="144065"/>
                  <a:pt x="519352" y="143894"/>
                  <a:pt x="518907" y="143688"/>
                </a:cubicBezTo>
                <a:cubicBezTo>
                  <a:pt x="518461" y="143483"/>
                  <a:pt x="518136" y="143209"/>
                  <a:pt x="517931" y="142867"/>
                </a:cubicBezTo>
                <a:cubicBezTo>
                  <a:pt x="517725" y="142524"/>
                  <a:pt x="517623" y="142148"/>
                  <a:pt x="517623" y="141737"/>
                </a:cubicBezTo>
                <a:lnTo>
                  <a:pt x="517623" y="86583"/>
                </a:lnTo>
                <a:cubicBezTo>
                  <a:pt x="517623" y="80831"/>
                  <a:pt x="517178" y="76158"/>
                  <a:pt x="516287" y="72563"/>
                </a:cubicBezTo>
                <a:cubicBezTo>
                  <a:pt x="515397" y="68968"/>
                  <a:pt x="514062" y="65887"/>
                  <a:pt x="512282" y="63319"/>
                </a:cubicBezTo>
                <a:cubicBezTo>
                  <a:pt x="510502" y="60752"/>
                  <a:pt x="508225" y="58766"/>
                  <a:pt x="505452" y="57362"/>
                </a:cubicBezTo>
                <a:cubicBezTo>
                  <a:pt x="502679" y="55959"/>
                  <a:pt x="499443" y="55257"/>
                  <a:pt x="495746" y="55257"/>
                </a:cubicBezTo>
                <a:cubicBezTo>
                  <a:pt x="491021" y="55257"/>
                  <a:pt x="486297" y="56934"/>
                  <a:pt x="481572" y="60290"/>
                </a:cubicBezTo>
                <a:cubicBezTo>
                  <a:pt x="476848" y="63645"/>
                  <a:pt x="471883" y="68575"/>
                  <a:pt x="466679" y="75080"/>
                </a:cubicBezTo>
                <a:lnTo>
                  <a:pt x="466679" y="141737"/>
                </a:lnTo>
                <a:cubicBezTo>
                  <a:pt x="466679" y="142148"/>
                  <a:pt x="466577" y="142524"/>
                  <a:pt x="466371" y="142867"/>
                </a:cubicBezTo>
                <a:cubicBezTo>
                  <a:pt x="466166" y="143209"/>
                  <a:pt x="465841" y="143483"/>
                  <a:pt x="465396" y="143688"/>
                </a:cubicBezTo>
                <a:cubicBezTo>
                  <a:pt x="464951" y="143894"/>
                  <a:pt x="464334" y="144065"/>
                  <a:pt x="463547" y="144202"/>
                </a:cubicBezTo>
                <a:cubicBezTo>
                  <a:pt x="462759" y="144339"/>
                  <a:pt x="461750" y="144407"/>
                  <a:pt x="460517" y="144407"/>
                </a:cubicBezTo>
                <a:cubicBezTo>
                  <a:pt x="459353" y="144407"/>
                  <a:pt x="458377" y="144339"/>
                  <a:pt x="457590" y="144202"/>
                </a:cubicBezTo>
                <a:cubicBezTo>
                  <a:pt x="456802" y="144065"/>
                  <a:pt x="456169" y="143894"/>
                  <a:pt x="455690" y="143688"/>
                </a:cubicBezTo>
                <a:cubicBezTo>
                  <a:pt x="455210" y="143483"/>
                  <a:pt x="454885" y="143209"/>
                  <a:pt x="454714" y="142867"/>
                </a:cubicBezTo>
                <a:cubicBezTo>
                  <a:pt x="454543" y="142524"/>
                  <a:pt x="454457" y="142148"/>
                  <a:pt x="454457" y="141737"/>
                </a:cubicBezTo>
                <a:lnTo>
                  <a:pt x="454457" y="3287"/>
                </a:lnTo>
                <a:cubicBezTo>
                  <a:pt x="454457" y="2876"/>
                  <a:pt x="454543" y="2499"/>
                  <a:pt x="454714" y="2157"/>
                </a:cubicBezTo>
                <a:cubicBezTo>
                  <a:pt x="454885" y="1815"/>
                  <a:pt x="455210" y="1524"/>
                  <a:pt x="455690" y="1284"/>
                </a:cubicBezTo>
                <a:cubicBezTo>
                  <a:pt x="456169" y="1044"/>
                  <a:pt x="456802" y="873"/>
                  <a:pt x="457590" y="770"/>
                </a:cubicBezTo>
                <a:cubicBezTo>
                  <a:pt x="458377" y="668"/>
                  <a:pt x="459353" y="616"/>
                  <a:pt x="460517" y="616"/>
                </a:cubicBezTo>
                <a:cubicBezTo>
                  <a:pt x="461750" y="616"/>
                  <a:pt x="462759" y="668"/>
                  <a:pt x="463547" y="770"/>
                </a:cubicBezTo>
                <a:cubicBezTo>
                  <a:pt x="464334" y="873"/>
                  <a:pt x="464951" y="1044"/>
                  <a:pt x="465396" y="1284"/>
                </a:cubicBezTo>
                <a:cubicBezTo>
                  <a:pt x="465841" y="1524"/>
                  <a:pt x="466166" y="1815"/>
                  <a:pt x="466371" y="2157"/>
                </a:cubicBezTo>
                <a:cubicBezTo>
                  <a:pt x="466577" y="2499"/>
                  <a:pt x="466679" y="2876"/>
                  <a:pt x="466679" y="3287"/>
                </a:cubicBezTo>
                <a:lnTo>
                  <a:pt x="466679" y="61317"/>
                </a:lnTo>
                <a:cubicBezTo>
                  <a:pt x="471746" y="55702"/>
                  <a:pt x="476813" y="51577"/>
                  <a:pt x="481880" y="48940"/>
                </a:cubicBezTo>
                <a:cubicBezTo>
                  <a:pt x="486947" y="46304"/>
                  <a:pt x="492014" y="44986"/>
                  <a:pt x="497081" y="44986"/>
                </a:cubicBezTo>
                <a:cubicBezTo>
                  <a:pt x="503175" y="44986"/>
                  <a:pt x="508310" y="46013"/>
                  <a:pt x="512487" y="48067"/>
                </a:cubicBezTo>
                <a:cubicBezTo>
                  <a:pt x="516664" y="50122"/>
                  <a:pt x="520036" y="52895"/>
                  <a:pt x="522604" y="56387"/>
                </a:cubicBezTo>
                <a:cubicBezTo>
                  <a:pt x="525172" y="59879"/>
                  <a:pt x="527020" y="63953"/>
                  <a:pt x="528150" y="68609"/>
                </a:cubicBezTo>
                <a:cubicBezTo>
                  <a:pt x="529280" y="73265"/>
                  <a:pt x="529845" y="78880"/>
                  <a:pt x="529845" y="85453"/>
                </a:cubicBezTo>
                <a:lnTo>
                  <a:pt x="529845" y="141737"/>
                </a:lnTo>
                <a:close/>
                <a:moveTo>
                  <a:pt x="640898" y="90486"/>
                </a:moveTo>
                <a:cubicBezTo>
                  <a:pt x="640898" y="92951"/>
                  <a:pt x="640247" y="94645"/>
                  <a:pt x="638946" y="95570"/>
                </a:cubicBezTo>
                <a:cubicBezTo>
                  <a:pt x="637645" y="96494"/>
                  <a:pt x="636379" y="96956"/>
                  <a:pt x="635146" y="96956"/>
                </a:cubicBezTo>
                <a:lnTo>
                  <a:pt x="571775" y="96956"/>
                </a:lnTo>
                <a:cubicBezTo>
                  <a:pt x="571775" y="102723"/>
                  <a:pt x="572340" y="107941"/>
                  <a:pt x="573470" y="112610"/>
                </a:cubicBezTo>
                <a:cubicBezTo>
                  <a:pt x="574600" y="117279"/>
                  <a:pt x="576466" y="121278"/>
                  <a:pt x="579068" y="124607"/>
                </a:cubicBezTo>
                <a:cubicBezTo>
                  <a:pt x="581670" y="127937"/>
                  <a:pt x="585059" y="130495"/>
                  <a:pt x="589236" y="132281"/>
                </a:cubicBezTo>
                <a:cubicBezTo>
                  <a:pt x="593412" y="134066"/>
                  <a:pt x="598548" y="134958"/>
                  <a:pt x="604642" y="134958"/>
                </a:cubicBezTo>
                <a:cubicBezTo>
                  <a:pt x="608956" y="134958"/>
                  <a:pt x="612824" y="134576"/>
                  <a:pt x="616248" y="133812"/>
                </a:cubicBezTo>
                <a:cubicBezTo>
                  <a:pt x="619671" y="133049"/>
                  <a:pt x="622633" y="132198"/>
                  <a:pt x="625132" y="131261"/>
                </a:cubicBezTo>
                <a:cubicBezTo>
                  <a:pt x="627631" y="130324"/>
                  <a:pt x="629685" y="129473"/>
                  <a:pt x="631295" y="128709"/>
                </a:cubicBezTo>
                <a:cubicBezTo>
                  <a:pt x="632904" y="127945"/>
                  <a:pt x="634051" y="127563"/>
                  <a:pt x="634735" y="127563"/>
                </a:cubicBezTo>
                <a:cubicBezTo>
                  <a:pt x="635146" y="127563"/>
                  <a:pt x="635523" y="127667"/>
                  <a:pt x="635865" y="127875"/>
                </a:cubicBezTo>
                <a:cubicBezTo>
                  <a:pt x="636207" y="128082"/>
                  <a:pt x="636481" y="128411"/>
                  <a:pt x="636687" y="128860"/>
                </a:cubicBezTo>
                <a:cubicBezTo>
                  <a:pt x="636892" y="129309"/>
                  <a:pt x="637046" y="129880"/>
                  <a:pt x="637149" y="130571"/>
                </a:cubicBezTo>
                <a:cubicBezTo>
                  <a:pt x="637252" y="131262"/>
                  <a:pt x="637303" y="132125"/>
                  <a:pt x="637303" y="133161"/>
                </a:cubicBezTo>
                <a:cubicBezTo>
                  <a:pt x="637303" y="133647"/>
                  <a:pt x="637269" y="134114"/>
                  <a:pt x="637200" y="134564"/>
                </a:cubicBezTo>
                <a:cubicBezTo>
                  <a:pt x="637132" y="135013"/>
                  <a:pt x="637046" y="135428"/>
                  <a:pt x="636944" y="135809"/>
                </a:cubicBezTo>
                <a:cubicBezTo>
                  <a:pt x="636841" y="136188"/>
                  <a:pt x="636687" y="136550"/>
                  <a:pt x="636481" y="136897"/>
                </a:cubicBezTo>
                <a:cubicBezTo>
                  <a:pt x="636276" y="137241"/>
                  <a:pt x="636002" y="137587"/>
                  <a:pt x="635660" y="137934"/>
                </a:cubicBezTo>
                <a:cubicBezTo>
                  <a:pt x="635317" y="138278"/>
                  <a:pt x="634256" y="138878"/>
                  <a:pt x="632476" y="139734"/>
                </a:cubicBezTo>
                <a:cubicBezTo>
                  <a:pt x="630695" y="140590"/>
                  <a:pt x="628367" y="141446"/>
                  <a:pt x="625492" y="142302"/>
                </a:cubicBezTo>
                <a:cubicBezTo>
                  <a:pt x="622616" y="143158"/>
                  <a:pt x="619278" y="143928"/>
                  <a:pt x="615478" y="144613"/>
                </a:cubicBezTo>
                <a:cubicBezTo>
                  <a:pt x="611677" y="145298"/>
                  <a:pt x="607586" y="145640"/>
                  <a:pt x="603204" y="145640"/>
                </a:cubicBezTo>
                <a:cubicBezTo>
                  <a:pt x="596014" y="145640"/>
                  <a:pt x="589646" y="144560"/>
                  <a:pt x="584100" y="142401"/>
                </a:cubicBezTo>
                <a:cubicBezTo>
                  <a:pt x="578554" y="140242"/>
                  <a:pt x="573898" y="137055"/>
                  <a:pt x="570132" y="132840"/>
                </a:cubicBezTo>
                <a:cubicBezTo>
                  <a:pt x="566366" y="128625"/>
                  <a:pt x="563507" y="123398"/>
                  <a:pt x="561556" y="117161"/>
                </a:cubicBezTo>
                <a:cubicBezTo>
                  <a:pt x="559604" y="110924"/>
                  <a:pt x="558629" y="103692"/>
                  <a:pt x="558629" y="95467"/>
                </a:cubicBezTo>
                <a:cubicBezTo>
                  <a:pt x="558629" y="87584"/>
                  <a:pt x="559639" y="80524"/>
                  <a:pt x="561659" y="74287"/>
                </a:cubicBezTo>
                <a:cubicBezTo>
                  <a:pt x="563678" y="68049"/>
                  <a:pt x="566571" y="62755"/>
                  <a:pt x="570337" y="58402"/>
                </a:cubicBezTo>
                <a:cubicBezTo>
                  <a:pt x="574103" y="54050"/>
                  <a:pt x="578640" y="50726"/>
                  <a:pt x="583946" y="48430"/>
                </a:cubicBezTo>
                <a:cubicBezTo>
                  <a:pt x="589253" y="46134"/>
                  <a:pt x="595158" y="44986"/>
                  <a:pt x="601663" y="44986"/>
                </a:cubicBezTo>
                <a:cubicBezTo>
                  <a:pt x="608647" y="44986"/>
                  <a:pt x="614605" y="46150"/>
                  <a:pt x="619535" y="48478"/>
                </a:cubicBezTo>
                <a:cubicBezTo>
                  <a:pt x="624464" y="50806"/>
                  <a:pt x="628521" y="53939"/>
                  <a:pt x="631705" y="57876"/>
                </a:cubicBezTo>
                <a:cubicBezTo>
                  <a:pt x="634889" y="61813"/>
                  <a:pt x="637217" y="66384"/>
                  <a:pt x="638690" y="71587"/>
                </a:cubicBezTo>
                <a:cubicBezTo>
                  <a:pt x="640162" y="76791"/>
                  <a:pt x="640898" y="82269"/>
                  <a:pt x="640898" y="88021"/>
                </a:cubicBezTo>
                <a:lnTo>
                  <a:pt x="640898" y="90486"/>
                </a:lnTo>
                <a:moveTo>
                  <a:pt x="628265" y="86891"/>
                </a:moveTo>
                <a:cubicBezTo>
                  <a:pt x="628470" y="77031"/>
                  <a:pt x="626211" y="69328"/>
                  <a:pt x="621486" y="63782"/>
                </a:cubicBezTo>
                <a:cubicBezTo>
                  <a:pt x="616761" y="58235"/>
                  <a:pt x="609880" y="55462"/>
                  <a:pt x="600842" y="55462"/>
                </a:cubicBezTo>
                <a:cubicBezTo>
                  <a:pt x="596186" y="55462"/>
                  <a:pt x="592094" y="56335"/>
                  <a:pt x="588568" y="58081"/>
                </a:cubicBezTo>
                <a:cubicBezTo>
                  <a:pt x="585042" y="59827"/>
                  <a:pt x="582063" y="62138"/>
                  <a:pt x="579632" y="65014"/>
                </a:cubicBezTo>
                <a:cubicBezTo>
                  <a:pt x="577202" y="67890"/>
                  <a:pt x="575336" y="71228"/>
                  <a:pt x="574035" y="75028"/>
                </a:cubicBezTo>
                <a:cubicBezTo>
                  <a:pt x="572734" y="78828"/>
                  <a:pt x="571981" y="82783"/>
                  <a:pt x="571775" y="86891"/>
                </a:cubicBezTo>
                <a:lnTo>
                  <a:pt x="628265" y="86891"/>
                </a:lnTo>
                <a:close/>
                <a:moveTo>
                  <a:pt x="756935" y="9141"/>
                </a:moveTo>
                <a:cubicBezTo>
                  <a:pt x="756935" y="10100"/>
                  <a:pt x="756884" y="10870"/>
                  <a:pt x="756781" y="11452"/>
                </a:cubicBezTo>
                <a:cubicBezTo>
                  <a:pt x="756679" y="12034"/>
                  <a:pt x="756542" y="12496"/>
                  <a:pt x="756371" y="12839"/>
                </a:cubicBezTo>
                <a:cubicBezTo>
                  <a:pt x="756199" y="13181"/>
                  <a:pt x="755994" y="13421"/>
                  <a:pt x="755754" y="13557"/>
                </a:cubicBezTo>
                <a:cubicBezTo>
                  <a:pt x="755515" y="13694"/>
                  <a:pt x="755224" y="13763"/>
                  <a:pt x="754881" y="13763"/>
                </a:cubicBezTo>
                <a:cubicBezTo>
                  <a:pt x="754334" y="13763"/>
                  <a:pt x="753683" y="13592"/>
                  <a:pt x="752930" y="13249"/>
                </a:cubicBezTo>
                <a:cubicBezTo>
                  <a:pt x="752177" y="12907"/>
                  <a:pt x="751235" y="12530"/>
                  <a:pt x="750105" y="12120"/>
                </a:cubicBezTo>
                <a:cubicBezTo>
                  <a:pt x="748976" y="11709"/>
                  <a:pt x="747640" y="11332"/>
                  <a:pt x="746100" y="10990"/>
                </a:cubicBezTo>
                <a:cubicBezTo>
                  <a:pt x="744559" y="10647"/>
                  <a:pt x="742762" y="10476"/>
                  <a:pt x="740708" y="10476"/>
                </a:cubicBezTo>
                <a:cubicBezTo>
                  <a:pt x="737832" y="10476"/>
                  <a:pt x="735401" y="10938"/>
                  <a:pt x="733415" y="11863"/>
                </a:cubicBezTo>
                <a:cubicBezTo>
                  <a:pt x="731430" y="12787"/>
                  <a:pt x="729821" y="14259"/>
                  <a:pt x="728588" y="16279"/>
                </a:cubicBezTo>
                <a:cubicBezTo>
                  <a:pt x="727356" y="18299"/>
                  <a:pt x="726483" y="20901"/>
                  <a:pt x="725969" y="24085"/>
                </a:cubicBezTo>
                <a:cubicBezTo>
                  <a:pt x="725455" y="27269"/>
                  <a:pt x="725199" y="31121"/>
                  <a:pt x="725199" y="35640"/>
                </a:cubicBezTo>
                <a:lnTo>
                  <a:pt x="725199" y="46629"/>
                </a:lnTo>
                <a:lnTo>
                  <a:pt x="748000" y="46629"/>
                </a:lnTo>
                <a:cubicBezTo>
                  <a:pt x="748479" y="46629"/>
                  <a:pt x="748890" y="46733"/>
                  <a:pt x="749232" y="46941"/>
                </a:cubicBezTo>
                <a:cubicBezTo>
                  <a:pt x="749575" y="47148"/>
                  <a:pt x="749883" y="47477"/>
                  <a:pt x="750157" y="47926"/>
                </a:cubicBezTo>
                <a:cubicBezTo>
                  <a:pt x="750431" y="48375"/>
                  <a:pt x="750636" y="48929"/>
                  <a:pt x="750773" y="49585"/>
                </a:cubicBezTo>
                <a:cubicBezTo>
                  <a:pt x="750910" y="50242"/>
                  <a:pt x="750978" y="51020"/>
                  <a:pt x="750978" y="51919"/>
                </a:cubicBezTo>
                <a:cubicBezTo>
                  <a:pt x="750978" y="53648"/>
                  <a:pt x="750705" y="54944"/>
                  <a:pt x="750157" y="55809"/>
                </a:cubicBezTo>
                <a:cubicBezTo>
                  <a:pt x="749609" y="56673"/>
                  <a:pt x="748890" y="57106"/>
                  <a:pt x="748000" y="57106"/>
                </a:cubicBezTo>
                <a:lnTo>
                  <a:pt x="725199" y="57106"/>
                </a:lnTo>
                <a:lnTo>
                  <a:pt x="725199" y="141740"/>
                </a:lnTo>
                <a:cubicBezTo>
                  <a:pt x="725199" y="142151"/>
                  <a:pt x="725096" y="142528"/>
                  <a:pt x="724891" y="142870"/>
                </a:cubicBezTo>
                <a:cubicBezTo>
                  <a:pt x="724685" y="143210"/>
                  <a:pt x="724360" y="143483"/>
                  <a:pt x="723915" y="143688"/>
                </a:cubicBezTo>
                <a:cubicBezTo>
                  <a:pt x="723470" y="143894"/>
                  <a:pt x="722836" y="144065"/>
                  <a:pt x="722015" y="144202"/>
                </a:cubicBezTo>
                <a:cubicBezTo>
                  <a:pt x="721193" y="144339"/>
                  <a:pt x="720200" y="144407"/>
                  <a:pt x="719036" y="144407"/>
                </a:cubicBezTo>
                <a:cubicBezTo>
                  <a:pt x="717872" y="144407"/>
                  <a:pt x="716896" y="144339"/>
                  <a:pt x="716109" y="144202"/>
                </a:cubicBezTo>
                <a:cubicBezTo>
                  <a:pt x="715322" y="144065"/>
                  <a:pt x="714688" y="143894"/>
                  <a:pt x="714209" y="143688"/>
                </a:cubicBezTo>
                <a:cubicBezTo>
                  <a:pt x="713730" y="143483"/>
                  <a:pt x="713404" y="143210"/>
                  <a:pt x="713233" y="142870"/>
                </a:cubicBezTo>
                <a:cubicBezTo>
                  <a:pt x="713062" y="142528"/>
                  <a:pt x="712976" y="142151"/>
                  <a:pt x="712976" y="141740"/>
                </a:cubicBezTo>
                <a:lnTo>
                  <a:pt x="712976" y="57106"/>
                </a:lnTo>
                <a:lnTo>
                  <a:pt x="699008" y="57106"/>
                </a:lnTo>
                <a:cubicBezTo>
                  <a:pt x="698050" y="57106"/>
                  <a:pt x="697313" y="56673"/>
                  <a:pt x="696800" y="55809"/>
                </a:cubicBezTo>
                <a:cubicBezTo>
                  <a:pt x="696286" y="54944"/>
                  <a:pt x="696030" y="53648"/>
                  <a:pt x="696030" y="51919"/>
                </a:cubicBezTo>
                <a:cubicBezTo>
                  <a:pt x="696030" y="51020"/>
                  <a:pt x="696098" y="50242"/>
                  <a:pt x="696235" y="49585"/>
                </a:cubicBezTo>
                <a:cubicBezTo>
                  <a:pt x="696372" y="48929"/>
                  <a:pt x="696560" y="48375"/>
                  <a:pt x="696800" y="47926"/>
                </a:cubicBezTo>
                <a:cubicBezTo>
                  <a:pt x="697040" y="47477"/>
                  <a:pt x="697348" y="47148"/>
                  <a:pt x="697724" y="46941"/>
                </a:cubicBezTo>
                <a:cubicBezTo>
                  <a:pt x="698101" y="46733"/>
                  <a:pt x="698529" y="46629"/>
                  <a:pt x="699008" y="46629"/>
                </a:cubicBezTo>
                <a:lnTo>
                  <a:pt x="712976" y="46629"/>
                </a:lnTo>
                <a:lnTo>
                  <a:pt x="712976" y="36051"/>
                </a:lnTo>
                <a:cubicBezTo>
                  <a:pt x="712976" y="29546"/>
                  <a:pt x="713558" y="23999"/>
                  <a:pt x="714722" y="19412"/>
                </a:cubicBezTo>
                <a:cubicBezTo>
                  <a:pt x="715886" y="14824"/>
                  <a:pt x="717650" y="11092"/>
                  <a:pt x="720012" y="8217"/>
                </a:cubicBezTo>
                <a:cubicBezTo>
                  <a:pt x="722374" y="5341"/>
                  <a:pt x="725336" y="3252"/>
                  <a:pt x="728896" y="1951"/>
                </a:cubicBezTo>
                <a:cubicBezTo>
                  <a:pt x="732457" y="650"/>
                  <a:pt x="736599" y="0"/>
                  <a:pt x="741324" y="0"/>
                </a:cubicBezTo>
                <a:cubicBezTo>
                  <a:pt x="743652" y="0"/>
                  <a:pt x="745911" y="223"/>
                  <a:pt x="748103" y="668"/>
                </a:cubicBezTo>
                <a:cubicBezTo>
                  <a:pt x="750294" y="1113"/>
                  <a:pt x="751954" y="1592"/>
                  <a:pt x="753084" y="2106"/>
                </a:cubicBezTo>
                <a:cubicBezTo>
                  <a:pt x="754214" y="2619"/>
                  <a:pt x="754967" y="3064"/>
                  <a:pt x="755343" y="3441"/>
                </a:cubicBezTo>
                <a:cubicBezTo>
                  <a:pt x="755720" y="3817"/>
                  <a:pt x="756028" y="4280"/>
                  <a:pt x="756268" y="4827"/>
                </a:cubicBezTo>
                <a:cubicBezTo>
                  <a:pt x="756508" y="5375"/>
                  <a:pt x="756679" y="6008"/>
                  <a:pt x="756781" y="6727"/>
                </a:cubicBezTo>
                <a:cubicBezTo>
                  <a:pt x="756884" y="7446"/>
                  <a:pt x="756935" y="8251"/>
                  <a:pt x="756935" y="9141"/>
                </a:cubicBezTo>
                <a:close/>
                <a:moveTo>
                  <a:pt x="846356" y="94337"/>
                </a:moveTo>
                <a:cubicBezTo>
                  <a:pt x="846356" y="101739"/>
                  <a:pt x="845397" y="108558"/>
                  <a:pt x="843480" y="114795"/>
                </a:cubicBezTo>
                <a:cubicBezTo>
                  <a:pt x="841563" y="121033"/>
                  <a:pt x="838704" y="126449"/>
                  <a:pt x="834904" y="131043"/>
                </a:cubicBezTo>
                <a:cubicBezTo>
                  <a:pt x="831104" y="135634"/>
                  <a:pt x="826362" y="139215"/>
                  <a:pt x="820679" y="141785"/>
                </a:cubicBezTo>
                <a:cubicBezTo>
                  <a:pt x="814995" y="144355"/>
                  <a:pt x="808388" y="145640"/>
                  <a:pt x="800856" y="145640"/>
                </a:cubicBezTo>
                <a:cubicBezTo>
                  <a:pt x="793598" y="145640"/>
                  <a:pt x="787247" y="144492"/>
                  <a:pt x="781804" y="142196"/>
                </a:cubicBezTo>
                <a:cubicBezTo>
                  <a:pt x="776360" y="139900"/>
                  <a:pt x="771807" y="136610"/>
                  <a:pt x="768144" y="132326"/>
                </a:cubicBezTo>
                <a:cubicBezTo>
                  <a:pt x="764480" y="128043"/>
                  <a:pt x="761741" y="122851"/>
                  <a:pt x="759927" y="116750"/>
                </a:cubicBezTo>
                <a:cubicBezTo>
                  <a:pt x="758112" y="110650"/>
                  <a:pt x="757205" y="103761"/>
                  <a:pt x="757205" y="96083"/>
                </a:cubicBezTo>
                <a:cubicBezTo>
                  <a:pt x="757205" y="88682"/>
                  <a:pt x="758147" y="81863"/>
                  <a:pt x="760030" y="75625"/>
                </a:cubicBezTo>
                <a:cubicBezTo>
                  <a:pt x="761913" y="69388"/>
                  <a:pt x="764754" y="63990"/>
                  <a:pt x="768554" y="59433"/>
                </a:cubicBezTo>
                <a:cubicBezTo>
                  <a:pt x="772355" y="54873"/>
                  <a:pt x="777096" y="51325"/>
                  <a:pt x="782779" y="48790"/>
                </a:cubicBezTo>
                <a:cubicBezTo>
                  <a:pt x="788463" y="46254"/>
                  <a:pt x="795104" y="44986"/>
                  <a:pt x="802705" y="44986"/>
                </a:cubicBezTo>
                <a:cubicBezTo>
                  <a:pt x="809963" y="44986"/>
                  <a:pt x="816314" y="46117"/>
                  <a:pt x="821757" y="48379"/>
                </a:cubicBezTo>
                <a:cubicBezTo>
                  <a:pt x="827201" y="50640"/>
                  <a:pt x="831737" y="53913"/>
                  <a:pt x="835366" y="58197"/>
                </a:cubicBezTo>
                <a:cubicBezTo>
                  <a:pt x="838995" y="62481"/>
                  <a:pt x="841734" y="67673"/>
                  <a:pt x="843583" y="73773"/>
                </a:cubicBezTo>
                <a:cubicBezTo>
                  <a:pt x="845431" y="79874"/>
                  <a:pt x="846356" y="86728"/>
                  <a:pt x="846356" y="94337"/>
                </a:cubicBezTo>
                <a:moveTo>
                  <a:pt x="833414" y="95467"/>
                </a:moveTo>
                <a:cubicBezTo>
                  <a:pt x="833414" y="90188"/>
                  <a:pt x="832901" y="85149"/>
                  <a:pt x="831874" y="80350"/>
                </a:cubicBezTo>
                <a:cubicBezTo>
                  <a:pt x="830847" y="75550"/>
                  <a:pt x="829135" y="71317"/>
                  <a:pt x="826738" y="67649"/>
                </a:cubicBezTo>
                <a:cubicBezTo>
                  <a:pt x="824342" y="63982"/>
                  <a:pt x="821124" y="61068"/>
                  <a:pt x="817084" y="58909"/>
                </a:cubicBezTo>
                <a:cubicBezTo>
                  <a:pt x="813044" y="56748"/>
                  <a:pt x="808011" y="55668"/>
                  <a:pt x="801986" y="55668"/>
                </a:cubicBezTo>
                <a:cubicBezTo>
                  <a:pt x="796440" y="55668"/>
                  <a:pt x="791647" y="56662"/>
                  <a:pt x="787607" y="58649"/>
                </a:cubicBezTo>
                <a:cubicBezTo>
                  <a:pt x="783567" y="60637"/>
                  <a:pt x="780263" y="63398"/>
                  <a:pt x="777695" y="66930"/>
                </a:cubicBezTo>
                <a:cubicBezTo>
                  <a:pt x="775128" y="70461"/>
                  <a:pt x="773228" y="74626"/>
                  <a:pt x="771995" y="79425"/>
                </a:cubicBezTo>
                <a:cubicBezTo>
                  <a:pt x="770763" y="84225"/>
                  <a:pt x="770146" y="89401"/>
                  <a:pt x="770146" y="94954"/>
                </a:cubicBezTo>
                <a:cubicBezTo>
                  <a:pt x="770146" y="100301"/>
                  <a:pt x="770660" y="105391"/>
                  <a:pt x="771687" y="110225"/>
                </a:cubicBezTo>
                <a:cubicBezTo>
                  <a:pt x="772714" y="115059"/>
                  <a:pt x="774426" y="119292"/>
                  <a:pt x="776822" y="122925"/>
                </a:cubicBezTo>
                <a:cubicBezTo>
                  <a:pt x="779219" y="126559"/>
                  <a:pt x="782437" y="129439"/>
                  <a:pt x="786477" y="131566"/>
                </a:cubicBezTo>
                <a:cubicBezTo>
                  <a:pt x="790517" y="133691"/>
                  <a:pt x="795549" y="134753"/>
                  <a:pt x="801575" y="134753"/>
                </a:cubicBezTo>
                <a:cubicBezTo>
                  <a:pt x="807121" y="134753"/>
                  <a:pt x="811914" y="133759"/>
                  <a:pt x="815954" y="131771"/>
                </a:cubicBezTo>
                <a:cubicBezTo>
                  <a:pt x="819994" y="129783"/>
                  <a:pt x="823298" y="127041"/>
                  <a:pt x="825865" y="123545"/>
                </a:cubicBezTo>
                <a:cubicBezTo>
                  <a:pt x="828433" y="120046"/>
                  <a:pt x="830333" y="115898"/>
                  <a:pt x="831566" y="111101"/>
                </a:cubicBezTo>
                <a:cubicBezTo>
                  <a:pt x="832798" y="106302"/>
                  <a:pt x="833414" y="101090"/>
                  <a:pt x="833414" y="95467"/>
                </a:cubicBezTo>
                <a:close/>
                <a:moveTo>
                  <a:pt x="886951" y="141737"/>
                </a:moveTo>
                <a:cubicBezTo>
                  <a:pt x="886951" y="142148"/>
                  <a:pt x="886848" y="142524"/>
                  <a:pt x="886643" y="142867"/>
                </a:cubicBezTo>
                <a:cubicBezTo>
                  <a:pt x="886437" y="143209"/>
                  <a:pt x="886112" y="143483"/>
                  <a:pt x="885667" y="143688"/>
                </a:cubicBezTo>
                <a:cubicBezTo>
                  <a:pt x="885222" y="143894"/>
                  <a:pt x="884606" y="144065"/>
                  <a:pt x="883818" y="144202"/>
                </a:cubicBezTo>
                <a:cubicBezTo>
                  <a:pt x="883031" y="144339"/>
                  <a:pt x="882021" y="144407"/>
                  <a:pt x="880788" y="144407"/>
                </a:cubicBezTo>
                <a:cubicBezTo>
                  <a:pt x="879624" y="144407"/>
                  <a:pt x="878649" y="144339"/>
                  <a:pt x="877861" y="144202"/>
                </a:cubicBezTo>
                <a:cubicBezTo>
                  <a:pt x="877074" y="144065"/>
                  <a:pt x="876440" y="143894"/>
                  <a:pt x="875961" y="143688"/>
                </a:cubicBezTo>
                <a:cubicBezTo>
                  <a:pt x="875482" y="143483"/>
                  <a:pt x="875156" y="143209"/>
                  <a:pt x="874985" y="142867"/>
                </a:cubicBezTo>
                <a:cubicBezTo>
                  <a:pt x="874814" y="142524"/>
                  <a:pt x="874729" y="142148"/>
                  <a:pt x="874729" y="141737"/>
                </a:cubicBezTo>
                <a:lnTo>
                  <a:pt x="874729" y="3287"/>
                </a:lnTo>
                <a:cubicBezTo>
                  <a:pt x="874729" y="2876"/>
                  <a:pt x="874814" y="2499"/>
                  <a:pt x="874985" y="2157"/>
                </a:cubicBezTo>
                <a:cubicBezTo>
                  <a:pt x="875156" y="1815"/>
                  <a:pt x="875482" y="1524"/>
                  <a:pt x="875961" y="1284"/>
                </a:cubicBezTo>
                <a:cubicBezTo>
                  <a:pt x="876440" y="1044"/>
                  <a:pt x="877074" y="873"/>
                  <a:pt x="877861" y="770"/>
                </a:cubicBezTo>
                <a:cubicBezTo>
                  <a:pt x="878649" y="668"/>
                  <a:pt x="879624" y="616"/>
                  <a:pt x="880788" y="616"/>
                </a:cubicBezTo>
                <a:cubicBezTo>
                  <a:pt x="882021" y="616"/>
                  <a:pt x="883031" y="668"/>
                  <a:pt x="883818" y="770"/>
                </a:cubicBezTo>
                <a:cubicBezTo>
                  <a:pt x="884606" y="873"/>
                  <a:pt x="885222" y="1044"/>
                  <a:pt x="885667" y="1284"/>
                </a:cubicBezTo>
                <a:cubicBezTo>
                  <a:pt x="886112" y="1524"/>
                  <a:pt x="886437" y="1815"/>
                  <a:pt x="886643" y="2157"/>
                </a:cubicBezTo>
                <a:cubicBezTo>
                  <a:pt x="886848" y="2499"/>
                  <a:pt x="886951" y="2876"/>
                  <a:pt x="886951" y="3287"/>
                </a:cubicBezTo>
                <a:lnTo>
                  <a:pt x="886951" y="141737"/>
                </a:lnTo>
                <a:close/>
                <a:moveTo>
                  <a:pt x="931123" y="141737"/>
                </a:moveTo>
                <a:cubicBezTo>
                  <a:pt x="931123" y="142148"/>
                  <a:pt x="931021" y="142524"/>
                  <a:pt x="930815" y="142867"/>
                </a:cubicBezTo>
                <a:cubicBezTo>
                  <a:pt x="930610" y="143209"/>
                  <a:pt x="930285" y="143483"/>
                  <a:pt x="929839" y="143688"/>
                </a:cubicBezTo>
                <a:cubicBezTo>
                  <a:pt x="929394" y="143894"/>
                  <a:pt x="928778" y="144065"/>
                  <a:pt x="927991" y="144202"/>
                </a:cubicBezTo>
                <a:cubicBezTo>
                  <a:pt x="927203" y="144339"/>
                  <a:pt x="926193" y="144407"/>
                  <a:pt x="924961" y="144407"/>
                </a:cubicBezTo>
                <a:cubicBezTo>
                  <a:pt x="923797" y="144407"/>
                  <a:pt x="922821" y="144339"/>
                  <a:pt x="922034" y="144202"/>
                </a:cubicBezTo>
                <a:cubicBezTo>
                  <a:pt x="921246" y="144065"/>
                  <a:pt x="920613" y="143894"/>
                  <a:pt x="920134" y="143688"/>
                </a:cubicBezTo>
                <a:cubicBezTo>
                  <a:pt x="919654" y="143483"/>
                  <a:pt x="919329" y="143209"/>
                  <a:pt x="919158" y="142867"/>
                </a:cubicBezTo>
                <a:cubicBezTo>
                  <a:pt x="918987" y="142524"/>
                  <a:pt x="918901" y="142148"/>
                  <a:pt x="918901" y="141737"/>
                </a:cubicBezTo>
                <a:lnTo>
                  <a:pt x="918901" y="3287"/>
                </a:lnTo>
                <a:cubicBezTo>
                  <a:pt x="918901" y="2876"/>
                  <a:pt x="918987" y="2499"/>
                  <a:pt x="919158" y="2157"/>
                </a:cubicBezTo>
                <a:cubicBezTo>
                  <a:pt x="919329" y="1815"/>
                  <a:pt x="919654" y="1524"/>
                  <a:pt x="920134" y="1284"/>
                </a:cubicBezTo>
                <a:cubicBezTo>
                  <a:pt x="920613" y="1044"/>
                  <a:pt x="921246" y="873"/>
                  <a:pt x="922034" y="770"/>
                </a:cubicBezTo>
                <a:cubicBezTo>
                  <a:pt x="922821" y="668"/>
                  <a:pt x="923797" y="616"/>
                  <a:pt x="924961" y="616"/>
                </a:cubicBezTo>
                <a:cubicBezTo>
                  <a:pt x="926193" y="616"/>
                  <a:pt x="927203" y="668"/>
                  <a:pt x="927991" y="770"/>
                </a:cubicBezTo>
                <a:cubicBezTo>
                  <a:pt x="928778" y="873"/>
                  <a:pt x="929394" y="1044"/>
                  <a:pt x="929839" y="1284"/>
                </a:cubicBezTo>
                <a:cubicBezTo>
                  <a:pt x="930285" y="1524"/>
                  <a:pt x="930610" y="1815"/>
                  <a:pt x="930815" y="2157"/>
                </a:cubicBezTo>
                <a:cubicBezTo>
                  <a:pt x="931021" y="2499"/>
                  <a:pt x="931123" y="2876"/>
                  <a:pt x="931123" y="3287"/>
                </a:cubicBezTo>
                <a:lnTo>
                  <a:pt x="931123" y="141737"/>
                </a:lnTo>
                <a:close/>
                <a:moveTo>
                  <a:pt x="1045343" y="94337"/>
                </a:moveTo>
                <a:cubicBezTo>
                  <a:pt x="1045343" y="101739"/>
                  <a:pt x="1044384" y="108558"/>
                  <a:pt x="1042467" y="114795"/>
                </a:cubicBezTo>
                <a:cubicBezTo>
                  <a:pt x="1040550" y="121033"/>
                  <a:pt x="1037691" y="126449"/>
                  <a:pt x="1033891" y="131043"/>
                </a:cubicBezTo>
                <a:cubicBezTo>
                  <a:pt x="1030091" y="135634"/>
                  <a:pt x="1025349" y="139215"/>
                  <a:pt x="1019666" y="141785"/>
                </a:cubicBezTo>
                <a:cubicBezTo>
                  <a:pt x="1013983" y="144355"/>
                  <a:pt x="1007375" y="145640"/>
                  <a:pt x="999843" y="145640"/>
                </a:cubicBezTo>
                <a:cubicBezTo>
                  <a:pt x="992585" y="145640"/>
                  <a:pt x="986234" y="144492"/>
                  <a:pt x="980791" y="142196"/>
                </a:cubicBezTo>
                <a:cubicBezTo>
                  <a:pt x="975347" y="139900"/>
                  <a:pt x="970794" y="136610"/>
                  <a:pt x="967131" y="132326"/>
                </a:cubicBezTo>
                <a:cubicBezTo>
                  <a:pt x="963467" y="128043"/>
                  <a:pt x="960729" y="122851"/>
                  <a:pt x="958914" y="116750"/>
                </a:cubicBezTo>
                <a:cubicBezTo>
                  <a:pt x="957100" y="110650"/>
                  <a:pt x="956192" y="103761"/>
                  <a:pt x="956192" y="96083"/>
                </a:cubicBezTo>
                <a:cubicBezTo>
                  <a:pt x="956192" y="88682"/>
                  <a:pt x="957134" y="81863"/>
                  <a:pt x="959017" y="75625"/>
                </a:cubicBezTo>
                <a:cubicBezTo>
                  <a:pt x="960900" y="69388"/>
                  <a:pt x="963741" y="63990"/>
                  <a:pt x="967542" y="59433"/>
                </a:cubicBezTo>
                <a:cubicBezTo>
                  <a:pt x="971342" y="54873"/>
                  <a:pt x="976083" y="51325"/>
                  <a:pt x="981767" y="48790"/>
                </a:cubicBezTo>
                <a:cubicBezTo>
                  <a:pt x="987450" y="46254"/>
                  <a:pt x="994092" y="44986"/>
                  <a:pt x="1001692" y="44986"/>
                </a:cubicBezTo>
                <a:cubicBezTo>
                  <a:pt x="1008950" y="44986"/>
                  <a:pt x="1015301" y="46117"/>
                  <a:pt x="1020744" y="48379"/>
                </a:cubicBezTo>
                <a:cubicBezTo>
                  <a:pt x="1026188" y="50640"/>
                  <a:pt x="1030724" y="53913"/>
                  <a:pt x="1034353" y="58197"/>
                </a:cubicBezTo>
                <a:cubicBezTo>
                  <a:pt x="1037982" y="62481"/>
                  <a:pt x="1040721" y="67673"/>
                  <a:pt x="1042570" y="73773"/>
                </a:cubicBezTo>
                <a:cubicBezTo>
                  <a:pt x="1044418" y="79874"/>
                  <a:pt x="1045343" y="86728"/>
                  <a:pt x="1045343" y="94337"/>
                </a:cubicBezTo>
                <a:moveTo>
                  <a:pt x="1032402" y="95467"/>
                </a:moveTo>
                <a:cubicBezTo>
                  <a:pt x="1032402" y="90188"/>
                  <a:pt x="1031888" y="85149"/>
                  <a:pt x="1030861" y="80350"/>
                </a:cubicBezTo>
                <a:cubicBezTo>
                  <a:pt x="1029834" y="75550"/>
                  <a:pt x="1028122" y="71317"/>
                  <a:pt x="1025726" y="67649"/>
                </a:cubicBezTo>
                <a:cubicBezTo>
                  <a:pt x="1023329" y="63982"/>
                  <a:pt x="1020111" y="61068"/>
                  <a:pt x="1016071" y="58909"/>
                </a:cubicBezTo>
                <a:cubicBezTo>
                  <a:pt x="1012031" y="56748"/>
                  <a:pt x="1006999" y="55668"/>
                  <a:pt x="1000973" y="55668"/>
                </a:cubicBezTo>
                <a:cubicBezTo>
                  <a:pt x="995427" y="55668"/>
                  <a:pt x="990634" y="56662"/>
                  <a:pt x="986594" y="58649"/>
                </a:cubicBezTo>
                <a:cubicBezTo>
                  <a:pt x="982554" y="60637"/>
                  <a:pt x="979250" y="63398"/>
                  <a:pt x="976683" y="66930"/>
                </a:cubicBezTo>
                <a:cubicBezTo>
                  <a:pt x="974115" y="70461"/>
                  <a:pt x="972215" y="74626"/>
                  <a:pt x="970982" y="79425"/>
                </a:cubicBezTo>
                <a:cubicBezTo>
                  <a:pt x="969750" y="84225"/>
                  <a:pt x="969134" y="89401"/>
                  <a:pt x="969134" y="94954"/>
                </a:cubicBezTo>
                <a:cubicBezTo>
                  <a:pt x="969134" y="100301"/>
                  <a:pt x="969647" y="105391"/>
                  <a:pt x="970674" y="110225"/>
                </a:cubicBezTo>
                <a:cubicBezTo>
                  <a:pt x="971701" y="115059"/>
                  <a:pt x="973413" y="119292"/>
                  <a:pt x="975810" y="122925"/>
                </a:cubicBezTo>
                <a:cubicBezTo>
                  <a:pt x="978206" y="126559"/>
                  <a:pt x="981424" y="129439"/>
                  <a:pt x="985464" y="131566"/>
                </a:cubicBezTo>
                <a:cubicBezTo>
                  <a:pt x="989504" y="133691"/>
                  <a:pt x="994537" y="134753"/>
                  <a:pt x="1000562" y="134753"/>
                </a:cubicBezTo>
                <a:cubicBezTo>
                  <a:pt x="1006108" y="134753"/>
                  <a:pt x="1010901" y="133759"/>
                  <a:pt x="1014941" y="131771"/>
                </a:cubicBezTo>
                <a:cubicBezTo>
                  <a:pt x="1018981" y="129783"/>
                  <a:pt x="1022285" y="127041"/>
                  <a:pt x="1024853" y="123545"/>
                </a:cubicBezTo>
                <a:cubicBezTo>
                  <a:pt x="1027420" y="120046"/>
                  <a:pt x="1029320" y="115898"/>
                  <a:pt x="1030553" y="111101"/>
                </a:cubicBezTo>
                <a:cubicBezTo>
                  <a:pt x="1031785" y="106302"/>
                  <a:pt x="1032402" y="101090"/>
                  <a:pt x="1032402" y="95467"/>
                </a:cubicBezTo>
                <a:close/>
                <a:moveTo>
                  <a:pt x="1197068" y="48481"/>
                </a:moveTo>
                <a:cubicBezTo>
                  <a:pt x="1197068" y="48824"/>
                  <a:pt x="1197017" y="49217"/>
                  <a:pt x="1196914" y="49663"/>
                </a:cubicBezTo>
                <a:cubicBezTo>
                  <a:pt x="1196811" y="50108"/>
                  <a:pt x="1196692" y="50605"/>
                  <a:pt x="1196555" y="51155"/>
                </a:cubicBezTo>
                <a:lnTo>
                  <a:pt x="1167796" y="141734"/>
                </a:lnTo>
                <a:cubicBezTo>
                  <a:pt x="1167659" y="142282"/>
                  <a:pt x="1167403" y="142728"/>
                  <a:pt x="1167026" y="143072"/>
                </a:cubicBezTo>
                <a:cubicBezTo>
                  <a:pt x="1166649" y="143415"/>
                  <a:pt x="1166153" y="143688"/>
                  <a:pt x="1165537" y="143894"/>
                </a:cubicBezTo>
                <a:cubicBezTo>
                  <a:pt x="1164921" y="144099"/>
                  <a:pt x="1164116" y="144236"/>
                  <a:pt x="1163123" y="144305"/>
                </a:cubicBezTo>
                <a:cubicBezTo>
                  <a:pt x="1162130" y="144373"/>
                  <a:pt x="1160949" y="144407"/>
                  <a:pt x="1159580" y="144407"/>
                </a:cubicBezTo>
                <a:cubicBezTo>
                  <a:pt x="1158142" y="144407"/>
                  <a:pt x="1156909" y="144356"/>
                  <a:pt x="1155882" y="144253"/>
                </a:cubicBezTo>
                <a:cubicBezTo>
                  <a:pt x="1154855" y="144151"/>
                  <a:pt x="1154016" y="143997"/>
                  <a:pt x="1153366" y="143791"/>
                </a:cubicBezTo>
                <a:cubicBezTo>
                  <a:pt x="1152715" y="143586"/>
                  <a:pt x="1152202" y="143312"/>
                  <a:pt x="1151825" y="142970"/>
                </a:cubicBezTo>
                <a:cubicBezTo>
                  <a:pt x="1151449" y="142625"/>
                  <a:pt x="1151192" y="142213"/>
                  <a:pt x="1151055" y="141734"/>
                </a:cubicBezTo>
                <a:lnTo>
                  <a:pt x="1129486" y="68323"/>
                </a:lnTo>
                <a:lnTo>
                  <a:pt x="1129281" y="67502"/>
                </a:lnTo>
                <a:lnTo>
                  <a:pt x="1129075" y="68323"/>
                </a:lnTo>
                <a:lnTo>
                  <a:pt x="1108945" y="141734"/>
                </a:lnTo>
                <a:cubicBezTo>
                  <a:pt x="1108808" y="142282"/>
                  <a:pt x="1108534" y="142728"/>
                  <a:pt x="1108123" y="143072"/>
                </a:cubicBezTo>
                <a:cubicBezTo>
                  <a:pt x="1107712" y="143415"/>
                  <a:pt x="1107147" y="143688"/>
                  <a:pt x="1106428" y="143894"/>
                </a:cubicBezTo>
                <a:cubicBezTo>
                  <a:pt x="1105709" y="144099"/>
                  <a:pt x="1104836" y="144236"/>
                  <a:pt x="1103809" y="144305"/>
                </a:cubicBezTo>
                <a:cubicBezTo>
                  <a:pt x="1102782" y="144373"/>
                  <a:pt x="1101618" y="144407"/>
                  <a:pt x="1100317" y="144407"/>
                </a:cubicBezTo>
                <a:cubicBezTo>
                  <a:pt x="1098948" y="144407"/>
                  <a:pt x="1097784" y="144356"/>
                  <a:pt x="1096825" y="144253"/>
                </a:cubicBezTo>
                <a:cubicBezTo>
                  <a:pt x="1095867" y="144151"/>
                  <a:pt x="1095062" y="143997"/>
                  <a:pt x="1094411" y="143791"/>
                </a:cubicBezTo>
                <a:cubicBezTo>
                  <a:pt x="1093761" y="143586"/>
                  <a:pt x="1093265" y="143312"/>
                  <a:pt x="1092922" y="142970"/>
                </a:cubicBezTo>
                <a:cubicBezTo>
                  <a:pt x="1092580" y="142625"/>
                  <a:pt x="1092340" y="142213"/>
                  <a:pt x="1092203" y="141734"/>
                </a:cubicBezTo>
                <a:lnTo>
                  <a:pt x="1063650" y="51155"/>
                </a:lnTo>
                <a:cubicBezTo>
                  <a:pt x="1063445" y="50674"/>
                  <a:pt x="1063291" y="50193"/>
                  <a:pt x="1063188" y="49714"/>
                </a:cubicBezTo>
                <a:cubicBezTo>
                  <a:pt x="1063086" y="49235"/>
                  <a:pt x="1063034" y="48824"/>
                  <a:pt x="1063034" y="48481"/>
                </a:cubicBezTo>
                <a:cubicBezTo>
                  <a:pt x="1063034" y="48002"/>
                  <a:pt x="1063137" y="47591"/>
                  <a:pt x="1063342" y="47249"/>
                </a:cubicBezTo>
                <a:cubicBezTo>
                  <a:pt x="1063548" y="46904"/>
                  <a:pt x="1063890" y="46647"/>
                  <a:pt x="1064369" y="46475"/>
                </a:cubicBezTo>
                <a:cubicBezTo>
                  <a:pt x="1064849" y="46304"/>
                  <a:pt x="1065465" y="46184"/>
                  <a:pt x="1066218" y="46116"/>
                </a:cubicBezTo>
                <a:cubicBezTo>
                  <a:pt x="1066971" y="46047"/>
                  <a:pt x="1067896" y="46013"/>
                  <a:pt x="1068991" y="46013"/>
                </a:cubicBezTo>
                <a:cubicBezTo>
                  <a:pt x="1070429" y="46013"/>
                  <a:pt x="1071593" y="46065"/>
                  <a:pt x="1072483" y="46167"/>
                </a:cubicBezTo>
                <a:cubicBezTo>
                  <a:pt x="1073373" y="46270"/>
                  <a:pt x="1074041" y="46424"/>
                  <a:pt x="1074486" y="46629"/>
                </a:cubicBezTo>
                <a:cubicBezTo>
                  <a:pt x="1074931" y="46835"/>
                  <a:pt x="1075256" y="47110"/>
                  <a:pt x="1075462" y="47454"/>
                </a:cubicBezTo>
                <a:cubicBezTo>
                  <a:pt x="1075667" y="47797"/>
                  <a:pt x="1075838" y="48207"/>
                  <a:pt x="1075975" y="48687"/>
                </a:cubicBezTo>
                <a:lnTo>
                  <a:pt x="1100523" y="129913"/>
                </a:lnTo>
                <a:lnTo>
                  <a:pt x="1100728" y="130632"/>
                </a:lnTo>
                <a:lnTo>
                  <a:pt x="1100933" y="129913"/>
                </a:lnTo>
                <a:lnTo>
                  <a:pt x="1123221" y="48687"/>
                </a:lnTo>
                <a:cubicBezTo>
                  <a:pt x="1123358" y="48207"/>
                  <a:pt x="1123546" y="47797"/>
                  <a:pt x="1123786" y="47454"/>
                </a:cubicBezTo>
                <a:cubicBezTo>
                  <a:pt x="1124026" y="47110"/>
                  <a:pt x="1124368" y="46835"/>
                  <a:pt x="1124813" y="46629"/>
                </a:cubicBezTo>
                <a:cubicBezTo>
                  <a:pt x="1125258" y="46424"/>
                  <a:pt x="1125874" y="46270"/>
                  <a:pt x="1126662" y="46167"/>
                </a:cubicBezTo>
                <a:cubicBezTo>
                  <a:pt x="1127449" y="46065"/>
                  <a:pt x="1128459" y="46013"/>
                  <a:pt x="1129692" y="46013"/>
                </a:cubicBezTo>
                <a:cubicBezTo>
                  <a:pt x="1130856" y="46013"/>
                  <a:pt x="1131814" y="46065"/>
                  <a:pt x="1132567" y="46167"/>
                </a:cubicBezTo>
                <a:cubicBezTo>
                  <a:pt x="1133321" y="46270"/>
                  <a:pt x="1133937" y="46424"/>
                  <a:pt x="1134416" y="46629"/>
                </a:cubicBezTo>
                <a:cubicBezTo>
                  <a:pt x="1134896" y="46835"/>
                  <a:pt x="1135238" y="47110"/>
                  <a:pt x="1135443" y="47454"/>
                </a:cubicBezTo>
                <a:cubicBezTo>
                  <a:pt x="1135649" y="47797"/>
                  <a:pt x="1135820" y="48207"/>
                  <a:pt x="1135957" y="48687"/>
                </a:cubicBezTo>
                <a:lnTo>
                  <a:pt x="1159991" y="129913"/>
                </a:lnTo>
                <a:lnTo>
                  <a:pt x="1160196" y="130632"/>
                </a:lnTo>
                <a:lnTo>
                  <a:pt x="1160299" y="129913"/>
                </a:lnTo>
                <a:lnTo>
                  <a:pt x="1184743" y="48687"/>
                </a:lnTo>
                <a:cubicBezTo>
                  <a:pt x="1184880" y="48207"/>
                  <a:pt x="1185068" y="47797"/>
                  <a:pt x="1185308" y="47454"/>
                </a:cubicBezTo>
                <a:cubicBezTo>
                  <a:pt x="1185548" y="47110"/>
                  <a:pt x="1185907" y="46835"/>
                  <a:pt x="1186386" y="46629"/>
                </a:cubicBezTo>
                <a:cubicBezTo>
                  <a:pt x="1186866" y="46424"/>
                  <a:pt x="1187533" y="46270"/>
                  <a:pt x="1188389" y="46167"/>
                </a:cubicBezTo>
                <a:cubicBezTo>
                  <a:pt x="1189245" y="46065"/>
                  <a:pt x="1190358" y="46013"/>
                  <a:pt x="1191727" y="46013"/>
                </a:cubicBezTo>
                <a:cubicBezTo>
                  <a:pt x="1192823" y="46013"/>
                  <a:pt x="1193713" y="46047"/>
                  <a:pt x="1194398" y="46116"/>
                </a:cubicBezTo>
                <a:cubicBezTo>
                  <a:pt x="1195082" y="46184"/>
                  <a:pt x="1195630" y="46321"/>
                  <a:pt x="1196041" y="46527"/>
                </a:cubicBezTo>
                <a:cubicBezTo>
                  <a:pt x="1196452" y="46732"/>
                  <a:pt x="1196726" y="46990"/>
                  <a:pt x="1196863" y="47300"/>
                </a:cubicBezTo>
                <a:cubicBezTo>
                  <a:pt x="1197000" y="47608"/>
                  <a:pt x="1197068" y="48002"/>
                  <a:pt x="1197068" y="48481"/>
                </a:cubicBezTo>
                <a:close/>
                <a:moveTo>
                  <a:pt x="1230025" y="141734"/>
                </a:moveTo>
                <a:cubicBezTo>
                  <a:pt x="1230025" y="142145"/>
                  <a:pt x="1229922" y="142522"/>
                  <a:pt x="1229717" y="142867"/>
                </a:cubicBezTo>
                <a:cubicBezTo>
                  <a:pt x="1229511" y="143209"/>
                  <a:pt x="1229186" y="143483"/>
                  <a:pt x="1228741" y="143688"/>
                </a:cubicBezTo>
                <a:cubicBezTo>
                  <a:pt x="1228296" y="143894"/>
                  <a:pt x="1227680" y="144065"/>
                  <a:pt x="1226892" y="144202"/>
                </a:cubicBezTo>
                <a:cubicBezTo>
                  <a:pt x="1226105" y="144339"/>
                  <a:pt x="1225095" y="144407"/>
                  <a:pt x="1223863" y="144407"/>
                </a:cubicBezTo>
                <a:cubicBezTo>
                  <a:pt x="1222698" y="144407"/>
                  <a:pt x="1221723" y="144339"/>
                  <a:pt x="1220935" y="144202"/>
                </a:cubicBezTo>
                <a:cubicBezTo>
                  <a:pt x="1220148" y="144065"/>
                  <a:pt x="1219515" y="143894"/>
                  <a:pt x="1219035" y="143688"/>
                </a:cubicBezTo>
                <a:cubicBezTo>
                  <a:pt x="1218556" y="143483"/>
                  <a:pt x="1218231" y="143209"/>
                  <a:pt x="1218060" y="142867"/>
                </a:cubicBezTo>
                <a:cubicBezTo>
                  <a:pt x="1217888" y="142522"/>
                  <a:pt x="1217803" y="142145"/>
                  <a:pt x="1217803" y="141734"/>
                </a:cubicBezTo>
                <a:lnTo>
                  <a:pt x="1217803" y="48687"/>
                </a:lnTo>
                <a:cubicBezTo>
                  <a:pt x="1217803" y="48276"/>
                  <a:pt x="1217888" y="47899"/>
                  <a:pt x="1218060" y="47557"/>
                </a:cubicBezTo>
                <a:cubicBezTo>
                  <a:pt x="1218231" y="47213"/>
                  <a:pt x="1218556" y="46920"/>
                  <a:pt x="1219035" y="46681"/>
                </a:cubicBezTo>
                <a:cubicBezTo>
                  <a:pt x="1219515" y="46441"/>
                  <a:pt x="1220148" y="46270"/>
                  <a:pt x="1220935" y="46167"/>
                </a:cubicBezTo>
                <a:cubicBezTo>
                  <a:pt x="1221723" y="46065"/>
                  <a:pt x="1222698" y="46013"/>
                  <a:pt x="1223863" y="46013"/>
                </a:cubicBezTo>
                <a:cubicBezTo>
                  <a:pt x="1225095" y="46013"/>
                  <a:pt x="1226105" y="46065"/>
                  <a:pt x="1226892" y="46167"/>
                </a:cubicBezTo>
                <a:cubicBezTo>
                  <a:pt x="1227680" y="46270"/>
                  <a:pt x="1228296" y="46441"/>
                  <a:pt x="1228741" y="46681"/>
                </a:cubicBezTo>
                <a:cubicBezTo>
                  <a:pt x="1229186" y="46920"/>
                  <a:pt x="1229511" y="47213"/>
                  <a:pt x="1229717" y="47557"/>
                </a:cubicBezTo>
                <a:cubicBezTo>
                  <a:pt x="1229922" y="47899"/>
                  <a:pt x="1230025" y="48276"/>
                  <a:pt x="1230025" y="48687"/>
                </a:cubicBezTo>
                <a:lnTo>
                  <a:pt x="1230025" y="141734"/>
                </a:lnTo>
                <a:moveTo>
                  <a:pt x="1231874" y="17204"/>
                </a:moveTo>
                <a:cubicBezTo>
                  <a:pt x="1231874" y="20510"/>
                  <a:pt x="1231292" y="22749"/>
                  <a:pt x="1230128" y="23921"/>
                </a:cubicBezTo>
                <a:cubicBezTo>
                  <a:pt x="1228964" y="25092"/>
                  <a:pt x="1226841" y="25677"/>
                  <a:pt x="1223760" y="25677"/>
                </a:cubicBezTo>
                <a:cubicBezTo>
                  <a:pt x="1220747" y="25677"/>
                  <a:pt x="1218676" y="25109"/>
                  <a:pt x="1217546" y="23973"/>
                </a:cubicBezTo>
                <a:cubicBezTo>
                  <a:pt x="1216416" y="22836"/>
                  <a:pt x="1215851" y="20614"/>
                  <a:pt x="1215851" y="17306"/>
                </a:cubicBezTo>
                <a:cubicBezTo>
                  <a:pt x="1215851" y="14000"/>
                  <a:pt x="1216433" y="11762"/>
                  <a:pt x="1217597" y="10592"/>
                </a:cubicBezTo>
                <a:cubicBezTo>
                  <a:pt x="1218761" y="9419"/>
                  <a:pt x="1220884" y="8833"/>
                  <a:pt x="1223965" y="8833"/>
                </a:cubicBezTo>
                <a:cubicBezTo>
                  <a:pt x="1226978" y="8833"/>
                  <a:pt x="1229049" y="9401"/>
                  <a:pt x="1230179" y="10537"/>
                </a:cubicBezTo>
                <a:cubicBezTo>
                  <a:pt x="1231309" y="11673"/>
                  <a:pt x="1231874" y="13896"/>
                  <a:pt x="1231874" y="17204"/>
                </a:cubicBezTo>
                <a:close/>
                <a:moveTo>
                  <a:pt x="1337363" y="141737"/>
                </a:moveTo>
                <a:cubicBezTo>
                  <a:pt x="1337363" y="142148"/>
                  <a:pt x="1337260" y="142524"/>
                  <a:pt x="1337055" y="142867"/>
                </a:cubicBezTo>
                <a:cubicBezTo>
                  <a:pt x="1336850" y="143209"/>
                  <a:pt x="1336524" y="143483"/>
                  <a:pt x="1336079" y="143688"/>
                </a:cubicBezTo>
                <a:cubicBezTo>
                  <a:pt x="1335634" y="143894"/>
                  <a:pt x="1335018" y="144065"/>
                  <a:pt x="1334230" y="144202"/>
                </a:cubicBezTo>
                <a:cubicBezTo>
                  <a:pt x="1333443" y="144339"/>
                  <a:pt x="1332467" y="144407"/>
                  <a:pt x="1331303" y="144407"/>
                </a:cubicBezTo>
                <a:cubicBezTo>
                  <a:pt x="1330071" y="144407"/>
                  <a:pt x="1329061" y="144339"/>
                  <a:pt x="1328273" y="144202"/>
                </a:cubicBezTo>
                <a:cubicBezTo>
                  <a:pt x="1327486" y="144065"/>
                  <a:pt x="1326870" y="143894"/>
                  <a:pt x="1326425" y="143688"/>
                </a:cubicBezTo>
                <a:cubicBezTo>
                  <a:pt x="1325980" y="143483"/>
                  <a:pt x="1325654" y="143209"/>
                  <a:pt x="1325449" y="142867"/>
                </a:cubicBezTo>
                <a:cubicBezTo>
                  <a:pt x="1325244" y="142524"/>
                  <a:pt x="1325141" y="142148"/>
                  <a:pt x="1325141" y="141737"/>
                </a:cubicBezTo>
                <a:lnTo>
                  <a:pt x="1325141" y="86583"/>
                </a:lnTo>
                <a:cubicBezTo>
                  <a:pt x="1325141" y="80831"/>
                  <a:pt x="1324696" y="76158"/>
                  <a:pt x="1323806" y="72563"/>
                </a:cubicBezTo>
                <a:cubicBezTo>
                  <a:pt x="1322915" y="68968"/>
                  <a:pt x="1321580" y="65887"/>
                  <a:pt x="1319800" y="63319"/>
                </a:cubicBezTo>
                <a:cubicBezTo>
                  <a:pt x="1318020" y="60752"/>
                  <a:pt x="1315743" y="58766"/>
                  <a:pt x="1312970" y="57362"/>
                </a:cubicBezTo>
                <a:cubicBezTo>
                  <a:pt x="1310197" y="55959"/>
                  <a:pt x="1306962" y="55257"/>
                  <a:pt x="1303264" y="55257"/>
                </a:cubicBezTo>
                <a:cubicBezTo>
                  <a:pt x="1298539" y="55257"/>
                  <a:pt x="1293815" y="56934"/>
                  <a:pt x="1289090" y="60290"/>
                </a:cubicBezTo>
                <a:cubicBezTo>
                  <a:pt x="1284366" y="63645"/>
                  <a:pt x="1279402" y="68575"/>
                  <a:pt x="1274198" y="75080"/>
                </a:cubicBezTo>
                <a:lnTo>
                  <a:pt x="1274198" y="141737"/>
                </a:lnTo>
                <a:cubicBezTo>
                  <a:pt x="1274198" y="142148"/>
                  <a:pt x="1274095" y="142524"/>
                  <a:pt x="1273890" y="142867"/>
                </a:cubicBezTo>
                <a:cubicBezTo>
                  <a:pt x="1273684" y="143209"/>
                  <a:pt x="1273359" y="143483"/>
                  <a:pt x="1272914" y="143688"/>
                </a:cubicBezTo>
                <a:cubicBezTo>
                  <a:pt x="1272469" y="143894"/>
                  <a:pt x="1271852" y="144065"/>
                  <a:pt x="1271065" y="144202"/>
                </a:cubicBezTo>
                <a:cubicBezTo>
                  <a:pt x="1270278" y="144339"/>
                  <a:pt x="1269268" y="144407"/>
                  <a:pt x="1268035" y="144407"/>
                </a:cubicBezTo>
                <a:cubicBezTo>
                  <a:pt x="1266871" y="144407"/>
                  <a:pt x="1265895" y="144339"/>
                  <a:pt x="1265108" y="144202"/>
                </a:cubicBezTo>
                <a:cubicBezTo>
                  <a:pt x="1264321" y="144065"/>
                  <a:pt x="1263687" y="143894"/>
                  <a:pt x="1263208" y="143688"/>
                </a:cubicBezTo>
                <a:cubicBezTo>
                  <a:pt x="1262729" y="143483"/>
                  <a:pt x="1262403" y="143209"/>
                  <a:pt x="1262232" y="142867"/>
                </a:cubicBezTo>
                <a:cubicBezTo>
                  <a:pt x="1262061" y="142522"/>
                  <a:pt x="1261975" y="142145"/>
                  <a:pt x="1261975" y="141734"/>
                </a:cubicBezTo>
                <a:lnTo>
                  <a:pt x="1261975" y="48687"/>
                </a:lnTo>
                <a:cubicBezTo>
                  <a:pt x="1261975" y="48276"/>
                  <a:pt x="1262061" y="47899"/>
                  <a:pt x="1262232" y="47557"/>
                </a:cubicBezTo>
                <a:cubicBezTo>
                  <a:pt x="1262403" y="47213"/>
                  <a:pt x="1262729" y="46920"/>
                  <a:pt x="1263208" y="46681"/>
                </a:cubicBezTo>
                <a:cubicBezTo>
                  <a:pt x="1263687" y="46441"/>
                  <a:pt x="1264286" y="46270"/>
                  <a:pt x="1265005" y="46167"/>
                </a:cubicBezTo>
                <a:cubicBezTo>
                  <a:pt x="1265724" y="46065"/>
                  <a:pt x="1266666" y="46013"/>
                  <a:pt x="1267830" y="46013"/>
                </a:cubicBezTo>
                <a:cubicBezTo>
                  <a:pt x="1268994" y="46013"/>
                  <a:pt x="1269952" y="46065"/>
                  <a:pt x="1270706" y="46167"/>
                </a:cubicBezTo>
                <a:cubicBezTo>
                  <a:pt x="1271459" y="46270"/>
                  <a:pt x="1272041" y="46441"/>
                  <a:pt x="1272452" y="46681"/>
                </a:cubicBezTo>
                <a:cubicBezTo>
                  <a:pt x="1272862" y="46920"/>
                  <a:pt x="1273153" y="47213"/>
                  <a:pt x="1273325" y="47557"/>
                </a:cubicBezTo>
                <a:cubicBezTo>
                  <a:pt x="1273496" y="47899"/>
                  <a:pt x="1273581" y="48276"/>
                  <a:pt x="1273581" y="48687"/>
                </a:cubicBezTo>
                <a:lnTo>
                  <a:pt x="1273581" y="61846"/>
                </a:lnTo>
                <a:cubicBezTo>
                  <a:pt x="1278922" y="55919"/>
                  <a:pt x="1284160" y="51628"/>
                  <a:pt x="1289296" y="48972"/>
                </a:cubicBezTo>
                <a:cubicBezTo>
                  <a:pt x="1294431" y="46315"/>
                  <a:pt x="1299532" y="44986"/>
                  <a:pt x="1304599" y="44986"/>
                </a:cubicBezTo>
                <a:cubicBezTo>
                  <a:pt x="1310693" y="44986"/>
                  <a:pt x="1315829" y="46013"/>
                  <a:pt x="1320005" y="48067"/>
                </a:cubicBezTo>
                <a:cubicBezTo>
                  <a:pt x="1324182" y="50122"/>
                  <a:pt x="1327554" y="52895"/>
                  <a:pt x="1330122" y="56387"/>
                </a:cubicBezTo>
                <a:cubicBezTo>
                  <a:pt x="1332690" y="59879"/>
                  <a:pt x="1334539" y="63953"/>
                  <a:pt x="1335668" y="68609"/>
                </a:cubicBezTo>
                <a:cubicBezTo>
                  <a:pt x="1336798" y="73265"/>
                  <a:pt x="1337363" y="78880"/>
                  <a:pt x="1337363" y="85453"/>
                </a:cubicBezTo>
                <a:lnTo>
                  <a:pt x="1337363" y="141737"/>
                </a:lnTo>
                <a:close/>
                <a:moveTo>
                  <a:pt x="1447081" y="51919"/>
                </a:moveTo>
                <a:cubicBezTo>
                  <a:pt x="1447081" y="53855"/>
                  <a:pt x="1446773" y="55204"/>
                  <a:pt x="1446156" y="55966"/>
                </a:cubicBezTo>
                <a:cubicBezTo>
                  <a:pt x="1445540" y="56726"/>
                  <a:pt x="1444753" y="57106"/>
                  <a:pt x="1443794" y="57106"/>
                </a:cubicBezTo>
                <a:lnTo>
                  <a:pt x="1429107" y="57106"/>
                </a:lnTo>
                <a:cubicBezTo>
                  <a:pt x="1431983" y="60029"/>
                  <a:pt x="1433986" y="63206"/>
                  <a:pt x="1435115" y="66638"/>
                </a:cubicBezTo>
                <a:cubicBezTo>
                  <a:pt x="1436245" y="70068"/>
                  <a:pt x="1436810" y="73687"/>
                  <a:pt x="1436810" y="77493"/>
                </a:cubicBezTo>
                <a:cubicBezTo>
                  <a:pt x="1436810" y="82757"/>
                  <a:pt x="1435971" y="87440"/>
                  <a:pt x="1434294" y="91542"/>
                </a:cubicBezTo>
                <a:cubicBezTo>
                  <a:pt x="1432616" y="95644"/>
                  <a:pt x="1430237" y="99113"/>
                  <a:pt x="1427155" y="101951"/>
                </a:cubicBezTo>
                <a:cubicBezTo>
                  <a:pt x="1424074" y="104788"/>
                  <a:pt x="1420411" y="106959"/>
                  <a:pt x="1416166" y="108463"/>
                </a:cubicBezTo>
                <a:cubicBezTo>
                  <a:pt x="1411920" y="109967"/>
                  <a:pt x="1407230" y="110719"/>
                  <a:pt x="1402095" y="110719"/>
                </a:cubicBezTo>
                <a:cubicBezTo>
                  <a:pt x="1397918" y="110719"/>
                  <a:pt x="1393947" y="110138"/>
                  <a:pt x="1390181" y="108976"/>
                </a:cubicBezTo>
                <a:cubicBezTo>
                  <a:pt x="1386415" y="107815"/>
                  <a:pt x="1383470" y="106379"/>
                  <a:pt x="1381348" y="104669"/>
                </a:cubicBezTo>
                <a:cubicBezTo>
                  <a:pt x="1379978" y="106045"/>
                  <a:pt x="1378848" y="107627"/>
                  <a:pt x="1377958" y="109416"/>
                </a:cubicBezTo>
                <a:cubicBezTo>
                  <a:pt x="1377068" y="111205"/>
                  <a:pt x="1376623" y="113269"/>
                  <a:pt x="1376623" y="115607"/>
                </a:cubicBezTo>
                <a:cubicBezTo>
                  <a:pt x="1376623" y="118220"/>
                  <a:pt x="1377873" y="120421"/>
                  <a:pt x="1380372" y="122210"/>
                </a:cubicBezTo>
                <a:cubicBezTo>
                  <a:pt x="1382871" y="123999"/>
                  <a:pt x="1386107" y="124961"/>
                  <a:pt x="1390078" y="125098"/>
                </a:cubicBezTo>
                <a:lnTo>
                  <a:pt x="1415241" y="126129"/>
                </a:lnTo>
                <a:cubicBezTo>
                  <a:pt x="1419487" y="126266"/>
                  <a:pt x="1423475" y="126849"/>
                  <a:pt x="1427207" y="127878"/>
                </a:cubicBezTo>
                <a:cubicBezTo>
                  <a:pt x="1430939" y="128905"/>
                  <a:pt x="1434208" y="130431"/>
                  <a:pt x="1437015" y="132455"/>
                </a:cubicBezTo>
                <a:cubicBezTo>
                  <a:pt x="1439823" y="134479"/>
                  <a:pt x="1442048" y="136966"/>
                  <a:pt x="1443691" y="139917"/>
                </a:cubicBezTo>
                <a:cubicBezTo>
                  <a:pt x="1445335" y="142866"/>
                  <a:pt x="1446156" y="146329"/>
                  <a:pt x="1446156" y="150307"/>
                </a:cubicBezTo>
                <a:cubicBezTo>
                  <a:pt x="1446156" y="154424"/>
                  <a:pt x="1445318" y="158368"/>
                  <a:pt x="1443640" y="162141"/>
                </a:cubicBezTo>
                <a:cubicBezTo>
                  <a:pt x="1441963" y="165913"/>
                  <a:pt x="1439361" y="169222"/>
                  <a:pt x="1435834" y="172068"/>
                </a:cubicBezTo>
                <a:cubicBezTo>
                  <a:pt x="1432308" y="174916"/>
                  <a:pt x="1427806" y="177180"/>
                  <a:pt x="1422328" y="178860"/>
                </a:cubicBezTo>
                <a:cubicBezTo>
                  <a:pt x="1416850" y="180541"/>
                  <a:pt x="1410311" y="181382"/>
                  <a:pt x="1402711" y="181382"/>
                </a:cubicBezTo>
                <a:cubicBezTo>
                  <a:pt x="1395453" y="181382"/>
                  <a:pt x="1389273" y="180748"/>
                  <a:pt x="1384172" y="179479"/>
                </a:cubicBezTo>
                <a:cubicBezTo>
                  <a:pt x="1379071" y="178212"/>
                  <a:pt x="1374894" y="176465"/>
                  <a:pt x="1371642" y="174238"/>
                </a:cubicBezTo>
                <a:cubicBezTo>
                  <a:pt x="1368389" y="172012"/>
                  <a:pt x="1366027" y="169392"/>
                  <a:pt x="1364555" y="166377"/>
                </a:cubicBezTo>
                <a:cubicBezTo>
                  <a:pt x="1363083" y="163362"/>
                  <a:pt x="1362347" y="160107"/>
                  <a:pt x="1362347" y="156610"/>
                </a:cubicBezTo>
                <a:cubicBezTo>
                  <a:pt x="1362347" y="154214"/>
                  <a:pt x="1362621" y="151953"/>
                  <a:pt x="1363168" y="149829"/>
                </a:cubicBezTo>
                <a:cubicBezTo>
                  <a:pt x="1363716" y="147704"/>
                  <a:pt x="1364555" y="145683"/>
                  <a:pt x="1365685" y="143766"/>
                </a:cubicBezTo>
                <a:cubicBezTo>
                  <a:pt x="1366815" y="141846"/>
                  <a:pt x="1368218" y="139996"/>
                  <a:pt x="1369896" y="138216"/>
                </a:cubicBezTo>
                <a:cubicBezTo>
                  <a:pt x="1371573" y="136434"/>
                  <a:pt x="1373508" y="134617"/>
                  <a:pt x="1375699" y="132766"/>
                </a:cubicBezTo>
                <a:cubicBezTo>
                  <a:pt x="1372207" y="130977"/>
                  <a:pt x="1369639" y="128811"/>
                  <a:pt x="1367996" y="126267"/>
                </a:cubicBezTo>
                <a:cubicBezTo>
                  <a:pt x="1366352" y="123722"/>
                  <a:pt x="1365531" y="121006"/>
                  <a:pt x="1365531" y="118117"/>
                </a:cubicBezTo>
                <a:cubicBezTo>
                  <a:pt x="1365531" y="113855"/>
                  <a:pt x="1366352" y="110090"/>
                  <a:pt x="1367996" y="106823"/>
                </a:cubicBezTo>
                <a:cubicBezTo>
                  <a:pt x="1369639" y="103555"/>
                  <a:pt x="1371625" y="100615"/>
                  <a:pt x="1373953" y="98003"/>
                </a:cubicBezTo>
                <a:cubicBezTo>
                  <a:pt x="1371967" y="95405"/>
                  <a:pt x="1370426" y="92568"/>
                  <a:pt x="1369331" y="89491"/>
                </a:cubicBezTo>
                <a:cubicBezTo>
                  <a:pt x="1368235" y="86414"/>
                  <a:pt x="1367688" y="82723"/>
                  <a:pt x="1367688" y="78418"/>
                </a:cubicBezTo>
                <a:cubicBezTo>
                  <a:pt x="1367688" y="73220"/>
                  <a:pt x="1368543" y="68554"/>
                  <a:pt x="1370255" y="64420"/>
                </a:cubicBezTo>
                <a:cubicBezTo>
                  <a:pt x="1371967" y="60284"/>
                  <a:pt x="1374346" y="56780"/>
                  <a:pt x="1377393" y="53909"/>
                </a:cubicBezTo>
                <a:cubicBezTo>
                  <a:pt x="1380440" y="51037"/>
                  <a:pt x="1384087" y="48832"/>
                  <a:pt x="1388332" y="47294"/>
                </a:cubicBezTo>
                <a:cubicBezTo>
                  <a:pt x="1392577" y="45755"/>
                  <a:pt x="1397233" y="44986"/>
                  <a:pt x="1402300" y="44986"/>
                </a:cubicBezTo>
                <a:cubicBezTo>
                  <a:pt x="1404971" y="44986"/>
                  <a:pt x="1407487" y="45140"/>
                  <a:pt x="1409849" y="45448"/>
                </a:cubicBezTo>
                <a:cubicBezTo>
                  <a:pt x="1412211" y="45756"/>
                  <a:pt x="1414385" y="46150"/>
                  <a:pt x="1416371" y="46629"/>
                </a:cubicBezTo>
                <a:lnTo>
                  <a:pt x="1443794" y="46629"/>
                </a:lnTo>
                <a:cubicBezTo>
                  <a:pt x="1444958" y="46629"/>
                  <a:pt x="1445797" y="47079"/>
                  <a:pt x="1446311" y="47977"/>
                </a:cubicBezTo>
                <a:cubicBezTo>
                  <a:pt x="1446824" y="48876"/>
                  <a:pt x="1447081" y="50190"/>
                  <a:pt x="1447081" y="51919"/>
                </a:cubicBezTo>
                <a:moveTo>
                  <a:pt x="1424177" y="77699"/>
                </a:moveTo>
                <a:cubicBezTo>
                  <a:pt x="1424177" y="70663"/>
                  <a:pt x="1422243" y="65164"/>
                  <a:pt x="1418374" y="61201"/>
                </a:cubicBezTo>
                <a:cubicBezTo>
                  <a:pt x="1414505" y="57238"/>
                  <a:pt x="1409010" y="55257"/>
                  <a:pt x="1401889" y="55257"/>
                </a:cubicBezTo>
                <a:cubicBezTo>
                  <a:pt x="1398260" y="55257"/>
                  <a:pt x="1395076" y="55872"/>
                  <a:pt x="1392337" y="57102"/>
                </a:cubicBezTo>
                <a:cubicBezTo>
                  <a:pt x="1389599" y="58331"/>
                  <a:pt x="1387339" y="60004"/>
                  <a:pt x="1385559" y="62122"/>
                </a:cubicBezTo>
                <a:cubicBezTo>
                  <a:pt x="1383778" y="64241"/>
                  <a:pt x="1382443" y="66700"/>
                  <a:pt x="1381553" y="69501"/>
                </a:cubicBezTo>
                <a:cubicBezTo>
                  <a:pt x="1380663" y="72302"/>
                  <a:pt x="1380218" y="75274"/>
                  <a:pt x="1380218" y="78418"/>
                </a:cubicBezTo>
                <a:cubicBezTo>
                  <a:pt x="1380218" y="85248"/>
                  <a:pt x="1382152" y="90627"/>
                  <a:pt x="1386021" y="94556"/>
                </a:cubicBezTo>
                <a:cubicBezTo>
                  <a:pt x="1389890" y="98484"/>
                  <a:pt x="1395316" y="100448"/>
                  <a:pt x="1402300" y="100448"/>
                </a:cubicBezTo>
                <a:cubicBezTo>
                  <a:pt x="1405998" y="100448"/>
                  <a:pt x="1409233" y="99834"/>
                  <a:pt x="1412006" y="98606"/>
                </a:cubicBezTo>
                <a:cubicBezTo>
                  <a:pt x="1414779" y="97376"/>
                  <a:pt x="1417056" y="95719"/>
                  <a:pt x="1418836" y="93634"/>
                </a:cubicBezTo>
                <a:cubicBezTo>
                  <a:pt x="1420616" y="91550"/>
                  <a:pt x="1421952" y="89125"/>
                  <a:pt x="1422842" y="86358"/>
                </a:cubicBezTo>
                <a:cubicBezTo>
                  <a:pt x="1423732" y="83591"/>
                  <a:pt x="1424177" y="80705"/>
                  <a:pt x="1424177" y="77699"/>
                </a:cubicBezTo>
                <a:moveTo>
                  <a:pt x="1433934" y="151026"/>
                </a:moveTo>
                <a:cubicBezTo>
                  <a:pt x="1433934" y="146494"/>
                  <a:pt x="1432103" y="143026"/>
                  <a:pt x="1428439" y="140623"/>
                </a:cubicBezTo>
                <a:cubicBezTo>
                  <a:pt x="1424776" y="138218"/>
                  <a:pt x="1419863" y="136913"/>
                  <a:pt x="1413701" y="136708"/>
                </a:cubicBezTo>
                <a:lnTo>
                  <a:pt x="1386689" y="135780"/>
                </a:lnTo>
                <a:cubicBezTo>
                  <a:pt x="1384224" y="137704"/>
                  <a:pt x="1382204" y="139523"/>
                  <a:pt x="1380629" y="141240"/>
                </a:cubicBezTo>
                <a:cubicBezTo>
                  <a:pt x="1379054" y="142956"/>
                  <a:pt x="1377804" y="144620"/>
                  <a:pt x="1376880" y="146234"/>
                </a:cubicBezTo>
                <a:cubicBezTo>
                  <a:pt x="1375956" y="147849"/>
                  <a:pt x="1375322" y="149429"/>
                  <a:pt x="1374980" y="150974"/>
                </a:cubicBezTo>
                <a:cubicBezTo>
                  <a:pt x="1374637" y="152519"/>
                  <a:pt x="1374466" y="154081"/>
                  <a:pt x="1374466" y="155660"/>
                </a:cubicBezTo>
                <a:cubicBezTo>
                  <a:pt x="1374466" y="160742"/>
                  <a:pt x="1377017" y="164587"/>
                  <a:pt x="1382118" y="167196"/>
                </a:cubicBezTo>
                <a:cubicBezTo>
                  <a:pt x="1387219" y="169806"/>
                  <a:pt x="1394323" y="171112"/>
                  <a:pt x="1403430" y="171112"/>
                </a:cubicBezTo>
                <a:cubicBezTo>
                  <a:pt x="1409182" y="171112"/>
                  <a:pt x="1413992" y="170544"/>
                  <a:pt x="1417860" y="169410"/>
                </a:cubicBezTo>
                <a:cubicBezTo>
                  <a:pt x="1421729" y="168278"/>
                  <a:pt x="1424862" y="166785"/>
                  <a:pt x="1427258" y="164930"/>
                </a:cubicBezTo>
                <a:cubicBezTo>
                  <a:pt x="1429655" y="163077"/>
                  <a:pt x="1431366" y="160948"/>
                  <a:pt x="1432394" y="158543"/>
                </a:cubicBezTo>
                <a:cubicBezTo>
                  <a:pt x="1433421" y="156140"/>
                  <a:pt x="1433934" y="153634"/>
                  <a:pt x="1433934" y="151026"/>
                </a:cubicBezTo>
                <a:close/>
                <a:moveTo>
                  <a:pt x="1639425" y="48481"/>
                </a:moveTo>
                <a:cubicBezTo>
                  <a:pt x="1639425" y="48824"/>
                  <a:pt x="1639374" y="49217"/>
                  <a:pt x="1639271" y="49663"/>
                </a:cubicBezTo>
                <a:cubicBezTo>
                  <a:pt x="1639169" y="50108"/>
                  <a:pt x="1639049" y="50605"/>
                  <a:pt x="1638912" y="51155"/>
                </a:cubicBezTo>
                <a:lnTo>
                  <a:pt x="1610154" y="141734"/>
                </a:lnTo>
                <a:cubicBezTo>
                  <a:pt x="1610017" y="142282"/>
                  <a:pt x="1609760" y="142728"/>
                  <a:pt x="1609383" y="143072"/>
                </a:cubicBezTo>
                <a:cubicBezTo>
                  <a:pt x="1609007" y="143415"/>
                  <a:pt x="1608510" y="143688"/>
                  <a:pt x="1607894" y="143894"/>
                </a:cubicBezTo>
                <a:cubicBezTo>
                  <a:pt x="1607278" y="144099"/>
                  <a:pt x="1606473" y="144236"/>
                  <a:pt x="1605480" y="144305"/>
                </a:cubicBezTo>
                <a:cubicBezTo>
                  <a:pt x="1604488" y="144373"/>
                  <a:pt x="1603306" y="144407"/>
                  <a:pt x="1601937" y="144407"/>
                </a:cubicBezTo>
                <a:cubicBezTo>
                  <a:pt x="1600499" y="144407"/>
                  <a:pt x="1599267" y="144356"/>
                  <a:pt x="1598240" y="144253"/>
                </a:cubicBezTo>
                <a:cubicBezTo>
                  <a:pt x="1597212" y="144151"/>
                  <a:pt x="1596374" y="143997"/>
                  <a:pt x="1595723" y="143791"/>
                </a:cubicBezTo>
                <a:cubicBezTo>
                  <a:pt x="1595073" y="143586"/>
                  <a:pt x="1594559" y="143312"/>
                  <a:pt x="1594183" y="142970"/>
                </a:cubicBezTo>
                <a:cubicBezTo>
                  <a:pt x="1593806" y="142625"/>
                  <a:pt x="1593549" y="142213"/>
                  <a:pt x="1593412" y="141734"/>
                </a:cubicBezTo>
                <a:lnTo>
                  <a:pt x="1571844" y="68323"/>
                </a:lnTo>
                <a:lnTo>
                  <a:pt x="1571638" y="67502"/>
                </a:lnTo>
                <a:lnTo>
                  <a:pt x="1571433" y="68323"/>
                </a:lnTo>
                <a:lnTo>
                  <a:pt x="1551302" y="141734"/>
                </a:lnTo>
                <a:cubicBezTo>
                  <a:pt x="1551165" y="142282"/>
                  <a:pt x="1550891" y="142728"/>
                  <a:pt x="1550480" y="143072"/>
                </a:cubicBezTo>
                <a:cubicBezTo>
                  <a:pt x="1550070" y="143415"/>
                  <a:pt x="1549505" y="143688"/>
                  <a:pt x="1548786" y="143894"/>
                </a:cubicBezTo>
                <a:cubicBezTo>
                  <a:pt x="1548067" y="144099"/>
                  <a:pt x="1547194" y="144236"/>
                  <a:pt x="1546167" y="144305"/>
                </a:cubicBezTo>
                <a:cubicBezTo>
                  <a:pt x="1545140" y="144373"/>
                  <a:pt x="1543975" y="144407"/>
                  <a:pt x="1542675" y="144407"/>
                </a:cubicBezTo>
                <a:cubicBezTo>
                  <a:pt x="1541305" y="144407"/>
                  <a:pt x="1540141" y="144356"/>
                  <a:pt x="1539182" y="144253"/>
                </a:cubicBezTo>
                <a:cubicBezTo>
                  <a:pt x="1538224" y="144151"/>
                  <a:pt x="1537419" y="143997"/>
                  <a:pt x="1536769" y="143791"/>
                </a:cubicBezTo>
                <a:cubicBezTo>
                  <a:pt x="1536118" y="143586"/>
                  <a:pt x="1535622" y="143312"/>
                  <a:pt x="1535280" y="142970"/>
                </a:cubicBezTo>
                <a:cubicBezTo>
                  <a:pt x="1534937" y="142625"/>
                  <a:pt x="1534698" y="142213"/>
                  <a:pt x="1534561" y="141734"/>
                </a:cubicBezTo>
                <a:lnTo>
                  <a:pt x="1506008" y="51155"/>
                </a:lnTo>
                <a:cubicBezTo>
                  <a:pt x="1505802" y="50674"/>
                  <a:pt x="1505648" y="50193"/>
                  <a:pt x="1505546" y="49714"/>
                </a:cubicBezTo>
                <a:cubicBezTo>
                  <a:pt x="1505443" y="49235"/>
                  <a:pt x="1505392" y="48824"/>
                  <a:pt x="1505392" y="48481"/>
                </a:cubicBezTo>
                <a:cubicBezTo>
                  <a:pt x="1505392" y="48002"/>
                  <a:pt x="1505494" y="47591"/>
                  <a:pt x="1505700" y="47249"/>
                </a:cubicBezTo>
                <a:cubicBezTo>
                  <a:pt x="1505905" y="46904"/>
                  <a:pt x="1506247" y="46647"/>
                  <a:pt x="1506727" y="46475"/>
                </a:cubicBezTo>
                <a:cubicBezTo>
                  <a:pt x="1507206" y="46304"/>
                  <a:pt x="1507822" y="46184"/>
                  <a:pt x="1508575" y="46116"/>
                </a:cubicBezTo>
                <a:cubicBezTo>
                  <a:pt x="1509329" y="46047"/>
                  <a:pt x="1510253" y="46013"/>
                  <a:pt x="1511349" y="46013"/>
                </a:cubicBezTo>
                <a:cubicBezTo>
                  <a:pt x="1512787" y="46013"/>
                  <a:pt x="1513951" y="46065"/>
                  <a:pt x="1514841" y="46167"/>
                </a:cubicBezTo>
                <a:cubicBezTo>
                  <a:pt x="1515731" y="46270"/>
                  <a:pt x="1516398" y="46424"/>
                  <a:pt x="1516843" y="46629"/>
                </a:cubicBezTo>
                <a:cubicBezTo>
                  <a:pt x="1517289" y="46835"/>
                  <a:pt x="1517614" y="47110"/>
                  <a:pt x="1517819" y="47454"/>
                </a:cubicBezTo>
                <a:cubicBezTo>
                  <a:pt x="1518025" y="47797"/>
                  <a:pt x="1518196" y="48207"/>
                  <a:pt x="1518333" y="48687"/>
                </a:cubicBezTo>
                <a:lnTo>
                  <a:pt x="1542880" y="129913"/>
                </a:lnTo>
                <a:lnTo>
                  <a:pt x="1543085" y="130632"/>
                </a:lnTo>
                <a:lnTo>
                  <a:pt x="1543291" y="129913"/>
                </a:lnTo>
                <a:lnTo>
                  <a:pt x="1565578" y="48687"/>
                </a:lnTo>
                <a:cubicBezTo>
                  <a:pt x="1565715" y="48207"/>
                  <a:pt x="1565904" y="47797"/>
                  <a:pt x="1566143" y="47454"/>
                </a:cubicBezTo>
                <a:cubicBezTo>
                  <a:pt x="1566383" y="47110"/>
                  <a:pt x="1566725" y="46835"/>
                  <a:pt x="1567170" y="46629"/>
                </a:cubicBezTo>
                <a:cubicBezTo>
                  <a:pt x="1567615" y="46424"/>
                  <a:pt x="1568232" y="46270"/>
                  <a:pt x="1569019" y="46167"/>
                </a:cubicBezTo>
                <a:cubicBezTo>
                  <a:pt x="1569807" y="46065"/>
                  <a:pt x="1570817" y="46013"/>
                  <a:pt x="1572049" y="46013"/>
                </a:cubicBezTo>
                <a:cubicBezTo>
                  <a:pt x="1573213" y="46013"/>
                  <a:pt x="1574172" y="46065"/>
                  <a:pt x="1574925" y="46167"/>
                </a:cubicBezTo>
                <a:cubicBezTo>
                  <a:pt x="1575678" y="46270"/>
                  <a:pt x="1576294" y="46424"/>
                  <a:pt x="1576774" y="46629"/>
                </a:cubicBezTo>
                <a:cubicBezTo>
                  <a:pt x="1577253" y="46835"/>
                  <a:pt x="1577595" y="47110"/>
                  <a:pt x="1577801" y="47454"/>
                </a:cubicBezTo>
                <a:cubicBezTo>
                  <a:pt x="1578006" y="47797"/>
                  <a:pt x="1578177" y="48207"/>
                  <a:pt x="1578314" y="48687"/>
                </a:cubicBezTo>
                <a:lnTo>
                  <a:pt x="1602348" y="129913"/>
                </a:lnTo>
                <a:lnTo>
                  <a:pt x="1602553" y="130632"/>
                </a:lnTo>
                <a:lnTo>
                  <a:pt x="1602656" y="129913"/>
                </a:lnTo>
                <a:lnTo>
                  <a:pt x="1627101" y="48687"/>
                </a:lnTo>
                <a:cubicBezTo>
                  <a:pt x="1627237" y="48207"/>
                  <a:pt x="1627426" y="47797"/>
                  <a:pt x="1627665" y="47454"/>
                </a:cubicBezTo>
                <a:cubicBezTo>
                  <a:pt x="1627905" y="47110"/>
                  <a:pt x="1628265" y="46835"/>
                  <a:pt x="1628744" y="46629"/>
                </a:cubicBezTo>
                <a:cubicBezTo>
                  <a:pt x="1629223" y="46424"/>
                  <a:pt x="1629891" y="46270"/>
                  <a:pt x="1630747" y="46167"/>
                </a:cubicBezTo>
                <a:cubicBezTo>
                  <a:pt x="1631603" y="46065"/>
                  <a:pt x="1632715" y="46013"/>
                  <a:pt x="1634085" y="46013"/>
                </a:cubicBezTo>
                <a:cubicBezTo>
                  <a:pt x="1635180" y="46013"/>
                  <a:pt x="1636070" y="46047"/>
                  <a:pt x="1636755" y="46116"/>
                </a:cubicBezTo>
                <a:cubicBezTo>
                  <a:pt x="1637440" y="46184"/>
                  <a:pt x="1637988" y="46321"/>
                  <a:pt x="1638398" y="46527"/>
                </a:cubicBezTo>
                <a:cubicBezTo>
                  <a:pt x="1638809" y="46732"/>
                  <a:pt x="1639083" y="46990"/>
                  <a:pt x="1639220" y="47300"/>
                </a:cubicBezTo>
                <a:cubicBezTo>
                  <a:pt x="1639357" y="47608"/>
                  <a:pt x="1639425" y="48002"/>
                  <a:pt x="1639425" y="48481"/>
                </a:cubicBezTo>
                <a:close/>
                <a:moveTo>
                  <a:pt x="1724811" y="90486"/>
                </a:moveTo>
                <a:cubicBezTo>
                  <a:pt x="1724811" y="92951"/>
                  <a:pt x="1724160" y="94645"/>
                  <a:pt x="1722859" y="95570"/>
                </a:cubicBezTo>
                <a:cubicBezTo>
                  <a:pt x="1721558" y="96494"/>
                  <a:pt x="1720291" y="96956"/>
                  <a:pt x="1719059" y="96956"/>
                </a:cubicBezTo>
                <a:lnTo>
                  <a:pt x="1655688" y="96956"/>
                </a:lnTo>
                <a:cubicBezTo>
                  <a:pt x="1655688" y="102723"/>
                  <a:pt x="1656253" y="107941"/>
                  <a:pt x="1657383" y="112610"/>
                </a:cubicBezTo>
                <a:cubicBezTo>
                  <a:pt x="1658513" y="117279"/>
                  <a:pt x="1660378" y="121278"/>
                  <a:pt x="1662980" y="124607"/>
                </a:cubicBezTo>
                <a:cubicBezTo>
                  <a:pt x="1665582" y="127937"/>
                  <a:pt x="1668972" y="130495"/>
                  <a:pt x="1673148" y="132281"/>
                </a:cubicBezTo>
                <a:cubicBezTo>
                  <a:pt x="1677325" y="134066"/>
                  <a:pt x="1682461" y="134958"/>
                  <a:pt x="1688555" y="134958"/>
                </a:cubicBezTo>
                <a:cubicBezTo>
                  <a:pt x="1692868" y="134958"/>
                  <a:pt x="1696737" y="134576"/>
                  <a:pt x="1700161" y="133812"/>
                </a:cubicBezTo>
                <a:cubicBezTo>
                  <a:pt x="1703584" y="133049"/>
                  <a:pt x="1706546" y="132198"/>
                  <a:pt x="1709045" y="131261"/>
                </a:cubicBezTo>
                <a:cubicBezTo>
                  <a:pt x="1711544" y="130324"/>
                  <a:pt x="1713598" y="129473"/>
                  <a:pt x="1715207" y="128709"/>
                </a:cubicBezTo>
                <a:cubicBezTo>
                  <a:pt x="1716816" y="127945"/>
                  <a:pt x="1717963" y="127563"/>
                  <a:pt x="1718648" y="127563"/>
                </a:cubicBezTo>
                <a:cubicBezTo>
                  <a:pt x="1719059" y="127563"/>
                  <a:pt x="1719436" y="127667"/>
                  <a:pt x="1719778" y="127875"/>
                </a:cubicBezTo>
                <a:cubicBezTo>
                  <a:pt x="1720120" y="128082"/>
                  <a:pt x="1720394" y="128411"/>
                  <a:pt x="1720600" y="128860"/>
                </a:cubicBezTo>
                <a:cubicBezTo>
                  <a:pt x="1720805" y="129309"/>
                  <a:pt x="1720959" y="129880"/>
                  <a:pt x="1721062" y="130571"/>
                </a:cubicBezTo>
                <a:cubicBezTo>
                  <a:pt x="1721164" y="131262"/>
                  <a:pt x="1721216" y="132125"/>
                  <a:pt x="1721216" y="133161"/>
                </a:cubicBezTo>
                <a:cubicBezTo>
                  <a:pt x="1721216" y="133647"/>
                  <a:pt x="1721182" y="134114"/>
                  <a:pt x="1721113" y="134564"/>
                </a:cubicBezTo>
                <a:cubicBezTo>
                  <a:pt x="1721045" y="135013"/>
                  <a:pt x="1720959" y="135428"/>
                  <a:pt x="1720856" y="135809"/>
                </a:cubicBezTo>
                <a:cubicBezTo>
                  <a:pt x="1720754" y="136188"/>
                  <a:pt x="1720600" y="136550"/>
                  <a:pt x="1720394" y="136897"/>
                </a:cubicBezTo>
                <a:cubicBezTo>
                  <a:pt x="1720189" y="137241"/>
                  <a:pt x="1719915" y="137587"/>
                  <a:pt x="1719572" y="137934"/>
                </a:cubicBezTo>
                <a:cubicBezTo>
                  <a:pt x="1719230" y="138278"/>
                  <a:pt x="1718169" y="138878"/>
                  <a:pt x="1716389" y="139734"/>
                </a:cubicBezTo>
                <a:cubicBezTo>
                  <a:pt x="1714608" y="140590"/>
                  <a:pt x="1712280" y="141446"/>
                  <a:pt x="1709404" y="142302"/>
                </a:cubicBezTo>
                <a:cubicBezTo>
                  <a:pt x="1706529" y="143158"/>
                  <a:pt x="1703191" y="143928"/>
                  <a:pt x="1699390" y="144613"/>
                </a:cubicBezTo>
                <a:cubicBezTo>
                  <a:pt x="1695590" y="145298"/>
                  <a:pt x="1691499" y="145640"/>
                  <a:pt x="1687117" y="145640"/>
                </a:cubicBezTo>
                <a:cubicBezTo>
                  <a:pt x="1679927" y="145640"/>
                  <a:pt x="1673559" y="144560"/>
                  <a:pt x="1668013" y="142401"/>
                </a:cubicBezTo>
                <a:cubicBezTo>
                  <a:pt x="1662467" y="140242"/>
                  <a:pt x="1657811" y="137055"/>
                  <a:pt x="1654045" y="132840"/>
                </a:cubicBezTo>
                <a:cubicBezTo>
                  <a:pt x="1650279" y="128625"/>
                  <a:pt x="1647420" y="123398"/>
                  <a:pt x="1645469" y="117161"/>
                </a:cubicBezTo>
                <a:cubicBezTo>
                  <a:pt x="1643517" y="110924"/>
                  <a:pt x="1642541" y="103692"/>
                  <a:pt x="1642541" y="95467"/>
                </a:cubicBezTo>
                <a:cubicBezTo>
                  <a:pt x="1642541" y="87584"/>
                  <a:pt x="1643551" y="80524"/>
                  <a:pt x="1645571" y="74287"/>
                </a:cubicBezTo>
                <a:cubicBezTo>
                  <a:pt x="1647591" y="68049"/>
                  <a:pt x="1650484" y="62755"/>
                  <a:pt x="1654250" y="58402"/>
                </a:cubicBezTo>
                <a:cubicBezTo>
                  <a:pt x="1658016" y="54050"/>
                  <a:pt x="1662552" y="50726"/>
                  <a:pt x="1667859" y="48430"/>
                </a:cubicBezTo>
                <a:cubicBezTo>
                  <a:pt x="1673166" y="46134"/>
                  <a:pt x="1679071" y="44986"/>
                  <a:pt x="1685576" y="44986"/>
                </a:cubicBezTo>
                <a:cubicBezTo>
                  <a:pt x="1692560" y="44986"/>
                  <a:pt x="1698517" y="46150"/>
                  <a:pt x="1703447" y="48478"/>
                </a:cubicBezTo>
                <a:cubicBezTo>
                  <a:pt x="1708377" y="50806"/>
                  <a:pt x="1712434" y="53939"/>
                  <a:pt x="1715618" y="57876"/>
                </a:cubicBezTo>
                <a:cubicBezTo>
                  <a:pt x="1718802" y="61813"/>
                  <a:pt x="1721130" y="66384"/>
                  <a:pt x="1722602" y="71587"/>
                </a:cubicBezTo>
                <a:cubicBezTo>
                  <a:pt x="1724074" y="76791"/>
                  <a:pt x="1724811" y="82269"/>
                  <a:pt x="1724811" y="88021"/>
                </a:cubicBezTo>
                <a:lnTo>
                  <a:pt x="1724811" y="90486"/>
                </a:lnTo>
                <a:moveTo>
                  <a:pt x="1712177" y="86891"/>
                </a:moveTo>
                <a:cubicBezTo>
                  <a:pt x="1712383" y="77031"/>
                  <a:pt x="1710123" y="69328"/>
                  <a:pt x="1705399" y="63782"/>
                </a:cubicBezTo>
                <a:cubicBezTo>
                  <a:pt x="1700674" y="58235"/>
                  <a:pt x="1693793" y="55462"/>
                  <a:pt x="1684754" y="55462"/>
                </a:cubicBezTo>
                <a:cubicBezTo>
                  <a:pt x="1680098" y="55462"/>
                  <a:pt x="1676007" y="56335"/>
                  <a:pt x="1672481" y="58081"/>
                </a:cubicBezTo>
                <a:cubicBezTo>
                  <a:pt x="1668955" y="59827"/>
                  <a:pt x="1665976" y="62138"/>
                  <a:pt x="1663545" y="65014"/>
                </a:cubicBezTo>
                <a:cubicBezTo>
                  <a:pt x="1661114" y="67890"/>
                  <a:pt x="1659249" y="71228"/>
                  <a:pt x="1657948" y="75028"/>
                </a:cubicBezTo>
                <a:cubicBezTo>
                  <a:pt x="1656647" y="78828"/>
                  <a:pt x="1655893" y="82783"/>
                  <a:pt x="1655688" y="86891"/>
                </a:cubicBezTo>
                <a:lnTo>
                  <a:pt x="1712177" y="86891"/>
                </a:lnTo>
                <a:close/>
                <a:moveTo>
                  <a:pt x="1840793" y="94132"/>
                </a:moveTo>
                <a:cubicBezTo>
                  <a:pt x="1840793" y="102081"/>
                  <a:pt x="1839938" y="109226"/>
                  <a:pt x="1838226" y="115566"/>
                </a:cubicBezTo>
                <a:cubicBezTo>
                  <a:pt x="1836514" y="121906"/>
                  <a:pt x="1833963" y="127304"/>
                  <a:pt x="1830574" y="131762"/>
                </a:cubicBezTo>
                <a:cubicBezTo>
                  <a:pt x="1827185" y="136216"/>
                  <a:pt x="1823008" y="139643"/>
                  <a:pt x="1818044" y="142042"/>
                </a:cubicBezTo>
                <a:cubicBezTo>
                  <a:pt x="1813079" y="144441"/>
                  <a:pt x="1807379" y="145640"/>
                  <a:pt x="1800943" y="145640"/>
                </a:cubicBezTo>
                <a:cubicBezTo>
                  <a:pt x="1798067" y="145640"/>
                  <a:pt x="1795414" y="145348"/>
                  <a:pt x="1792983" y="144764"/>
                </a:cubicBezTo>
                <a:cubicBezTo>
                  <a:pt x="1790552" y="144182"/>
                  <a:pt x="1788173" y="143240"/>
                  <a:pt x="1785845" y="141939"/>
                </a:cubicBezTo>
                <a:cubicBezTo>
                  <a:pt x="1783517" y="140636"/>
                  <a:pt x="1781137" y="138991"/>
                  <a:pt x="1778706" y="137003"/>
                </a:cubicBezTo>
                <a:cubicBezTo>
                  <a:pt x="1776276" y="135015"/>
                  <a:pt x="1773657" y="132616"/>
                  <a:pt x="1770849" y="129807"/>
                </a:cubicBezTo>
                <a:lnTo>
                  <a:pt x="1770849" y="141753"/>
                </a:lnTo>
                <a:cubicBezTo>
                  <a:pt x="1770849" y="142230"/>
                  <a:pt x="1770747" y="142639"/>
                  <a:pt x="1770541" y="142979"/>
                </a:cubicBezTo>
                <a:cubicBezTo>
                  <a:pt x="1770336" y="143319"/>
                  <a:pt x="1769993" y="143591"/>
                  <a:pt x="1769514" y="143794"/>
                </a:cubicBezTo>
                <a:cubicBezTo>
                  <a:pt x="1769035" y="144000"/>
                  <a:pt x="1768453" y="144153"/>
                  <a:pt x="1767768" y="144253"/>
                </a:cubicBezTo>
                <a:cubicBezTo>
                  <a:pt x="1767083" y="144356"/>
                  <a:pt x="1766227" y="144407"/>
                  <a:pt x="1765200" y="144407"/>
                </a:cubicBezTo>
                <a:cubicBezTo>
                  <a:pt x="1764173" y="144407"/>
                  <a:pt x="1763300" y="144356"/>
                  <a:pt x="1762581" y="144253"/>
                </a:cubicBezTo>
                <a:cubicBezTo>
                  <a:pt x="1761862" y="144151"/>
                  <a:pt x="1761280" y="143997"/>
                  <a:pt x="1760835" y="143791"/>
                </a:cubicBezTo>
                <a:cubicBezTo>
                  <a:pt x="1760390" y="143586"/>
                  <a:pt x="1760082" y="143312"/>
                  <a:pt x="1759911" y="142970"/>
                </a:cubicBezTo>
                <a:cubicBezTo>
                  <a:pt x="1759740" y="142627"/>
                  <a:pt x="1759654" y="142216"/>
                  <a:pt x="1759654" y="141737"/>
                </a:cubicBezTo>
                <a:lnTo>
                  <a:pt x="1759654" y="3287"/>
                </a:lnTo>
                <a:cubicBezTo>
                  <a:pt x="1759654" y="2876"/>
                  <a:pt x="1759740" y="2499"/>
                  <a:pt x="1759911" y="2157"/>
                </a:cubicBezTo>
                <a:cubicBezTo>
                  <a:pt x="1760082" y="1815"/>
                  <a:pt x="1760407" y="1524"/>
                  <a:pt x="1760887" y="1284"/>
                </a:cubicBezTo>
                <a:cubicBezTo>
                  <a:pt x="1761366" y="1044"/>
                  <a:pt x="1761999" y="873"/>
                  <a:pt x="1762787" y="770"/>
                </a:cubicBezTo>
                <a:cubicBezTo>
                  <a:pt x="1763574" y="668"/>
                  <a:pt x="1764550" y="616"/>
                  <a:pt x="1765714" y="616"/>
                </a:cubicBezTo>
                <a:cubicBezTo>
                  <a:pt x="1766946" y="616"/>
                  <a:pt x="1767956" y="668"/>
                  <a:pt x="1768744" y="770"/>
                </a:cubicBezTo>
                <a:cubicBezTo>
                  <a:pt x="1769531" y="873"/>
                  <a:pt x="1770147" y="1044"/>
                  <a:pt x="1770592" y="1284"/>
                </a:cubicBezTo>
                <a:cubicBezTo>
                  <a:pt x="1771038" y="1524"/>
                  <a:pt x="1771363" y="1815"/>
                  <a:pt x="1771568" y="2157"/>
                </a:cubicBezTo>
                <a:cubicBezTo>
                  <a:pt x="1771774" y="2499"/>
                  <a:pt x="1771876" y="2876"/>
                  <a:pt x="1771876" y="3287"/>
                </a:cubicBezTo>
                <a:lnTo>
                  <a:pt x="1771876" y="61333"/>
                </a:lnTo>
                <a:cubicBezTo>
                  <a:pt x="1774821" y="58249"/>
                  <a:pt x="1777628" y="55662"/>
                  <a:pt x="1780298" y="53572"/>
                </a:cubicBezTo>
                <a:cubicBezTo>
                  <a:pt x="1782969" y="51481"/>
                  <a:pt x="1785571" y="49803"/>
                  <a:pt x="1788104" y="48536"/>
                </a:cubicBezTo>
                <a:cubicBezTo>
                  <a:pt x="1790638" y="47267"/>
                  <a:pt x="1793154" y="46359"/>
                  <a:pt x="1795653" y="45811"/>
                </a:cubicBezTo>
                <a:cubicBezTo>
                  <a:pt x="1798152" y="45261"/>
                  <a:pt x="1800737" y="44986"/>
                  <a:pt x="1803408" y="44986"/>
                </a:cubicBezTo>
                <a:cubicBezTo>
                  <a:pt x="1810118" y="44986"/>
                  <a:pt x="1815852" y="46288"/>
                  <a:pt x="1820611" y="48892"/>
                </a:cubicBezTo>
                <a:cubicBezTo>
                  <a:pt x="1825370" y="51496"/>
                  <a:pt x="1829239" y="55027"/>
                  <a:pt x="1832217" y="59484"/>
                </a:cubicBezTo>
                <a:cubicBezTo>
                  <a:pt x="1835196" y="63939"/>
                  <a:pt x="1837370" y="69148"/>
                  <a:pt x="1838739" y="75112"/>
                </a:cubicBezTo>
                <a:cubicBezTo>
                  <a:pt x="1840109" y="81073"/>
                  <a:pt x="1840793" y="87413"/>
                  <a:pt x="1840793" y="94132"/>
                </a:cubicBezTo>
                <a:moveTo>
                  <a:pt x="1827955" y="96083"/>
                </a:moveTo>
                <a:cubicBezTo>
                  <a:pt x="1827955" y="90873"/>
                  <a:pt x="1827544" y="85834"/>
                  <a:pt x="1826722" y="80966"/>
                </a:cubicBezTo>
                <a:cubicBezTo>
                  <a:pt x="1825901" y="76098"/>
                  <a:pt x="1824497" y="71779"/>
                  <a:pt x="1822511" y="68009"/>
                </a:cubicBezTo>
                <a:cubicBezTo>
                  <a:pt x="1820526" y="64239"/>
                  <a:pt x="1817890" y="61205"/>
                  <a:pt x="1814603" y="58909"/>
                </a:cubicBezTo>
                <a:cubicBezTo>
                  <a:pt x="1811316" y="56611"/>
                  <a:pt x="1807208" y="55462"/>
                  <a:pt x="1802278" y="55462"/>
                </a:cubicBezTo>
                <a:cubicBezTo>
                  <a:pt x="1799881" y="55462"/>
                  <a:pt x="1797502" y="55806"/>
                  <a:pt x="1795140" y="56493"/>
                </a:cubicBezTo>
                <a:cubicBezTo>
                  <a:pt x="1792777" y="57177"/>
                  <a:pt x="1790364" y="58308"/>
                  <a:pt x="1787899" y="59885"/>
                </a:cubicBezTo>
                <a:cubicBezTo>
                  <a:pt x="1785434" y="61462"/>
                  <a:pt x="1782883" y="63502"/>
                  <a:pt x="1780247" y="66006"/>
                </a:cubicBezTo>
                <a:cubicBezTo>
                  <a:pt x="1777611" y="68509"/>
                  <a:pt x="1774821" y="71613"/>
                  <a:pt x="1771876" y="75317"/>
                </a:cubicBezTo>
                <a:lnTo>
                  <a:pt x="1771876" y="115826"/>
                </a:lnTo>
                <a:cubicBezTo>
                  <a:pt x="1777012" y="122065"/>
                  <a:pt x="1781959" y="126849"/>
                  <a:pt x="1786718" y="130176"/>
                </a:cubicBezTo>
                <a:cubicBezTo>
                  <a:pt x="1791476" y="133501"/>
                  <a:pt x="1796424" y="135164"/>
                  <a:pt x="1801559" y="135164"/>
                </a:cubicBezTo>
                <a:cubicBezTo>
                  <a:pt x="1806284" y="135164"/>
                  <a:pt x="1810323" y="134016"/>
                  <a:pt x="1813678" y="131720"/>
                </a:cubicBezTo>
                <a:cubicBezTo>
                  <a:pt x="1817034" y="129422"/>
                  <a:pt x="1819773" y="126422"/>
                  <a:pt x="1821895" y="122720"/>
                </a:cubicBezTo>
                <a:cubicBezTo>
                  <a:pt x="1824018" y="119018"/>
                  <a:pt x="1825558" y="114836"/>
                  <a:pt x="1826517" y="110174"/>
                </a:cubicBezTo>
                <a:cubicBezTo>
                  <a:pt x="1827476" y="105511"/>
                  <a:pt x="1827955" y="100814"/>
                  <a:pt x="1827955" y="96083"/>
                </a:cubicBezTo>
                <a:close/>
                <a:moveTo>
                  <a:pt x="1940287" y="93926"/>
                </a:moveTo>
                <a:cubicBezTo>
                  <a:pt x="1940287" y="101876"/>
                  <a:pt x="1939414" y="109037"/>
                  <a:pt x="1937668" y="115412"/>
                </a:cubicBezTo>
                <a:cubicBezTo>
                  <a:pt x="1935922" y="121786"/>
                  <a:pt x="1933354" y="127202"/>
                  <a:pt x="1929965" y="131659"/>
                </a:cubicBezTo>
                <a:cubicBezTo>
                  <a:pt x="1926576" y="136114"/>
                  <a:pt x="1922382" y="139558"/>
                  <a:pt x="1917383" y="141991"/>
                </a:cubicBezTo>
                <a:cubicBezTo>
                  <a:pt x="1912385" y="144423"/>
                  <a:pt x="1906667" y="145640"/>
                  <a:pt x="1900231" y="145640"/>
                </a:cubicBezTo>
                <a:cubicBezTo>
                  <a:pt x="1897492" y="145640"/>
                  <a:pt x="1894924" y="145348"/>
                  <a:pt x="1892528" y="144764"/>
                </a:cubicBezTo>
                <a:cubicBezTo>
                  <a:pt x="1890131" y="144182"/>
                  <a:pt x="1887786" y="143274"/>
                  <a:pt x="1885492" y="142042"/>
                </a:cubicBezTo>
                <a:cubicBezTo>
                  <a:pt x="1883199" y="140807"/>
                  <a:pt x="1880905" y="139265"/>
                  <a:pt x="1878611" y="137414"/>
                </a:cubicBezTo>
                <a:cubicBezTo>
                  <a:pt x="1876317" y="135563"/>
                  <a:pt x="1873903" y="133335"/>
                  <a:pt x="1871370" y="130731"/>
                </a:cubicBezTo>
                <a:lnTo>
                  <a:pt x="1871370" y="178712"/>
                </a:lnTo>
                <a:cubicBezTo>
                  <a:pt x="1871370" y="179123"/>
                  <a:pt x="1871267" y="179499"/>
                  <a:pt x="1871062" y="179842"/>
                </a:cubicBezTo>
                <a:cubicBezTo>
                  <a:pt x="1870856" y="180184"/>
                  <a:pt x="1870531" y="180475"/>
                  <a:pt x="1870086" y="180715"/>
                </a:cubicBezTo>
                <a:cubicBezTo>
                  <a:pt x="1869641" y="180954"/>
                  <a:pt x="1869025" y="181126"/>
                  <a:pt x="1868237" y="181228"/>
                </a:cubicBezTo>
                <a:cubicBezTo>
                  <a:pt x="1867450" y="181331"/>
                  <a:pt x="1866440" y="181382"/>
                  <a:pt x="1865207" y="181382"/>
                </a:cubicBezTo>
                <a:cubicBezTo>
                  <a:pt x="1864043" y="181382"/>
                  <a:pt x="1863068" y="181331"/>
                  <a:pt x="1862280" y="181228"/>
                </a:cubicBezTo>
                <a:cubicBezTo>
                  <a:pt x="1861493" y="181126"/>
                  <a:pt x="1860860" y="180954"/>
                  <a:pt x="1860380" y="180715"/>
                </a:cubicBezTo>
                <a:cubicBezTo>
                  <a:pt x="1859901" y="180475"/>
                  <a:pt x="1859576" y="180183"/>
                  <a:pt x="1859404" y="179838"/>
                </a:cubicBezTo>
                <a:cubicBezTo>
                  <a:pt x="1859233" y="179496"/>
                  <a:pt x="1859148" y="179120"/>
                  <a:pt x="1859148" y="178709"/>
                </a:cubicBezTo>
                <a:lnTo>
                  <a:pt x="1859148" y="48687"/>
                </a:lnTo>
                <a:cubicBezTo>
                  <a:pt x="1859148" y="48207"/>
                  <a:pt x="1859233" y="47797"/>
                  <a:pt x="1859404" y="47454"/>
                </a:cubicBezTo>
                <a:cubicBezTo>
                  <a:pt x="1859576" y="47110"/>
                  <a:pt x="1859884" y="46835"/>
                  <a:pt x="1860329" y="46629"/>
                </a:cubicBezTo>
                <a:cubicBezTo>
                  <a:pt x="1860774" y="46424"/>
                  <a:pt x="1861356" y="46270"/>
                  <a:pt x="1862075" y="46167"/>
                </a:cubicBezTo>
                <a:cubicBezTo>
                  <a:pt x="1862794" y="46065"/>
                  <a:pt x="1863667" y="46013"/>
                  <a:pt x="1864694" y="46013"/>
                </a:cubicBezTo>
                <a:cubicBezTo>
                  <a:pt x="1865721" y="46013"/>
                  <a:pt x="1866577" y="46066"/>
                  <a:pt x="1867262" y="46170"/>
                </a:cubicBezTo>
                <a:cubicBezTo>
                  <a:pt x="1867946" y="46273"/>
                  <a:pt x="1868528" y="46428"/>
                  <a:pt x="1869008" y="46636"/>
                </a:cubicBezTo>
                <a:cubicBezTo>
                  <a:pt x="1869487" y="46841"/>
                  <a:pt x="1869829" y="47116"/>
                  <a:pt x="1870035" y="47461"/>
                </a:cubicBezTo>
                <a:cubicBezTo>
                  <a:pt x="1870240" y="47805"/>
                  <a:pt x="1870343" y="48219"/>
                  <a:pt x="1870343" y="48703"/>
                </a:cubicBezTo>
                <a:lnTo>
                  <a:pt x="1870343" y="62257"/>
                </a:lnTo>
                <a:cubicBezTo>
                  <a:pt x="1873219" y="59311"/>
                  <a:pt x="1875958" y="56758"/>
                  <a:pt x="1878560" y="54599"/>
                </a:cubicBezTo>
                <a:cubicBezTo>
                  <a:pt x="1881161" y="52440"/>
                  <a:pt x="1883763" y="50641"/>
                  <a:pt x="1886365" y="49204"/>
                </a:cubicBezTo>
                <a:cubicBezTo>
                  <a:pt x="1888967" y="47764"/>
                  <a:pt x="1891638" y="46701"/>
                  <a:pt x="1894377" y="46016"/>
                </a:cubicBezTo>
                <a:cubicBezTo>
                  <a:pt x="1897115" y="45330"/>
                  <a:pt x="1900026" y="44986"/>
                  <a:pt x="1903107" y="44986"/>
                </a:cubicBezTo>
                <a:cubicBezTo>
                  <a:pt x="1909817" y="44986"/>
                  <a:pt x="1915534" y="46271"/>
                  <a:pt x="1920259" y="48841"/>
                </a:cubicBezTo>
                <a:cubicBezTo>
                  <a:pt x="1924984" y="51411"/>
                  <a:pt x="1928835" y="54924"/>
                  <a:pt x="1931814" y="59381"/>
                </a:cubicBezTo>
                <a:cubicBezTo>
                  <a:pt x="1934792" y="63836"/>
                  <a:pt x="1936949" y="69028"/>
                  <a:pt x="1938284" y="74958"/>
                </a:cubicBezTo>
                <a:cubicBezTo>
                  <a:pt x="1939619" y="80885"/>
                  <a:pt x="1940287" y="87208"/>
                  <a:pt x="1940287" y="93926"/>
                </a:cubicBezTo>
                <a:moveTo>
                  <a:pt x="1927449" y="95878"/>
                </a:moveTo>
                <a:cubicBezTo>
                  <a:pt x="1927449" y="90668"/>
                  <a:pt x="1927038" y="85646"/>
                  <a:pt x="1926216" y="80812"/>
                </a:cubicBezTo>
                <a:cubicBezTo>
                  <a:pt x="1925394" y="75978"/>
                  <a:pt x="1924008" y="71676"/>
                  <a:pt x="1922056" y="67906"/>
                </a:cubicBezTo>
                <a:cubicBezTo>
                  <a:pt x="1920105" y="64136"/>
                  <a:pt x="1917503" y="61120"/>
                  <a:pt x="1914251" y="58858"/>
                </a:cubicBezTo>
                <a:cubicBezTo>
                  <a:pt x="1910998" y="56594"/>
                  <a:pt x="1906907" y="55462"/>
                  <a:pt x="1901977" y="55462"/>
                </a:cubicBezTo>
                <a:cubicBezTo>
                  <a:pt x="1899512" y="55462"/>
                  <a:pt x="1897098" y="55806"/>
                  <a:pt x="1894736" y="56493"/>
                </a:cubicBezTo>
                <a:cubicBezTo>
                  <a:pt x="1892374" y="57177"/>
                  <a:pt x="1889960" y="58308"/>
                  <a:pt x="1887495" y="59885"/>
                </a:cubicBezTo>
                <a:cubicBezTo>
                  <a:pt x="1885030" y="61462"/>
                  <a:pt x="1882462" y="63502"/>
                  <a:pt x="1879792" y="66006"/>
                </a:cubicBezTo>
                <a:cubicBezTo>
                  <a:pt x="1877122" y="68509"/>
                  <a:pt x="1874314" y="71613"/>
                  <a:pt x="1871370" y="75317"/>
                </a:cubicBezTo>
                <a:lnTo>
                  <a:pt x="1871370" y="115826"/>
                </a:lnTo>
                <a:cubicBezTo>
                  <a:pt x="1876505" y="122065"/>
                  <a:pt x="1881418" y="126849"/>
                  <a:pt x="1886109" y="130176"/>
                </a:cubicBezTo>
                <a:cubicBezTo>
                  <a:pt x="1890799" y="133501"/>
                  <a:pt x="1895712" y="135164"/>
                  <a:pt x="1900847" y="135164"/>
                </a:cubicBezTo>
                <a:cubicBezTo>
                  <a:pt x="1905572" y="135164"/>
                  <a:pt x="1909629" y="134016"/>
                  <a:pt x="1913018" y="131720"/>
                </a:cubicBezTo>
                <a:cubicBezTo>
                  <a:pt x="1916407" y="129422"/>
                  <a:pt x="1919163" y="126405"/>
                  <a:pt x="1921286" y="122669"/>
                </a:cubicBezTo>
                <a:cubicBezTo>
                  <a:pt x="1923409" y="118933"/>
                  <a:pt x="1924966" y="114716"/>
                  <a:pt x="1925959" y="110020"/>
                </a:cubicBezTo>
                <a:cubicBezTo>
                  <a:pt x="1926952" y="105323"/>
                  <a:pt x="1927449" y="100609"/>
                  <a:pt x="1927449" y="95878"/>
                </a:cubicBezTo>
                <a:close/>
                <a:moveTo>
                  <a:pt x="2034906" y="141737"/>
                </a:moveTo>
                <a:cubicBezTo>
                  <a:pt x="2034906" y="142422"/>
                  <a:pt x="2034684" y="142952"/>
                  <a:pt x="2034239" y="143329"/>
                </a:cubicBezTo>
                <a:cubicBezTo>
                  <a:pt x="2033794" y="143706"/>
                  <a:pt x="2033212" y="143979"/>
                  <a:pt x="2032493" y="144151"/>
                </a:cubicBezTo>
                <a:cubicBezTo>
                  <a:pt x="2031774" y="144322"/>
                  <a:pt x="2030798" y="144407"/>
                  <a:pt x="2029566" y="144407"/>
                </a:cubicBezTo>
                <a:cubicBezTo>
                  <a:pt x="2028402" y="144407"/>
                  <a:pt x="2027409" y="144322"/>
                  <a:pt x="2026587" y="144151"/>
                </a:cubicBezTo>
                <a:cubicBezTo>
                  <a:pt x="2025765" y="143979"/>
                  <a:pt x="2025132" y="143706"/>
                  <a:pt x="2024687" y="143329"/>
                </a:cubicBezTo>
                <a:cubicBezTo>
                  <a:pt x="2024242" y="142952"/>
                  <a:pt x="2024019" y="142422"/>
                  <a:pt x="2024019" y="141737"/>
                </a:cubicBezTo>
                <a:lnTo>
                  <a:pt x="2024019" y="131364"/>
                </a:lnTo>
                <a:cubicBezTo>
                  <a:pt x="2019843" y="135883"/>
                  <a:pt x="2015238" y="139392"/>
                  <a:pt x="2010205" y="141891"/>
                </a:cubicBezTo>
                <a:cubicBezTo>
                  <a:pt x="2005172" y="144390"/>
                  <a:pt x="1999951" y="145640"/>
                  <a:pt x="1994542" y="145640"/>
                </a:cubicBezTo>
                <a:cubicBezTo>
                  <a:pt x="1989681" y="145640"/>
                  <a:pt x="1985316" y="145007"/>
                  <a:pt x="1981447" y="143740"/>
                </a:cubicBezTo>
                <a:cubicBezTo>
                  <a:pt x="1977578" y="142473"/>
                  <a:pt x="1974309" y="140659"/>
                  <a:pt x="1971638" y="138296"/>
                </a:cubicBezTo>
                <a:cubicBezTo>
                  <a:pt x="1968968" y="135934"/>
                  <a:pt x="1966914" y="133075"/>
                  <a:pt x="1965476" y="129720"/>
                </a:cubicBezTo>
                <a:cubicBezTo>
                  <a:pt x="1964038" y="126365"/>
                  <a:pt x="1963319" y="122599"/>
                  <a:pt x="1963319" y="118422"/>
                </a:cubicBezTo>
                <a:cubicBezTo>
                  <a:pt x="1963319" y="113287"/>
                  <a:pt x="1964380" y="108819"/>
                  <a:pt x="1966503" y="105019"/>
                </a:cubicBezTo>
                <a:cubicBezTo>
                  <a:pt x="1968626" y="101219"/>
                  <a:pt x="1971638" y="98052"/>
                  <a:pt x="1975541" y="95518"/>
                </a:cubicBezTo>
                <a:cubicBezTo>
                  <a:pt x="1979444" y="92985"/>
                  <a:pt x="1984134" y="91085"/>
                  <a:pt x="1989612" y="89818"/>
                </a:cubicBezTo>
                <a:cubicBezTo>
                  <a:pt x="1995090" y="88551"/>
                  <a:pt x="2001184" y="87918"/>
                  <a:pt x="2007894" y="87918"/>
                </a:cubicBezTo>
                <a:lnTo>
                  <a:pt x="2022684" y="87918"/>
                </a:lnTo>
                <a:lnTo>
                  <a:pt x="2022684" y="79881"/>
                </a:lnTo>
                <a:cubicBezTo>
                  <a:pt x="2022684" y="75897"/>
                  <a:pt x="2022273" y="72377"/>
                  <a:pt x="2021452" y="69321"/>
                </a:cubicBezTo>
                <a:cubicBezTo>
                  <a:pt x="2020630" y="66264"/>
                  <a:pt x="2019295" y="63705"/>
                  <a:pt x="2017446" y="61644"/>
                </a:cubicBezTo>
                <a:cubicBezTo>
                  <a:pt x="2015597" y="59583"/>
                  <a:pt x="2013201" y="58039"/>
                  <a:pt x="2010257" y="57009"/>
                </a:cubicBezTo>
                <a:cubicBezTo>
                  <a:pt x="2007312" y="55978"/>
                  <a:pt x="2003717" y="55462"/>
                  <a:pt x="1999472" y="55462"/>
                </a:cubicBezTo>
                <a:cubicBezTo>
                  <a:pt x="1995364" y="55462"/>
                  <a:pt x="1991666" y="55959"/>
                  <a:pt x="1988380" y="56952"/>
                </a:cubicBezTo>
                <a:cubicBezTo>
                  <a:pt x="1985093" y="57944"/>
                  <a:pt x="1982217" y="59057"/>
                  <a:pt x="1979752" y="60290"/>
                </a:cubicBezTo>
                <a:cubicBezTo>
                  <a:pt x="1977287" y="61522"/>
                  <a:pt x="1975250" y="62635"/>
                  <a:pt x="1973641" y="63628"/>
                </a:cubicBezTo>
                <a:cubicBezTo>
                  <a:pt x="1972032" y="64620"/>
                  <a:pt x="1970885" y="65117"/>
                  <a:pt x="1970200" y="65117"/>
                </a:cubicBezTo>
                <a:cubicBezTo>
                  <a:pt x="1969790" y="65117"/>
                  <a:pt x="1969413" y="65048"/>
                  <a:pt x="1969071" y="64911"/>
                </a:cubicBezTo>
                <a:cubicBezTo>
                  <a:pt x="1968728" y="64772"/>
                  <a:pt x="1968437" y="64513"/>
                  <a:pt x="1968198" y="64135"/>
                </a:cubicBezTo>
                <a:cubicBezTo>
                  <a:pt x="1967958" y="63754"/>
                  <a:pt x="1967787" y="63270"/>
                  <a:pt x="1967684" y="62684"/>
                </a:cubicBezTo>
                <a:cubicBezTo>
                  <a:pt x="1967581" y="62096"/>
                  <a:pt x="1967530" y="61387"/>
                  <a:pt x="1967530" y="60559"/>
                </a:cubicBezTo>
                <a:cubicBezTo>
                  <a:pt x="1967530" y="59108"/>
                  <a:pt x="1967633" y="57952"/>
                  <a:pt x="1967838" y="57090"/>
                </a:cubicBezTo>
                <a:cubicBezTo>
                  <a:pt x="1968044" y="56225"/>
                  <a:pt x="1968574" y="55362"/>
                  <a:pt x="1969430" y="54499"/>
                </a:cubicBezTo>
                <a:cubicBezTo>
                  <a:pt x="1970286" y="53635"/>
                  <a:pt x="1971810" y="52628"/>
                  <a:pt x="1974001" y="51479"/>
                </a:cubicBezTo>
                <a:cubicBezTo>
                  <a:pt x="1976192" y="50328"/>
                  <a:pt x="1978708" y="49262"/>
                  <a:pt x="1981550" y="48282"/>
                </a:cubicBezTo>
                <a:cubicBezTo>
                  <a:pt x="1984391" y="47302"/>
                  <a:pt x="1987455" y="46509"/>
                  <a:pt x="1990742" y="45901"/>
                </a:cubicBezTo>
                <a:cubicBezTo>
                  <a:pt x="1994029" y="45291"/>
                  <a:pt x="1997315" y="44986"/>
                  <a:pt x="2000602" y="44986"/>
                </a:cubicBezTo>
                <a:cubicBezTo>
                  <a:pt x="2006970" y="44986"/>
                  <a:pt x="2012345" y="45756"/>
                  <a:pt x="2016727" y="47297"/>
                </a:cubicBezTo>
                <a:cubicBezTo>
                  <a:pt x="2021109" y="48838"/>
                  <a:pt x="2024653" y="51046"/>
                  <a:pt x="2027357" y="53922"/>
                </a:cubicBezTo>
                <a:cubicBezTo>
                  <a:pt x="2030062" y="56798"/>
                  <a:pt x="2031996" y="60341"/>
                  <a:pt x="2033160" y="64552"/>
                </a:cubicBezTo>
                <a:cubicBezTo>
                  <a:pt x="2034324" y="68763"/>
                  <a:pt x="2034906" y="73539"/>
                  <a:pt x="2034906" y="78880"/>
                </a:cubicBezTo>
                <a:lnTo>
                  <a:pt x="2034906" y="141737"/>
                </a:lnTo>
                <a:moveTo>
                  <a:pt x="2022684" y="97983"/>
                </a:moveTo>
                <a:lnTo>
                  <a:pt x="2005737" y="97983"/>
                </a:lnTo>
                <a:cubicBezTo>
                  <a:pt x="2000807" y="97983"/>
                  <a:pt x="1996494" y="98429"/>
                  <a:pt x="1992796" y="99319"/>
                </a:cubicBezTo>
                <a:cubicBezTo>
                  <a:pt x="1989099" y="100209"/>
                  <a:pt x="1986017" y="101510"/>
                  <a:pt x="1983552" y="103222"/>
                </a:cubicBezTo>
                <a:cubicBezTo>
                  <a:pt x="1981087" y="104933"/>
                  <a:pt x="1979256" y="106987"/>
                  <a:pt x="1978058" y="109384"/>
                </a:cubicBezTo>
                <a:cubicBezTo>
                  <a:pt x="1976859" y="111781"/>
                  <a:pt x="1976260" y="114519"/>
                  <a:pt x="1976260" y="117601"/>
                </a:cubicBezTo>
                <a:cubicBezTo>
                  <a:pt x="1976260" y="122941"/>
                  <a:pt x="1977955" y="127204"/>
                  <a:pt x="1981344" y="130388"/>
                </a:cubicBezTo>
                <a:cubicBezTo>
                  <a:pt x="1984734" y="133572"/>
                  <a:pt x="1989510" y="135164"/>
                  <a:pt x="1995672" y="135164"/>
                </a:cubicBezTo>
                <a:cubicBezTo>
                  <a:pt x="2000534" y="135164"/>
                  <a:pt x="2005070" y="133914"/>
                  <a:pt x="2009281" y="131415"/>
                </a:cubicBezTo>
                <a:cubicBezTo>
                  <a:pt x="2013492" y="128916"/>
                  <a:pt x="2017960" y="125064"/>
                  <a:pt x="2022684" y="119860"/>
                </a:cubicBezTo>
                <a:lnTo>
                  <a:pt x="2022684" y="97983"/>
                </a:lnTo>
                <a:close/>
                <a:moveTo>
                  <a:pt x="2143326" y="51919"/>
                </a:moveTo>
                <a:cubicBezTo>
                  <a:pt x="2143326" y="53855"/>
                  <a:pt x="2143018" y="55204"/>
                  <a:pt x="2142402" y="55966"/>
                </a:cubicBezTo>
                <a:cubicBezTo>
                  <a:pt x="2141786" y="56726"/>
                  <a:pt x="2140998" y="57106"/>
                  <a:pt x="2140039" y="57106"/>
                </a:cubicBezTo>
                <a:lnTo>
                  <a:pt x="2125352" y="57106"/>
                </a:lnTo>
                <a:cubicBezTo>
                  <a:pt x="2128228" y="60029"/>
                  <a:pt x="2130231" y="63206"/>
                  <a:pt x="2131361" y="66638"/>
                </a:cubicBezTo>
                <a:cubicBezTo>
                  <a:pt x="2132490" y="70068"/>
                  <a:pt x="2133055" y="73687"/>
                  <a:pt x="2133055" y="77493"/>
                </a:cubicBezTo>
                <a:cubicBezTo>
                  <a:pt x="2133055" y="82757"/>
                  <a:pt x="2132217" y="87440"/>
                  <a:pt x="2130539" y="91542"/>
                </a:cubicBezTo>
                <a:cubicBezTo>
                  <a:pt x="2128861" y="95644"/>
                  <a:pt x="2126482" y="99113"/>
                  <a:pt x="2123401" y="101951"/>
                </a:cubicBezTo>
                <a:cubicBezTo>
                  <a:pt x="2120320" y="104788"/>
                  <a:pt x="2116656" y="106959"/>
                  <a:pt x="2112411" y="108463"/>
                </a:cubicBezTo>
                <a:cubicBezTo>
                  <a:pt x="2108166" y="109967"/>
                  <a:pt x="2103475" y="110719"/>
                  <a:pt x="2098340" y="110719"/>
                </a:cubicBezTo>
                <a:cubicBezTo>
                  <a:pt x="2094163" y="110719"/>
                  <a:pt x="2090192" y="110138"/>
                  <a:pt x="2086426" y="108976"/>
                </a:cubicBezTo>
                <a:cubicBezTo>
                  <a:pt x="2082660" y="107815"/>
                  <a:pt x="2079716" y="106379"/>
                  <a:pt x="2077593" y="104669"/>
                </a:cubicBezTo>
                <a:cubicBezTo>
                  <a:pt x="2076224" y="106045"/>
                  <a:pt x="2075094" y="107627"/>
                  <a:pt x="2074204" y="109416"/>
                </a:cubicBezTo>
                <a:cubicBezTo>
                  <a:pt x="2073314" y="111205"/>
                  <a:pt x="2072868" y="113269"/>
                  <a:pt x="2072868" y="115607"/>
                </a:cubicBezTo>
                <a:cubicBezTo>
                  <a:pt x="2072868" y="118220"/>
                  <a:pt x="2074118" y="120421"/>
                  <a:pt x="2076617" y="122210"/>
                </a:cubicBezTo>
                <a:cubicBezTo>
                  <a:pt x="2079117" y="123999"/>
                  <a:pt x="2082352" y="124961"/>
                  <a:pt x="2086323" y="125098"/>
                </a:cubicBezTo>
                <a:lnTo>
                  <a:pt x="2111487" y="126129"/>
                </a:lnTo>
                <a:cubicBezTo>
                  <a:pt x="2115732" y="126266"/>
                  <a:pt x="2119720" y="126849"/>
                  <a:pt x="2123452" y="127878"/>
                </a:cubicBezTo>
                <a:cubicBezTo>
                  <a:pt x="2127184" y="128905"/>
                  <a:pt x="2130453" y="130431"/>
                  <a:pt x="2133261" y="132455"/>
                </a:cubicBezTo>
                <a:cubicBezTo>
                  <a:pt x="2136068" y="134479"/>
                  <a:pt x="2138293" y="136966"/>
                  <a:pt x="2139937" y="139917"/>
                </a:cubicBezTo>
                <a:cubicBezTo>
                  <a:pt x="2141580" y="142866"/>
                  <a:pt x="2142402" y="146329"/>
                  <a:pt x="2142402" y="150307"/>
                </a:cubicBezTo>
                <a:cubicBezTo>
                  <a:pt x="2142402" y="154424"/>
                  <a:pt x="2141563" y="158368"/>
                  <a:pt x="2139885" y="162141"/>
                </a:cubicBezTo>
                <a:cubicBezTo>
                  <a:pt x="2138208" y="165913"/>
                  <a:pt x="2135606" y="169222"/>
                  <a:pt x="2132080" y="172068"/>
                </a:cubicBezTo>
                <a:cubicBezTo>
                  <a:pt x="2128553" y="174916"/>
                  <a:pt x="2124051" y="177180"/>
                  <a:pt x="2118573" y="178860"/>
                </a:cubicBezTo>
                <a:cubicBezTo>
                  <a:pt x="2113096" y="180541"/>
                  <a:pt x="2106557" y="181382"/>
                  <a:pt x="2098956" y="181382"/>
                </a:cubicBezTo>
                <a:cubicBezTo>
                  <a:pt x="2091698" y="181382"/>
                  <a:pt x="2085519" y="180748"/>
                  <a:pt x="2080417" y="179479"/>
                </a:cubicBezTo>
                <a:cubicBezTo>
                  <a:pt x="2075316" y="178212"/>
                  <a:pt x="2071140" y="176465"/>
                  <a:pt x="2067887" y="174238"/>
                </a:cubicBezTo>
                <a:cubicBezTo>
                  <a:pt x="2064635" y="172012"/>
                  <a:pt x="2062272" y="169392"/>
                  <a:pt x="2060800" y="166377"/>
                </a:cubicBezTo>
                <a:cubicBezTo>
                  <a:pt x="2059328" y="163362"/>
                  <a:pt x="2058592" y="160107"/>
                  <a:pt x="2058592" y="156610"/>
                </a:cubicBezTo>
                <a:cubicBezTo>
                  <a:pt x="2058592" y="154214"/>
                  <a:pt x="2058866" y="151953"/>
                  <a:pt x="2059414" y="149829"/>
                </a:cubicBezTo>
                <a:cubicBezTo>
                  <a:pt x="2059961" y="147704"/>
                  <a:pt x="2060800" y="145683"/>
                  <a:pt x="2061930" y="143766"/>
                </a:cubicBezTo>
                <a:cubicBezTo>
                  <a:pt x="2063060" y="141846"/>
                  <a:pt x="2064463" y="139996"/>
                  <a:pt x="2066141" y="138216"/>
                </a:cubicBezTo>
                <a:cubicBezTo>
                  <a:pt x="2067819" y="136434"/>
                  <a:pt x="2069753" y="134617"/>
                  <a:pt x="2071944" y="132766"/>
                </a:cubicBezTo>
                <a:cubicBezTo>
                  <a:pt x="2068452" y="130977"/>
                  <a:pt x="2065884" y="128811"/>
                  <a:pt x="2064241" y="126267"/>
                </a:cubicBezTo>
                <a:cubicBezTo>
                  <a:pt x="2062598" y="123722"/>
                  <a:pt x="2061776" y="121006"/>
                  <a:pt x="2061776" y="118117"/>
                </a:cubicBezTo>
                <a:cubicBezTo>
                  <a:pt x="2061776" y="113855"/>
                  <a:pt x="2062598" y="110090"/>
                  <a:pt x="2064241" y="106823"/>
                </a:cubicBezTo>
                <a:cubicBezTo>
                  <a:pt x="2065884" y="103555"/>
                  <a:pt x="2067870" y="100615"/>
                  <a:pt x="2070198" y="98003"/>
                </a:cubicBezTo>
                <a:cubicBezTo>
                  <a:pt x="2068212" y="95405"/>
                  <a:pt x="2066672" y="92568"/>
                  <a:pt x="2065576" y="89491"/>
                </a:cubicBezTo>
                <a:cubicBezTo>
                  <a:pt x="2064481" y="86414"/>
                  <a:pt x="2063933" y="82723"/>
                  <a:pt x="2063933" y="78418"/>
                </a:cubicBezTo>
                <a:cubicBezTo>
                  <a:pt x="2063933" y="73220"/>
                  <a:pt x="2064789" y="68554"/>
                  <a:pt x="2066501" y="64420"/>
                </a:cubicBezTo>
                <a:cubicBezTo>
                  <a:pt x="2068212" y="60284"/>
                  <a:pt x="2070592" y="56780"/>
                  <a:pt x="2073639" y="53909"/>
                </a:cubicBezTo>
                <a:cubicBezTo>
                  <a:pt x="2076686" y="51037"/>
                  <a:pt x="2080332" y="48832"/>
                  <a:pt x="2084577" y="47294"/>
                </a:cubicBezTo>
                <a:cubicBezTo>
                  <a:pt x="2088822" y="45755"/>
                  <a:pt x="2093479" y="44986"/>
                  <a:pt x="2098545" y="44986"/>
                </a:cubicBezTo>
                <a:cubicBezTo>
                  <a:pt x="2101216" y="44986"/>
                  <a:pt x="2103732" y="45140"/>
                  <a:pt x="2106094" y="45448"/>
                </a:cubicBezTo>
                <a:cubicBezTo>
                  <a:pt x="2108457" y="45756"/>
                  <a:pt x="2110631" y="46150"/>
                  <a:pt x="2112616" y="46629"/>
                </a:cubicBezTo>
                <a:lnTo>
                  <a:pt x="2140039" y="46629"/>
                </a:lnTo>
                <a:cubicBezTo>
                  <a:pt x="2141203" y="46629"/>
                  <a:pt x="2142042" y="47079"/>
                  <a:pt x="2142556" y="47977"/>
                </a:cubicBezTo>
                <a:cubicBezTo>
                  <a:pt x="2143069" y="48876"/>
                  <a:pt x="2143326" y="50190"/>
                  <a:pt x="2143326" y="51919"/>
                </a:cubicBezTo>
                <a:moveTo>
                  <a:pt x="2120422" y="77699"/>
                </a:moveTo>
                <a:cubicBezTo>
                  <a:pt x="2120422" y="70663"/>
                  <a:pt x="2118488" y="65164"/>
                  <a:pt x="2114619" y="61201"/>
                </a:cubicBezTo>
                <a:cubicBezTo>
                  <a:pt x="2110751" y="57238"/>
                  <a:pt x="2105256" y="55257"/>
                  <a:pt x="2098135" y="55257"/>
                </a:cubicBezTo>
                <a:cubicBezTo>
                  <a:pt x="2094506" y="55257"/>
                  <a:pt x="2091322" y="55872"/>
                  <a:pt x="2088583" y="57102"/>
                </a:cubicBezTo>
                <a:cubicBezTo>
                  <a:pt x="2085844" y="58331"/>
                  <a:pt x="2083584" y="60004"/>
                  <a:pt x="2081804" y="62122"/>
                </a:cubicBezTo>
                <a:cubicBezTo>
                  <a:pt x="2080024" y="64241"/>
                  <a:pt x="2078689" y="66700"/>
                  <a:pt x="2077798" y="69501"/>
                </a:cubicBezTo>
                <a:cubicBezTo>
                  <a:pt x="2076908" y="72302"/>
                  <a:pt x="2076463" y="75274"/>
                  <a:pt x="2076463" y="78418"/>
                </a:cubicBezTo>
                <a:cubicBezTo>
                  <a:pt x="2076463" y="85248"/>
                  <a:pt x="2078398" y="90627"/>
                  <a:pt x="2082266" y="94556"/>
                </a:cubicBezTo>
                <a:cubicBezTo>
                  <a:pt x="2086135" y="98484"/>
                  <a:pt x="2091561" y="100448"/>
                  <a:pt x="2098545" y="100448"/>
                </a:cubicBezTo>
                <a:cubicBezTo>
                  <a:pt x="2102243" y="100448"/>
                  <a:pt x="2105478" y="99834"/>
                  <a:pt x="2108251" y="98606"/>
                </a:cubicBezTo>
                <a:cubicBezTo>
                  <a:pt x="2111024" y="97376"/>
                  <a:pt x="2113301" y="95719"/>
                  <a:pt x="2115081" y="93634"/>
                </a:cubicBezTo>
                <a:cubicBezTo>
                  <a:pt x="2116862" y="91550"/>
                  <a:pt x="2118197" y="89125"/>
                  <a:pt x="2119087" y="86358"/>
                </a:cubicBezTo>
                <a:cubicBezTo>
                  <a:pt x="2119977" y="83591"/>
                  <a:pt x="2120422" y="80705"/>
                  <a:pt x="2120422" y="77699"/>
                </a:cubicBezTo>
                <a:moveTo>
                  <a:pt x="2130179" y="151026"/>
                </a:moveTo>
                <a:cubicBezTo>
                  <a:pt x="2130179" y="146494"/>
                  <a:pt x="2128348" y="143026"/>
                  <a:pt x="2124685" y="140623"/>
                </a:cubicBezTo>
                <a:cubicBezTo>
                  <a:pt x="2121021" y="138218"/>
                  <a:pt x="2116109" y="136913"/>
                  <a:pt x="2109946" y="136708"/>
                </a:cubicBezTo>
                <a:lnTo>
                  <a:pt x="2082934" y="135780"/>
                </a:lnTo>
                <a:cubicBezTo>
                  <a:pt x="2080469" y="137704"/>
                  <a:pt x="2078449" y="139523"/>
                  <a:pt x="2076874" y="141240"/>
                </a:cubicBezTo>
                <a:cubicBezTo>
                  <a:pt x="2075299" y="142956"/>
                  <a:pt x="2074050" y="144620"/>
                  <a:pt x="2073125" y="146234"/>
                </a:cubicBezTo>
                <a:cubicBezTo>
                  <a:pt x="2072201" y="147849"/>
                  <a:pt x="2071567" y="149429"/>
                  <a:pt x="2071225" y="150974"/>
                </a:cubicBezTo>
                <a:cubicBezTo>
                  <a:pt x="2070883" y="152519"/>
                  <a:pt x="2070712" y="154081"/>
                  <a:pt x="2070712" y="155660"/>
                </a:cubicBezTo>
                <a:cubicBezTo>
                  <a:pt x="2070712" y="160742"/>
                  <a:pt x="2073262" y="164587"/>
                  <a:pt x="2078363" y="167196"/>
                </a:cubicBezTo>
                <a:cubicBezTo>
                  <a:pt x="2083464" y="169806"/>
                  <a:pt x="2090568" y="171112"/>
                  <a:pt x="2099675" y="171112"/>
                </a:cubicBezTo>
                <a:cubicBezTo>
                  <a:pt x="2105427" y="171112"/>
                  <a:pt x="2110237" y="170544"/>
                  <a:pt x="2114106" y="169410"/>
                </a:cubicBezTo>
                <a:cubicBezTo>
                  <a:pt x="2117974" y="168278"/>
                  <a:pt x="2121107" y="166785"/>
                  <a:pt x="2123503" y="164930"/>
                </a:cubicBezTo>
                <a:cubicBezTo>
                  <a:pt x="2125900" y="163077"/>
                  <a:pt x="2127612" y="160948"/>
                  <a:pt x="2128639" y="158543"/>
                </a:cubicBezTo>
                <a:cubicBezTo>
                  <a:pt x="2129666" y="156140"/>
                  <a:pt x="2130179" y="153634"/>
                  <a:pt x="2130179" y="151026"/>
                </a:cubicBezTo>
                <a:close/>
                <a:moveTo>
                  <a:pt x="2233427" y="90486"/>
                </a:moveTo>
                <a:cubicBezTo>
                  <a:pt x="2233427" y="92951"/>
                  <a:pt x="2232777" y="94645"/>
                  <a:pt x="2231476" y="95570"/>
                </a:cubicBezTo>
                <a:cubicBezTo>
                  <a:pt x="2230175" y="96494"/>
                  <a:pt x="2228908" y="96956"/>
                  <a:pt x="2227676" y="96956"/>
                </a:cubicBezTo>
                <a:lnTo>
                  <a:pt x="2164305" y="96956"/>
                </a:lnTo>
                <a:cubicBezTo>
                  <a:pt x="2164305" y="102723"/>
                  <a:pt x="2164870" y="107941"/>
                  <a:pt x="2165999" y="112610"/>
                </a:cubicBezTo>
                <a:cubicBezTo>
                  <a:pt x="2167129" y="117279"/>
                  <a:pt x="2168995" y="121278"/>
                  <a:pt x="2171597" y="124607"/>
                </a:cubicBezTo>
                <a:cubicBezTo>
                  <a:pt x="2174199" y="127937"/>
                  <a:pt x="2177588" y="130495"/>
                  <a:pt x="2181765" y="132281"/>
                </a:cubicBezTo>
                <a:cubicBezTo>
                  <a:pt x="2185942" y="134066"/>
                  <a:pt x="2191077" y="134958"/>
                  <a:pt x="2197171" y="134958"/>
                </a:cubicBezTo>
                <a:cubicBezTo>
                  <a:pt x="2201485" y="134958"/>
                  <a:pt x="2205354" y="134576"/>
                  <a:pt x="2208777" y="133812"/>
                </a:cubicBezTo>
                <a:cubicBezTo>
                  <a:pt x="2212201" y="133049"/>
                  <a:pt x="2215162" y="132198"/>
                  <a:pt x="2217662" y="131261"/>
                </a:cubicBezTo>
                <a:cubicBezTo>
                  <a:pt x="2220161" y="130324"/>
                  <a:pt x="2222215" y="129473"/>
                  <a:pt x="2223824" y="128709"/>
                </a:cubicBezTo>
                <a:cubicBezTo>
                  <a:pt x="2225433" y="127945"/>
                  <a:pt x="2226580" y="127563"/>
                  <a:pt x="2227265" y="127563"/>
                </a:cubicBezTo>
                <a:cubicBezTo>
                  <a:pt x="2227676" y="127563"/>
                  <a:pt x="2228052" y="127667"/>
                  <a:pt x="2228395" y="127875"/>
                </a:cubicBezTo>
                <a:cubicBezTo>
                  <a:pt x="2228737" y="128082"/>
                  <a:pt x="2229011" y="128411"/>
                  <a:pt x="2229216" y="128860"/>
                </a:cubicBezTo>
                <a:cubicBezTo>
                  <a:pt x="2229422" y="129309"/>
                  <a:pt x="2229576" y="129880"/>
                  <a:pt x="2229678" y="130571"/>
                </a:cubicBezTo>
                <a:cubicBezTo>
                  <a:pt x="2229781" y="131262"/>
                  <a:pt x="2229832" y="132125"/>
                  <a:pt x="2229832" y="133161"/>
                </a:cubicBezTo>
                <a:cubicBezTo>
                  <a:pt x="2229832" y="133647"/>
                  <a:pt x="2229798" y="134114"/>
                  <a:pt x="2229730" y="134564"/>
                </a:cubicBezTo>
                <a:cubicBezTo>
                  <a:pt x="2229661" y="135013"/>
                  <a:pt x="2229576" y="135428"/>
                  <a:pt x="2229473" y="135809"/>
                </a:cubicBezTo>
                <a:cubicBezTo>
                  <a:pt x="2229370" y="136188"/>
                  <a:pt x="2229216" y="136550"/>
                  <a:pt x="2229011" y="136897"/>
                </a:cubicBezTo>
                <a:cubicBezTo>
                  <a:pt x="2228805" y="137241"/>
                  <a:pt x="2228532" y="137587"/>
                  <a:pt x="2228189" y="137934"/>
                </a:cubicBezTo>
                <a:cubicBezTo>
                  <a:pt x="2227847" y="138278"/>
                  <a:pt x="2226785" y="138878"/>
                  <a:pt x="2225005" y="139734"/>
                </a:cubicBezTo>
                <a:cubicBezTo>
                  <a:pt x="2223225" y="140590"/>
                  <a:pt x="2220897" y="141446"/>
                  <a:pt x="2218021" y="142302"/>
                </a:cubicBezTo>
                <a:cubicBezTo>
                  <a:pt x="2215145" y="143158"/>
                  <a:pt x="2211807" y="143928"/>
                  <a:pt x="2208007" y="144613"/>
                </a:cubicBezTo>
                <a:cubicBezTo>
                  <a:pt x="2204207" y="145298"/>
                  <a:pt x="2200116" y="145640"/>
                  <a:pt x="2195733" y="145640"/>
                </a:cubicBezTo>
                <a:cubicBezTo>
                  <a:pt x="2188544" y="145640"/>
                  <a:pt x="2182176" y="144560"/>
                  <a:pt x="2176630" y="142401"/>
                </a:cubicBezTo>
                <a:cubicBezTo>
                  <a:pt x="2171084" y="140242"/>
                  <a:pt x="2166427" y="137055"/>
                  <a:pt x="2162661" y="132840"/>
                </a:cubicBezTo>
                <a:cubicBezTo>
                  <a:pt x="2158896" y="128625"/>
                  <a:pt x="2156037" y="123398"/>
                  <a:pt x="2154085" y="117161"/>
                </a:cubicBezTo>
                <a:cubicBezTo>
                  <a:pt x="2152134" y="110924"/>
                  <a:pt x="2151158" y="103692"/>
                  <a:pt x="2151158" y="95467"/>
                </a:cubicBezTo>
                <a:cubicBezTo>
                  <a:pt x="2151158" y="87584"/>
                  <a:pt x="2152168" y="80524"/>
                  <a:pt x="2154188" y="74287"/>
                </a:cubicBezTo>
                <a:cubicBezTo>
                  <a:pt x="2156208" y="68049"/>
                  <a:pt x="2159101" y="62755"/>
                  <a:pt x="2162867" y="58402"/>
                </a:cubicBezTo>
                <a:cubicBezTo>
                  <a:pt x="2166633" y="54050"/>
                  <a:pt x="2171169" y="50726"/>
                  <a:pt x="2176476" y="48430"/>
                </a:cubicBezTo>
                <a:cubicBezTo>
                  <a:pt x="2181782" y="46134"/>
                  <a:pt x="2187688" y="44986"/>
                  <a:pt x="2194193" y="44986"/>
                </a:cubicBezTo>
                <a:cubicBezTo>
                  <a:pt x="2201177" y="44986"/>
                  <a:pt x="2207134" y="46150"/>
                  <a:pt x="2212064" y="48478"/>
                </a:cubicBezTo>
                <a:cubicBezTo>
                  <a:pt x="2216994" y="50806"/>
                  <a:pt x="2221051" y="53939"/>
                  <a:pt x="2224235" y="57876"/>
                </a:cubicBezTo>
                <a:cubicBezTo>
                  <a:pt x="2227419" y="61813"/>
                  <a:pt x="2229747" y="66384"/>
                  <a:pt x="2231219" y="71587"/>
                </a:cubicBezTo>
                <a:cubicBezTo>
                  <a:pt x="2232691" y="76791"/>
                  <a:pt x="2233427" y="82269"/>
                  <a:pt x="2233427" y="88021"/>
                </a:cubicBezTo>
                <a:lnTo>
                  <a:pt x="2233427" y="90486"/>
                </a:lnTo>
                <a:moveTo>
                  <a:pt x="2220794" y="86891"/>
                </a:moveTo>
                <a:cubicBezTo>
                  <a:pt x="2221000" y="77031"/>
                  <a:pt x="2218740" y="69328"/>
                  <a:pt x="2214015" y="63782"/>
                </a:cubicBezTo>
                <a:cubicBezTo>
                  <a:pt x="2209291" y="58235"/>
                  <a:pt x="2202409" y="55462"/>
                  <a:pt x="2193371" y="55462"/>
                </a:cubicBezTo>
                <a:cubicBezTo>
                  <a:pt x="2188715" y="55462"/>
                  <a:pt x="2184624" y="56335"/>
                  <a:pt x="2181098" y="58081"/>
                </a:cubicBezTo>
                <a:cubicBezTo>
                  <a:pt x="2177571" y="59827"/>
                  <a:pt x="2174593" y="62138"/>
                  <a:pt x="2172162" y="65014"/>
                </a:cubicBezTo>
                <a:cubicBezTo>
                  <a:pt x="2169731" y="67890"/>
                  <a:pt x="2167865" y="71228"/>
                  <a:pt x="2166564" y="75028"/>
                </a:cubicBezTo>
                <a:cubicBezTo>
                  <a:pt x="2165263" y="78828"/>
                  <a:pt x="2164510" y="82783"/>
                  <a:pt x="2164305" y="86891"/>
                </a:cubicBezTo>
                <a:lnTo>
                  <a:pt x="2220794" y="8689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formoreinformation:">
            <a:extLst xmlns:a="http://schemas.openxmlformats.org/drawingml/2006/main">
              <a:ext uri="{FF2B5EF4-FFF2-40B4-BE49-F238E27FC236}">
                <a16:creationId xmlns:a16="http://schemas.microsoft.com/office/drawing/2014/main" id="{04C203FE-3C02-4A25-9195-8288D90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55" y="4051998"/>
            <a:ext cx="1778714" cy="145640"/>
          </a:xfrm>
          <a:custGeom xmlns:a="http://schemas.openxmlformats.org/drawingml/2006/main">
            <a:pathLst>
              <a:path w="1778714" h="145640">
                <a:moveTo>
                  <a:pt x="60906" y="9141"/>
                </a:moveTo>
                <a:cubicBezTo>
                  <a:pt x="60906" y="10100"/>
                  <a:pt x="60854" y="10870"/>
                  <a:pt x="60752" y="11452"/>
                </a:cubicBezTo>
                <a:cubicBezTo>
                  <a:pt x="60649" y="12034"/>
                  <a:pt x="60512" y="12496"/>
                  <a:pt x="60341" y="12839"/>
                </a:cubicBezTo>
                <a:cubicBezTo>
                  <a:pt x="60170" y="13181"/>
                  <a:pt x="59964" y="13421"/>
                  <a:pt x="59725" y="13557"/>
                </a:cubicBezTo>
                <a:cubicBezTo>
                  <a:pt x="59485" y="13694"/>
                  <a:pt x="59194" y="13763"/>
                  <a:pt x="58852" y="13763"/>
                </a:cubicBezTo>
                <a:cubicBezTo>
                  <a:pt x="58304" y="13763"/>
                  <a:pt x="57653" y="13592"/>
                  <a:pt x="56900" y="13249"/>
                </a:cubicBezTo>
                <a:cubicBezTo>
                  <a:pt x="56147" y="12907"/>
                  <a:pt x="55206" y="12530"/>
                  <a:pt x="54076" y="12120"/>
                </a:cubicBezTo>
                <a:cubicBezTo>
                  <a:pt x="52946" y="11709"/>
                  <a:pt x="51611" y="11332"/>
                  <a:pt x="50070" y="10990"/>
                </a:cubicBezTo>
                <a:cubicBezTo>
                  <a:pt x="48530" y="10647"/>
                  <a:pt x="46732" y="10476"/>
                  <a:pt x="44678" y="10476"/>
                </a:cubicBezTo>
                <a:cubicBezTo>
                  <a:pt x="41802" y="10476"/>
                  <a:pt x="39371" y="10938"/>
                  <a:pt x="37386" y="11863"/>
                </a:cubicBezTo>
                <a:cubicBezTo>
                  <a:pt x="35400" y="12787"/>
                  <a:pt x="33791" y="14259"/>
                  <a:pt x="32558" y="16279"/>
                </a:cubicBezTo>
                <a:cubicBezTo>
                  <a:pt x="31326" y="18299"/>
                  <a:pt x="30453" y="20901"/>
                  <a:pt x="29939" y="24085"/>
                </a:cubicBezTo>
                <a:cubicBezTo>
                  <a:pt x="29426" y="27269"/>
                  <a:pt x="29169" y="31121"/>
                  <a:pt x="29169" y="35640"/>
                </a:cubicBezTo>
                <a:lnTo>
                  <a:pt x="29169" y="46629"/>
                </a:lnTo>
                <a:lnTo>
                  <a:pt x="51970" y="46629"/>
                </a:lnTo>
                <a:cubicBezTo>
                  <a:pt x="52450" y="46629"/>
                  <a:pt x="52860" y="46733"/>
                  <a:pt x="53203" y="46941"/>
                </a:cubicBezTo>
                <a:cubicBezTo>
                  <a:pt x="53545" y="47148"/>
                  <a:pt x="53853" y="47477"/>
                  <a:pt x="54127" y="47926"/>
                </a:cubicBezTo>
                <a:cubicBezTo>
                  <a:pt x="54401" y="48375"/>
                  <a:pt x="54606" y="48929"/>
                  <a:pt x="54743" y="49585"/>
                </a:cubicBezTo>
                <a:cubicBezTo>
                  <a:pt x="54880" y="50242"/>
                  <a:pt x="54949" y="51020"/>
                  <a:pt x="54949" y="51919"/>
                </a:cubicBezTo>
                <a:cubicBezTo>
                  <a:pt x="54949" y="53648"/>
                  <a:pt x="54675" y="54944"/>
                  <a:pt x="54127" y="55809"/>
                </a:cubicBezTo>
                <a:cubicBezTo>
                  <a:pt x="53579" y="56673"/>
                  <a:pt x="52860" y="57106"/>
                  <a:pt x="51970" y="57106"/>
                </a:cubicBezTo>
                <a:lnTo>
                  <a:pt x="29169" y="57106"/>
                </a:lnTo>
                <a:lnTo>
                  <a:pt x="29169" y="141740"/>
                </a:lnTo>
                <a:cubicBezTo>
                  <a:pt x="29169" y="142151"/>
                  <a:pt x="29066" y="142528"/>
                  <a:pt x="28861" y="142870"/>
                </a:cubicBezTo>
                <a:cubicBezTo>
                  <a:pt x="28656" y="143210"/>
                  <a:pt x="28330" y="143483"/>
                  <a:pt x="27885" y="143688"/>
                </a:cubicBezTo>
                <a:cubicBezTo>
                  <a:pt x="27440" y="143894"/>
                  <a:pt x="26807" y="144065"/>
                  <a:pt x="25985" y="144202"/>
                </a:cubicBezTo>
                <a:cubicBezTo>
                  <a:pt x="25163" y="144339"/>
                  <a:pt x="24171" y="144407"/>
                  <a:pt x="23007" y="144407"/>
                </a:cubicBezTo>
                <a:cubicBezTo>
                  <a:pt x="21843" y="144407"/>
                  <a:pt x="20867" y="144339"/>
                  <a:pt x="20079" y="144202"/>
                </a:cubicBezTo>
                <a:cubicBezTo>
                  <a:pt x="19292" y="144065"/>
                  <a:pt x="18659" y="143894"/>
                  <a:pt x="18179" y="143688"/>
                </a:cubicBezTo>
                <a:cubicBezTo>
                  <a:pt x="17700" y="143483"/>
                  <a:pt x="17375" y="143210"/>
                  <a:pt x="17204" y="142870"/>
                </a:cubicBezTo>
                <a:cubicBezTo>
                  <a:pt x="17032" y="142528"/>
                  <a:pt x="16947" y="142151"/>
                  <a:pt x="16947" y="141740"/>
                </a:cubicBezTo>
                <a:lnTo>
                  <a:pt x="16947" y="57106"/>
                </a:lnTo>
                <a:lnTo>
                  <a:pt x="2979" y="57106"/>
                </a:lnTo>
                <a:cubicBezTo>
                  <a:pt x="2020" y="57106"/>
                  <a:pt x="1284" y="56673"/>
                  <a:pt x="770" y="55809"/>
                </a:cubicBezTo>
                <a:cubicBezTo>
                  <a:pt x="257" y="54944"/>
                  <a:pt x="0" y="53648"/>
                  <a:pt x="0" y="51919"/>
                </a:cubicBezTo>
                <a:cubicBezTo>
                  <a:pt x="0" y="51020"/>
                  <a:pt x="68" y="50242"/>
                  <a:pt x="205" y="49585"/>
                </a:cubicBezTo>
                <a:cubicBezTo>
                  <a:pt x="342" y="48929"/>
                  <a:pt x="531" y="48375"/>
                  <a:pt x="770" y="47926"/>
                </a:cubicBezTo>
                <a:cubicBezTo>
                  <a:pt x="1010" y="47477"/>
                  <a:pt x="1318" y="47148"/>
                  <a:pt x="1695" y="46941"/>
                </a:cubicBezTo>
                <a:cubicBezTo>
                  <a:pt x="2071" y="46733"/>
                  <a:pt x="2499" y="46629"/>
                  <a:pt x="2979" y="46629"/>
                </a:cubicBezTo>
                <a:lnTo>
                  <a:pt x="16947" y="46629"/>
                </a:lnTo>
                <a:lnTo>
                  <a:pt x="16947" y="36051"/>
                </a:lnTo>
                <a:cubicBezTo>
                  <a:pt x="16947" y="29546"/>
                  <a:pt x="17529" y="23999"/>
                  <a:pt x="18693" y="19412"/>
                </a:cubicBezTo>
                <a:cubicBezTo>
                  <a:pt x="19857" y="14824"/>
                  <a:pt x="21620" y="11092"/>
                  <a:pt x="23982" y="8217"/>
                </a:cubicBezTo>
                <a:cubicBezTo>
                  <a:pt x="26345" y="5341"/>
                  <a:pt x="29306" y="3252"/>
                  <a:pt x="32867" y="1951"/>
                </a:cubicBezTo>
                <a:cubicBezTo>
                  <a:pt x="36427" y="650"/>
                  <a:pt x="40570" y="0"/>
                  <a:pt x="45294" y="0"/>
                </a:cubicBezTo>
                <a:cubicBezTo>
                  <a:pt x="47622" y="0"/>
                  <a:pt x="49882" y="223"/>
                  <a:pt x="52073" y="668"/>
                </a:cubicBezTo>
                <a:cubicBezTo>
                  <a:pt x="54264" y="1113"/>
                  <a:pt x="55925" y="1592"/>
                  <a:pt x="57054" y="2106"/>
                </a:cubicBezTo>
                <a:cubicBezTo>
                  <a:pt x="58184" y="2619"/>
                  <a:pt x="58937" y="3064"/>
                  <a:pt x="59314" y="3441"/>
                </a:cubicBezTo>
                <a:cubicBezTo>
                  <a:pt x="59690" y="3817"/>
                  <a:pt x="59999" y="4280"/>
                  <a:pt x="60238" y="4827"/>
                </a:cubicBezTo>
                <a:cubicBezTo>
                  <a:pt x="60478" y="5375"/>
                  <a:pt x="60649" y="6008"/>
                  <a:pt x="60752" y="6727"/>
                </a:cubicBezTo>
                <a:cubicBezTo>
                  <a:pt x="60854" y="7446"/>
                  <a:pt x="60906" y="8251"/>
                  <a:pt x="60906" y="9141"/>
                </a:cubicBezTo>
                <a:close/>
                <a:moveTo>
                  <a:pt x="150326" y="94337"/>
                </a:moveTo>
                <a:cubicBezTo>
                  <a:pt x="150326" y="101739"/>
                  <a:pt x="149367" y="108558"/>
                  <a:pt x="147450" y="114795"/>
                </a:cubicBezTo>
                <a:cubicBezTo>
                  <a:pt x="145533" y="121033"/>
                  <a:pt x="142674" y="126449"/>
                  <a:pt x="138874" y="131043"/>
                </a:cubicBezTo>
                <a:cubicBezTo>
                  <a:pt x="135074" y="135634"/>
                  <a:pt x="130332" y="139215"/>
                  <a:pt x="124649" y="141785"/>
                </a:cubicBezTo>
                <a:cubicBezTo>
                  <a:pt x="118966" y="144355"/>
                  <a:pt x="112358" y="145640"/>
                  <a:pt x="104826" y="145640"/>
                </a:cubicBezTo>
                <a:cubicBezTo>
                  <a:pt x="97568" y="145640"/>
                  <a:pt x="91217" y="144492"/>
                  <a:pt x="85774" y="142196"/>
                </a:cubicBezTo>
                <a:cubicBezTo>
                  <a:pt x="80330" y="139900"/>
                  <a:pt x="75777" y="136610"/>
                  <a:pt x="72114" y="132326"/>
                </a:cubicBezTo>
                <a:cubicBezTo>
                  <a:pt x="68451" y="128043"/>
                  <a:pt x="65712" y="122851"/>
                  <a:pt x="63897" y="116750"/>
                </a:cubicBezTo>
                <a:cubicBezTo>
                  <a:pt x="62083" y="110650"/>
                  <a:pt x="61175" y="103761"/>
                  <a:pt x="61175" y="96083"/>
                </a:cubicBezTo>
                <a:cubicBezTo>
                  <a:pt x="61175" y="88682"/>
                  <a:pt x="62117" y="81863"/>
                  <a:pt x="64000" y="75625"/>
                </a:cubicBezTo>
                <a:cubicBezTo>
                  <a:pt x="65883" y="69388"/>
                  <a:pt x="68724" y="63990"/>
                  <a:pt x="72525" y="59433"/>
                </a:cubicBezTo>
                <a:cubicBezTo>
                  <a:pt x="76325" y="54873"/>
                  <a:pt x="81066" y="51325"/>
                  <a:pt x="86750" y="48790"/>
                </a:cubicBezTo>
                <a:cubicBezTo>
                  <a:pt x="92433" y="46254"/>
                  <a:pt x="99075" y="44986"/>
                  <a:pt x="106675" y="44986"/>
                </a:cubicBezTo>
                <a:cubicBezTo>
                  <a:pt x="113933" y="44986"/>
                  <a:pt x="120284" y="46117"/>
                  <a:pt x="125727" y="48379"/>
                </a:cubicBezTo>
                <a:cubicBezTo>
                  <a:pt x="131171" y="50640"/>
                  <a:pt x="135707" y="53913"/>
                  <a:pt x="139336" y="58197"/>
                </a:cubicBezTo>
                <a:cubicBezTo>
                  <a:pt x="142965" y="62481"/>
                  <a:pt x="145704" y="67673"/>
                  <a:pt x="147553" y="73773"/>
                </a:cubicBezTo>
                <a:cubicBezTo>
                  <a:pt x="149402" y="79874"/>
                  <a:pt x="150326" y="86728"/>
                  <a:pt x="150326" y="94337"/>
                </a:cubicBezTo>
                <a:moveTo>
                  <a:pt x="137385" y="95467"/>
                </a:moveTo>
                <a:cubicBezTo>
                  <a:pt x="137385" y="90188"/>
                  <a:pt x="136871" y="85149"/>
                  <a:pt x="135844" y="80350"/>
                </a:cubicBezTo>
                <a:cubicBezTo>
                  <a:pt x="134817" y="75550"/>
                  <a:pt x="133105" y="71317"/>
                  <a:pt x="130709" y="67649"/>
                </a:cubicBezTo>
                <a:cubicBezTo>
                  <a:pt x="128312" y="63982"/>
                  <a:pt x="125094" y="61068"/>
                  <a:pt x="121054" y="58909"/>
                </a:cubicBezTo>
                <a:cubicBezTo>
                  <a:pt x="117014" y="56748"/>
                  <a:pt x="111982" y="55668"/>
                  <a:pt x="105956" y="55668"/>
                </a:cubicBezTo>
                <a:cubicBezTo>
                  <a:pt x="100410" y="55668"/>
                  <a:pt x="95617" y="56662"/>
                  <a:pt x="91577" y="58649"/>
                </a:cubicBezTo>
                <a:cubicBezTo>
                  <a:pt x="87537" y="60637"/>
                  <a:pt x="84233" y="63398"/>
                  <a:pt x="81666" y="66930"/>
                </a:cubicBezTo>
                <a:cubicBezTo>
                  <a:pt x="79098" y="70461"/>
                  <a:pt x="77198" y="74626"/>
                  <a:pt x="75965" y="79425"/>
                </a:cubicBezTo>
                <a:cubicBezTo>
                  <a:pt x="74733" y="84225"/>
                  <a:pt x="74117" y="89401"/>
                  <a:pt x="74117" y="94954"/>
                </a:cubicBezTo>
                <a:cubicBezTo>
                  <a:pt x="74117" y="100301"/>
                  <a:pt x="74630" y="105391"/>
                  <a:pt x="75657" y="110225"/>
                </a:cubicBezTo>
                <a:cubicBezTo>
                  <a:pt x="76684" y="115059"/>
                  <a:pt x="78396" y="119292"/>
                  <a:pt x="80793" y="122925"/>
                </a:cubicBezTo>
                <a:cubicBezTo>
                  <a:pt x="83189" y="126559"/>
                  <a:pt x="86407" y="129439"/>
                  <a:pt x="90447" y="131566"/>
                </a:cubicBezTo>
                <a:cubicBezTo>
                  <a:pt x="94487" y="133691"/>
                  <a:pt x="99520" y="134753"/>
                  <a:pt x="105545" y="134753"/>
                </a:cubicBezTo>
                <a:cubicBezTo>
                  <a:pt x="111091" y="134753"/>
                  <a:pt x="115884" y="133759"/>
                  <a:pt x="119924" y="131771"/>
                </a:cubicBezTo>
                <a:cubicBezTo>
                  <a:pt x="123964" y="129783"/>
                  <a:pt x="127268" y="127041"/>
                  <a:pt x="129836" y="123545"/>
                </a:cubicBezTo>
                <a:cubicBezTo>
                  <a:pt x="132403" y="120046"/>
                  <a:pt x="134303" y="115898"/>
                  <a:pt x="135536" y="111101"/>
                </a:cubicBezTo>
                <a:cubicBezTo>
                  <a:pt x="136768" y="106302"/>
                  <a:pt x="137385" y="101090"/>
                  <a:pt x="137385" y="95467"/>
                </a:cubicBezTo>
                <a:close/>
                <a:moveTo>
                  <a:pt x="229838" y="53588"/>
                </a:moveTo>
                <a:cubicBezTo>
                  <a:pt x="229838" y="54624"/>
                  <a:pt x="229803" y="55503"/>
                  <a:pt x="229735" y="56226"/>
                </a:cubicBezTo>
                <a:cubicBezTo>
                  <a:pt x="229666" y="56949"/>
                  <a:pt x="229547" y="57534"/>
                  <a:pt x="229375" y="57979"/>
                </a:cubicBezTo>
                <a:cubicBezTo>
                  <a:pt x="229204" y="58424"/>
                  <a:pt x="228999" y="58766"/>
                  <a:pt x="228759" y="59006"/>
                </a:cubicBezTo>
                <a:cubicBezTo>
                  <a:pt x="228519" y="59245"/>
                  <a:pt x="228194" y="59365"/>
                  <a:pt x="227783" y="59365"/>
                </a:cubicBezTo>
                <a:cubicBezTo>
                  <a:pt x="227167" y="59365"/>
                  <a:pt x="226448" y="59211"/>
                  <a:pt x="225627" y="58903"/>
                </a:cubicBezTo>
                <a:cubicBezTo>
                  <a:pt x="224805" y="58595"/>
                  <a:pt x="223846" y="58270"/>
                  <a:pt x="222751" y="57927"/>
                </a:cubicBezTo>
                <a:cubicBezTo>
                  <a:pt x="221655" y="57585"/>
                  <a:pt x="220457" y="57260"/>
                  <a:pt x="219156" y="56952"/>
                </a:cubicBezTo>
                <a:cubicBezTo>
                  <a:pt x="217855" y="56643"/>
                  <a:pt x="216417" y="56489"/>
                  <a:pt x="214842" y="56489"/>
                </a:cubicBezTo>
                <a:cubicBezTo>
                  <a:pt x="212993" y="56489"/>
                  <a:pt x="211179" y="56880"/>
                  <a:pt x="209399" y="57661"/>
                </a:cubicBezTo>
                <a:cubicBezTo>
                  <a:pt x="207618" y="58442"/>
                  <a:pt x="205753" y="59699"/>
                  <a:pt x="203801" y="61432"/>
                </a:cubicBezTo>
                <a:cubicBezTo>
                  <a:pt x="201850" y="63165"/>
                  <a:pt x="199795" y="65459"/>
                  <a:pt x="197639" y="68314"/>
                </a:cubicBezTo>
                <a:cubicBezTo>
                  <a:pt x="195482" y="71168"/>
                  <a:pt x="193102" y="74668"/>
                  <a:pt x="190500" y="78812"/>
                </a:cubicBezTo>
                <a:lnTo>
                  <a:pt x="190500" y="141734"/>
                </a:lnTo>
                <a:cubicBezTo>
                  <a:pt x="190500" y="142145"/>
                  <a:pt x="190398" y="142522"/>
                  <a:pt x="190192" y="142867"/>
                </a:cubicBezTo>
                <a:cubicBezTo>
                  <a:pt x="189987" y="143209"/>
                  <a:pt x="189662" y="143483"/>
                  <a:pt x="189217" y="143688"/>
                </a:cubicBezTo>
                <a:cubicBezTo>
                  <a:pt x="188771" y="143894"/>
                  <a:pt x="188155" y="144065"/>
                  <a:pt x="187368" y="144202"/>
                </a:cubicBezTo>
                <a:cubicBezTo>
                  <a:pt x="186580" y="144339"/>
                  <a:pt x="185570" y="144407"/>
                  <a:pt x="184338" y="144407"/>
                </a:cubicBezTo>
                <a:cubicBezTo>
                  <a:pt x="183174" y="144407"/>
                  <a:pt x="182198" y="144339"/>
                  <a:pt x="181411" y="144202"/>
                </a:cubicBezTo>
                <a:cubicBezTo>
                  <a:pt x="180623" y="144065"/>
                  <a:pt x="179990" y="143894"/>
                  <a:pt x="179511" y="143688"/>
                </a:cubicBezTo>
                <a:cubicBezTo>
                  <a:pt x="179031" y="143483"/>
                  <a:pt x="178706" y="143209"/>
                  <a:pt x="178535" y="142867"/>
                </a:cubicBezTo>
                <a:cubicBezTo>
                  <a:pt x="178364" y="142522"/>
                  <a:pt x="178278" y="142145"/>
                  <a:pt x="178278" y="141734"/>
                </a:cubicBezTo>
                <a:lnTo>
                  <a:pt x="178278" y="48687"/>
                </a:lnTo>
                <a:cubicBezTo>
                  <a:pt x="178278" y="48276"/>
                  <a:pt x="178364" y="47899"/>
                  <a:pt x="178535" y="47557"/>
                </a:cubicBezTo>
                <a:cubicBezTo>
                  <a:pt x="178706" y="47213"/>
                  <a:pt x="179031" y="46920"/>
                  <a:pt x="179511" y="46681"/>
                </a:cubicBezTo>
                <a:cubicBezTo>
                  <a:pt x="179990" y="46441"/>
                  <a:pt x="180589" y="46270"/>
                  <a:pt x="181308" y="46167"/>
                </a:cubicBezTo>
                <a:cubicBezTo>
                  <a:pt x="182027" y="46065"/>
                  <a:pt x="182968" y="46013"/>
                  <a:pt x="184132" y="46013"/>
                </a:cubicBezTo>
                <a:cubicBezTo>
                  <a:pt x="185297" y="46013"/>
                  <a:pt x="186255" y="46065"/>
                  <a:pt x="187008" y="46167"/>
                </a:cubicBezTo>
                <a:cubicBezTo>
                  <a:pt x="187762" y="46270"/>
                  <a:pt x="188344" y="46441"/>
                  <a:pt x="188754" y="46681"/>
                </a:cubicBezTo>
                <a:cubicBezTo>
                  <a:pt x="189165" y="46920"/>
                  <a:pt x="189456" y="47213"/>
                  <a:pt x="189627" y="47557"/>
                </a:cubicBezTo>
                <a:cubicBezTo>
                  <a:pt x="189799" y="47899"/>
                  <a:pt x="189884" y="48276"/>
                  <a:pt x="189884" y="48687"/>
                </a:cubicBezTo>
                <a:lnTo>
                  <a:pt x="189884" y="63390"/>
                </a:lnTo>
                <a:cubicBezTo>
                  <a:pt x="192555" y="59504"/>
                  <a:pt x="195020" y="56369"/>
                  <a:pt x="197279" y="53983"/>
                </a:cubicBezTo>
                <a:cubicBezTo>
                  <a:pt x="199539" y="51597"/>
                  <a:pt x="201696" y="49740"/>
                  <a:pt x="203750" y="48411"/>
                </a:cubicBezTo>
                <a:cubicBezTo>
                  <a:pt x="205804" y="47082"/>
                  <a:pt x="207807" y="46179"/>
                  <a:pt x="209758" y="45702"/>
                </a:cubicBezTo>
                <a:cubicBezTo>
                  <a:pt x="211710" y="45225"/>
                  <a:pt x="213712" y="44986"/>
                  <a:pt x="215767" y="44986"/>
                </a:cubicBezTo>
                <a:cubicBezTo>
                  <a:pt x="216657" y="44986"/>
                  <a:pt x="217684" y="45039"/>
                  <a:pt x="218848" y="45143"/>
                </a:cubicBezTo>
                <a:cubicBezTo>
                  <a:pt x="220012" y="45246"/>
                  <a:pt x="221261" y="45435"/>
                  <a:pt x="222597" y="45711"/>
                </a:cubicBezTo>
                <a:cubicBezTo>
                  <a:pt x="223932" y="45988"/>
                  <a:pt x="225130" y="46316"/>
                  <a:pt x="226191" y="46697"/>
                </a:cubicBezTo>
                <a:cubicBezTo>
                  <a:pt x="227253" y="47076"/>
                  <a:pt x="227989" y="47421"/>
                  <a:pt x="228400" y="47734"/>
                </a:cubicBezTo>
                <a:cubicBezTo>
                  <a:pt x="228810" y="48044"/>
                  <a:pt x="229084" y="48320"/>
                  <a:pt x="229221" y="48562"/>
                </a:cubicBezTo>
                <a:cubicBezTo>
                  <a:pt x="229358" y="48803"/>
                  <a:pt x="229478" y="49115"/>
                  <a:pt x="229581" y="49496"/>
                </a:cubicBezTo>
                <a:cubicBezTo>
                  <a:pt x="229683" y="49874"/>
                  <a:pt x="229752" y="50392"/>
                  <a:pt x="229786" y="51049"/>
                </a:cubicBezTo>
                <a:cubicBezTo>
                  <a:pt x="229820" y="51706"/>
                  <a:pt x="229838" y="52552"/>
                  <a:pt x="229838" y="53588"/>
                </a:cubicBezTo>
                <a:close/>
                <a:moveTo>
                  <a:pt x="421203" y="141737"/>
                </a:moveTo>
                <a:cubicBezTo>
                  <a:pt x="421203" y="142148"/>
                  <a:pt x="421100" y="142524"/>
                  <a:pt x="420895" y="142867"/>
                </a:cubicBezTo>
                <a:cubicBezTo>
                  <a:pt x="420689" y="143209"/>
                  <a:pt x="420364" y="143483"/>
                  <a:pt x="419919" y="143688"/>
                </a:cubicBezTo>
                <a:cubicBezTo>
                  <a:pt x="419474" y="143894"/>
                  <a:pt x="418858" y="144065"/>
                  <a:pt x="418070" y="144202"/>
                </a:cubicBezTo>
                <a:cubicBezTo>
                  <a:pt x="417283" y="144339"/>
                  <a:pt x="416307" y="144407"/>
                  <a:pt x="415143" y="144407"/>
                </a:cubicBezTo>
                <a:cubicBezTo>
                  <a:pt x="413911" y="144407"/>
                  <a:pt x="412901" y="144339"/>
                  <a:pt x="412113" y="144202"/>
                </a:cubicBezTo>
                <a:cubicBezTo>
                  <a:pt x="411326" y="144065"/>
                  <a:pt x="410692" y="143894"/>
                  <a:pt x="410213" y="143688"/>
                </a:cubicBezTo>
                <a:cubicBezTo>
                  <a:pt x="409734" y="143483"/>
                  <a:pt x="409409" y="143209"/>
                  <a:pt x="409237" y="142867"/>
                </a:cubicBezTo>
                <a:cubicBezTo>
                  <a:pt x="409066" y="142524"/>
                  <a:pt x="408981" y="142148"/>
                  <a:pt x="408981" y="141737"/>
                </a:cubicBezTo>
                <a:lnTo>
                  <a:pt x="408981" y="84529"/>
                </a:lnTo>
                <a:cubicBezTo>
                  <a:pt x="408981" y="80146"/>
                  <a:pt x="408587" y="76158"/>
                  <a:pt x="407800" y="72563"/>
                </a:cubicBezTo>
                <a:cubicBezTo>
                  <a:pt x="407012" y="68968"/>
                  <a:pt x="405780" y="65887"/>
                  <a:pt x="404102" y="63319"/>
                </a:cubicBezTo>
                <a:cubicBezTo>
                  <a:pt x="402424" y="60752"/>
                  <a:pt x="400302" y="58766"/>
                  <a:pt x="397734" y="57362"/>
                </a:cubicBezTo>
                <a:cubicBezTo>
                  <a:pt x="395166" y="55959"/>
                  <a:pt x="392137" y="55257"/>
                  <a:pt x="388644" y="55257"/>
                </a:cubicBezTo>
                <a:cubicBezTo>
                  <a:pt x="384331" y="55257"/>
                  <a:pt x="379966" y="56934"/>
                  <a:pt x="375549" y="60290"/>
                </a:cubicBezTo>
                <a:cubicBezTo>
                  <a:pt x="371133" y="63645"/>
                  <a:pt x="366288" y="68575"/>
                  <a:pt x="361016" y="75080"/>
                </a:cubicBezTo>
                <a:lnTo>
                  <a:pt x="361016" y="141737"/>
                </a:lnTo>
                <a:cubicBezTo>
                  <a:pt x="361016" y="142148"/>
                  <a:pt x="360913" y="142524"/>
                  <a:pt x="360708" y="142867"/>
                </a:cubicBezTo>
                <a:cubicBezTo>
                  <a:pt x="360502" y="143209"/>
                  <a:pt x="360177" y="143483"/>
                  <a:pt x="359732" y="143688"/>
                </a:cubicBezTo>
                <a:cubicBezTo>
                  <a:pt x="359287" y="143894"/>
                  <a:pt x="358671" y="144065"/>
                  <a:pt x="357883" y="144202"/>
                </a:cubicBezTo>
                <a:cubicBezTo>
                  <a:pt x="357096" y="144339"/>
                  <a:pt x="356120" y="144407"/>
                  <a:pt x="354956" y="144407"/>
                </a:cubicBezTo>
                <a:cubicBezTo>
                  <a:pt x="353792" y="144407"/>
                  <a:pt x="352817" y="144339"/>
                  <a:pt x="352029" y="144202"/>
                </a:cubicBezTo>
                <a:cubicBezTo>
                  <a:pt x="351242" y="144065"/>
                  <a:pt x="350608" y="143894"/>
                  <a:pt x="350129" y="143688"/>
                </a:cubicBezTo>
                <a:cubicBezTo>
                  <a:pt x="349650" y="143483"/>
                  <a:pt x="349324" y="143209"/>
                  <a:pt x="349153" y="142867"/>
                </a:cubicBezTo>
                <a:cubicBezTo>
                  <a:pt x="348982" y="142524"/>
                  <a:pt x="348896" y="142148"/>
                  <a:pt x="348896" y="141737"/>
                </a:cubicBezTo>
                <a:lnTo>
                  <a:pt x="348896" y="84529"/>
                </a:lnTo>
                <a:cubicBezTo>
                  <a:pt x="348896" y="80146"/>
                  <a:pt x="348486" y="76158"/>
                  <a:pt x="347664" y="72563"/>
                </a:cubicBezTo>
                <a:cubicBezTo>
                  <a:pt x="346842" y="68968"/>
                  <a:pt x="345593" y="65887"/>
                  <a:pt x="343915" y="63319"/>
                </a:cubicBezTo>
                <a:cubicBezTo>
                  <a:pt x="342238" y="60752"/>
                  <a:pt x="340115" y="58766"/>
                  <a:pt x="337547" y="57362"/>
                </a:cubicBezTo>
                <a:cubicBezTo>
                  <a:pt x="334980" y="55959"/>
                  <a:pt x="331950" y="55257"/>
                  <a:pt x="328458" y="55257"/>
                </a:cubicBezTo>
                <a:cubicBezTo>
                  <a:pt x="324144" y="55257"/>
                  <a:pt x="319779" y="56934"/>
                  <a:pt x="315362" y="60290"/>
                </a:cubicBezTo>
                <a:cubicBezTo>
                  <a:pt x="310946" y="63645"/>
                  <a:pt x="306136" y="68575"/>
                  <a:pt x="300932" y="75080"/>
                </a:cubicBezTo>
                <a:lnTo>
                  <a:pt x="300932" y="141737"/>
                </a:lnTo>
                <a:cubicBezTo>
                  <a:pt x="300932" y="142148"/>
                  <a:pt x="300829" y="142524"/>
                  <a:pt x="300624" y="142867"/>
                </a:cubicBezTo>
                <a:cubicBezTo>
                  <a:pt x="300418" y="143209"/>
                  <a:pt x="300093" y="143483"/>
                  <a:pt x="299648" y="143688"/>
                </a:cubicBezTo>
                <a:cubicBezTo>
                  <a:pt x="299203" y="143894"/>
                  <a:pt x="298587" y="144065"/>
                  <a:pt x="297799" y="144202"/>
                </a:cubicBezTo>
                <a:cubicBezTo>
                  <a:pt x="297012" y="144339"/>
                  <a:pt x="296002" y="144407"/>
                  <a:pt x="294769" y="144407"/>
                </a:cubicBezTo>
                <a:cubicBezTo>
                  <a:pt x="293605" y="144407"/>
                  <a:pt x="292630" y="144339"/>
                  <a:pt x="291842" y="144202"/>
                </a:cubicBezTo>
                <a:cubicBezTo>
                  <a:pt x="291055" y="144065"/>
                  <a:pt x="290421" y="143894"/>
                  <a:pt x="289942" y="143688"/>
                </a:cubicBezTo>
                <a:cubicBezTo>
                  <a:pt x="289463" y="143483"/>
                  <a:pt x="289138" y="143209"/>
                  <a:pt x="288966" y="142867"/>
                </a:cubicBezTo>
                <a:cubicBezTo>
                  <a:pt x="288795" y="142522"/>
                  <a:pt x="288710" y="142145"/>
                  <a:pt x="288710" y="141734"/>
                </a:cubicBezTo>
                <a:lnTo>
                  <a:pt x="288710" y="48687"/>
                </a:lnTo>
                <a:cubicBezTo>
                  <a:pt x="288710" y="48276"/>
                  <a:pt x="288795" y="47899"/>
                  <a:pt x="288966" y="47557"/>
                </a:cubicBezTo>
                <a:cubicBezTo>
                  <a:pt x="289138" y="47213"/>
                  <a:pt x="289463" y="46920"/>
                  <a:pt x="289942" y="46681"/>
                </a:cubicBezTo>
                <a:cubicBezTo>
                  <a:pt x="290421" y="46441"/>
                  <a:pt x="291021" y="46270"/>
                  <a:pt x="291739" y="46167"/>
                </a:cubicBezTo>
                <a:cubicBezTo>
                  <a:pt x="292458" y="46065"/>
                  <a:pt x="293400" y="46013"/>
                  <a:pt x="294564" y="46013"/>
                </a:cubicBezTo>
                <a:cubicBezTo>
                  <a:pt x="295728" y="46013"/>
                  <a:pt x="296687" y="46065"/>
                  <a:pt x="297440" y="46167"/>
                </a:cubicBezTo>
                <a:cubicBezTo>
                  <a:pt x="298193" y="46270"/>
                  <a:pt x="298775" y="46441"/>
                  <a:pt x="299186" y="46681"/>
                </a:cubicBezTo>
                <a:cubicBezTo>
                  <a:pt x="299597" y="46920"/>
                  <a:pt x="299888" y="47213"/>
                  <a:pt x="300059" y="47557"/>
                </a:cubicBezTo>
                <a:cubicBezTo>
                  <a:pt x="300230" y="47899"/>
                  <a:pt x="300316" y="48276"/>
                  <a:pt x="300316" y="48687"/>
                </a:cubicBezTo>
                <a:lnTo>
                  <a:pt x="300316" y="61846"/>
                </a:lnTo>
                <a:cubicBezTo>
                  <a:pt x="305656" y="55919"/>
                  <a:pt x="310723" y="51628"/>
                  <a:pt x="315516" y="48972"/>
                </a:cubicBezTo>
                <a:cubicBezTo>
                  <a:pt x="320309" y="46315"/>
                  <a:pt x="325068" y="44986"/>
                  <a:pt x="329793" y="44986"/>
                </a:cubicBezTo>
                <a:cubicBezTo>
                  <a:pt x="333696" y="44986"/>
                  <a:pt x="337171" y="45446"/>
                  <a:pt x="340218" y="46366"/>
                </a:cubicBezTo>
                <a:cubicBezTo>
                  <a:pt x="343265" y="47286"/>
                  <a:pt x="345952" y="48582"/>
                  <a:pt x="348280" y="50253"/>
                </a:cubicBezTo>
                <a:cubicBezTo>
                  <a:pt x="350608" y="51922"/>
                  <a:pt x="352594" y="53916"/>
                  <a:pt x="354237" y="56236"/>
                </a:cubicBezTo>
                <a:cubicBezTo>
                  <a:pt x="355881" y="58553"/>
                  <a:pt x="357216" y="61109"/>
                  <a:pt x="358243" y="63904"/>
                </a:cubicBezTo>
                <a:cubicBezTo>
                  <a:pt x="361461" y="60358"/>
                  <a:pt x="364491" y="57375"/>
                  <a:pt x="367333" y="54955"/>
                </a:cubicBezTo>
                <a:cubicBezTo>
                  <a:pt x="370174" y="52535"/>
                  <a:pt x="372879" y="50592"/>
                  <a:pt x="375447" y="49127"/>
                </a:cubicBezTo>
                <a:cubicBezTo>
                  <a:pt x="378014" y="47661"/>
                  <a:pt x="380496" y="46605"/>
                  <a:pt x="382893" y="45959"/>
                </a:cubicBezTo>
                <a:cubicBezTo>
                  <a:pt x="385289" y="45310"/>
                  <a:pt x="387652" y="44986"/>
                  <a:pt x="389980" y="44986"/>
                </a:cubicBezTo>
                <a:cubicBezTo>
                  <a:pt x="395800" y="44986"/>
                  <a:pt x="400713" y="46013"/>
                  <a:pt x="404718" y="48067"/>
                </a:cubicBezTo>
                <a:cubicBezTo>
                  <a:pt x="408724" y="50122"/>
                  <a:pt x="411942" y="52895"/>
                  <a:pt x="414373" y="56387"/>
                </a:cubicBezTo>
                <a:cubicBezTo>
                  <a:pt x="416804" y="59879"/>
                  <a:pt x="418550" y="63953"/>
                  <a:pt x="419611" y="68609"/>
                </a:cubicBezTo>
                <a:cubicBezTo>
                  <a:pt x="420672" y="73265"/>
                  <a:pt x="421203" y="78195"/>
                  <a:pt x="421203" y="83399"/>
                </a:cubicBezTo>
                <a:lnTo>
                  <a:pt x="421203" y="141737"/>
                </a:lnTo>
                <a:close/>
                <a:moveTo>
                  <a:pt x="537362" y="94337"/>
                </a:moveTo>
                <a:cubicBezTo>
                  <a:pt x="537362" y="101739"/>
                  <a:pt x="536404" y="108558"/>
                  <a:pt x="534487" y="114795"/>
                </a:cubicBezTo>
                <a:cubicBezTo>
                  <a:pt x="532569" y="121033"/>
                  <a:pt x="529711" y="126449"/>
                  <a:pt x="525910" y="131043"/>
                </a:cubicBezTo>
                <a:cubicBezTo>
                  <a:pt x="522110" y="135634"/>
                  <a:pt x="517369" y="139215"/>
                  <a:pt x="511685" y="141785"/>
                </a:cubicBezTo>
                <a:cubicBezTo>
                  <a:pt x="506002" y="144355"/>
                  <a:pt x="499395" y="145640"/>
                  <a:pt x="491863" y="145640"/>
                </a:cubicBezTo>
                <a:cubicBezTo>
                  <a:pt x="484605" y="145640"/>
                  <a:pt x="478254" y="144492"/>
                  <a:pt x="472810" y="142196"/>
                </a:cubicBezTo>
                <a:cubicBezTo>
                  <a:pt x="467367" y="139900"/>
                  <a:pt x="462813" y="136610"/>
                  <a:pt x="459150" y="132326"/>
                </a:cubicBezTo>
                <a:cubicBezTo>
                  <a:pt x="455487" y="128043"/>
                  <a:pt x="452748" y="122851"/>
                  <a:pt x="450934" y="116750"/>
                </a:cubicBezTo>
                <a:cubicBezTo>
                  <a:pt x="449119" y="110650"/>
                  <a:pt x="448212" y="103761"/>
                  <a:pt x="448212" y="96083"/>
                </a:cubicBezTo>
                <a:cubicBezTo>
                  <a:pt x="448212" y="88682"/>
                  <a:pt x="449153" y="81863"/>
                  <a:pt x="451036" y="75625"/>
                </a:cubicBezTo>
                <a:cubicBezTo>
                  <a:pt x="452919" y="69388"/>
                  <a:pt x="455761" y="63990"/>
                  <a:pt x="459561" y="59433"/>
                </a:cubicBezTo>
                <a:cubicBezTo>
                  <a:pt x="463361" y="54873"/>
                  <a:pt x="468103" y="51325"/>
                  <a:pt x="473786" y="48790"/>
                </a:cubicBezTo>
                <a:cubicBezTo>
                  <a:pt x="479469" y="46254"/>
                  <a:pt x="486111" y="44986"/>
                  <a:pt x="493711" y="44986"/>
                </a:cubicBezTo>
                <a:cubicBezTo>
                  <a:pt x="500970" y="44986"/>
                  <a:pt x="507320" y="46117"/>
                  <a:pt x="512764" y="48379"/>
                </a:cubicBezTo>
                <a:cubicBezTo>
                  <a:pt x="518207" y="50640"/>
                  <a:pt x="522744" y="53913"/>
                  <a:pt x="526373" y="58197"/>
                </a:cubicBezTo>
                <a:cubicBezTo>
                  <a:pt x="530002" y="62481"/>
                  <a:pt x="532741" y="67673"/>
                  <a:pt x="534589" y="73773"/>
                </a:cubicBezTo>
                <a:cubicBezTo>
                  <a:pt x="536438" y="79874"/>
                  <a:pt x="537362" y="86728"/>
                  <a:pt x="537362" y="94337"/>
                </a:cubicBezTo>
                <a:moveTo>
                  <a:pt x="524421" y="95467"/>
                </a:moveTo>
                <a:cubicBezTo>
                  <a:pt x="524421" y="90188"/>
                  <a:pt x="523908" y="85149"/>
                  <a:pt x="522881" y="80350"/>
                </a:cubicBezTo>
                <a:cubicBezTo>
                  <a:pt x="521853" y="75550"/>
                  <a:pt x="520142" y="71317"/>
                  <a:pt x="517745" y="67649"/>
                </a:cubicBezTo>
                <a:cubicBezTo>
                  <a:pt x="515349" y="63982"/>
                  <a:pt x="512130" y="61068"/>
                  <a:pt x="508091" y="58909"/>
                </a:cubicBezTo>
                <a:cubicBezTo>
                  <a:pt x="504051" y="56748"/>
                  <a:pt x="499018" y="55668"/>
                  <a:pt x="492993" y="55668"/>
                </a:cubicBezTo>
                <a:cubicBezTo>
                  <a:pt x="487446" y="55668"/>
                  <a:pt x="482653" y="56662"/>
                  <a:pt x="478613" y="58649"/>
                </a:cubicBezTo>
                <a:cubicBezTo>
                  <a:pt x="474574" y="60637"/>
                  <a:pt x="471270" y="63398"/>
                  <a:pt x="468702" y="66930"/>
                </a:cubicBezTo>
                <a:cubicBezTo>
                  <a:pt x="466134" y="70461"/>
                  <a:pt x="464234" y="74626"/>
                  <a:pt x="463002" y="79425"/>
                </a:cubicBezTo>
                <a:cubicBezTo>
                  <a:pt x="461769" y="84225"/>
                  <a:pt x="461153" y="89401"/>
                  <a:pt x="461153" y="94954"/>
                </a:cubicBezTo>
                <a:cubicBezTo>
                  <a:pt x="461153" y="100301"/>
                  <a:pt x="461667" y="105391"/>
                  <a:pt x="462694" y="110225"/>
                </a:cubicBezTo>
                <a:cubicBezTo>
                  <a:pt x="463721" y="115059"/>
                  <a:pt x="465433" y="119292"/>
                  <a:pt x="467829" y="122925"/>
                </a:cubicBezTo>
                <a:cubicBezTo>
                  <a:pt x="470226" y="126559"/>
                  <a:pt x="473444" y="129439"/>
                  <a:pt x="477484" y="131566"/>
                </a:cubicBezTo>
                <a:cubicBezTo>
                  <a:pt x="481523" y="133691"/>
                  <a:pt x="486556" y="134753"/>
                  <a:pt x="492582" y="134753"/>
                </a:cubicBezTo>
                <a:cubicBezTo>
                  <a:pt x="498128" y="134753"/>
                  <a:pt x="502921" y="133759"/>
                  <a:pt x="506961" y="131771"/>
                </a:cubicBezTo>
                <a:cubicBezTo>
                  <a:pt x="511001" y="129783"/>
                  <a:pt x="514304" y="127041"/>
                  <a:pt x="516872" y="123545"/>
                </a:cubicBezTo>
                <a:cubicBezTo>
                  <a:pt x="519440" y="120046"/>
                  <a:pt x="521340" y="115898"/>
                  <a:pt x="522572" y="111101"/>
                </a:cubicBezTo>
                <a:cubicBezTo>
                  <a:pt x="523805" y="106302"/>
                  <a:pt x="524421" y="101090"/>
                  <a:pt x="524421" y="95467"/>
                </a:cubicBezTo>
                <a:close/>
                <a:moveTo>
                  <a:pt x="616243" y="53588"/>
                </a:moveTo>
                <a:cubicBezTo>
                  <a:pt x="616243" y="54624"/>
                  <a:pt x="616209" y="55503"/>
                  <a:pt x="616140" y="56226"/>
                </a:cubicBezTo>
                <a:cubicBezTo>
                  <a:pt x="616072" y="56949"/>
                  <a:pt x="615952" y="57534"/>
                  <a:pt x="615781" y="57979"/>
                </a:cubicBezTo>
                <a:cubicBezTo>
                  <a:pt x="615610" y="58424"/>
                  <a:pt x="615404" y="58766"/>
                  <a:pt x="615165" y="59006"/>
                </a:cubicBezTo>
                <a:cubicBezTo>
                  <a:pt x="614925" y="59245"/>
                  <a:pt x="614600" y="59365"/>
                  <a:pt x="614189" y="59365"/>
                </a:cubicBezTo>
                <a:cubicBezTo>
                  <a:pt x="613573" y="59365"/>
                  <a:pt x="612854" y="59211"/>
                  <a:pt x="612032" y="58903"/>
                </a:cubicBezTo>
                <a:cubicBezTo>
                  <a:pt x="611210" y="58595"/>
                  <a:pt x="610252" y="58270"/>
                  <a:pt x="609156" y="57927"/>
                </a:cubicBezTo>
                <a:cubicBezTo>
                  <a:pt x="608061" y="57585"/>
                  <a:pt x="606862" y="57260"/>
                  <a:pt x="605561" y="56952"/>
                </a:cubicBezTo>
                <a:cubicBezTo>
                  <a:pt x="604260" y="56643"/>
                  <a:pt x="602822" y="56489"/>
                  <a:pt x="601248" y="56489"/>
                </a:cubicBezTo>
                <a:cubicBezTo>
                  <a:pt x="599399" y="56489"/>
                  <a:pt x="597584" y="56880"/>
                  <a:pt x="595804" y="57661"/>
                </a:cubicBezTo>
                <a:cubicBezTo>
                  <a:pt x="594024" y="58442"/>
                  <a:pt x="592158" y="59699"/>
                  <a:pt x="590207" y="61432"/>
                </a:cubicBezTo>
                <a:cubicBezTo>
                  <a:pt x="588255" y="63165"/>
                  <a:pt x="586201" y="65459"/>
                  <a:pt x="584044" y="68314"/>
                </a:cubicBezTo>
                <a:cubicBezTo>
                  <a:pt x="581887" y="71168"/>
                  <a:pt x="579508" y="74668"/>
                  <a:pt x="576906" y="78812"/>
                </a:cubicBezTo>
                <a:lnTo>
                  <a:pt x="576906" y="141734"/>
                </a:lnTo>
                <a:cubicBezTo>
                  <a:pt x="576906" y="142145"/>
                  <a:pt x="576803" y="142522"/>
                  <a:pt x="576598" y="142867"/>
                </a:cubicBezTo>
                <a:cubicBezTo>
                  <a:pt x="576392" y="143209"/>
                  <a:pt x="576067" y="143483"/>
                  <a:pt x="575622" y="143688"/>
                </a:cubicBezTo>
                <a:cubicBezTo>
                  <a:pt x="575177" y="143894"/>
                  <a:pt x="574561" y="144065"/>
                  <a:pt x="573773" y="144202"/>
                </a:cubicBezTo>
                <a:cubicBezTo>
                  <a:pt x="572986" y="144339"/>
                  <a:pt x="571976" y="144407"/>
                  <a:pt x="570743" y="144407"/>
                </a:cubicBezTo>
                <a:cubicBezTo>
                  <a:pt x="569579" y="144407"/>
                  <a:pt x="568604" y="144339"/>
                  <a:pt x="567816" y="144202"/>
                </a:cubicBezTo>
                <a:cubicBezTo>
                  <a:pt x="567029" y="144065"/>
                  <a:pt x="566395" y="143894"/>
                  <a:pt x="565916" y="143688"/>
                </a:cubicBezTo>
                <a:cubicBezTo>
                  <a:pt x="565437" y="143483"/>
                  <a:pt x="565112" y="143209"/>
                  <a:pt x="564940" y="142867"/>
                </a:cubicBezTo>
                <a:cubicBezTo>
                  <a:pt x="564769" y="142522"/>
                  <a:pt x="564684" y="142145"/>
                  <a:pt x="564684" y="141734"/>
                </a:cubicBezTo>
                <a:lnTo>
                  <a:pt x="564684" y="48687"/>
                </a:lnTo>
                <a:cubicBezTo>
                  <a:pt x="564684" y="48276"/>
                  <a:pt x="564769" y="47899"/>
                  <a:pt x="564940" y="47557"/>
                </a:cubicBezTo>
                <a:cubicBezTo>
                  <a:pt x="565112" y="47213"/>
                  <a:pt x="565437" y="46920"/>
                  <a:pt x="565916" y="46681"/>
                </a:cubicBezTo>
                <a:cubicBezTo>
                  <a:pt x="566395" y="46441"/>
                  <a:pt x="566995" y="46270"/>
                  <a:pt x="567713" y="46167"/>
                </a:cubicBezTo>
                <a:cubicBezTo>
                  <a:pt x="568432" y="46065"/>
                  <a:pt x="569374" y="46013"/>
                  <a:pt x="570538" y="46013"/>
                </a:cubicBezTo>
                <a:cubicBezTo>
                  <a:pt x="571702" y="46013"/>
                  <a:pt x="572661" y="46065"/>
                  <a:pt x="573414" y="46167"/>
                </a:cubicBezTo>
                <a:cubicBezTo>
                  <a:pt x="574167" y="46270"/>
                  <a:pt x="574749" y="46441"/>
                  <a:pt x="575160" y="46681"/>
                </a:cubicBezTo>
                <a:cubicBezTo>
                  <a:pt x="575571" y="46920"/>
                  <a:pt x="575862" y="47213"/>
                  <a:pt x="576033" y="47557"/>
                </a:cubicBezTo>
                <a:cubicBezTo>
                  <a:pt x="576204" y="47899"/>
                  <a:pt x="576290" y="48276"/>
                  <a:pt x="576290" y="48687"/>
                </a:cubicBezTo>
                <a:lnTo>
                  <a:pt x="576290" y="63390"/>
                </a:lnTo>
                <a:cubicBezTo>
                  <a:pt x="578960" y="59504"/>
                  <a:pt x="581425" y="56369"/>
                  <a:pt x="583685" y="53983"/>
                </a:cubicBezTo>
                <a:cubicBezTo>
                  <a:pt x="585944" y="51597"/>
                  <a:pt x="588101" y="49740"/>
                  <a:pt x="590155" y="48411"/>
                </a:cubicBezTo>
                <a:cubicBezTo>
                  <a:pt x="592209" y="47082"/>
                  <a:pt x="594212" y="46179"/>
                  <a:pt x="596164" y="45702"/>
                </a:cubicBezTo>
                <a:cubicBezTo>
                  <a:pt x="598115" y="45225"/>
                  <a:pt x="600118" y="44986"/>
                  <a:pt x="602172" y="44986"/>
                </a:cubicBezTo>
                <a:cubicBezTo>
                  <a:pt x="603062" y="44986"/>
                  <a:pt x="604089" y="45039"/>
                  <a:pt x="605253" y="45143"/>
                </a:cubicBezTo>
                <a:cubicBezTo>
                  <a:pt x="606417" y="45246"/>
                  <a:pt x="607667" y="45435"/>
                  <a:pt x="609002" y="45711"/>
                </a:cubicBezTo>
                <a:cubicBezTo>
                  <a:pt x="610337" y="45988"/>
                  <a:pt x="611536" y="46316"/>
                  <a:pt x="612597" y="46697"/>
                </a:cubicBezTo>
                <a:cubicBezTo>
                  <a:pt x="613658" y="47076"/>
                  <a:pt x="614394" y="47421"/>
                  <a:pt x="614805" y="47734"/>
                </a:cubicBezTo>
                <a:cubicBezTo>
                  <a:pt x="615216" y="48044"/>
                  <a:pt x="615490" y="48320"/>
                  <a:pt x="615627" y="48562"/>
                </a:cubicBezTo>
                <a:cubicBezTo>
                  <a:pt x="615764" y="48803"/>
                  <a:pt x="615884" y="49115"/>
                  <a:pt x="615986" y="49496"/>
                </a:cubicBezTo>
                <a:cubicBezTo>
                  <a:pt x="616089" y="49874"/>
                  <a:pt x="616157" y="50392"/>
                  <a:pt x="616192" y="51049"/>
                </a:cubicBezTo>
                <a:cubicBezTo>
                  <a:pt x="616226" y="51706"/>
                  <a:pt x="616243" y="52552"/>
                  <a:pt x="616243" y="53588"/>
                </a:cubicBezTo>
                <a:close/>
                <a:moveTo>
                  <a:pt x="707162" y="90486"/>
                </a:moveTo>
                <a:cubicBezTo>
                  <a:pt x="707162" y="92951"/>
                  <a:pt x="706512" y="94645"/>
                  <a:pt x="705211" y="95570"/>
                </a:cubicBezTo>
                <a:cubicBezTo>
                  <a:pt x="703910" y="96494"/>
                  <a:pt x="702643" y="96956"/>
                  <a:pt x="701410" y="96956"/>
                </a:cubicBezTo>
                <a:lnTo>
                  <a:pt x="638040" y="96956"/>
                </a:lnTo>
                <a:cubicBezTo>
                  <a:pt x="638040" y="102723"/>
                  <a:pt x="638604" y="107941"/>
                  <a:pt x="639734" y="112610"/>
                </a:cubicBezTo>
                <a:cubicBezTo>
                  <a:pt x="640864" y="117279"/>
                  <a:pt x="642730" y="121278"/>
                  <a:pt x="645332" y="124607"/>
                </a:cubicBezTo>
                <a:cubicBezTo>
                  <a:pt x="647934" y="127937"/>
                  <a:pt x="651323" y="130495"/>
                  <a:pt x="655500" y="132281"/>
                </a:cubicBezTo>
                <a:cubicBezTo>
                  <a:pt x="659677" y="134066"/>
                  <a:pt x="664812" y="134958"/>
                  <a:pt x="670906" y="134958"/>
                </a:cubicBezTo>
                <a:cubicBezTo>
                  <a:pt x="675220" y="134958"/>
                  <a:pt x="679088" y="134576"/>
                  <a:pt x="682512" y="133812"/>
                </a:cubicBezTo>
                <a:cubicBezTo>
                  <a:pt x="685936" y="133049"/>
                  <a:pt x="688897" y="132198"/>
                  <a:pt x="691396" y="131261"/>
                </a:cubicBezTo>
                <a:cubicBezTo>
                  <a:pt x="693896" y="130324"/>
                  <a:pt x="695950" y="129473"/>
                  <a:pt x="697559" y="128709"/>
                </a:cubicBezTo>
                <a:cubicBezTo>
                  <a:pt x="699168" y="127945"/>
                  <a:pt x="700315" y="127563"/>
                  <a:pt x="701000" y="127563"/>
                </a:cubicBezTo>
                <a:cubicBezTo>
                  <a:pt x="701410" y="127563"/>
                  <a:pt x="701787" y="127667"/>
                  <a:pt x="702129" y="127875"/>
                </a:cubicBezTo>
                <a:cubicBezTo>
                  <a:pt x="702472" y="128082"/>
                  <a:pt x="702746" y="128411"/>
                  <a:pt x="702951" y="128860"/>
                </a:cubicBezTo>
                <a:cubicBezTo>
                  <a:pt x="703156" y="129309"/>
                  <a:pt x="703310" y="129880"/>
                  <a:pt x="703413" y="130571"/>
                </a:cubicBezTo>
                <a:cubicBezTo>
                  <a:pt x="703516" y="131262"/>
                  <a:pt x="703567" y="132125"/>
                  <a:pt x="703567" y="133161"/>
                </a:cubicBezTo>
                <a:cubicBezTo>
                  <a:pt x="703567" y="133647"/>
                  <a:pt x="703533" y="134114"/>
                  <a:pt x="703464" y="134564"/>
                </a:cubicBezTo>
                <a:cubicBezTo>
                  <a:pt x="703396" y="135013"/>
                  <a:pt x="703310" y="135428"/>
                  <a:pt x="703208" y="135809"/>
                </a:cubicBezTo>
                <a:cubicBezTo>
                  <a:pt x="703105" y="136188"/>
                  <a:pt x="702951" y="136550"/>
                  <a:pt x="702746" y="136897"/>
                </a:cubicBezTo>
                <a:cubicBezTo>
                  <a:pt x="702540" y="137241"/>
                  <a:pt x="702266" y="137587"/>
                  <a:pt x="701924" y="137934"/>
                </a:cubicBezTo>
                <a:cubicBezTo>
                  <a:pt x="701582" y="138278"/>
                  <a:pt x="700520" y="138878"/>
                  <a:pt x="698740" y="139734"/>
                </a:cubicBezTo>
                <a:cubicBezTo>
                  <a:pt x="696960" y="140590"/>
                  <a:pt x="694632" y="141446"/>
                  <a:pt x="691756" y="142302"/>
                </a:cubicBezTo>
                <a:cubicBezTo>
                  <a:pt x="688880" y="143158"/>
                  <a:pt x="685542" y="143928"/>
                  <a:pt x="681742" y="144613"/>
                </a:cubicBezTo>
                <a:cubicBezTo>
                  <a:pt x="677942" y="145298"/>
                  <a:pt x="673850" y="145640"/>
                  <a:pt x="669468" y="145640"/>
                </a:cubicBezTo>
                <a:cubicBezTo>
                  <a:pt x="662279" y="145640"/>
                  <a:pt x="655911" y="144560"/>
                  <a:pt x="650364" y="142401"/>
                </a:cubicBezTo>
                <a:cubicBezTo>
                  <a:pt x="644818" y="140242"/>
                  <a:pt x="640162" y="137055"/>
                  <a:pt x="636396" y="132840"/>
                </a:cubicBezTo>
                <a:cubicBezTo>
                  <a:pt x="632630" y="128625"/>
                  <a:pt x="629772" y="123398"/>
                  <a:pt x="627820" y="117161"/>
                </a:cubicBezTo>
                <a:cubicBezTo>
                  <a:pt x="625869" y="110924"/>
                  <a:pt x="624893" y="103692"/>
                  <a:pt x="624893" y="95467"/>
                </a:cubicBezTo>
                <a:cubicBezTo>
                  <a:pt x="624893" y="87584"/>
                  <a:pt x="625903" y="80524"/>
                  <a:pt x="627923" y="74287"/>
                </a:cubicBezTo>
                <a:cubicBezTo>
                  <a:pt x="629943" y="68049"/>
                  <a:pt x="632836" y="62755"/>
                  <a:pt x="636602" y="58402"/>
                </a:cubicBezTo>
                <a:cubicBezTo>
                  <a:pt x="640368" y="54050"/>
                  <a:pt x="644904" y="50726"/>
                  <a:pt x="650210" y="48430"/>
                </a:cubicBezTo>
                <a:cubicBezTo>
                  <a:pt x="655517" y="46134"/>
                  <a:pt x="661423" y="44986"/>
                  <a:pt x="667928" y="44986"/>
                </a:cubicBezTo>
                <a:cubicBezTo>
                  <a:pt x="674912" y="44986"/>
                  <a:pt x="680869" y="46150"/>
                  <a:pt x="685799" y="48478"/>
                </a:cubicBezTo>
                <a:cubicBezTo>
                  <a:pt x="690729" y="50806"/>
                  <a:pt x="694786" y="53939"/>
                  <a:pt x="697970" y="57876"/>
                </a:cubicBezTo>
                <a:cubicBezTo>
                  <a:pt x="701154" y="61813"/>
                  <a:pt x="703482" y="66384"/>
                  <a:pt x="704954" y="71587"/>
                </a:cubicBezTo>
                <a:cubicBezTo>
                  <a:pt x="706426" y="76791"/>
                  <a:pt x="707162" y="82269"/>
                  <a:pt x="707162" y="88021"/>
                </a:cubicBezTo>
                <a:lnTo>
                  <a:pt x="707162" y="90486"/>
                </a:lnTo>
                <a:moveTo>
                  <a:pt x="694529" y="86891"/>
                </a:moveTo>
                <a:cubicBezTo>
                  <a:pt x="694734" y="77031"/>
                  <a:pt x="692475" y="69328"/>
                  <a:pt x="687750" y="63782"/>
                </a:cubicBezTo>
                <a:cubicBezTo>
                  <a:pt x="683026" y="58235"/>
                  <a:pt x="676144" y="55462"/>
                  <a:pt x="667106" y="55462"/>
                </a:cubicBezTo>
                <a:cubicBezTo>
                  <a:pt x="662450" y="55462"/>
                  <a:pt x="658359" y="56335"/>
                  <a:pt x="654832" y="58081"/>
                </a:cubicBezTo>
                <a:cubicBezTo>
                  <a:pt x="651306" y="59827"/>
                  <a:pt x="648327" y="62138"/>
                  <a:pt x="645897" y="65014"/>
                </a:cubicBezTo>
                <a:cubicBezTo>
                  <a:pt x="643466" y="67890"/>
                  <a:pt x="641600" y="71228"/>
                  <a:pt x="640299" y="75028"/>
                </a:cubicBezTo>
                <a:cubicBezTo>
                  <a:pt x="638998" y="78828"/>
                  <a:pt x="638245" y="82783"/>
                  <a:pt x="638040" y="86891"/>
                </a:cubicBezTo>
                <a:lnTo>
                  <a:pt x="694529" y="86891"/>
                </a:lnTo>
                <a:close/>
                <a:moveTo>
                  <a:pt x="787252" y="141734"/>
                </a:moveTo>
                <a:cubicBezTo>
                  <a:pt x="787252" y="142145"/>
                  <a:pt x="787149" y="142522"/>
                  <a:pt x="786944" y="142867"/>
                </a:cubicBezTo>
                <a:cubicBezTo>
                  <a:pt x="786738" y="143209"/>
                  <a:pt x="786413" y="143483"/>
                  <a:pt x="785968" y="143688"/>
                </a:cubicBezTo>
                <a:cubicBezTo>
                  <a:pt x="785523" y="143894"/>
                  <a:pt x="784907" y="144065"/>
                  <a:pt x="784119" y="144202"/>
                </a:cubicBezTo>
                <a:cubicBezTo>
                  <a:pt x="783332" y="144339"/>
                  <a:pt x="782322" y="144407"/>
                  <a:pt x="781089" y="144407"/>
                </a:cubicBezTo>
                <a:cubicBezTo>
                  <a:pt x="779925" y="144407"/>
                  <a:pt x="778950" y="144339"/>
                  <a:pt x="778162" y="144202"/>
                </a:cubicBezTo>
                <a:cubicBezTo>
                  <a:pt x="777375" y="144065"/>
                  <a:pt x="776741" y="143894"/>
                  <a:pt x="776262" y="143688"/>
                </a:cubicBezTo>
                <a:cubicBezTo>
                  <a:pt x="775783" y="143483"/>
                  <a:pt x="775458" y="143209"/>
                  <a:pt x="775286" y="142867"/>
                </a:cubicBezTo>
                <a:cubicBezTo>
                  <a:pt x="775115" y="142522"/>
                  <a:pt x="775030" y="142145"/>
                  <a:pt x="775030" y="141734"/>
                </a:cubicBezTo>
                <a:lnTo>
                  <a:pt x="775030" y="48687"/>
                </a:lnTo>
                <a:cubicBezTo>
                  <a:pt x="775030" y="48276"/>
                  <a:pt x="775115" y="47899"/>
                  <a:pt x="775286" y="47557"/>
                </a:cubicBezTo>
                <a:cubicBezTo>
                  <a:pt x="775458" y="47213"/>
                  <a:pt x="775783" y="46920"/>
                  <a:pt x="776262" y="46681"/>
                </a:cubicBezTo>
                <a:cubicBezTo>
                  <a:pt x="776741" y="46441"/>
                  <a:pt x="777375" y="46270"/>
                  <a:pt x="778162" y="46167"/>
                </a:cubicBezTo>
                <a:cubicBezTo>
                  <a:pt x="778950" y="46065"/>
                  <a:pt x="779925" y="46013"/>
                  <a:pt x="781089" y="46013"/>
                </a:cubicBezTo>
                <a:cubicBezTo>
                  <a:pt x="782322" y="46013"/>
                  <a:pt x="783332" y="46065"/>
                  <a:pt x="784119" y="46167"/>
                </a:cubicBezTo>
                <a:cubicBezTo>
                  <a:pt x="784907" y="46270"/>
                  <a:pt x="785523" y="46441"/>
                  <a:pt x="785968" y="46681"/>
                </a:cubicBezTo>
                <a:cubicBezTo>
                  <a:pt x="786413" y="46920"/>
                  <a:pt x="786738" y="47213"/>
                  <a:pt x="786944" y="47557"/>
                </a:cubicBezTo>
                <a:cubicBezTo>
                  <a:pt x="787149" y="47899"/>
                  <a:pt x="787252" y="48276"/>
                  <a:pt x="787252" y="48687"/>
                </a:cubicBezTo>
                <a:lnTo>
                  <a:pt x="787252" y="141734"/>
                </a:lnTo>
                <a:moveTo>
                  <a:pt x="789101" y="17204"/>
                </a:moveTo>
                <a:cubicBezTo>
                  <a:pt x="789101" y="20510"/>
                  <a:pt x="788519" y="22749"/>
                  <a:pt x="787355" y="23921"/>
                </a:cubicBezTo>
                <a:cubicBezTo>
                  <a:pt x="786191" y="25092"/>
                  <a:pt x="784068" y="25677"/>
                  <a:pt x="780987" y="25677"/>
                </a:cubicBezTo>
                <a:cubicBezTo>
                  <a:pt x="777974" y="25677"/>
                  <a:pt x="775903" y="25109"/>
                  <a:pt x="774773" y="23973"/>
                </a:cubicBezTo>
                <a:cubicBezTo>
                  <a:pt x="773643" y="22836"/>
                  <a:pt x="773078" y="20614"/>
                  <a:pt x="773078" y="17306"/>
                </a:cubicBezTo>
                <a:cubicBezTo>
                  <a:pt x="773078" y="14000"/>
                  <a:pt x="773660" y="11762"/>
                  <a:pt x="774824" y="10592"/>
                </a:cubicBezTo>
                <a:cubicBezTo>
                  <a:pt x="775988" y="9419"/>
                  <a:pt x="778111" y="8833"/>
                  <a:pt x="781192" y="8833"/>
                </a:cubicBezTo>
                <a:cubicBezTo>
                  <a:pt x="784205" y="8833"/>
                  <a:pt x="786276" y="9401"/>
                  <a:pt x="787406" y="10537"/>
                </a:cubicBezTo>
                <a:cubicBezTo>
                  <a:pt x="788536" y="11673"/>
                  <a:pt x="789101" y="13896"/>
                  <a:pt x="789101" y="17204"/>
                </a:cubicBezTo>
                <a:close/>
                <a:moveTo>
                  <a:pt x="905528" y="141737"/>
                </a:moveTo>
                <a:cubicBezTo>
                  <a:pt x="905528" y="142148"/>
                  <a:pt x="905425" y="142524"/>
                  <a:pt x="905220" y="142867"/>
                </a:cubicBezTo>
                <a:cubicBezTo>
                  <a:pt x="905014" y="143209"/>
                  <a:pt x="904689" y="143483"/>
                  <a:pt x="904244" y="143688"/>
                </a:cubicBezTo>
                <a:cubicBezTo>
                  <a:pt x="903799" y="143894"/>
                  <a:pt x="903183" y="144065"/>
                  <a:pt x="902395" y="144202"/>
                </a:cubicBezTo>
                <a:cubicBezTo>
                  <a:pt x="901608" y="144339"/>
                  <a:pt x="900632" y="144407"/>
                  <a:pt x="899468" y="144407"/>
                </a:cubicBezTo>
                <a:cubicBezTo>
                  <a:pt x="898236" y="144407"/>
                  <a:pt x="897226" y="144339"/>
                  <a:pt x="896438" y="144202"/>
                </a:cubicBezTo>
                <a:cubicBezTo>
                  <a:pt x="895651" y="144065"/>
                  <a:pt x="895035" y="143894"/>
                  <a:pt x="894590" y="143688"/>
                </a:cubicBezTo>
                <a:cubicBezTo>
                  <a:pt x="894145" y="143483"/>
                  <a:pt x="893819" y="143209"/>
                  <a:pt x="893614" y="142867"/>
                </a:cubicBezTo>
                <a:cubicBezTo>
                  <a:pt x="893408" y="142524"/>
                  <a:pt x="893306" y="142148"/>
                  <a:pt x="893306" y="141737"/>
                </a:cubicBezTo>
                <a:lnTo>
                  <a:pt x="893306" y="86583"/>
                </a:lnTo>
                <a:cubicBezTo>
                  <a:pt x="893306" y="80831"/>
                  <a:pt x="892861" y="76158"/>
                  <a:pt x="891971" y="72563"/>
                </a:cubicBezTo>
                <a:cubicBezTo>
                  <a:pt x="891080" y="68968"/>
                  <a:pt x="889745" y="65887"/>
                  <a:pt x="887965" y="63319"/>
                </a:cubicBezTo>
                <a:cubicBezTo>
                  <a:pt x="886185" y="60752"/>
                  <a:pt x="883908" y="58766"/>
                  <a:pt x="881135" y="57362"/>
                </a:cubicBezTo>
                <a:cubicBezTo>
                  <a:pt x="878362" y="55959"/>
                  <a:pt x="875126" y="55257"/>
                  <a:pt x="871429" y="55257"/>
                </a:cubicBezTo>
                <a:cubicBezTo>
                  <a:pt x="866704" y="55257"/>
                  <a:pt x="861980" y="56934"/>
                  <a:pt x="857255" y="60290"/>
                </a:cubicBezTo>
                <a:cubicBezTo>
                  <a:pt x="852531" y="63645"/>
                  <a:pt x="847566" y="68575"/>
                  <a:pt x="842363" y="75080"/>
                </a:cubicBezTo>
                <a:lnTo>
                  <a:pt x="842363" y="141737"/>
                </a:lnTo>
                <a:cubicBezTo>
                  <a:pt x="842363" y="142148"/>
                  <a:pt x="842260" y="142524"/>
                  <a:pt x="842054" y="142867"/>
                </a:cubicBezTo>
                <a:cubicBezTo>
                  <a:pt x="841849" y="143209"/>
                  <a:pt x="841524" y="143483"/>
                  <a:pt x="841079" y="143688"/>
                </a:cubicBezTo>
                <a:cubicBezTo>
                  <a:pt x="840634" y="143894"/>
                  <a:pt x="840017" y="144065"/>
                  <a:pt x="839230" y="144202"/>
                </a:cubicBezTo>
                <a:cubicBezTo>
                  <a:pt x="838443" y="144339"/>
                  <a:pt x="837433" y="144407"/>
                  <a:pt x="836200" y="144407"/>
                </a:cubicBezTo>
                <a:cubicBezTo>
                  <a:pt x="835036" y="144407"/>
                  <a:pt x="834060" y="144339"/>
                  <a:pt x="833273" y="144202"/>
                </a:cubicBezTo>
                <a:cubicBezTo>
                  <a:pt x="832486" y="144065"/>
                  <a:pt x="831852" y="143894"/>
                  <a:pt x="831373" y="143688"/>
                </a:cubicBezTo>
                <a:cubicBezTo>
                  <a:pt x="830894" y="143483"/>
                  <a:pt x="830568" y="143209"/>
                  <a:pt x="830397" y="142867"/>
                </a:cubicBezTo>
                <a:cubicBezTo>
                  <a:pt x="830226" y="142522"/>
                  <a:pt x="830140" y="142145"/>
                  <a:pt x="830140" y="141734"/>
                </a:cubicBezTo>
                <a:lnTo>
                  <a:pt x="830140" y="48687"/>
                </a:lnTo>
                <a:cubicBezTo>
                  <a:pt x="830140" y="48276"/>
                  <a:pt x="830226" y="47899"/>
                  <a:pt x="830397" y="47557"/>
                </a:cubicBezTo>
                <a:cubicBezTo>
                  <a:pt x="830568" y="47213"/>
                  <a:pt x="830894" y="46920"/>
                  <a:pt x="831373" y="46681"/>
                </a:cubicBezTo>
                <a:cubicBezTo>
                  <a:pt x="831852" y="46441"/>
                  <a:pt x="832451" y="46270"/>
                  <a:pt x="833170" y="46167"/>
                </a:cubicBezTo>
                <a:cubicBezTo>
                  <a:pt x="833889" y="46065"/>
                  <a:pt x="834831" y="46013"/>
                  <a:pt x="835995" y="46013"/>
                </a:cubicBezTo>
                <a:cubicBezTo>
                  <a:pt x="837159" y="46013"/>
                  <a:pt x="838117" y="46065"/>
                  <a:pt x="838871" y="46167"/>
                </a:cubicBezTo>
                <a:cubicBezTo>
                  <a:pt x="839624" y="46270"/>
                  <a:pt x="840206" y="46441"/>
                  <a:pt x="840617" y="46681"/>
                </a:cubicBezTo>
                <a:cubicBezTo>
                  <a:pt x="841027" y="46920"/>
                  <a:pt x="841318" y="47213"/>
                  <a:pt x="841490" y="47557"/>
                </a:cubicBezTo>
                <a:cubicBezTo>
                  <a:pt x="841661" y="47899"/>
                  <a:pt x="841746" y="48276"/>
                  <a:pt x="841746" y="48687"/>
                </a:cubicBezTo>
                <a:lnTo>
                  <a:pt x="841746" y="61846"/>
                </a:lnTo>
                <a:cubicBezTo>
                  <a:pt x="847087" y="55919"/>
                  <a:pt x="852325" y="51628"/>
                  <a:pt x="857461" y="48972"/>
                </a:cubicBezTo>
                <a:cubicBezTo>
                  <a:pt x="862596" y="46315"/>
                  <a:pt x="867697" y="44986"/>
                  <a:pt x="872764" y="44986"/>
                </a:cubicBezTo>
                <a:cubicBezTo>
                  <a:pt x="878858" y="44986"/>
                  <a:pt x="883994" y="46013"/>
                  <a:pt x="888170" y="48067"/>
                </a:cubicBezTo>
                <a:cubicBezTo>
                  <a:pt x="892347" y="50122"/>
                  <a:pt x="895719" y="52895"/>
                  <a:pt x="898287" y="56387"/>
                </a:cubicBezTo>
                <a:cubicBezTo>
                  <a:pt x="900855" y="59879"/>
                  <a:pt x="902704" y="63953"/>
                  <a:pt x="903833" y="68609"/>
                </a:cubicBezTo>
                <a:cubicBezTo>
                  <a:pt x="904963" y="73265"/>
                  <a:pt x="905528" y="78880"/>
                  <a:pt x="905528" y="85453"/>
                </a:cubicBezTo>
                <a:lnTo>
                  <a:pt x="905528" y="141737"/>
                </a:lnTo>
                <a:close/>
                <a:moveTo>
                  <a:pt x="977804" y="9141"/>
                </a:moveTo>
                <a:cubicBezTo>
                  <a:pt x="977804" y="10100"/>
                  <a:pt x="977753" y="10870"/>
                  <a:pt x="977650" y="11452"/>
                </a:cubicBezTo>
                <a:cubicBezTo>
                  <a:pt x="977547" y="12034"/>
                  <a:pt x="977411" y="12496"/>
                  <a:pt x="977239" y="12839"/>
                </a:cubicBezTo>
                <a:cubicBezTo>
                  <a:pt x="977068" y="13181"/>
                  <a:pt x="976863" y="13421"/>
                  <a:pt x="976623" y="13557"/>
                </a:cubicBezTo>
                <a:cubicBezTo>
                  <a:pt x="976383" y="13694"/>
                  <a:pt x="976092" y="13763"/>
                  <a:pt x="975750" y="13763"/>
                </a:cubicBezTo>
                <a:cubicBezTo>
                  <a:pt x="975202" y="13763"/>
                  <a:pt x="974552" y="13592"/>
                  <a:pt x="973799" y="13249"/>
                </a:cubicBezTo>
                <a:cubicBezTo>
                  <a:pt x="973045" y="12907"/>
                  <a:pt x="972104" y="12530"/>
                  <a:pt x="970974" y="12120"/>
                </a:cubicBezTo>
                <a:cubicBezTo>
                  <a:pt x="969844" y="11709"/>
                  <a:pt x="968509" y="11332"/>
                  <a:pt x="966969" y="10990"/>
                </a:cubicBezTo>
                <a:cubicBezTo>
                  <a:pt x="965428" y="10647"/>
                  <a:pt x="963631" y="10476"/>
                  <a:pt x="961576" y="10476"/>
                </a:cubicBezTo>
                <a:cubicBezTo>
                  <a:pt x="958701" y="10476"/>
                  <a:pt x="956270" y="10938"/>
                  <a:pt x="954284" y="11863"/>
                </a:cubicBezTo>
                <a:cubicBezTo>
                  <a:pt x="952298" y="12787"/>
                  <a:pt x="950689" y="14259"/>
                  <a:pt x="949457" y="16279"/>
                </a:cubicBezTo>
                <a:cubicBezTo>
                  <a:pt x="948224" y="18299"/>
                  <a:pt x="947351" y="20901"/>
                  <a:pt x="946838" y="24085"/>
                </a:cubicBezTo>
                <a:cubicBezTo>
                  <a:pt x="946324" y="27269"/>
                  <a:pt x="946067" y="31121"/>
                  <a:pt x="946067" y="35640"/>
                </a:cubicBezTo>
                <a:lnTo>
                  <a:pt x="946067" y="46629"/>
                </a:lnTo>
                <a:lnTo>
                  <a:pt x="968869" y="46629"/>
                </a:lnTo>
                <a:cubicBezTo>
                  <a:pt x="969348" y="46629"/>
                  <a:pt x="969759" y="46733"/>
                  <a:pt x="970101" y="46941"/>
                </a:cubicBezTo>
                <a:cubicBezTo>
                  <a:pt x="970444" y="47148"/>
                  <a:pt x="970752" y="47477"/>
                  <a:pt x="971026" y="47926"/>
                </a:cubicBezTo>
                <a:cubicBezTo>
                  <a:pt x="971299" y="48375"/>
                  <a:pt x="971505" y="48929"/>
                  <a:pt x="971642" y="49585"/>
                </a:cubicBezTo>
                <a:cubicBezTo>
                  <a:pt x="971779" y="50242"/>
                  <a:pt x="971847" y="51020"/>
                  <a:pt x="971847" y="51919"/>
                </a:cubicBezTo>
                <a:cubicBezTo>
                  <a:pt x="971847" y="53648"/>
                  <a:pt x="971573" y="54944"/>
                  <a:pt x="971026" y="55809"/>
                </a:cubicBezTo>
                <a:cubicBezTo>
                  <a:pt x="970478" y="56673"/>
                  <a:pt x="969759" y="57106"/>
                  <a:pt x="968869" y="57106"/>
                </a:cubicBezTo>
                <a:lnTo>
                  <a:pt x="946067" y="57106"/>
                </a:lnTo>
                <a:lnTo>
                  <a:pt x="946067" y="141740"/>
                </a:lnTo>
                <a:cubicBezTo>
                  <a:pt x="946067" y="142151"/>
                  <a:pt x="945965" y="142528"/>
                  <a:pt x="945759" y="142870"/>
                </a:cubicBezTo>
                <a:cubicBezTo>
                  <a:pt x="945554" y="143210"/>
                  <a:pt x="945229" y="143483"/>
                  <a:pt x="944784" y="143688"/>
                </a:cubicBezTo>
                <a:cubicBezTo>
                  <a:pt x="944339" y="143894"/>
                  <a:pt x="943705" y="144065"/>
                  <a:pt x="942884" y="144202"/>
                </a:cubicBezTo>
                <a:cubicBezTo>
                  <a:pt x="942062" y="144339"/>
                  <a:pt x="941069" y="144407"/>
                  <a:pt x="939905" y="144407"/>
                </a:cubicBezTo>
                <a:cubicBezTo>
                  <a:pt x="938741" y="144407"/>
                  <a:pt x="937765" y="144339"/>
                  <a:pt x="936978" y="144202"/>
                </a:cubicBezTo>
                <a:cubicBezTo>
                  <a:pt x="936190" y="144065"/>
                  <a:pt x="935557" y="143894"/>
                  <a:pt x="935078" y="143688"/>
                </a:cubicBezTo>
                <a:cubicBezTo>
                  <a:pt x="934598" y="143483"/>
                  <a:pt x="934273" y="143210"/>
                  <a:pt x="934102" y="142870"/>
                </a:cubicBezTo>
                <a:cubicBezTo>
                  <a:pt x="933931" y="142528"/>
                  <a:pt x="933845" y="142151"/>
                  <a:pt x="933845" y="141740"/>
                </a:cubicBezTo>
                <a:lnTo>
                  <a:pt x="933845" y="57106"/>
                </a:lnTo>
                <a:lnTo>
                  <a:pt x="919877" y="57106"/>
                </a:lnTo>
                <a:cubicBezTo>
                  <a:pt x="918918" y="57106"/>
                  <a:pt x="918182" y="56673"/>
                  <a:pt x="917669" y="55809"/>
                </a:cubicBezTo>
                <a:cubicBezTo>
                  <a:pt x="917155" y="54944"/>
                  <a:pt x="916898" y="53648"/>
                  <a:pt x="916898" y="51919"/>
                </a:cubicBezTo>
                <a:cubicBezTo>
                  <a:pt x="916898" y="51020"/>
                  <a:pt x="916967" y="50242"/>
                  <a:pt x="917104" y="49585"/>
                </a:cubicBezTo>
                <a:cubicBezTo>
                  <a:pt x="917241" y="48929"/>
                  <a:pt x="917429" y="48375"/>
                  <a:pt x="917669" y="47926"/>
                </a:cubicBezTo>
                <a:cubicBezTo>
                  <a:pt x="917908" y="47477"/>
                  <a:pt x="918217" y="47148"/>
                  <a:pt x="918593" y="46941"/>
                </a:cubicBezTo>
                <a:cubicBezTo>
                  <a:pt x="918970" y="46733"/>
                  <a:pt x="919398" y="46629"/>
                  <a:pt x="919877" y="46629"/>
                </a:cubicBezTo>
                <a:lnTo>
                  <a:pt x="933845" y="46629"/>
                </a:lnTo>
                <a:lnTo>
                  <a:pt x="933845" y="36051"/>
                </a:lnTo>
                <a:cubicBezTo>
                  <a:pt x="933845" y="29546"/>
                  <a:pt x="934427" y="23999"/>
                  <a:pt x="935591" y="19412"/>
                </a:cubicBezTo>
                <a:cubicBezTo>
                  <a:pt x="936755" y="14824"/>
                  <a:pt x="938518" y="11092"/>
                  <a:pt x="940881" y="8217"/>
                </a:cubicBezTo>
                <a:cubicBezTo>
                  <a:pt x="943243" y="5341"/>
                  <a:pt x="946204" y="3252"/>
                  <a:pt x="949765" y="1951"/>
                </a:cubicBezTo>
                <a:cubicBezTo>
                  <a:pt x="953326" y="650"/>
                  <a:pt x="957468" y="0"/>
                  <a:pt x="962193" y="0"/>
                </a:cubicBezTo>
                <a:cubicBezTo>
                  <a:pt x="964521" y="0"/>
                  <a:pt x="966780" y="223"/>
                  <a:pt x="968971" y="668"/>
                </a:cubicBezTo>
                <a:cubicBezTo>
                  <a:pt x="971162" y="1113"/>
                  <a:pt x="972823" y="1592"/>
                  <a:pt x="973953" y="2106"/>
                </a:cubicBezTo>
                <a:cubicBezTo>
                  <a:pt x="975083" y="2619"/>
                  <a:pt x="975836" y="3064"/>
                  <a:pt x="976212" y="3441"/>
                </a:cubicBezTo>
                <a:cubicBezTo>
                  <a:pt x="976589" y="3817"/>
                  <a:pt x="976897" y="4280"/>
                  <a:pt x="977137" y="4827"/>
                </a:cubicBezTo>
                <a:cubicBezTo>
                  <a:pt x="977376" y="5375"/>
                  <a:pt x="977547" y="6008"/>
                  <a:pt x="977650" y="6727"/>
                </a:cubicBezTo>
                <a:cubicBezTo>
                  <a:pt x="977753" y="7446"/>
                  <a:pt x="977804" y="8251"/>
                  <a:pt x="977804" y="9141"/>
                </a:cubicBezTo>
                <a:close/>
                <a:moveTo>
                  <a:pt x="1067224" y="94337"/>
                </a:moveTo>
                <a:cubicBezTo>
                  <a:pt x="1067224" y="101739"/>
                  <a:pt x="1066266" y="108558"/>
                  <a:pt x="1064348" y="114795"/>
                </a:cubicBezTo>
                <a:cubicBezTo>
                  <a:pt x="1062431" y="121033"/>
                  <a:pt x="1059572" y="126449"/>
                  <a:pt x="1055772" y="131043"/>
                </a:cubicBezTo>
                <a:cubicBezTo>
                  <a:pt x="1051972" y="135634"/>
                  <a:pt x="1047230" y="139215"/>
                  <a:pt x="1041547" y="141785"/>
                </a:cubicBezTo>
                <a:cubicBezTo>
                  <a:pt x="1035864" y="144355"/>
                  <a:pt x="1029256" y="145640"/>
                  <a:pt x="1021725" y="145640"/>
                </a:cubicBezTo>
                <a:cubicBezTo>
                  <a:pt x="1014467" y="145640"/>
                  <a:pt x="1008116" y="144492"/>
                  <a:pt x="1002672" y="142196"/>
                </a:cubicBezTo>
                <a:cubicBezTo>
                  <a:pt x="997229" y="139900"/>
                  <a:pt x="992675" y="136610"/>
                  <a:pt x="989012" y="132326"/>
                </a:cubicBezTo>
                <a:cubicBezTo>
                  <a:pt x="985349" y="128043"/>
                  <a:pt x="982610" y="122851"/>
                  <a:pt x="980795" y="116750"/>
                </a:cubicBezTo>
                <a:cubicBezTo>
                  <a:pt x="978981" y="110650"/>
                  <a:pt x="978074" y="103761"/>
                  <a:pt x="978074" y="96083"/>
                </a:cubicBezTo>
                <a:cubicBezTo>
                  <a:pt x="978074" y="88682"/>
                  <a:pt x="979015" y="81863"/>
                  <a:pt x="980898" y="75625"/>
                </a:cubicBezTo>
                <a:cubicBezTo>
                  <a:pt x="982781" y="69388"/>
                  <a:pt x="985623" y="63990"/>
                  <a:pt x="989423" y="59433"/>
                </a:cubicBezTo>
                <a:cubicBezTo>
                  <a:pt x="993223" y="54873"/>
                  <a:pt x="997965" y="51325"/>
                  <a:pt x="1003648" y="48790"/>
                </a:cubicBezTo>
                <a:cubicBezTo>
                  <a:pt x="1009331" y="46254"/>
                  <a:pt x="1015973" y="44986"/>
                  <a:pt x="1023573" y="44986"/>
                </a:cubicBezTo>
                <a:cubicBezTo>
                  <a:pt x="1030831" y="44986"/>
                  <a:pt x="1037182" y="46117"/>
                  <a:pt x="1042626" y="48379"/>
                </a:cubicBezTo>
                <a:cubicBezTo>
                  <a:pt x="1048069" y="50640"/>
                  <a:pt x="1052605" y="53913"/>
                  <a:pt x="1056234" y="58197"/>
                </a:cubicBezTo>
                <a:cubicBezTo>
                  <a:pt x="1059863" y="62481"/>
                  <a:pt x="1062602" y="67673"/>
                  <a:pt x="1064451" y="73773"/>
                </a:cubicBezTo>
                <a:cubicBezTo>
                  <a:pt x="1066300" y="79874"/>
                  <a:pt x="1067224" y="86728"/>
                  <a:pt x="1067224" y="94337"/>
                </a:cubicBezTo>
                <a:moveTo>
                  <a:pt x="1054283" y="95467"/>
                </a:moveTo>
                <a:cubicBezTo>
                  <a:pt x="1054283" y="90188"/>
                  <a:pt x="1053769" y="85149"/>
                  <a:pt x="1052742" y="80350"/>
                </a:cubicBezTo>
                <a:cubicBezTo>
                  <a:pt x="1051715" y="75550"/>
                  <a:pt x="1050004" y="71317"/>
                  <a:pt x="1047607" y="67649"/>
                </a:cubicBezTo>
                <a:cubicBezTo>
                  <a:pt x="1045210" y="63982"/>
                  <a:pt x="1041992" y="61068"/>
                  <a:pt x="1037952" y="58909"/>
                </a:cubicBezTo>
                <a:cubicBezTo>
                  <a:pt x="1033913" y="56748"/>
                  <a:pt x="1028880" y="55668"/>
                  <a:pt x="1022854" y="55668"/>
                </a:cubicBezTo>
                <a:cubicBezTo>
                  <a:pt x="1017308" y="55668"/>
                  <a:pt x="1012515" y="56662"/>
                  <a:pt x="1008475" y="58649"/>
                </a:cubicBezTo>
                <a:cubicBezTo>
                  <a:pt x="1004435" y="60637"/>
                  <a:pt x="1001132" y="63398"/>
                  <a:pt x="998564" y="66930"/>
                </a:cubicBezTo>
                <a:cubicBezTo>
                  <a:pt x="995996" y="70461"/>
                  <a:pt x="994096" y="74626"/>
                  <a:pt x="992864" y="79425"/>
                </a:cubicBezTo>
                <a:cubicBezTo>
                  <a:pt x="991631" y="84225"/>
                  <a:pt x="991015" y="89401"/>
                  <a:pt x="991015" y="94954"/>
                </a:cubicBezTo>
                <a:cubicBezTo>
                  <a:pt x="991015" y="100301"/>
                  <a:pt x="991528" y="105391"/>
                  <a:pt x="992555" y="110225"/>
                </a:cubicBezTo>
                <a:cubicBezTo>
                  <a:pt x="993583" y="115059"/>
                  <a:pt x="995294" y="119292"/>
                  <a:pt x="997691" y="122925"/>
                </a:cubicBezTo>
                <a:cubicBezTo>
                  <a:pt x="1000087" y="126559"/>
                  <a:pt x="1003306" y="129439"/>
                  <a:pt x="1007345" y="131566"/>
                </a:cubicBezTo>
                <a:cubicBezTo>
                  <a:pt x="1011385" y="133691"/>
                  <a:pt x="1016418" y="134753"/>
                  <a:pt x="1022444" y="134753"/>
                </a:cubicBezTo>
                <a:cubicBezTo>
                  <a:pt x="1027990" y="134753"/>
                  <a:pt x="1032783" y="133759"/>
                  <a:pt x="1036823" y="131771"/>
                </a:cubicBezTo>
                <a:cubicBezTo>
                  <a:pt x="1040862" y="129783"/>
                  <a:pt x="1044166" y="127041"/>
                  <a:pt x="1046734" y="123545"/>
                </a:cubicBezTo>
                <a:cubicBezTo>
                  <a:pt x="1049302" y="120046"/>
                  <a:pt x="1051202" y="115898"/>
                  <a:pt x="1052434" y="111101"/>
                </a:cubicBezTo>
                <a:cubicBezTo>
                  <a:pt x="1053667" y="106302"/>
                  <a:pt x="1054283" y="101090"/>
                  <a:pt x="1054283" y="95467"/>
                </a:cubicBezTo>
                <a:close/>
                <a:moveTo>
                  <a:pt x="1146736" y="53588"/>
                </a:moveTo>
                <a:cubicBezTo>
                  <a:pt x="1146736" y="54624"/>
                  <a:pt x="1146702" y="55503"/>
                  <a:pt x="1146633" y="56226"/>
                </a:cubicBezTo>
                <a:cubicBezTo>
                  <a:pt x="1146565" y="56949"/>
                  <a:pt x="1146445" y="57534"/>
                  <a:pt x="1146274" y="57979"/>
                </a:cubicBezTo>
                <a:cubicBezTo>
                  <a:pt x="1146102" y="58424"/>
                  <a:pt x="1145897" y="58766"/>
                  <a:pt x="1145657" y="59006"/>
                </a:cubicBezTo>
                <a:cubicBezTo>
                  <a:pt x="1145418" y="59245"/>
                  <a:pt x="1145093" y="59365"/>
                  <a:pt x="1144682" y="59365"/>
                </a:cubicBezTo>
                <a:cubicBezTo>
                  <a:pt x="1144065" y="59365"/>
                  <a:pt x="1143346" y="59211"/>
                  <a:pt x="1142525" y="58903"/>
                </a:cubicBezTo>
                <a:cubicBezTo>
                  <a:pt x="1141703" y="58595"/>
                  <a:pt x="1140745" y="58270"/>
                  <a:pt x="1139649" y="57927"/>
                </a:cubicBezTo>
                <a:cubicBezTo>
                  <a:pt x="1138553" y="57585"/>
                  <a:pt x="1137355" y="57260"/>
                  <a:pt x="1136054" y="56952"/>
                </a:cubicBezTo>
                <a:cubicBezTo>
                  <a:pt x="1134753" y="56643"/>
                  <a:pt x="1133315" y="56489"/>
                  <a:pt x="1131740" y="56489"/>
                </a:cubicBezTo>
                <a:cubicBezTo>
                  <a:pt x="1129892" y="56489"/>
                  <a:pt x="1128077" y="56880"/>
                  <a:pt x="1126297" y="57661"/>
                </a:cubicBezTo>
                <a:cubicBezTo>
                  <a:pt x="1124517" y="58442"/>
                  <a:pt x="1122651" y="59699"/>
                  <a:pt x="1120699" y="61432"/>
                </a:cubicBezTo>
                <a:cubicBezTo>
                  <a:pt x="1118748" y="63165"/>
                  <a:pt x="1116694" y="65459"/>
                  <a:pt x="1114537" y="68314"/>
                </a:cubicBezTo>
                <a:cubicBezTo>
                  <a:pt x="1112380" y="71168"/>
                  <a:pt x="1110001" y="74668"/>
                  <a:pt x="1107399" y="78812"/>
                </a:cubicBezTo>
                <a:lnTo>
                  <a:pt x="1107399" y="141734"/>
                </a:lnTo>
                <a:cubicBezTo>
                  <a:pt x="1107399" y="142145"/>
                  <a:pt x="1107296" y="142522"/>
                  <a:pt x="1107091" y="142867"/>
                </a:cubicBezTo>
                <a:cubicBezTo>
                  <a:pt x="1106885" y="143209"/>
                  <a:pt x="1106560" y="143483"/>
                  <a:pt x="1106115" y="143688"/>
                </a:cubicBezTo>
                <a:cubicBezTo>
                  <a:pt x="1105670" y="143894"/>
                  <a:pt x="1105054" y="144065"/>
                  <a:pt x="1104266" y="144202"/>
                </a:cubicBezTo>
                <a:cubicBezTo>
                  <a:pt x="1103479" y="144339"/>
                  <a:pt x="1102469" y="144407"/>
                  <a:pt x="1101236" y="144407"/>
                </a:cubicBezTo>
                <a:cubicBezTo>
                  <a:pt x="1100072" y="144407"/>
                  <a:pt x="1099096" y="144339"/>
                  <a:pt x="1098309" y="144202"/>
                </a:cubicBezTo>
                <a:cubicBezTo>
                  <a:pt x="1097522" y="144065"/>
                  <a:pt x="1096888" y="143894"/>
                  <a:pt x="1096409" y="143688"/>
                </a:cubicBezTo>
                <a:cubicBezTo>
                  <a:pt x="1095930" y="143483"/>
                  <a:pt x="1095604" y="143209"/>
                  <a:pt x="1095433" y="142867"/>
                </a:cubicBezTo>
                <a:cubicBezTo>
                  <a:pt x="1095262" y="142522"/>
                  <a:pt x="1095176" y="142145"/>
                  <a:pt x="1095176" y="141734"/>
                </a:cubicBezTo>
                <a:lnTo>
                  <a:pt x="1095176" y="48687"/>
                </a:lnTo>
                <a:cubicBezTo>
                  <a:pt x="1095176" y="48276"/>
                  <a:pt x="1095262" y="47899"/>
                  <a:pt x="1095433" y="47557"/>
                </a:cubicBezTo>
                <a:cubicBezTo>
                  <a:pt x="1095604" y="47213"/>
                  <a:pt x="1095930" y="46920"/>
                  <a:pt x="1096409" y="46681"/>
                </a:cubicBezTo>
                <a:cubicBezTo>
                  <a:pt x="1096888" y="46441"/>
                  <a:pt x="1097487" y="46270"/>
                  <a:pt x="1098206" y="46167"/>
                </a:cubicBezTo>
                <a:cubicBezTo>
                  <a:pt x="1098925" y="46065"/>
                  <a:pt x="1099867" y="46013"/>
                  <a:pt x="1101031" y="46013"/>
                </a:cubicBezTo>
                <a:cubicBezTo>
                  <a:pt x="1102195" y="46013"/>
                  <a:pt x="1103153" y="46065"/>
                  <a:pt x="1103907" y="46167"/>
                </a:cubicBezTo>
                <a:cubicBezTo>
                  <a:pt x="1104660" y="46270"/>
                  <a:pt x="1105242" y="46441"/>
                  <a:pt x="1105653" y="46681"/>
                </a:cubicBezTo>
                <a:cubicBezTo>
                  <a:pt x="1106063" y="46920"/>
                  <a:pt x="1106354" y="47213"/>
                  <a:pt x="1106526" y="47557"/>
                </a:cubicBezTo>
                <a:cubicBezTo>
                  <a:pt x="1106697" y="47899"/>
                  <a:pt x="1106782" y="48276"/>
                  <a:pt x="1106782" y="48687"/>
                </a:cubicBezTo>
                <a:lnTo>
                  <a:pt x="1106782" y="63390"/>
                </a:lnTo>
                <a:cubicBezTo>
                  <a:pt x="1109453" y="59504"/>
                  <a:pt x="1111918" y="56369"/>
                  <a:pt x="1114177" y="53983"/>
                </a:cubicBezTo>
                <a:cubicBezTo>
                  <a:pt x="1116437" y="51597"/>
                  <a:pt x="1118594" y="49740"/>
                  <a:pt x="1120648" y="48411"/>
                </a:cubicBezTo>
                <a:cubicBezTo>
                  <a:pt x="1122702" y="47082"/>
                  <a:pt x="1124705" y="46179"/>
                  <a:pt x="1126656" y="45702"/>
                </a:cubicBezTo>
                <a:cubicBezTo>
                  <a:pt x="1128608" y="45225"/>
                  <a:pt x="1130611" y="44986"/>
                  <a:pt x="1132665" y="44986"/>
                </a:cubicBezTo>
                <a:cubicBezTo>
                  <a:pt x="1133555" y="44986"/>
                  <a:pt x="1134582" y="45039"/>
                  <a:pt x="1135746" y="45143"/>
                </a:cubicBezTo>
                <a:cubicBezTo>
                  <a:pt x="1136910" y="45246"/>
                  <a:pt x="1138160" y="45435"/>
                  <a:pt x="1139495" y="45711"/>
                </a:cubicBezTo>
                <a:cubicBezTo>
                  <a:pt x="1140830" y="45988"/>
                  <a:pt x="1142028" y="46316"/>
                  <a:pt x="1143090" y="46697"/>
                </a:cubicBezTo>
                <a:cubicBezTo>
                  <a:pt x="1144151" y="47076"/>
                  <a:pt x="1144887" y="47421"/>
                  <a:pt x="1145298" y="47734"/>
                </a:cubicBezTo>
                <a:cubicBezTo>
                  <a:pt x="1145709" y="48044"/>
                  <a:pt x="1145983" y="48320"/>
                  <a:pt x="1146120" y="48562"/>
                </a:cubicBezTo>
                <a:cubicBezTo>
                  <a:pt x="1146257" y="48803"/>
                  <a:pt x="1146376" y="49115"/>
                  <a:pt x="1146479" y="49496"/>
                </a:cubicBezTo>
                <a:cubicBezTo>
                  <a:pt x="1146582" y="49874"/>
                  <a:pt x="1146650" y="50392"/>
                  <a:pt x="1146684" y="51049"/>
                </a:cubicBezTo>
                <a:cubicBezTo>
                  <a:pt x="1146719" y="51706"/>
                  <a:pt x="1146736" y="52552"/>
                  <a:pt x="1146736" y="53588"/>
                </a:cubicBezTo>
                <a:close/>
                <a:moveTo>
                  <a:pt x="1293929" y="141737"/>
                </a:moveTo>
                <a:cubicBezTo>
                  <a:pt x="1293929" y="142148"/>
                  <a:pt x="1293826" y="142524"/>
                  <a:pt x="1293621" y="142867"/>
                </a:cubicBezTo>
                <a:cubicBezTo>
                  <a:pt x="1293415" y="143209"/>
                  <a:pt x="1293090" y="143483"/>
                  <a:pt x="1292645" y="143688"/>
                </a:cubicBezTo>
                <a:cubicBezTo>
                  <a:pt x="1292200" y="143894"/>
                  <a:pt x="1291584" y="144065"/>
                  <a:pt x="1290796" y="144202"/>
                </a:cubicBezTo>
                <a:cubicBezTo>
                  <a:pt x="1290009" y="144339"/>
                  <a:pt x="1289033" y="144407"/>
                  <a:pt x="1287869" y="144407"/>
                </a:cubicBezTo>
                <a:cubicBezTo>
                  <a:pt x="1286637" y="144407"/>
                  <a:pt x="1285627" y="144339"/>
                  <a:pt x="1284839" y="144202"/>
                </a:cubicBezTo>
                <a:cubicBezTo>
                  <a:pt x="1284052" y="144065"/>
                  <a:pt x="1283418" y="143894"/>
                  <a:pt x="1282939" y="143688"/>
                </a:cubicBezTo>
                <a:cubicBezTo>
                  <a:pt x="1282460" y="143483"/>
                  <a:pt x="1282135" y="143209"/>
                  <a:pt x="1281963" y="142867"/>
                </a:cubicBezTo>
                <a:cubicBezTo>
                  <a:pt x="1281792" y="142524"/>
                  <a:pt x="1281707" y="142148"/>
                  <a:pt x="1281707" y="141737"/>
                </a:cubicBezTo>
                <a:lnTo>
                  <a:pt x="1281707" y="84529"/>
                </a:lnTo>
                <a:cubicBezTo>
                  <a:pt x="1281707" y="80146"/>
                  <a:pt x="1281313" y="76158"/>
                  <a:pt x="1280525" y="72563"/>
                </a:cubicBezTo>
                <a:cubicBezTo>
                  <a:pt x="1279738" y="68968"/>
                  <a:pt x="1278506" y="65887"/>
                  <a:pt x="1276828" y="63319"/>
                </a:cubicBezTo>
                <a:cubicBezTo>
                  <a:pt x="1275150" y="60752"/>
                  <a:pt x="1273028" y="58766"/>
                  <a:pt x="1270460" y="57362"/>
                </a:cubicBezTo>
                <a:cubicBezTo>
                  <a:pt x="1267892" y="55959"/>
                  <a:pt x="1264862" y="55257"/>
                  <a:pt x="1261370" y="55257"/>
                </a:cubicBezTo>
                <a:cubicBezTo>
                  <a:pt x="1257057" y="55257"/>
                  <a:pt x="1252692" y="56934"/>
                  <a:pt x="1248275" y="60290"/>
                </a:cubicBezTo>
                <a:cubicBezTo>
                  <a:pt x="1243859" y="63645"/>
                  <a:pt x="1239014" y="68575"/>
                  <a:pt x="1233742" y="75080"/>
                </a:cubicBezTo>
                <a:lnTo>
                  <a:pt x="1233742" y="141737"/>
                </a:lnTo>
                <a:cubicBezTo>
                  <a:pt x="1233742" y="142148"/>
                  <a:pt x="1233639" y="142524"/>
                  <a:pt x="1233434" y="142867"/>
                </a:cubicBezTo>
                <a:cubicBezTo>
                  <a:pt x="1233228" y="143209"/>
                  <a:pt x="1232903" y="143483"/>
                  <a:pt x="1232458" y="143688"/>
                </a:cubicBezTo>
                <a:cubicBezTo>
                  <a:pt x="1232013" y="143894"/>
                  <a:pt x="1231397" y="144065"/>
                  <a:pt x="1230609" y="144202"/>
                </a:cubicBezTo>
                <a:cubicBezTo>
                  <a:pt x="1229822" y="144339"/>
                  <a:pt x="1228846" y="144407"/>
                  <a:pt x="1227682" y="144407"/>
                </a:cubicBezTo>
                <a:cubicBezTo>
                  <a:pt x="1226518" y="144407"/>
                  <a:pt x="1225542" y="144339"/>
                  <a:pt x="1224755" y="144202"/>
                </a:cubicBezTo>
                <a:cubicBezTo>
                  <a:pt x="1223968" y="144065"/>
                  <a:pt x="1223334" y="143894"/>
                  <a:pt x="1222855" y="143688"/>
                </a:cubicBezTo>
                <a:cubicBezTo>
                  <a:pt x="1222376" y="143483"/>
                  <a:pt x="1222050" y="143209"/>
                  <a:pt x="1221879" y="142867"/>
                </a:cubicBezTo>
                <a:cubicBezTo>
                  <a:pt x="1221708" y="142524"/>
                  <a:pt x="1221622" y="142148"/>
                  <a:pt x="1221622" y="141737"/>
                </a:cubicBezTo>
                <a:lnTo>
                  <a:pt x="1221622" y="84529"/>
                </a:lnTo>
                <a:cubicBezTo>
                  <a:pt x="1221622" y="80146"/>
                  <a:pt x="1221212" y="76158"/>
                  <a:pt x="1220390" y="72563"/>
                </a:cubicBezTo>
                <a:cubicBezTo>
                  <a:pt x="1219568" y="68968"/>
                  <a:pt x="1218319" y="65887"/>
                  <a:pt x="1216641" y="63319"/>
                </a:cubicBezTo>
                <a:cubicBezTo>
                  <a:pt x="1214964" y="60752"/>
                  <a:pt x="1212841" y="58766"/>
                  <a:pt x="1210273" y="57362"/>
                </a:cubicBezTo>
                <a:cubicBezTo>
                  <a:pt x="1207705" y="55959"/>
                  <a:pt x="1204676" y="55257"/>
                  <a:pt x="1201184" y="55257"/>
                </a:cubicBezTo>
                <a:cubicBezTo>
                  <a:pt x="1196870" y="55257"/>
                  <a:pt x="1192505" y="56934"/>
                  <a:pt x="1188088" y="60290"/>
                </a:cubicBezTo>
                <a:cubicBezTo>
                  <a:pt x="1183672" y="63645"/>
                  <a:pt x="1178862" y="68575"/>
                  <a:pt x="1173658" y="75080"/>
                </a:cubicBezTo>
                <a:lnTo>
                  <a:pt x="1173658" y="141737"/>
                </a:lnTo>
                <a:cubicBezTo>
                  <a:pt x="1173658" y="142148"/>
                  <a:pt x="1173555" y="142524"/>
                  <a:pt x="1173350" y="142867"/>
                </a:cubicBezTo>
                <a:cubicBezTo>
                  <a:pt x="1173144" y="143209"/>
                  <a:pt x="1172819" y="143483"/>
                  <a:pt x="1172374" y="143688"/>
                </a:cubicBezTo>
                <a:cubicBezTo>
                  <a:pt x="1171929" y="143894"/>
                  <a:pt x="1171313" y="144065"/>
                  <a:pt x="1170525" y="144202"/>
                </a:cubicBezTo>
                <a:cubicBezTo>
                  <a:pt x="1169738" y="144339"/>
                  <a:pt x="1168728" y="144407"/>
                  <a:pt x="1167495" y="144407"/>
                </a:cubicBezTo>
                <a:cubicBezTo>
                  <a:pt x="1166331" y="144407"/>
                  <a:pt x="1165356" y="144339"/>
                  <a:pt x="1164568" y="144202"/>
                </a:cubicBezTo>
                <a:cubicBezTo>
                  <a:pt x="1163781" y="144065"/>
                  <a:pt x="1163147" y="143894"/>
                  <a:pt x="1162668" y="143688"/>
                </a:cubicBezTo>
                <a:cubicBezTo>
                  <a:pt x="1162189" y="143483"/>
                  <a:pt x="1161863" y="143209"/>
                  <a:pt x="1161692" y="142867"/>
                </a:cubicBezTo>
                <a:cubicBezTo>
                  <a:pt x="1161521" y="142522"/>
                  <a:pt x="1161436" y="142145"/>
                  <a:pt x="1161436" y="141734"/>
                </a:cubicBezTo>
                <a:lnTo>
                  <a:pt x="1161436" y="48687"/>
                </a:lnTo>
                <a:cubicBezTo>
                  <a:pt x="1161436" y="48276"/>
                  <a:pt x="1161521" y="47899"/>
                  <a:pt x="1161692" y="47557"/>
                </a:cubicBezTo>
                <a:cubicBezTo>
                  <a:pt x="1161863" y="47213"/>
                  <a:pt x="1162189" y="46920"/>
                  <a:pt x="1162668" y="46681"/>
                </a:cubicBezTo>
                <a:cubicBezTo>
                  <a:pt x="1163147" y="46441"/>
                  <a:pt x="1163746" y="46270"/>
                  <a:pt x="1164465" y="46167"/>
                </a:cubicBezTo>
                <a:cubicBezTo>
                  <a:pt x="1165184" y="46065"/>
                  <a:pt x="1166126" y="46013"/>
                  <a:pt x="1167290" y="46013"/>
                </a:cubicBezTo>
                <a:cubicBezTo>
                  <a:pt x="1168454" y="46013"/>
                  <a:pt x="1169413" y="46065"/>
                  <a:pt x="1170166" y="46167"/>
                </a:cubicBezTo>
                <a:cubicBezTo>
                  <a:pt x="1170919" y="46270"/>
                  <a:pt x="1171501" y="46441"/>
                  <a:pt x="1171912" y="46681"/>
                </a:cubicBezTo>
                <a:cubicBezTo>
                  <a:pt x="1172323" y="46920"/>
                  <a:pt x="1172614" y="47213"/>
                  <a:pt x="1172785" y="47557"/>
                </a:cubicBezTo>
                <a:cubicBezTo>
                  <a:pt x="1172956" y="47899"/>
                  <a:pt x="1173042" y="48276"/>
                  <a:pt x="1173042" y="48687"/>
                </a:cubicBezTo>
                <a:lnTo>
                  <a:pt x="1173042" y="61846"/>
                </a:lnTo>
                <a:cubicBezTo>
                  <a:pt x="1178382" y="55919"/>
                  <a:pt x="1183449" y="51628"/>
                  <a:pt x="1188242" y="48972"/>
                </a:cubicBezTo>
                <a:cubicBezTo>
                  <a:pt x="1193035" y="46315"/>
                  <a:pt x="1197794" y="44986"/>
                  <a:pt x="1202519" y="44986"/>
                </a:cubicBezTo>
                <a:cubicBezTo>
                  <a:pt x="1206422" y="44986"/>
                  <a:pt x="1209897" y="45446"/>
                  <a:pt x="1212944" y="46366"/>
                </a:cubicBezTo>
                <a:cubicBezTo>
                  <a:pt x="1215991" y="47286"/>
                  <a:pt x="1218678" y="48582"/>
                  <a:pt x="1221006" y="50253"/>
                </a:cubicBezTo>
                <a:cubicBezTo>
                  <a:pt x="1223334" y="51922"/>
                  <a:pt x="1225320" y="53916"/>
                  <a:pt x="1226963" y="56236"/>
                </a:cubicBezTo>
                <a:cubicBezTo>
                  <a:pt x="1228607" y="58553"/>
                  <a:pt x="1229942" y="61109"/>
                  <a:pt x="1230969" y="63904"/>
                </a:cubicBezTo>
                <a:cubicBezTo>
                  <a:pt x="1234187" y="60358"/>
                  <a:pt x="1237217" y="57375"/>
                  <a:pt x="1240059" y="54955"/>
                </a:cubicBezTo>
                <a:cubicBezTo>
                  <a:pt x="1242900" y="52535"/>
                  <a:pt x="1245605" y="50592"/>
                  <a:pt x="1248172" y="49127"/>
                </a:cubicBezTo>
                <a:cubicBezTo>
                  <a:pt x="1250740" y="47661"/>
                  <a:pt x="1253222" y="46605"/>
                  <a:pt x="1255619" y="45959"/>
                </a:cubicBezTo>
                <a:cubicBezTo>
                  <a:pt x="1258015" y="45310"/>
                  <a:pt x="1260378" y="44986"/>
                  <a:pt x="1262706" y="44986"/>
                </a:cubicBezTo>
                <a:cubicBezTo>
                  <a:pt x="1268526" y="44986"/>
                  <a:pt x="1273439" y="46013"/>
                  <a:pt x="1277444" y="48067"/>
                </a:cubicBezTo>
                <a:cubicBezTo>
                  <a:pt x="1281450" y="50122"/>
                  <a:pt x="1284668" y="52895"/>
                  <a:pt x="1287099" y="56387"/>
                </a:cubicBezTo>
                <a:cubicBezTo>
                  <a:pt x="1289530" y="59879"/>
                  <a:pt x="1291276" y="63953"/>
                  <a:pt x="1292337" y="68609"/>
                </a:cubicBezTo>
                <a:cubicBezTo>
                  <a:pt x="1293398" y="73265"/>
                  <a:pt x="1293929" y="78195"/>
                  <a:pt x="1293929" y="83399"/>
                </a:cubicBezTo>
                <a:lnTo>
                  <a:pt x="1293929" y="141737"/>
                </a:lnTo>
                <a:close/>
                <a:moveTo>
                  <a:pt x="1392936" y="141737"/>
                </a:moveTo>
                <a:cubicBezTo>
                  <a:pt x="1392936" y="142422"/>
                  <a:pt x="1392713" y="142952"/>
                  <a:pt x="1392268" y="143329"/>
                </a:cubicBezTo>
                <a:cubicBezTo>
                  <a:pt x="1391823" y="143706"/>
                  <a:pt x="1391241" y="143979"/>
                  <a:pt x="1390522" y="144151"/>
                </a:cubicBezTo>
                <a:cubicBezTo>
                  <a:pt x="1389803" y="144322"/>
                  <a:pt x="1388828" y="144407"/>
                  <a:pt x="1387595" y="144407"/>
                </a:cubicBezTo>
                <a:cubicBezTo>
                  <a:pt x="1386431" y="144407"/>
                  <a:pt x="1385438" y="144322"/>
                  <a:pt x="1384616" y="144151"/>
                </a:cubicBezTo>
                <a:cubicBezTo>
                  <a:pt x="1383795" y="143979"/>
                  <a:pt x="1383161" y="143706"/>
                  <a:pt x="1382716" y="143329"/>
                </a:cubicBezTo>
                <a:cubicBezTo>
                  <a:pt x="1382271" y="142952"/>
                  <a:pt x="1382049" y="142422"/>
                  <a:pt x="1382049" y="141737"/>
                </a:cubicBezTo>
                <a:lnTo>
                  <a:pt x="1382049" y="131364"/>
                </a:lnTo>
                <a:cubicBezTo>
                  <a:pt x="1377872" y="135883"/>
                  <a:pt x="1373267" y="139392"/>
                  <a:pt x="1368235" y="141891"/>
                </a:cubicBezTo>
                <a:cubicBezTo>
                  <a:pt x="1363202" y="144390"/>
                  <a:pt x="1357981" y="145640"/>
                  <a:pt x="1352572" y="145640"/>
                </a:cubicBezTo>
                <a:cubicBezTo>
                  <a:pt x="1347710" y="145640"/>
                  <a:pt x="1343345" y="145007"/>
                  <a:pt x="1339476" y="143740"/>
                </a:cubicBezTo>
                <a:cubicBezTo>
                  <a:pt x="1335608" y="142473"/>
                  <a:pt x="1332338" y="140659"/>
                  <a:pt x="1329668" y="138296"/>
                </a:cubicBezTo>
                <a:cubicBezTo>
                  <a:pt x="1326997" y="135934"/>
                  <a:pt x="1324943" y="133075"/>
                  <a:pt x="1323505" y="129720"/>
                </a:cubicBezTo>
                <a:cubicBezTo>
                  <a:pt x="1322067" y="126365"/>
                  <a:pt x="1321348" y="122599"/>
                  <a:pt x="1321348" y="118422"/>
                </a:cubicBezTo>
                <a:cubicBezTo>
                  <a:pt x="1321348" y="113287"/>
                  <a:pt x="1322410" y="108819"/>
                  <a:pt x="1324532" y="105019"/>
                </a:cubicBezTo>
                <a:cubicBezTo>
                  <a:pt x="1326655" y="101219"/>
                  <a:pt x="1329668" y="98052"/>
                  <a:pt x="1333571" y="95518"/>
                </a:cubicBezTo>
                <a:cubicBezTo>
                  <a:pt x="1337474" y="92985"/>
                  <a:pt x="1342164" y="91085"/>
                  <a:pt x="1347642" y="89818"/>
                </a:cubicBezTo>
                <a:cubicBezTo>
                  <a:pt x="1353119" y="88551"/>
                  <a:pt x="1359213" y="87918"/>
                  <a:pt x="1365924" y="87918"/>
                </a:cubicBezTo>
                <a:lnTo>
                  <a:pt x="1380714" y="87918"/>
                </a:lnTo>
                <a:lnTo>
                  <a:pt x="1380714" y="79881"/>
                </a:lnTo>
                <a:cubicBezTo>
                  <a:pt x="1380714" y="75897"/>
                  <a:pt x="1380303" y="72377"/>
                  <a:pt x="1379481" y="69321"/>
                </a:cubicBezTo>
                <a:cubicBezTo>
                  <a:pt x="1378659" y="66264"/>
                  <a:pt x="1377324" y="63705"/>
                  <a:pt x="1375475" y="61644"/>
                </a:cubicBezTo>
                <a:cubicBezTo>
                  <a:pt x="1373627" y="59583"/>
                  <a:pt x="1371230" y="58039"/>
                  <a:pt x="1368286" y="57009"/>
                </a:cubicBezTo>
                <a:cubicBezTo>
                  <a:pt x="1365342" y="55978"/>
                  <a:pt x="1361747" y="55462"/>
                  <a:pt x="1357502" y="55462"/>
                </a:cubicBezTo>
                <a:cubicBezTo>
                  <a:pt x="1353393" y="55462"/>
                  <a:pt x="1349696" y="55959"/>
                  <a:pt x="1346409" y="56952"/>
                </a:cubicBezTo>
                <a:cubicBezTo>
                  <a:pt x="1343122" y="57944"/>
                  <a:pt x="1340247" y="59057"/>
                  <a:pt x="1337782" y="60290"/>
                </a:cubicBezTo>
                <a:cubicBezTo>
                  <a:pt x="1335317" y="61522"/>
                  <a:pt x="1333280" y="62635"/>
                  <a:pt x="1331671" y="63628"/>
                </a:cubicBezTo>
                <a:cubicBezTo>
                  <a:pt x="1330061" y="64620"/>
                  <a:pt x="1328915" y="65117"/>
                  <a:pt x="1328230" y="65117"/>
                </a:cubicBezTo>
                <a:cubicBezTo>
                  <a:pt x="1327819" y="65117"/>
                  <a:pt x="1327442" y="65048"/>
                  <a:pt x="1327100" y="64911"/>
                </a:cubicBezTo>
                <a:cubicBezTo>
                  <a:pt x="1326758" y="64772"/>
                  <a:pt x="1326467" y="64513"/>
                  <a:pt x="1326227" y="64135"/>
                </a:cubicBezTo>
                <a:cubicBezTo>
                  <a:pt x="1325987" y="63754"/>
                  <a:pt x="1325816" y="63270"/>
                  <a:pt x="1325713" y="62684"/>
                </a:cubicBezTo>
                <a:cubicBezTo>
                  <a:pt x="1325611" y="62096"/>
                  <a:pt x="1325559" y="61387"/>
                  <a:pt x="1325559" y="60559"/>
                </a:cubicBezTo>
                <a:cubicBezTo>
                  <a:pt x="1325559" y="59108"/>
                  <a:pt x="1325662" y="57952"/>
                  <a:pt x="1325868" y="57090"/>
                </a:cubicBezTo>
                <a:cubicBezTo>
                  <a:pt x="1326073" y="56225"/>
                  <a:pt x="1326604" y="55362"/>
                  <a:pt x="1327459" y="54499"/>
                </a:cubicBezTo>
                <a:cubicBezTo>
                  <a:pt x="1328315" y="53635"/>
                  <a:pt x="1329839" y="52628"/>
                  <a:pt x="1332030" y="51479"/>
                </a:cubicBezTo>
                <a:cubicBezTo>
                  <a:pt x="1334221" y="50328"/>
                  <a:pt x="1336737" y="49262"/>
                  <a:pt x="1339579" y="48282"/>
                </a:cubicBezTo>
                <a:cubicBezTo>
                  <a:pt x="1342421" y="47302"/>
                  <a:pt x="1345485" y="46509"/>
                  <a:pt x="1348771" y="45901"/>
                </a:cubicBezTo>
                <a:cubicBezTo>
                  <a:pt x="1352058" y="45291"/>
                  <a:pt x="1355345" y="44986"/>
                  <a:pt x="1358631" y="44986"/>
                </a:cubicBezTo>
                <a:cubicBezTo>
                  <a:pt x="1364999" y="44986"/>
                  <a:pt x="1370374" y="45756"/>
                  <a:pt x="1374757" y="47297"/>
                </a:cubicBezTo>
                <a:cubicBezTo>
                  <a:pt x="1379139" y="48838"/>
                  <a:pt x="1382682" y="51046"/>
                  <a:pt x="1385387" y="53922"/>
                </a:cubicBezTo>
                <a:cubicBezTo>
                  <a:pt x="1388091" y="56798"/>
                  <a:pt x="1390026" y="60341"/>
                  <a:pt x="1391190" y="64552"/>
                </a:cubicBezTo>
                <a:cubicBezTo>
                  <a:pt x="1392354" y="68763"/>
                  <a:pt x="1392936" y="73539"/>
                  <a:pt x="1392936" y="78880"/>
                </a:cubicBezTo>
                <a:lnTo>
                  <a:pt x="1392936" y="141737"/>
                </a:lnTo>
                <a:moveTo>
                  <a:pt x="1380714" y="97983"/>
                </a:moveTo>
                <a:lnTo>
                  <a:pt x="1363767" y="97983"/>
                </a:lnTo>
                <a:cubicBezTo>
                  <a:pt x="1358837" y="97983"/>
                  <a:pt x="1354523" y="98429"/>
                  <a:pt x="1350826" y="99319"/>
                </a:cubicBezTo>
                <a:cubicBezTo>
                  <a:pt x="1347128" y="100209"/>
                  <a:pt x="1344047" y="101510"/>
                  <a:pt x="1341582" y="103222"/>
                </a:cubicBezTo>
                <a:cubicBezTo>
                  <a:pt x="1339117" y="104933"/>
                  <a:pt x="1337285" y="106987"/>
                  <a:pt x="1336087" y="109384"/>
                </a:cubicBezTo>
                <a:cubicBezTo>
                  <a:pt x="1334889" y="111781"/>
                  <a:pt x="1334290" y="114519"/>
                  <a:pt x="1334290" y="117601"/>
                </a:cubicBezTo>
                <a:cubicBezTo>
                  <a:pt x="1334290" y="122941"/>
                  <a:pt x="1335984" y="127204"/>
                  <a:pt x="1339374" y="130388"/>
                </a:cubicBezTo>
                <a:cubicBezTo>
                  <a:pt x="1342763" y="133572"/>
                  <a:pt x="1347539" y="135164"/>
                  <a:pt x="1353701" y="135164"/>
                </a:cubicBezTo>
                <a:cubicBezTo>
                  <a:pt x="1358563" y="135164"/>
                  <a:pt x="1363099" y="133914"/>
                  <a:pt x="1367310" y="131415"/>
                </a:cubicBezTo>
                <a:cubicBezTo>
                  <a:pt x="1371521" y="128916"/>
                  <a:pt x="1375989" y="125064"/>
                  <a:pt x="1380714" y="119860"/>
                </a:cubicBezTo>
                <a:lnTo>
                  <a:pt x="1380714" y="97983"/>
                </a:lnTo>
                <a:close/>
                <a:moveTo>
                  <a:pt x="1471673" y="136294"/>
                </a:moveTo>
                <a:cubicBezTo>
                  <a:pt x="1471673" y="137731"/>
                  <a:pt x="1471553" y="138895"/>
                  <a:pt x="1471313" y="139786"/>
                </a:cubicBezTo>
                <a:cubicBezTo>
                  <a:pt x="1471073" y="140676"/>
                  <a:pt x="1470697" y="141378"/>
                  <a:pt x="1470183" y="141891"/>
                </a:cubicBezTo>
                <a:cubicBezTo>
                  <a:pt x="1469670" y="142405"/>
                  <a:pt x="1468917" y="142884"/>
                  <a:pt x="1467924" y="143329"/>
                </a:cubicBezTo>
                <a:cubicBezTo>
                  <a:pt x="1466931" y="143774"/>
                  <a:pt x="1465784" y="144151"/>
                  <a:pt x="1464483" y="144459"/>
                </a:cubicBezTo>
                <a:cubicBezTo>
                  <a:pt x="1463182" y="144767"/>
                  <a:pt x="1461813" y="145007"/>
                  <a:pt x="1460375" y="145178"/>
                </a:cubicBezTo>
                <a:cubicBezTo>
                  <a:pt x="1458937" y="145349"/>
                  <a:pt x="1457533" y="145435"/>
                  <a:pt x="1456164" y="145435"/>
                </a:cubicBezTo>
                <a:cubicBezTo>
                  <a:pt x="1451576" y="145435"/>
                  <a:pt x="1447673" y="144818"/>
                  <a:pt x="1444455" y="143586"/>
                </a:cubicBezTo>
                <a:cubicBezTo>
                  <a:pt x="1441237" y="142353"/>
                  <a:pt x="1438601" y="140487"/>
                  <a:pt x="1436546" y="137988"/>
                </a:cubicBezTo>
                <a:cubicBezTo>
                  <a:pt x="1434492" y="135489"/>
                  <a:pt x="1433003" y="132322"/>
                  <a:pt x="1432079" y="128488"/>
                </a:cubicBezTo>
                <a:cubicBezTo>
                  <a:pt x="1431154" y="124653"/>
                  <a:pt x="1430692" y="120134"/>
                  <a:pt x="1430692" y="114930"/>
                </a:cubicBezTo>
                <a:lnTo>
                  <a:pt x="1430692" y="57106"/>
                </a:lnTo>
                <a:lnTo>
                  <a:pt x="1416827" y="57106"/>
                </a:lnTo>
                <a:cubicBezTo>
                  <a:pt x="1415868" y="57106"/>
                  <a:pt x="1415115" y="56673"/>
                  <a:pt x="1414567" y="55809"/>
                </a:cubicBezTo>
                <a:cubicBezTo>
                  <a:pt x="1414019" y="54944"/>
                  <a:pt x="1413745" y="53648"/>
                  <a:pt x="1413745" y="51919"/>
                </a:cubicBezTo>
                <a:cubicBezTo>
                  <a:pt x="1413745" y="51020"/>
                  <a:pt x="1413814" y="50242"/>
                  <a:pt x="1413951" y="49585"/>
                </a:cubicBezTo>
                <a:cubicBezTo>
                  <a:pt x="1414088" y="48929"/>
                  <a:pt x="1414293" y="48375"/>
                  <a:pt x="1414567" y="47926"/>
                </a:cubicBezTo>
                <a:cubicBezTo>
                  <a:pt x="1414841" y="47477"/>
                  <a:pt x="1415166" y="47148"/>
                  <a:pt x="1415543" y="46941"/>
                </a:cubicBezTo>
                <a:cubicBezTo>
                  <a:pt x="1415919" y="46733"/>
                  <a:pt x="1416347" y="46629"/>
                  <a:pt x="1416827" y="46629"/>
                </a:cubicBezTo>
                <a:lnTo>
                  <a:pt x="1430692" y="46629"/>
                </a:lnTo>
                <a:lnTo>
                  <a:pt x="1430692" y="23828"/>
                </a:lnTo>
                <a:cubicBezTo>
                  <a:pt x="1430692" y="23417"/>
                  <a:pt x="1430778" y="23041"/>
                  <a:pt x="1430949" y="22698"/>
                </a:cubicBezTo>
                <a:cubicBezTo>
                  <a:pt x="1431120" y="22356"/>
                  <a:pt x="1431445" y="22065"/>
                  <a:pt x="1431925" y="21825"/>
                </a:cubicBezTo>
                <a:cubicBezTo>
                  <a:pt x="1432404" y="21586"/>
                  <a:pt x="1433037" y="21415"/>
                  <a:pt x="1433825" y="21312"/>
                </a:cubicBezTo>
                <a:cubicBezTo>
                  <a:pt x="1434612" y="21209"/>
                  <a:pt x="1435588" y="21158"/>
                  <a:pt x="1436752" y="21158"/>
                </a:cubicBezTo>
                <a:cubicBezTo>
                  <a:pt x="1437984" y="21158"/>
                  <a:pt x="1438994" y="21209"/>
                  <a:pt x="1439782" y="21312"/>
                </a:cubicBezTo>
                <a:cubicBezTo>
                  <a:pt x="1440569" y="21415"/>
                  <a:pt x="1441185" y="21586"/>
                  <a:pt x="1441631" y="21825"/>
                </a:cubicBezTo>
                <a:cubicBezTo>
                  <a:pt x="1442076" y="22065"/>
                  <a:pt x="1442401" y="22356"/>
                  <a:pt x="1442606" y="22698"/>
                </a:cubicBezTo>
                <a:cubicBezTo>
                  <a:pt x="1442812" y="23041"/>
                  <a:pt x="1442914" y="23417"/>
                  <a:pt x="1442914" y="23828"/>
                </a:cubicBezTo>
                <a:lnTo>
                  <a:pt x="1442914" y="46629"/>
                </a:lnTo>
                <a:lnTo>
                  <a:pt x="1468591" y="46629"/>
                </a:lnTo>
                <a:cubicBezTo>
                  <a:pt x="1469071" y="46629"/>
                  <a:pt x="1469499" y="46733"/>
                  <a:pt x="1469875" y="46941"/>
                </a:cubicBezTo>
                <a:cubicBezTo>
                  <a:pt x="1470252" y="47148"/>
                  <a:pt x="1470577" y="47477"/>
                  <a:pt x="1470851" y="47926"/>
                </a:cubicBezTo>
                <a:cubicBezTo>
                  <a:pt x="1471125" y="48375"/>
                  <a:pt x="1471330" y="48929"/>
                  <a:pt x="1471467" y="49585"/>
                </a:cubicBezTo>
                <a:cubicBezTo>
                  <a:pt x="1471604" y="50242"/>
                  <a:pt x="1471673" y="51020"/>
                  <a:pt x="1471673" y="51919"/>
                </a:cubicBezTo>
                <a:cubicBezTo>
                  <a:pt x="1471673" y="53648"/>
                  <a:pt x="1471382" y="54944"/>
                  <a:pt x="1470800" y="55809"/>
                </a:cubicBezTo>
                <a:cubicBezTo>
                  <a:pt x="1470218" y="56673"/>
                  <a:pt x="1469481" y="57106"/>
                  <a:pt x="1468591" y="57106"/>
                </a:cubicBezTo>
                <a:lnTo>
                  <a:pt x="1442914" y="57106"/>
                </a:lnTo>
                <a:lnTo>
                  <a:pt x="1442914" y="113287"/>
                </a:lnTo>
                <a:cubicBezTo>
                  <a:pt x="1442914" y="120340"/>
                  <a:pt x="1443924" y="125715"/>
                  <a:pt x="1445944" y="129412"/>
                </a:cubicBezTo>
                <a:cubicBezTo>
                  <a:pt x="1447964" y="133110"/>
                  <a:pt x="1451645" y="134958"/>
                  <a:pt x="1456985" y="134958"/>
                </a:cubicBezTo>
                <a:cubicBezTo>
                  <a:pt x="1458629" y="134958"/>
                  <a:pt x="1460118" y="134787"/>
                  <a:pt x="1461453" y="134445"/>
                </a:cubicBezTo>
                <a:cubicBezTo>
                  <a:pt x="1462788" y="134102"/>
                  <a:pt x="1463969" y="133726"/>
                  <a:pt x="1464997" y="133315"/>
                </a:cubicBezTo>
                <a:cubicBezTo>
                  <a:pt x="1466024" y="132904"/>
                  <a:pt x="1466897" y="132528"/>
                  <a:pt x="1467616" y="132185"/>
                </a:cubicBezTo>
                <a:cubicBezTo>
                  <a:pt x="1468335" y="131843"/>
                  <a:pt x="1468968" y="131672"/>
                  <a:pt x="1469516" y="131672"/>
                </a:cubicBezTo>
                <a:cubicBezTo>
                  <a:pt x="1469858" y="131672"/>
                  <a:pt x="1470166" y="131740"/>
                  <a:pt x="1470440" y="131877"/>
                </a:cubicBezTo>
                <a:cubicBezTo>
                  <a:pt x="1470714" y="132014"/>
                  <a:pt x="1470937" y="132271"/>
                  <a:pt x="1471108" y="132647"/>
                </a:cubicBezTo>
                <a:cubicBezTo>
                  <a:pt x="1471279" y="133024"/>
                  <a:pt x="1471416" y="133503"/>
                  <a:pt x="1471519" y="134085"/>
                </a:cubicBezTo>
                <a:cubicBezTo>
                  <a:pt x="1471621" y="134667"/>
                  <a:pt x="1471673" y="135403"/>
                  <a:pt x="1471673" y="136294"/>
                </a:cubicBezTo>
                <a:close/>
                <a:moveTo>
                  <a:pt x="1505163" y="141734"/>
                </a:moveTo>
                <a:cubicBezTo>
                  <a:pt x="1505163" y="142145"/>
                  <a:pt x="1505060" y="142522"/>
                  <a:pt x="1504855" y="142867"/>
                </a:cubicBezTo>
                <a:cubicBezTo>
                  <a:pt x="1504649" y="143209"/>
                  <a:pt x="1504324" y="143483"/>
                  <a:pt x="1503879" y="143688"/>
                </a:cubicBezTo>
                <a:cubicBezTo>
                  <a:pt x="1503434" y="143894"/>
                  <a:pt x="1502818" y="144065"/>
                  <a:pt x="1502030" y="144202"/>
                </a:cubicBezTo>
                <a:cubicBezTo>
                  <a:pt x="1501243" y="144339"/>
                  <a:pt x="1500233" y="144407"/>
                  <a:pt x="1499000" y="144407"/>
                </a:cubicBezTo>
                <a:cubicBezTo>
                  <a:pt x="1497836" y="144407"/>
                  <a:pt x="1496860" y="144339"/>
                  <a:pt x="1496073" y="144202"/>
                </a:cubicBezTo>
                <a:cubicBezTo>
                  <a:pt x="1495286" y="144065"/>
                  <a:pt x="1494652" y="143894"/>
                  <a:pt x="1494173" y="143688"/>
                </a:cubicBezTo>
                <a:cubicBezTo>
                  <a:pt x="1493694" y="143483"/>
                  <a:pt x="1493368" y="143209"/>
                  <a:pt x="1493197" y="142867"/>
                </a:cubicBezTo>
                <a:cubicBezTo>
                  <a:pt x="1493026" y="142522"/>
                  <a:pt x="1492940" y="142145"/>
                  <a:pt x="1492940" y="141734"/>
                </a:cubicBezTo>
                <a:lnTo>
                  <a:pt x="1492940" y="48687"/>
                </a:lnTo>
                <a:cubicBezTo>
                  <a:pt x="1492940" y="48276"/>
                  <a:pt x="1493026" y="47899"/>
                  <a:pt x="1493197" y="47557"/>
                </a:cubicBezTo>
                <a:cubicBezTo>
                  <a:pt x="1493368" y="47213"/>
                  <a:pt x="1493694" y="46920"/>
                  <a:pt x="1494173" y="46681"/>
                </a:cubicBezTo>
                <a:cubicBezTo>
                  <a:pt x="1494652" y="46441"/>
                  <a:pt x="1495286" y="46270"/>
                  <a:pt x="1496073" y="46167"/>
                </a:cubicBezTo>
                <a:cubicBezTo>
                  <a:pt x="1496860" y="46065"/>
                  <a:pt x="1497836" y="46013"/>
                  <a:pt x="1499000" y="46013"/>
                </a:cubicBezTo>
                <a:cubicBezTo>
                  <a:pt x="1500233" y="46013"/>
                  <a:pt x="1501243" y="46065"/>
                  <a:pt x="1502030" y="46167"/>
                </a:cubicBezTo>
                <a:cubicBezTo>
                  <a:pt x="1502818" y="46270"/>
                  <a:pt x="1503434" y="46441"/>
                  <a:pt x="1503879" y="46681"/>
                </a:cubicBezTo>
                <a:cubicBezTo>
                  <a:pt x="1504324" y="46920"/>
                  <a:pt x="1504649" y="47213"/>
                  <a:pt x="1504855" y="47557"/>
                </a:cubicBezTo>
                <a:cubicBezTo>
                  <a:pt x="1505060" y="47899"/>
                  <a:pt x="1505163" y="48276"/>
                  <a:pt x="1505163" y="48687"/>
                </a:cubicBezTo>
                <a:lnTo>
                  <a:pt x="1505163" y="141734"/>
                </a:lnTo>
                <a:moveTo>
                  <a:pt x="1507011" y="17204"/>
                </a:moveTo>
                <a:cubicBezTo>
                  <a:pt x="1507011" y="20510"/>
                  <a:pt x="1506429" y="22749"/>
                  <a:pt x="1505265" y="23921"/>
                </a:cubicBezTo>
                <a:cubicBezTo>
                  <a:pt x="1504101" y="25092"/>
                  <a:pt x="1501979" y="25677"/>
                  <a:pt x="1498898" y="25677"/>
                </a:cubicBezTo>
                <a:cubicBezTo>
                  <a:pt x="1495885" y="25677"/>
                  <a:pt x="1493813" y="25109"/>
                  <a:pt x="1492684" y="23973"/>
                </a:cubicBezTo>
                <a:cubicBezTo>
                  <a:pt x="1491554" y="22836"/>
                  <a:pt x="1490989" y="20614"/>
                  <a:pt x="1490989" y="17306"/>
                </a:cubicBezTo>
                <a:cubicBezTo>
                  <a:pt x="1490989" y="14000"/>
                  <a:pt x="1491571" y="11762"/>
                  <a:pt x="1492735" y="10592"/>
                </a:cubicBezTo>
                <a:cubicBezTo>
                  <a:pt x="1493899" y="9419"/>
                  <a:pt x="1496022" y="8833"/>
                  <a:pt x="1499103" y="8833"/>
                </a:cubicBezTo>
                <a:cubicBezTo>
                  <a:pt x="1502116" y="8833"/>
                  <a:pt x="1504187" y="9401"/>
                  <a:pt x="1505317" y="10537"/>
                </a:cubicBezTo>
                <a:cubicBezTo>
                  <a:pt x="1506447" y="11673"/>
                  <a:pt x="1507011" y="13896"/>
                  <a:pt x="1507011" y="17204"/>
                </a:cubicBezTo>
                <a:close/>
                <a:moveTo>
                  <a:pt x="1619382" y="94337"/>
                </a:moveTo>
                <a:cubicBezTo>
                  <a:pt x="1619382" y="101739"/>
                  <a:pt x="1618424" y="108558"/>
                  <a:pt x="1616506" y="114795"/>
                </a:cubicBezTo>
                <a:cubicBezTo>
                  <a:pt x="1614589" y="121033"/>
                  <a:pt x="1611730" y="126449"/>
                  <a:pt x="1607930" y="131043"/>
                </a:cubicBezTo>
                <a:cubicBezTo>
                  <a:pt x="1604130" y="135634"/>
                  <a:pt x="1599388" y="139215"/>
                  <a:pt x="1593705" y="141785"/>
                </a:cubicBezTo>
                <a:cubicBezTo>
                  <a:pt x="1588022" y="144355"/>
                  <a:pt x="1581414" y="145640"/>
                  <a:pt x="1573883" y="145640"/>
                </a:cubicBezTo>
                <a:cubicBezTo>
                  <a:pt x="1566625" y="145640"/>
                  <a:pt x="1560274" y="144492"/>
                  <a:pt x="1554830" y="142196"/>
                </a:cubicBezTo>
                <a:cubicBezTo>
                  <a:pt x="1549387" y="139900"/>
                  <a:pt x="1544833" y="136610"/>
                  <a:pt x="1541170" y="132326"/>
                </a:cubicBezTo>
                <a:cubicBezTo>
                  <a:pt x="1537507" y="128043"/>
                  <a:pt x="1534768" y="122851"/>
                  <a:pt x="1532953" y="116750"/>
                </a:cubicBezTo>
                <a:cubicBezTo>
                  <a:pt x="1531139" y="110650"/>
                  <a:pt x="1530232" y="103761"/>
                  <a:pt x="1530232" y="96083"/>
                </a:cubicBezTo>
                <a:cubicBezTo>
                  <a:pt x="1530232" y="88682"/>
                  <a:pt x="1531173" y="81863"/>
                  <a:pt x="1533056" y="75625"/>
                </a:cubicBezTo>
                <a:cubicBezTo>
                  <a:pt x="1534939" y="69388"/>
                  <a:pt x="1537781" y="63990"/>
                  <a:pt x="1541581" y="59433"/>
                </a:cubicBezTo>
                <a:cubicBezTo>
                  <a:pt x="1545381" y="54873"/>
                  <a:pt x="1550123" y="51325"/>
                  <a:pt x="1555806" y="48790"/>
                </a:cubicBezTo>
                <a:cubicBezTo>
                  <a:pt x="1561489" y="46254"/>
                  <a:pt x="1568131" y="44986"/>
                  <a:pt x="1575731" y="44986"/>
                </a:cubicBezTo>
                <a:cubicBezTo>
                  <a:pt x="1582989" y="44986"/>
                  <a:pt x="1589340" y="46117"/>
                  <a:pt x="1594784" y="48379"/>
                </a:cubicBezTo>
                <a:cubicBezTo>
                  <a:pt x="1600227" y="50640"/>
                  <a:pt x="1604763" y="53913"/>
                  <a:pt x="1608392" y="58197"/>
                </a:cubicBezTo>
                <a:cubicBezTo>
                  <a:pt x="1612021" y="62481"/>
                  <a:pt x="1614760" y="67673"/>
                  <a:pt x="1616609" y="73773"/>
                </a:cubicBezTo>
                <a:cubicBezTo>
                  <a:pt x="1618458" y="79874"/>
                  <a:pt x="1619382" y="86728"/>
                  <a:pt x="1619382" y="94337"/>
                </a:cubicBezTo>
                <a:moveTo>
                  <a:pt x="1606441" y="95467"/>
                </a:moveTo>
                <a:cubicBezTo>
                  <a:pt x="1606441" y="90188"/>
                  <a:pt x="1605927" y="85149"/>
                  <a:pt x="1604900" y="80350"/>
                </a:cubicBezTo>
                <a:cubicBezTo>
                  <a:pt x="1603873" y="75550"/>
                  <a:pt x="1602162" y="71317"/>
                  <a:pt x="1599765" y="67649"/>
                </a:cubicBezTo>
                <a:cubicBezTo>
                  <a:pt x="1597368" y="63982"/>
                  <a:pt x="1594150" y="61068"/>
                  <a:pt x="1590110" y="58909"/>
                </a:cubicBezTo>
                <a:cubicBezTo>
                  <a:pt x="1586071" y="56748"/>
                  <a:pt x="1581038" y="55668"/>
                  <a:pt x="1575012" y="55668"/>
                </a:cubicBezTo>
                <a:cubicBezTo>
                  <a:pt x="1569466" y="55668"/>
                  <a:pt x="1564673" y="56662"/>
                  <a:pt x="1560633" y="58649"/>
                </a:cubicBezTo>
                <a:cubicBezTo>
                  <a:pt x="1556593" y="60637"/>
                  <a:pt x="1553290" y="63398"/>
                  <a:pt x="1550722" y="66930"/>
                </a:cubicBezTo>
                <a:cubicBezTo>
                  <a:pt x="1548154" y="70461"/>
                  <a:pt x="1546254" y="74626"/>
                  <a:pt x="1545022" y="79425"/>
                </a:cubicBezTo>
                <a:cubicBezTo>
                  <a:pt x="1543789" y="84225"/>
                  <a:pt x="1543173" y="89401"/>
                  <a:pt x="1543173" y="94954"/>
                </a:cubicBezTo>
                <a:cubicBezTo>
                  <a:pt x="1543173" y="100301"/>
                  <a:pt x="1543686" y="105391"/>
                  <a:pt x="1544714" y="110225"/>
                </a:cubicBezTo>
                <a:cubicBezTo>
                  <a:pt x="1545741" y="115059"/>
                  <a:pt x="1547452" y="119292"/>
                  <a:pt x="1549849" y="122925"/>
                </a:cubicBezTo>
                <a:cubicBezTo>
                  <a:pt x="1552245" y="126559"/>
                  <a:pt x="1555464" y="129439"/>
                  <a:pt x="1559503" y="131566"/>
                </a:cubicBezTo>
                <a:cubicBezTo>
                  <a:pt x="1563543" y="133691"/>
                  <a:pt x="1568576" y="134753"/>
                  <a:pt x="1574602" y="134753"/>
                </a:cubicBezTo>
                <a:cubicBezTo>
                  <a:pt x="1580148" y="134753"/>
                  <a:pt x="1584941" y="133759"/>
                  <a:pt x="1588981" y="131771"/>
                </a:cubicBezTo>
                <a:cubicBezTo>
                  <a:pt x="1593021" y="129783"/>
                  <a:pt x="1596324" y="127041"/>
                  <a:pt x="1598892" y="123545"/>
                </a:cubicBezTo>
                <a:cubicBezTo>
                  <a:pt x="1601460" y="120046"/>
                  <a:pt x="1603360" y="115898"/>
                  <a:pt x="1604592" y="111101"/>
                </a:cubicBezTo>
                <a:cubicBezTo>
                  <a:pt x="1605825" y="106302"/>
                  <a:pt x="1606441" y="101090"/>
                  <a:pt x="1606441" y="95467"/>
                </a:cubicBezTo>
                <a:close/>
                <a:moveTo>
                  <a:pt x="1722722" y="141737"/>
                </a:moveTo>
                <a:cubicBezTo>
                  <a:pt x="1722722" y="142148"/>
                  <a:pt x="1722620" y="142524"/>
                  <a:pt x="1722414" y="142867"/>
                </a:cubicBezTo>
                <a:cubicBezTo>
                  <a:pt x="1722209" y="143209"/>
                  <a:pt x="1721883" y="143483"/>
                  <a:pt x="1721438" y="143688"/>
                </a:cubicBezTo>
                <a:cubicBezTo>
                  <a:pt x="1720993" y="143894"/>
                  <a:pt x="1720377" y="144065"/>
                  <a:pt x="1719590" y="144202"/>
                </a:cubicBezTo>
                <a:cubicBezTo>
                  <a:pt x="1718802" y="144339"/>
                  <a:pt x="1717826" y="144407"/>
                  <a:pt x="1716662" y="144407"/>
                </a:cubicBezTo>
                <a:cubicBezTo>
                  <a:pt x="1715430" y="144407"/>
                  <a:pt x="1714420" y="144339"/>
                  <a:pt x="1713633" y="144202"/>
                </a:cubicBezTo>
                <a:cubicBezTo>
                  <a:pt x="1712845" y="144065"/>
                  <a:pt x="1712229" y="143894"/>
                  <a:pt x="1711784" y="143688"/>
                </a:cubicBezTo>
                <a:cubicBezTo>
                  <a:pt x="1711339" y="143483"/>
                  <a:pt x="1711014" y="143209"/>
                  <a:pt x="1710808" y="142867"/>
                </a:cubicBezTo>
                <a:cubicBezTo>
                  <a:pt x="1710603" y="142524"/>
                  <a:pt x="1710500" y="142148"/>
                  <a:pt x="1710500" y="141737"/>
                </a:cubicBezTo>
                <a:lnTo>
                  <a:pt x="1710500" y="86583"/>
                </a:lnTo>
                <a:cubicBezTo>
                  <a:pt x="1710500" y="80831"/>
                  <a:pt x="1710055" y="76158"/>
                  <a:pt x="1709165" y="72563"/>
                </a:cubicBezTo>
                <a:cubicBezTo>
                  <a:pt x="1708275" y="68968"/>
                  <a:pt x="1706939" y="65887"/>
                  <a:pt x="1705159" y="63319"/>
                </a:cubicBezTo>
                <a:cubicBezTo>
                  <a:pt x="1703379" y="60752"/>
                  <a:pt x="1701102" y="58766"/>
                  <a:pt x="1698329" y="57362"/>
                </a:cubicBezTo>
                <a:cubicBezTo>
                  <a:pt x="1695556" y="55959"/>
                  <a:pt x="1692321" y="55257"/>
                  <a:pt x="1688623" y="55257"/>
                </a:cubicBezTo>
                <a:cubicBezTo>
                  <a:pt x="1683899" y="55257"/>
                  <a:pt x="1679174" y="56934"/>
                  <a:pt x="1674449" y="60290"/>
                </a:cubicBezTo>
                <a:cubicBezTo>
                  <a:pt x="1669725" y="63645"/>
                  <a:pt x="1664761" y="68575"/>
                  <a:pt x="1659557" y="75080"/>
                </a:cubicBezTo>
                <a:lnTo>
                  <a:pt x="1659557" y="141737"/>
                </a:lnTo>
                <a:cubicBezTo>
                  <a:pt x="1659557" y="142148"/>
                  <a:pt x="1659454" y="142524"/>
                  <a:pt x="1659249" y="142867"/>
                </a:cubicBezTo>
                <a:cubicBezTo>
                  <a:pt x="1659043" y="143209"/>
                  <a:pt x="1658718" y="143483"/>
                  <a:pt x="1658273" y="143688"/>
                </a:cubicBezTo>
                <a:cubicBezTo>
                  <a:pt x="1657828" y="143894"/>
                  <a:pt x="1657212" y="144065"/>
                  <a:pt x="1656424" y="144202"/>
                </a:cubicBezTo>
                <a:cubicBezTo>
                  <a:pt x="1655637" y="144339"/>
                  <a:pt x="1654627" y="144407"/>
                  <a:pt x="1653394" y="144407"/>
                </a:cubicBezTo>
                <a:cubicBezTo>
                  <a:pt x="1652230" y="144407"/>
                  <a:pt x="1651255" y="144339"/>
                  <a:pt x="1650467" y="144202"/>
                </a:cubicBezTo>
                <a:cubicBezTo>
                  <a:pt x="1649680" y="144065"/>
                  <a:pt x="1649046" y="143894"/>
                  <a:pt x="1648567" y="143688"/>
                </a:cubicBezTo>
                <a:cubicBezTo>
                  <a:pt x="1648088" y="143483"/>
                  <a:pt x="1647763" y="143209"/>
                  <a:pt x="1647591" y="142867"/>
                </a:cubicBezTo>
                <a:cubicBezTo>
                  <a:pt x="1647420" y="142522"/>
                  <a:pt x="1647335" y="142145"/>
                  <a:pt x="1647335" y="141734"/>
                </a:cubicBezTo>
                <a:lnTo>
                  <a:pt x="1647335" y="48687"/>
                </a:lnTo>
                <a:cubicBezTo>
                  <a:pt x="1647335" y="48276"/>
                  <a:pt x="1647420" y="47899"/>
                  <a:pt x="1647591" y="47557"/>
                </a:cubicBezTo>
                <a:cubicBezTo>
                  <a:pt x="1647763" y="47213"/>
                  <a:pt x="1648088" y="46920"/>
                  <a:pt x="1648567" y="46681"/>
                </a:cubicBezTo>
                <a:cubicBezTo>
                  <a:pt x="1649046" y="46441"/>
                  <a:pt x="1649646" y="46270"/>
                  <a:pt x="1650364" y="46167"/>
                </a:cubicBezTo>
                <a:cubicBezTo>
                  <a:pt x="1651083" y="46065"/>
                  <a:pt x="1652025" y="46013"/>
                  <a:pt x="1653189" y="46013"/>
                </a:cubicBezTo>
                <a:cubicBezTo>
                  <a:pt x="1654353" y="46013"/>
                  <a:pt x="1655312" y="46065"/>
                  <a:pt x="1656065" y="46167"/>
                </a:cubicBezTo>
                <a:cubicBezTo>
                  <a:pt x="1656818" y="46270"/>
                  <a:pt x="1657400" y="46441"/>
                  <a:pt x="1657811" y="46681"/>
                </a:cubicBezTo>
                <a:cubicBezTo>
                  <a:pt x="1658222" y="46920"/>
                  <a:pt x="1658513" y="47213"/>
                  <a:pt x="1658684" y="47557"/>
                </a:cubicBezTo>
                <a:cubicBezTo>
                  <a:pt x="1658855" y="47899"/>
                  <a:pt x="1658941" y="48276"/>
                  <a:pt x="1658941" y="48687"/>
                </a:cubicBezTo>
                <a:lnTo>
                  <a:pt x="1658941" y="61846"/>
                </a:lnTo>
                <a:cubicBezTo>
                  <a:pt x="1664281" y="55919"/>
                  <a:pt x="1669520" y="51628"/>
                  <a:pt x="1674655" y="48972"/>
                </a:cubicBezTo>
                <a:cubicBezTo>
                  <a:pt x="1679790" y="46315"/>
                  <a:pt x="1684891" y="44986"/>
                  <a:pt x="1689958" y="44986"/>
                </a:cubicBezTo>
                <a:cubicBezTo>
                  <a:pt x="1696052" y="44986"/>
                  <a:pt x="1701188" y="46013"/>
                  <a:pt x="1705365" y="48067"/>
                </a:cubicBezTo>
                <a:cubicBezTo>
                  <a:pt x="1709541" y="50122"/>
                  <a:pt x="1712914" y="52895"/>
                  <a:pt x="1715481" y="56387"/>
                </a:cubicBezTo>
                <a:cubicBezTo>
                  <a:pt x="1718049" y="59879"/>
                  <a:pt x="1719898" y="63953"/>
                  <a:pt x="1721028" y="68609"/>
                </a:cubicBezTo>
                <a:cubicBezTo>
                  <a:pt x="1722157" y="73265"/>
                  <a:pt x="1722722" y="78880"/>
                  <a:pt x="1722722" y="85453"/>
                </a:cubicBezTo>
                <a:lnTo>
                  <a:pt x="1722722" y="141737"/>
                </a:lnTo>
                <a:close/>
                <a:moveTo>
                  <a:pt x="1778714" y="60906"/>
                </a:moveTo>
                <a:cubicBezTo>
                  <a:pt x="1778714" y="62755"/>
                  <a:pt x="1778594" y="64312"/>
                  <a:pt x="1778354" y="65579"/>
                </a:cubicBezTo>
                <a:cubicBezTo>
                  <a:pt x="1778115" y="66846"/>
                  <a:pt x="1777652" y="67856"/>
                  <a:pt x="1776968" y="68609"/>
                </a:cubicBezTo>
                <a:cubicBezTo>
                  <a:pt x="1776283" y="69362"/>
                  <a:pt x="1775376" y="69893"/>
                  <a:pt x="1774246" y="70201"/>
                </a:cubicBezTo>
                <a:cubicBezTo>
                  <a:pt x="1773116" y="70509"/>
                  <a:pt x="1771661" y="70663"/>
                  <a:pt x="1769881" y="70663"/>
                </a:cubicBezTo>
                <a:cubicBezTo>
                  <a:pt x="1768100" y="70663"/>
                  <a:pt x="1766663" y="70509"/>
                  <a:pt x="1765567" y="70201"/>
                </a:cubicBezTo>
                <a:cubicBezTo>
                  <a:pt x="1764471" y="69893"/>
                  <a:pt x="1763581" y="69362"/>
                  <a:pt x="1762897" y="68609"/>
                </a:cubicBezTo>
                <a:cubicBezTo>
                  <a:pt x="1762212" y="67856"/>
                  <a:pt x="1761750" y="66846"/>
                  <a:pt x="1761510" y="65579"/>
                </a:cubicBezTo>
                <a:cubicBezTo>
                  <a:pt x="1761270" y="64312"/>
                  <a:pt x="1761151" y="62755"/>
                  <a:pt x="1761151" y="60906"/>
                </a:cubicBezTo>
                <a:cubicBezTo>
                  <a:pt x="1761151" y="58920"/>
                  <a:pt x="1761270" y="57294"/>
                  <a:pt x="1761510" y="56027"/>
                </a:cubicBezTo>
                <a:cubicBezTo>
                  <a:pt x="1761750" y="54760"/>
                  <a:pt x="1762212" y="53751"/>
                  <a:pt x="1762897" y="52997"/>
                </a:cubicBezTo>
                <a:cubicBezTo>
                  <a:pt x="1763581" y="52244"/>
                  <a:pt x="1764471" y="51713"/>
                  <a:pt x="1765567" y="51405"/>
                </a:cubicBezTo>
                <a:cubicBezTo>
                  <a:pt x="1766663" y="51097"/>
                  <a:pt x="1768100" y="50943"/>
                  <a:pt x="1769881" y="50943"/>
                </a:cubicBezTo>
                <a:cubicBezTo>
                  <a:pt x="1771661" y="50943"/>
                  <a:pt x="1773116" y="51097"/>
                  <a:pt x="1774246" y="51405"/>
                </a:cubicBezTo>
                <a:cubicBezTo>
                  <a:pt x="1775376" y="51713"/>
                  <a:pt x="1776283" y="52244"/>
                  <a:pt x="1776968" y="52997"/>
                </a:cubicBezTo>
                <a:cubicBezTo>
                  <a:pt x="1777652" y="53751"/>
                  <a:pt x="1778115" y="54760"/>
                  <a:pt x="1778354" y="56027"/>
                </a:cubicBezTo>
                <a:cubicBezTo>
                  <a:pt x="1778594" y="57294"/>
                  <a:pt x="1778714" y="58920"/>
                  <a:pt x="1778714" y="60906"/>
                </a:cubicBezTo>
                <a:moveTo>
                  <a:pt x="1778714" y="134753"/>
                </a:moveTo>
                <a:cubicBezTo>
                  <a:pt x="1778714" y="136670"/>
                  <a:pt x="1778594" y="138262"/>
                  <a:pt x="1778354" y="139529"/>
                </a:cubicBezTo>
                <a:cubicBezTo>
                  <a:pt x="1778115" y="140796"/>
                  <a:pt x="1777652" y="141806"/>
                  <a:pt x="1776968" y="142559"/>
                </a:cubicBezTo>
                <a:cubicBezTo>
                  <a:pt x="1776283" y="143312"/>
                  <a:pt x="1775376" y="143843"/>
                  <a:pt x="1774246" y="144151"/>
                </a:cubicBezTo>
                <a:cubicBezTo>
                  <a:pt x="1773116" y="144459"/>
                  <a:pt x="1771661" y="144613"/>
                  <a:pt x="1769881" y="144613"/>
                </a:cubicBezTo>
                <a:cubicBezTo>
                  <a:pt x="1768100" y="144613"/>
                  <a:pt x="1766663" y="144459"/>
                  <a:pt x="1765567" y="144151"/>
                </a:cubicBezTo>
                <a:cubicBezTo>
                  <a:pt x="1764471" y="143843"/>
                  <a:pt x="1763581" y="143312"/>
                  <a:pt x="1762897" y="142559"/>
                </a:cubicBezTo>
                <a:cubicBezTo>
                  <a:pt x="1762212" y="141806"/>
                  <a:pt x="1761750" y="140796"/>
                  <a:pt x="1761510" y="139529"/>
                </a:cubicBezTo>
                <a:cubicBezTo>
                  <a:pt x="1761270" y="138262"/>
                  <a:pt x="1761151" y="136670"/>
                  <a:pt x="1761151" y="134753"/>
                </a:cubicBezTo>
                <a:cubicBezTo>
                  <a:pt x="1761151" y="132836"/>
                  <a:pt x="1761270" y="131227"/>
                  <a:pt x="1761510" y="129926"/>
                </a:cubicBezTo>
                <a:cubicBezTo>
                  <a:pt x="1761750" y="128625"/>
                  <a:pt x="1762212" y="127615"/>
                  <a:pt x="1762897" y="126896"/>
                </a:cubicBezTo>
                <a:cubicBezTo>
                  <a:pt x="1763581" y="126177"/>
                  <a:pt x="1764471" y="125663"/>
                  <a:pt x="1765567" y="125355"/>
                </a:cubicBezTo>
                <a:cubicBezTo>
                  <a:pt x="1766663" y="125047"/>
                  <a:pt x="1768100" y="124893"/>
                  <a:pt x="1769881" y="124893"/>
                </a:cubicBezTo>
                <a:cubicBezTo>
                  <a:pt x="1771661" y="124893"/>
                  <a:pt x="1773116" y="125047"/>
                  <a:pt x="1774246" y="125355"/>
                </a:cubicBezTo>
                <a:cubicBezTo>
                  <a:pt x="1775376" y="125663"/>
                  <a:pt x="1776283" y="126177"/>
                  <a:pt x="1776968" y="126896"/>
                </a:cubicBezTo>
                <a:cubicBezTo>
                  <a:pt x="1777652" y="127615"/>
                  <a:pt x="1778115" y="128625"/>
                  <a:pt x="1778354" y="129926"/>
                </a:cubicBezTo>
                <a:cubicBezTo>
                  <a:pt x="1778594" y="131227"/>
                  <a:pt x="1778714" y="132836"/>
                  <a:pt x="1778714" y="134753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[attacker’smaliciousURL].">
            <a:extLst xmlns:a="http://schemas.openxmlformats.org/drawingml/2006/main">
              <a:ext uri="{FF2B5EF4-FFF2-40B4-BE49-F238E27FC236}">
                <a16:creationId xmlns:a16="http://schemas.microsoft.com/office/drawing/2014/main" id="{C94CD324-B137-455E-BD76-EF27459B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78" y="4295572"/>
            <a:ext cx="2133439" cy="175836"/>
          </a:xfrm>
          <a:custGeom xmlns:a="http://schemas.openxmlformats.org/drawingml/2006/main">
            <a:pathLst>
              <a:path w="2133439" h="175836">
                <a:moveTo>
                  <a:pt x="31531" y="171317"/>
                </a:moveTo>
                <a:cubicBezTo>
                  <a:pt x="31531" y="172892"/>
                  <a:pt x="31309" y="174039"/>
                  <a:pt x="30864" y="174758"/>
                </a:cubicBezTo>
                <a:cubicBezTo>
                  <a:pt x="30419" y="175477"/>
                  <a:pt x="29751" y="175836"/>
                  <a:pt x="28861" y="175836"/>
                </a:cubicBezTo>
                <a:lnTo>
                  <a:pt x="5649" y="175836"/>
                </a:lnTo>
                <a:cubicBezTo>
                  <a:pt x="5033" y="175836"/>
                  <a:pt x="4399" y="175733"/>
                  <a:pt x="3749" y="175528"/>
                </a:cubicBezTo>
                <a:cubicBezTo>
                  <a:pt x="3098" y="175323"/>
                  <a:pt x="2482" y="174980"/>
                  <a:pt x="1900" y="174501"/>
                </a:cubicBezTo>
                <a:cubicBezTo>
                  <a:pt x="1318" y="174022"/>
                  <a:pt x="856" y="173353"/>
                  <a:pt x="514" y="172495"/>
                </a:cubicBezTo>
                <a:cubicBezTo>
                  <a:pt x="171" y="171639"/>
                  <a:pt x="0" y="170595"/>
                  <a:pt x="0" y="169362"/>
                </a:cubicBezTo>
                <a:lnTo>
                  <a:pt x="0" y="7501"/>
                </a:lnTo>
                <a:cubicBezTo>
                  <a:pt x="0" y="6268"/>
                  <a:pt x="171" y="5224"/>
                  <a:pt x="514" y="4368"/>
                </a:cubicBezTo>
                <a:cubicBezTo>
                  <a:pt x="856" y="3510"/>
                  <a:pt x="1318" y="2842"/>
                  <a:pt x="1900" y="2362"/>
                </a:cubicBezTo>
                <a:cubicBezTo>
                  <a:pt x="2482" y="1883"/>
                  <a:pt x="3098" y="1541"/>
                  <a:pt x="3749" y="1335"/>
                </a:cubicBezTo>
                <a:cubicBezTo>
                  <a:pt x="4399" y="1130"/>
                  <a:pt x="5033" y="1027"/>
                  <a:pt x="5649" y="1027"/>
                </a:cubicBezTo>
                <a:lnTo>
                  <a:pt x="28861" y="1027"/>
                </a:lnTo>
                <a:cubicBezTo>
                  <a:pt x="29272" y="1027"/>
                  <a:pt x="29648" y="1113"/>
                  <a:pt x="29991" y="1284"/>
                </a:cubicBezTo>
                <a:cubicBezTo>
                  <a:pt x="30333" y="1455"/>
                  <a:pt x="30624" y="1746"/>
                  <a:pt x="30864" y="2157"/>
                </a:cubicBezTo>
                <a:cubicBezTo>
                  <a:pt x="31103" y="2568"/>
                  <a:pt x="31275" y="3064"/>
                  <a:pt x="31377" y="3646"/>
                </a:cubicBezTo>
                <a:cubicBezTo>
                  <a:pt x="31480" y="4228"/>
                  <a:pt x="31531" y="4930"/>
                  <a:pt x="31531" y="5752"/>
                </a:cubicBezTo>
                <a:cubicBezTo>
                  <a:pt x="31531" y="7327"/>
                  <a:pt x="31309" y="8473"/>
                  <a:pt x="30864" y="9192"/>
                </a:cubicBezTo>
                <a:cubicBezTo>
                  <a:pt x="30419" y="9911"/>
                  <a:pt x="29751" y="10271"/>
                  <a:pt x="28861" y="10271"/>
                </a:cubicBezTo>
                <a:lnTo>
                  <a:pt x="11606" y="10271"/>
                </a:lnTo>
                <a:lnTo>
                  <a:pt x="11606" y="166592"/>
                </a:lnTo>
                <a:lnTo>
                  <a:pt x="28861" y="166592"/>
                </a:lnTo>
                <a:cubicBezTo>
                  <a:pt x="29272" y="166592"/>
                  <a:pt x="29648" y="166678"/>
                  <a:pt x="29991" y="166849"/>
                </a:cubicBezTo>
                <a:cubicBezTo>
                  <a:pt x="30333" y="167020"/>
                  <a:pt x="30624" y="167311"/>
                  <a:pt x="30864" y="167722"/>
                </a:cubicBezTo>
                <a:cubicBezTo>
                  <a:pt x="31103" y="168133"/>
                  <a:pt x="31275" y="168629"/>
                  <a:pt x="31377" y="169211"/>
                </a:cubicBezTo>
                <a:cubicBezTo>
                  <a:pt x="31480" y="169793"/>
                  <a:pt x="31531" y="170495"/>
                  <a:pt x="31531" y="171317"/>
                </a:cubicBezTo>
                <a:close/>
                <a:moveTo>
                  <a:pt x="126749" y="141737"/>
                </a:moveTo>
                <a:cubicBezTo>
                  <a:pt x="126749" y="142422"/>
                  <a:pt x="126527" y="142952"/>
                  <a:pt x="126081" y="143329"/>
                </a:cubicBezTo>
                <a:cubicBezTo>
                  <a:pt x="125636" y="143706"/>
                  <a:pt x="125054" y="143979"/>
                  <a:pt x="124335" y="144151"/>
                </a:cubicBezTo>
                <a:cubicBezTo>
                  <a:pt x="123616" y="144322"/>
                  <a:pt x="122641" y="144407"/>
                  <a:pt x="121408" y="144407"/>
                </a:cubicBezTo>
                <a:cubicBezTo>
                  <a:pt x="120244" y="144407"/>
                  <a:pt x="119251" y="144322"/>
                  <a:pt x="118430" y="144151"/>
                </a:cubicBezTo>
                <a:cubicBezTo>
                  <a:pt x="117608" y="143979"/>
                  <a:pt x="116975" y="143706"/>
                  <a:pt x="116530" y="143329"/>
                </a:cubicBezTo>
                <a:cubicBezTo>
                  <a:pt x="116085" y="142952"/>
                  <a:pt x="115862" y="142422"/>
                  <a:pt x="115862" y="141737"/>
                </a:cubicBezTo>
                <a:lnTo>
                  <a:pt x="115862" y="131364"/>
                </a:lnTo>
                <a:cubicBezTo>
                  <a:pt x="111685" y="135883"/>
                  <a:pt x="107080" y="139392"/>
                  <a:pt x="102048" y="141891"/>
                </a:cubicBezTo>
                <a:cubicBezTo>
                  <a:pt x="97015" y="144390"/>
                  <a:pt x="91794" y="145640"/>
                  <a:pt x="86385" y="145640"/>
                </a:cubicBezTo>
                <a:cubicBezTo>
                  <a:pt x="81523" y="145640"/>
                  <a:pt x="77158" y="145007"/>
                  <a:pt x="73290" y="143740"/>
                </a:cubicBezTo>
                <a:cubicBezTo>
                  <a:pt x="69421" y="142473"/>
                  <a:pt x="66151" y="140659"/>
                  <a:pt x="63481" y="138296"/>
                </a:cubicBezTo>
                <a:cubicBezTo>
                  <a:pt x="60811" y="135934"/>
                  <a:pt x="58756" y="133075"/>
                  <a:pt x="57318" y="129720"/>
                </a:cubicBezTo>
                <a:cubicBezTo>
                  <a:pt x="55881" y="126365"/>
                  <a:pt x="55162" y="122599"/>
                  <a:pt x="55162" y="118422"/>
                </a:cubicBezTo>
                <a:cubicBezTo>
                  <a:pt x="55162" y="113287"/>
                  <a:pt x="56223" y="108819"/>
                  <a:pt x="58346" y="105019"/>
                </a:cubicBezTo>
                <a:cubicBezTo>
                  <a:pt x="60468" y="101219"/>
                  <a:pt x="63481" y="98052"/>
                  <a:pt x="67384" y="95518"/>
                </a:cubicBezTo>
                <a:cubicBezTo>
                  <a:pt x="71287" y="92985"/>
                  <a:pt x="75977" y="91085"/>
                  <a:pt x="81455" y="89818"/>
                </a:cubicBezTo>
                <a:cubicBezTo>
                  <a:pt x="86933" y="88551"/>
                  <a:pt x="93027" y="87918"/>
                  <a:pt x="99737" y="87918"/>
                </a:cubicBezTo>
                <a:lnTo>
                  <a:pt x="114527" y="87918"/>
                </a:lnTo>
                <a:lnTo>
                  <a:pt x="114527" y="79881"/>
                </a:lnTo>
                <a:cubicBezTo>
                  <a:pt x="114527" y="75897"/>
                  <a:pt x="114116" y="72377"/>
                  <a:pt x="113294" y="69321"/>
                </a:cubicBezTo>
                <a:cubicBezTo>
                  <a:pt x="112473" y="66264"/>
                  <a:pt x="111137" y="63705"/>
                  <a:pt x="109289" y="61644"/>
                </a:cubicBezTo>
                <a:cubicBezTo>
                  <a:pt x="107440" y="59583"/>
                  <a:pt x="105043" y="58039"/>
                  <a:pt x="102099" y="57009"/>
                </a:cubicBezTo>
                <a:cubicBezTo>
                  <a:pt x="99155" y="55978"/>
                  <a:pt x="95560" y="55462"/>
                  <a:pt x="91315" y="55462"/>
                </a:cubicBezTo>
                <a:cubicBezTo>
                  <a:pt x="87206" y="55462"/>
                  <a:pt x="83509" y="55959"/>
                  <a:pt x="80222" y="56952"/>
                </a:cubicBezTo>
                <a:cubicBezTo>
                  <a:pt x="76936" y="57944"/>
                  <a:pt x="74060" y="59057"/>
                  <a:pt x="71595" y="60290"/>
                </a:cubicBezTo>
                <a:cubicBezTo>
                  <a:pt x="69130" y="61522"/>
                  <a:pt x="67093" y="62635"/>
                  <a:pt x="65484" y="63628"/>
                </a:cubicBezTo>
                <a:cubicBezTo>
                  <a:pt x="63875" y="64620"/>
                  <a:pt x="62728" y="65117"/>
                  <a:pt x="62043" y="65117"/>
                </a:cubicBezTo>
                <a:cubicBezTo>
                  <a:pt x="61632" y="65117"/>
                  <a:pt x="61256" y="65048"/>
                  <a:pt x="60913" y="64911"/>
                </a:cubicBezTo>
                <a:cubicBezTo>
                  <a:pt x="60571" y="64772"/>
                  <a:pt x="60280" y="64513"/>
                  <a:pt x="60040" y="64135"/>
                </a:cubicBezTo>
                <a:cubicBezTo>
                  <a:pt x="59801" y="63754"/>
                  <a:pt x="59629" y="63270"/>
                  <a:pt x="59527" y="62684"/>
                </a:cubicBezTo>
                <a:cubicBezTo>
                  <a:pt x="59424" y="62096"/>
                  <a:pt x="59373" y="61387"/>
                  <a:pt x="59373" y="60559"/>
                </a:cubicBezTo>
                <a:cubicBezTo>
                  <a:pt x="59373" y="59108"/>
                  <a:pt x="59475" y="57952"/>
                  <a:pt x="59681" y="57090"/>
                </a:cubicBezTo>
                <a:cubicBezTo>
                  <a:pt x="59886" y="56225"/>
                  <a:pt x="60417" y="55362"/>
                  <a:pt x="61273" y="54499"/>
                </a:cubicBezTo>
                <a:cubicBezTo>
                  <a:pt x="62129" y="53635"/>
                  <a:pt x="63652" y="52628"/>
                  <a:pt x="65843" y="51479"/>
                </a:cubicBezTo>
                <a:cubicBezTo>
                  <a:pt x="68034" y="50328"/>
                  <a:pt x="70551" y="49262"/>
                  <a:pt x="73392" y="48282"/>
                </a:cubicBezTo>
                <a:cubicBezTo>
                  <a:pt x="76234" y="47302"/>
                  <a:pt x="79298" y="46509"/>
                  <a:pt x="82585" y="45901"/>
                </a:cubicBezTo>
                <a:cubicBezTo>
                  <a:pt x="85871" y="45291"/>
                  <a:pt x="89158" y="44986"/>
                  <a:pt x="92445" y="44986"/>
                </a:cubicBezTo>
                <a:cubicBezTo>
                  <a:pt x="98812" y="44986"/>
                  <a:pt x="104188" y="45756"/>
                  <a:pt x="108570" y="47297"/>
                </a:cubicBezTo>
                <a:cubicBezTo>
                  <a:pt x="112952" y="48838"/>
                  <a:pt x="116495" y="51046"/>
                  <a:pt x="119200" y="53922"/>
                </a:cubicBezTo>
                <a:cubicBezTo>
                  <a:pt x="121905" y="56798"/>
                  <a:pt x="123839" y="60341"/>
                  <a:pt x="125003" y="64552"/>
                </a:cubicBezTo>
                <a:cubicBezTo>
                  <a:pt x="126167" y="68763"/>
                  <a:pt x="126749" y="73539"/>
                  <a:pt x="126749" y="78880"/>
                </a:cubicBezTo>
                <a:lnTo>
                  <a:pt x="126749" y="141737"/>
                </a:lnTo>
                <a:moveTo>
                  <a:pt x="114527" y="97983"/>
                </a:moveTo>
                <a:lnTo>
                  <a:pt x="97580" y="97983"/>
                </a:lnTo>
                <a:cubicBezTo>
                  <a:pt x="92650" y="97983"/>
                  <a:pt x="88336" y="98429"/>
                  <a:pt x="84639" y="99319"/>
                </a:cubicBezTo>
                <a:cubicBezTo>
                  <a:pt x="80941" y="100209"/>
                  <a:pt x="77860" y="101510"/>
                  <a:pt x="75395" y="103222"/>
                </a:cubicBezTo>
                <a:cubicBezTo>
                  <a:pt x="72930" y="104933"/>
                  <a:pt x="71098" y="106987"/>
                  <a:pt x="69900" y="109384"/>
                </a:cubicBezTo>
                <a:cubicBezTo>
                  <a:pt x="68702" y="111781"/>
                  <a:pt x="68103" y="114519"/>
                  <a:pt x="68103" y="117601"/>
                </a:cubicBezTo>
                <a:cubicBezTo>
                  <a:pt x="68103" y="122941"/>
                  <a:pt x="69797" y="127204"/>
                  <a:pt x="73187" y="130388"/>
                </a:cubicBezTo>
                <a:cubicBezTo>
                  <a:pt x="76576" y="133572"/>
                  <a:pt x="81352" y="135164"/>
                  <a:pt x="87515" y="135164"/>
                </a:cubicBezTo>
                <a:cubicBezTo>
                  <a:pt x="92376" y="135164"/>
                  <a:pt x="96912" y="133914"/>
                  <a:pt x="101123" y="131415"/>
                </a:cubicBezTo>
                <a:cubicBezTo>
                  <a:pt x="105334" y="128916"/>
                  <a:pt x="109802" y="125064"/>
                  <a:pt x="114527" y="119860"/>
                </a:cubicBezTo>
                <a:lnTo>
                  <a:pt x="114527" y="97983"/>
                </a:lnTo>
                <a:close/>
                <a:moveTo>
                  <a:pt x="194758" y="136294"/>
                </a:moveTo>
                <a:cubicBezTo>
                  <a:pt x="194758" y="137731"/>
                  <a:pt x="194638" y="138895"/>
                  <a:pt x="194399" y="139786"/>
                </a:cubicBezTo>
                <a:cubicBezTo>
                  <a:pt x="194159" y="140676"/>
                  <a:pt x="193783" y="141378"/>
                  <a:pt x="193269" y="141891"/>
                </a:cubicBezTo>
                <a:cubicBezTo>
                  <a:pt x="192755" y="142405"/>
                  <a:pt x="192002" y="142884"/>
                  <a:pt x="191009" y="143329"/>
                </a:cubicBezTo>
                <a:cubicBezTo>
                  <a:pt x="190017" y="143774"/>
                  <a:pt x="188870" y="144151"/>
                  <a:pt x="187569" y="144459"/>
                </a:cubicBezTo>
                <a:cubicBezTo>
                  <a:pt x="186268" y="144767"/>
                  <a:pt x="184898" y="145007"/>
                  <a:pt x="183460" y="145178"/>
                </a:cubicBezTo>
                <a:cubicBezTo>
                  <a:pt x="182022" y="145349"/>
                  <a:pt x="180619" y="145435"/>
                  <a:pt x="179249" y="145435"/>
                </a:cubicBezTo>
                <a:cubicBezTo>
                  <a:pt x="174662" y="145435"/>
                  <a:pt x="170759" y="144818"/>
                  <a:pt x="167541" y="143586"/>
                </a:cubicBezTo>
                <a:cubicBezTo>
                  <a:pt x="164322" y="142353"/>
                  <a:pt x="161686" y="140487"/>
                  <a:pt x="159632" y="137988"/>
                </a:cubicBezTo>
                <a:cubicBezTo>
                  <a:pt x="157578" y="135489"/>
                  <a:pt x="156089" y="132322"/>
                  <a:pt x="155164" y="128488"/>
                </a:cubicBezTo>
                <a:cubicBezTo>
                  <a:pt x="154240" y="124653"/>
                  <a:pt x="153778" y="120134"/>
                  <a:pt x="153778" y="114930"/>
                </a:cubicBezTo>
                <a:lnTo>
                  <a:pt x="153778" y="57106"/>
                </a:lnTo>
                <a:lnTo>
                  <a:pt x="139912" y="57106"/>
                </a:lnTo>
                <a:cubicBezTo>
                  <a:pt x="138954" y="57106"/>
                  <a:pt x="138200" y="56673"/>
                  <a:pt x="137653" y="55809"/>
                </a:cubicBezTo>
                <a:cubicBezTo>
                  <a:pt x="137105" y="54944"/>
                  <a:pt x="136831" y="53648"/>
                  <a:pt x="136831" y="51919"/>
                </a:cubicBezTo>
                <a:cubicBezTo>
                  <a:pt x="136831" y="51020"/>
                  <a:pt x="136899" y="50242"/>
                  <a:pt x="137036" y="49585"/>
                </a:cubicBezTo>
                <a:cubicBezTo>
                  <a:pt x="137173" y="48929"/>
                  <a:pt x="137379" y="48375"/>
                  <a:pt x="137653" y="47926"/>
                </a:cubicBezTo>
                <a:cubicBezTo>
                  <a:pt x="137926" y="47477"/>
                  <a:pt x="138252" y="47148"/>
                  <a:pt x="138628" y="46941"/>
                </a:cubicBezTo>
                <a:cubicBezTo>
                  <a:pt x="139005" y="46733"/>
                  <a:pt x="139433" y="46629"/>
                  <a:pt x="139912" y="46629"/>
                </a:cubicBezTo>
                <a:lnTo>
                  <a:pt x="153778" y="46629"/>
                </a:lnTo>
                <a:lnTo>
                  <a:pt x="153778" y="23828"/>
                </a:lnTo>
                <a:cubicBezTo>
                  <a:pt x="153778" y="23417"/>
                  <a:pt x="153863" y="23041"/>
                  <a:pt x="154035" y="22698"/>
                </a:cubicBezTo>
                <a:cubicBezTo>
                  <a:pt x="154206" y="22356"/>
                  <a:pt x="154531" y="22065"/>
                  <a:pt x="155010" y="21825"/>
                </a:cubicBezTo>
                <a:cubicBezTo>
                  <a:pt x="155490" y="21586"/>
                  <a:pt x="156123" y="21415"/>
                  <a:pt x="156910" y="21312"/>
                </a:cubicBezTo>
                <a:cubicBezTo>
                  <a:pt x="157698" y="21209"/>
                  <a:pt x="158673" y="21158"/>
                  <a:pt x="159838" y="21158"/>
                </a:cubicBezTo>
                <a:cubicBezTo>
                  <a:pt x="161070" y="21158"/>
                  <a:pt x="162080" y="21209"/>
                  <a:pt x="162867" y="21312"/>
                </a:cubicBezTo>
                <a:cubicBezTo>
                  <a:pt x="163655" y="21415"/>
                  <a:pt x="164271" y="21586"/>
                  <a:pt x="164716" y="21825"/>
                </a:cubicBezTo>
                <a:cubicBezTo>
                  <a:pt x="165161" y="22065"/>
                  <a:pt x="165486" y="22356"/>
                  <a:pt x="165692" y="22698"/>
                </a:cubicBezTo>
                <a:cubicBezTo>
                  <a:pt x="165897" y="23041"/>
                  <a:pt x="166000" y="23417"/>
                  <a:pt x="166000" y="23828"/>
                </a:cubicBezTo>
                <a:lnTo>
                  <a:pt x="166000" y="46629"/>
                </a:lnTo>
                <a:lnTo>
                  <a:pt x="191677" y="46629"/>
                </a:lnTo>
                <a:cubicBezTo>
                  <a:pt x="192156" y="46629"/>
                  <a:pt x="192584" y="46733"/>
                  <a:pt x="192961" y="46941"/>
                </a:cubicBezTo>
                <a:cubicBezTo>
                  <a:pt x="193337" y="47148"/>
                  <a:pt x="193663" y="47477"/>
                  <a:pt x="193937" y="47926"/>
                </a:cubicBezTo>
                <a:cubicBezTo>
                  <a:pt x="194210" y="48375"/>
                  <a:pt x="194416" y="48929"/>
                  <a:pt x="194553" y="49585"/>
                </a:cubicBezTo>
                <a:cubicBezTo>
                  <a:pt x="194690" y="50242"/>
                  <a:pt x="194758" y="51020"/>
                  <a:pt x="194758" y="51919"/>
                </a:cubicBezTo>
                <a:cubicBezTo>
                  <a:pt x="194758" y="53648"/>
                  <a:pt x="194467" y="54944"/>
                  <a:pt x="193885" y="55809"/>
                </a:cubicBezTo>
                <a:cubicBezTo>
                  <a:pt x="193303" y="56673"/>
                  <a:pt x="192567" y="57106"/>
                  <a:pt x="191677" y="57106"/>
                </a:cubicBezTo>
                <a:lnTo>
                  <a:pt x="166000" y="57106"/>
                </a:lnTo>
                <a:lnTo>
                  <a:pt x="166000" y="113287"/>
                </a:lnTo>
                <a:cubicBezTo>
                  <a:pt x="166000" y="120340"/>
                  <a:pt x="167010" y="125715"/>
                  <a:pt x="169030" y="129412"/>
                </a:cubicBezTo>
                <a:cubicBezTo>
                  <a:pt x="171050" y="133110"/>
                  <a:pt x="174730" y="134958"/>
                  <a:pt x="180071" y="134958"/>
                </a:cubicBezTo>
                <a:cubicBezTo>
                  <a:pt x="181714" y="134958"/>
                  <a:pt x="183204" y="134787"/>
                  <a:pt x="184539" y="134445"/>
                </a:cubicBezTo>
                <a:cubicBezTo>
                  <a:pt x="185874" y="134102"/>
                  <a:pt x="187055" y="133726"/>
                  <a:pt x="188082" y="133315"/>
                </a:cubicBezTo>
                <a:cubicBezTo>
                  <a:pt x="189109" y="132904"/>
                  <a:pt x="189982" y="132528"/>
                  <a:pt x="190701" y="132185"/>
                </a:cubicBezTo>
                <a:cubicBezTo>
                  <a:pt x="191420" y="131843"/>
                  <a:pt x="192054" y="131672"/>
                  <a:pt x="192601" y="131672"/>
                </a:cubicBezTo>
                <a:cubicBezTo>
                  <a:pt x="192944" y="131672"/>
                  <a:pt x="193252" y="131740"/>
                  <a:pt x="193526" y="131877"/>
                </a:cubicBezTo>
                <a:cubicBezTo>
                  <a:pt x="193800" y="132014"/>
                  <a:pt x="194022" y="132271"/>
                  <a:pt x="194193" y="132647"/>
                </a:cubicBezTo>
                <a:cubicBezTo>
                  <a:pt x="194365" y="133024"/>
                  <a:pt x="194501" y="133503"/>
                  <a:pt x="194604" y="134085"/>
                </a:cubicBezTo>
                <a:cubicBezTo>
                  <a:pt x="194707" y="134667"/>
                  <a:pt x="194758" y="135403"/>
                  <a:pt x="194758" y="136294"/>
                </a:cubicBezTo>
                <a:close/>
                <a:moveTo>
                  <a:pt x="261017" y="136294"/>
                </a:moveTo>
                <a:cubicBezTo>
                  <a:pt x="261017" y="137731"/>
                  <a:pt x="260897" y="138895"/>
                  <a:pt x="260658" y="139786"/>
                </a:cubicBezTo>
                <a:cubicBezTo>
                  <a:pt x="260418" y="140676"/>
                  <a:pt x="260041" y="141378"/>
                  <a:pt x="259528" y="141891"/>
                </a:cubicBezTo>
                <a:cubicBezTo>
                  <a:pt x="259014" y="142405"/>
                  <a:pt x="258261" y="142884"/>
                  <a:pt x="257268" y="143329"/>
                </a:cubicBezTo>
                <a:cubicBezTo>
                  <a:pt x="256276" y="143774"/>
                  <a:pt x="255129" y="144151"/>
                  <a:pt x="253828" y="144459"/>
                </a:cubicBezTo>
                <a:cubicBezTo>
                  <a:pt x="252527" y="144767"/>
                  <a:pt x="251157" y="145007"/>
                  <a:pt x="249719" y="145178"/>
                </a:cubicBezTo>
                <a:cubicBezTo>
                  <a:pt x="248281" y="145349"/>
                  <a:pt x="246878" y="145435"/>
                  <a:pt x="245508" y="145435"/>
                </a:cubicBezTo>
                <a:cubicBezTo>
                  <a:pt x="240921" y="145435"/>
                  <a:pt x="237018" y="144818"/>
                  <a:pt x="233800" y="143586"/>
                </a:cubicBezTo>
                <a:cubicBezTo>
                  <a:pt x="230581" y="142353"/>
                  <a:pt x="227945" y="140487"/>
                  <a:pt x="225891" y="137988"/>
                </a:cubicBezTo>
                <a:cubicBezTo>
                  <a:pt x="223837" y="135489"/>
                  <a:pt x="222348" y="132322"/>
                  <a:pt x="221423" y="128488"/>
                </a:cubicBezTo>
                <a:cubicBezTo>
                  <a:pt x="220499" y="124653"/>
                  <a:pt x="220037" y="120134"/>
                  <a:pt x="220037" y="114930"/>
                </a:cubicBezTo>
                <a:lnTo>
                  <a:pt x="220037" y="57106"/>
                </a:lnTo>
                <a:lnTo>
                  <a:pt x="206171" y="57106"/>
                </a:lnTo>
                <a:cubicBezTo>
                  <a:pt x="205213" y="57106"/>
                  <a:pt x="204459" y="56673"/>
                  <a:pt x="203912" y="55809"/>
                </a:cubicBezTo>
                <a:cubicBezTo>
                  <a:pt x="203364" y="54944"/>
                  <a:pt x="203090" y="53648"/>
                  <a:pt x="203090" y="51919"/>
                </a:cubicBezTo>
                <a:cubicBezTo>
                  <a:pt x="203090" y="51020"/>
                  <a:pt x="203158" y="50242"/>
                  <a:pt x="203295" y="49585"/>
                </a:cubicBezTo>
                <a:cubicBezTo>
                  <a:pt x="203432" y="48929"/>
                  <a:pt x="203638" y="48375"/>
                  <a:pt x="203912" y="47926"/>
                </a:cubicBezTo>
                <a:cubicBezTo>
                  <a:pt x="204185" y="47477"/>
                  <a:pt x="204511" y="47148"/>
                  <a:pt x="204887" y="46941"/>
                </a:cubicBezTo>
                <a:cubicBezTo>
                  <a:pt x="205264" y="46733"/>
                  <a:pt x="205692" y="46629"/>
                  <a:pt x="206171" y="46629"/>
                </a:cubicBezTo>
                <a:lnTo>
                  <a:pt x="220037" y="46629"/>
                </a:lnTo>
                <a:lnTo>
                  <a:pt x="220037" y="23828"/>
                </a:lnTo>
                <a:cubicBezTo>
                  <a:pt x="220037" y="23417"/>
                  <a:pt x="220122" y="23041"/>
                  <a:pt x="220293" y="22698"/>
                </a:cubicBezTo>
                <a:cubicBezTo>
                  <a:pt x="220465" y="22356"/>
                  <a:pt x="220790" y="22065"/>
                  <a:pt x="221269" y="21825"/>
                </a:cubicBezTo>
                <a:cubicBezTo>
                  <a:pt x="221749" y="21586"/>
                  <a:pt x="222382" y="21415"/>
                  <a:pt x="223169" y="21312"/>
                </a:cubicBezTo>
                <a:cubicBezTo>
                  <a:pt x="223957" y="21209"/>
                  <a:pt x="224932" y="21158"/>
                  <a:pt x="226096" y="21158"/>
                </a:cubicBezTo>
                <a:cubicBezTo>
                  <a:pt x="227329" y="21158"/>
                  <a:pt x="228339" y="21209"/>
                  <a:pt x="229126" y="21312"/>
                </a:cubicBezTo>
                <a:cubicBezTo>
                  <a:pt x="229914" y="21415"/>
                  <a:pt x="230530" y="21586"/>
                  <a:pt x="230975" y="21825"/>
                </a:cubicBezTo>
                <a:cubicBezTo>
                  <a:pt x="231420" y="22065"/>
                  <a:pt x="231745" y="22356"/>
                  <a:pt x="231951" y="22698"/>
                </a:cubicBezTo>
                <a:cubicBezTo>
                  <a:pt x="232156" y="23041"/>
                  <a:pt x="232259" y="23417"/>
                  <a:pt x="232259" y="23828"/>
                </a:cubicBezTo>
                <a:lnTo>
                  <a:pt x="232259" y="46629"/>
                </a:lnTo>
                <a:lnTo>
                  <a:pt x="257936" y="46629"/>
                </a:lnTo>
                <a:cubicBezTo>
                  <a:pt x="258415" y="46629"/>
                  <a:pt x="258843" y="46733"/>
                  <a:pt x="259220" y="46941"/>
                </a:cubicBezTo>
                <a:cubicBezTo>
                  <a:pt x="259596" y="47148"/>
                  <a:pt x="259922" y="47477"/>
                  <a:pt x="260196" y="47926"/>
                </a:cubicBezTo>
                <a:cubicBezTo>
                  <a:pt x="260469" y="48375"/>
                  <a:pt x="260675" y="48929"/>
                  <a:pt x="260812" y="49585"/>
                </a:cubicBezTo>
                <a:cubicBezTo>
                  <a:pt x="260949" y="50242"/>
                  <a:pt x="261017" y="51020"/>
                  <a:pt x="261017" y="51919"/>
                </a:cubicBezTo>
                <a:cubicBezTo>
                  <a:pt x="261017" y="53648"/>
                  <a:pt x="260726" y="54944"/>
                  <a:pt x="260144" y="55809"/>
                </a:cubicBezTo>
                <a:cubicBezTo>
                  <a:pt x="259562" y="56673"/>
                  <a:pt x="258826" y="57106"/>
                  <a:pt x="257936" y="57106"/>
                </a:cubicBezTo>
                <a:lnTo>
                  <a:pt x="232259" y="57106"/>
                </a:lnTo>
                <a:lnTo>
                  <a:pt x="232259" y="113287"/>
                </a:lnTo>
                <a:cubicBezTo>
                  <a:pt x="232259" y="120340"/>
                  <a:pt x="233269" y="125715"/>
                  <a:pt x="235289" y="129412"/>
                </a:cubicBezTo>
                <a:cubicBezTo>
                  <a:pt x="237309" y="133110"/>
                  <a:pt x="240989" y="134958"/>
                  <a:pt x="246330" y="134958"/>
                </a:cubicBezTo>
                <a:cubicBezTo>
                  <a:pt x="247973" y="134958"/>
                  <a:pt x="249463" y="134787"/>
                  <a:pt x="250798" y="134445"/>
                </a:cubicBezTo>
                <a:cubicBezTo>
                  <a:pt x="252133" y="134102"/>
                  <a:pt x="253314" y="133726"/>
                  <a:pt x="254341" y="133315"/>
                </a:cubicBezTo>
                <a:cubicBezTo>
                  <a:pt x="255368" y="132904"/>
                  <a:pt x="256241" y="132528"/>
                  <a:pt x="256960" y="132185"/>
                </a:cubicBezTo>
                <a:cubicBezTo>
                  <a:pt x="257679" y="131843"/>
                  <a:pt x="258313" y="131672"/>
                  <a:pt x="258860" y="131672"/>
                </a:cubicBezTo>
                <a:cubicBezTo>
                  <a:pt x="259203" y="131672"/>
                  <a:pt x="259511" y="131740"/>
                  <a:pt x="259785" y="131877"/>
                </a:cubicBezTo>
                <a:cubicBezTo>
                  <a:pt x="260059" y="132014"/>
                  <a:pt x="260281" y="132271"/>
                  <a:pt x="260452" y="132647"/>
                </a:cubicBezTo>
                <a:cubicBezTo>
                  <a:pt x="260623" y="133024"/>
                  <a:pt x="260760" y="133503"/>
                  <a:pt x="260863" y="134085"/>
                </a:cubicBezTo>
                <a:cubicBezTo>
                  <a:pt x="260966" y="134667"/>
                  <a:pt x="261017" y="135403"/>
                  <a:pt x="261017" y="136294"/>
                </a:cubicBezTo>
                <a:close/>
                <a:moveTo>
                  <a:pt x="347612" y="141737"/>
                </a:moveTo>
                <a:cubicBezTo>
                  <a:pt x="347612" y="142422"/>
                  <a:pt x="347390" y="142952"/>
                  <a:pt x="346945" y="143329"/>
                </a:cubicBezTo>
                <a:cubicBezTo>
                  <a:pt x="346500" y="143706"/>
                  <a:pt x="345918" y="143979"/>
                  <a:pt x="345199" y="144151"/>
                </a:cubicBezTo>
                <a:cubicBezTo>
                  <a:pt x="344480" y="144322"/>
                  <a:pt x="343504" y="144407"/>
                  <a:pt x="342272" y="144407"/>
                </a:cubicBezTo>
                <a:cubicBezTo>
                  <a:pt x="341108" y="144407"/>
                  <a:pt x="340115" y="144322"/>
                  <a:pt x="339293" y="144151"/>
                </a:cubicBezTo>
                <a:cubicBezTo>
                  <a:pt x="338471" y="143979"/>
                  <a:pt x="337838" y="143706"/>
                  <a:pt x="337393" y="143329"/>
                </a:cubicBezTo>
                <a:cubicBezTo>
                  <a:pt x="336948" y="142952"/>
                  <a:pt x="336725" y="142422"/>
                  <a:pt x="336725" y="141737"/>
                </a:cubicBezTo>
                <a:lnTo>
                  <a:pt x="336725" y="131364"/>
                </a:lnTo>
                <a:cubicBezTo>
                  <a:pt x="332549" y="135883"/>
                  <a:pt x="327944" y="139392"/>
                  <a:pt x="322911" y="141891"/>
                </a:cubicBezTo>
                <a:cubicBezTo>
                  <a:pt x="317878" y="144390"/>
                  <a:pt x="312658" y="145640"/>
                  <a:pt x="307248" y="145640"/>
                </a:cubicBezTo>
                <a:cubicBezTo>
                  <a:pt x="302387" y="145640"/>
                  <a:pt x="298022" y="145007"/>
                  <a:pt x="294153" y="143740"/>
                </a:cubicBezTo>
                <a:cubicBezTo>
                  <a:pt x="290284" y="142473"/>
                  <a:pt x="287015" y="140659"/>
                  <a:pt x="284344" y="138296"/>
                </a:cubicBezTo>
                <a:cubicBezTo>
                  <a:pt x="281674" y="135934"/>
                  <a:pt x="279620" y="133075"/>
                  <a:pt x="278182" y="129720"/>
                </a:cubicBezTo>
                <a:cubicBezTo>
                  <a:pt x="276744" y="126365"/>
                  <a:pt x="276025" y="122599"/>
                  <a:pt x="276025" y="118422"/>
                </a:cubicBezTo>
                <a:cubicBezTo>
                  <a:pt x="276025" y="113287"/>
                  <a:pt x="277086" y="108819"/>
                  <a:pt x="279209" y="105019"/>
                </a:cubicBezTo>
                <a:cubicBezTo>
                  <a:pt x="281332" y="101219"/>
                  <a:pt x="284344" y="98052"/>
                  <a:pt x="288247" y="95518"/>
                </a:cubicBezTo>
                <a:cubicBezTo>
                  <a:pt x="292150" y="92985"/>
                  <a:pt x="296840" y="91085"/>
                  <a:pt x="302318" y="89818"/>
                </a:cubicBezTo>
                <a:cubicBezTo>
                  <a:pt x="307796" y="88551"/>
                  <a:pt x="313890" y="87918"/>
                  <a:pt x="320600" y="87918"/>
                </a:cubicBezTo>
                <a:lnTo>
                  <a:pt x="335390" y="87918"/>
                </a:lnTo>
                <a:lnTo>
                  <a:pt x="335390" y="79881"/>
                </a:lnTo>
                <a:cubicBezTo>
                  <a:pt x="335390" y="75897"/>
                  <a:pt x="334979" y="72377"/>
                  <a:pt x="334158" y="69321"/>
                </a:cubicBezTo>
                <a:cubicBezTo>
                  <a:pt x="333336" y="66264"/>
                  <a:pt x="332001" y="63705"/>
                  <a:pt x="330152" y="61644"/>
                </a:cubicBezTo>
                <a:cubicBezTo>
                  <a:pt x="328303" y="59583"/>
                  <a:pt x="325907" y="58039"/>
                  <a:pt x="322963" y="57009"/>
                </a:cubicBezTo>
                <a:cubicBezTo>
                  <a:pt x="320018" y="55978"/>
                  <a:pt x="316423" y="55462"/>
                  <a:pt x="312178" y="55462"/>
                </a:cubicBezTo>
                <a:cubicBezTo>
                  <a:pt x="308070" y="55462"/>
                  <a:pt x="304372" y="55959"/>
                  <a:pt x="301086" y="56952"/>
                </a:cubicBezTo>
                <a:cubicBezTo>
                  <a:pt x="297799" y="57944"/>
                  <a:pt x="294923" y="59057"/>
                  <a:pt x="292458" y="60290"/>
                </a:cubicBezTo>
                <a:cubicBezTo>
                  <a:pt x="289993" y="61522"/>
                  <a:pt x="287956" y="62635"/>
                  <a:pt x="286347" y="63628"/>
                </a:cubicBezTo>
                <a:cubicBezTo>
                  <a:pt x="284738" y="64620"/>
                  <a:pt x="283591" y="65117"/>
                  <a:pt x="282906" y="65117"/>
                </a:cubicBezTo>
                <a:cubicBezTo>
                  <a:pt x="282496" y="65117"/>
                  <a:pt x="282119" y="65048"/>
                  <a:pt x="281777" y="64911"/>
                </a:cubicBezTo>
                <a:cubicBezTo>
                  <a:pt x="281434" y="64772"/>
                  <a:pt x="281143" y="64513"/>
                  <a:pt x="280904" y="64135"/>
                </a:cubicBezTo>
                <a:cubicBezTo>
                  <a:pt x="280664" y="63754"/>
                  <a:pt x="280493" y="63270"/>
                  <a:pt x="280390" y="62684"/>
                </a:cubicBezTo>
                <a:cubicBezTo>
                  <a:pt x="280287" y="62096"/>
                  <a:pt x="280236" y="61387"/>
                  <a:pt x="280236" y="60559"/>
                </a:cubicBezTo>
                <a:cubicBezTo>
                  <a:pt x="280236" y="59108"/>
                  <a:pt x="280339" y="57952"/>
                  <a:pt x="280544" y="57090"/>
                </a:cubicBezTo>
                <a:cubicBezTo>
                  <a:pt x="280750" y="56225"/>
                  <a:pt x="281280" y="55362"/>
                  <a:pt x="282136" y="54499"/>
                </a:cubicBezTo>
                <a:cubicBezTo>
                  <a:pt x="282992" y="53635"/>
                  <a:pt x="284516" y="52628"/>
                  <a:pt x="286707" y="51479"/>
                </a:cubicBezTo>
                <a:cubicBezTo>
                  <a:pt x="288898" y="50328"/>
                  <a:pt x="291414" y="49262"/>
                  <a:pt x="294256" y="48282"/>
                </a:cubicBezTo>
                <a:cubicBezTo>
                  <a:pt x="297097" y="47302"/>
                  <a:pt x="300161" y="46509"/>
                  <a:pt x="303448" y="45901"/>
                </a:cubicBezTo>
                <a:cubicBezTo>
                  <a:pt x="306735" y="45291"/>
                  <a:pt x="310021" y="44986"/>
                  <a:pt x="313308" y="44986"/>
                </a:cubicBezTo>
                <a:cubicBezTo>
                  <a:pt x="319676" y="44986"/>
                  <a:pt x="325051" y="45756"/>
                  <a:pt x="329433" y="47297"/>
                </a:cubicBezTo>
                <a:cubicBezTo>
                  <a:pt x="333815" y="48838"/>
                  <a:pt x="337359" y="51046"/>
                  <a:pt x="340063" y="53922"/>
                </a:cubicBezTo>
                <a:cubicBezTo>
                  <a:pt x="342768" y="56798"/>
                  <a:pt x="344702" y="60341"/>
                  <a:pt x="345866" y="64552"/>
                </a:cubicBezTo>
                <a:cubicBezTo>
                  <a:pt x="347030" y="68763"/>
                  <a:pt x="347612" y="73539"/>
                  <a:pt x="347612" y="78880"/>
                </a:cubicBezTo>
                <a:lnTo>
                  <a:pt x="347612" y="141737"/>
                </a:lnTo>
                <a:moveTo>
                  <a:pt x="335390" y="97983"/>
                </a:moveTo>
                <a:lnTo>
                  <a:pt x="318443" y="97983"/>
                </a:lnTo>
                <a:cubicBezTo>
                  <a:pt x="313513" y="97983"/>
                  <a:pt x="309200" y="98429"/>
                  <a:pt x="305502" y="99319"/>
                </a:cubicBezTo>
                <a:cubicBezTo>
                  <a:pt x="301805" y="100209"/>
                  <a:pt x="298723" y="101510"/>
                  <a:pt x="296258" y="103222"/>
                </a:cubicBezTo>
                <a:cubicBezTo>
                  <a:pt x="293793" y="104933"/>
                  <a:pt x="291962" y="106987"/>
                  <a:pt x="290764" y="109384"/>
                </a:cubicBezTo>
                <a:cubicBezTo>
                  <a:pt x="289565" y="111781"/>
                  <a:pt x="288966" y="114519"/>
                  <a:pt x="288966" y="117601"/>
                </a:cubicBezTo>
                <a:cubicBezTo>
                  <a:pt x="288966" y="122941"/>
                  <a:pt x="290661" y="127204"/>
                  <a:pt x="294050" y="130388"/>
                </a:cubicBezTo>
                <a:cubicBezTo>
                  <a:pt x="297440" y="133572"/>
                  <a:pt x="302216" y="135164"/>
                  <a:pt x="308378" y="135164"/>
                </a:cubicBezTo>
                <a:cubicBezTo>
                  <a:pt x="313240" y="135164"/>
                  <a:pt x="317776" y="133914"/>
                  <a:pt x="321987" y="131415"/>
                </a:cubicBezTo>
                <a:cubicBezTo>
                  <a:pt x="326198" y="128916"/>
                  <a:pt x="330666" y="125064"/>
                  <a:pt x="335390" y="119860"/>
                </a:cubicBezTo>
                <a:lnTo>
                  <a:pt x="335390" y="97983"/>
                </a:lnTo>
                <a:close/>
                <a:moveTo>
                  <a:pt x="446480" y="128077"/>
                </a:moveTo>
                <a:cubicBezTo>
                  <a:pt x="446480" y="128899"/>
                  <a:pt x="446446" y="129635"/>
                  <a:pt x="446377" y="130285"/>
                </a:cubicBezTo>
                <a:cubicBezTo>
                  <a:pt x="446309" y="130936"/>
                  <a:pt x="446206" y="131500"/>
                  <a:pt x="446069" y="131980"/>
                </a:cubicBezTo>
                <a:cubicBezTo>
                  <a:pt x="445932" y="132459"/>
                  <a:pt x="445744" y="132887"/>
                  <a:pt x="445504" y="133264"/>
                </a:cubicBezTo>
                <a:cubicBezTo>
                  <a:pt x="445265" y="133640"/>
                  <a:pt x="444700" y="134274"/>
                  <a:pt x="443810" y="135164"/>
                </a:cubicBezTo>
                <a:cubicBezTo>
                  <a:pt x="442919" y="136054"/>
                  <a:pt x="441430" y="137184"/>
                  <a:pt x="439342" y="138553"/>
                </a:cubicBezTo>
                <a:cubicBezTo>
                  <a:pt x="437253" y="139923"/>
                  <a:pt x="434908" y="141121"/>
                  <a:pt x="432306" y="142148"/>
                </a:cubicBezTo>
                <a:cubicBezTo>
                  <a:pt x="429704" y="143175"/>
                  <a:pt x="426897" y="144014"/>
                  <a:pt x="423884" y="144664"/>
                </a:cubicBezTo>
                <a:cubicBezTo>
                  <a:pt x="420872" y="145315"/>
                  <a:pt x="417756" y="145640"/>
                  <a:pt x="414538" y="145640"/>
                </a:cubicBezTo>
                <a:cubicBezTo>
                  <a:pt x="408101" y="145640"/>
                  <a:pt x="402401" y="144560"/>
                  <a:pt x="397437" y="142401"/>
                </a:cubicBezTo>
                <a:cubicBezTo>
                  <a:pt x="392473" y="140242"/>
                  <a:pt x="388313" y="137055"/>
                  <a:pt x="384958" y="132840"/>
                </a:cubicBezTo>
                <a:cubicBezTo>
                  <a:pt x="381603" y="128625"/>
                  <a:pt x="379052" y="123450"/>
                  <a:pt x="377306" y="117315"/>
                </a:cubicBezTo>
                <a:cubicBezTo>
                  <a:pt x="375560" y="111180"/>
                  <a:pt x="374687" y="104103"/>
                  <a:pt x="374687" y="96083"/>
                </a:cubicBezTo>
                <a:cubicBezTo>
                  <a:pt x="374687" y="87036"/>
                  <a:pt x="375766" y="79292"/>
                  <a:pt x="377922" y="72849"/>
                </a:cubicBezTo>
                <a:cubicBezTo>
                  <a:pt x="380079" y="66406"/>
                  <a:pt x="383041" y="61128"/>
                  <a:pt x="386807" y="57016"/>
                </a:cubicBezTo>
                <a:cubicBezTo>
                  <a:pt x="390573" y="52903"/>
                  <a:pt x="394972" y="49870"/>
                  <a:pt x="400005" y="47916"/>
                </a:cubicBezTo>
                <a:cubicBezTo>
                  <a:pt x="405037" y="45963"/>
                  <a:pt x="410430" y="44986"/>
                  <a:pt x="416181" y="44986"/>
                </a:cubicBezTo>
                <a:cubicBezTo>
                  <a:pt x="419262" y="44986"/>
                  <a:pt x="422207" y="45280"/>
                  <a:pt x="425014" y="45869"/>
                </a:cubicBezTo>
                <a:cubicBezTo>
                  <a:pt x="427821" y="46455"/>
                  <a:pt x="430406" y="47232"/>
                  <a:pt x="432769" y="48199"/>
                </a:cubicBezTo>
                <a:cubicBezTo>
                  <a:pt x="435131" y="49164"/>
                  <a:pt x="437236" y="50268"/>
                  <a:pt x="439085" y="51511"/>
                </a:cubicBezTo>
                <a:cubicBezTo>
                  <a:pt x="440934" y="52754"/>
                  <a:pt x="442286" y="53808"/>
                  <a:pt x="443142" y="54673"/>
                </a:cubicBezTo>
                <a:cubicBezTo>
                  <a:pt x="443998" y="55535"/>
                  <a:pt x="444580" y="56191"/>
                  <a:pt x="444888" y="56640"/>
                </a:cubicBezTo>
                <a:cubicBezTo>
                  <a:pt x="445196" y="57087"/>
                  <a:pt x="445436" y="57585"/>
                  <a:pt x="445607" y="58133"/>
                </a:cubicBezTo>
                <a:cubicBezTo>
                  <a:pt x="445778" y="58681"/>
                  <a:pt x="445898" y="59280"/>
                  <a:pt x="445966" y="59930"/>
                </a:cubicBezTo>
                <a:cubicBezTo>
                  <a:pt x="446035" y="60581"/>
                  <a:pt x="446069" y="61351"/>
                  <a:pt x="446069" y="62241"/>
                </a:cubicBezTo>
                <a:cubicBezTo>
                  <a:pt x="446069" y="64227"/>
                  <a:pt x="445778" y="65613"/>
                  <a:pt x="445196" y="66401"/>
                </a:cubicBezTo>
                <a:cubicBezTo>
                  <a:pt x="444614" y="67188"/>
                  <a:pt x="443981" y="67582"/>
                  <a:pt x="443296" y="67582"/>
                </a:cubicBezTo>
                <a:cubicBezTo>
                  <a:pt x="442337" y="67582"/>
                  <a:pt x="441156" y="66960"/>
                  <a:pt x="439753" y="65717"/>
                </a:cubicBezTo>
                <a:cubicBezTo>
                  <a:pt x="438349" y="64474"/>
                  <a:pt x="436552" y="63110"/>
                  <a:pt x="434360" y="61625"/>
                </a:cubicBezTo>
                <a:cubicBezTo>
                  <a:pt x="432169" y="60140"/>
                  <a:pt x="429516" y="58776"/>
                  <a:pt x="426401" y="57533"/>
                </a:cubicBezTo>
                <a:cubicBezTo>
                  <a:pt x="423285" y="56289"/>
                  <a:pt x="419571" y="55668"/>
                  <a:pt x="415257" y="55668"/>
                </a:cubicBezTo>
                <a:cubicBezTo>
                  <a:pt x="406355" y="55668"/>
                  <a:pt x="399491" y="59096"/>
                  <a:pt x="394664" y="65951"/>
                </a:cubicBezTo>
                <a:cubicBezTo>
                  <a:pt x="389837" y="72807"/>
                  <a:pt x="387423" y="82714"/>
                  <a:pt x="387423" y="95673"/>
                </a:cubicBezTo>
                <a:cubicBezTo>
                  <a:pt x="387423" y="102186"/>
                  <a:pt x="388073" y="107894"/>
                  <a:pt x="389374" y="112796"/>
                </a:cubicBezTo>
                <a:cubicBezTo>
                  <a:pt x="390675" y="117698"/>
                  <a:pt x="392541" y="121777"/>
                  <a:pt x="394972" y="125034"/>
                </a:cubicBezTo>
                <a:cubicBezTo>
                  <a:pt x="397403" y="128291"/>
                  <a:pt x="400364" y="130725"/>
                  <a:pt x="403856" y="132336"/>
                </a:cubicBezTo>
                <a:cubicBezTo>
                  <a:pt x="407348" y="133947"/>
                  <a:pt x="411285" y="134753"/>
                  <a:pt x="415668" y="134753"/>
                </a:cubicBezTo>
                <a:cubicBezTo>
                  <a:pt x="419776" y="134753"/>
                  <a:pt x="423405" y="134102"/>
                  <a:pt x="426555" y="132801"/>
                </a:cubicBezTo>
                <a:cubicBezTo>
                  <a:pt x="429704" y="131500"/>
                  <a:pt x="432443" y="130063"/>
                  <a:pt x="434771" y="128488"/>
                </a:cubicBezTo>
                <a:cubicBezTo>
                  <a:pt x="437099" y="126913"/>
                  <a:pt x="439034" y="125475"/>
                  <a:pt x="440574" y="124174"/>
                </a:cubicBezTo>
                <a:cubicBezTo>
                  <a:pt x="442115" y="122873"/>
                  <a:pt x="443262" y="122223"/>
                  <a:pt x="444015" y="122223"/>
                </a:cubicBezTo>
                <a:cubicBezTo>
                  <a:pt x="444426" y="122223"/>
                  <a:pt x="444785" y="122342"/>
                  <a:pt x="445093" y="122582"/>
                </a:cubicBezTo>
                <a:cubicBezTo>
                  <a:pt x="445402" y="122822"/>
                  <a:pt x="445658" y="123198"/>
                  <a:pt x="445864" y="123712"/>
                </a:cubicBezTo>
                <a:cubicBezTo>
                  <a:pt x="446069" y="124225"/>
                  <a:pt x="446223" y="124842"/>
                  <a:pt x="446326" y="125561"/>
                </a:cubicBezTo>
                <a:cubicBezTo>
                  <a:pt x="446429" y="126279"/>
                  <a:pt x="446480" y="127118"/>
                  <a:pt x="446480" y="128077"/>
                </a:cubicBezTo>
                <a:close/>
                <a:moveTo>
                  <a:pt x="541834" y="141528"/>
                </a:moveTo>
                <a:cubicBezTo>
                  <a:pt x="541834" y="142008"/>
                  <a:pt x="541731" y="142420"/>
                  <a:pt x="541526" y="142764"/>
                </a:cubicBezTo>
                <a:cubicBezTo>
                  <a:pt x="541320" y="143106"/>
                  <a:pt x="540978" y="143397"/>
                  <a:pt x="540499" y="143637"/>
                </a:cubicBezTo>
                <a:cubicBezTo>
                  <a:pt x="540019" y="143877"/>
                  <a:pt x="539369" y="144065"/>
                  <a:pt x="538547" y="144202"/>
                </a:cubicBezTo>
                <a:cubicBezTo>
                  <a:pt x="537726" y="144339"/>
                  <a:pt x="536664" y="144407"/>
                  <a:pt x="535363" y="144407"/>
                </a:cubicBezTo>
                <a:cubicBezTo>
                  <a:pt x="533994" y="144407"/>
                  <a:pt x="532864" y="144356"/>
                  <a:pt x="531974" y="144253"/>
                </a:cubicBezTo>
                <a:cubicBezTo>
                  <a:pt x="531084" y="144151"/>
                  <a:pt x="530314" y="143997"/>
                  <a:pt x="529663" y="143791"/>
                </a:cubicBezTo>
                <a:cubicBezTo>
                  <a:pt x="529013" y="143586"/>
                  <a:pt x="528465" y="143312"/>
                  <a:pt x="528020" y="142970"/>
                </a:cubicBezTo>
                <a:cubicBezTo>
                  <a:pt x="527575" y="142625"/>
                  <a:pt x="527147" y="142213"/>
                  <a:pt x="526736" y="141734"/>
                </a:cubicBezTo>
                <a:lnTo>
                  <a:pt x="483188" y="88887"/>
                </a:lnTo>
                <a:lnTo>
                  <a:pt x="483188" y="141734"/>
                </a:lnTo>
                <a:cubicBezTo>
                  <a:pt x="483188" y="142145"/>
                  <a:pt x="483085" y="142522"/>
                  <a:pt x="482880" y="142867"/>
                </a:cubicBezTo>
                <a:cubicBezTo>
                  <a:pt x="482674" y="143209"/>
                  <a:pt x="482349" y="143483"/>
                  <a:pt x="481904" y="143688"/>
                </a:cubicBezTo>
                <a:cubicBezTo>
                  <a:pt x="481459" y="143894"/>
                  <a:pt x="480843" y="144065"/>
                  <a:pt x="480055" y="144202"/>
                </a:cubicBezTo>
                <a:cubicBezTo>
                  <a:pt x="479268" y="144339"/>
                  <a:pt x="478258" y="144407"/>
                  <a:pt x="477025" y="144407"/>
                </a:cubicBezTo>
                <a:cubicBezTo>
                  <a:pt x="475861" y="144407"/>
                  <a:pt x="474886" y="144339"/>
                  <a:pt x="474098" y="144202"/>
                </a:cubicBezTo>
                <a:cubicBezTo>
                  <a:pt x="473311" y="144065"/>
                  <a:pt x="472677" y="143894"/>
                  <a:pt x="472198" y="143688"/>
                </a:cubicBezTo>
                <a:cubicBezTo>
                  <a:pt x="471719" y="143483"/>
                  <a:pt x="471393" y="143209"/>
                  <a:pt x="471222" y="142867"/>
                </a:cubicBezTo>
                <a:cubicBezTo>
                  <a:pt x="471051" y="142524"/>
                  <a:pt x="470965" y="142148"/>
                  <a:pt x="470965" y="141737"/>
                </a:cubicBezTo>
                <a:lnTo>
                  <a:pt x="470965" y="3287"/>
                </a:lnTo>
                <a:cubicBezTo>
                  <a:pt x="470965" y="2876"/>
                  <a:pt x="471051" y="2499"/>
                  <a:pt x="471222" y="2157"/>
                </a:cubicBezTo>
                <a:cubicBezTo>
                  <a:pt x="471393" y="1815"/>
                  <a:pt x="471719" y="1524"/>
                  <a:pt x="472198" y="1284"/>
                </a:cubicBezTo>
                <a:cubicBezTo>
                  <a:pt x="472677" y="1044"/>
                  <a:pt x="473311" y="873"/>
                  <a:pt x="474098" y="770"/>
                </a:cubicBezTo>
                <a:cubicBezTo>
                  <a:pt x="474886" y="668"/>
                  <a:pt x="475861" y="616"/>
                  <a:pt x="477025" y="616"/>
                </a:cubicBezTo>
                <a:cubicBezTo>
                  <a:pt x="478258" y="616"/>
                  <a:pt x="479268" y="668"/>
                  <a:pt x="480055" y="770"/>
                </a:cubicBezTo>
                <a:cubicBezTo>
                  <a:pt x="480843" y="873"/>
                  <a:pt x="481459" y="1044"/>
                  <a:pt x="481904" y="1284"/>
                </a:cubicBezTo>
                <a:cubicBezTo>
                  <a:pt x="482349" y="1524"/>
                  <a:pt x="482674" y="1815"/>
                  <a:pt x="482880" y="2157"/>
                </a:cubicBezTo>
                <a:cubicBezTo>
                  <a:pt x="483085" y="2499"/>
                  <a:pt x="483188" y="2875"/>
                  <a:pt x="483188" y="3283"/>
                </a:cubicBezTo>
                <a:lnTo>
                  <a:pt x="483188" y="88682"/>
                </a:lnTo>
                <a:lnTo>
                  <a:pt x="522319" y="49098"/>
                </a:lnTo>
                <a:cubicBezTo>
                  <a:pt x="522867" y="48481"/>
                  <a:pt x="523432" y="47985"/>
                  <a:pt x="524014" y="47608"/>
                </a:cubicBezTo>
                <a:cubicBezTo>
                  <a:pt x="524596" y="47230"/>
                  <a:pt x="525230" y="46920"/>
                  <a:pt x="525914" y="46681"/>
                </a:cubicBezTo>
                <a:cubicBezTo>
                  <a:pt x="526599" y="46441"/>
                  <a:pt x="527386" y="46270"/>
                  <a:pt x="528277" y="46167"/>
                </a:cubicBezTo>
                <a:cubicBezTo>
                  <a:pt x="529167" y="46065"/>
                  <a:pt x="530194" y="46013"/>
                  <a:pt x="531358" y="46013"/>
                </a:cubicBezTo>
                <a:cubicBezTo>
                  <a:pt x="532522" y="46013"/>
                  <a:pt x="533532" y="46047"/>
                  <a:pt x="534388" y="46116"/>
                </a:cubicBezTo>
                <a:cubicBezTo>
                  <a:pt x="535244" y="46184"/>
                  <a:pt x="535945" y="46321"/>
                  <a:pt x="536493" y="46527"/>
                </a:cubicBezTo>
                <a:cubicBezTo>
                  <a:pt x="537041" y="46732"/>
                  <a:pt x="537452" y="46990"/>
                  <a:pt x="537726" y="47300"/>
                </a:cubicBezTo>
                <a:cubicBezTo>
                  <a:pt x="538000" y="47608"/>
                  <a:pt x="538137" y="48002"/>
                  <a:pt x="538137" y="48481"/>
                </a:cubicBezTo>
                <a:cubicBezTo>
                  <a:pt x="538137" y="49166"/>
                  <a:pt x="537931" y="49835"/>
                  <a:pt x="537520" y="50487"/>
                </a:cubicBezTo>
                <a:cubicBezTo>
                  <a:pt x="537109" y="51138"/>
                  <a:pt x="536390" y="51977"/>
                  <a:pt x="535363" y="53004"/>
                </a:cubicBezTo>
                <a:lnTo>
                  <a:pt x="498183" y="88168"/>
                </a:lnTo>
                <a:lnTo>
                  <a:pt x="539472" y="137520"/>
                </a:lnTo>
                <a:cubicBezTo>
                  <a:pt x="540362" y="138547"/>
                  <a:pt x="540978" y="139335"/>
                  <a:pt x="541320" y="139885"/>
                </a:cubicBezTo>
                <a:cubicBezTo>
                  <a:pt x="541663" y="140433"/>
                  <a:pt x="541834" y="140981"/>
                  <a:pt x="541834" y="141528"/>
                </a:cubicBezTo>
                <a:close/>
                <a:moveTo>
                  <a:pt x="623540" y="90486"/>
                </a:moveTo>
                <a:cubicBezTo>
                  <a:pt x="623540" y="92951"/>
                  <a:pt x="622890" y="94645"/>
                  <a:pt x="621589" y="95570"/>
                </a:cubicBezTo>
                <a:cubicBezTo>
                  <a:pt x="620288" y="96494"/>
                  <a:pt x="619021" y="96956"/>
                  <a:pt x="617789" y="96956"/>
                </a:cubicBezTo>
                <a:lnTo>
                  <a:pt x="554418" y="96956"/>
                </a:lnTo>
                <a:cubicBezTo>
                  <a:pt x="554418" y="102723"/>
                  <a:pt x="554983" y="107941"/>
                  <a:pt x="556113" y="112610"/>
                </a:cubicBezTo>
                <a:cubicBezTo>
                  <a:pt x="557242" y="117279"/>
                  <a:pt x="559108" y="121278"/>
                  <a:pt x="561710" y="124607"/>
                </a:cubicBezTo>
                <a:cubicBezTo>
                  <a:pt x="564312" y="127937"/>
                  <a:pt x="567701" y="130495"/>
                  <a:pt x="571878" y="132281"/>
                </a:cubicBezTo>
                <a:cubicBezTo>
                  <a:pt x="576055" y="134066"/>
                  <a:pt x="581190" y="134958"/>
                  <a:pt x="587284" y="134958"/>
                </a:cubicBezTo>
                <a:cubicBezTo>
                  <a:pt x="591598" y="134958"/>
                  <a:pt x="595467" y="134576"/>
                  <a:pt x="598890" y="133812"/>
                </a:cubicBezTo>
                <a:cubicBezTo>
                  <a:pt x="602314" y="133049"/>
                  <a:pt x="605275" y="132198"/>
                  <a:pt x="607775" y="131261"/>
                </a:cubicBezTo>
                <a:cubicBezTo>
                  <a:pt x="610274" y="130324"/>
                  <a:pt x="612328" y="129473"/>
                  <a:pt x="613937" y="128709"/>
                </a:cubicBezTo>
                <a:cubicBezTo>
                  <a:pt x="615546" y="127945"/>
                  <a:pt x="616693" y="127563"/>
                  <a:pt x="617378" y="127563"/>
                </a:cubicBezTo>
                <a:cubicBezTo>
                  <a:pt x="617789" y="127563"/>
                  <a:pt x="618165" y="127667"/>
                  <a:pt x="618508" y="127875"/>
                </a:cubicBezTo>
                <a:cubicBezTo>
                  <a:pt x="618850" y="128082"/>
                  <a:pt x="619124" y="128411"/>
                  <a:pt x="619329" y="128860"/>
                </a:cubicBezTo>
                <a:cubicBezTo>
                  <a:pt x="619535" y="129309"/>
                  <a:pt x="619689" y="129880"/>
                  <a:pt x="619792" y="130571"/>
                </a:cubicBezTo>
                <a:cubicBezTo>
                  <a:pt x="619894" y="131262"/>
                  <a:pt x="619946" y="132125"/>
                  <a:pt x="619946" y="133161"/>
                </a:cubicBezTo>
                <a:cubicBezTo>
                  <a:pt x="619946" y="133647"/>
                  <a:pt x="619911" y="134114"/>
                  <a:pt x="619843" y="134564"/>
                </a:cubicBezTo>
                <a:cubicBezTo>
                  <a:pt x="619774" y="135013"/>
                  <a:pt x="619689" y="135428"/>
                  <a:pt x="619586" y="135809"/>
                </a:cubicBezTo>
                <a:cubicBezTo>
                  <a:pt x="619483" y="136188"/>
                  <a:pt x="619329" y="136550"/>
                  <a:pt x="619124" y="136897"/>
                </a:cubicBezTo>
                <a:cubicBezTo>
                  <a:pt x="618918" y="137241"/>
                  <a:pt x="618645" y="137587"/>
                  <a:pt x="618302" y="137934"/>
                </a:cubicBezTo>
                <a:cubicBezTo>
                  <a:pt x="617960" y="138278"/>
                  <a:pt x="616899" y="138878"/>
                  <a:pt x="615118" y="139734"/>
                </a:cubicBezTo>
                <a:cubicBezTo>
                  <a:pt x="613338" y="140590"/>
                  <a:pt x="611010" y="141446"/>
                  <a:pt x="608134" y="142302"/>
                </a:cubicBezTo>
                <a:cubicBezTo>
                  <a:pt x="605258" y="143158"/>
                  <a:pt x="601920" y="143928"/>
                  <a:pt x="598120" y="144613"/>
                </a:cubicBezTo>
                <a:cubicBezTo>
                  <a:pt x="594320" y="145298"/>
                  <a:pt x="590229" y="145640"/>
                  <a:pt x="585847" y="145640"/>
                </a:cubicBezTo>
                <a:cubicBezTo>
                  <a:pt x="578657" y="145640"/>
                  <a:pt x="572289" y="144560"/>
                  <a:pt x="566743" y="142401"/>
                </a:cubicBezTo>
                <a:cubicBezTo>
                  <a:pt x="561197" y="140242"/>
                  <a:pt x="556541" y="137055"/>
                  <a:pt x="552775" y="132840"/>
                </a:cubicBezTo>
                <a:cubicBezTo>
                  <a:pt x="549009" y="128625"/>
                  <a:pt x="546150" y="123398"/>
                  <a:pt x="544198" y="117161"/>
                </a:cubicBezTo>
                <a:cubicBezTo>
                  <a:pt x="542247" y="110924"/>
                  <a:pt x="541271" y="103692"/>
                  <a:pt x="541271" y="95467"/>
                </a:cubicBezTo>
                <a:cubicBezTo>
                  <a:pt x="541271" y="87584"/>
                  <a:pt x="542281" y="80524"/>
                  <a:pt x="544301" y="74287"/>
                </a:cubicBezTo>
                <a:cubicBezTo>
                  <a:pt x="546321" y="68049"/>
                  <a:pt x="549214" y="62755"/>
                  <a:pt x="552980" y="58402"/>
                </a:cubicBezTo>
                <a:cubicBezTo>
                  <a:pt x="556746" y="54050"/>
                  <a:pt x="561282" y="50726"/>
                  <a:pt x="566589" y="48430"/>
                </a:cubicBezTo>
                <a:cubicBezTo>
                  <a:pt x="571895" y="46134"/>
                  <a:pt x="577801" y="44986"/>
                  <a:pt x="584306" y="44986"/>
                </a:cubicBezTo>
                <a:cubicBezTo>
                  <a:pt x="591290" y="44986"/>
                  <a:pt x="597247" y="46150"/>
                  <a:pt x="602177" y="48478"/>
                </a:cubicBezTo>
                <a:cubicBezTo>
                  <a:pt x="607107" y="50806"/>
                  <a:pt x="611164" y="53939"/>
                  <a:pt x="614348" y="57876"/>
                </a:cubicBezTo>
                <a:cubicBezTo>
                  <a:pt x="617532" y="61813"/>
                  <a:pt x="619860" y="66384"/>
                  <a:pt x="621332" y="71587"/>
                </a:cubicBezTo>
                <a:cubicBezTo>
                  <a:pt x="622804" y="76791"/>
                  <a:pt x="623540" y="82269"/>
                  <a:pt x="623540" y="88021"/>
                </a:cubicBezTo>
                <a:lnTo>
                  <a:pt x="623540" y="90486"/>
                </a:lnTo>
                <a:moveTo>
                  <a:pt x="610907" y="86891"/>
                </a:moveTo>
                <a:cubicBezTo>
                  <a:pt x="611113" y="77031"/>
                  <a:pt x="608853" y="69328"/>
                  <a:pt x="604129" y="63782"/>
                </a:cubicBezTo>
                <a:cubicBezTo>
                  <a:pt x="599404" y="58235"/>
                  <a:pt x="592523" y="55462"/>
                  <a:pt x="583484" y="55462"/>
                </a:cubicBezTo>
                <a:cubicBezTo>
                  <a:pt x="578828" y="55462"/>
                  <a:pt x="574737" y="56335"/>
                  <a:pt x="571211" y="58081"/>
                </a:cubicBezTo>
                <a:cubicBezTo>
                  <a:pt x="567684" y="59827"/>
                  <a:pt x="564706" y="62138"/>
                  <a:pt x="562275" y="65014"/>
                </a:cubicBezTo>
                <a:cubicBezTo>
                  <a:pt x="559844" y="67890"/>
                  <a:pt x="557978" y="71228"/>
                  <a:pt x="556677" y="75028"/>
                </a:cubicBezTo>
                <a:cubicBezTo>
                  <a:pt x="555376" y="78828"/>
                  <a:pt x="554623" y="82783"/>
                  <a:pt x="554418" y="86891"/>
                </a:cubicBezTo>
                <a:lnTo>
                  <a:pt x="610907" y="86891"/>
                </a:lnTo>
                <a:close/>
                <a:moveTo>
                  <a:pt x="698795" y="53588"/>
                </a:moveTo>
                <a:cubicBezTo>
                  <a:pt x="698795" y="54624"/>
                  <a:pt x="698761" y="55503"/>
                  <a:pt x="698692" y="56226"/>
                </a:cubicBezTo>
                <a:cubicBezTo>
                  <a:pt x="698624" y="56949"/>
                  <a:pt x="698504" y="57534"/>
                  <a:pt x="698333" y="57979"/>
                </a:cubicBezTo>
                <a:cubicBezTo>
                  <a:pt x="698162" y="58424"/>
                  <a:pt x="697956" y="58766"/>
                  <a:pt x="697716" y="59006"/>
                </a:cubicBezTo>
                <a:cubicBezTo>
                  <a:pt x="697477" y="59245"/>
                  <a:pt x="697152" y="59365"/>
                  <a:pt x="696741" y="59365"/>
                </a:cubicBezTo>
                <a:cubicBezTo>
                  <a:pt x="696124" y="59365"/>
                  <a:pt x="695406" y="59211"/>
                  <a:pt x="694584" y="58903"/>
                </a:cubicBezTo>
                <a:cubicBezTo>
                  <a:pt x="693762" y="58595"/>
                  <a:pt x="692804" y="58270"/>
                  <a:pt x="691708" y="57927"/>
                </a:cubicBezTo>
                <a:cubicBezTo>
                  <a:pt x="690612" y="57585"/>
                  <a:pt x="689414" y="57260"/>
                  <a:pt x="688113" y="56952"/>
                </a:cubicBezTo>
                <a:cubicBezTo>
                  <a:pt x="686812" y="56643"/>
                  <a:pt x="685374" y="56489"/>
                  <a:pt x="683800" y="56489"/>
                </a:cubicBezTo>
                <a:cubicBezTo>
                  <a:pt x="681951" y="56489"/>
                  <a:pt x="680136" y="56880"/>
                  <a:pt x="678356" y="57661"/>
                </a:cubicBezTo>
                <a:cubicBezTo>
                  <a:pt x="676576" y="58442"/>
                  <a:pt x="674710" y="59699"/>
                  <a:pt x="672758" y="61432"/>
                </a:cubicBezTo>
                <a:cubicBezTo>
                  <a:pt x="670807" y="63165"/>
                  <a:pt x="668753" y="65459"/>
                  <a:pt x="666596" y="68314"/>
                </a:cubicBezTo>
                <a:cubicBezTo>
                  <a:pt x="664439" y="71168"/>
                  <a:pt x="662060" y="74668"/>
                  <a:pt x="659458" y="78812"/>
                </a:cubicBezTo>
                <a:lnTo>
                  <a:pt x="659458" y="141734"/>
                </a:lnTo>
                <a:cubicBezTo>
                  <a:pt x="659458" y="142145"/>
                  <a:pt x="659355" y="142522"/>
                  <a:pt x="659150" y="142867"/>
                </a:cubicBezTo>
                <a:cubicBezTo>
                  <a:pt x="658944" y="143209"/>
                  <a:pt x="658619" y="143483"/>
                  <a:pt x="658174" y="143688"/>
                </a:cubicBezTo>
                <a:cubicBezTo>
                  <a:pt x="657729" y="143894"/>
                  <a:pt x="657113" y="144065"/>
                  <a:pt x="656325" y="144202"/>
                </a:cubicBezTo>
                <a:cubicBezTo>
                  <a:pt x="655538" y="144339"/>
                  <a:pt x="654528" y="144407"/>
                  <a:pt x="653295" y="144407"/>
                </a:cubicBezTo>
                <a:cubicBezTo>
                  <a:pt x="652131" y="144407"/>
                  <a:pt x="651156" y="144339"/>
                  <a:pt x="650368" y="144202"/>
                </a:cubicBezTo>
                <a:cubicBezTo>
                  <a:pt x="649581" y="144065"/>
                  <a:pt x="648947" y="143894"/>
                  <a:pt x="648468" y="143688"/>
                </a:cubicBezTo>
                <a:cubicBezTo>
                  <a:pt x="647989" y="143483"/>
                  <a:pt x="647663" y="143209"/>
                  <a:pt x="647492" y="142867"/>
                </a:cubicBezTo>
                <a:cubicBezTo>
                  <a:pt x="647321" y="142522"/>
                  <a:pt x="647235" y="142145"/>
                  <a:pt x="647235" y="141734"/>
                </a:cubicBezTo>
                <a:lnTo>
                  <a:pt x="647235" y="48687"/>
                </a:lnTo>
                <a:cubicBezTo>
                  <a:pt x="647235" y="48276"/>
                  <a:pt x="647321" y="47899"/>
                  <a:pt x="647492" y="47557"/>
                </a:cubicBezTo>
                <a:cubicBezTo>
                  <a:pt x="647663" y="47213"/>
                  <a:pt x="647989" y="46920"/>
                  <a:pt x="648468" y="46681"/>
                </a:cubicBezTo>
                <a:cubicBezTo>
                  <a:pt x="648947" y="46441"/>
                  <a:pt x="649546" y="46270"/>
                  <a:pt x="650265" y="46167"/>
                </a:cubicBezTo>
                <a:cubicBezTo>
                  <a:pt x="650984" y="46065"/>
                  <a:pt x="651926" y="46013"/>
                  <a:pt x="653090" y="46013"/>
                </a:cubicBezTo>
                <a:cubicBezTo>
                  <a:pt x="654254" y="46013"/>
                  <a:pt x="655212" y="46065"/>
                  <a:pt x="655966" y="46167"/>
                </a:cubicBezTo>
                <a:cubicBezTo>
                  <a:pt x="656719" y="46270"/>
                  <a:pt x="657301" y="46441"/>
                  <a:pt x="657712" y="46681"/>
                </a:cubicBezTo>
                <a:cubicBezTo>
                  <a:pt x="658123" y="46920"/>
                  <a:pt x="658414" y="47213"/>
                  <a:pt x="658585" y="47557"/>
                </a:cubicBezTo>
                <a:cubicBezTo>
                  <a:pt x="658756" y="47899"/>
                  <a:pt x="658841" y="48276"/>
                  <a:pt x="658841" y="48687"/>
                </a:cubicBezTo>
                <a:lnTo>
                  <a:pt x="658841" y="63390"/>
                </a:lnTo>
                <a:cubicBezTo>
                  <a:pt x="661512" y="59504"/>
                  <a:pt x="663977" y="56369"/>
                  <a:pt x="666236" y="53983"/>
                </a:cubicBezTo>
                <a:cubicBezTo>
                  <a:pt x="668496" y="51597"/>
                  <a:pt x="670653" y="49740"/>
                  <a:pt x="672707" y="48411"/>
                </a:cubicBezTo>
                <a:cubicBezTo>
                  <a:pt x="674761" y="47082"/>
                  <a:pt x="676764" y="46179"/>
                  <a:pt x="678715" y="45702"/>
                </a:cubicBezTo>
                <a:cubicBezTo>
                  <a:pt x="680667" y="45225"/>
                  <a:pt x="682670" y="44986"/>
                  <a:pt x="684724" y="44986"/>
                </a:cubicBezTo>
                <a:cubicBezTo>
                  <a:pt x="685614" y="44986"/>
                  <a:pt x="686641" y="45039"/>
                  <a:pt x="687805" y="45143"/>
                </a:cubicBezTo>
                <a:cubicBezTo>
                  <a:pt x="688969" y="45246"/>
                  <a:pt x="690219" y="45435"/>
                  <a:pt x="691554" y="45711"/>
                </a:cubicBezTo>
                <a:cubicBezTo>
                  <a:pt x="692889" y="45988"/>
                  <a:pt x="694087" y="46316"/>
                  <a:pt x="695149" y="46697"/>
                </a:cubicBezTo>
                <a:cubicBezTo>
                  <a:pt x="696210" y="47076"/>
                  <a:pt x="696946" y="47421"/>
                  <a:pt x="697357" y="47734"/>
                </a:cubicBezTo>
                <a:cubicBezTo>
                  <a:pt x="697768" y="48044"/>
                  <a:pt x="698042" y="48320"/>
                  <a:pt x="698179" y="48562"/>
                </a:cubicBezTo>
                <a:cubicBezTo>
                  <a:pt x="698316" y="48803"/>
                  <a:pt x="698435" y="49115"/>
                  <a:pt x="698538" y="49496"/>
                </a:cubicBezTo>
                <a:cubicBezTo>
                  <a:pt x="698641" y="49874"/>
                  <a:pt x="698709" y="50392"/>
                  <a:pt x="698744" y="51049"/>
                </a:cubicBezTo>
                <a:cubicBezTo>
                  <a:pt x="698778" y="51706"/>
                  <a:pt x="698795" y="52552"/>
                  <a:pt x="698795" y="53588"/>
                </a:cubicBezTo>
                <a:close/>
                <a:moveTo>
                  <a:pt x="753447" y="7103"/>
                </a:moveTo>
                <a:cubicBezTo>
                  <a:pt x="753447" y="8885"/>
                  <a:pt x="753361" y="10532"/>
                  <a:pt x="753190" y="12043"/>
                </a:cubicBezTo>
                <a:cubicBezTo>
                  <a:pt x="753019" y="13551"/>
                  <a:pt x="752728" y="14992"/>
                  <a:pt x="752317" y="16366"/>
                </a:cubicBezTo>
                <a:cubicBezTo>
                  <a:pt x="751906" y="17737"/>
                  <a:pt x="751359" y="19110"/>
                  <a:pt x="750674" y="20484"/>
                </a:cubicBezTo>
                <a:cubicBezTo>
                  <a:pt x="749989" y="21855"/>
                  <a:pt x="749133" y="23295"/>
                  <a:pt x="748106" y="24804"/>
                </a:cubicBezTo>
                <a:lnTo>
                  <a:pt x="733830" y="46726"/>
                </a:lnTo>
                <a:cubicBezTo>
                  <a:pt x="733556" y="47139"/>
                  <a:pt x="733231" y="47516"/>
                  <a:pt x="732854" y="47859"/>
                </a:cubicBezTo>
                <a:cubicBezTo>
                  <a:pt x="732477" y="48201"/>
                  <a:pt x="732032" y="48476"/>
                  <a:pt x="731519" y="48684"/>
                </a:cubicBezTo>
                <a:cubicBezTo>
                  <a:pt x="731005" y="48889"/>
                  <a:pt x="730406" y="49043"/>
                  <a:pt x="729721" y="49146"/>
                </a:cubicBezTo>
                <a:cubicBezTo>
                  <a:pt x="729037" y="49248"/>
                  <a:pt x="728181" y="49300"/>
                  <a:pt x="727154" y="49300"/>
                </a:cubicBezTo>
                <a:cubicBezTo>
                  <a:pt x="726401" y="49300"/>
                  <a:pt x="725750" y="49266"/>
                  <a:pt x="725202" y="49197"/>
                </a:cubicBezTo>
                <a:cubicBezTo>
                  <a:pt x="724654" y="49129"/>
                  <a:pt x="724261" y="48992"/>
                  <a:pt x="724021" y="48786"/>
                </a:cubicBezTo>
                <a:cubicBezTo>
                  <a:pt x="723781" y="48579"/>
                  <a:pt x="723645" y="48304"/>
                  <a:pt x="723610" y="47961"/>
                </a:cubicBezTo>
                <a:cubicBezTo>
                  <a:pt x="723576" y="47619"/>
                  <a:pt x="723696" y="47207"/>
                  <a:pt x="723970" y="46726"/>
                </a:cubicBezTo>
                <a:lnTo>
                  <a:pt x="738246" y="18526"/>
                </a:lnTo>
                <a:lnTo>
                  <a:pt x="738246" y="7103"/>
                </a:lnTo>
                <a:cubicBezTo>
                  <a:pt x="738246" y="5592"/>
                  <a:pt x="738383" y="4374"/>
                  <a:pt x="738657" y="3447"/>
                </a:cubicBezTo>
                <a:cubicBezTo>
                  <a:pt x="738931" y="2521"/>
                  <a:pt x="739376" y="1801"/>
                  <a:pt x="739992" y="1287"/>
                </a:cubicBezTo>
                <a:cubicBezTo>
                  <a:pt x="740608" y="771"/>
                  <a:pt x="741396" y="428"/>
                  <a:pt x="742355" y="257"/>
                </a:cubicBezTo>
                <a:cubicBezTo>
                  <a:pt x="743313" y="86"/>
                  <a:pt x="744477" y="0"/>
                  <a:pt x="745847" y="0"/>
                </a:cubicBezTo>
                <a:cubicBezTo>
                  <a:pt x="747148" y="0"/>
                  <a:pt x="748277" y="86"/>
                  <a:pt x="749236" y="257"/>
                </a:cubicBezTo>
                <a:cubicBezTo>
                  <a:pt x="750195" y="428"/>
                  <a:pt x="750982" y="771"/>
                  <a:pt x="751598" y="1287"/>
                </a:cubicBezTo>
                <a:cubicBezTo>
                  <a:pt x="752214" y="1801"/>
                  <a:pt x="752677" y="2521"/>
                  <a:pt x="752985" y="3447"/>
                </a:cubicBezTo>
                <a:cubicBezTo>
                  <a:pt x="753293" y="4374"/>
                  <a:pt x="753447" y="5592"/>
                  <a:pt x="753447" y="7103"/>
                </a:cubicBezTo>
                <a:close/>
                <a:moveTo>
                  <a:pt x="823246" y="117058"/>
                </a:moveTo>
                <a:cubicBezTo>
                  <a:pt x="823246" y="121513"/>
                  <a:pt x="822424" y="125506"/>
                  <a:pt x="820781" y="129037"/>
                </a:cubicBezTo>
                <a:cubicBezTo>
                  <a:pt x="819137" y="132565"/>
                  <a:pt x="816792" y="135564"/>
                  <a:pt x="813745" y="138033"/>
                </a:cubicBezTo>
                <a:cubicBezTo>
                  <a:pt x="810698" y="140500"/>
                  <a:pt x="807052" y="142385"/>
                  <a:pt x="802807" y="143688"/>
                </a:cubicBezTo>
                <a:cubicBezTo>
                  <a:pt x="798562" y="144989"/>
                  <a:pt x="793871" y="145640"/>
                  <a:pt x="788736" y="145640"/>
                </a:cubicBezTo>
                <a:cubicBezTo>
                  <a:pt x="785518" y="145640"/>
                  <a:pt x="782471" y="145383"/>
                  <a:pt x="779595" y="144870"/>
                </a:cubicBezTo>
                <a:cubicBezTo>
                  <a:pt x="776719" y="144356"/>
                  <a:pt x="774117" y="143706"/>
                  <a:pt x="771789" y="142918"/>
                </a:cubicBezTo>
                <a:cubicBezTo>
                  <a:pt x="769461" y="142131"/>
                  <a:pt x="767492" y="141292"/>
                  <a:pt x="765883" y="140402"/>
                </a:cubicBezTo>
                <a:cubicBezTo>
                  <a:pt x="764274" y="139512"/>
                  <a:pt x="763093" y="138724"/>
                  <a:pt x="762340" y="138040"/>
                </a:cubicBezTo>
                <a:cubicBezTo>
                  <a:pt x="761587" y="137355"/>
                  <a:pt x="761039" y="136495"/>
                  <a:pt x="760697" y="135459"/>
                </a:cubicBezTo>
                <a:cubicBezTo>
                  <a:pt x="760354" y="134421"/>
                  <a:pt x="760183" y="133039"/>
                  <a:pt x="760183" y="131312"/>
                </a:cubicBezTo>
                <a:cubicBezTo>
                  <a:pt x="760183" y="130413"/>
                  <a:pt x="760252" y="129619"/>
                  <a:pt x="760388" y="128927"/>
                </a:cubicBezTo>
                <a:cubicBezTo>
                  <a:pt x="760525" y="128236"/>
                  <a:pt x="760697" y="127649"/>
                  <a:pt x="760902" y="127165"/>
                </a:cubicBezTo>
                <a:cubicBezTo>
                  <a:pt x="761107" y="126682"/>
                  <a:pt x="761381" y="126319"/>
                  <a:pt x="761724" y="126077"/>
                </a:cubicBezTo>
                <a:cubicBezTo>
                  <a:pt x="762066" y="125835"/>
                  <a:pt x="762443" y="125715"/>
                  <a:pt x="762853" y="125715"/>
                </a:cubicBezTo>
                <a:cubicBezTo>
                  <a:pt x="763607" y="125715"/>
                  <a:pt x="764702" y="126199"/>
                  <a:pt x="766140" y="127169"/>
                </a:cubicBezTo>
                <a:cubicBezTo>
                  <a:pt x="767578" y="128138"/>
                  <a:pt x="769375" y="129194"/>
                  <a:pt x="771532" y="130336"/>
                </a:cubicBezTo>
                <a:cubicBezTo>
                  <a:pt x="773689" y="131479"/>
                  <a:pt x="776257" y="132535"/>
                  <a:pt x="779235" y="133504"/>
                </a:cubicBezTo>
                <a:cubicBezTo>
                  <a:pt x="782214" y="134474"/>
                  <a:pt x="785655" y="134958"/>
                  <a:pt x="789558" y="134958"/>
                </a:cubicBezTo>
                <a:cubicBezTo>
                  <a:pt x="792707" y="134958"/>
                  <a:pt x="795583" y="134616"/>
                  <a:pt x="798185" y="133931"/>
                </a:cubicBezTo>
                <a:cubicBezTo>
                  <a:pt x="800787" y="133244"/>
                  <a:pt x="803047" y="132215"/>
                  <a:pt x="804964" y="130844"/>
                </a:cubicBezTo>
                <a:cubicBezTo>
                  <a:pt x="806881" y="129472"/>
                  <a:pt x="808370" y="127706"/>
                  <a:pt x="809432" y="125544"/>
                </a:cubicBezTo>
                <a:cubicBezTo>
                  <a:pt x="810493" y="123383"/>
                  <a:pt x="811024" y="120863"/>
                  <a:pt x="811024" y="117983"/>
                </a:cubicBezTo>
                <a:cubicBezTo>
                  <a:pt x="811024" y="115105"/>
                  <a:pt x="810339" y="112672"/>
                  <a:pt x="808969" y="110684"/>
                </a:cubicBezTo>
                <a:cubicBezTo>
                  <a:pt x="807600" y="108696"/>
                  <a:pt x="805803" y="106965"/>
                  <a:pt x="803577" y="105491"/>
                </a:cubicBezTo>
                <a:cubicBezTo>
                  <a:pt x="801352" y="104016"/>
                  <a:pt x="798818" y="102714"/>
                  <a:pt x="795977" y="101585"/>
                </a:cubicBezTo>
                <a:cubicBezTo>
                  <a:pt x="793135" y="100453"/>
                  <a:pt x="790225" y="99288"/>
                  <a:pt x="787247" y="98089"/>
                </a:cubicBezTo>
                <a:cubicBezTo>
                  <a:pt x="784268" y="96889"/>
                  <a:pt x="781358" y="95570"/>
                  <a:pt x="778516" y="94132"/>
                </a:cubicBezTo>
                <a:cubicBezTo>
                  <a:pt x="775675" y="92692"/>
                  <a:pt x="773141" y="90944"/>
                  <a:pt x="770916" y="88887"/>
                </a:cubicBezTo>
                <a:cubicBezTo>
                  <a:pt x="768691" y="86831"/>
                  <a:pt x="766893" y="84364"/>
                  <a:pt x="765524" y="81486"/>
                </a:cubicBezTo>
                <a:cubicBezTo>
                  <a:pt x="764154" y="78606"/>
                  <a:pt x="763470" y="75144"/>
                  <a:pt x="763470" y="71100"/>
                </a:cubicBezTo>
                <a:cubicBezTo>
                  <a:pt x="763470" y="67879"/>
                  <a:pt x="764086" y="64710"/>
                  <a:pt x="765318" y="61593"/>
                </a:cubicBezTo>
                <a:cubicBezTo>
                  <a:pt x="766551" y="58473"/>
                  <a:pt x="768451" y="55680"/>
                  <a:pt x="771019" y="53212"/>
                </a:cubicBezTo>
                <a:cubicBezTo>
                  <a:pt x="773586" y="50743"/>
                  <a:pt x="776873" y="48755"/>
                  <a:pt x="780879" y="47249"/>
                </a:cubicBezTo>
                <a:cubicBezTo>
                  <a:pt x="784884" y="45740"/>
                  <a:pt x="789626" y="44986"/>
                  <a:pt x="795104" y="44986"/>
                </a:cubicBezTo>
                <a:cubicBezTo>
                  <a:pt x="797432" y="44986"/>
                  <a:pt x="799743" y="45174"/>
                  <a:pt x="802037" y="45551"/>
                </a:cubicBezTo>
                <a:cubicBezTo>
                  <a:pt x="804330" y="45928"/>
                  <a:pt x="806419" y="46424"/>
                  <a:pt x="808302" y="47040"/>
                </a:cubicBezTo>
                <a:cubicBezTo>
                  <a:pt x="810185" y="47657"/>
                  <a:pt x="811811" y="48324"/>
                  <a:pt x="813180" y="49043"/>
                </a:cubicBezTo>
                <a:cubicBezTo>
                  <a:pt x="814550" y="49762"/>
                  <a:pt x="815594" y="50395"/>
                  <a:pt x="816313" y="50943"/>
                </a:cubicBezTo>
                <a:cubicBezTo>
                  <a:pt x="817032" y="51491"/>
                  <a:pt x="817511" y="51953"/>
                  <a:pt x="817751" y="52330"/>
                </a:cubicBezTo>
                <a:cubicBezTo>
                  <a:pt x="817991" y="52706"/>
                  <a:pt x="818162" y="53100"/>
                  <a:pt x="818264" y="53511"/>
                </a:cubicBezTo>
                <a:cubicBezTo>
                  <a:pt x="818367" y="53922"/>
                  <a:pt x="818453" y="54418"/>
                  <a:pt x="818521" y="55000"/>
                </a:cubicBezTo>
                <a:cubicBezTo>
                  <a:pt x="818590" y="55582"/>
                  <a:pt x="818624" y="56284"/>
                  <a:pt x="818624" y="57106"/>
                </a:cubicBezTo>
                <a:cubicBezTo>
                  <a:pt x="818624" y="57927"/>
                  <a:pt x="818573" y="58663"/>
                  <a:pt x="818470" y="59314"/>
                </a:cubicBezTo>
                <a:cubicBezTo>
                  <a:pt x="818367" y="59964"/>
                  <a:pt x="818213" y="60529"/>
                  <a:pt x="818008" y="61009"/>
                </a:cubicBezTo>
                <a:cubicBezTo>
                  <a:pt x="817802" y="61488"/>
                  <a:pt x="817545" y="61847"/>
                  <a:pt x="817237" y="62087"/>
                </a:cubicBezTo>
                <a:cubicBezTo>
                  <a:pt x="816929" y="62327"/>
                  <a:pt x="816570" y="62446"/>
                  <a:pt x="816159" y="62446"/>
                </a:cubicBezTo>
                <a:cubicBezTo>
                  <a:pt x="815611" y="62446"/>
                  <a:pt x="814789" y="62070"/>
                  <a:pt x="813694" y="61317"/>
                </a:cubicBezTo>
                <a:cubicBezTo>
                  <a:pt x="812598" y="60563"/>
                  <a:pt x="811160" y="59742"/>
                  <a:pt x="809380" y="58852"/>
                </a:cubicBezTo>
                <a:cubicBezTo>
                  <a:pt x="807600" y="57962"/>
                  <a:pt x="805477" y="57140"/>
                  <a:pt x="803012" y="56387"/>
                </a:cubicBezTo>
                <a:cubicBezTo>
                  <a:pt x="800547" y="55634"/>
                  <a:pt x="797706" y="55257"/>
                  <a:pt x="794488" y="55257"/>
                </a:cubicBezTo>
                <a:cubicBezTo>
                  <a:pt x="791269" y="55257"/>
                  <a:pt x="788445" y="55635"/>
                  <a:pt x="786014" y="56390"/>
                </a:cubicBezTo>
                <a:cubicBezTo>
                  <a:pt x="783583" y="57143"/>
                  <a:pt x="781581" y="58205"/>
                  <a:pt x="780006" y="59577"/>
                </a:cubicBezTo>
                <a:cubicBezTo>
                  <a:pt x="778431" y="60949"/>
                  <a:pt x="777250" y="62561"/>
                  <a:pt x="776462" y="64414"/>
                </a:cubicBezTo>
                <a:cubicBezTo>
                  <a:pt x="775675" y="66265"/>
                  <a:pt x="775281" y="68288"/>
                  <a:pt x="775281" y="70483"/>
                </a:cubicBezTo>
                <a:cubicBezTo>
                  <a:pt x="775281" y="73498"/>
                  <a:pt x="775966" y="76034"/>
                  <a:pt x="777335" y="78090"/>
                </a:cubicBezTo>
                <a:cubicBezTo>
                  <a:pt x="778705" y="80146"/>
                  <a:pt x="780519" y="81929"/>
                  <a:pt x="782779" y="83437"/>
                </a:cubicBezTo>
                <a:cubicBezTo>
                  <a:pt x="785038" y="84946"/>
                  <a:pt x="787606" y="86283"/>
                  <a:pt x="790482" y="87449"/>
                </a:cubicBezTo>
                <a:cubicBezTo>
                  <a:pt x="793358" y="88613"/>
                  <a:pt x="796285" y="89779"/>
                  <a:pt x="799263" y="90945"/>
                </a:cubicBezTo>
                <a:cubicBezTo>
                  <a:pt x="802242" y="92109"/>
                  <a:pt x="805169" y="93394"/>
                  <a:pt x="808045" y="94799"/>
                </a:cubicBezTo>
                <a:cubicBezTo>
                  <a:pt x="810921" y="96203"/>
                  <a:pt x="813489" y="97899"/>
                  <a:pt x="815748" y="99887"/>
                </a:cubicBezTo>
                <a:cubicBezTo>
                  <a:pt x="818008" y="101875"/>
                  <a:pt x="819822" y="104257"/>
                  <a:pt x="821192" y="107035"/>
                </a:cubicBezTo>
                <a:cubicBezTo>
                  <a:pt x="822561" y="109810"/>
                  <a:pt x="823246" y="113151"/>
                  <a:pt x="823246" y="117058"/>
                </a:cubicBezTo>
                <a:close/>
                <a:moveTo>
                  <a:pt x="1033616" y="141737"/>
                </a:moveTo>
                <a:cubicBezTo>
                  <a:pt x="1033616" y="142148"/>
                  <a:pt x="1033514" y="142524"/>
                  <a:pt x="1033308" y="142867"/>
                </a:cubicBezTo>
                <a:cubicBezTo>
                  <a:pt x="1033103" y="143209"/>
                  <a:pt x="1032777" y="143483"/>
                  <a:pt x="1032332" y="143688"/>
                </a:cubicBezTo>
                <a:cubicBezTo>
                  <a:pt x="1031887" y="143894"/>
                  <a:pt x="1031271" y="144065"/>
                  <a:pt x="1030484" y="144202"/>
                </a:cubicBezTo>
                <a:cubicBezTo>
                  <a:pt x="1029696" y="144339"/>
                  <a:pt x="1028720" y="144407"/>
                  <a:pt x="1027556" y="144407"/>
                </a:cubicBezTo>
                <a:cubicBezTo>
                  <a:pt x="1026324" y="144407"/>
                  <a:pt x="1025314" y="144339"/>
                  <a:pt x="1024527" y="144202"/>
                </a:cubicBezTo>
                <a:cubicBezTo>
                  <a:pt x="1023739" y="144065"/>
                  <a:pt x="1023106" y="143894"/>
                  <a:pt x="1022626" y="143688"/>
                </a:cubicBezTo>
                <a:cubicBezTo>
                  <a:pt x="1022147" y="143483"/>
                  <a:pt x="1021822" y="143209"/>
                  <a:pt x="1021651" y="142867"/>
                </a:cubicBezTo>
                <a:cubicBezTo>
                  <a:pt x="1021480" y="142524"/>
                  <a:pt x="1021394" y="142148"/>
                  <a:pt x="1021394" y="141737"/>
                </a:cubicBezTo>
                <a:lnTo>
                  <a:pt x="1021394" y="84529"/>
                </a:lnTo>
                <a:cubicBezTo>
                  <a:pt x="1021394" y="80146"/>
                  <a:pt x="1021000" y="76158"/>
                  <a:pt x="1020213" y="72563"/>
                </a:cubicBezTo>
                <a:cubicBezTo>
                  <a:pt x="1019425" y="68968"/>
                  <a:pt x="1018193" y="65887"/>
                  <a:pt x="1016515" y="63319"/>
                </a:cubicBezTo>
                <a:cubicBezTo>
                  <a:pt x="1014838" y="60752"/>
                  <a:pt x="1012715" y="58766"/>
                  <a:pt x="1010147" y="57362"/>
                </a:cubicBezTo>
                <a:cubicBezTo>
                  <a:pt x="1007580" y="55959"/>
                  <a:pt x="1004550" y="55257"/>
                  <a:pt x="1001058" y="55257"/>
                </a:cubicBezTo>
                <a:cubicBezTo>
                  <a:pt x="996744" y="55257"/>
                  <a:pt x="992379" y="56934"/>
                  <a:pt x="987963" y="60290"/>
                </a:cubicBezTo>
                <a:cubicBezTo>
                  <a:pt x="983546" y="63645"/>
                  <a:pt x="978702" y="68575"/>
                  <a:pt x="973429" y="75080"/>
                </a:cubicBezTo>
                <a:lnTo>
                  <a:pt x="973429" y="141737"/>
                </a:lnTo>
                <a:cubicBezTo>
                  <a:pt x="973429" y="142148"/>
                  <a:pt x="973327" y="142524"/>
                  <a:pt x="973121" y="142867"/>
                </a:cubicBezTo>
                <a:cubicBezTo>
                  <a:pt x="972916" y="143209"/>
                  <a:pt x="972591" y="143483"/>
                  <a:pt x="972145" y="143688"/>
                </a:cubicBezTo>
                <a:cubicBezTo>
                  <a:pt x="971700" y="143894"/>
                  <a:pt x="971084" y="144065"/>
                  <a:pt x="970297" y="144202"/>
                </a:cubicBezTo>
                <a:cubicBezTo>
                  <a:pt x="969509" y="144339"/>
                  <a:pt x="968534" y="144407"/>
                  <a:pt x="967370" y="144407"/>
                </a:cubicBezTo>
                <a:cubicBezTo>
                  <a:pt x="966206" y="144407"/>
                  <a:pt x="965230" y="144339"/>
                  <a:pt x="964442" y="144202"/>
                </a:cubicBezTo>
                <a:cubicBezTo>
                  <a:pt x="963655" y="144065"/>
                  <a:pt x="963022" y="143894"/>
                  <a:pt x="962542" y="143688"/>
                </a:cubicBezTo>
                <a:cubicBezTo>
                  <a:pt x="962063" y="143483"/>
                  <a:pt x="961738" y="143209"/>
                  <a:pt x="961567" y="142867"/>
                </a:cubicBezTo>
                <a:cubicBezTo>
                  <a:pt x="961395" y="142524"/>
                  <a:pt x="961310" y="142148"/>
                  <a:pt x="961310" y="141737"/>
                </a:cubicBezTo>
                <a:lnTo>
                  <a:pt x="961310" y="84529"/>
                </a:lnTo>
                <a:cubicBezTo>
                  <a:pt x="961310" y="80146"/>
                  <a:pt x="960899" y="76158"/>
                  <a:pt x="960077" y="72563"/>
                </a:cubicBezTo>
                <a:cubicBezTo>
                  <a:pt x="959256" y="68968"/>
                  <a:pt x="958006" y="65887"/>
                  <a:pt x="956328" y="63319"/>
                </a:cubicBezTo>
                <a:cubicBezTo>
                  <a:pt x="954651" y="60752"/>
                  <a:pt x="952528" y="58766"/>
                  <a:pt x="949961" y="57362"/>
                </a:cubicBezTo>
                <a:cubicBezTo>
                  <a:pt x="947393" y="55959"/>
                  <a:pt x="944363" y="55257"/>
                  <a:pt x="940871" y="55257"/>
                </a:cubicBezTo>
                <a:cubicBezTo>
                  <a:pt x="936557" y="55257"/>
                  <a:pt x="932192" y="56934"/>
                  <a:pt x="927776" y="60290"/>
                </a:cubicBezTo>
                <a:cubicBezTo>
                  <a:pt x="923359" y="63645"/>
                  <a:pt x="918549" y="68575"/>
                  <a:pt x="913345" y="75080"/>
                </a:cubicBezTo>
                <a:lnTo>
                  <a:pt x="913345" y="141737"/>
                </a:lnTo>
                <a:cubicBezTo>
                  <a:pt x="913345" y="142148"/>
                  <a:pt x="913242" y="142524"/>
                  <a:pt x="913037" y="142867"/>
                </a:cubicBezTo>
                <a:cubicBezTo>
                  <a:pt x="912832" y="143209"/>
                  <a:pt x="912506" y="143483"/>
                  <a:pt x="912061" y="143688"/>
                </a:cubicBezTo>
                <a:cubicBezTo>
                  <a:pt x="911616" y="143894"/>
                  <a:pt x="911000" y="144065"/>
                  <a:pt x="910213" y="144202"/>
                </a:cubicBezTo>
                <a:cubicBezTo>
                  <a:pt x="909425" y="144339"/>
                  <a:pt x="908415" y="144407"/>
                  <a:pt x="907183" y="144407"/>
                </a:cubicBezTo>
                <a:cubicBezTo>
                  <a:pt x="906019" y="144407"/>
                  <a:pt x="905043" y="144339"/>
                  <a:pt x="904256" y="144202"/>
                </a:cubicBezTo>
                <a:cubicBezTo>
                  <a:pt x="903468" y="144065"/>
                  <a:pt x="902835" y="143894"/>
                  <a:pt x="902355" y="143688"/>
                </a:cubicBezTo>
                <a:cubicBezTo>
                  <a:pt x="901876" y="143483"/>
                  <a:pt x="901551" y="143209"/>
                  <a:pt x="901380" y="142867"/>
                </a:cubicBezTo>
                <a:cubicBezTo>
                  <a:pt x="901208" y="142522"/>
                  <a:pt x="901123" y="142145"/>
                  <a:pt x="901123" y="141734"/>
                </a:cubicBezTo>
                <a:lnTo>
                  <a:pt x="901123" y="48687"/>
                </a:lnTo>
                <a:cubicBezTo>
                  <a:pt x="901123" y="48276"/>
                  <a:pt x="901208" y="47899"/>
                  <a:pt x="901380" y="47557"/>
                </a:cubicBezTo>
                <a:cubicBezTo>
                  <a:pt x="901551" y="47213"/>
                  <a:pt x="901876" y="46920"/>
                  <a:pt x="902355" y="46681"/>
                </a:cubicBezTo>
                <a:cubicBezTo>
                  <a:pt x="902835" y="46441"/>
                  <a:pt x="903434" y="46270"/>
                  <a:pt x="904153" y="46167"/>
                </a:cubicBezTo>
                <a:cubicBezTo>
                  <a:pt x="904872" y="46065"/>
                  <a:pt x="905813" y="46013"/>
                  <a:pt x="906977" y="46013"/>
                </a:cubicBezTo>
                <a:cubicBezTo>
                  <a:pt x="908141" y="46013"/>
                  <a:pt x="909100" y="46065"/>
                  <a:pt x="909853" y="46167"/>
                </a:cubicBezTo>
                <a:cubicBezTo>
                  <a:pt x="910606" y="46270"/>
                  <a:pt x="911188" y="46441"/>
                  <a:pt x="911599" y="46681"/>
                </a:cubicBezTo>
                <a:cubicBezTo>
                  <a:pt x="912010" y="46920"/>
                  <a:pt x="912301" y="47213"/>
                  <a:pt x="912472" y="47557"/>
                </a:cubicBezTo>
                <a:cubicBezTo>
                  <a:pt x="912643" y="47899"/>
                  <a:pt x="912729" y="48276"/>
                  <a:pt x="912729" y="48687"/>
                </a:cubicBezTo>
                <a:lnTo>
                  <a:pt x="912729" y="61846"/>
                </a:lnTo>
                <a:cubicBezTo>
                  <a:pt x="918070" y="55919"/>
                  <a:pt x="923137" y="51628"/>
                  <a:pt x="927930" y="48972"/>
                </a:cubicBezTo>
                <a:cubicBezTo>
                  <a:pt x="932723" y="46315"/>
                  <a:pt x="937482" y="44986"/>
                  <a:pt x="942206" y="44986"/>
                </a:cubicBezTo>
                <a:cubicBezTo>
                  <a:pt x="946109" y="44986"/>
                  <a:pt x="949584" y="45446"/>
                  <a:pt x="952631" y="46366"/>
                </a:cubicBezTo>
                <a:cubicBezTo>
                  <a:pt x="955678" y="47286"/>
                  <a:pt x="958365" y="48582"/>
                  <a:pt x="960694" y="50253"/>
                </a:cubicBezTo>
                <a:cubicBezTo>
                  <a:pt x="963022" y="51922"/>
                  <a:pt x="965007" y="53916"/>
                  <a:pt x="966651" y="56236"/>
                </a:cubicBezTo>
                <a:cubicBezTo>
                  <a:pt x="968294" y="58553"/>
                  <a:pt x="969629" y="61109"/>
                  <a:pt x="970656" y="63904"/>
                </a:cubicBezTo>
                <a:cubicBezTo>
                  <a:pt x="973874" y="60358"/>
                  <a:pt x="976904" y="57375"/>
                  <a:pt x="979746" y="54955"/>
                </a:cubicBezTo>
                <a:cubicBezTo>
                  <a:pt x="982587" y="52535"/>
                  <a:pt x="985292" y="50592"/>
                  <a:pt x="987860" y="49127"/>
                </a:cubicBezTo>
                <a:cubicBezTo>
                  <a:pt x="990428" y="47661"/>
                  <a:pt x="992910" y="46605"/>
                  <a:pt x="995306" y="45959"/>
                </a:cubicBezTo>
                <a:cubicBezTo>
                  <a:pt x="997703" y="45310"/>
                  <a:pt x="1000065" y="44986"/>
                  <a:pt x="1002393" y="44986"/>
                </a:cubicBezTo>
                <a:cubicBezTo>
                  <a:pt x="1008213" y="44986"/>
                  <a:pt x="1013126" y="46013"/>
                  <a:pt x="1017132" y="48067"/>
                </a:cubicBezTo>
                <a:cubicBezTo>
                  <a:pt x="1021137" y="50122"/>
                  <a:pt x="1024355" y="52895"/>
                  <a:pt x="1026786" y="56387"/>
                </a:cubicBezTo>
                <a:cubicBezTo>
                  <a:pt x="1029217" y="59879"/>
                  <a:pt x="1030963" y="63953"/>
                  <a:pt x="1032024" y="68609"/>
                </a:cubicBezTo>
                <a:cubicBezTo>
                  <a:pt x="1033086" y="73265"/>
                  <a:pt x="1033616" y="78195"/>
                  <a:pt x="1033616" y="83399"/>
                </a:cubicBezTo>
                <a:lnTo>
                  <a:pt x="1033616" y="141737"/>
                </a:lnTo>
                <a:close/>
                <a:moveTo>
                  <a:pt x="1121055" y="141737"/>
                </a:moveTo>
                <a:cubicBezTo>
                  <a:pt x="1121055" y="142422"/>
                  <a:pt x="1120832" y="142952"/>
                  <a:pt x="1120387" y="143329"/>
                </a:cubicBezTo>
                <a:cubicBezTo>
                  <a:pt x="1119942" y="143706"/>
                  <a:pt x="1119360" y="143979"/>
                  <a:pt x="1118641" y="144151"/>
                </a:cubicBezTo>
                <a:cubicBezTo>
                  <a:pt x="1117922" y="144322"/>
                  <a:pt x="1116946" y="144407"/>
                  <a:pt x="1115714" y="144407"/>
                </a:cubicBezTo>
                <a:cubicBezTo>
                  <a:pt x="1114550" y="144407"/>
                  <a:pt x="1113557" y="144322"/>
                  <a:pt x="1112735" y="144151"/>
                </a:cubicBezTo>
                <a:cubicBezTo>
                  <a:pt x="1111914" y="143979"/>
                  <a:pt x="1111280" y="143706"/>
                  <a:pt x="1110835" y="143329"/>
                </a:cubicBezTo>
                <a:cubicBezTo>
                  <a:pt x="1110390" y="142952"/>
                  <a:pt x="1110167" y="142422"/>
                  <a:pt x="1110167" y="141737"/>
                </a:cubicBezTo>
                <a:lnTo>
                  <a:pt x="1110167" y="131364"/>
                </a:lnTo>
                <a:cubicBezTo>
                  <a:pt x="1105991" y="135883"/>
                  <a:pt x="1101386" y="139392"/>
                  <a:pt x="1096353" y="141891"/>
                </a:cubicBezTo>
                <a:cubicBezTo>
                  <a:pt x="1091321" y="144390"/>
                  <a:pt x="1086100" y="145640"/>
                  <a:pt x="1080690" y="145640"/>
                </a:cubicBezTo>
                <a:cubicBezTo>
                  <a:pt x="1075829" y="145640"/>
                  <a:pt x="1071464" y="145007"/>
                  <a:pt x="1067595" y="143740"/>
                </a:cubicBezTo>
                <a:cubicBezTo>
                  <a:pt x="1063726" y="142473"/>
                  <a:pt x="1060457" y="140659"/>
                  <a:pt x="1057786" y="138296"/>
                </a:cubicBezTo>
                <a:cubicBezTo>
                  <a:pt x="1055116" y="135934"/>
                  <a:pt x="1053062" y="133075"/>
                  <a:pt x="1051624" y="129720"/>
                </a:cubicBezTo>
                <a:cubicBezTo>
                  <a:pt x="1050186" y="126365"/>
                  <a:pt x="1049467" y="122599"/>
                  <a:pt x="1049467" y="118422"/>
                </a:cubicBezTo>
                <a:cubicBezTo>
                  <a:pt x="1049467" y="113287"/>
                  <a:pt x="1050528" y="108819"/>
                  <a:pt x="1052651" y="105019"/>
                </a:cubicBezTo>
                <a:cubicBezTo>
                  <a:pt x="1054774" y="101219"/>
                  <a:pt x="1057786" y="98052"/>
                  <a:pt x="1061689" y="95518"/>
                </a:cubicBezTo>
                <a:cubicBezTo>
                  <a:pt x="1065592" y="92985"/>
                  <a:pt x="1070283" y="91085"/>
                  <a:pt x="1075760" y="89818"/>
                </a:cubicBezTo>
                <a:cubicBezTo>
                  <a:pt x="1081238" y="88551"/>
                  <a:pt x="1087332" y="87918"/>
                  <a:pt x="1094042" y="87918"/>
                </a:cubicBezTo>
                <a:lnTo>
                  <a:pt x="1108832" y="87918"/>
                </a:lnTo>
                <a:lnTo>
                  <a:pt x="1108832" y="79881"/>
                </a:lnTo>
                <a:cubicBezTo>
                  <a:pt x="1108832" y="75897"/>
                  <a:pt x="1108421" y="72377"/>
                  <a:pt x="1107600" y="69321"/>
                </a:cubicBezTo>
                <a:cubicBezTo>
                  <a:pt x="1106778" y="66264"/>
                  <a:pt x="1105443" y="63705"/>
                  <a:pt x="1103594" y="61644"/>
                </a:cubicBezTo>
                <a:cubicBezTo>
                  <a:pt x="1101745" y="59583"/>
                  <a:pt x="1099349" y="58039"/>
                  <a:pt x="1096405" y="57009"/>
                </a:cubicBezTo>
                <a:cubicBezTo>
                  <a:pt x="1093460" y="55978"/>
                  <a:pt x="1089866" y="55462"/>
                  <a:pt x="1085620" y="55462"/>
                </a:cubicBezTo>
                <a:cubicBezTo>
                  <a:pt x="1081512" y="55462"/>
                  <a:pt x="1077814" y="55959"/>
                  <a:pt x="1074528" y="56952"/>
                </a:cubicBezTo>
                <a:cubicBezTo>
                  <a:pt x="1071241" y="57944"/>
                  <a:pt x="1068365" y="59057"/>
                  <a:pt x="1065900" y="60290"/>
                </a:cubicBezTo>
                <a:cubicBezTo>
                  <a:pt x="1063435" y="61522"/>
                  <a:pt x="1061398" y="62635"/>
                  <a:pt x="1059789" y="63628"/>
                </a:cubicBezTo>
                <a:cubicBezTo>
                  <a:pt x="1058180" y="64620"/>
                  <a:pt x="1057033" y="65117"/>
                  <a:pt x="1056348" y="65117"/>
                </a:cubicBezTo>
                <a:cubicBezTo>
                  <a:pt x="1055938" y="65117"/>
                  <a:pt x="1055561" y="65048"/>
                  <a:pt x="1055219" y="64911"/>
                </a:cubicBezTo>
                <a:cubicBezTo>
                  <a:pt x="1054876" y="64772"/>
                  <a:pt x="1054585" y="64513"/>
                  <a:pt x="1054346" y="64135"/>
                </a:cubicBezTo>
                <a:cubicBezTo>
                  <a:pt x="1054106" y="63754"/>
                  <a:pt x="1053935" y="63270"/>
                  <a:pt x="1053832" y="62684"/>
                </a:cubicBezTo>
                <a:cubicBezTo>
                  <a:pt x="1053729" y="62096"/>
                  <a:pt x="1053678" y="61387"/>
                  <a:pt x="1053678" y="60559"/>
                </a:cubicBezTo>
                <a:cubicBezTo>
                  <a:pt x="1053678" y="59108"/>
                  <a:pt x="1053781" y="57952"/>
                  <a:pt x="1053986" y="57090"/>
                </a:cubicBezTo>
                <a:cubicBezTo>
                  <a:pt x="1054192" y="56225"/>
                  <a:pt x="1054722" y="55362"/>
                  <a:pt x="1055578" y="54499"/>
                </a:cubicBezTo>
                <a:cubicBezTo>
                  <a:pt x="1056434" y="53635"/>
                  <a:pt x="1057958" y="52628"/>
                  <a:pt x="1060149" y="51479"/>
                </a:cubicBezTo>
                <a:cubicBezTo>
                  <a:pt x="1062340" y="50328"/>
                  <a:pt x="1064856" y="49262"/>
                  <a:pt x="1067698" y="48282"/>
                </a:cubicBezTo>
                <a:cubicBezTo>
                  <a:pt x="1070539" y="47302"/>
                  <a:pt x="1073603" y="46509"/>
                  <a:pt x="1076890" y="45901"/>
                </a:cubicBezTo>
                <a:cubicBezTo>
                  <a:pt x="1080177" y="45291"/>
                  <a:pt x="1083463" y="44986"/>
                  <a:pt x="1086750" y="44986"/>
                </a:cubicBezTo>
                <a:cubicBezTo>
                  <a:pt x="1093118" y="44986"/>
                  <a:pt x="1098493" y="45756"/>
                  <a:pt x="1102875" y="47297"/>
                </a:cubicBezTo>
                <a:cubicBezTo>
                  <a:pt x="1107257" y="48838"/>
                  <a:pt x="1110801" y="51046"/>
                  <a:pt x="1113505" y="53922"/>
                </a:cubicBezTo>
                <a:cubicBezTo>
                  <a:pt x="1116210" y="56798"/>
                  <a:pt x="1118144" y="60341"/>
                  <a:pt x="1119308" y="64552"/>
                </a:cubicBezTo>
                <a:cubicBezTo>
                  <a:pt x="1120473" y="68763"/>
                  <a:pt x="1121055" y="73539"/>
                  <a:pt x="1121055" y="78880"/>
                </a:cubicBezTo>
                <a:lnTo>
                  <a:pt x="1121055" y="141737"/>
                </a:lnTo>
                <a:moveTo>
                  <a:pt x="1108832" y="97983"/>
                </a:moveTo>
                <a:lnTo>
                  <a:pt x="1091885" y="97983"/>
                </a:lnTo>
                <a:cubicBezTo>
                  <a:pt x="1086955" y="97983"/>
                  <a:pt x="1082642" y="98429"/>
                  <a:pt x="1078944" y="99319"/>
                </a:cubicBezTo>
                <a:cubicBezTo>
                  <a:pt x="1075247" y="100209"/>
                  <a:pt x="1072166" y="101510"/>
                  <a:pt x="1069701" y="103222"/>
                </a:cubicBezTo>
                <a:cubicBezTo>
                  <a:pt x="1067236" y="104933"/>
                  <a:pt x="1065404" y="106987"/>
                  <a:pt x="1064206" y="109384"/>
                </a:cubicBezTo>
                <a:cubicBezTo>
                  <a:pt x="1063007" y="111781"/>
                  <a:pt x="1062408" y="114519"/>
                  <a:pt x="1062408" y="117601"/>
                </a:cubicBezTo>
                <a:cubicBezTo>
                  <a:pt x="1062408" y="122941"/>
                  <a:pt x="1064103" y="127204"/>
                  <a:pt x="1067492" y="130388"/>
                </a:cubicBezTo>
                <a:cubicBezTo>
                  <a:pt x="1070882" y="133572"/>
                  <a:pt x="1075658" y="135164"/>
                  <a:pt x="1081820" y="135164"/>
                </a:cubicBezTo>
                <a:cubicBezTo>
                  <a:pt x="1086682" y="135164"/>
                  <a:pt x="1091218" y="133914"/>
                  <a:pt x="1095429" y="131415"/>
                </a:cubicBezTo>
                <a:cubicBezTo>
                  <a:pt x="1099640" y="128916"/>
                  <a:pt x="1104108" y="125064"/>
                  <a:pt x="1108832" y="119860"/>
                </a:cubicBezTo>
                <a:lnTo>
                  <a:pt x="1108832" y="97983"/>
                </a:lnTo>
                <a:close/>
                <a:moveTo>
                  <a:pt x="1167233" y="141737"/>
                </a:moveTo>
                <a:cubicBezTo>
                  <a:pt x="1167233" y="142148"/>
                  <a:pt x="1167130" y="142524"/>
                  <a:pt x="1166925" y="142867"/>
                </a:cubicBezTo>
                <a:cubicBezTo>
                  <a:pt x="1166719" y="143209"/>
                  <a:pt x="1166394" y="143483"/>
                  <a:pt x="1165949" y="143688"/>
                </a:cubicBezTo>
                <a:cubicBezTo>
                  <a:pt x="1165504" y="143894"/>
                  <a:pt x="1164888" y="144065"/>
                  <a:pt x="1164100" y="144202"/>
                </a:cubicBezTo>
                <a:cubicBezTo>
                  <a:pt x="1163313" y="144339"/>
                  <a:pt x="1162303" y="144407"/>
                  <a:pt x="1161070" y="144407"/>
                </a:cubicBezTo>
                <a:cubicBezTo>
                  <a:pt x="1159906" y="144407"/>
                  <a:pt x="1158931" y="144339"/>
                  <a:pt x="1158143" y="144202"/>
                </a:cubicBezTo>
                <a:cubicBezTo>
                  <a:pt x="1157356" y="144065"/>
                  <a:pt x="1156722" y="143894"/>
                  <a:pt x="1156243" y="143688"/>
                </a:cubicBezTo>
                <a:cubicBezTo>
                  <a:pt x="1155764" y="143483"/>
                  <a:pt x="1155438" y="143209"/>
                  <a:pt x="1155267" y="142867"/>
                </a:cubicBezTo>
                <a:cubicBezTo>
                  <a:pt x="1155096" y="142524"/>
                  <a:pt x="1155011" y="142148"/>
                  <a:pt x="1155011" y="141737"/>
                </a:cubicBezTo>
                <a:lnTo>
                  <a:pt x="1155011" y="3287"/>
                </a:lnTo>
                <a:cubicBezTo>
                  <a:pt x="1155011" y="2876"/>
                  <a:pt x="1155096" y="2499"/>
                  <a:pt x="1155267" y="2157"/>
                </a:cubicBezTo>
                <a:cubicBezTo>
                  <a:pt x="1155438" y="1815"/>
                  <a:pt x="1155764" y="1524"/>
                  <a:pt x="1156243" y="1284"/>
                </a:cubicBezTo>
                <a:cubicBezTo>
                  <a:pt x="1156722" y="1044"/>
                  <a:pt x="1157356" y="873"/>
                  <a:pt x="1158143" y="770"/>
                </a:cubicBezTo>
                <a:cubicBezTo>
                  <a:pt x="1158931" y="668"/>
                  <a:pt x="1159906" y="616"/>
                  <a:pt x="1161070" y="616"/>
                </a:cubicBezTo>
                <a:cubicBezTo>
                  <a:pt x="1162303" y="616"/>
                  <a:pt x="1163313" y="668"/>
                  <a:pt x="1164100" y="770"/>
                </a:cubicBezTo>
                <a:cubicBezTo>
                  <a:pt x="1164888" y="873"/>
                  <a:pt x="1165504" y="1044"/>
                  <a:pt x="1165949" y="1284"/>
                </a:cubicBezTo>
                <a:cubicBezTo>
                  <a:pt x="1166394" y="1524"/>
                  <a:pt x="1166719" y="1815"/>
                  <a:pt x="1166925" y="2157"/>
                </a:cubicBezTo>
                <a:cubicBezTo>
                  <a:pt x="1167130" y="2499"/>
                  <a:pt x="1167233" y="2876"/>
                  <a:pt x="1167233" y="3287"/>
                </a:cubicBezTo>
                <a:lnTo>
                  <a:pt x="1167233" y="141737"/>
                </a:lnTo>
                <a:close/>
                <a:moveTo>
                  <a:pt x="1211826" y="141734"/>
                </a:moveTo>
                <a:cubicBezTo>
                  <a:pt x="1211826" y="142145"/>
                  <a:pt x="1211724" y="142522"/>
                  <a:pt x="1211518" y="142867"/>
                </a:cubicBezTo>
                <a:cubicBezTo>
                  <a:pt x="1211313" y="143209"/>
                  <a:pt x="1210987" y="143483"/>
                  <a:pt x="1210542" y="143688"/>
                </a:cubicBezTo>
                <a:cubicBezTo>
                  <a:pt x="1210097" y="143894"/>
                  <a:pt x="1209481" y="144065"/>
                  <a:pt x="1208694" y="144202"/>
                </a:cubicBezTo>
                <a:cubicBezTo>
                  <a:pt x="1207906" y="144339"/>
                  <a:pt x="1206896" y="144407"/>
                  <a:pt x="1205664" y="144407"/>
                </a:cubicBezTo>
                <a:cubicBezTo>
                  <a:pt x="1204500" y="144407"/>
                  <a:pt x="1203524" y="144339"/>
                  <a:pt x="1202737" y="144202"/>
                </a:cubicBezTo>
                <a:cubicBezTo>
                  <a:pt x="1201949" y="144065"/>
                  <a:pt x="1201316" y="143894"/>
                  <a:pt x="1200836" y="143688"/>
                </a:cubicBezTo>
                <a:cubicBezTo>
                  <a:pt x="1200357" y="143483"/>
                  <a:pt x="1200032" y="143209"/>
                  <a:pt x="1199861" y="142867"/>
                </a:cubicBezTo>
                <a:cubicBezTo>
                  <a:pt x="1199690" y="142522"/>
                  <a:pt x="1199604" y="142145"/>
                  <a:pt x="1199604" y="141734"/>
                </a:cubicBezTo>
                <a:lnTo>
                  <a:pt x="1199604" y="48687"/>
                </a:lnTo>
                <a:cubicBezTo>
                  <a:pt x="1199604" y="48276"/>
                  <a:pt x="1199690" y="47899"/>
                  <a:pt x="1199861" y="47557"/>
                </a:cubicBezTo>
                <a:cubicBezTo>
                  <a:pt x="1200032" y="47213"/>
                  <a:pt x="1200357" y="46920"/>
                  <a:pt x="1200836" y="46681"/>
                </a:cubicBezTo>
                <a:cubicBezTo>
                  <a:pt x="1201316" y="46441"/>
                  <a:pt x="1201949" y="46270"/>
                  <a:pt x="1202737" y="46167"/>
                </a:cubicBezTo>
                <a:cubicBezTo>
                  <a:pt x="1203524" y="46065"/>
                  <a:pt x="1204500" y="46013"/>
                  <a:pt x="1205664" y="46013"/>
                </a:cubicBezTo>
                <a:cubicBezTo>
                  <a:pt x="1206896" y="46013"/>
                  <a:pt x="1207906" y="46065"/>
                  <a:pt x="1208694" y="46167"/>
                </a:cubicBezTo>
                <a:cubicBezTo>
                  <a:pt x="1209481" y="46270"/>
                  <a:pt x="1210097" y="46441"/>
                  <a:pt x="1210542" y="46681"/>
                </a:cubicBezTo>
                <a:cubicBezTo>
                  <a:pt x="1210987" y="46920"/>
                  <a:pt x="1211313" y="47213"/>
                  <a:pt x="1211518" y="47557"/>
                </a:cubicBezTo>
                <a:cubicBezTo>
                  <a:pt x="1211724" y="47899"/>
                  <a:pt x="1211826" y="48276"/>
                  <a:pt x="1211826" y="48687"/>
                </a:cubicBezTo>
                <a:lnTo>
                  <a:pt x="1211826" y="141734"/>
                </a:lnTo>
                <a:moveTo>
                  <a:pt x="1213675" y="17204"/>
                </a:moveTo>
                <a:cubicBezTo>
                  <a:pt x="1213675" y="20510"/>
                  <a:pt x="1213093" y="22749"/>
                  <a:pt x="1211929" y="23921"/>
                </a:cubicBezTo>
                <a:cubicBezTo>
                  <a:pt x="1210765" y="25092"/>
                  <a:pt x="1208642" y="25677"/>
                  <a:pt x="1205561" y="25677"/>
                </a:cubicBezTo>
                <a:cubicBezTo>
                  <a:pt x="1202548" y="25677"/>
                  <a:pt x="1200477" y="25109"/>
                  <a:pt x="1199347" y="23973"/>
                </a:cubicBezTo>
                <a:cubicBezTo>
                  <a:pt x="1198217" y="22836"/>
                  <a:pt x="1197653" y="20614"/>
                  <a:pt x="1197653" y="17306"/>
                </a:cubicBezTo>
                <a:cubicBezTo>
                  <a:pt x="1197653" y="14000"/>
                  <a:pt x="1198235" y="11762"/>
                  <a:pt x="1199399" y="10592"/>
                </a:cubicBezTo>
                <a:cubicBezTo>
                  <a:pt x="1200563" y="9419"/>
                  <a:pt x="1202685" y="8833"/>
                  <a:pt x="1205766" y="8833"/>
                </a:cubicBezTo>
                <a:cubicBezTo>
                  <a:pt x="1208779" y="8833"/>
                  <a:pt x="1210851" y="9401"/>
                  <a:pt x="1211980" y="10537"/>
                </a:cubicBezTo>
                <a:cubicBezTo>
                  <a:pt x="1213110" y="11673"/>
                  <a:pt x="1213675" y="13896"/>
                  <a:pt x="1213675" y="17204"/>
                </a:cubicBezTo>
                <a:close/>
                <a:moveTo>
                  <a:pt x="1319626" y="128077"/>
                </a:moveTo>
                <a:cubicBezTo>
                  <a:pt x="1319626" y="128899"/>
                  <a:pt x="1319592" y="129635"/>
                  <a:pt x="1319523" y="130285"/>
                </a:cubicBezTo>
                <a:cubicBezTo>
                  <a:pt x="1319455" y="130936"/>
                  <a:pt x="1319352" y="131500"/>
                  <a:pt x="1319215" y="131980"/>
                </a:cubicBezTo>
                <a:cubicBezTo>
                  <a:pt x="1319078" y="132459"/>
                  <a:pt x="1318890" y="132887"/>
                  <a:pt x="1318650" y="133264"/>
                </a:cubicBezTo>
                <a:cubicBezTo>
                  <a:pt x="1318411" y="133640"/>
                  <a:pt x="1317846" y="134274"/>
                  <a:pt x="1316956" y="135164"/>
                </a:cubicBezTo>
                <a:cubicBezTo>
                  <a:pt x="1316065" y="136054"/>
                  <a:pt x="1314576" y="137184"/>
                  <a:pt x="1312488" y="138553"/>
                </a:cubicBezTo>
                <a:cubicBezTo>
                  <a:pt x="1310399" y="139923"/>
                  <a:pt x="1308054" y="141121"/>
                  <a:pt x="1305452" y="142148"/>
                </a:cubicBezTo>
                <a:cubicBezTo>
                  <a:pt x="1302850" y="143175"/>
                  <a:pt x="1300043" y="144014"/>
                  <a:pt x="1297030" y="144664"/>
                </a:cubicBezTo>
                <a:cubicBezTo>
                  <a:pt x="1294017" y="145315"/>
                  <a:pt x="1290902" y="145640"/>
                  <a:pt x="1287684" y="145640"/>
                </a:cubicBezTo>
                <a:cubicBezTo>
                  <a:pt x="1281247" y="145640"/>
                  <a:pt x="1275547" y="144560"/>
                  <a:pt x="1270583" y="142401"/>
                </a:cubicBezTo>
                <a:cubicBezTo>
                  <a:pt x="1265619" y="140242"/>
                  <a:pt x="1261459" y="137055"/>
                  <a:pt x="1258104" y="132840"/>
                </a:cubicBezTo>
                <a:cubicBezTo>
                  <a:pt x="1254749" y="128625"/>
                  <a:pt x="1252198" y="123450"/>
                  <a:pt x="1250452" y="117315"/>
                </a:cubicBezTo>
                <a:cubicBezTo>
                  <a:pt x="1248706" y="111180"/>
                  <a:pt x="1247833" y="104103"/>
                  <a:pt x="1247833" y="96083"/>
                </a:cubicBezTo>
                <a:cubicBezTo>
                  <a:pt x="1247833" y="87036"/>
                  <a:pt x="1248912" y="79292"/>
                  <a:pt x="1251068" y="72849"/>
                </a:cubicBezTo>
                <a:cubicBezTo>
                  <a:pt x="1253225" y="66406"/>
                  <a:pt x="1256187" y="61128"/>
                  <a:pt x="1259953" y="57016"/>
                </a:cubicBezTo>
                <a:cubicBezTo>
                  <a:pt x="1263719" y="52903"/>
                  <a:pt x="1268118" y="49870"/>
                  <a:pt x="1273151" y="47916"/>
                </a:cubicBezTo>
                <a:cubicBezTo>
                  <a:pt x="1278183" y="45963"/>
                  <a:pt x="1283575" y="44986"/>
                  <a:pt x="1289327" y="44986"/>
                </a:cubicBezTo>
                <a:cubicBezTo>
                  <a:pt x="1292408" y="44986"/>
                  <a:pt x="1295353" y="45280"/>
                  <a:pt x="1298160" y="45869"/>
                </a:cubicBezTo>
                <a:cubicBezTo>
                  <a:pt x="1300967" y="46455"/>
                  <a:pt x="1303552" y="47232"/>
                  <a:pt x="1305914" y="48199"/>
                </a:cubicBezTo>
                <a:cubicBezTo>
                  <a:pt x="1308277" y="49164"/>
                  <a:pt x="1310382" y="50268"/>
                  <a:pt x="1312231" y="51511"/>
                </a:cubicBezTo>
                <a:cubicBezTo>
                  <a:pt x="1314080" y="52754"/>
                  <a:pt x="1315432" y="53808"/>
                  <a:pt x="1316288" y="54673"/>
                </a:cubicBezTo>
                <a:cubicBezTo>
                  <a:pt x="1317144" y="55535"/>
                  <a:pt x="1317726" y="56191"/>
                  <a:pt x="1318034" y="56640"/>
                </a:cubicBezTo>
                <a:cubicBezTo>
                  <a:pt x="1318342" y="57087"/>
                  <a:pt x="1318582" y="57585"/>
                  <a:pt x="1318753" y="58133"/>
                </a:cubicBezTo>
                <a:cubicBezTo>
                  <a:pt x="1318924" y="58681"/>
                  <a:pt x="1319044" y="59280"/>
                  <a:pt x="1319112" y="59930"/>
                </a:cubicBezTo>
                <a:cubicBezTo>
                  <a:pt x="1319181" y="60581"/>
                  <a:pt x="1319215" y="61351"/>
                  <a:pt x="1319215" y="62241"/>
                </a:cubicBezTo>
                <a:cubicBezTo>
                  <a:pt x="1319215" y="64227"/>
                  <a:pt x="1318924" y="65613"/>
                  <a:pt x="1318342" y="66401"/>
                </a:cubicBezTo>
                <a:cubicBezTo>
                  <a:pt x="1317760" y="67188"/>
                  <a:pt x="1317127" y="67582"/>
                  <a:pt x="1316442" y="67582"/>
                </a:cubicBezTo>
                <a:cubicBezTo>
                  <a:pt x="1315483" y="67582"/>
                  <a:pt x="1314302" y="66960"/>
                  <a:pt x="1312899" y="65717"/>
                </a:cubicBezTo>
                <a:cubicBezTo>
                  <a:pt x="1311495" y="64474"/>
                  <a:pt x="1309698" y="63110"/>
                  <a:pt x="1307506" y="61625"/>
                </a:cubicBezTo>
                <a:cubicBezTo>
                  <a:pt x="1305315" y="60140"/>
                  <a:pt x="1302662" y="58776"/>
                  <a:pt x="1299547" y="57533"/>
                </a:cubicBezTo>
                <a:cubicBezTo>
                  <a:pt x="1296431" y="56289"/>
                  <a:pt x="1292716" y="55668"/>
                  <a:pt x="1288403" y="55668"/>
                </a:cubicBezTo>
                <a:cubicBezTo>
                  <a:pt x="1279501" y="55668"/>
                  <a:pt x="1272637" y="59096"/>
                  <a:pt x="1267810" y="65951"/>
                </a:cubicBezTo>
                <a:cubicBezTo>
                  <a:pt x="1262983" y="72807"/>
                  <a:pt x="1260569" y="82714"/>
                  <a:pt x="1260569" y="95673"/>
                </a:cubicBezTo>
                <a:cubicBezTo>
                  <a:pt x="1260569" y="102186"/>
                  <a:pt x="1261219" y="107894"/>
                  <a:pt x="1262520" y="112796"/>
                </a:cubicBezTo>
                <a:cubicBezTo>
                  <a:pt x="1263821" y="117698"/>
                  <a:pt x="1265687" y="121777"/>
                  <a:pt x="1268118" y="125034"/>
                </a:cubicBezTo>
                <a:cubicBezTo>
                  <a:pt x="1270549" y="128291"/>
                  <a:pt x="1273510" y="130725"/>
                  <a:pt x="1277002" y="132336"/>
                </a:cubicBezTo>
                <a:cubicBezTo>
                  <a:pt x="1280494" y="133947"/>
                  <a:pt x="1284431" y="134753"/>
                  <a:pt x="1288814" y="134753"/>
                </a:cubicBezTo>
                <a:cubicBezTo>
                  <a:pt x="1292922" y="134753"/>
                  <a:pt x="1296551" y="134102"/>
                  <a:pt x="1299701" y="132801"/>
                </a:cubicBezTo>
                <a:cubicBezTo>
                  <a:pt x="1302850" y="131500"/>
                  <a:pt x="1305589" y="130063"/>
                  <a:pt x="1307917" y="128488"/>
                </a:cubicBezTo>
                <a:cubicBezTo>
                  <a:pt x="1310245" y="126913"/>
                  <a:pt x="1312180" y="125475"/>
                  <a:pt x="1313720" y="124174"/>
                </a:cubicBezTo>
                <a:cubicBezTo>
                  <a:pt x="1315261" y="122873"/>
                  <a:pt x="1316408" y="122223"/>
                  <a:pt x="1317161" y="122223"/>
                </a:cubicBezTo>
                <a:cubicBezTo>
                  <a:pt x="1317572" y="122223"/>
                  <a:pt x="1317931" y="122342"/>
                  <a:pt x="1318239" y="122582"/>
                </a:cubicBezTo>
                <a:cubicBezTo>
                  <a:pt x="1318548" y="122822"/>
                  <a:pt x="1318804" y="123198"/>
                  <a:pt x="1319010" y="123712"/>
                </a:cubicBezTo>
                <a:cubicBezTo>
                  <a:pt x="1319215" y="124225"/>
                  <a:pt x="1319369" y="124842"/>
                  <a:pt x="1319472" y="125561"/>
                </a:cubicBezTo>
                <a:cubicBezTo>
                  <a:pt x="1319575" y="126279"/>
                  <a:pt x="1319626" y="127118"/>
                  <a:pt x="1319626" y="128077"/>
                </a:cubicBezTo>
                <a:close/>
                <a:moveTo>
                  <a:pt x="1355282" y="141734"/>
                </a:moveTo>
                <a:cubicBezTo>
                  <a:pt x="1355282" y="142145"/>
                  <a:pt x="1355179" y="142522"/>
                  <a:pt x="1354974" y="142867"/>
                </a:cubicBezTo>
                <a:cubicBezTo>
                  <a:pt x="1354769" y="143209"/>
                  <a:pt x="1354443" y="143483"/>
                  <a:pt x="1353998" y="143688"/>
                </a:cubicBezTo>
                <a:cubicBezTo>
                  <a:pt x="1353553" y="143894"/>
                  <a:pt x="1352937" y="144065"/>
                  <a:pt x="1352150" y="144202"/>
                </a:cubicBezTo>
                <a:cubicBezTo>
                  <a:pt x="1351362" y="144339"/>
                  <a:pt x="1350352" y="144407"/>
                  <a:pt x="1349120" y="144407"/>
                </a:cubicBezTo>
                <a:cubicBezTo>
                  <a:pt x="1347956" y="144407"/>
                  <a:pt x="1346980" y="144339"/>
                  <a:pt x="1346192" y="144202"/>
                </a:cubicBezTo>
                <a:cubicBezTo>
                  <a:pt x="1345405" y="144065"/>
                  <a:pt x="1344772" y="143894"/>
                  <a:pt x="1344292" y="143688"/>
                </a:cubicBezTo>
                <a:cubicBezTo>
                  <a:pt x="1343813" y="143483"/>
                  <a:pt x="1343488" y="143209"/>
                  <a:pt x="1343317" y="142867"/>
                </a:cubicBezTo>
                <a:cubicBezTo>
                  <a:pt x="1343145" y="142522"/>
                  <a:pt x="1343060" y="142145"/>
                  <a:pt x="1343060" y="141734"/>
                </a:cubicBezTo>
                <a:lnTo>
                  <a:pt x="1343060" y="48687"/>
                </a:lnTo>
                <a:cubicBezTo>
                  <a:pt x="1343060" y="48276"/>
                  <a:pt x="1343145" y="47899"/>
                  <a:pt x="1343317" y="47557"/>
                </a:cubicBezTo>
                <a:cubicBezTo>
                  <a:pt x="1343488" y="47213"/>
                  <a:pt x="1343813" y="46920"/>
                  <a:pt x="1344292" y="46681"/>
                </a:cubicBezTo>
                <a:cubicBezTo>
                  <a:pt x="1344772" y="46441"/>
                  <a:pt x="1345405" y="46270"/>
                  <a:pt x="1346192" y="46167"/>
                </a:cubicBezTo>
                <a:cubicBezTo>
                  <a:pt x="1346980" y="46065"/>
                  <a:pt x="1347956" y="46013"/>
                  <a:pt x="1349120" y="46013"/>
                </a:cubicBezTo>
                <a:cubicBezTo>
                  <a:pt x="1350352" y="46013"/>
                  <a:pt x="1351362" y="46065"/>
                  <a:pt x="1352150" y="46167"/>
                </a:cubicBezTo>
                <a:cubicBezTo>
                  <a:pt x="1352937" y="46270"/>
                  <a:pt x="1353553" y="46441"/>
                  <a:pt x="1353998" y="46681"/>
                </a:cubicBezTo>
                <a:cubicBezTo>
                  <a:pt x="1354443" y="46920"/>
                  <a:pt x="1354769" y="47213"/>
                  <a:pt x="1354974" y="47557"/>
                </a:cubicBezTo>
                <a:cubicBezTo>
                  <a:pt x="1355179" y="47899"/>
                  <a:pt x="1355282" y="48276"/>
                  <a:pt x="1355282" y="48687"/>
                </a:cubicBezTo>
                <a:lnTo>
                  <a:pt x="1355282" y="141734"/>
                </a:lnTo>
                <a:moveTo>
                  <a:pt x="1357131" y="17204"/>
                </a:moveTo>
                <a:cubicBezTo>
                  <a:pt x="1357131" y="20510"/>
                  <a:pt x="1356549" y="22749"/>
                  <a:pt x="1355385" y="23921"/>
                </a:cubicBezTo>
                <a:cubicBezTo>
                  <a:pt x="1354221" y="25092"/>
                  <a:pt x="1352098" y="25677"/>
                  <a:pt x="1349017" y="25677"/>
                </a:cubicBezTo>
                <a:cubicBezTo>
                  <a:pt x="1346004" y="25677"/>
                  <a:pt x="1343933" y="25109"/>
                  <a:pt x="1342803" y="23973"/>
                </a:cubicBezTo>
                <a:cubicBezTo>
                  <a:pt x="1341673" y="22836"/>
                  <a:pt x="1341108" y="20614"/>
                  <a:pt x="1341108" y="17306"/>
                </a:cubicBezTo>
                <a:cubicBezTo>
                  <a:pt x="1341108" y="14000"/>
                  <a:pt x="1341690" y="11762"/>
                  <a:pt x="1342854" y="10592"/>
                </a:cubicBezTo>
                <a:cubicBezTo>
                  <a:pt x="1344018" y="9419"/>
                  <a:pt x="1346141" y="8833"/>
                  <a:pt x="1349222" y="8833"/>
                </a:cubicBezTo>
                <a:cubicBezTo>
                  <a:pt x="1352235" y="8833"/>
                  <a:pt x="1354306" y="9401"/>
                  <a:pt x="1355436" y="10537"/>
                </a:cubicBezTo>
                <a:cubicBezTo>
                  <a:pt x="1356566" y="11673"/>
                  <a:pt x="1357131" y="13896"/>
                  <a:pt x="1357131" y="17204"/>
                </a:cubicBezTo>
                <a:close/>
                <a:moveTo>
                  <a:pt x="1469501" y="94337"/>
                </a:moveTo>
                <a:cubicBezTo>
                  <a:pt x="1469501" y="101739"/>
                  <a:pt x="1468543" y="108558"/>
                  <a:pt x="1466626" y="114795"/>
                </a:cubicBezTo>
                <a:cubicBezTo>
                  <a:pt x="1464708" y="121033"/>
                  <a:pt x="1461850" y="126449"/>
                  <a:pt x="1458049" y="131043"/>
                </a:cubicBezTo>
                <a:cubicBezTo>
                  <a:pt x="1454249" y="135634"/>
                  <a:pt x="1449508" y="139215"/>
                  <a:pt x="1443824" y="141785"/>
                </a:cubicBezTo>
                <a:cubicBezTo>
                  <a:pt x="1438141" y="144355"/>
                  <a:pt x="1431534" y="145640"/>
                  <a:pt x="1424002" y="145640"/>
                </a:cubicBezTo>
                <a:cubicBezTo>
                  <a:pt x="1416744" y="145640"/>
                  <a:pt x="1410393" y="144492"/>
                  <a:pt x="1404949" y="142196"/>
                </a:cubicBezTo>
                <a:cubicBezTo>
                  <a:pt x="1399506" y="139900"/>
                  <a:pt x="1394953" y="136610"/>
                  <a:pt x="1391289" y="132326"/>
                </a:cubicBezTo>
                <a:cubicBezTo>
                  <a:pt x="1387626" y="128043"/>
                  <a:pt x="1384887" y="122851"/>
                  <a:pt x="1383073" y="116750"/>
                </a:cubicBezTo>
                <a:cubicBezTo>
                  <a:pt x="1381258" y="110650"/>
                  <a:pt x="1380351" y="103761"/>
                  <a:pt x="1380351" y="96083"/>
                </a:cubicBezTo>
                <a:cubicBezTo>
                  <a:pt x="1380351" y="88682"/>
                  <a:pt x="1381292" y="81863"/>
                  <a:pt x="1383175" y="75625"/>
                </a:cubicBezTo>
                <a:cubicBezTo>
                  <a:pt x="1385058" y="69388"/>
                  <a:pt x="1387900" y="63990"/>
                  <a:pt x="1391700" y="59433"/>
                </a:cubicBezTo>
                <a:cubicBezTo>
                  <a:pt x="1395500" y="54873"/>
                  <a:pt x="1400242" y="51325"/>
                  <a:pt x="1405925" y="48790"/>
                </a:cubicBezTo>
                <a:cubicBezTo>
                  <a:pt x="1411608" y="46254"/>
                  <a:pt x="1418250" y="44986"/>
                  <a:pt x="1425850" y="44986"/>
                </a:cubicBezTo>
                <a:cubicBezTo>
                  <a:pt x="1433109" y="44986"/>
                  <a:pt x="1439459" y="46117"/>
                  <a:pt x="1444903" y="48379"/>
                </a:cubicBezTo>
                <a:cubicBezTo>
                  <a:pt x="1450346" y="50640"/>
                  <a:pt x="1454883" y="53913"/>
                  <a:pt x="1458512" y="58197"/>
                </a:cubicBezTo>
                <a:cubicBezTo>
                  <a:pt x="1462141" y="62481"/>
                  <a:pt x="1464880" y="67673"/>
                  <a:pt x="1466728" y="73773"/>
                </a:cubicBezTo>
                <a:cubicBezTo>
                  <a:pt x="1468577" y="79874"/>
                  <a:pt x="1469501" y="86728"/>
                  <a:pt x="1469501" y="94337"/>
                </a:cubicBezTo>
                <a:moveTo>
                  <a:pt x="1456560" y="95467"/>
                </a:moveTo>
                <a:cubicBezTo>
                  <a:pt x="1456560" y="90188"/>
                  <a:pt x="1456047" y="85149"/>
                  <a:pt x="1455020" y="80350"/>
                </a:cubicBezTo>
                <a:cubicBezTo>
                  <a:pt x="1453992" y="75550"/>
                  <a:pt x="1452281" y="71317"/>
                  <a:pt x="1449884" y="67649"/>
                </a:cubicBezTo>
                <a:cubicBezTo>
                  <a:pt x="1447488" y="63982"/>
                  <a:pt x="1444269" y="61068"/>
                  <a:pt x="1440230" y="58909"/>
                </a:cubicBezTo>
                <a:cubicBezTo>
                  <a:pt x="1436190" y="56748"/>
                  <a:pt x="1431157" y="55668"/>
                  <a:pt x="1425132" y="55668"/>
                </a:cubicBezTo>
                <a:cubicBezTo>
                  <a:pt x="1419585" y="55668"/>
                  <a:pt x="1414792" y="56662"/>
                  <a:pt x="1410752" y="58649"/>
                </a:cubicBezTo>
                <a:cubicBezTo>
                  <a:pt x="1406713" y="60637"/>
                  <a:pt x="1403409" y="63398"/>
                  <a:pt x="1400841" y="66930"/>
                </a:cubicBezTo>
                <a:cubicBezTo>
                  <a:pt x="1398273" y="70461"/>
                  <a:pt x="1396373" y="74626"/>
                  <a:pt x="1395141" y="79425"/>
                </a:cubicBezTo>
                <a:cubicBezTo>
                  <a:pt x="1393908" y="84225"/>
                  <a:pt x="1393292" y="89401"/>
                  <a:pt x="1393292" y="94954"/>
                </a:cubicBezTo>
                <a:cubicBezTo>
                  <a:pt x="1393292" y="100301"/>
                  <a:pt x="1393806" y="105391"/>
                  <a:pt x="1394833" y="110225"/>
                </a:cubicBezTo>
                <a:cubicBezTo>
                  <a:pt x="1395860" y="115059"/>
                  <a:pt x="1397572" y="119292"/>
                  <a:pt x="1399968" y="122925"/>
                </a:cubicBezTo>
                <a:cubicBezTo>
                  <a:pt x="1402365" y="126559"/>
                  <a:pt x="1405583" y="129439"/>
                  <a:pt x="1409623" y="131566"/>
                </a:cubicBezTo>
                <a:cubicBezTo>
                  <a:pt x="1413662" y="133691"/>
                  <a:pt x="1418695" y="134753"/>
                  <a:pt x="1424721" y="134753"/>
                </a:cubicBezTo>
                <a:cubicBezTo>
                  <a:pt x="1430267" y="134753"/>
                  <a:pt x="1435060" y="133759"/>
                  <a:pt x="1439100" y="131771"/>
                </a:cubicBezTo>
                <a:cubicBezTo>
                  <a:pt x="1443140" y="129783"/>
                  <a:pt x="1446443" y="127041"/>
                  <a:pt x="1449011" y="123545"/>
                </a:cubicBezTo>
                <a:cubicBezTo>
                  <a:pt x="1451579" y="120046"/>
                  <a:pt x="1453479" y="115898"/>
                  <a:pt x="1454711" y="111101"/>
                </a:cubicBezTo>
                <a:cubicBezTo>
                  <a:pt x="1455944" y="106302"/>
                  <a:pt x="1456560" y="101090"/>
                  <a:pt x="1456560" y="95467"/>
                </a:cubicBezTo>
                <a:close/>
                <a:moveTo>
                  <a:pt x="1561703" y="141734"/>
                </a:moveTo>
                <a:cubicBezTo>
                  <a:pt x="1561703" y="142145"/>
                  <a:pt x="1561617" y="142522"/>
                  <a:pt x="1561446" y="142867"/>
                </a:cubicBezTo>
                <a:cubicBezTo>
                  <a:pt x="1561275" y="143209"/>
                  <a:pt x="1560950" y="143483"/>
                  <a:pt x="1560470" y="143688"/>
                </a:cubicBezTo>
                <a:cubicBezTo>
                  <a:pt x="1559991" y="143894"/>
                  <a:pt x="1559375" y="144065"/>
                  <a:pt x="1558621" y="144202"/>
                </a:cubicBezTo>
                <a:cubicBezTo>
                  <a:pt x="1557868" y="144339"/>
                  <a:pt x="1556944" y="144407"/>
                  <a:pt x="1555848" y="144407"/>
                </a:cubicBezTo>
                <a:cubicBezTo>
                  <a:pt x="1554616" y="144407"/>
                  <a:pt x="1553623" y="144339"/>
                  <a:pt x="1552870" y="144202"/>
                </a:cubicBezTo>
                <a:cubicBezTo>
                  <a:pt x="1552117" y="144065"/>
                  <a:pt x="1551535" y="143894"/>
                  <a:pt x="1551124" y="143688"/>
                </a:cubicBezTo>
                <a:cubicBezTo>
                  <a:pt x="1550713" y="143483"/>
                  <a:pt x="1550422" y="143209"/>
                  <a:pt x="1550251" y="142867"/>
                </a:cubicBezTo>
                <a:cubicBezTo>
                  <a:pt x="1550080" y="142522"/>
                  <a:pt x="1549994" y="142145"/>
                  <a:pt x="1549994" y="141734"/>
                </a:cubicBezTo>
                <a:lnTo>
                  <a:pt x="1549994" y="128574"/>
                </a:lnTo>
                <a:cubicBezTo>
                  <a:pt x="1544653" y="134574"/>
                  <a:pt x="1539432" y="138919"/>
                  <a:pt x="1534331" y="141609"/>
                </a:cubicBezTo>
                <a:cubicBezTo>
                  <a:pt x="1529230" y="144296"/>
                  <a:pt x="1524146" y="145640"/>
                  <a:pt x="1519079" y="145640"/>
                </a:cubicBezTo>
                <a:cubicBezTo>
                  <a:pt x="1512985" y="145640"/>
                  <a:pt x="1507849" y="144611"/>
                  <a:pt x="1503673" y="142552"/>
                </a:cubicBezTo>
                <a:cubicBezTo>
                  <a:pt x="1499496" y="140494"/>
                  <a:pt x="1496124" y="137698"/>
                  <a:pt x="1493556" y="134166"/>
                </a:cubicBezTo>
                <a:cubicBezTo>
                  <a:pt x="1490988" y="130631"/>
                  <a:pt x="1489140" y="126531"/>
                  <a:pt x="1488010" y="121866"/>
                </a:cubicBezTo>
                <a:cubicBezTo>
                  <a:pt x="1486880" y="117199"/>
                  <a:pt x="1486315" y="111573"/>
                  <a:pt x="1486315" y="104987"/>
                </a:cubicBezTo>
                <a:lnTo>
                  <a:pt x="1486315" y="48690"/>
                </a:lnTo>
                <a:cubicBezTo>
                  <a:pt x="1486315" y="48277"/>
                  <a:pt x="1486401" y="47899"/>
                  <a:pt x="1486572" y="47557"/>
                </a:cubicBezTo>
                <a:cubicBezTo>
                  <a:pt x="1486743" y="47215"/>
                  <a:pt x="1487068" y="46924"/>
                  <a:pt x="1487548" y="46684"/>
                </a:cubicBezTo>
                <a:cubicBezTo>
                  <a:pt x="1488027" y="46442"/>
                  <a:pt x="1488660" y="46270"/>
                  <a:pt x="1489448" y="46167"/>
                </a:cubicBezTo>
                <a:cubicBezTo>
                  <a:pt x="1490235" y="46065"/>
                  <a:pt x="1491211" y="46013"/>
                  <a:pt x="1492375" y="46013"/>
                </a:cubicBezTo>
                <a:cubicBezTo>
                  <a:pt x="1493607" y="46013"/>
                  <a:pt x="1494617" y="46065"/>
                  <a:pt x="1495405" y="46167"/>
                </a:cubicBezTo>
                <a:cubicBezTo>
                  <a:pt x="1496192" y="46270"/>
                  <a:pt x="1496808" y="46442"/>
                  <a:pt x="1497253" y="46684"/>
                </a:cubicBezTo>
                <a:cubicBezTo>
                  <a:pt x="1497699" y="46924"/>
                  <a:pt x="1498024" y="47215"/>
                  <a:pt x="1498229" y="47557"/>
                </a:cubicBezTo>
                <a:cubicBezTo>
                  <a:pt x="1498435" y="47899"/>
                  <a:pt x="1498537" y="48277"/>
                  <a:pt x="1498537" y="48690"/>
                </a:cubicBezTo>
                <a:lnTo>
                  <a:pt x="1498537" y="103867"/>
                </a:lnTo>
                <a:cubicBezTo>
                  <a:pt x="1498537" y="109633"/>
                  <a:pt x="1498982" y="114335"/>
                  <a:pt x="1499872" y="117973"/>
                </a:cubicBezTo>
                <a:cubicBezTo>
                  <a:pt x="1500763" y="121608"/>
                  <a:pt x="1502098" y="124713"/>
                  <a:pt x="1503878" y="127287"/>
                </a:cubicBezTo>
                <a:cubicBezTo>
                  <a:pt x="1505658" y="129861"/>
                  <a:pt x="1507935" y="131852"/>
                  <a:pt x="1510708" y="133260"/>
                </a:cubicBezTo>
                <a:cubicBezTo>
                  <a:pt x="1513481" y="134666"/>
                  <a:pt x="1516717" y="135369"/>
                  <a:pt x="1520414" y="135369"/>
                </a:cubicBezTo>
                <a:cubicBezTo>
                  <a:pt x="1525139" y="135369"/>
                  <a:pt x="1529846" y="133681"/>
                  <a:pt x="1534536" y="130304"/>
                </a:cubicBezTo>
                <a:cubicBezTo>
                  <a:pt x="1539227" y="126926"/>
                  <a:pt x="1544208" y="121963"/>
                  <a:pt x="1549480" y="115415"/>
                </a:cubicBezTo>
                <a:lnTo>
                  <a:pt x="1549480" y="48687"/>
                </a:lnTo>
                <a:cubicBezTo>
                  <a:pt x="1549480" y="48276"/>
                  <a:pt x="1549566" y="47899"/>
                  <a:pt x="1549737" y="47557"/>
                </a:cubicBezTo>
                <a:cubicBezTo>
                  <a:pt x="1549908" y="47213"/>
                  <a:pt x="1550234" y="46920"/>
                  <a:pt x="1550713" y="46681"/>
                </a:cubicBezTo>
                <a:cubicBezTo>
                  <a:pt x="1551192" y="46441"/>
                  <a:pt x="1551826" y="46270"/>
                  <a:pt x="1552613" y="46167"/>
                </a:cubicBezTo>
                <a:cubicBezTo>
                  <a:pt x="1553400" y="46065"/>
                  <a:pt x="1554410" y="46013"/>
                  <a:pt x="1555643" y="46013"/>
                </a:cubicBezTo>
                <a:cubicBezTo>
                  <a:pt x="1556807" y="46013"/>
                  <a:pt x="1557783" y="46065"/>
                  <a:pt x="1558570" y="46167"/>
                </a:cubicBezTo>
                <a:cubicBezTo>
                  <a:pt x="1559358" y="46270"/>
                  <a:pt x="1559974" y="46441"/>
                  <a:pt x="1560419" y="46681"/>
                </a:cubicBezTo>
                <a:cubicBezTo>
                  <a:pt x="1560864" y="46920"/>
                  <a:pt x="1561189" y="47213"/>
                  <a:pt x="1561395" y="47557"/>
                </a:cubicBezTo>
                <a:cubicBezTo>
                  <a:pt x="1561600" y="47899"/>
                  <a:pt x="1561703" y="48276"/>
                  <a:pt x="1561703" y="48687"/>
                </a:cubicBezTo>
                <a:lnTo>
                  <a:pt x="1561703" y="141734"/>
                </a:lnTo>
                <a:close/>
                <a:moveTo>
                  <a:pt x="1651588" y="117058"/>
                </a:moveTo>
                <a:cubicBezTo>
                  <a:pt x="1651588" y="121513"/>
                  <a:pt x="1650766" y="125506"/>
                  <a:pt x="1649123" y="129037"/>
                </a:cubicBezTo>
                <a:cubicBezTo>
                  <a:pt x="1647480" y="132565"/>
                  <a:pt x="1645135" y="135564"/>
                  <a:pt x="1642088" y="138033"/>
                </a:cubicBezTo>
                <a:cubicBezTo>
                  <a:pt x="1639041" y="140500"/>
                  <a:pt x="1635394" y="142385"/>
                  <a:pt x="1631149" y="143688"/>
                </a:cubicBezTo>
                <a:cubicBezTo>
                  <a:pt x="1626904" y="144989"/>
                  <a:pt x="1622214" y="145640"/>
                  <a:pt x="1617078" y="145640"/>
                </a:cubicBezTo>
                <a:cubicBezTo>
                  <a:pt x="1613860" y="145640"/>
                  <a:pt x="1610813" y="145383"/>
                  <a:pt x="1607937" y="144870"/>
                </a:cubicBezTo>
                <a:cubicBezTo>
                  <a:pt x="1605061" y="144356"/>
                  <a:pt x="1602459" y="143706"/>
                  <a:pt x="1600131" y="142918"/>
                </a:cubicBezTo>
                <a:cubicBezTo>
                  <a:pt x="1597803" y="142131"/>
                  <a:pt x="1595835" y="141292"/>
                  <a:pt x="1594226" y="140402"/>
                </a:cubicBezTo>
                <a:cubicBezTo>
                  <a:pt x="1592617" y="139512"/>
                  <a:pt x="1591435" y="138724"/>
                  <a:pt x="1590682" y="138040"/>
                </a:cubicBezTo>
                <a:cubicBezTo>
                  <a:pt x="1589929" y="137355"/>
                  <a:pt x="1589381" y="136495"/>
                  <a:pt x="1589039" y="135459"/>
                </a:cubicBezTo>
                <a:cubicBezTo>
                  <a:pt x="1588696" y="134421"/>
                  <a:pt x="1588525" y="133039"/>
                  <a:pt x="1588525" y="131312"/>
                </a:cubicBezTo>
                <a:cubicBezTo>
                  <a:pt x="1588525" y="130413"/>
                  <a:pt x="1588594" y="129619"/>
                  <a:pt x="1588731" y="128927"/>
                </a:cubicBezTo>
                <a:cubicBezTo>
                  <a:pt x="1588868" y="128236"/>
                  <a:pt x="1589039" y="127649"/>
                  <a:pt x="1589244" y="127165"/>
                </a:cubicBezTo>
                <a:cubicBezTo>
                  <a:pt x="1589450" y="126682"/>
                  <a:pt x="1589724" y="126319"/>
                  <a:pt x="1590066" y="126077"/>
                </a:cubicBezTo>
                <a:cubicBezTo>
                  <a:pt x="1590408" y="125835"/>
                  <a:pt x="1590785" y="125715"/>
                  <a:pt x="1591196" y="125715"/>
                </a:cubicBezTo>
                <a:cubicBezTo>
                  <a:pt x="1591949" y="125715"/>
                  <a:pt x="1593044" y="126199"/>
                  <a:pt x="1594482" y="127169"/>
                </a:cubicBezTo>
                <a:cubicBezTo>
                  <a:pt x="1595920" y="128138"/>
                  <a:pt x="1597718" y="129194"/>
                  <a:pt x="1599875" y="130336"/>
                </a:cubicBezTo>
                <a:cubicBezTo>
                  <a:pt x="1602031" y="131479"/>
                  <a:pt x="1604599" y="132535"/>
                  <a:pt x="1607578" y="133504"/>
                </a:cubicBezTo>
                <a:cubicBezTo>
                  <a:pt x="1610556" y="134474"/>
                  <a:pt x="1613997" y="134958"/>
                  <a:pt x="1617900" y="134958"/>
                </a:cubicBezTo>
                <a:cubicBezTo>
                  <a:pt x="1621050" y="134958"/>
                  <a:pt x="1623925" y="134616"/>
                  <a:pt x="1626527" y="133931"/>
                </a:cubicBezTo>
                <a:cubicBezTo>
                  <a:pt x="1629129" y="133244"/>
                  <a:pt x="1631389" y="132215"/>
                  <a:pt x="1633306" y="130844"/>
                </a:cubicBezTo>
                <a:cubicBezTo>
                  <a:pt x="1635223" y="129472"/>
                  <a:pt x="1636712" y="127706"/>
                  <a:pt x="1637774" y="125544"/>
                </a:cubicBezTo>
                <a:cubicBezTo>
                  <a:pt x="1638835" y="123383"/>
                  <a:pt x="1639366" y="120863"/>
                  <a:pt x="1639366" y="117983"/>
                </a:cubicBezTo>
                <a:cubicBezTo>
                  <a:pt x="1639366" y="115105"/>
                  <a:pt x="1638681" y="112672"/>
                  <a:pt x="1637312" y="110684"/>
                </a:cubicBezTo>
                <a:cubicBezTo>
                  <a:pt x="1635942" y="108696"/>
                  <a:pt x="1634145" y="106965"/>
                  <a:pt x="1631919" y="105491"/>
                </a:cubicBezTo>
                <a:cubicBezTo>
                  <a:pt x="1629694" y="104016"/>
                  <a:pt x="1627161" y="102714"/>
                  <a:pt x="1624319" y="101585"/>
                </a:cubicBezTo>
                <a:cubicBezTo>
                  <a:pt x="1621477" y="100453"/>
                  <a:pt x="1618567" y="99288"/>
                  <a:pt x="1615589" y="98089"/>
                </a:cubicBezTo>
                <a:cubicBezTo>
                  <a:pt x="1612610" y="96889"/>
                  <a:pt x="1609700" y="95570"/>
                  <a:pt x="1606859" y="94132"/>
                </a:cubicBezTo>
                <a:cubicBezTo>
                  <a:pt x="1604017" y="92692"/>
                  <a:pt x="1601484" y="90944"/>
                  <a:pt x="1599258" y="88887"/>
                </a:cubicBezTo>
                <a:cubicBezTo>
                  <a:pt x="1597033" y="86831"/>
                  <a:pt x="1595236" y="84364"/>
                  <a:pt x="1593866" y="81486"/>
                </a:cubicBezTo>
                <a:cubicBezTo>
                  <a:pt x="1592497" y="78606"/>
                  <a:pt x="1591812" y="75144"/>
                  <a:pt x="1591812" y="71100"/>
                </a:cubicBezTo>
                <a:cubicBezTo>
                  <a:pt x="1591812" y="67879"/>
                  <a:pt x="1592428" y="64710"/>
                  <a:pt x="1593661" y="61593"/>
                </a:cubicBezTo>
                <a:cubicBezTo>
                  <a:pt x="1594893" y="58473"/>
                  <a:pt x="1596793" y="55680"/>
                  <a:pt x="1599361" y="53212"/>
                </a:cubicBezTo>
                <a:cubicBezTo>
                  <a:pt x="1601929" y="50743"/>
                  <a:pt x="1605215" y="48755"/>
                  <a:pt x="1609221" y="47249"/>
                </a:cubicBezTo>
                <a:cubicBezTo>
                  <a:pt x="1613227" y="45740"/>
                  <a:pt x="1617968" y="44986"/>
                  <a:pt x="1623446" y="44986"/>
                </a:cubicBezTo>
                <a:cubicBezTo>
                  <a:pt x="1625774" y="44986"/>
                  <a:pt x="1628085" y="45174"/>
                  <a:pt x="1630379" y="45551"/>
                </a:cubicBezTo>
                <a:cubicBezTo>
                  <a:pt x="1632673" y="45928"/>
                  <a:pt x="1634761" y="46424"/>
                  <a:pt x="1636644" y="47040"/>
                </a:cubicBezTo>
                <a:cubicBezTo>
                  <a:pt x="1638527" y="47657"/>
                  <a:pt x="1640153" y="48324"/>
                  <a:pt x="1641523" y="49043"/>
                </a:cubicBezTo>
                <a:cubicBezTo>
                  <a:pt x="1642892" y="49762"/>
                  <a:pt x="1643936" y="50395"/>
                  <a:pt x="1644655" y="50943"/>
                </a:cubicBezTo>
                <a:cubicBezTo>
                  <a:pt x="1645374" y="51491"/>
                  <a:pt x="1645853" y="51953"/>
                  <a:pt x="1646093" y="52330"/>
                </a:cubicBezTo>
                <a:cubicBezTo>
                  <a:pt x="1646333" y="52706"/>
                  <a:pt x="1646504" y="53100"/>
                  <a:pt x="1646607" y="53511"/>
                </a:cubicBezTo>
                <a:cubicBezTo>
                  <a:pt x="1646709" y="53922"/>
                  <a:pt x="1646795" y="54418"/>
                  <a:pt x="1646863" y="55000"/>
                </a:cubicBezTo>
                <a:cubicBezTo>
                  <a:pt x="1646932" y="55582"/>
                  <a:pt x="1646966" y="56284"/>
                  <a:pt x="1646966" y="57106"/>
                </a:cubicBezTo>
                <a:cubicBezTo>
                  <a:pt x="1646966" y="57927"/>
                  <a:pt x="1646915" y="58663"/>
                  <a:pt x="1646812" y="59314"/>
                </a:cubicBezTo>
                <a:cubicBezTo>
                  <a:pt x="1646709" y="59964"/>
                  <a:pt x="1646555" y="60529"/>
                  <a:pt x="1646350" y="61009"/>
                </a:cubicBezTo>
                <a:cubicBezTo>
                  <a:pt x="1646144" y="61488"/>
                  <a:pt x="1645888" y="61847"/>
                  <a:pt x="1645580" y="62087"/>
                </a:cubicBezTo>
                <a:cubicBezTo>
                  <a:pt x="1645271" y="62327"/>
                  <a:pt x="1644912" y="62446"/>
                  <a:pt x="1644501" y="62446"/>
                </a:cubicBezTo>
                <a:cubicBezTo>
                  <a:pt x="1643953" y="62446"/>
                  <a:pt x="1643132" y="62070"/>
                  <a:pt x="1642036" y="61317"/>
                </a:cubicBezTo>
                <a:cubicBezTo>
                  <a:pt x="1640941" y="60563"/>
                  <a:pt x="1639503" y="59742"/>
                  <a:pt x="1637722" y="58852"/>
                </a:cubicBezTo>
                <a:cubicBezTo>
                  <a:pt x="1635942" y="57962"/>
                  <a:pt x="1633820" y="57140"/>
                  <a:pt x="1631355" y="56387"/>
                </a:cubicBezTo>
                <a:cubicBezTo>
                  <a:pt x="1628890" y="55634"/>
                  <a:pt x="1626048" y="55257"/>
                  <a:pt x="1622830" y="55257"/>
                </a:cubicBezTo>
                <a:cubicBezTo>
                  <a:pt x="1619612" y="55257"/>
                  <a:pt x="1616787" y="55635"/>
                  <a:pt x="1614356" y="56390"/>
                </a:cubicBezTo>
                <a:cubicBezTo>
                  <a:pt x="1611926" y="57143"/>
                  <a:pt x="1609923" y="58205"/>
                  <a:pt x="1608348" y="59577"/>
                </a:cubicBezTo>
                <a:cubicBezTo>
                  <a:pt x="1606773" y="60949"/>
                  <a:pt x="1605592" y="62561"/>
                  <a:pt x="1604805" y="64414"/>
                </a:cubicBezTo>
                <a:cubicBezTo>
                  <a:pt x="1604017" y="66265"/>
                  <a:pt x="1603623" y="68288"/>
                  <a:pt x="1603623" y="70483"/>
                </a:cubicBezTo>
                <a:cubicBezTo>
                  <a:pt x="1603623" y="73498"/>
                  <a:pt x="1604308" y="76034"/>
                  <a:pt x="1605678" y="78090"/>
                </a:cubicBezTo>
                <a:cubicBezTo>
                  <a:pt x="1607047" y="80146"/>
                  <a:pt x="1608861" y="81929"/>
                  <a:pt x="1611121" y="83437"/>
                </a:cubicBezTo>
                <a:cubicBezTo>
                  <a:pt x="1613381" y="84946"/>
                  <a:pt x="1615948" y="86283"/>
                  <a:pt x="1618824" y="87449"/>
                </a:cubicBezTo>
                <a:cubicBezTo>
                  <a:pt x="1621700" y="88613"/>
                  <a:pt x="1624627" y="89779"/>
                  <a:pt x="1627606" y="90945"/>
                </a:cubicBezTo>
                <a:cubicBezTo>
                  <a:pt x="1630584" y="92109"/>
                  <a:pt x="1633511" y="93394"/>
                  <a:pt x="1636387" y="94799"/>
                </a:cubicBezTo>
                <a:cubicBezTo>
                  <a:pt x="1639263" y="96203"/>
                  <a:pt x="1641831" y="97899"/>
                  <a:pt x="1644090" y="99887"/>
                </a:cubicBezTo>
                <a:cubicBezTo>
                  <a:pt x="1646350" y="101875"/>
                  <a:pt x="1648164" y="104257"/>
                  <a:pt x="1649534" y="107035"/>
                </a:cubicBezTo>
                <a:cubicBezTo>
                  <a:pt x="1650903" y="109810"/>
                  <a:pt x="1651588" y="113151"/>
                  <a:pt x="1651588" y="117058"/>
                </a:cubicBezTo>
                <a:close/>
                <a:moveTo>
                  <a:pt x="1815997" y="94966"/>
                </a:moveTo>
                <a:cubicBezTo>
                  <a:pt x="1815997" y="103052"/>
                  <a:pt x="1814850" y="110247"/>
                  <a:pt x="1812557" y="116551"/>
                </a:cubicBezTo>
                <a:cubicBezTo>
                  <a:pt x="1810263" y="122855"/>
                  <a:pt x="1806993" y="128166"/>
                  <a:pt x="1802748" y="132484"/>
                </a:cubicBezTo>
                <a:cubicBezTo>
                  <a:pt x="1798503" y="136800"/>
                  <a:pt x="1793367" y="140071"/>
                  <a:pt x="1787342" y="142299"/>
                </a:cubicBezTo>
                <a:cubicBezTo>
                  <a:pt x="1781316" y="144526"/>
                  <a:pt x="1774572" y="145640"/>
                  <a:pt x="1767108" y="145640"/>
                </a:cubicBezTo>
                <a:cubicBezTo>
                  <a:pt x="1760330" y="145640"/>
                  <a:pt x="1754082" y="144578"/>
                  <a:pt x="1748364" y="142453"/>
                </a:cubicBezTo>
                <a:cubicBezTo>
                  <a:pt x="1742647" y="140328"/>
                  <a:pt x="1737717" y="137193"/>
                  <a:pt x="1733574" y="133049"/>
                </a:cubicBezTo>
                <a:cubicBezTo>
                  <a:pt x="1729432" y="128904"/>
                  <a:pt x="1726213" y="123765"/>
                  <a:pt x="1723920" y="117633"/>
                </a:cubicBezTo>
                <a:cubicBezTo>
                  <a:pt x="1721626" y="111498"/>
                  <a:pt x="1720479" y="104422"/>
                  <a:pt x="1720479" y="96404"/>
                </a:cubicBezTo>
                <a:lnTo>
                  <a:pt x="1720479" y="12944"/>
                </a:lnTo>
                <a:cubicBezTo>
                  <a:pt x="1720479" y="12531"/>
                  <a:pt x="1720582" y="12154"/>
                  <a:pt x="1720787" y="11811"/>
                </a:cubicBezTo>
                <a:cubicBezTo>
                  <a:pt x="1720992" y="11469"/>
                  <a:pt x="1721352" y="11195"/>
                  <a:pt x="1721865" y="10990"/>
                </a:cubicBezTo>
                <a:cubicBezTo>
                  <a:pt x="1722379" y="10784"/>
                  <a:pt x="1723012" y="10613"/>
                  <a:pt x="1723766" y="10476"/>
                </a:cubicBezTo>
                <a:cubicBezTo>
                  <a:pt x="1724519" y="10339"/>
                  <a:pt x="1725512" y="10271"/>
                  <a:pt x="1726744" y="10271"/>
                </a:cubicBezTo>
                <a:cubicBezTo>
                  <a:pt x="1727908" y="10271"/>
                  <a:pt x="1728901" y="10339"/>
                  <a:pt x="1729723" y="10476"/>
                </a:cubicBezTo>
                <a:cubicBezTo>
                  <a:pt x="1730544" y="10613"/>
                  <a:pt x="1731195" y="10784"/>
                  <a:pt x="1731674" y="10990"/>
                </a:cubicBezTo>
                <a:cubicBezTo>
                  <a:pt x="1732153" y="11195"/>
                  <a:pt x="1732496" y="11470"/>
                  <a:pt x="1732701" y="11815"/>
                </a:cubicBezTo>
                <a:cubicBezTo>
                  <a:pt x="1732907" y="12157"/>
                  <a:pt x="1733009" y="12534"/>
                  <a:pt x="1733009" y="12944"/>
                </a:cubicBezTo>
                <a:lnTo>
                  <a:pt x="1733009" y="94357"/>
                </a:lnTo>
                <a:cubicBezTo>
                  <a:pt x="1733009" y="101003"/>
                  <a:pt x="1733814" y="106827"/>
                  <a:pt x="1735423" y="111830"/>
                </a:cubicBezTo>
                <a:cubicBezTo>
                  <a:pt x="1737032" y="116832"/>
                  <a:pt x="1739360" y="120996"/>
                  <a:pt x="1742407" y="124322"/>
                </a:cubicBezTo>
                <a:cubicBezTo>
                  <a:pt x="1745454" y="127645"/>
                  <a:pt x="1749152" y="130146"/>
                  <a:pt x="1753499" y="131826"/>
                </a:cubicBezTo>
                <a:cubicBezTo>
                  <a:pt x="1757847" y="133503"/>
                  <a:pt x="1762760" y="134342"/>
                  <a:pt x="1768238" y="134342"/>
                </a:cubicBezTo>
                <a:cubicBezTo>
                  <a:pt x="1773784" y="134342"/>
                  <a:pt x="1778731" y="133538"/>
                  <a:pt x="1783079" y="131928"/>
                </a:cubicBezTo>
                <a:cubicBezTo>
                  <a:pt x="1787427" y="130317"/>
                  <a:pt x="1791108" y="127867"/>
                  <a:pt x="1794120" y="124578"/>
                </a:cubicBezTo>
                <a:cubicBezTo>
                  <a:pt x="1797133" y="121287"/>
                  <a:pt x="1799444" y="117192"/>
                  <a:pt x="1801053" y="112292"/>
                </a:cubicBezTo>
                <a:cubicBezTo>
                  <a:pt x="1802662" y="107392"/>
                  <a:pt x="1803467" y="101653"/>
                  <a:pt x="1803467" y="95076"/>
                </a:cubicBezTo>
                <a:lnTo>
                  <a:pt x="1803467" y="12944"/>
                </a:lnTo>
                <a:cubicBezTo>
                  <a:pt x="1803467" y="12534"/>
                  <a:pt x="1803570" y="12157"/>
                  <a:pt x="1803775" y="11815"/>
                </a:cubicBezTo>
                <a:cubicBezTo>
                  <a:pt x="1803980" y="11470"/>
                  <a:pt x="1804323" y="11195"/>
                  <a:pt x="1804802" y="10990"/>
                </a:cubicBezTo>
                <a:cubicBezTo>
                  <a:pt x="1805281" y="10784"/>
                  <a:pt x="1805932" y="10613"/>
                  <a:pt x="1806754" y="10476"/>
                </a:cubicBezTo>
                <a:cubicBezTo>
                  <a:pt x="1807575" y="10339"/>
                  <a:pt x="1808568" y="10271"/>
                  <a:pt x="1809732" y="10271"/>
                </a:cubicBezTo>
                <a:cubicBezTo>
                  <a:pt x="1810896" y="10271"/>
                  <a:pt x="1811889" y="10339"/>
                  <a:pt x="1812711" y="10476"/>
                </a:cubicBezTo>
                <a:cubicBezTo>
                  <a:pt x="1813532" y="10613"/>
                  <a:pt x="1814183" y="10784"/>
                  <a:pt x="1814662" y="10990"/>
                </a:cubicBezTo>
                <a:cubicBezTo>
                  <a:pt x="1815141" y="11195"/>
                  <a:pt x="1815484" y="11469"/>
                  <a:pt x="1815689" y="11811"/>
                </a:cubicBezTo>
                <a:cubicBezTo>
                  <a:pt x="1815895" y="12154"/>
                  <a:pt x="1815997" y="12531"/>
                  <a:pt x="1815997" y="12944"/>
                </a:cubicBezTo>
                <a:lnTo>
                  <a:pt x="1815997" y="94966"/>
                </a:lnTo>
                <a:close/>
                <a:moveTo>
                  <a:pt x="1936498" y="141535"/>
                </a:moveTo>
                <a:cubicBezTo>
                  <a:pt x="1936498" y="142014"/>
                  <a:pt x="1936413" y="142425"/>
                  <a:pt x="1936242" y="142767"/>
                </a:cubicBezTo>
                <a:cubicBezTo>
                  <a:pt x="1936071" y="143108"/>
                  <a:pt x="1935745" y="143397"/>
                  <a:pt x="1935266" y="143637"/>
                </a:cubicBezTo>
                <a:cubicBezTo>
                  <a:pt x="1934787" y="143877"/>
                  <a:pt x="1934119" y="144065"/>
                  <a:pt x="1933263" y="144202"/>
                </a:cubicBezTo>
                <a:cubicBezTo>
                  <a:pt x="1932407" y="144339"/>
                  <a:pt x="1931329" y="144407"/>
                  <a:pt x="1930028" y="144407"/>
                </a:cubicBezTo>
                <a:cubicBezTo>
                  <a:pt x="1928864" y="144407"/>
                  <a:pt x="1927888" y="144356"/>
                  <a:pt x="1927101" y="144253"/>
                </a:cubicBezTo>
                <a:cubicBezTo>
                  <a:pt x="1926313" y="144151"/>
                  <a:pt x="1925646" y="143946"/>
                  <a:pt x="1925098" y="143640"/>
                </a:cubicBezTo>
                <a:cubicBezTo>
                  <a:pt x="1924550" y="143332"/>
                  <a:pt x="1924105" y="142921"/>
                  <a:pt x="1923763" y="142408"/>
                </a:cubicBezTo>
                <a:cubicBezTo>
                  <a:pt x="1923420" y="141894"/>
                  <a:pt x="1923112" y="141228"/>
                  <a:pt x="1922838" y="140408"/>
                </a:cubicBezTo>
                <a:lnTo>
                  <a:pt x="1910411" y="108213"/>
                </a:lnTo>
                <a:cubicBezTo>
                  <a:pt x="1908973" y="104588"/>
                  <a:pt x="1907432" y="101170"/>
                  <a:pt x="1905789" y="97958"/>
                </a:cubicBezTo>
                <a:cubicBezTo>
                  <a:pt x="1904145" y="94744"/>
                  <a:pt x="1902160" y="91958"/>
                  <a:pt x="1899832" y="89600"/>
                </a:cubicBezTo>
                <a:cubicBezTo>
                  <a:pt x="1897504" y="87242"/>
                  <a:pt x="1894696" y="85379"/>
                  <a:pt x="1891410" y="84012"/>
                </a:cubicBezTo>
                <a:cubicBezTo>
                  <a:pt x="1888123" y="82645"/>
                  <a:pt x="1884186" y="81961"/>
                  <a:pt x="1879598" y="81961"/>
                </a:cubicBezTo>
                <a:lnTo>
                  <a:pt x="1865835" y="81961"/>
                </a:lnTo>
                <a:lnTo>
                  <a:pt x="1865835" y="141740"/>
                </a:lnTo>
                <a:cubicBezTo>
                  <a:pt x="1865835" y="142151"/>
                  <a:pt x="1865733" y="142528"/>
                  <a:pt x="1865527" y="142870"/>
                </a:cubicBezTo>
                <a:cubicBezTo>
                  <a:pt x="1865322" y="143212"/>
                  <a:pt x="1864979" y="143486"/>
                  <a:pt x="1864500" y="143692"/>
                </a:cubicBezTo>
                <a:cubicBezTo>
                  <a:pt x="1864021" y="143895"/>
                  <a:pt x="1863387" y="144065"/>
                  <a:pt x="1862600" y="144202"/>
                </a:cubicBezTo>
                <a:cubicBezTo>
                  <a:pt x="1861813" y="144339"/>
                  <a:pt x="1860803" y="144407"/>
                  <a:pt x="1859570" y="144407"/>
                </a:cubicBezTo>
                <a:cubicBezTo>
                  <a:pt x="1858406" y="144407"/>
                  <a:pt x="1857413" y="144339"/>
                  <a:pt x="1856592" y="144202"/>
                </a:cubicBezTo>
                <a:cubicBezTo>
                  <a:pt x="1855770" y="144065"/>
                  <a:pt x="1855119" y="143894"/>
                  <a:pt x="1854640" y="143688"/>
                </a:cubicBezTo>
                <a:cubicBezTo>
                  <a:pt x="1854161" y="143483"/>
                  <a:pt x="1853819" y="143209"/>
                  <a:pt x="1853613" y="142867"/>
                </a:cubicBezTo>
                <a:cubicBezTo>
                  <a:pt x="1853408" y="142524"/>
                  <a:pt x="1853305" y="142148"/>
                  <a:pt x="1853305" y="141737"/>
                </a:cubicBezTo>
                <a:lnTo>
                  <a:pt x="1853305" y="17358"/>
                </a:lnTo>
                <a:cubicBezTo>
                  <a:pt x="1853305" y="14893"/>
                  <a:pt x="1853955" y="13198"/>
                  <a:pt x="1855256" y="12274"/>
                </a:cubicBezTo>
                <a:cubicBezTo>
                  <a:pt x="1856557" y="11349"/>
                  <a:pt x="1857824" y="10887"/>
                  <a:pt x="1859057" y="10887"/>
                </a:cubicBezTo>
                <a:lnTo>
                  <a:pt x="1884015" y="10887"/>
                </a:lnTo>
                <a:cubicBezTo>
                  <a:pt x="1887301" y="10887"/>
                  <a:pt x="1890023" y="10973"/>
                  <a:pt x="1892180" y="11144"/>
                </a:cubicBezTo>
                <a:cubicBezTo>
                  <a:pt x="1894337" y="11315"/>
                  <a:pt x="1896305" y="11538"/>
                  <a:pt x="1898086" y="11811"/>
                </a:cubicBezTo>
                <a:cubicBezTo>
                  <a:pt x="1903153" y="12704"/>
                  <a:pt x="1907569" y="14144"/>
                  <a:pt x="1911335" y="16132"/>
                </a:cubicBezTo>
                <a:cubicBezTo>
                  <a:pt x="1915101" y="18117"/>
                  <a:pt x="1918216" y="20567"/>
                  <a:pt x="1920681" y="23482"/>
                </a:cubicBezTo>
                <a:cubicBezTo>
                  <a:pt x="1923146" y="26394"/>
                  <a:pt x="1924978" y="29684"/>
                  <a:pt x="1926176" y="33351"/>
                </a:cubicBezTo>
                <a:cubicBezTo>
                  <a:pt x="1927375" y="37017"/>
                  <a:pt x="1927974" y="40974"/>
                  <a:pt x="1927974" y="45224"/>
                </a:cubicBezTo>
                <a:cubicBezTo>
                  <a:pt x="1927974" y="49610"/>
                  <a:pt x="1927357" y="53534"/>
                  <a:pt x="1926125" y="56997"/>
                </a:cubicBezTo>
                <a:cubicBezTo>
                  <a:pt x="1924892" y="60456"/>
                  <a:pt x="1923146" y="63507"/>
                  <a:pt x="1920887" y="66147"/>
                </a:cubicBezTo>
                <a:cubicBezTo>
                  <a:pt x="1918627" y="68785"/>
                  <a:pt x="1915923" y="71064"/>
                  <a:pt x="1912773" y="72984"/>
                </a:cubicBezTo>
                <a:cubicBezTo>
                  <a:pt x="1909623" y="74901"/>
                  <a:pt x="1906165" y="76511"/>
                  <a:pt x="1902399" y="77814"/>
                </a:cubicBezTo>
                <a:cubicBezTo>
                  <a:pt x="1904659" y="78841"/>
                  <a:pt x="1906696" y="80107"/>
                  <a:pt x="1908511" y="81611"/>
                </a:cubicBezTo>
                <a:cubicBezTo>
                  <a:pt x="1910325" y="83115"/>
                  <a:pt x="1912003" y="84928"/>
                  <a:pt x="1913543" y="87048"/>
                </a:cubicBezTo>
                <a:cubicBezTo>
                  <a:pt x="1915084" y="89169"/>
                  <a:pt x="1916539" y="91614"/>
                  <a:pt x="1917908" y="94385"/>
                </a:cubicBezTo>
                <a:cubicBezTo>
                  <a:pt x="1919278" y="97156"/>
                  <a:pt x="1920647" y="100252"/>
                  <a:pt x="1922017" y="103671"/>
                </a:cubicBezTo>
                <a:lnTo>
                  <a:pt x="1934444" y="134660"/>
                </a:lnTo>
                <a:cubicBezTo>
                  <a:pt x="1935334" y="137054"/>
                  <a:pt x="1935899" y="138696"/>
                  <a:pt x="1936139" y="139587"/>
                </a:cubicBezTo>
                <a:cubicBezTo>
                  <a:pt x="1936379" y="140475"/>
                  <a:pt x="1936498" y="141124"/>
                  <a:pt x="1936498" y="141535"/>
                </a:cubicBezTo>
                <a:moveTo>
                  <a:pt x="1914416" y="46578"/>
                </a:moveTo>
                <a:cubicBezTo>
                  <a:pt x="1914416" y="40908"/>
                  <a:pt x="1913150" y="36108"/>
                  <a:pt x="1910616" y="32180"/>
                </a:cubicBezTo>
                <a:cubicBezTo>
                  <a:pt x="1908083" y="28249"/>
                  <a:pt x="1903837" y="25430"/>
                  <a:pt x="1897880" y="23722"/>
                </a:cubicBezTo>
                <a:cubicBezTo>
                  <a:pt x="1895895" y="23177"/>
                  <a:pt x="1893738" y="22784"/>
                  <a:pt x="1891410" y="22544"/>
                </a:cubicBezTo>
                <a:cubicBezTo>
                  <a:pt x="1889082" y="22305"/>
                  <a:pt x="1886035" y="22185"/>
                  <a:pt x="1882269" y="22185"/>
                </a:cubicBezTo>
                <a:lnTo>
                  <a:pt x="1865835" y="22185"/>
                </a:lnTo>
                <a:lnTo>
                  <a:pt x="1865835" y="70869"/>
                </a:lnTo>
                <a:lnTo>
                  <a:pt x="1884939" y="70869"/>
                </a:lnTo>
                <a:cubicBezTo>
                  <a:pt x="1890074" y="70869"/>
                  <a:pt x="1894491" y="70236"/>
                  <a:pt x="1898188" y="68972"/>
                </a:cubicBezTo>
                <a:cubicBezTo>
                  <a:pt x="1901886" y="67707"/>
                  <a:pt x="1904950" y="65982"/>
                  <a:pt x="1907381" y="63798"/>
                </a:cubicBezTo>
                <a:cubicBezTo>
                  <a:pt x="1909811" y="61611"/>
                  <a:pt x="1911592" y="59049"/>
                  <a:pt x="1912722" y="56111"/>
                </a:cubicBezTo>
                <a:cubicBezTo>
                  <a:pt x="1913851" y="53173"/>
                  <a:pt x="1914416" y="49995"/>
                  <a:pt x="1914416" y="46578"/>
                </a:cubicBezTo>
                <a:close/>
                <a:moveTo>
                  <a:pt x="2030394" y="137988"/>
                </a:moveTo>
                <a:cubicBezTo>
                  <a:pt x="2030394" y="138955"/>
                  <a:pt x="2030326" y="139785"/>
                  <a:pt x="2030189" y="140476"/>
                </a:cubicBezTo>
                <a:cubicBezTo>
                  <a:pt x="2030052" y="141167"/>
                  <a:pt x="2029846" y="141771"/>
                  <a:pt x="2029572" y="142289"/>
                </a:cubicBezTo>
                <a:cubicBezTo>
                  <a:pt x="2029298" y="142807"/>
                  <a:pt x="2028956" y="143187"/>
                  <a:pt x="2028545" y="143429"/>
                </a:cubicBezTo>
                <a:cubicBezTo>
                  <a:pt x="2028134" y="143670"/>
                  <a:pt x="2027655" y="143791"/>
                  <a:pt x="2027107" y="143791"/>
                </a:cubicBezTo>
                <a:lnTo>
                  <a:pt x="1969488" y="143791"/>
                </a:lnTo>
                <a:cubicBezTo>
                  <a:pt x="1968256" y="143791"/>
                  <a:pt x="1966989" y="143329"/>
                  <a:pt x="1965688" y="142405"/>
                </a:cubicBezTo>
                <a:cubicBezTo>
                  <a:pt x="1964387" y="141480"/>
                  <a:pt x="1963736" y="139786"/>
                  <a:pt x="1963736" y="137321"/>
                </a:cubicBezTo>
                <a:lnTo>
                  <a:pt x="1963736" y="12941"/>
                </a:lnTo>
                <a:cubicBezTo>
                  <a:pt x="1963736" y="12530"/>
                  <a:pt x="1963839" y="12154"/>
                  <a:pt x="1964045" y="11811"/>
                </a:cubicBezTo>
                <a:cubicBezTo>
                  <a:pt x="1964250" y="11469"/>
                  <a:pt x="1964592" y="11195"/>
                  <a:pt x="1965072" y="10990"/>
                </a:cubicBezTo>
                <a:cubicBezTo>
                  <a:pt x="1965551" y="10784"/>
                  <a:pt x="1966201" y="10613"/>
                  <a:pt x="1967023" y="10476"/>
                </a:cubicBezTo>
                <a:cubicBezTo>
                  <a:pt x="1967845" y="10339"/>
                  <a:pt x="1968838" y="10271"/>
                  <a:pt x="1970002" y="10271"/>
                </a:cubicBezTo>
                <a:cubicBezTo>
                  <a:pt x="1971234" y="10271"/>
                  <a:pt x="1972244" y="10339"/>
                  <a:pt x="1973032" y="10476"/>
                </a:cubicBezTo>
                <a:cubicBezTo>
                  <a:pt x="1973819" y="10613"/>
                  <a:pt x="1974452" y="10784"/>
                  <a:pt x="1974932" y="10990"/>
                </a:cubicBezTo>
                <a:cubicBezTo>
                  <a:pt x="1975411" y="11195"/>
                  <a:pt x="1975753" y="11469"/>
                  <a:pt x="1975959" y="11811"/>
                </a:cubicBezTo>
                <a:cubicBezTo>
                  <a:pt x="1976164" y="12152"/>
                  <a:pt x="1976267" y="12527"/>
                  <a:pt x="1976267" y="12938"/>
                </a:cubicBezTo>
                <a:lnTo>
                  <a:pt x="1976267" y="132288"/>
                </a:lnTo>
                <a:lnTo>
                  <a:pt x="2027107" y="132288"/>
                </a:lnTo>
                <a:cubicBezTo>
                  <a:pt x="2027655" y="132288"/>
                  <a:pt x="2028134" y="132409"/>
                  <a:pt x="2028545" y="132651"/>
                </a:cubicBezTo>
                <a:cubicBezTo>
                  <a:pt x="2028956" y="132892"/>
                  <a:pt x="2029298" y="133238"/>
                  <a:pt x="2029572" y="133687"/>
                </a:cubicBezTo>
                <a:cubicBezTo>
                  <a:pt x="2029846" y="134137"/>
                  <a:pt x="2030052" y="134724"/>
                  <a:pt x="2030189" y="135449"/>
                </a:cubicBezTo>
                <a:cubicBezTo>
                  <a:pt x="2030326" y="136175"/>
                  <a:pt x="2030394" y="137021"/>
                  <a:pt x="2030394" y="137988"/>
                </a:cubicBezTo>
                <a:close/>
                <a:moveTo>
                  <a:pt x="2073440" y="169362"/>
                </a:moveTo>
                <a:cubicBezTo>
                  <a:pt x="2073440" y="170595"/>
                  <a:pt x="2073252" y="171639"/>
                  <a:pt x="2072876" y="172495"/>
                </a:cubicBezTo>
                <a:cubicBezTo>
                  <a:pt x="2072499" y="173353"/>
                  <a:pt x="2072037" y="174022"/>
                  <a:pt x="2071489" y="174501"/>
                </a:cubicBezTo>
                <a:cubicBezTo>
                  <a:pt x="2070941" y="174980"/>
                  <a:pt x="2070325" y="175323"/>
                  <a:pt x="2069640" y="175528"/>
                </a:cubicBezTo>
                <a:cubicBezTo>
                  <a:pt x="2068956" y="175733"/>
                  <a:pt x="2068305" y="175836"/>
                  <a:pt x="2067689" y="175836"/>
                </a:cubicBezTo>
                <a:lnTo>
                  <a:pt x="2044477" y="175836"/>
                </a:lnTo>
                <a:cubicBezTo>
                  <a:pt x="2043587" y="175836"/>
                  <a:pt x="2042919" y="175477"/>
                  <a:pt x="2042474" y="174758"/>
                </a:cubicBezTo>
                <a:cubicBezTo>
                  <a:pt x="2042029" y="174039"/>
                  <a:pt x="2041806" y="172892"/>
                  <a:pt x="2041806" y="171317"/>
                </a:cubicBezTo>
                <a:cubicBezTo>
                  <a:pt x="2041806" y="170495"/>
                  <a:pt x="2041858" y="169793"/>
                  <a:pt x="2041960" y="169211"/>
                </a:cubicBezTo>
                <a:cubicBezTo>
                  <a:pt x="2042063" y="168629"/>
                  <a:pt x="2042234" y="168133"/>
                  <a:pt x="2042474" y="167722"/>
                </a:cubicBezTo>
                <a:cubicBezTo>
                  <a:pt x="2042714" y="167311"/>
                  <a:pt x="2043005" y="167020"/>
                  <a:pt x="2043347" y="166849"/>
                </a:cubicBezTo>
                <a:cubicBezTo>
                  <a:pt x="2043689" y="166678"/>
                  <a:pt x="2044066" y="166592"/>
                  <a:pt x="2044477" y="166592"/>
                </a:cubicBezTo>
                <a:lnTo>
                  <a:pt x="2061834" y="166592"/>
                </a:lnTo>
                <a:lnTo>
                  <a:pt x="2061834" y="10271"/>
                </a:lnTo>
                <a:lnTo>
                  <a:pt x="2044477" y="10271"/>
                </a:lnTo>
                <a:cubicBezTo>
                  <a:pt x="2043587" y="10271"/>
                  <a:pt x="2042919" y="9911"/>
                  <a:pt x="2042474" y="9192"/>
                </a:cubicBezTo>
                <a:cubicBezTo>
                  <a:pt x="2042029" y="8473"/>
                  <a:pt x="2041806" y="7327"/>
                  <a:pt x="2041806" y="5752"/>
                </a:cubicBezTo>
                <a:cubicBezTo>
                  <a:pt x="2041806" y="4930"/>
                  <a:pt x="2041858" y="4228"/>
                  <a:pt x="2041960" y="3646"/>
                </a:cubicBezTo>
                <a:cubicBezTo>
                  <a:pt x="2042063" y="3064"/>
                  <a:pt x="2042234" y="2568"/>
                  <a:pt x="2042474" y="2157"/>
                </a:cubicBezTo>
                <a:cubicBezTo>
                  <a:pt x="2042714" y="1746"/>
                  <a:pt x="2043005" y="1455"/>
                  <a:pt x="2043347" y="1284"/>
                </a:cubicBezTo>
                <a:cubicBezTo>
                  <a:pt x="2043689" y="1113"/>
                  <a:pt x="2044066" y="1027"/>
                  <a:pt x="2044477" y="1027"/>
                </a:cubicBezTo>
                <a:lnTo>
                  <a:pt x="2067689" y="1027"/>
                </a:lnTo>
                <a:cubicBezTo>
                  <a:pt x="2068305" y="1027"/>
                  <a:pt x="2068956" y="1130"/>
                  <a:pt x="2069640" y="1335"/>
                </a:cubicBezTo>
                <a:cubicBezTo>
                  <a:pt x="2070325" y="1541"/>
                  <a:pt x="2070941" y="1883"/>
                  <a:pt x="2071489" y="2362"/>
                </a:cubicBezTo>
                <a:cubicBezTo>
                  <a:pt x="2072037" y="2842"/>
                  <a:pt x="2072499" y="3510"/>
                  <a:pt x="2072876" y="4368"/>
                </a:cubicBezTo>
                <a:cubicBezTo>
                  <a:pt x="2073252" y="5224"/>
                  <a:pt x="2073440" y="6268"/>
                  <a:pt x="2073440" y="7501"/>
                </a:cubicBezTo>
                <a:lnTo>
                  <a:pt x="2073440" y="169362"/>
                </a:lnTo>
                <a:close/>
                <a:moveTo>
                  <a:pt x="2133439" y="134650"/>
                </a:moveTo>
                <a:cubicBezTo>
                  <a:pt x="2133439" y="138690"/>
                  <a:pt x="2132789" y="141360"/>
                  <a:pt x="2131488" y="142661"/>
                </a:cubicBezTo>
                <a:cubicBezTo>
                  <a:pt x="2130187" y="143962"/>
                  <a:pt x="2127859" y="144613"/>
                  <a:pt x="2124503" y="144613"/>
                </a:cubicBezTo>
                <a:cubicBezTo>
                  <a:pt x="2121285" y="144613"/>
                  <a:pt x="2119043" y="143979"/>
                  <a:pt x="2117776" y="142713"/>
                </a:cubicBezTo>
                <a:cubicBezTo>
                  <a:pt x="2116509" y="141446"/>
                  <a:pt x="2115876" y="138827"/>
                  <a:pt x="2115876" y="134856"/>
                </a:cubicBezTo>
                <a:cubicBezTo>
                  <a:pt x="2115876" y="130816"/>
                  <a:pt x="2116526" y="128145"/>
                  <a:pt x="2117827" y="126844"/>
                </a:cubicBezTo>
                <a:cubicBezTo>
                  <a:pt x="2119128" y="125543"/>
                  <a:pt x="2121456" y="124893"/>
                  <a:pt x="2124812" y="124893"/>
                </a:cubicBezTo>
                <a:cubicBezTo>
                  <a:pt x="2128030" y="124893"/>
                  <a:pt x="2130272" y="125526"/>
                  <a:pt x="2131539" y="126793"/>
                </a:cubicBezTo>
                <a:cubicBezTo>
                  <a:pt x="2132806" y="128060"/>
                  <a:pt x="2133439" y="130679"/>
                  <a:pt x="2133439" y="13465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”">
            <a:extLst xmlns:a="http://schemas.openxmlformats.org/drawingml/2006/main">
              <a:ext uri="{FF2B5EF4-FFF2-40B4-BE49-F238E27FC236}">
                <a16:creationId xmlns:a16="http://schemas.microsoft.com/office/drawing/2014/main" id="{A193D36B-EE2B-4951-9022-16B1F43A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291" y="4295572"/>
            <a:ext cx="64689" cy="49300"/>
          </a:xfrm>
          <a:custGeom xmlns:a="http://schemas.openxmlformats.org/drawingml/2006/main">
            <a:pathLst>
              <a:path w="64689" h="49300">
                <a:moveTo>
                  <a:pt x="64689" y="7103"/>
                </a:moveTo>
                <a:cubicBezTo>
                  <a:pt x="64689" y="8885"/>
                  <a:pt x="64603" y="10532"/>
                  <a:pt x="64432" y="12043"/>
                </a:cubicBezTo>
                <a:cubicBezTo>
                  <a:pt x="64261" y="13551"/>
                  <a:pt x="63970" y="14992"/>
                  <a:pt x="63559" y="16366"/>
                </a:cubicBezTo>
                <a:cubicBezTo>
                  <a:pt x="63148" y="17737"/>
                  <a:pt x="62601" y="19110"/>
                  <a:pt x="61916" y="20484"/>
                </a:cubicBezTo>
                <a:cubicBezTo>
                  <a:pt x="61231" y="21855"/>
                  <a:pt x="60375" y="23295"/>
                  <a:pt x="59348" y="24804"/>
                </a:cubicBezTo>
                <a:lnTo>
                  <a:pt x="45072" y="46726"/>
                </a:lnTo>
                <a:cubicBezTo>
                  <a:pt x="44798" y="47139"/>
                  <a:pt x="44473" y="47516"/>
                  <a:pt x="44096" y="47859"/>
                </a:cubicBezTo>
                <a:cubicBezTo>
                  <a:pt x="43719" y="48201"/>
                  <a:pt x="43274" y="48476"/>
                  <a:pt x="42761" y="48684"/>
                </a:cubicBezTo>
                <a:cubicBezTo>
                  <a:pt x="42247" y="48889"/>
                  <a:pt x="41648" y="49043"/>
                  <a:pt x="40963" y="49146"/>
                </a:cubicBezTo>
                <a:cubicBezTo>
                  <a:pt x="40279" y="49248"/>
                  <a:pt x="39423" y="49300"/>
                  <a:pt x="38396" y="49300"/>
                </a:cubicBezTo>
                <a:cubicBezTo>
                  <a:pt x="37642" y="49300"/>
                  <a:pt x="37009" y="49266"/>
                  <a:pt x="36496" y="49197"/>
                </a:cubicBezTo>
                <a:cubicBezTo>
                  <a:pt x="35982" y="49129"/>
                  <a:pt x="35588" y="48992"/>
                  <a:pt x="35314" y="48786"/>
                </a:cubicBezTo>
                <a:cubicBezTo>
                  <a:pt x="35041" y="48579"/>
                  <a:pt x="34904" y="48304"/>
                  <a:pt x="34904" y="47961"/>
                </a:cubicBezTo>
                <a:cubicBezTo>
                  <a:pt x="34904" y="47619"/>
                  <a:pt x="35006" y="47207"/>
                  <a:pt x="35212" y="46726"/>
                </a:cubicBezTo>
                <a:lnTo>
                  <a:pt x="49488" y="18526"/>
                </a:lnTo>
                <a:lnTo>
                  <a:pt x="49488" y="7103"/>
                </a:lnTo>
                <a:cubicBezTo>
                  <a:pt x="49488" y="5592"/>
                  <a:pt x="49625" y="4374"/>
                  <a:pt x="49899" y="3447"/>
                </a:cubicBezTo>
                <a:cubicBezTo>
                  <a:pt x="50173" y="2521"/>
                  <a:pt x="50618" y="1801"/>
                  <a:pt x="51234" y="1287"/>
                </a:cubicBezTo>
                <a:cubicBezTo>
                  <a:pt x="51850" y="771"/>
                  <a:pt x="52638" y="428"/>
                  <a:pt x="53596" y="257"/>
                </a:cubicBezTo>
                <a:cubicBezTo>
                  <a:pt x="54555" y="86"/>
                  <a:pt x="55719" y="0"/>
                  <a:pt x="57089" y="0"/>
                </a:cubicBezTo>
                <a:cubicBezTo>
                  <a:pt x="58389" y="0"/>
                  <a:pt x="59519" y="86"/>
                  <a:pt x="60478" y="257"/>
                </a:cubicBezTo>
                <a:cubicBezTo>
                  <a:pt x="61436" y="428"/>
                  <a:pt x="62224" y="771"/>
                  <a:pt x="62840" y="1287"/>
                </a:cubicBezTo>
                <a:cubicBezTo>
                  <a:pt x="63456" y="1801"/>
                  <a:pt x="63919" y="2521"/>
                  <a:pt x="64227" y="3447"/>
                </a:cubicBezTo>
                <a:cubicBezTo>
                  <a:pt x="64535" y="4374"/>
                  <a:pt x="64689" y="5592"/>
                  <a:pt x="64689" y="7103"/>
                </a:cubicBezTo>
                <a:moveTo>
                  <a:pt x="29871" y="7103"/>
                </a:moveTo>
                <a:cubicBezTo>
                  <a:pt x="29871" y="8885"/>
                  <a:pt x="29785" y="10532"/>
                  <a:pt x="29614" y="12043"/>
                </a:cubicBezTo>
                <a:cubicBezTo>
                  <a:pt x="29443" y="13551"/>
                  <a:pt x="29152" y="14992"/>
                  <a:pt x="28741" y="16366"/>
                </a:cubicBezTo>
                <a:cubicBezTo>
                  <a:pt x="28330" y="17737"/>
                  <a:pt x="27783" y="19110"/>
                  <a:pt x="27098" y="20484"/>
                </a:cubicBezTo>
                <a:cubicBezTo>
                  <a:pt x="26413" y="21855"/>
                  <a:pt x="25557" y="23295"/>
                  <a:pt x="24530" y="24804"/>
                </a:cubicBezTo>
                <a:lnTo>
                  <a:pt x="10254" y="46726"/>
                </a:lnTo>
                <a:cubicBezTo>
                  <a:pt x="9980" y="47139"/>
                  <a:pt x="9655" y="47516"/>
                  <a:pt x="9278" y="47859"/>
                </a:cubicBezTo>
                <a:cubicBezTo>
                  <a:pt x="8901" y="48201"/>
                  <a:pt x="8456" y="48476"/>
                  <a:pt x="7943" y="48684"/>
                </a:cubicBezTo>
                <a:cubicBezTo>
                  <a:pt x="7429" y="48889"/>
                  <a:pt x="6830" y="49043"/>
                  <a:pt x="6145" y="49146"/>
                </a:cubicBezTo>
                <a:cubicBezTo>
                  <a:pt x="5461" y="49248"/>
                  <a:pt x="4605" y="49300"/>
                  <a:pt x="3578" y="49300"/>
                </a:cubicBezTo>
                <a:cubicBezTo>
                  <a:pt x="2824" y="49300"/>
                  <a:pt x="2174" y="49266"/>
                  <a:pt x="1626" y="49197"/>
                </a:cubicBezTo>
                <a:cubicBezTo>
                  <a:pt x="1078" y="49129"/>
                  <a:pt x="685" y="48992"/>
                  <a:pt x="445" y="48786"/>
                </a:cubicBezTo>
                <a:cubicBezTo>
                  <a:pt x="205" y="48579"/>
                  <a:pt x="68" y="48304"/>
                  <a:pt x="34" y="47961"/>
                </a:cubicBezTo>
                <a:cubicBezTo>
                  <a:pt x="0" y="47619"/>
                  <a:pt x="120" y="47207"/>
                  <a:pt x="394" y="46726"/>
                </a:cubicBezTo>
                <a:lnTo>
                  <a:pt x="14670" y="18526"/>
                </a:lnTo>
                <a:lnTo>
                  <a:pt x="14670" y="7103"/>
                </a:lnTo>
                <a:cubicBezTo>
                  <a:pt x="14670" y="5592"/>
                  <a:pt x="14807" y="4374"/>
                  <a:pt x="15081" y="3447"/>
                </a:cubicBezTo>
                <a:cubicBezTo>
                  <a:pt x="15355" y="2521"/>
                  <a:pt x="15800" y="1801"/>
                  <a:pt x="16416" y="1287"/>
                </a:cubicBezTo>
                <a:cubicBezTo>
                  <a:pt x="17032" y="771"/>
                  <a:pt x="17820" y="428"/>
                  <a:pt x="18778" y="257"/>
                </a:cubicBezTo>
                <a:cubicBezTo>
                  <a:pt x="19737" y="86"/>
                  <a:pt x="20901" y="0"/>
                  <a:pt x="22271" y="0"/>
                </a:cubicBezTo>
                <a:cubicBezTo>
                  <a:pt x="23571" y="0"/>
                  <a:pt x="24701" y="86"/>
                  <a:pt x="25660" y="257"/>
                </a:cubicBezTo>
                <a:cubicBezTo>
                  <a:pt x="26618" y="428"/>
                  <a:pt x="27406" y="771"/>
                  <a:pt x="28022" y="1287"/>
                </a:cubicBezTo>
                <a:cubicBezTo>
                  <a:pt x="28638" y="1801"/>
                  <a:pt x="29101" y="2521"/>
                  <a:pt x="29409" y="3447"/>
                </a:cubicBezTo>
                <a:cubicBezTo>
                  <a:pt x="29717" y="4374"/>
                  <a:pt x="29871" y="5592"/>
                  <a:pt x="29871" y="71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0B974-B882-487F-A77C-17E54AD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462" y="2136682"/>
            <a:ext cx="1315123" cy="917271"/>
          </a:xfrm>
          <a:custGeom xmlns:a="http://schemas.openxmlformats.org/drawingml/2006/main">
            <a:pathLst>
              <a:path w="1315123" h="917271">
                <a:moveTo>
                  <a:pt x="0" y="152805"/>
                </a:moveTo>
                <a:cubicBezTo>
                  <a:pt x="0" y="68372"/>
                  <a:pt x="68372" y="0"/>
                  <a:pt x="152805" y="0"/>
                </a:cubicBezTo>
                <a:lnTo>
                  <a:pt x="1162171" y="0"/>
                </a:lnTo>
                <a:cubicBezTo>
                  <a:pt x="1246604" y="0"/>
                  <a:pt x="1315123" y="68372"/>
                  <a:pt x="1315123" y="152805"/>
                </a:cubicBezTo>
                <a:lnTo>
                  <a:pt x="1315123" y="764318"/>
                </a:lnTo>
                <a:cubicBezTo>
                  <a:pt x="1315123" y="848752"/>
                  <a:pt x="1246604" y="917271"/>
                  <a:pt x="1162171" y="917271"/>
                </a:cubicBezTo>
                <a:lnTo>
                  <a:pt x="152805" y="917271"/>
                </a:lnTo>
                <a:cubicBezTo>
                  <a:pt x="68372" y="917271"/>
                  <a:pt x="0" y="848752"/>
                  <a:pt x="0" y="764318"/>
                </a:cubicBezTo>
                <a:lnTo>
                  <a:pt x="0" y="152805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7C340-C45B-4C87-AD73-6CEE777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462" y="2136682"/>
            <a:ext cx="1315123" cy="917271"/>
          </a:xfrm>
          <a:custGeom xmlns:a="http://schemas.openxmlformats.org/drawingml/2006/main">
            <a:pathLst>
              <a:path w="1315123" h="917271" fill="none">
                <a:moveTo>
                  <a:pt x="0" y="152805"/>
                </a:moveTo>
                <a:cubicBezTo>
                  <a:pt x="0" y="68372"/>
                  <a:pt x="68372" y="0"/>
                  <a:pt x="152805" y="0"/>
                </a:cubicBezTo>
                <a:lnTo>
                  <a:pt x="1162171" y="0"/>
                </a:lnTo>
                <a:cubicBezTo>
                  <a:pt x="1246604" y="0"/>
                  <a:pt x="1315123" y="68372"/>
                  <a:pt x="1315123" y="152805"/>
                </a:cubicBezTo>
                <a:lnTo>
                  <a:pt x="1315123" y="764318"/>
                </a:lnTo>
                <a:cubicBezTo>
                  <a:pt x="1315123" y="848752"/>
                  <a:pt x="1246604" y="917271"/>
                  <a:pt x="1162171" y="917271"/>
                </a:cubicBezTo>
                <a:lnTo>
                  <a:pt x="152805" y="917271"/>
                </a:lnTo>
                <a:cubicBezTo>
                  <a:pt x="68372" y="917271"/>
                  <a:pt x="0" y="848752"/>
                  <a:pt x="0" y="764318"/>
                </a:cubicBezTo>
                <a:lnTo>
                  <a:pt x="0" y="1528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EF445-7569-4377-ACC7-AB402AEB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375" y="1766385"/>
            <a:ext cx="3271230" cy="685190"/>
          </a:xfrm>
          <a:custGeom xmlns:a="http://schemas.openxmlformats.org/drawingml/2006/main">
            <a:pathLst>
              <a:path w="3271230" h="685190" fill="none">
                <a:moveTo>
                  <a:pt x="0" y="685190"/>
                </a:moveTo>
                <a:lnTo>
                  <a:pt x="3271230" y="685190"/>
                </a:lnTo>
                <a:lnTo>
                  <a:pt x="3271230" y="0"/>
                </a:lnTo>
                <a:lnTo>
                  <a:pt x="0" y="0"/>
                </a:lnTo>
                <a:lnTo>
                  <a:pt x="0" y="6851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4" name="Text StandardLLM𝑔′">
            <a:extLst xmlns:a="http://schemas.openxmlformats.org/drawingml/2006/main">
              <a:ext uri="{FF2B5EF4-FFF2-40B4-BE49-F238E27FC236}">
                <a16:creationId xmlns:a16="http://schemas.microsoft.com/office/drawing/2014/main" id="{C661950B-0485-4EC0-B4F6-40E7240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635" y="1923159"/>
            <a:ext cx="2116949" cy="316053"/>
          </a:xfrm>
          <a:custGeom xmlns:a="http://schemas.openxmlformats.org/drawingml/2006/main">
            <a:pathLst>
              <a:path w="2116949" h="316053">
                <a:moveTo>
                  <a:pt x="120461" y="191127"/>
                </a:moveTo>
                <a:cubicBezTo>
                  <a:pt x="120461" y="200132"/>
                  <a:pt x="118840" y="208196"/>
                  <a:pt x="115598" y="215316"/>
                </a:cubicBezTo>
                <a:cubicBezTo>
                  <a:pt x="112357" y="222433"/>
                  <a:pt x="107808" y="228478"/>
                  <a:pt x="101953" y="233452"/>
                </a:cubicBezTo>
                <a:cubicBezTo>
                  <a:pt x="96097" y="238425"/>
                  <a:pt x="89143" y="242221"/>
                  <a:pt x="81091" y="244838"/>
                </a:cubicBezTo>
                <a:cubicBezTo>
                  <a:pt x="73040" y="247455"/>
                  <a:pt x="64256" y="248764"/>
                  <a:pt x="54741" y="248764"/>
                </a:cubicBezTo>
                <a:cubicBezTo>
                  <a:pt x="48258" y="248764"/>
                  <a:pt x="42140" y="248156"/>
                  <a:pt x="36389" y="246941"/>
                </a:cubicBezTo>
                <a:cubicBezTo>
                  <a:pt x="30638" y="245728"/>
                  <a:pt x="25514" y="244279"/>
                  <a:pt x="21018" y="242593"/>
                </a:cubicBezTo>
                <a:cubicBezTo>
                  <a:pt x="16522" y="240904"/>
                  <a:pt x="12731" y="239190"/>
                  <a:pt x="9646" y="237451"/>
                </a:cubicBezTo>
                <a:cubicBezTo>
                  <a:pt x="6562" y="235710"/>
                  <a:pt x="4444" y="234233"/>
                  <a:pt x="3294" y="233020"/>
                </a:cubicBezTo>
                <a:cubicBezTo>
                  <a:pt x="2144" y="231805"/>
                  <a:pt x="1307" y="230387"/>
                  <a:pt x="784" y="228766"/>
                </a:cubicBezTo>
                <a:cubicBezTo>
                  <a:pt x="261" y="227145"/>
                  <a:pt x="0" y="225132"/>
                  <a:pt x="0" y="222727"/>
                </a:cubicBezTo>
                <a:cubicBezTo>
                  <a:pt x="0" y="220949"/>
                  <a:pt x="105" y="219485"/>
                  <a:pt x="314" y="218335"/>
                </a:cubicBezTo>
                <a:cubicBezTo>
                  <a:pt x="523" y="217185"/>
                  <a:pt x="810" y="216244"/>
                  <a:pt x="1176" y="215512"/>
                </a:cubicBezTo>
                <a:cubicBezTo>
                  <a:pt x="1542" y="214780"/>
                  <a:pt x="2013" y="214283"/>
                  <a:pt x="2588" y="214022"/>
                </a:cubicBezTo>
                <a:cubicBezTo>
                  <a:pt x="3163" y="213760"/>
                  <a:pt x="3764" y="213630"/>
                  <a:pt x="4392" y="213630"/>
                </a:cubicBezTo>
                <a:cubicBezTo>
                  <a:pt x="5856" y="213630"/>
                  <a:pt x="7921" y="214553"/>
                  <a:pt x="10587" y="216399"/>
                </a:cubicBezTo>
                <a:cubicBezTo>
                  <a:pt x="13254" y="218245"/>
                  <a:pt x="16705" y="220250"/>
                  <a:pt x="20939" y="222413"/>
                </a:cubicBezTo>
                <a:cubicBezTo>
                  <a:pt x="25174" y="224577"/>
                  <a:pt x="30246" y="226581"/>
                  <a:pt x="36154" y="228428"/>
                </a:cubicBezTo>
                <a:cubicBezTo>
                  <a:pt x="42062" y="230274"/>
                  <a:pt x="48937" y="231197"/>
                  <a:pt x="56780" y="231197"/>
                </a:cubicBezTo>
                <a:cubicBezTo>
                  <a:pt x="63158" y="231197"/>
                  <a:pt x="69014" y="230333"/>
                  <a:pt x="74347" y="228604"/>
                </a:cubicBezTo>
                <a:cubicBezTo>
                  <a:pt x="79680" y="226875"/>
                  <a:pt x="84281" y="224387"/>
                  <a:pt x="88150" y="221139"/>
                </a:cubicBezTo>
                <a:cubicBezTo>
                  <a:pt x="92019" y="217888"/>
                  <a:pt x="95025" y="213878"/>
                  <a:pt x="97169" y="209111"/>
                </a:cubicBezTo>
                <a:cubicBezTo>
                  <a:pt x="99312" y="204343"/>
                  <a:pt x="100384" y="198920"/>
                  <a:pt x="100384" y="192842"/>
                </a:cubicBezTo>
                <a:cubicBezTo>
                  <a:pt x="100384" y="186558"/>
                  <a:pt x="99025" y="181165"/>
                  <a:pt x="96306" y="176662"/>
                </a:cubicBezTo>
                <a:cubicBezTo>
                  <a:pt x="93587" y="172156"/>
                  <a:pt x="90006" y="168202"/>
                  <a:pt x="85562" y="164800"/>
                </a:cubicBezTo>
                <a:cubicBezTo>
                  <a:pt x="81118" y="161395"/>
                  <a:pt x="76072" y="158306"/>
                  <a:pt x="70426" y="155532"/>
                </a:cubicBezTo>
                <a:cubicBezTo>
                  <a:pt x="64779" y="152754"/>
                  <a:pt x="59002" y="149978"/>
                  <a:pt x="53094" y="147204"/>
                </a:cubicBezTo>
                <a:cubicBezTo>
                  <a:pt x="47186" y="144426"/>
                  <a:pt x="41408" y="141415"/>
                  <a:pt x="35762" y="138170"/>
                </a:cubicBezTo>
                <a:cubicBezTo>
                  <a:pt x="30115" y="134922"/>
                  <a:pt x="25070" y="131125"/>
                  <a:pt x="20626" y="126779"/>
                </a:cubicBezTo>
                <a:cubicBezTo>
                  <a:pt x="16182" y="122430"/>
                  <a:pt x="12600" y="117322"/>
                  <a:pt x="9882" y="111457"/>
                </a:cubicBezTo>
                <a:cubicBezTo>
                  <a:pt x="7163" y="105591"/>
                  <a:pt x="5803" y="98628"/>
                  <a:pt x="5803" y="90566"/>
                </a:cubicBezTo>
                <a:cubicBezTo>
                  <a:pt x="5803" y="82714"/>
                  <a:pt x="7215" y="75674"/>
                  <a:pt x="10038" y="69445"/>
                </a:cubicBezTo>
                <a:cubicBezTo>
                  <a:pt x="12862" y="63214"/>
                  <a:pt x="16835" y="57927"/>
                  <a:pt x="21959" y="53584"/>
                </a:cubicBezTo>
                <a:cubicBezTo>
                  <a:pt x="27083" y="49238"/>
                  <a:pt x="33226" y="45913"/>
                  <a:pt x="40389" y="43609"/>
                </a:cubicBezTo>
                <a:cubicBezTo>
                  <a:pt x="47552" y="41305"/>
                  <a:pt x="55420" y="40154"/>
                  <a:pt x="63995" y="40154"/>
                </a:cubicBezTo>
                <a:cubicBezTo>
                  <a:pt x="68282" y="40154"/>
                  <a:pt x="72622" y="40567"/>
                  <a:pt x="77013" y="41394"/>
                </a:cubicBezTo>
                <a:cubicBezTo>
                  <a:pt x="81405" y="42220"/>
                  <a:pt x="85562" y="43281"/>
                  <a:pt x="89483" y="44575"/>
                </a:cubicBezTo>
                <a:cubicBezTo>
                  <a:pt x="93404" y="45869"/>
                  <a:pt x="96907" y="47318"/>
                  <a:pt x="99992" y="48923"/>
                </a:cubicBezTo>
                <a:cubicBezTo>
                  <a:pt x="103077" y="50524"/>
                  <a:pt x="105116" y="51816"/>
                  <a:pt x="106109" y="52800"/>
                </a:cubicBezTo>
                <a:cubicBezTo>
                  <a:pt x="107102" y="53780"/>
                  <a:pt x="107730" y="54509"/>
                  <a:pt x="107991" y="54986"/>
                </a:cubicBezTo>
                <a:cubicBezTo>
                  <a:pt x="108253" y="55460"/>
                  <a:pt x="108488" y="56066"/>
                  <a:pt x="108697" y="56804"/>
                </a:cubicBezTo>
                <a:cubicBezTo>
                  <a:pt x="108906" y="57543"/>
                  <a:pt x="109063" y="58414"/>
                  <a:pt x="109168" y="59417"/>
                </a:cubicBezTo>
                <a:cubicBezTo>
                  <a:pt x="109272" y="60417"/>
                  <a:pt x="109324" y="61655"/>
                  <a:pt x="109324" y="63132"/>
                </a:cubicBezTo>
                <a:cubicBezTo>
                  <a:pt x="109324" y="64505"/>
                  <a:pt x="109246" y="65745"/>
                  <a:pt x="109089" y="66852"/>
                </a:cubicBezTo>
                <a:cubicBezTo>
                  <a:pt x="108932" y="67957"/>
                  <a:pt x="108697" y="68906"/>
                  <a:pt x="108383" y="69700"/>
                </a:cubicBezTo>
                <a:cubicBezTo>
                  <a:pt x="108070" y="70491"/>
                  <a:pt x="107678" y="71097"/>
                  <a:pt x="107207" y="71519"/>
                </a:cubicBezTo>
                <a:cubicBezTo>
                  <a:pt x="106736" y="71940"/>
                  <a:pt x="106187" y="72151"/>
                  <a:pt x="105560" y="72151"/>
                </a:cubicBezTo>
                <a:cubicBezTo>
                  <a:pt x="104410" y="72151"/>
                  <a:pt x="102658" y="71393"/>
                  <a:pt x="100306" y="69877"/>
                </a:cubicBezTo>
                <a:cubicBezTo>
                  <a:pt x="97953" y="68360"/>
                  <a:pt x="94999" y="66661"/>
                  <a:pt x="91444" y="64779"/>
                </a:cubicBezTo>
                <a:cubicBezTo>
                  <a:pt x="87888" y="62897"/>
                  <a:pt x="83653" y="61198"/>
                  <a:pt x="78739" y="59681"/>
                </a:cubicBezTo>
                <a:cubicBezTo>
                  <a:pt x="73824" y="58165"/>
                  <a:pt x="68230" y="57407"/>
                  <a:pt x="61956" y="57407"/>
                </a:cubicBezTo>
                <a:cubicBezTo>
                  <a:pt x="55786" y="57407"/>
                  <a:pt x="50401" y="58245"/>
                  <a:pt x="45800" y="59922"/>
                </a:cubicBezTo>
                <a:cubicBezTo>
                  <a:pt x="41199" y="61598"/>
                  <a:pt x="37383" y="63877"/>
                  <a:pt x="34350" y="66759"/>
                </a:cubicBezTo>
                <a:cubicBezTo>
                  <a:pt x="31318" y="69641"/>
                  <a:pt x="29043" y="73022"/>
                  <a:pt x="27527" y="76901"/>
                </a:cubicBezTo>
                <a:cubicBezTo>
                  <a:pt x="26011" y="80779"/>
                  <a:pt x="25253" y="84867"/>
                  <a:pt x="25253" y="89164"/>
                </a:cubicBezTo>
                <a:cubicBezTo>
                  <a:pt x="25253" y="95448"/>
                  <a:pt x="26612" y="100843"/>
                  <a:pt x="29331" y="105349"/>
                </a:cubicBezTo>
                <a:cubicBezTo>
                  <a:pt x="32050" y="109852"/>
                  <a:pt x="35657" y="113832"/>
                  <a:pt x="40154" y="117290"/>
                </a:cubicBezTo>
                <a:cubicBezTo>
                  <a:pt x="44650" y="120743"/>
                  <a:pt x="49748" y="123859"/>
                  <a:pt x="55446" y="126637"/>
                </a:cubicBezTo>
                <a:cubicBezTo>
                  <a:pt x="61145" y="129411"/>
                  <a:pt x="66949" y="132187"/>
                  <a:pt x="72857" y="134965"/>
                </a:cubicBezTo>
                <a:cubicBezTo>
                  <a:pt x="78765" y="137739"/>
                  <a:pt x="84568" y="140724"/>
                  <a:pt x="90267" y="143920"/>
                </a:cubicBezTo>
                <a:cubicBezTo>
                  <a:pt x="95966" y="147116"/>
                  <a:pt x="101064" y="150886"/>
                  <a:pt x="105560" y="155233"/>
                </a:cubicBezTo>
                <a:cubicBezTo>
                  <a:pt x="110056" y="159579"/>
                  <a:pt x="113664" y="164658"/>
                  <a:pt x="116383" y="170471"/>
                </a:cubicBezTo>
                <a:cubicBezTo>
                  <a:pt x="119101" y="176285"/>
                  <a:pt x="120461" y="183170"/>
                  <a:pt x="120461" y="191127"/>
                </a:cubicBezTo>
                <a:close/>
                <a:moveTo>
                  <a:pt x="226249" y="234491"/>
                </a:moveTo>
                <a:cubicBezTo>
                  <a:pt x="226249" y="236687"/>
                  <a:pt x="226066" y="238464"/>
                  <a:pt x="225700" y="239824"/>
                </a:cubicBezTo>
                <a:cubicBezTo>
                  <a:pt x="225334" y="241183"/>
                  <a:pt x="224759" y="242255"/>
                  <a:pt x="223975" y="243039"/>
                </a:cubicBezTo>
                <a:cubicBezTo>
                  <a:pt x="223191" y="243823"/>
                  <a:pt x="222041" y="244555"/>
                  <a:pt x="220524" y="245235"/>
                </a:cubicBezTo>
                <a:cubicBezTo>
                  <a:pt x="219008" y="245915"/>
                  <a:pt x="217257" y="246490"/>
                  <a:pt x="215270" y="246960"/>
                </a:cubicBezTo>
                <a:cubicBezTo>
                  <a:pt x="213283" y="247431"/>
                  <a:pt x="211192" y="247797"/>
                  <a:pt x="208996" y="248058"/>
                </a:cubicBezTo>
                <a:cubicBezTo>
                  <a:pt x="206800" y="248320"/>
                  <a:pt x="204656" y="248450"/>
                  <a:pt x="202565" y="248450"/>
                </a:cubicBezTo>
                <a:cubicBezTo>
                  <a:pt x="195559" y="248450"/>
                  <a:pt x="189599" y="247509"/>
                  <a:pt x="184684" y="245627"/>
                </a:cubicBezTo>
                <a:cubicBezTo>
                  <a:pt x="179769" y="243745"/>
                  <a:pt x="175744" y="240896"/>
                  <a:pt x="172607" y="237079"/>
                </a:cubicBezTo>
                <a:cubicBezTo>
                  <a:pt x="169470" y="233262"/>
                  <a:pt x="167195" y="228426"/>
                  <a:pt x="165784" y="222570"/>
                </a:cubicBezTo>
                <a:cubicBezTo>
                  <a:pt x="164372" y="216714"/>
                  <a:pt x="163666" y="209813"/>
                  <a:pt x="163666" y="201866"/>
                </a:cubicBezTo>
                <a:lnTo>
                  <a:pt x="163666" y="113559"/>
                </a:lnTo>
                <a:lnTo>
                  <a:pt x="142491" y="113559"/>
                </a:lnTo>
                <a:cubicBezTo>
                  <a:pt x="141027" y="113559"/>
                  <a:pt x="139877" y="112899"/>
                  <a:pt x="139041" y="111579"/>
                </a:cubicBezTo>
                <a:cubicBezTo>
                  <a:pt x="138204" y="110259"/>
                  <a:pt x="137786" y="108279"/>
                  <a:pt x="137786" y="105639"/>
                </a:cubicBezTo>
                <a:cubicBezTo>
                  <a:pt x="137786" y="104266"/>
                  <a:pt x="137890" y="103078"/>
                  <a:pt x="138100" y="102075"/>
                </a:cubicBezTo>
                <a:cubicBezTo>
                  <a:pt x="138309" y="101072"/>
                  <a:pt x="138622" y="100227"/>
                  <a:pt x="139041" y="99541"/>
                </a:cubicBezTo>
                <a:cubicBezTo>
                  <a:pt x="139459" y="98855"/>
                  <a:pt x="139956" y="98353"/>
                  <a:pt x="140531" y="98036"/>
                </a:cubicBezTo>
                <a:cubicBezTo>
                  <a:pt x="141106" y="97719"/>
                  <a:pt x="141759" y="97561"/>
                  <a:pt x="142491" y="97561"/>
                </a:cubicBezTo>
                <a:lnTo>
                  <a:pt x="163666" y="97561"/>
                </a:lnTo>
                <a:lnTo>
                  <a:pt x="163666" y="62740"/>
                </a:lnTo>
                <a:cubicBezTo>
                  <a:pt x="163666" y="62113"/>
                  <a:pt x="163797" y="61538"/>
                  <a:pt x="164058" y="61015"/>
                </a:cubicBezTo>
                <a:cubicBezTo>
                  <a:pt x="164320" y="60492"/>
                  <a:pt x="164816" y="60047"/>
                  <a:pt x="165548" y="59681"/>
                </a:cubicBezTo>
                <a:cubicBezTo>
                  <a:pt x="166280" y="59315"/>
                  <a:pt x="167248" y="59054"/>
                  <a:pt x="168450" y="58897"/>
                </a:cubicBezTo>
                <a:cubicBezTo>
                  <a:pt x="169653" y="58740"/>
                  <a:pt x="171143" y="58662"/>
                  <a:pt x="172920" y="58662"/>
                </a:cubicBezTo>
                <a:cubicBezTo>
                  <a:pt x="174803" y="58662"/>
                  <a:pt x="176345" y="58740"/>
                  <a:pt x="177547" y="58897"/>
                </a:cubicBezTo>
                <a:cubicBezTo>
                  <a:pt x="178750" y="59054"/>
                  <a:pt x="179691" y="59315"/>
                  <a:pt x="180371" y="59681"/>
                </a:cubicBezTo>
                <a:cubicBezTo>
                  <a:pt x="181050" y="60047"/>
                  <a:pt x="181547" y="60492"/>
                  <a:pt x="181861" y="61015"/>
                </a:cubicBezTo>
                <a:cubicBezTo>
                  <a:pt x="182174" y="61538"/>
                  <a:pt x="182331" y="62113"/>
                  <a:pt x="182331" y="62740"/>
                </a:cubicBezTo>
                <a:lnTo>
                  <a:pt x="182331" y="97561"/>
                </a:lnTo>
                <a:lnTo>
                  <a:pt x="221544" y="97561"/>
                </a:lnTo>
                <a:cubicBezTo>
                  <a:pt x="222276" y="97561"/>
                  <a:pt x="222929" y="97719"/>
                  <a:pt x="223504" y="98036"/>
                </a:cubicBezTo>
                <a:cubicBezTo>
                  <a:pt x="224080" y="98353"/>
                  <a:pt x="224576" y="98855"/>
                  <a:pt x="224995" y="99541"/>
                </a:cubicBezTo>
                <a:cubicBezTo>
                  <a:pt x="225413" y="100227"/>
                  <a:pt x="225727" y="101072"/>
                  <a:pt x="225936" y="102075"/>
                </a:cubicBezTo>
                <a:cubicBezTo>
                  <a:pt x="226145" y="103078"/>
                  <a:pt x="226249" y="104266"/>
                  <a:pt x="226249" y="105639"/>
                </a:cubicBezTo>
                <a:cubicBezTo>
                  <a:pt x="226249" y="108279"/>
                  <a:pt x="225805" y="110259"/>
                  <a:pt x="224916" y="111579"/>
                </a:cubicBezTo>
                <a:cubicBezTo>
                  <a:pt x="224027" y="112899"/>
                  <a:pt x="222903" y="113559"/>
                  <a:pt x="221544" y="113559"/>
                </a:cubicBezTo>
                <a:lnTo>
                  <a:pt x="182331" y="113559"/>
                </a:lnTo>
                <a:lnTo>
                  <a:pt x="182331" y="199356"/>
                </a:lnTo>
                <a:cubicBezTo>
                  <a:pt x="182331" y="210127"/>
                  <a:pt x="183874" y="218335"/>
                  <a:pt x="186958" y="223982"/>
                </a:cubicBezTo>
                <a:cubicBezTo>
                  <a:pt x="190043" y="229628"/>
                  <a:pt x="195664" y="232452"/>
                  <a:pt x="203820" y="232452"/>
                </a:cubicBezTo>
                <a:cubicBezTo>
                  <a:pt x="206329" y="232452"/>
                  <a:pt x="208604" y="232190"/>
                  <a:pt x="210643" y="231668"/>
                </a:cubicBezTo>
                <a:cubicBezTo>
                  <a:pt x="212682" y="231145"/>
                  <a:pt x="214486" y="230570"/>
                  <a:pt x="216054" y="229942"/>
                </a:cubicBezTo>
                <a:cubicBezTo>
                  <a:pt x="217623" y="229315"/>
                  <a:pt x="218956" y="228740"/>
                  <a:pt x="220054" y="228217"/>
                </a:cubicBezTo>
                <a:cubicBezTo>
                  <a:pt x="221152" y="227694"/>
                  <a:pt x="222119" y="227433"/>
                  <a:pt x="222956" y="227433"/>
                </a:cubicBezTo>
                <a:cubicBezTo>
                  <a:pt x="223478" y="227433"/>
                  <a:pt x="223949" y="227537"/>
                  <a:pt x="224367" y="227746"/>
                </a:cubicBezTo>
                <a:cubicBezTo>
                  <a:pt x="224785" y="227955"/>
                  <a:pt x="225125" y="228348"/>
                  <a:pt x="225387" y="228923"/>
                </a:cubicBezTo>
                <a:cubicBezTo>
                  <a:pt x="225648" y="229498"/>
                  <a:pt x="225857" y="230230"/>
                  <a:pt x="226014" y="231119"/>
                </a:cubicBezTo>
                <a:cubicBezTo>
                  <a:pt x="226171" y="232007"/>
                  <a:pt x="226249" y="233131"/>
                  <a:pt x="226249" y="234491"/>
                </a:cubicBezTo>
                <a:close/>
                <a:moveTo>
                  <a:pt x="367487" y="242804"/>
                </a:moveTo>
                <a:cubicBezTo>
                  <a:pt x="367487" y="243850"/>
                  <a:pt x="367147" y="244660"/>
                  <a:pt x="366468" y="245235"/>
                </a:cubicBezTo>
                <a:cubicBezTo>
                  <a:pt x="365788" y="245810"/>
                  <a:pt x="364899" y="246228"/>
                  <a:pt x="363801" y="246490"/>
                </a:cubicBezTo>
                <a:cubicBezTo>
                  <a:pt x="362703" y="246751"/>
                  <a:pt x="361213" y="246882"/>
                  <a:pt x="359331" y="246882"/>
                </a:cubicBezTo>
                <a:cubicBezTo>
                  <a:pt x="357553" y="246882"/>
                  <a:pt x="356037" y="246751"/>
                  <a:pt x="354782" y="246490"/>
                </a:cubicBezTo>
                <a:cubicBezTo>
                  <a:pt x="353527" y="246228"/>
                  <a:pt x="352560" y="245810"/>
                  <a:pt x="351881" y="245235"/>
                </a:cubicBezTo>
                <a:cubicBezTo>
                  <a:pt x="351201" y="244660"/>
                  <a:pt x="350861" y="243850"/>
                  <a:pt x="350861" y="242804"/>
                </a:cubicBezTo>
                <a:lnTo>
                  <a:pt x="350861" y="226962"/>
                </a:lnTo>
                <a:cubicBezTo>
                  <a:pt x="344482" y="233863"/>
                  <a:pt x="337450" y="239222"/>
                  <a:pt x="329765" y="243039"/>
                </a:cubicBezTo>
                <a:cubicBezTo>
                  <a:pt x="322079" y="246856"/>
                  <a:pt x="314106" y="248764"/>
                  <a:pt x="305845" y="248764"/>
                </a:cubicBezTo>
                <a:cubicBezTo>
                  <a:pt x="298421" y="248764"/>
                  <a:pt x="291755" y="247797"/>
                  <a:pt x="285847" y="245862"/>
                </a:cubicBezTo>
                <a:cubicBezTo>
                  <a:pt x="279939" y="243928"/>
                  <a:pt x="274946" y="241157"/>
                  <a:pt x="270868" y="237549"/>
                </a:cubicBezTo>
                <a:cubicBezTo>
                  <a:pt x="266789" y="233942"/>
                  <a:pt x="263652" y="229576"/>
                  <a:pt x="261457" y="224452"/>
                </a:cubicBezTo>
                <a:cubicBezTo>
                  <a:pt x="259261" y="219329"/>
                  <a:pt x="258163" y="213577"/>
                  <a:pt x="258163" y="207199"/>
                </a:cubicBezTo>
                <a:cubicBezTo>
                  <a:pt x="258163" y="199356"/>
                  <a:pt x="259783" y="192533"/>
                  <a:pt x="263025" y="186730"/>
                </a:cubicBezTo>
                <a:cubicBezTo>
                  <a:pt x="266267" y="180927"/>
                  <a:pt x="270868" y="176090"/>
                  <a:pt x="276828" y="172221"/>
                </a:cubicBezTo>
                <a:cubicBezTo>
                  <a:pt x="282788" y="168352"/>
                  <a:pt x="289951" y="165451"/>
                  <a:pt x="298316" y="163516"/>
                </a:cubicBezTo>
                <a:cubicBezTo>
                  <a:pt x="306682" y="161582"/>
                  <a:pt x="315988" y="160614"/>
                  <a:pt x="326236" y="160614"/>
                </a:cubicBezTo>
                <a:lnTo>
                  <a:pt x="348822" y="160614"/>
                </a:lnTo>
                <a:lnTo>
                  <a:pt x="348822" y="148341"/>
                </a:lnTo>
                <a:cubicBezTo>
                  <a:pt x="348822" y="142256"/>
                  <a:pt x="348195" y="136881"/>
                  <a:pt x="346940" y="132215"/>
                </a:cubicBezTo>
                <a:cubicBezTo>
                  <a:pt x="345685" y="127545"/>
                  <a:pt x="343646" y="123637"/>
                  <a:pt x="340823" y="120490"/>
                </a:cubicBezTo>
                <a:cubicBezTo>
                  <a:pt x="337999" y="117343"/>
                  <a:pt x="334340" y="114984"/>
                  <a:pt x="329843" y="113412"/>
                </a:cubicBezTo>
                <a:cubicBezTo>
                  <a:pt x="325347" y="111837"/>
                  <a:pt x="319857" y="111050"/>
                  <a:pt x="313374" y="111050"/>
                </a:cubicBezTo>
                <a:cubicBezTo>
                  <a:pt x="307100" y="111050"/>
                  <a:pt x="301453" y="111808"/>
                  <a:pt x="296434" y="113324"/>
                </a:cubicBezTo>
                <a:cubicBezTo>
                  <a:pt x="291415" y="114840"/>
                  <a:pt x="287023" y="116540"/>
                  <a:pt x="283259" y="118422"/>
                </a:cubicBezTo>
                <a:cubicBezTo>
                  <a:pt x="279494" y="120304"/>
                  <a:pt x="276383" y="122003"/>
                  <a:pt x="273926" y="123519"/>
                </a:cubicBezTo>
                <a:cubicBezTo>
                  <a:pt x="271469" y="125036"/>
                  <a:pt x="269717" y="125794"/>
                  <a:pt x="268672" y="125794"/>
                </a:cubicBezTo>
                <a:cubicBezTo>
                  <a:pt x="268044" y="125794"/>
                  <a:pt x="267469" y="125689"/>
                  <a:pt x="266946" y="125480"/>
                </a:cubicBezTo>
                <a:cubicBezTo>
                  <a:pt x="266423" y="125268"/>
                  <a:pt x="265979" y="124872"/>
                  <a:pt x="265613" y="124294"/>
                </a:cubicBezTo>
                <a:cubicBezTo>
                  <a:pt x="265247" y="123712"/>
                  <a:pt x="264986" y="122974"/>
                  <a:pt x="264829" y="122078"/>
                </a:cubicBezTo>
                <a:cubicBezTo>
                  <a:pt x="264672" y="121180"/>
                  <a:pt x="264594" y="120098"/>
                  <a:pt x="264594" y="118834"/>
                </a:cubicBezTo>
                <a:cubicBezTo>
                  <a:pt x="264594" y="116618"/>
                  <a:pt x="264750" y="114852"/>
                  <a:pt x="265064" y="113535"/>
                </a:cubicBezTo>
                <a:cubicBezTo>
                  <a:pt x="265378" y="112215"/>
                  <a:pt x="266188" y="110896"/>
                  <a:pt x="267495" y="109579"/>
                </a:cubicBezTo>
                <a:cubicBezTo>
                  <a:pt x="268802" y="108259"/>
                  <a:pt x="271129" y="106722"/>
                  <a:pt x="274475" y="104967"/>
                </a:cubicBezTo>
                <a:cubicBezTo>
                  <a:pt x="277821" y="103209"/>
                  <a:pt x="281664" y="101582"/>
                  <a:pt x="286004" y="100085"/>
                </a:cubicBezTo>
                <a:cubicBezTo>
                  <a:pt x="290343" y="98588"/>
                  <a:pt x="295022" y="97376"/>
                  <a:pt x="300042" y="96448"/>
                </a:cubicBezTo>
                <a:cubicBezTo>
                  <a:pt x="305061" y="95517"/>
                  <a:pt x="310080" y="95051"/>
                  <a:pt x="315099" y="95051"/>
                </a:cubicBezTo>
                <a:cubicBezTo>
                  <a:pt x="324824" y="95051"/>
                  <a:pt x="333032" y="96228"/>
                  <a:pt x="339725" y="98580"/>
                </a:cubicBezTo>
                <a:cubicBezTo>
                  <a:pt x="346417" y="100933"/>
                  <a:pt x="351828" y="104305"/>
                  <a:pt x="355959" y="108697"/>
                </a:cubicBezTo>
                <a:cubicBezTo>
                  <a:pt x="360089" y="113089"/>
                  <a:pt x="363043" y="118500"/>
                  <a:pt x="364821" y="124931"/>
                </a:cubicBezTo>
                <a:cubicBezTo>
                  <a:pt x="366598" y="131362"/>
                  <a:pt x="367487" y="138655"/>
                  <a:pt x="367487" y="146812"/>
                </a:cubicBezTo>
                <a:lnTo>
                  <a:pt x="367487" y="242804"/>
                </a:lnTo>
                <a:moveTo>
                  <a:pt x="348822" y="175986"/>
                </a:moveTo>
                <a:lnTo>
                  <a:pt x="322942" y="175986"/>
                </a:lnTo>
                <a:cubicBezTo>
                  <a:pt x="315413" y="175986"/>
                  <a:pt x="308825" y="176665"/>
                  <a:pt x="303179" y="178025"/>
                </a:cubicBezTo>
                <a:cubicBezTo>
                  <a:pt x="297532" y="179384"/>
                  <a:pt x="292827" y="181371"/>
                  <a:pt x="289062" y="183985"/>
                </a:cubicBezTo>
                <a:cubicBezTo>
                  <a:pt x="285298" y="186599"/>
                  <a:pt x="282501" y="189736"/>
                  <a:pt x="280671" y="193396"/>
                </a:cubicBezTo>
                <a:cubicBezTo>
                  <a:pt x="278841" y="197056"/>
                  <a:pt x="277926" y="201239"/>
                  <a:pt x="277926" y="205944"/>
                </a:cubicBezTo>
                <a:cubicBezTo>
                  <a:pt x="277926" y="214100"/>
                  <a:pt x="280514" y="220610"/>
                  <a:pt x="285690" y="225472"/>
                </a:cubicBezTo>
                <a:cubicBezTo>
                  <a:pt x="290866" y="230334"/>
                  <a:pt x="298159" y="232765"/>
                  <a:pt x="307570" y="232765"/>
                </a:cubicBezTo>
                <a:cubicBezTo>
                  <a:pt x="314995" y="232765"/>
                  <a:pt x="321922" y="230857"/>
                  <a:pt x="328353" y="227040"/>
                </a:cubicBezTo>
                <a:cubicBezTo>
                  <a:pt x="334784" y="223224"/>
                  <a:pt x="341607" y="217342"/>
                  <a:pt x="348822" y="209395"/>
                </a:cubicBezTo>
                <a:lnTo>
                  <a:pt x="348822" y="175986"/>
                </a:lnTo>
                <a:close/>
                <a:moveTo>
                  <a:pt x="526762" y="242804"/>
                </a:moveTo>
                <a:cubicBezTo>
                  <a:pt x="526762" y="243431"/>
                  <a:pt x="526605" y="244006"/>
                  <a:pt x="526291" y="244529"/>
                </a:cubicBezTo>
                <a:cubicBezTo>
                  <a:pt x="525977" y="245052"/>
                  <a:pt x="525481" y="245470"/>
                  <a:pt x="524801" y="245784"/>
                </a:cubicBezTo>
                <a:cubicBezTo>
                  <a:pt x="524121" y="246098"/>
                  <a:pt x="523180" y="246359"/>
                  <a:pt x="521978" y="246568"/>
                </a:cubicBezTo>
                <a:cubicBezTo>
                  <a:pt x="520775" y="246777"/>
                  <a:pt x="519285" y="246882"/>
                  <a:pt x="517507" y="246882"/>
                </a:cubicBezTo>
                <a:cubicBezTo>
                  <a:pt x="515625" y="246882"/>
                  <a:pt x="514083" y="246777"/>
                  <a:pt x="512880" y="246568"/>
                </a:cubicBezTo>
                <a:cubicBezTo>
                  <a:pt x="511678" y="246359"/>
                  <a:pt x="510737" y="246098"/>
                  <a:pt x="510057" y="245784"/>
                </a:cubicBezTo>
                <a:cubicBezTo>
                  <a:pt x="509377" y="245470"/>
                  <a:pt x="508881" y="245052"/>
                  <a:pt x="508567" y="244529"/>
                </a:cubicBezTo>
                <a:cubicBezTo>
                  <a:pt x="508253" y="244006"/>
                  <a:pt x="508096" y="243431"/>
                  <a:pt x="508096" y="242804"/>
                </a:cubicBezTo>
                <a:lnTo>
                  <a:pt x="508096" y="158575"/>
                </a:lnTo>
                <a:cubicBezTo>
                  <a:pt x="508096" y="149792"/>
                  <a:pt x="507417" y="142655"/>
                  <a:pt x="506057" y="137165"/>
                </a:cubicBezTo>
                <a:cubicBezTo>
                  <a:pt x="504698" y="131676"/>
                  <a:pt x="502659" y="126970"/>
                  <a:pt x="499940" y="123049"/>
                </a:cubicBezTo>
                <a:cubicBezTo>
                  <a:pt x="497221" y="119128"/>
                  <a:pt x="493745" y="116095"/>
                  <a:pt x="489510" y="113952"/>
                </a:cubicBezTo>
                <a:cubicBezTo>
                  <a:pt x="485275" y="111808"/>
                  <a:pt x="480334" y="110736"/>
                  <a:pt x="474687" y="110736"/>
                </a:cubicBezTo>
                <a:cubicBezTo>
                  <a:pt x="467472" y="110736"/>
                  <a:pt x="460257" y="113298"/>
                  <a:pt x="453042" y="118422"/>
                </a:cubicBezTo>
                <a:cubicBezTo>
                  <a:pt x="445827" y="123546"/>
                  <a:pt x="438246" y="131074"/>
                  <a:pt x="430299" y="141008"/>
                </a:cubicBezTo>
                <a:lnTo>
                  <a:pt x="430299" y="242804"/>
                </a:lnTo>
                <a:cubicBezTo>
                  <a:pt x="430299" y="243431"/>
                  <a:pt x="430142" y="244006"/>
                  <a:pt x="429828" y="244529"/>
                </a:cubicBezTo>
                <a:cubicBezTo>
                  <a:pt x="429514" y="245052"/>
                  <a:pt x="429018" y="245470"/>
                  <a:pt x="428338" y="245784"/>
                </a:cubicBezTo>
                <a:cubicBezTo>
                  <a:pt x="427658" y="246098"/>
                  <a:pt x="426717" y="246359"/>
                  <a:pt x="425515" y="246568"/>
                </a:cubicBezTo>
                <a:cubicBezTo>
                  <a:pt x="424312" y="246777"/>
                  <a:pt x="422770" y="246882"/>
                  <a:pt x="420888" y="246882"/>
                </a:cubicBezTo>
                <a:cubicBezTo>
                  <a:pt x="419110" y="246882"/>
                  <a:pt x="417620" y="246777"/>
                  <a:pt x="416418" y="246568"/>
                </a:cubicBezTo>
                <a:cubicBezTo>
                  <a:pt x="415215" y="246359"/>
                  <a:pt x="414248" y="246098"/>
                  <a:pt x="413516" y="245784"/>
                </a:cubicBezTo>
                <a:cubicBezTo>
                  <a:pt x="412784" y="245470"/>
                  <a:pt x="412287" y="245052"/>
                  <a:pt x="412026" y="244529"/>
                </a:cubicBezTo>
                <a:cubicBezTo>
                  <a:pt x="411764" y="244003"/>
                  <a:pt x="411634" y="243426"/>
                  <a:pt x="411634" y="242799"/>
                </a:cubicBezTo>
                <a:lnTo>
                  <a:pt x="411634" y="100703"/>
                </a:lnTo>
                <a:cubicBezTo>
                  <a:pt x="411634" y="100075"/>
                  <a:pt x="411764" y="99500"/>
                  <a:pt x="412026" y="98977"/>
                </a:cubicBezTo>
                <a:cubicBezTo>
                  <a:pt x="412287" y="98451"/>
                  <a:pt x="412784" y="98005"/>
                  <a:pt x="413516" y="97639"/>
                </a:cubicBezTo>
                <a:cubicBezTo>
                  <a:pt x="414248" y="97273"/>
                  <a:pt x="415163" y="97012"/>
                  <a:pt x="416261" y="96855"/>
                </a:cubicBezTo>
                <a:cubicBezTo>
                  <a:pt x="417359" y="96698"/>
                  <a:pt x="418796" y="96620"/>
                  <a:pt x="420574" y="96620"/>
                </a:cubicBezTo>
                <a:cubicBezTo>
                  <a:pt x="422352" y="96620"/>
                  <a:pt x="423816" y="96698"/>
                  <a:pt x="424966" y="96855"/>
                </a:cubicBezTo>
                <a:cubicBezTo>
                  <a:pt x="426116" y="97012"/>
                  <a:pt x="427005" y="97273"/>
                  <a:pt x="427632" y="97639"/>
                </a:cubicBezTo>
                <a:cubicBezTo>
                  <a:pt x="428260" y="98005"/>
                  <a:pt x="428704" y="98451"/>
                  <a:pt x="428966" y="98977"/>
                </a:cubicBezTo>
                <a:cubicBezTo>
                  <a:pt x="429227" y="99500"/>
                  <a:pt x="429358" y="100075"/>
                  <a:pt x="429358" y="100703"/>
                </a:cubicBezTo>
                <a:lnTo>
                  <a:pt x="429358" y="120799"/>
                </a:lnTo>
                <a:cubicBezTo>
                  <a:pt x="437514" y="111747"/>
                  <a:pt x="445513" y="105194"/>
                  <a:pt x="453356" y="101139"/>
                </a:cubicBezTo>
                <a:cubicBezTo>
                  <a:pt x="461198" y="97080"/>
                  <a:pt x="468988" y="95051"/>
                  <a:pt x="476726" y="95051"/>
                </a:cubicBezTo>
                <a:cubicBezTo>
                  <a:pt x="486033" y="95051"/>
                  <a:pt x="493875" y="96620"/>
                  <a:pt x="500254" y="99757"/>
                </a:cubicBezTo>
                <a:cubicBezTo>
                  <a:pt x="506632" y="102894"/>
                  <a:pt x="511782" y="107129"/>
                  <a:pt x="515704" y="112461"/>
                </a:cubicBezTo>
                <a:cubicBezTo>
                  <a:pt x="519625" y="117794"/>
                  <a:pt x="522448" y="124016"/>
                  <a:pt x="524174" y="131127"/>
                </a:cubicBezTo>
                <a:cubicBezTo>
                  <a:pt x="525899" y="138237"/>
                  <a:pt x="526762" y="146812"/>
                  <a:pt x="526762" y="156850"/>
                </a:cubicBezTo>
                <a:lnTo>
                  <a:pt x="526762" y="242804"/>
                </a:lnTo>
                <a:close/>
                <a:moveTo>
                  <a:pt x="703131" y="242799"/>
                </a:moveTo>
                <a:cubicBezTo>
                  <a:pt x="703131" y="243534"/>
                  <a:pt x="703001" y="244163"/>
                  <a:pt x="702739" y="244686"/>
                </a:cubicBezTo>
                <a:cubicBezTo>
                  <a:pt x="702478" y="245209"/>
                  <a:pt x="702007" y="245627"/>
                  <a:pt x="701328" y="245941"/>
                </a:cubicBezTo>
                <a:cubicBezTo>
                  <a:pt x="700648" y="246255"/>
                  <a:pt x="699785" y="246490"/>
                  <a:pt x="698740" y="246647"/>
                </a:cubicBezTo>
                <a:cubicBezTo>
                  <a:pt x="697694" y="246804"/>
                  <a:pt x="696387" y="246882"/>
                  <a:pt x="694818" y="246882"/>
                </a:cubicBezTo>
                <a:cubicBezTo>
                  <a:pt x="693145" y="246882"/>
                  <a:pt x="691760" y="246804"/>
                  <a:pt x="690662" y="246647"/>
                </a:cubicBezTo>
                <a:cubicBezTo>
                  <a:pt x="689564" y="246493"/>
                  <a:pt x="688675" y="246259"/>
                  <a:pt x="687995" y="245946"/>
                </a:cubicBezTo>
                <a:cubicBezTo>
                  <a:pt x="687316" y="245635"/>
                  <a:pt x="686793" y="245220"/>
                  <a:pt x="686427" y="244701"/>
                </a:cubicBezTo>
                <a:cubicBezTo>
                  <a:pt x="686061" y="244178"/>
                  <a:pt x="685878" y="243554"/>
                  <a:pt x="685878" y="242828"/>
                </a:cubicBezTo>
                <a:lnTo>
                  <a:pt x="685878" y="222546"/>
                </a:lnTo>
                <a:cubicBezTo>
                  <a:pt x="678349" y="230708"/>
                  <a:pt x="670559" y="237120"/>
                  <a:pt x="662507" y="241779"/>
                </a:cubicBezTo>
                <a:cubicBezTo>
                  <a:pt x="654456" y="246436"/>
                  <a:pt x="645672" y="248764"/>
                  <a:pt x="636156" y="248764"/>
                </a:cubicBezTo>
                <a:cubicBezTo>
                  <a:pt x="625909" y="248764"/>
                  <a:pt x="617178" y="246776"/>
                  <a:pt x="609962" y="242799"/>
                </a:cubicBezTo>
                <a:cubicBezTo>
                  <a:pt x="602747" y="238822"/>
                  <a:pt x="596865" y="233432"/>
                  <a:pt x="592317" y="226629"/>
                </a:cubicBezTo>
                <a:cubicBezTo>
                  <a:pt x="587768" y="219822"/>
                  <a:pt x="584448" y="211841"/>
                  <a:pt x="582357" y="202685"/>
                </a:cubicBezTo>
                <a:cubicBezTo>
                  <a:pt x="580266" y="193525"/>
                  <a:pt x="579220" y="183815"/>
                  <a:pt x="579220" y="173555"/>
                </a:cubicBezTo>
                <a:cubicBezTo>
                  <a:pt x="579220" y="161520"/>
                  <a:pt x="580527" y="150661"/>
                  <a:pt x="583141" y="140979"/>
                </a:cubicBezTo>
                <a:cubicBezTo>
                  <a:pt x="585755" y="131297"/>
                  <a:pt x="589624" y="123054"/>
                  <a:pt x="594748" y="116250"/>
                </a:cubicBezTo>
                <a:cubicBezTo>
                  <a:pt x="599872" y="109444"/>
                  <a:pt x="606198" y="104209"/>
                  <a:pt x="613727" y="100546"/>
                </a:cubicBezTo>
                <a:cubicBezTo>
                  <a:pt x="621256" y="96883"/>
                  <a:pt x="629987" y="95051"/>
                  <a:pt x="639921" y="95051"/>
                </a:cubicBezTo>
                <a:cubicBezTo>
                  <a:pt x="648495" y="95051"/>
                  <a:pt x="656338" y="96963"/>
                  <a:pt x="663448" y="100786"/>
                </a:cubicBezTo>
                <a:cubicBezTo>
                  <a:pt x="670559" y="104606"/>
                  <a:pt x="677565" y="110231"/>
                  <a:pt x="684466" y="117662"/>
                </a:cubicBezTo>
                <a:lnTo>
                  <a:pt x="684466" y="32007"/>
                </a:lnTo>
                <a:cubicBezTo>
                  <a:pt x="684466" y="31377"/>
                  <a:pt x="684597" y="30800"/>
                  <a:pt x="684858" y="30277"/>
                </a:cubicBezTo>
                <a:cubicBezTo>
                  <a:pt x="685120" y="29754"/>
                  <a:pt x="685616" y="29336"/>
                  <a:pt x="686348" y="29022"/>
                </a:cubicBezTo>
                <a:cubicBezTo>
                  <a:pt x="687080" y="28705"/>
                  <a:pt x="688048" y="28442"/>
                  <a:pt x="689250" y="28233"/>
                </a:cubicBezTo>
                <a:cubicBezTo>
                  <a:pt x="690453" y="28024"/>
                  <a:pt x="691943" y="27919"/>
                  <a:pt x="693720" y="27919"/>
                </a:cubicBezTo>
                <a:cubicBezTo>
                  <a:pt x="695603" y="27919"/>
                  <a:pt x="697145" y="28024"/>
                  <a:pt x="698347" y="28233"/>
                </a:cubicBezTo>
                <a:cubicBezTo>
                  <a:pt x="699550" y="28442"/>
                  <a:pt x="700491" y="28704"/>
                  <a:pt x="701171" y="29017"/>
                </a:cubicBezTo>
                <a:cubicBezTo>
                  <a:pt x="701850" y="29331"/>
                  <a:pt x="702347" y="29749"/>
                  <a:pt x="702661" y="30272"/>
                </a:cubicBezTo>
                <a:cubicBezTo>
                  <a:pt x="702975" y="30795"/>
                  <a:pt x="703131" y="31372"/>
                  <a:pt x="703131" y="32002"/>
                </a:cubicBezTo>
                <a:lnTo>
                  <a:pt x="703131" y="242799"/>
                </a:lnTo>
                <a:moveTo>
                  <a:pt x="684466" y="140425"/>
                </a:moveTo>
                <a:cubicBezTo>
                  <a:pt x="676624" y="130896"/>
                  <a:pt x="669069" y="123619"/>
                  <a:pt x="661801" y="118593"/>
                </a:cubicBezTo>
                <a:cubicBezTo>
                  <a:pt x="654534" y="113564"/>
                  <a:pt x="646927" y="111050"/>
                  <a:pt x="638980" y="111050"/>
                </a:cubicBezTo>
                <a:cubicBezTo>
                  <a:pt x="631765" y="111050"/>
                  <a:pt x="625595" y="112778"/>
                  <a:pt x="620471" y="116236"/>
                </a:cubicBezTo>
                <a:cubicBezTo>
                  <a:pt x="615348" y="119690"/>
                  <a:pt x="611165" y="124243"/>
                  <a:pt x="607923" y="129896"/>
                </a:cubicBezTo>
                <a:cubicBezTo>
                  <a:pt x="604682" y="135549"/>
                  <a:pt x="602329" y="141936"/>
                  <a:pt x="600865" y="149057"/>
                </a:cubicBezTo>
                <a:cubicBezTo>
                  <a:pt x="599401" y="156177"/>
                  <a:pt x="598669" y="163402"/>
                  <a:pt x="598669" y="170731"/>
                </a:cubicBezTo>
                <a:cubicBezTo>
                  <a:pt x="598669" y="178584"/>
                  <a:pt x="599297" y="186227"/>
                  <a:pt x="600551" y="193661"/>
                </a:cubicBezTo>
                <a:cubicBezTo>
                  <a:pt x="601806" y="201095"/>
                  <a:pt x="603950" y="207717"/>
                  <a:pt x="606982" y="213527"/>
                </a:cubicBezTo>
                <a:cubicBezTo>
                  <a:pt x="610015" y="219337"/>
                  <a:pt x="614041" y="223997"/>
                  <a:pt x="619060" y="227506"/>
                </a:cubicBezTo>
                <a:cubicBezTo>
                  <a:pt x="624079" y="231012"/>
                  <a:pt x="630353" y="232765"/>
                  <a:pt x="637882" y="232765"/>
                </a:cubicBezTo>
                <a:cubicBezTo>
                  <a:pt x="641646" y="232765"/>
                  <a:pt x="645306" y="232243"/>
                  <a:pt x="648861" y="231197"/>
                </a:cubicBezTo>
                <a:cubicBezTo>
                  <a:pt x="652417" y="230148"/>
                  <a:pt x="656076" y="228419"/>
                  <a:pt x="659841" y="226011"/>
                </a:cubicBezTo>
                <a:cubicBezTo>
                  <a:pt x="663605" y="223603"/>
                  <a:pt x="667500" y="220487"/>
                  <a:pt x="671526" y="216664"/>
                </a:cubicBezTo>
                <a:cubicBezTo>
                  <a:pt x="675552" y="212841"/>
                  <a:pt x="679865" y="208101"/>
                  <a:pt x="684466" y="202444"/>
                </a:cubicBezTo>
                <a:lnTo>
                  <a:pt x="684466" y="140425"/>
                </a:lnTo>
                <a:close/>
                <a:moveTo>
                  <a:pt x="855113" y="242804"/>
                </a:moveTo>
                <a:cubicBezTo>
                  <a:pt x="855113" y="243850"/>
                  <a:pt x="854773" y="244660"/>
                  <a:pt x="854093" y="245235"/>
                </a:cubicBezTo>
                <a:cubicBezTo>
                  <a:pt x="853414" y="245810"/>
                  <a:pt x="852525" y="246228"/>
                  <a:pt x="851427" y="246490"/>
                </a:cubicBezTo>
                <a:cubicBezTo>
                  <a:pt x="850329" y="246751"/>
                  <a:pt x="848839" y="246882"/>
                  <a:pt x="846957" y="246882"/>
                </a:cubicBezTo>
                <a:cubicBezTo>
                  <a:pt x="845179" y="246882"/>
                  <a:pt x="843663" y="246751"/>
                  <a:pt x="842408" y="246490"/>
                </a:cubicBezTo>
                <a:cubicBezTo>
                  <a:pt x="841153" y="246228"/>
                  <a:pt x="840186" y="245810"/>
                  <a:pt x="839506" y="245235"/>
                </a:cubicBezTo>
                <a:cubicBezTo>
                  <a:pt x="838827" y="244660"/>
                  <a:pt x="838487" y="243850"/>
                  <a:pt x="838487" y="242804"/>
                </a:cubicBezTo>
                <a:lnTo>
                  <a:pt x="838487" y="226962"/>
                </a:lnTo>
                <a:cubicBezTo>
                  <a:pt x="832108" y="233863"/>
                  <a:pt x="825076" y="239222"/>
                  <a:pt x="817391" y="243039"/>
                </a:cubicBezTo>
                <a:cubicBezTo>
                  <a:pt x="809705" y="246856"/>
                  <a:pt x="801732" y="248764"/>
                  <a:pt x="793471" y="248764"/>
                </a:cubicBezTo>
                <a:cubicBezTo>
                  <a:pt x="786047" y="248764"/>
                  <a:pt x="779381" y="247797"/>
                  <a:pt x="773472" y="245862"/>
                </a:cubicBezTo>
                <a:cubicBezTo>
                  <a:pt x="767564" y="243928"/>
                  <a:pt x="762571" y="241157"/>
                  <a:pt x="758493" y="237549"/>
                </a:cubicBezTo>
                <a:cubicBezTo>
                  <a:pt x="754415" y="233942"/>
                  <a:pt x="751278" y="229576"/>
                  <a:pt x="749082" y="224452"/>
                </a:cubicBezTo>
                <a:cubicBezTo>
                  <a:pt x="746886" y="219329"/>
                  <a:pt x="745788" y="213577"/>
                  <a:pt x="745788" y="207199"/>
                </a:cubicBezTo>
                <a:cubicBezTo>
                  <a:pt x="745788" y="199356"/>
                  <a:pt x="747409" y="192533"/>
                  <a:pt x="750651" y="186730"/>
                </a:cubicBezTo>
                <a:cubicBezTo>
                  <a:pt x="753892" y="180927"/>
                  <a:pt x="758493" y="176090"/>
                  <a:pt x="764454" y="172221"/>
                </a:cubicBezTo>
                <a:cubicBezTo>
                  <a:pt x="770414" y="168352"/>
                  <a:pt x="777577" y="165451"/>
                  <a:pt x="785942" y="163516"/>
                </a:cubicBezTo>
                <a:cubicBezTo>
                  <a:pt x="794307" y="161582"/>
                  <a:pt x="803614" y="160614"/>
                  <a:pt x="813861" y="160614"/>
                </a:cubicBezTo>
                <a:lnTo>
                  <a:pt x="836448" y="160614"/>
                </a:lnTo>
                <a:lnTo>
                  <a:pt x="836448" y="148341"/>
                </a:lnTo>
                <a:cubicBezTo>
                  <a:pt x="836448" y="142256"/>
                  <a:pt x="835820" y="136881"/>
                  <a:pt x="834566" y="132215"/>
                </a:cubicBezTo>
                <a:cubicBezTo>
                  <a:pt x="833311" y="127545"/>
                  <a:pt x="831272" y="123637"/>
                  <a:pt x="828448" y="120490"/>
                </a:cubicBezTo>
                <a:cubicBezTo>
                  <a:pt x="825625" y="117343"/>
                  <a:pt x="821965" y="114984"/>
                  <a:pt x="817469" y="113412"/>
                </a:cubicBezTo>
                <a:cubicBezTo>
                  <a:pt x="812973" y="111837"/>
                  <a:pt x="807483" y="111050"/>
                  <a:pt x="801000" y="111050"/>
                </a:cubicBezTo>
                <a:cubicBezTo>
                  <a:pt x="794726" y="111050"/>
                  <a:pt x="789079" y="111808"/>
                  <a:pt x="784060" y="113324"/>
                </a:cubicBezTo>
                <a:cubicBezTo>
                  <a:pt x="779041" y="114840"/>
                  <a:pt x="774649" y="116540"/>
                  <a:pt x="770884" y="118422"/>
                </a:cubicBezTo>
                <a:cubicBezTo>
                  <a:pt x="767120" y="120304"/>
                  <a:pt x="764009" y="122003"/>
                  <a:pt x="761552" y="123519"/>
                </a:cubicBezTo>
                <a:cubicBezTo>
                  <a:pt x="759095" y="125036"/>
                  <a:pt x="757343" y="125794"/>
                  <a:pt x="756297" y="125794"/>
                </a:cubicBezTo>
                <a:cubicBezTo>
                  <a:pt x="755670" y="125794"/>
                  <a:pt x="755095" y="125689"/>
                  <a:pt x="754572" y="125480"/>
                </a:cubicBezTo>
                <a:cubicBezTo>
                  <a:pt x="754049" y="125268"/>
                  <a:pt x="753605" y="124872"/>
                  <a:pt x="753239" y="124294"/>
                </a:cubicBezTo>
                <a:cubicBezTo>
                  <a:pt x="752873" y="123712"/>
                  <a:pt x="752611" y="122974"/>
                  <a:pt x="752455" y="122078"/>
                </a:cubicBezTo>
                <a:cubicBezTo>
                  <a:pt x="752298" y="121180"/>
                  <a:pt x="752219" y="120098"/>
                  <a:pt x="752219" y="118834"/>
                </a:cubicBezTo>
                <a:cubicBezTo>
                  <a:pt x="752219" y="116618"/>
                  <a:pt x="752376" y="114852"/>
                  <a:pt x="752690" y="113535"/>
                </a:cubicBezTo>
                <a:cubicBezTo>
                  <a:pt x="753004" y="112215"/>
                  <a:pt x="753814" y="110896"/>
                  <a:pt x="755121" y="109579"/>
                </a:cubicBezTo>
                <a:cubicBezTo>
                  <a:pt x="756428" y="108259"/>
                  <a:pt x="758755" y="106722"/>
                  <a:pt x="762101" y="104967"/>
                </a:cubicBezTo>
                <a:cubicBezTo>
                  <a:pt x="765447" y="103209"/>
                  <a:pt x="769290" y="101582"/>
                  <a:pt x="773629" y="100085"/>
                </a:cubicBezTo>
                <a:cubicBezTo>
                  <a:pt x="777969" y="98588"/>
                  <a:pt x="782648" y="97376"/>
                  <a:pt x="787667" y="96448"/>
                </a:cubicBezTo>
                <a:cubicBezTo>
                  <a:pt x="792687" y="95517"/>
                  <a:pt x="797706" y="95051"/>
                  <a:pt x="802725" y="95051"/>
                </a:cubicBezTo>
                <a:cubicBezTo>
                  <a:pt x="812450" y="95051"/>
                  <a:pt x="820658" y="96228"/>
                  <a:pt x="827350" y="98580"/>
                </a:cubicBezTo>
                <a:cubicBezTo>
                  <a:pt x="834043" y="100933"/>
                  <a:pt x="839454" y="104305"/>
                  <a:pt x="843584" y="108697"/>
                </a:cubicBezTo>
                <a:cubicBezTo>
                  <a:pt x="847715" y="113089"/>
                  <a:pt x="850669" y="118500"/>
                  <a:pt x="852446" y="124931"/>
                </a:cubicBezTo>
                <a:cubicBezTo>
                  <a:pt x="854224" y="131362"/>
                  <a:pt x="855113" y="138655"/>
                  <a:pt x="855113" y="146812"/>
                </a:cubicBezTo>
                <a:lnTo>
                  <a:pt x="855113" y="242804"/>
                </a:lnTo>
                <a:moveTo>
                  <a:pt x="836448" y="175986"/>
                </a:moveTo>
                <a:lnTo>
                  <a:pt x="810568" y="175986"/>
                </a:lnTo>
                <a:cubicBezTo>
                  <a:pt x="803039" y="175986"/>
                  <a:pt x="796451" y="176665"/>
                  <a:pt x="790804" y="178025"/>
                </a:cubicBezTo>
                <a:cubicBezTo>
                  <a:pt x="785158" y="179384"/>
                  <a:pt x="780452" y="181371"/>
                  <a:pt x="776688" y="183985"/>
                </a:cubicBezTo>
                <a:cubicBezTo>
                  <a:pt x="772924" y="186599"/>
                  <a:pt x="770126" y="189736"/>
                  <a:pt x="768296" y="193396"/>
                </a:cubicBezTo>
                <a:cubicBezTo>
                  <a:pt x="766467" y="197056"/>
                  <a:pt x="765552" y="201239"/>
                  <a:pt x="765552" y="205944"/>
                </a:cubicBezTo>
                <a:cubicBezTo>
                  <a:pt x="765552" y="214100"/>
                  <a:pt x="768140" y="220610"/>
                  <a:pt x="773316" y="225472"/>
                </a:cubicBezTo>
                <a:cubicBezTo>
                  <a:pt x="778492" y="230334"/>
                  <a:pt x="785785" y="232765"/>
                  <a:pt x="795196" y="232765"/>
                </a:cubicBezTo>
                <a:cubicBezTo>
                  <a:pt x="802620" y="232765"/>
                  <a:pt x="809548" y="230857"/>
                  <a:pt x="815979" y="227040"/>
                </a:cubicBezTo>
                <a:cubicBezTo>
                  <a:pt x="822410" y="223224"/>
                  <a:pt x="829233" y="217342"/>
                  <a:pt x="836448" y="209395"/>
                </a:cubicBezTo>
                <a:lnTo>
                  <a:pt x="836448" y="175986"/>
                </a:lnTo>
                <a:close/>
                <a:moveTo>
                  <a:pt x="987956" y="108187"/>
                </a:moveTo>
                <a:cubicBezTo>
                  <a:pt x="987956" y="109769"/>
                  <a:pt x="987903" y="111112"/>
                  <a:pt x="987799" y="112216"/>
                </a:cubicBezTo>
                <a:cubicBezTo>
                  <a:pt x="987694" y="113321"/>
                  <a:pt x="987511" y="114213"/>
                  <a:pt x="987250" y="114893"/>
                </a:cubicBezTo>
                <a:cubicBezTo>
                  <a:pt x="986988" y="115572"/>
                  <a:pt x="986675" y="116095"/>
                  <a:pt x="986309" y="116461"/>
                </a:cubicBezTo>
                <a:cubicBezTo>
                  <a:pt x="985943" y="116827"/>
                  <a:pt x="985446" y="117010"/>
                  <a:pt x="984819" y="117010"/>
                </a:cubicBezTo>
                <a:cubicBezTo>
                  <a:pt x="983878" y="117010"/>
                  <a:pt x="982780" y="116775"/>
                  <a:pt x="981525" y="116304"/>
                </a:cubicBezTo>
                <a:cubicBezTo>
                  <a:pt x="980270" y="115834"/>
                  <a:pt x="978806" y="115337"/>
                  <a:pt x="977133" y="114814"/>
                </a:cubicBezTo>
                <a:cubicBezTo>
                  <a:pt x="975460" y="114291"/>
                  <a:pt x="973630" y="113795"/>
                  <a:pt x="971643" y="113324"/>
                </a:cubicBezTo>
                <a:cubicBezTo>
                  <a:pt x="969656" y="112854"/>
                  <a:pt x="967461" y="112618"/>
                  <a:pt x="965056" y="112618"/>
                </a:cubicBezTo>
                <a:cubicBezTo>
                  <a:pt x="962232" y="112618"/>
                  <a:pt x="959461" y="113215"/>
                  <a:pt x="956742" y="114407"/>
                </a:cubicBezTo>
                <a:cubicBezTo>
                  <a:pt x="954024" y="115600"/>
                  <a:pt x="951174" y="117520"/>
                  <a:pt x="948194" y="120167"/>
                </a:cubicBezTo>
                <a:cubicBezTo>
                  <a:pt x="945214" y="122814"/>
                  <a:pt x="942077" y="126317"/>
                  <a:pt x="938783" y="130676"/>
                </a:cubicBezTo>
                <a:cubicBezTo>
                  <a:pt x="935489" y="135035"/>
                  <a:pt x="931856" y="140379"/>
                  <a:pt x="927882" y="146709"/>
                </a:cubicBezTo>
                <a:lnTo>
                  <a:pt x="927882" y="242799"/>
                </a:lnTo>
                <a:cubicBezTo>
                  <a:pt x="927882" y="243426"/>
                  <a:pt x="927725" y="244003"/>
                  <a:pt x="927412" y="244529"/>
                </a:cubicBezTo>
                <a:cubicBezTo>
                  <a:pt x="927098" y="245052"/>
                  <a:pt x="926601" y="245470"/>
                  <a:pt x="925921" y="245784"/>
                </a:cubicBezTo>
                <a:cubicBezTo>
                  <a:pt x="925242" y="246098"/>
                  <a:pt x="924301" y="246359"/>
                  <a:pt x="923098" y="246568"/>
                </a:cubicBezTo>
                <a:cubicBezTo>
                  <a:pt x="921896" y="246777"/>
                  <a:pt x="920353" y="246882"/>
                  <a:pt x="918471" y="246882"/>
                </a:cubicBezTo>
                <a:cubicBezTo>
                  <a:pt x="916693" y="246882"/>
                  <a:pt x="915203" y="246777"/>
                  <a:pt x="914001" y="246568"/>
                </a:cubicBezTo>
                <a:cubicBezTo>
                  <a:pt x="912798" y="246359"/>
                  <a:pt x="911831" y="246098"/>
                  <a:pt x="911099" y="245784"/>
                </a:cubicBezTo>
                <a:cubicBezTo>
                  <a:pt x="910367" y="245470"/>
                  <a:pt x="909870" y="245052"/>
                  <a:pt x="909609" y="244529"/>
                </a:cubicBezTo>
                <a:cubicBezTo>
                  <a:pt x="909348" y="244003"/>
                  <a:pt x="909217" y="243426"/>
                  <a:pt x="909217" y="242799"/>
                </a:cubicBezTo>
                <a:lnTo>
                  <a:pt x="909217" y="100703"/>
                </a:lnTo>
                <a:cubicBezTo>
                  <a:pt x="909217" y="100075"/>
                  <a:pt x="909348" y="99500"/>
                  <a:pt x="909609" y="98977"/>
                </a:cubicBezTo>
                <a:cubicBezTo>
                  <a:pt x="909870" y="98451"/>
                  <a:pt x="910367" y="98005"/>
                  <a:pt x="911099" y="97639"/>
                </a:cubicBezTo>
                <a:cubicBezTo>
                  <a:pt x="911831" y="97273"/>
                  <a:pt x="912746" y="97012"/>
                  <a:pt x="913844" y="96855"/>
                </a:cubicBezTo>
                <a:cubicBezTo>
                  <a:pt x="914942" y="96698"/>
                  <a:pt x="916380" y="96620"/>
                  <a:pt x="918157" y="96620"/>
                </a:cubicBezTo>
                <a:cubicBezTo>
                  <a:pt x="919935" y="96620"/>
                  <a:pt x="921399" y="96698"/>
                  <a:pt x="922549" y="96855"/>
                </a:cubicBezTo>
                <a:cubicBezTo>
                  <a:pt x="923699" y="97012"/>
                  <a:pt x="924588" y="97273"/>
                  <a:pt x="925216" y="97639"/>
                </a:cubicBezTo>
                <a:cubicBezTo>
                  <a:pt x="925843" y="98005"/>
                  <a:pt x="926287" y="98451"/>
                  <a:pt x="926549" y="98977"/>
                </a:cubicBezTo>
                <a:cubicBezTo>
                  <a:pt x="926810" y="99500"/>
                  <a:pt x="926941" y="100075"/>
                  <a:pt x="926941" y="100703"/>
                </a:cubicBezTo>
                <a:lnTo>
                  <a:pt x="926941" y="123157"/>
                </a:lnTo>
                <a:cubicBezTo>
                  <a:pt x="931019" y="117223"/>
                  <a:pt x="934783" y="112434"/>
                  <a:pt x="938234" y="108790"/>
                </a:cubicBezTo>
                <a:cubicBezTo>
                  <a:pt x="941685" y="105147"/>
                  <a:pt x="944979" y="102310"/>
                  <a:pt x="948116" y="100281"/>
                </a:cubicBezTo>
                <a:cubicBezTo>
                  <a:pt x="951253" y="98252"/>
                  <a:pt x="954311" y="96873"/>
                  <a:pt x="957291" y="96144"/>
                </a:cubicBezTo>
                <a:cubicBezTo>
                  <a:pt x="960272" y="95415"/>
                  <a:pt x="963330" y="95051"/>
                  <a:pt x="966467" y="95051"/>
                </a:cubicBezTo>
                <a:cubicBezTo>
                  <a:pt x="967827" y="95051"/>
                  <a:pt x="969395" y="95131"/>
                  <a:pt x="971173" y="95291"/>
                </a:cubicBezTo>
                <a:cubicBezTo>
                  <a:pt x="972950" y="95448"/>
                  <a:pt x="974859" y="95737"/>
                  <a:pt x="976898" y="96159"/>
                </a:cubicBezTo>
                <a:cubicBezTo>
                  <a:pt x="978937" y="96580"/>
                  <a:pt x="980767" y="97082"/>
                  <a:pt x="982387" y="97664"/>
                </a:cubicBezTo>
                <a:cubicBezTo>
                  <a:pt x="984008" y="98242"/>
                  <a:pt x="985132" y="98770"/>
                  <a:pt x="985760" y="99247"/>
                </a:cubicBezTo>
                <a:cubicBezTo>
                  <a:pt x="986387" y="99721"/>
                  <a:pt x="986805" y="100142"/>
                  <a:pt x="987015" y="100511"/>
                </a:cubicBezTo>
                <a:cubicBezTo>
                  <a:pt x="987224" y="100881"/>
                  <a:pt x="987407" y="101356"/>
                  <a:pt x="987564" y="101938"/>
                </a:cubicBezTo>
                <a:cubicBezTo>
                  <a:pt x="987720" y="102516"/>
                  <a:pt x="987825" y="103307"/>
                  <a:pt x="987877" y="104310"/>
                </a:cubicBezTo>
                <a:cubicBezTo>
                  <a:pt x="987930" y="105313"/>
                  <a:pt x="987956" y="106606"/>
                  <a:pt x="987956" y="108187"/>
                </a:cubicBezTo>
                <a:close/>
                <a:moveTo>
                  <a:pt x="1123298" y="242799"/>
                </a:moveTo>
                <a:cubicBezTo>
                  <a:pt x="1123298" y="243534"/>
                  <a:pt x="1123168" y="244163"/>
                  <a:pt x="1122906" y="244686"/>
                </a:cubicBezTo>
                <a:cubicBezTo>
                  <a:pt x="1122645" y="245209"/>
                  <a:pt x="1122174" y="245627"/>
                  <a:pt x="1121495" y="245941"/>
                </a:cubicBezTo>
                <a:cubicBezTo>
                  <a:pt x="1120815" y="246255"/>
                  <a:pt x="1119952" y="246490"/>
                  <a:pt x="1118907" y="246647"/>
                </a:cubicBezTo>
                <a:cubicBezTo>
                  <a:pt x="1117861" y="246804"/>
                  <a:pt x="1116554" y="246882"/>
                  <a:pt x="1114985" y="246882"/>
                </a:cubicBezTo>
                <a:cubicBezTo>
                  <a:pt x="1113312" y="246882"/>
                  <a:pt x="1111927" y="246804"/>
                  <a:pt x="1110829" y="246647"/>
                </a:cubicBezTo>
                <a:cubicBezTo>
                  <a:pt x="1109731" y="246493"/>
                  <a:pt x="1108842" y="246259"/>
                  <a:pt x="1108162" y="245946"/>
                </a:cubicBezTo>
                <a:cubicBezTo>
                  <a:pt x="1107483" y="245635"/>
                  <a:pt x="1106960" y="245220"/>
                  <a:pt x="1106594" y="244701"/>
                </a:cubicBezTo>
                <a:cubicBezTo>
                  <a:pt x="1106228" y="244178"/>
                  <a:pt x="1106045" y="243554"/>
                  <a:pt x="1106045" y="242828"/>
                </a:cubicBezTo>
                <a:lnTo>
                  <a:pt x="1106045" y="222546"/>
                </a:lnTo>
                <a:cubicBezTo>
                  <a:pt x="1098516" y="230708"/>
                  <a:pt x="1090726" y="237120"/>
                  <a:pt x="1082674" y="241779"/>
                </a:cubicBezTo>
                <a:cubicBezTo>
                  <a:pt x="1074623" y="246436"/>
                  <a:pt x="1065839" y="248764"/>
                  <a:pt x="1056324" y="248764"/>
                </a:cubicBezTo>
                <a:cubicBezTo>
                  <a:pt x="1046076" y="248764"/>
                  <a:pt x="1037345" y="246776"/>
                  <a:pt x="1030130" y="242799"/>
                </a:cubicBezTo>
                <a:cubicBezTo>
                  <a:pt x="1022914" y="238822"/>
                  <a:pt x="1017033" y="233432"/>
                  <a:pt x="1012484" y="226629"/>
                </a:cubicBezTo>
                <a:cubicBezTo>
                  <a:pt x="1007935" y="219822"/>
                  <a:pt x="1004615" y="211841"/>
                  <a:pt x="1002524" y="202685"/>
                </a:cubicBezTo>
                <a:cubicBezTo>
                  <a:pt x="1000433" y="193525"/>
                  <a:pt x="999387" y="183815"/>
                  <a:pt x="999387" y="173555"/>
                </a:cubicBezTo>
                <a:cubicBezTo>
                  <a:pt x="999387" y="161520"/>
                  <a:pt x="1000694" y="150661"/>
                  <a:pt x="1003308" y="140979"/>
                </a:cubicBezTo>
                <a:cubicBezTo>
                  <a:pt x="1005922" y="131297"/>
                  <a:pt x="1009791" y="123054"/>
                  <a:pt x="1014915" y="116250"/>
                </a:cubicBezTo>
                <a:cubicBezTo>
                  <a:pt x="1020039" y="109444"/>
                  <a:pt x="1026365" y="104209"/>
                  <a:pt x="1033894" y="100546"/>
                </a:cubicBezTo>
                <a:cubicBezTo>
                  <a:pt x="1041423" y="96883"/>
                  <a:pt x="1050154" y="95051"/>
                  <a:pt x="1060088" y="95051"/>
                </a:cubicBezTo>
                <a:cubicBezTo>
                  <a:pt x="1068662" y="95051"/>
                  <a:pt x="1076505" y="96963"/>
                  <a:pt x="1083615" y="100786"/>
                </a:cubicBezTo>
                <a:cubicBezTo>
                  <a:pt x="1090726" y="104606"/>
                  <a:pt x="1097732" y="110231"/>
                  <a:pt x="1104633" y="117662"/>
                </a:cubicBezTo>
                <a:lnTo>
                  <a:pt x="1104633" y="32007"/>
                </a:lnTo>
                <a:cubicBezTo>
                  <a:pt x="1104633" y="31377"/>
                  <a:pt x="1104764" y="30800"/>
                  <a:pt x="1105025" y="30277"/>
                </a:cubicBezTo>
                <a:cubicBezTo>
                  <a:pt x="1105287" y="29754"/>
                  <a:pt x="1105784" y="29336"/>
                  <a:pt x="1106516" y="29022"/>
                </a:cubicBezTo>
                <a:cubicBezTo>
                  <a:pt x="1107247" y="28705"/>
                  <a:pt x="1108215" y="28442"/>
                  <a:pt x="1109417" y="28233"/>
                </a:cubicBezTo>
                <a:cubicBezTo>
                  <a:pt x="1110620" y="28024"/>
                  <a:pt x="1112110" y="27919"/>
                  <a:pt x="1113887" y="27919"/>
                </a:cubicBezTo>
                <a:cubicBezTo>
                  <a:pt x="1115770" y="27919"/>
                  <a:pt x="1117312" y="28024"/>
                  <a:pt x="1118515" y="28233"/>
                </a:cubicBezTo>
                <a:cubicBezTo>
                  <a:pt x="1119717" y="28442"/>
                  <a:pt x="1120658" y="28704"/>
                  <a:pt x="1121338" y="29017"/>
                </a:cubicBezTo>
                <a:cubicBezTo>
                  <a:pt x="1122018" y="29331"/>
                  <a:pt x="1122514" y="29749"/>
                  <a:pt x="1122828" y="30272"/>
                </a:cubicBezTo>
                <a:cubicBezTo>
                  <a:pt x="1123142" y="30795"/>
                  <a:pt x="1123298" y="31372"/>
                  <a:pt x="1123298" y="32002"/>
                </a:cubicBezTo>
                <a:lnTo>
                  <a:pt x="1123298" y="242799"/>
                </a:lnTo>
                <a:moveTo>
                  <a:pt x="1104633" y="140425"/>
                </a:moveTo>
                <a:cubicBezTo>
                  <a:pt x="1096791" y="130896"/>
                  <a:pt x="1089236" y="123619"/>
                  <a:pt x="1081968" y="118593"/>
                </a:cubicBezTo>
                <a:cubicBezTo>
                  <a:pt x="1074701" y="113564"/>
                  <a:pt x="1067094" y="111050"/>
                  <a:pt x="1059147" y="111050"/>
                </a:cubicBezTo>
                <a:cubicBezTo>
                  <a:pt x="1051932" y="111050"/>
                  <a:pt x="1045762" y="112778"/>
                  <a:pt x="1040638" y="116236"/>
                </a:cubicBezTo>
                <a:cubicBezTo>
                  <a:pt x="1035515" y="119690"/>
                  <a:pt x="1031332" y="124243"/>
                  <a:pt x="1028090" y="129896"/>
                </a:cubicBezTo>
                <a:cubicBezTo>
                  <a:pt x="1024849" y="135549"/>
                  <a:pt x="1022496" y="141936"/>
                  <a:pt x="1021032" y="149057"/>
                </a:cubicBezTo>
                <a:cubicBezTo>
                  <a:pt x="1019568" y="156177"/>
                  <a:pt x="1018836" y="163402"/>
                  <a:pt x="1018836" y="170731"/>
                </a:cubicBezTo>
                <a:cubicBezTo>
                  <a:pt x="1018836" y="178584"/>
                  <a:pt x="1019464" y="186227"/>
                  <a:pt x="1020719" y="193661"/>
                </a:cubicBezTo>
                <a:cubicBezTo>
                  <a:pt x="1021973" y="201095"/>
                  <a:pt x="1024117" y="207717"/>
                  <a:pt x="1027149" y="213527"/>
                </a:cubicBezTo>
                <a:cubicBezTo>
                  <a:pt x="1030182" y="219337"/>
                  <a:pt x="1034208" y="223997"/>
                  <a:pt x="1039227" y="227506"/>
                </a:cubicBezTo>
                <a:cubicBezTo>
                  <a:pt x="1044246" y="231012"/>
                  <a:pt x="1050520" y="232765"/>
                  <a:pt x="1058049" y="232765"/>
                </a:cubicBezTo>
                <a:cubicBezTo>
                  <a:pt x="1061813" y="232765"/>
                  <a:pt x="1065473" y="232243"/>
                  <a:pt x="1069028" y="231197"/>
                </a:cubicBezTo>
                <a:cubicBezTo>
                  <a:pt x="1072584" y="230148"/>
                  <a:pt x="1076243" y="228419"/>
                  <a:pt x="1080008" y="226011"/>
                </a:cubicBezTo>
                <a:cubicBezTo>
                  <a:pt x="1083772" y="223603"/>
                  <a:pt x="1087667" y="220487"/>
                  <a:pt x="1091693" y="216664"/>
                </a:cubicBezTo>
                <a:cubicBezTo>
                  <a:pt x="1095719" y="212841"/>
                  <a:pt x="1100032" y="208101"/>
                  <a:pt x="1104633" y="202444"/>
                </a:cubicBezTo>
                <a:lnTo>
                  <a:pt x="1104633" y="140425"/>
                </a:lnTo>
                <a:close/>
                <a:moveTo>
                  <a:pt x="1357215" y="237079"/>
                </a:moveTo>
                <a:cubicBezTo>
                  <a:pt x="1357215" y="238556"/>
                  <a:pt x="1357110" y="239822"/>
                  <a:pt x="1356901" y="240878"/>
                </a:cubicBezTo>
                <a:cubicBezTo>
                  <a:pt x="1356692" y="241933"/>
                  <a:pt x="1356378" y="242856"/>
                  <a:pt x="1355960" y="243647"/>
                </a:cubicBezTo>
                <a:cubicBezTo>
                  <a:pt x="1355542" y="244438"/>
                  <a:pt x="1355019" y="245018"/>
                  <a:pt x="1354391" y="245387"/>
                </a:cubicBezTo>
                <a:cubicBezTo>
                  <a:pt x="1353764" y="245756"/>
                  <a:pt x="1353032" y="245941"/>
                  <a:pt x="1352196" y="245941"/>
                </a:cubicBezTo>
                <a:lnTo>
                  <a:pt x="1264203" y="245941"/>
                </a:lnTo>
                <a:cubicBezTo>
                  <a:pt x="1262320" y="245941"/>
                  <a:pt x="1260386" y="245235"/>
                  <a:pt x="1258399" y="243823"/>
                </a:cubicBezTo>
                <a:cubicBezTo>
                  <a:pt x="1256412" y="242412"/>
                  <a:pt x="1255419" y="239824"/>
                  <a:pt x="1255419" y="236059"/>
                </a:cubicBezTo>
                <a:lnTo>
                  <a:pt x="1255419" y="46114"/>
                </a:lnTo>
                <a:cubicBezTo>
                  <a:pt x="1255419" y="45487"/>
                  <a:pt x="1255576" y="44911"/>
                  <a:pt x="1255890" y="44389"/>
                </a:cubicBezTo>
                <a:cubicBezTo>
                  <a:pt x="1256203" y="43866"/>
                  <a:pt x="1256726" y="43447"/>
                  <a:pt x="1257458" y="43134"/>
                </a:cubicBezTo>
                <a:cubicBezTo>
                  <a:pt x="1258190" y="42820"/>
                  <a:pt x="1259183" y="42559"/>
                  <a:pt x="1260438" y="42350"/>
                </a:cubicBezTo>
                <a:cubicBezTo>
                  <a:pt x="1261693" y="42140"/>
                  <a:pt x="1263209" y="42036"/>
                  <a:pt x="1264987" y="42036"/>
                </a:cubicBezTo>
                <a:cubicBezTo>
                  <a:pt x="1266869" y="42036"/>
                  <a:pt x="1268411" y="42140"/>
                  <a:pt x="1269614" y="42350"/>
                </a:cubicBezTo>
                <a:cubicBezTo>
                  <a:pt x="1270816" y="42559"/>
                  <a:pt x="1271784" y="42820"/>
                  <a:pt x="1272516" y="43134"/>
                </a:cubicBezTo>
                <a:cubicBezTo>
                  <a:pt x="1273248" y="43447"/>
                  <a:pt x="1273770" y="43866"/>
                  <a:pt x="1274084" y="44389"/>
                </a:cubicBezTo>
                <a:cubicBezTo>
                  <a:pt x="1274398" y="44908"/>
                  <a:pt x="1274555" y="45482"/>
                  <a:pt x="1274555" y="46109"/>
                </a:cubicBezTo>
                <a:lnTo>
                  <a:pt x="1274555" y="228374"/>
                </a:lnTo>
                <a:lnTo>
                  <a:pt x="1352196" y="228374"/>
                </a:lnTo>
                <a:cubicBezTo>
                  <a:pt x="1353032" y="228374"/>
                  <a:pt x="1353764" y="228558"/>
                  <a:pt x="1354391" y="228928"/>
                </a:cubicBezTo>
                <a:cubicBezTo>
                  <a:pt x="1355019" y="229297"/>
                  <a:pt x="1355542" y="229825"/>
                  <a:pt x="1355960" y="230511"/>
                </a:cubicBezTo>
                <a:cubicBezTo>
                  <a:pt x="1356378" y="231197"/>
                  <a:pt x="1356692" y="232094"/>
                  <a:pt x="1356901" y="233202"/>
                </a:cubicBezTo>
                <a:cubicBezTo>
                  <a:pt x="1357110" y="234309"/>
                  <a:pt x="1357215" y="235602"/>
                  <a:pt x="1357215" y="237079"/>
                </a:cubicBezTo>
                <a:close/>
                <a:moveTo>
                  <a:pt x="1489882" y="237079"/>
                </a:moveTo>
                <a:cubicBezTo>
                  <a:pt x="1489882" y="238556"/>
                  <a:pt x="1489777" y="239822"/>
                  <a:pt x="1489568" y="240878"/>
                </a:cubicBezTo>
                <a:cubicBezTo>
                  <a:pt x="1489359" y="241933"/>
                  <a:pt x="1489045" y="242856"/>
                  <a:pt x="1488627" y="243647"/>
                </a:cubicBezTo>
                <a:cubicBezTo>
                  <a:pt x="1488209" y="244438"/>
                  <a:pt x="1487686" y="245018"/>
                  <a:pt x="1487058" y="245387"/>
                </a:cubicBezTo>
                <a:cubicBezTo>
                  <a:pt x="1486431" y="245756"/>
                  <a:pt x="1485699" y="245941"/>
                  <a:pt x="1484862" y="245941"/>
                </a:cubicBezTo>
                <a:lnTo>
                  <a:pt x="1396870" y="245941"/>
                </a:lnTo>
                <a:cubicBezTo>
                  <a:pt x="1394987" y="245941"/>
                  <a:pt x="1393053" y="245235"/>
                  <a:pt x="1391066" y="243823"/>
                </a:cubicBezTo>
                <a:cubicBezTo>
                  <a:pt x="1389079" y="242412"/>
                  <a:pt x="1388086" y="239824"/>
                  <a:pt x="1388086" y="236059"/>
                </a:cubicBezTo>
                <a:lnTo>
                  <a:pt x="1388086" y="46114"/>
                </a:lnTo>
                <a:cubicBezTo>
                  <a:pt x="1388086" y="45487"/>
                  <a:pt x="1388243" y="44911"/>
                  <a:pt x="1388556" y="44389"/>
                </a:cubicBezTo>
                <a:cubicBezTo>
                  <a:pt x="1388870" y="43866"/>
                  <a:pt x="1389393" y="43447"/>
                  <a:pt x="1390125" y="43134"/>
                </a:cubicBezTo>
                <a:cubicBezTo>
                  <a:pt x="1390857" y="42820"/>
                  <a:pt x="1391850" y="42559"/>
                  <a:pt x="1393105" y="42350"/>
                </a:cubicBezTo>
                <a:cubicBezTo>
                  <a:pt x="1394360" y="42140"/>
                  <a:pt x="1395876" y="42036"/>
                  <a:pt x="1397654" y="42036"/>
                </a:cubicBezTo>
                <a:cubicBezTo>
                  <a:pt x="1399536" y="42036"/>
                  <a:pt x="1401078" y="42140"/>
                  <a:pt x="1402281" y="42350"/>
                </a:cubicBezTo>
                <a:cubicBezTo>
                  <a:pt x="1403483" y="42559"/>
                  <a:pt x="1404451" y="42820"/>
                  <a:pt x="1405183" y="43134"/>
                </a:cubicBezTo>
                <a:cubicBezTo>
                  <a:pt x="1405915" y="43447"/>
                  <a:pt x="1406437" y="43866"/>
                  <a:pt x="1406751" y="44389"/>
                </a:cubicBezTo>
                <a:cubicBezTo>
                  <a:pt x="1407065" y="44908"/>
                  <a:pt x="1407222" y="45482"/>
                  <a:pt x="1407222" y="46109"/>
                </a:cubicBezTo>
                <a:lnTo>
                  <a:pt x="1407222" y="228374"/>
                </a:lnTo>
                <a:lnTo>
                  <a:pt x="1484862" y="228374"/>
                </a:lnTo>
                <a:cubicBezTo>
                  <a:pt x="1485699" y="228374"/>
                  <a:pt x="1486431" y="228558"/>
                  <a:pt x="1487058" y="228928"/>
                </a:cubicBezTo>
                <a:cubicBezTo>
                  <a:pt x="1487686" y="229297"/>
                  <a:pt x="1488209" y="229825"/>
                  <a:pt x="1488627" y="230511"/>
                </a:cubicBezTo>
                <a:cubicBezTo>
                  <a:pt x="1489045" y="231197"/>
                  <a:pt x="1489359" y="232094"/>
                  <a:pt x="1489568" y="233202"/>
                </a:cubicBezTo>
                <a:cubicBezTo>
                  <a:pt x="1489777" y="234309"/>
                  <a:pt x="1489882" y="235602"/>
                  <a:pt x="1489882" y="237079"/>
                </a:cubicBezTo>
                <a:close/>
                <a:moveTo>
                  <a:pt x="1743416" y="242804"/>
                </a:moveTo>
                <a:cubicBezTo>
                  <a:pt x="1743416" y="243431"/>
                  <a:pt x="1743260" y="244006"/>
                  <a:pt x="1742946" y="244529"/>
                </a:cubicBezTo>
                <a:cubicBezTo>
                  <a:pt x="1742632" y="245052"/>
                  <a:pt x="1742083" y="245470"/>
                  <a:pt x="1741299" y="245784"/>
                </a:cubicBezTo>
                <a:cubicBezTo>
                  <a:pt x="1740515" y="246098"/>
                  <a:pt x="1739521" y="246359"/>
                  <a:pt x="1738319" y="246568"/>
                </a:cubicBezTo>
                <a:cubicBezTo>
                  <a:pt x="1737116" y="246777"/>
                  <a:pt x="1735574" y="246882"/>
                  <a:pt x="1733692" y="246882"/>
                </a:cubicBezTo>
                <a:cubicBezTo>
                  <a:pt x="1732019" y="246882"/>
                  <a:pt x="1730555" y="246777"/>
                  <a:pt x="1729300" y="246568"/>
                </a:cubicBezTo>
                <a:cubicBezTo>
                  <a:pt x="1728045" y="246359"/>
                  <a:pt x="1727052" y="246098"/>
                  <a:pt x="1726320" y="245784"/>
                </a:cubicBezTo>
                <a:cubicBezTo>
                  <a:pt x="1725588" y="245470"/>
                  <a:pt x="1725065" y="245052"/>
                  <a:pt x="1724751" y="244529"/>
                </a:cubicBezTo>
                <a:cubicBezTo>
                  <a:pt x="1724438" y="244006"/>
                  <a:pt x="1724281" y="243431"/>
                  <a:pt x="1724281" y="242804"/>
                </a:cubicBezTo>
                <a:lnTo>
                  <a:pt x="1724281" y="59760"/>
                </a:lnTo>
                <a:lnTo>
                  <a:pt x="1723967" y="59760"/>
                </a:lnTo>
                <a:lnTo>
                  <a:pt x="1644130" y="243902"/>
                </a:lnTo>
                <a:cubicBezTo>
                  <a:pt x="1643921" y="244320"/>
                  <a:pt x="1643608" y="244712"/>
                  <a:pt x="1643189" y="245078"/>
                </a:cubicBezTo>
                <a:cubicBezTo>
                  <a:pt x="1642771" y="245444"/>
                  <a:pt x="1642196" y="245758"/>
                  <a:pt x="1641464" y="246019"/>
                </a:cubicBezTo>
                <a:cubicBezTo>
                  <a:pt x="1640732" y="246281"/>
                  <a:pt x="1639869" y="246490"/>
                  <a:pt x="1638876" y="246647"/>
                </a:cubicBezTo>
                <a:cubicBezTo>
                  <a:pt x="1637883" y="246804"/>
                  <a:pt x="1636706" y="246882"/>
                  <a:pt x="1635347" y="246882"/>
                </a:cubicBezTo>
                <a:cubicBezTo>
                  <a:pt x="1633883" y="246882"/>
                  <a:pt x="1632628" y="246804"/>
                  <a:pt x="1631582" y="246647"/>
                </a:cubicBezTo>
                <a:cubicBezTo>
                  <a:pt x="1630537" y="246490"/>
                  <a:pt x="1629674" y="246281"/>
                  <a:pt x="1628994" y="246019"/>
                </a:cubicBezTo>
                <a:cubicBezTo>
                  <a:pt x="1628315" y="245758"/>
                  <a:pt x="1627766" y="245444"/>
                  <a:pt x="1627347" y="245078"/>
                </a:cubicBezTo>
                <a:cubicBezTo>
                  <a:pt x="1626929" y="244712"/>
                  <a:pt x="1626668" y="244320"/>
                  <a:pt x="1626563" y="243902"/>
                </a:cubicBezTo>
                <a:lnTo>
                  <a:pt x="1550648" y="59760"/>
                </a:lnTo>
                <a:lnTo>
                  <a:pt x="1550491" y="59760"/>
                </a:lnTo>
                <a:lnTo>
                  <a:pt x="1550491" y="242804"/>
                </a:lnTo>
                <a:cubicBezTo>
                  <a:pt x="1550491" y="243431"/>
                  <a:pt x="1550334" y="244006"/>
                  <a:pt x="1550020" y="244529"/>
                </a:cubicBezTo>
                <a:cubicBezTo>
                  <a:pt x="1549707" y="245052"/>
                  <a:pt x="1549158" y="245470"/>
                  <a:pt x="1548373" y="245784"/>
                </a:cubicBezTo>
                <a:cubicBezTo>
                  <a:pt x="1547589" y="246098"/>
                  <a:pt x="1546596" y="246359"/>
                  <a:pt x="1545393" y="246568"/>
                </a:cubicBezTo>
                <a:cubicBezTo>
                  <a:pt x="1544191" y="246777"/>
                  <a:pt x="1542596" y="246882"/>
                  <a:pt x="1540609" y="246882"/>
                </a:cubicBezTo>
                <a:cubicBezTo>
                  <a:pt x="1538832" y="246882"/>
                  <a:pt x="1537342" y="246777"/>
                  <a:pt x="1536139" y="246568"/>
                </a:cubicBezTo>
                <a:cubicBezTo>
                  <a:pt x="1534937" y="246359"/>
                  <a:pt x="1533969" y="246098"/>
                  <a:pt x="1533237" y="245784"/>
                </a:cubicBezTo>
                <a:cubicBezTo>
                  <a:pt x="1532505" y="245470"/>
                  <a:pt x="1532009" y="245052"/>
                  <a:pt x="1531747" y="244529"/>
                </a:cubicBezTo>
                <a:cubicBezTo>
                  <a:pt x="1531486" y="244006"/>
                  <a:pt x="1531355" y="243431"/>
                  <a:pt x="1531355" y="242804"/>
                </a:cubicBezTo>
                <a:lnTo>
                  <a:pt x="1531355" y="52858"/>
                </a:lnTo>
                <a:cubicBezTo>
                  <a:pt x="1531355" y="49094"/>
                  <a:pt x="1532349" y="46506"/>
                  <a:pt x="1534335" y="45094"/>
                </a:cubicBezTo>
                <a:cubicBezTo>
                  <a:pt x="1536322" y="43683"/>
                  <a:pt x="1538257" y="42977"/>
                  <a:pt x="1540139" y="42977"/>
                </a:cubicBezTo>
                <a:lnTo>
                  <a:pt x="1550491" y="42977"/>
                </a:lnTo>
                <a:cubicBezTo>
                  <a:pt x="1553105" y="42977"/>
                  <a:pt x="1555406" y="43264"/>
                  <a:pt x="1557392" y="43840"/>
                </a:cubicBezTo>
                <a:cubicBezTo>
                  <a:pt x="1559379" y="44415"/>
                  <a:pt x="1561131" y="45251"/>
                  <a:pt x="1562647" y="46349"/>
                </a:cubicBezTo>
                <a:cubicBezTo>
                  <a:pt x="1564163" y="47447"/>
                  <a:pt x="1565444" y="48780"/>
                  <a:pt x="1566490" y="50349"/>
                </a:cubicBezTo>
                <a:cubicBezTo>
                  <a:pt x="1567535" y="51917"/>
                  <a:pt x="1568476" y="53695"/>
                  <a:pt x="1569313" y="55682"/>
                </a:cubicBezTo>
                <a:lnTo>
                  <a:pt x="1636288" y="216924"/>
                </a:lnTo>
                <a:lnTo>
                  <a:pt x="1637072" y="216924"/>
                </a:lnTo>
                <a:lnTo>
                  <a:pt x="1706870" y="56309"/>
                </a:lnTo>
                <a:cubicBezTo>
                  <a:pt x="1707916" y="53800"/>
                  <a:pt x="1709040" y="51682"/>
                  <a:pt x="1710243" y="49957"/>
                </a:cubicBezTo>
                <a:cubicBezTo>
                  <a:pt x="1711445" y="48231"/>
                  <a:pt x="1712700" y="46846"/>
                  <a:pt x="1714007" y="45800"/>
                </a:cubicBezTo>
                <a:cubicBezTo>
                  <a:pt x="1715314" y="44755"/>
                  <a:pt x="1716726" y="44023"/>
                  <a:pt x="1718242" y="43604"/>
                </a:cubicBezTo>
                <a:cubicBezTo>
                  <a:pt x="1719758" y="43186"/>
                  <a:pt x="1721405" y="42977"/>
                  <a:pt x="1723183" y="42977"/>
                </a:cubicBezTo>
                <a:lnTo>
                  <a:pt x="1734633" y="42977"/>
                </a:lnTo>
                <a:cubicBezTo>
                  <a:pt x="1735574" y="42977"/>
                  <a:pt x="1736567" y="43134"/>
                  <a:pt x="1737613" y="43447"/>
                </a:cubicBezTo>
                <a:cubicBezTo>
                  <a:pt x="1738659" y="43761"/>
                  <a:pt x="1739600" y="44310"/>
                  <a:pt x="1740436" y="45094"/>
                </a:cubicBezTo>
                <a:cubicBezTo>
                  <a:pt x="1741273" y="45879"/>
                  <a:pt x="1741979" y="46898"/>
                  <a:pt x="1742554" y="48153"/>
                </a:cubicBezTo>
                <a:cubicBezTo>
                  <a:pt x="1743129" y="49408"/>
                  <a:pt x="1743416" y="50976"/>
                  <a:pt x="1743416" y="52858"/>
                </a:cubicBezTo>
                <a:lnTo>
                  <a:pt x="1743416" y="242804"/>
                </a:lnTo>
                <a:close/>
                <a:moveTo>
                  <a:pt x="1888015" y="259430"/>
                </a:moveTo>
                <a:cubicBezTo>
                  <a:pt x="1886028" y="261835"/>
                  <a:pt x="1884355" y="264214"/>
                  <a:pt x="1882996" y="266567"/>
                </a:cubicBezTo>
                <a:cubicBezTo>
                  <a:pt x="1881637" y="268919"/>
                  <a:pt x="1880669" y="271194"/>
                  <a:pt x="1880094" y="273390"/>
                </a:cubicBezTo>
                <a:cubicBezTo>
                  <a:pt x="1879519" y="275586"/>
                  <a:pt x="1879232" y="278200"/>
                  <a:pt x="1879232" y="281232"/>
                </a:cubicBezTo>
                <a:cubicBezTo>
                  <a:pt x="1879232" y="289075"/>
                  <a:pt x="1882055" y="294800"/>
                  <a:pt x="1887701" y="298407"/>
                </a:cubicBezTo>
                <a:cubicBezTo>
                  <a:pt x="1893348" y="302015"/>
                  <a:pt x="1901870" y="303819"/>
                  <a:pt x="1913268" y="303819"/>
                </a:cubicBezTo>
                <a:cubicBezTo>
                  <a:pt x="1926130" y="303819"/>
                  <a:pt x="1936456" y="300917"/>
                  <a:pt x="1944246" y="295113"/>
                </a:cubicBezTo>
                <a:cubicBezTo>
                  <a:pt x="1952036" y="289310"/>
                  <a:pt x="1958702" y="279977"/>
                  <a:pt x="1964244" y="267116"/>
                </a:cubicBezTo>
                <a:cubicBezTo>
                  <a:pt x="1969786" y="254254"/>
                  <a:pt x="1975172" y="234805"/>
                  <a:pt x="1980400" y="208767"/>
                </a:cubicBezTo>
                <a:lnTo>
                  <a:pt x="1978204" y="208297"/>
                </a:lnTo>
                <a:cubicBezTo>
                  <a:pt x="1968061" y="222204"/>
                  <a:pt x="1958650" y="232347"/>
                  <a:pt x="1949971" y="238726"/>
                </a:cubicBezTo>
                <a:cubicBezTo>
                  <a:pt x="1941292" y="245104"/>
                  <a:pt x="1931933" y="248294"/>
                  <a:pt x="1921895" y="248294"/>
                </a:cubicBezTo>
                <a:cubicBezTo>
                  <a:pt x="1910497" y="248294"/>
                  <a:pt x="1901635" y="244006"/>
                  <a:pt x="1895309" y="235432"/>
                </a:cubicBezTo>
                <a:cubicBezTo>
                  <a:pt x="1888982" y="226857"/>
                  <a:pt x="1885819" y="214623"/>
                  <a:pt x="1885819" y="198729"/>
                </a:cubicBezTo>
                <a:cubicBezTo>
                  <a:pt x="1885819" y="180848"/>
                  <a:pt x="1889322" y="163673"/>
                  <a:pt x="1896328" y="147204"/>
                </a:cubicBezTo>
                <a:cubicBezTo>
                  <a:pt x="1903334" y="130735"/>
                  <a:pt x="1913059" y="117638"/>
                  <a:pt x="1925502" y="107913"/>
                </a:cubicBezTo>
                <a:cubicBezTo>
                  <a:pt x="1937946" y="98188"/>
                  <a:pt x="1951801" y="93326"/>
                  <a:pt x="1967068" y="93326"/>
                </a:cubicBezTo>
                <a:cubicBezTo>
                  <a:pt x="1973655" y="93326"/>
                  <a:pt x="1979877" y="94110"/>
                  <a:pt x="1985733" y="95679"/>
                </a:cubicBezTo>
                <a:cubicBezTo>
                  <a:pt x="1991588" y="97247"/>
                  <a:pt x="1997497" y="99913"/>
                  <a:pt x="2003457" y="103678"/>
                </a:cubicBezTo>
                <a:lnTo>
                  <a:pt x="2017887" y="93326"/>
                </a:lnTo>
                <a:lnTo>
                  <a:pt x="2027925" y="95835"/>
                </a:lnTo>
                <a:lnTo>
                  <a:pt x="2011770" y="168927"/>
                </a:lnTo>
                <a:cubicBezTo>
                  <a:pt x="2010620" y="174051"/>
                  <a:pt x="2008005" y="186965"/>
                  <a:pt x="2003927" y="207669"/>
                </a:cubicBezTo>
                <a:cubicBezTo>
                  <a:pt x="1999640" y="229628"/>
                  <a:pt x="1996163" y="245157"/>
                  <a:pt x="1993497" y="254254"/>
                </a:cubicBezTo>
                <a:cubicBezTo>
                  <a:pt x="1990830" y="263351"/>
                  <a:pt x="1987510" y="271638"/>
                  <a:pt x="1983537" y="279115"/>
                </a:cubicBezTo>
                <a:cubicBezTo>
                  <a:pt x="1979563" y="286591"/>
                  <a:pt x="1974440" y="293100"/>
                  <a:pt x="1968166" y="298642"/>
                </a:cubicBezTo>
                <a:cubicBezTo>
                  <a:pt x="1961892" y="304185"/>
                  <a:pt x="1954284" y="308472"/>
                  <a:pt x="1945344" y="311504"/>
                </a:cubicBezTo>
                <a:cubicBezTo>
                  <a:pt x="1936403" y="314537"/>
                  <a:pt x="1925816" y="316053"/>
                  <a:pt x="1913582" y="316053"/>
                </a:cubicBezTo>
                <a:cubicBezTo>
                  <a:pt x="1874056" y="316053"/>
                  <a:pt x="1854292" y="304551"/>
                  <a:pt x="1854292" y="281546"/>
                </a:cubicBezTo>
                <a:cubicBezTo>
                  <a:pt x="1854292" y="275690"/>
                  <a:pt x="1856070" y="270357"/>
                  <a:pt x="1859625" y="265547"/>
                </a:cubicBezTo>
                <a:cubicBezTo>
                  <a:pt x="1863181" y="260737"/>
                  <a:pt x="1868879" y="255666"/>
                  <a:pt x="1876722" y="250333"/>
                </a:cubicBezTo>
                <a:lnTo>
                  <a:pt x="1888015" y="259430"/>
                </a:lnTo>
                <a:moveTo>
                  <a:pt x="1933031" y="229785"/>
                </a:moveTo>
                <a:cubicBezTo>
                  <a:pt x="1938364" y="229785"/>
                  <a:pt x="1943671" y="227955"/>
                  <a:pt x="1948951" y="224296"/>
                </a:cubicBezTo>
                <a:cubicBezTo>
                  <a:pt x="1954232" y="220636"/>
                  <a:pt x="1959879" y="214832"/>
                  <a:pt x="1965891" y="206885"/>
                </a:cubicBezTo>
                <a:cubicBezTo>
                  <a:pt x="1971904" y="198938"/>
                  <a:pt x="1976583" y="191357"/>
                  <a:pt x="1979929" y="184142"/>
                </a:cubicBezTo>
                <a:cubicBezTo>
                  <a:pt x="1983275" y="176927"/>
                  <a:pt x="1986125" y="167934"/>
                  <a:pt x="1988478" y="157164"/>
                </a:cubicBezTo>
                <a:cubicBezTo>
                  <a:pt x="1990830" y="146393"/>
                  <a:pt x="1992007" y="137035"/>
                  <a:pt x="1992007" y="129088"/>
                </a:cubicBezTo>
                <a:cubicBezTo>
                  <a:pt x="1992007" y="120931"/>
                  <a:pt x="1990281" y="114997"/>
                  <a:pt x="1986831" y="111285"/>
                </a:cubicBezTo>
                <a:cubicBezTo>
                  <a:pt x="1983380" y="107573"/>
                  <a:pt x="1977629" y="105717"/>
                  <a:pt x="1969577" y="105717"/>
                </a:cubicBezTo>
                <a:cubicBezTo>
                  <a:pt x="1958911" y="105717"/>
                  <a:pt x="1949344" y="110030"/>
                  <a:pt x="1940874" y="118657"/>
                </a:cubicBezTo>
                <a:cubicBezTo>
                  <a:pt x="1932404" y="127284"/>
                  <a:pt x="1925738" y="138917"/>
                  <a:pt x="1920875" y="153556"/>
                </a:cubicBezTo>
                <a:cubicBezTo>
                  <a:pt x="1916013" y="168196"/>
                  <a:pt x="1913582" y="182783"/>
                  <a:pt x="1913582" y="197317"/>
                </a:cubicBezTo>
                <a:cubicBezTo>
                  <a:pt x="1913582" y="208192"/>
                  <a:pt x="1915150" y="216322"/>
                  <a:pt x="1918287" y="221708"/>
                </a:cubicBezTo>
                <a:cubicBezTo>
                  <a:pt x="1921424" y="227093"/>
                  <a:pt x="1926339" y="229785"/>
                  <a:pt x="1933031" y="229785"/>
                </a:cubicBezTo>
                <a:close/>
                <a:moveTo>
                  <a:pt x="2116949" y="0"/>
                </a:moveTo>
                <a:lnTo>
                  <a:pt x="2116949" y="8940"/>
                </a:lnTo>
                <a:lnTo>
                  <a:pt x="2079148" y="99913"/>
                </a:lnTo>
                <a:lnTo>
                  <a:pt x="2065816" y="95992"/>
                </a:lnTo>
                <a:lnTo>
                  <a:pt x="2087618" y="0"/>
                </a:lnTo>
                <a:lnTo>
                  <a:pt x="21169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0DBB3-4076-463E-B760-B68F088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628085"/>
            <a:ext cx="265235" cy="276286"/>
          </a:xfrm>
          <a:custGeom xmlns:a="http://schemas.openxmlformats.org/drawingml/2006/main">
            <a:pathLst>
              <a:path w="265235" h="276286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72D57-B126-4327-ABFC-A2B699F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628085"/>
            <a:ext cx="265235" cy="276286"/>
          </a:xfrm>
          <a:custGeom xmlns:a="http://schemas.openxmlformats.org/drawingml/2006/main">
            <a:pathLst>
              <a:path w="265235" h="276286" fill="none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6DBC8-BD06-43CC-9781-A962920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1081195"/>
            <a:ext cx="265235" cy="276286"/>
          </a:xfrm>
          <a:custGeom xmlns:a="http://schemas.openxmlformats.org/drawingml/2006/main">
            <a:pathLst>
              <a:path w="265235" h="276286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221FD-14E6-4B17-BA07-3A121A42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1081195"/>
            <a:ext cx="265235" cy="276286"/>
          </a:xfrm>
          <a:custGeom xmlns:a="http://schemas.openxmlformats.org/drawingml/2006/main">
            <a:pathLst>
              <a:path w="265235" h="276286" fill="none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C8A2D-DBC9-44C3-9EAA-B41D8D13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119719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0437A-82BC-4C4B-9A13-759E0BA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119719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BF084-9D2D-4B07-AD9D-73759CC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617034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D9F6C-25E2-4939-B441-BE6615D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617034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088FE-5CD2-4E15-8975-579B7CD2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1103298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3511D-0EB4-40CE-81AA-4960D749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1103298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7B47A-6BAA-4D2D-8DE1-685FB1DD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1501150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390A2-0C5D-4A35-B993-72BA55DD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1501150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158AC-FBCB-431A-9C0C-E214D748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384953"/>
            <a:ext cx="265235" cy="265235"/>
          </a:xfrm>
          <a:custGeom xmlns:a="http://schemas.openxmlformats.org/drawingml/2006/main">
            <a:pathLst>
              <a:path w="265235" h="265235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7197B-6A2F-4F20-8C60-F430FAC7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384953"/>
            <a:ext cx="265235" cy="265235"/>
          </a:xfrm>
          <a:custGeom xmlns:a="http://schemas.openxmlformats.org/drawingml/2006/main">
            <a:pathLst>
              <a:path w="265235" h="265235" fill="none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89D21-78B6-4FED-AFBC-CBF093AD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838063"/>
            <a:ext cx="265235" cy="265235"/>
          </a:xfrm>
          <a:custGeom xmlns:a="http://schemas.openxmlformats.org/drawingml/2006/main">
            <a:pathLst>
              <a:path w="265235" h="265235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9147C-A6E3-475F-AD9F-44F16A2F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838063"/>
            <a:ext cx="265235" cy="265235"/>
          </a:xfrm>
          <a:custGeom xmlns:a="http://schemas.openxmlformats.org/drawingml/2006/main">
            <a:pathLst>
              <a:path w="265235" h="265235" fill="none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97479-0518-4841-B420-A14E6A7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1280121"/>
            <a:ext cx="265235" cy="276286"/>
          </a:xfrm>
          <a:custGeom xmlns:a="http://schemas.openxmlformats.org/drawingml/2006/main">
            <a:pathLst>
              <a:path w="265235" h="276286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6D4AA-3D31-407E-B6B4-63443F46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1280121"/>
            <a:ext cx="265235" cy="276286"/>
          </a:xfrm>
          <a:custGeom xmlns:a="http://schemas.openxmlformats.org/drawingml/2006/main">
            <a:pathLst>
              <a:path w="265235" h="276286" fill="none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63B62-F622-4348-A4A1-B464CA1D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119719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E3123-A062-4F44-A176-D6F3535E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119719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B94CD-0E16-4F7A-822E-E511313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617034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660C3-8654-446B-8BDA-3D53B9CF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617034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FDB17-E87A-4B13-83DF-DA5CDA9E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1103298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2283A-5DAC-4244-9527-B5A17FE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1103298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FC286-A0EB-4DD5-8F9B-630F8EE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1501150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6739B-70FB-4F8C-9D12-3BA0BD6C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1501150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6510A-26B1-4AF7-927F-A6FA2C4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252336"/>
            <a:ext cx="189938" cy="515734"/>
          </a:xfrm>
          <a:custGeom xmlns:a="http://schemas.openxmlformats.org/drawingml/2006/main">
            <a:pathLst>
              <a:path w="189938" h="515734" fill="none">
                <a:moveTo>
                  <a:pt x="0" y="515734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878FC-C08E-4CC4-9094-94BFCFC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760703"/>
            <a:ext cx="189938" cy="10167"/>
          </a:xfrm>
          <a:custGeom xmlns:a="http://schemas.openxmlformats.org/drawingml/2006/main">
            <a:pathLst>
              <a:path w="189938" h="10167" fill="none">
                <a:moveTo>
                  <a:pt x="0" y="10167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DE766-9D66-4C05-B0F9-04DB2ACC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252336"/>
            <a:ext cx="189938" cy="967665"/>
          </a:xfrm>
          <a:custGeom xmlns:a="http://schemas.openxmlformats.org/drawingml/2006/main">
            <a:pathLst>
              <a:path w="189938" h="967665" fill="none">
                <a:moveTo>
                  <a:pt x="0" y="967665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E74DE-CFB1-4AFB-9083-9B20FE24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760703"/>
            <a:ext cx="189938" cy="462098"/>
          </a:xfrm>
          <a:custGeom xmlns:a="http://schemas.openxmlformats.org/drawingml/2006/main">
            <a:pathLst>
              <a:path w="189938" h="462098" fill="none">
                <a:moveTo>
                  <a:pt x="0" y="462098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22C95-8203-43FD-BBB9-CD8CA0AF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1224864"/>
            <a:ext cx="189938" cy="417156"/>
          </a:xfrm>
          <a:custGeom xmlns:a="http://schemas.openxmlformats.org/drawingml/2006/main">
            <a:pathLst>
              <a:path w="189938" h="417156" fill="none">
                <a:moveTo>
                  <a:pt x="0" y="0"/>
                </a:moveTo>
                <a:lnTo>
                  <a:pt x="189938" y="417156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D4700-4BF8-454C-9A38-60E1A39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771754"/>
            <a:ext cx="189938" cy="470055"/>
          </a:xfrm>
          <a:custGeom xmlns:a="http://schemas.openxmlformats.org/drawingml/2006/main">
            <a:pathLst>
              <a:path w="189938" h="470055" fill="none">
                <a:moveTo>
                  <a:pt x="0" y="0"/>
                </a:moveTo>
                <a:lnTo>
                  <a:pt x="189938" y="470055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4BA8B-54C9-40F8-B3C9-E8A56F6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760703"/>
            <a:ext cx="189938" cy="10"/>
          </a:xfrm>
          <a:custGeom xmlns:a="http://schemas.openxmlformats.org/drawingml/2006/main">
            <a:pathLst>
              <a:path w="189938" h="1" fill="none">
                <a:moveTo>
                  <a:pt x="0" y="0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4AFE1-2EB3-49D2-A0BC-43AC176E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252336"/>
            <a:ext cx="189938" cy="505567"/>
          </a:xfrm>
          <a:custGeom xmlns:a="http://schemas.openxmlformats.org/drawingml/2006/main">
            <a:pathLst>
              <a:path w="189938" h="505567" fill="none">
                <a:moveTo>
                  <a:pt x="0" y="0"/>
                </a:moveTo>
                <a:lnTo>
                  <a:pt x="189938" y="505567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9F3D2-A358-4E51-8AAC-B4A5630C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760703"/>
            <a:ext cx="189938" cy="480222"/>
          </a:xfrm>
          <a:custGeom xmlns:a="http://schemas.openxmlformats.org/drawingml/2006/main">
            <a:pathLst>
              <a:path w="189938" h="480222" fill="none">
                <a:moveTo>
                  <a:pt x="0" y="0"/>
                </a:moveTo>
                <a:lnTo>
                  <a:pt x="189938" y="480222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96EE5-3E57-4C55-BFA3-27551AE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252336"/>
            <a:ext cx="189938" cy="505567"/>
          </a:xfrm>
          <a:custGeom xmlns:a="http://schemas.openxmlformats.org/drawingml/2006/main">
            <a:pathLst>
              <a:path w="189938" h="505567" fill="none">
                <a:moveTo>
                  <a:pt x="189938" y="0"/>
                </a:moveTo>
                <a:lnTo>
                  <a:pt x="0" y="505567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82DDC-D846-4210-91DA-9113E98E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252336"/>
            <a:ext cx="189938" cy="985790"/>
          </a:xfrm>
          <a:custGeom xmlns:a="http://schemas.openxmlformats.org/drawingml/2006/main">
            <a:pathLst>
              <a:path w="189938" h="985790" fill="none">
                <a:moveTo>
                  <a:pt x="0" y="0"/>
                </a:moveTo>
                <a:lnTo>
                  <a:pt x="189938" y="98579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8F2E9-7F4A-45F7-AC32-BE61887E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1633768"/>
            <a:ext cx="189938" cy="10"/>
          </a:xfrm>
          <a:custGeom xmlns:a="http://schemas.openxmlformats.org/drawingml/2006/main">
            <a:pathLst>
              <a:path w="189938" h="1" fill="none">
                <a:moveTo>
                  <a:pt x="0" y="0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97286-9281-4B07-85CB-03C29796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760703"/>
            <a:ext cx="189938" cy="480222"/>
          </a:xfrm>
          <a:custGeom xmlns:a="http://schemas.openxmlformats.org/drawingml/2006/main">
            <a:pathLst>
              <a:path w="189938" h="480222" fill="none">
                <a:moveTo>
                  <a:pt x="0" y="480222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E2F19-58C0-490A-B815-CD24BFD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1235915"/>
            <a:ext cx="189938" cy="399031"/>
          </a:xfrm>
          <a:custGeom xmlns:a="http://schemas.openxmlformats.org/drawingml/2006/main">
            <a:pathLst>
              <a:path w="189938" h="399031" fill="none">
                <a:moveTo>
                  <a:pt x="189938" y="3990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9D99D-9161-4ED8-BEAA-F7DA5BD6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252336"/>
            <a:ext cx="189938" cy="266119"/>
          </a:xfrm>
          <a:custGeom xmlns:a="http://schemas.openxmlformats.org/drawingml/2006/main">
            <a:pathLst>
              <a:path w="189938" h="266119" fill="none">
                <a:moveTo>
                  <a:pt x="0" y="0"/>
                </a:moveTo>
                <a:lnTo>
                  <a:pt x="189938" y="266119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200C7-2186-488D-916C-27CABB5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760703"/>
            <a:ext cx="189938" cy="212483"/>
          </a:xfrm>
          <a:custGeom xmlns:a="http://schemas.openxmlformats.org/drawingml/2006/main">
            <a:pathLst>
              <a:path w="189938" h="212483" fill="none">
                <a:moveTo>
                  <a:pt x="189938" y="2124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0DD8F-88E7-4573-B4F0-A67774E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517571"/>
            <a:ext cx="189938" cy="239448"/>
          </a:xfrm>
          <a:custGeom xmlns:a="http://schemas.openxmlformats.org/drawingml/2006/main">
            <a:pathLst>
              <a:path w="189938" h="239448" fill="none">
                <a:moveTo>
                  <a:pt x="189938" y="0"/>
                </a:moveTo>
                <a:lnTo>
                  <a:pt x="0" y="239448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6553C-4978-4BAB-9880-67BAE44A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517571"/>
            <a:ext cx="189938" cy="719671"/>
          </a:xfrm>
          <a:custGeom xmlns:a="http://schemas.openxmlformats.org/drawingml/2006/main">
            <a:pathLst>
              <a:path w="189938" h="719671" fill="none">
                <a:moveTo>
                  <a:pt x="189938" y="0"/>
                </a:moveTo>
                <a:lnTo>
                  <a:pt x="0" y="719671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13F43-0B56-4A63-8936-C8197D8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1235915"/>
            <a:ext cx="189938" cy="178297"/>
          </a:xfrm>
          <a:custGeom xmlns:a="http://schemas.openxmlformats.org/drawingml/2006/main">
            <a:pathLst>
              <a:path w="189938" h="178297" fill="none">
                <a:moveTo>
                  <a:pt x="189938" y="1782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2304A-49A3-496E-9181-47587977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970680"/>
            <a:ext cx="189938" cy="666918"/>
          </a:xfrm>
          <a:custGeom xmlns:a="http://schemas.openxmlformats.org/drawingml/2006/main">
            <a:pathLst>
              <a:path w="189938" h="666918" fill="none">
                <a:moveTo>
                  <a:pt x="189938" y="0"/>
                </a:moveTo>
                <a:lnTo>
                  <a:pt x="0" y="666918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36654-E74C-40DF-ACA4-7CD378F2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1412738"/>
            <a:ext cx="189938" cy="220734"/>
          </a:xfrm>
          <a:custGeom xmlns:a="http://schemas.openxmlformats.org/drawingml/2006/main">
            <a:pathLst>
              <a:path w="189938" h="220734" fill="none">
                <a:moveTo>
                  <a:pt x="189938" y="0"/>
                </a:moveTo>
                <a:lnTo>
                  <a:pt x="0" y="220734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02EE9-7E63-49CC-8FA5-4A37387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760703"/>
            <a:ext cx="189938" cy="658519"/>
          </a:xfrm>
          <a:custGeom xmlns:a="http://schemas.openxmlformats.org/drawingml/2006/main">
            <a:pathLst>
              <a:path w="189938" h="658519" fill="none">
                <a:moveTo>
                  <a:pt x="189938" y="6585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C0E57-131C-499B-A227-EDBF9D5C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252336"/>
            <a:ext cx="189938" cy="10"/>
          </a:xfrm>
          <a:custGeom xmlns:a="http://schemas.openxmlformats.org/drawingml/2006/main">
            <a:pathLst>
              <a:path w="189938" h="1" fill="none">
                <a:moveTo>
                  <a:pt x="1899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5F38F-25C1-44B5-9815-A90869A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3888264"/>
            <a:ext cx="265235" cy="276286"/>
          </a:xfrm>
          <a:custGeom xmlns:a="http://schemas.openxmlformats.org/drawingml/2006/main">
            <a:pathLst>
              <a:path w="265235" h="276286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63883-4D0D-474F-9962-B695D474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3888264"/>
            <a:ext cx="265235" cy="276286"/>
          </a:xfrm>
          <a:custGeom xmlns:a="http://schemas.openxmlformats.org/drawingml/2006/main">
            <a:pathLst>
              <a:path w="265235" h="276286" fill="none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1BEBD-EB85-41BE-AC7F-538E3BAF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4374528"/>
            <a:ext cx="265235" cy="276286"/>
          </a:xfrm>
          <a:custGeom xmlns:a="http://schemas.openxmlformats.org/drawingml/2006/main">
            <a:pathLst>
              <a:path w="265235" h="276286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53495-0E55-4DA6-8ED2-01117B06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28" y="4374528"/>
            <a:ext cx="265235" cy="276286"/>
          </a:xfrm>
          <a:custGeom xmlns:a="http://schemas.openxmlformats.org/drawingml/2006/main">
            <a:pathLst>
              <a:path w="265235" h="276286" fill="none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CD577-D84B-4EC0-81F7-98672BE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3390949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9E794-9D04-4E08-8D2E-F07753D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3390949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07880-E5F4-4D71-989E-8383CE1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3899315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0C910-5A55-43BD-BBF7-4E4D7197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3899315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99A83-A4F2-4465-B972-67043F98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4385579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55D33-CCB8-4F32-B527-0AD87AE4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4385579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50F73-5801-4CAB-B584-F5EFD906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4783432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3D493-AB57-4058-B0ED-8721B092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38" y="4783432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5008B-8B88-4308-82FD-AF9279DD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3667235"/>
            <a:ext cx="265235" cy="265235"/>
          </a:xfrm>
          <a:custGeom xmlns:a="http://schemas.openxmlformats.org/drawingml/2006/main">
            <a:pathLst>
              <a:path w="265235" h="265235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01B25-7E01-4D90-89D7-3F40F773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3667235"/>
            <a:ext cx="265235" cy="265235"/>
          </a:xfrm>
          <a:custGeom xmlns:a="http://schemas.openxmlformats.org/drawingml/2006/main">
            <a:pathLst>
              <a:path w="265235" h="265235" fill="none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1B727-A41E-4D49-87CA-6E230CC6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4109293"/>
            <a:ext cx="265235" cy="276286"/>
          </a:xfrm>
          <a:custGeom xmlns:a="http://schemas.openxmlformats.org/drawingml/2006/main">
            <a:pathLst>
              <a:path w="265235" h="276286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9D084-28A9-413D-84C8-8F50F79F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4109293"/>
            <a:ext cx="265235" cy="276286"/>
          </a:xfrm>
          <a:custGeom xmlns:a="http://schemas.openxmlformats.org/drawingml/2006/main">
            <a:pathLst>
              <a:path w="265235" h="276286" fill="none">
                <a:moveTo>
                  <a:pt x="0" y="138069"/>
                </a:moveTo>
                <a:cubicBezTo>
                  <a:pt x="0" y="61888"/>
                  <a:pt x="59383" y="0"/>
                  <a:pt x="132617" y="0"/>
                </a:cubicBezTo>
                <a:cubicBezTo>
                  <a:pt x="205852" y="0"/>
                  <a:pt x="265235" y="61888"/>
                  <a:pt x="265235" y="138069"/>
                </a:cubicBezTo>
                <a:cubicBezTo>
                  <a:pt x="265235" y="214398"/>
                  <a:pt x="205852" y="276286"/>
                  <a:pt x="132617" y="276286"/>
                </a:cubicBezTo>
                <a:cubicBezTo>
                  <a:pt x="59383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CE8E3-5B66-4E40-A58E-875610F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4562403"/>
            <a:ext cx="265235" cy="265235"/>
          </a:xfrm>
          <a:custGeom xmlns:a="http://schemas.openxmlformats.org/drawingml/2006/main">
            <a:pathLst>
              <a:path w="265235" h="265235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5FCD8-E412-4E3B-ADE6-3F58DB1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460" y="4562403"/>
            <a:ext cx="265235" cy="265235"/>
          </a:xfrm>
          <a:custGeom xmlns:a="http://schemas.openxmlformats.org/drawingml/2006/main">
            <a:pathLst>
              <a:path w="265235" h="265235" fill="none">
                <a:moveTo>
                  <a:pt x="0" y="132617"/>
                </a:moveTo>
                <a:cubicBezTo>
                  <a:pt x="0" y="59383"/>
                  <a:pt x="59383" y="0"/>
                  <a:pt x="132617" y="0"/>
                </a:cubicBezTo>
                <a:cubicBezTo>
                  <a:pt x="205852" y="0"/>
                  <a:pt x="265235" y="59383"/>
                  <a:pt x="265235" y="132617"/>
                </a:cubicBezTo>
                <a:cubicBezTo>
                  <a:pt x="265235" y="205852"/>
                  <a:pt x="205852" y="265235"/>
                  <a:pt x="132617" y="265235"/>
                </a:cubicBezTo>
                <a:cubicBezTo>
                  <a:pt x="59383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3BEF6-E776-47BE-8B18-235CC646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3390949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C92F5-ECC6-4978-BC81-DAE5CDBA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3390949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807E2-377D-4DAB-8F5D-F7161CFC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3899315"/>
            <a:ext cx="276286" cy="276286"/>
          </a:xfrm>
          <a:custGeom xmlns:a="http://schemas.openxmlformats.org/drawingml/2006/main">
            <a:pathLst>
              <a:path w="276286" h="276286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0D3FD-5DDB-4705-9B14-9E08902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3899315"/>
            <a:ext cx="276286" cy="276286"/>
          </a:xfrm>
          <a:custGeom xmlns:a="http://schemas.openxmlformats.org/drawingml/2006/main">
            <a:pathLst>
              <a:path w="276286" h="276286" fill="none">
                <a:moveTo>
                  <a:pt x="0" y="138069"/>
                </a:moveTo>
                <a:cubicBezTo>
                  <a:pt x="0" y="61888"/>
                  <a:pt x="61888" y="0"/>
                  <a:pt x="138217" y="0"/>
                </a:cubicBezTo>
                <a:cubicBezTo>
                  <a:pt x="214398" y="0"/>
                  <a:pt x="276286" y="61888"/>
                  <a:pt x="276286" y="138069"/>
                </a:cubicBezTo>
                <a:cubicBezTo>
                  <a:pt x="276286" y="214398"/>
                  <a:pt x="214398" y="276286"/>
                  <a:pt x="138217" y="276286"/>
                </a:cubicBezTo>
                <a:cubicBezTo>
                  <a:pt x="61888" y="276286"/>
                  <a:pt x="0" y="214398"/>
                  <a:pt x="0" y="1380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9818B-D66D-432F-B60B-66F33C1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4385579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C4663-E78A-4BDE-B34F-3C8065D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4385579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E81A0-431E-41DA-B319-160E4059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4783432"/>
            <a:ext cx="276286" cy="265235"/>
          </a:xfrm>
          <a:custGeom xmlns:a="http://schemas.openxmlformats.org/drawingml/2006/main">
            <a:pathLst>
              <a:path w="276286" h="265235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1C70F-207F-4CC0-B245-D5E8C256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99" y="4783432"/>
            <a:ext cx="276286" cy="265235"/>
          </a:xfrm>
          <a:custGeom xmlns:a="http://schemas.openxmlformats.org/drawingml/2006/main">
            <a:pathLst>
              <a:path w="276286" h="265235" fill="none">
                <a:moveTo>
                  <a:pt x="0" y="132617"/>
                </a:moveTo>
                <a:cubicBezTo>
                  <a:pt x="0" y="59383"/>
                  <a:pt x="61888" y="0"/>
                  <a:pt x="138217" y="0"/>
                </a:cubicBezTo>
                <a:cubicBezTo>
                  <a:pt x="214398" y="0"/>
                  <a:pt x="276286" y="59383"/>
                  <a:pt x="276286" y="132617"/>
                </a:cubicBezTo>
                <a:cubicBezTo>
                  <a:pt x="276286" y="205852"/>
                  <a:pt x="214398" y="265235"/>
                  <a:pt x="138217" y="265235"/>
                </a:cubicBezTo>
                <a:cubicBezTo>
                  <a:pt x="61888" y="265235"/>
                  <a:pt x="0" y="205852"/>
                  <a:pt x="0" y="132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3D6F3-45DE-4768-B0A4-4FB2CF5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3534617"/>
            <a:ext cx="189938" cy="497610"/>
          </a:xfrm>
          <a:custGeom xmlns:a="http://schemas.openxmlformats.org/drawingml/2006/main">
            <a:pathLst>
              <a:path w="189938" h="497610" fill="none">
                <a:moveTo>
                  <a:pt x="0" y="497610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B3B04-A3F1-450B-93A1-6B280E1F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4031933"/>
            <a:ext cx="189938" cy="7957"/>
          </a:xfrm>
          <a:custGeom xmlns:a="http://schemas.openxmlformats.org/drawingml/2006/main">
            <a:pathLst>
              <a:path w="189938" h="7957" fill="none">
                <a:moveTo>
                  <a:pt x="0" y="0"/>
                </a:moveTo>
                <a:lnTo>
                  <a:pt x="189938" y="7957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E5A47-00B4-463D-B725-F6DA7435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3534617"/>
            <a:ext cx="189938" cy="982253"/>
          </a:xfrm>
          <a:custGeom xmlns:a="http://schemas.openxmlformats.org/drawingml/2006/main">
            <a:pathLst>
              <a:path w="189938" h="982253" fill="none">
                <a:moveTo>
                  <a:pt x="0" y="982253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B322F-E44F-4AF0-8167-7802125E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4518197"/>
            <a:ext cx="189938" cy="3536"/>
          </a:xfrm>
          <a:custGeom xmlns:a="http://schemas.openxmlformats.org/drawingml/2006/main">
            <a:pathLst>
              <a:path w="189938" h="3536" fill="none">
                <a:moveTo>
                  <a:pt x="0" y="0"/>
                </a:moveTo>
                <a:lnTo>
                  <a:pt x="189938" y="3536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DFF4E-80B8-4607-9FEB-19DA691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4518197"/>
            <a:ext cx="189938" cy="402568"/>
          </a:xfrm>
          <a:custGeom xmlns:a="http://schemas.openxmlformats.org/drawingml/2006/main">
            <a:pathLst>
              <a:path w="189938" h="402568" fill="none">
                <a:moveTo>
                  <a:pt x="0" y="0"/>
                </a:moveTo>
                <a:lnTo>
                  <a:pt x="189938" y="402568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0D484-5F95-4B9A-84A6-346941F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263" y="4031933"/>
            <a:ext cx="189938" cy="488327"/>
          </a:xfrm>
          <a:custGeom xmlns:a="http://schemas.openxmlformats.org/drawingml/2006/main">
            <a:pathLst>
              <a:path w="189938" h="488327" fill="none">
                <a:moveTo>
                  <a:pt x="0" y="0"/>
                </a:moveTo>
                <a:lnTo>
                  <a:pt x="189938" y="488327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37871-B308-4822-9FDF-869DF4D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4031933"/>
            <a:ext cx="189938" cy="10"/>
          </a:xfrm>
          <a:custGeom xmlns:a="http://schemas.openxmlformats.org/drawingml/2006/main">
            <a:pathLst>
              <a:path w="189938" h="1" fill="none">
                <a:moveTo>
                  <a:pt x="0" y="0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197E1-CD71-4D04-BF06-C00C6027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3534617"/>
            <a:ext cx="189938" cy="505567"/>
          </a:xfrm>
          <a:custGeom xmlns:a="http://schemas.openxmlformats.org/drawingml/2006/main">
            <a:pathLst>
              <a:path w="189938" h="505567" fill="none">
                <a:moveTo>
                  <a:pt x="0" y="0"/>
                </a:moveTo>
                <a:lnTo>
                  <a:pt x="189938" y="505567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59719-70C9-4EBF-A4B8-D3B2A974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4031933"/>
            <a:ext cx="189938" cy="480222"/>
          </a:xfrm>
          <a:custGeom xmlns:a="http://schemas.openxmlformats.org/drawingml/2006/main">
            <a:pathLst>
              <a:path w="189938" h="480222" fill="none">
                <a:moveTo>
                  <a:pt x="0" y="0"/>
                </a:moveTo>
                <a:lnTo>
                  <a:pt x="189938" y="480222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317BB-E679-47AB-B4D2-56D0602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3534617"/>
            <a:ext cx="189938" cy="505567"/>
          </a:xfrm>
          <a:custGeom xmlns:a="http://schemas.openxmlformats.org/drawingml/2006/main">
            <a:pathLst>
              <a:path w="189938" h="505567" fill="none">
                <a:moveTo>
                  <a:pt x="189938" y="0"/>
                </a:moveTo>
                <a:lnTo>
                  <a:pt x="0" y="505567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267C2-CEDB-4F21-81F0-B6A4C1C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3534617"/>
            <a:ext cx="189938" cy="985790"/>
          </a:xfrm>
          <a:custGeom xmlns:a="http://schemas.openxmlformats.org/drawingml/2006/main">
            <a:pathLst>
              <a:path w="189938" h="985790" fill="none">
                <a:moveTo>
                  <a:pt x="0" y="0"/>
                </a:moveTo>
                <a:lnTo>
                  <a:pt x="189938" y="98579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F562D-9E90-4A95-8D8A-8FCC4596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4916049"/>
            <a:ext cx="189938" cy="10"/>
          </a:xfrm>
          <a:custGeom xmlns:a="http://schemas.openxmlformats.org/drawingml/2006/main">
            <a:pathLst>
              <a:path w="189938" h="1" fill="none">
                <a:moveTo>
                  <a:pt x="0" y="0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ADA41-6253-4114-A68B-A364173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4031933"/>
            <a:ext cx="189938" cy="480222"/>
          </a:xfrm>
          <a:custGeom xmlns:a="http://schemas.openxmlformats.org/drawingml/2006/main">
            <a:pathLst>
              <a:path w="189938" h="480222" fill="none">
                <a:moveTo>
                  <a:pt x="0" y="480222"/>
                </a:moveTo>
                <a:lnTo>
                  <a:pt x="189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86799-F484-40F3-8033-CAB985E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4518197"/>
            <a:ext cx="189938" cy="399031"/>
          </a:xfrm>
          <a:custGeom xmlns:a="http://schemas.openxmlformats.org/drawingml/2006/main">
            <a:pathLst>
              <a:path w="189938" h="399031" fill="none">
                <a:moveTo>
                  <a:pt x="189938" y="3990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9DEDA-5BFF-4262-A837-0C4D1A91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3534617"/>
            <a:ext cx="189938" cy="266119"/>
          </a:xfrm>
          <a:custGeom xmlns:a="http://schemas.openxmlformats.org/drawingml/2006/main">
            <a:pathLst>
              <a:path w="189938" h="266119" fill="none">
                <a:moveTo>
                  <a:pt x="0" y="0"/>
                </a:moveTo>
                <a:lnTo>
                  <a:pt x="189938" y="266119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AF774-830F-43C6-A359-3DC6408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4031933"/>
            <a:ext cx="189938" cy="212483"/>
          </a:xfrm>
          <a:custGeom xmlns:a="http://schemas.openxmlformats.org/drawingml/2006/main">
            <a:pathLst>
              <a:path w="189938" h="212483" fill="none">
                <a:moveTo>
                  <a:pt x="189938" y="2124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9C633-AD37-4767-84E6-FECDF72C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3799852"/>
            <a:ext cx="189938" cy="239448"/>
          </a:xfrm>
          <a:custGeom xmlns:a="http://schemas.openxmlformats.org/drawingml/2006/main">
            <a:pathLst>
              <a:path w="189938" h="239448" fill="none">
                <a:moveTo>
                  <a:pt x="189938" y="0"/>
                </a:moveTo>
                <a:lnTo>
                  <a:pt x="0" y="239448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F6D35-969F-4DFB-B1FB-306B67AB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3799852"/>
            <a:ext cx="189938" cy="719671"/>
          </a:xfrm>
          <a:custGeom xmlns:a="http://schemas.openxmlformats.org/drawingml/2006/main">
            <a:pathLst>
              <a:path w="189938" h="719671" fill="none">
                <a:moveTo>
                  <a:pt x="189938" y="0"/>
                </a:moveTo>
                <a:lnTo>
                  <a:pt x="0" y="719671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A1C8C-4ABF-432C-843F-9B834804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4518197"/>
            <a:ext cx="189938" cy="178297"/>
          </a:xfrm>
          <a:custGeom xmlns:a="http://schemas.openxmlformats.org/drawingml/2006/main">
            <a:pathLst>
              <a:path w="189938" h="178297" fill="none">
                <a:moveTo>
                  <a:pt x="189938" y="1782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EEC4C-0128-47EF-B2F2-D46E1E34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4252962"/>
            <a:ext cx="189938" cy="666918"/>
          </a:xfrm>
          <a:custGeom xmlns:a="http://schemas.openxmlformats.org/drawingml/2006/main">
            <a:pathLst>
              <a:path w="189938" h="666918" fill="none">
                <a:moveTo>
                  <a:pt x="189938" y="0"/>
                </a:moveTo>
                <a:lnTo>
                  <a:pt x="0" y="666918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13F3D-568D-4DC8-B8B9-6ADB073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4695020"/>
            <a:ext cx="189938" cy="220734"/>
          </a:xfrm>
          <a:custGeom xmlns:a="http://schemas.openxmlformats.org/drawingml/2006/main">
            <a:pathLst>
              <a:path w="189938" h="220734" fill="none">
                <a:moveTo>
                  <a:pt x="189938" y="0"/>
                </a:moveTo>
                <a:lnTo>
                  <a:pt x="0" y="220734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C3D26-D92B-4D6A-AE79-36EEC00B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585" y="4031933"/>
            <a:ext cx="189938" cy="658519"/>
          </a:xfrm>
          <a:custGeom xmlns:a="http://schemas.openxmlformats.org/drawingml/2006/main">
            <a:pathLst>
              <a:path w="189938" h="658519" fill="none">
                <a:moveTo>
                  <a:pt x="189938" y="6585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2E529-1BFC-495F-8862-EC58655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424" y="3534617"/>
            <a:ext cx="189938" cy="10"/>
          </a:xfrm>
          <a:custGeom xmlns:a="http://schemas.openxmlformats.org/drawingml/2006/main">
            <a:pathLst>
              <a:path w="189938" h="1" fill="none">
                <a:moveTo>
                  <a:pt x="1899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06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6511D-49DC-4034-9B0B-1A2C185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530" y="5004461"/>
            <a:ext cx="3282281" cy="508054"/>
          </a:xfrm>
          <a:custGeom xmlns:a="http://schemas.openxmlformats.org/drawingml/2006/main">
            <a:pathLst>
              <a:path w="3282281" h="508054" fill="none">
                <a:moveTo>
                  <a:pt x="3282281" y="508054"/>
                </a:moveTo>
                <a:lnTo>
                  <a:pt x="3282281" y="0"/>
                </a:lnTo>
                <a:lnTo>
                  <a:pt x="0" y="0"/>
                </a:lnTo>
                <a:lnTo>
                  <a:pt x="0" y="508054"/>
                </a:lnTo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24" name="Text Fine-tunedLLM𝑔">
            <a:extLst xmlns:a="http://schemas.openxmlformats.org/drawingml/2006/main">
              <a:ext uri="{FF2B5EF4-FFF2-40B4-BE49-F238E27FC236}">
                <a16:creationId xmlns:a16="http://schemas.microsoft.com/office/drawing/2014/main" id="{0AC1C8AB-ED48-4F1E-B479-DED12F2B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140" y="5195224"/>
            <a:ext cx="2262594" cy="287803"/>
          </a:xfrm>
          <a:custGeom xmlns:a="http://schemas.openxmlformats.org/drawingml/2006/main">
            <a:pathLst>
              <a:path w="2262594" h="287803">
                <a:moveTo>
                  <a:pt x="102619" y="23892"/>
                </a:moveTo>
                <a:cubicBezTo>
                  <a:pt x="102619" y="25263"/>
                  <a:pt x="102515" y="26476"/>
                  <a:pt x="102306" y="27530"/>
                </a:cubicBezTo>
                <a:cubicBezTo>
                  <a:pt x="102097" y="28584"/>
                  <a:pt x="101757" y="29454"/>
                  <a:pt x="101287" y="30139"/>
                </a:cubicBezTo>
                <a:cubicBezTo>
                  <a:pt x="100817" y="30825"/>
                  <a:pt x="100269" y="31352"/>
                  <a:pt x="99642" y="31721"/>
                </a:cubicBezTo>
                <a:cubicBezTo>
                  <a:pt x="99016" y="32090"/>
                  <a:pt x="98337" y="32274"/>
                  <a:pt x="97606" y="32274"/>
                </a:cubicBezTo>
                <a:lnTo>
                  <a:pt x="19114" y="32274"/>
                </a:lnTo>
                <a:lnTo>
                  <a:pt x="19114" y="108729"/>
                </a:lnTo>
                <a:lnTo>
                  <a:pt x="93532" y="108729"/>
                </a:lnTo>
                <a:cubicBezTo>
                  <a:pt x="94263" y="108729"/>
                  <a:pt x="94942" y="108861"/>
                  <a:pt x="95569" y="109126"/>
                </a:cubicBezTo>
                <a:cubicBezTo>
                  <a:pt x="96195" y="109390"/>
                  <a:pt x="96744" y="109839"/>
                  <a:pt x="97214" y="110472"/>
                </a:cubicBezTo>
                <a:cubicBezTo>
                  <a:pt x="97684" y="111102"/>
                  <a:pt x="98023" y="111944"/>
                  <a:pt x="98232" y="112998"/>
                </a:cubicBezTo>
                <a:cubicBezTo>
                  <a:pt x="98441" y="114053"/>
                  <a:pt x="98546" y="115371"/>
                  <a:pt x="98546" y="116954"/>
                </a:cubicBezTo>
                <a:cubicBezTo>
                  <a:pt x="98546" y="118325"/>
                  <a:pt x="98441" y="119538"/>
                  <a:pt x="98232" y="120592"/>
                </a:cubicBezTo>
                <a:cubicBezTo>
                  <a:pt x="98023" y="121646"/>
                  <a:pt x="97684" y="122516"/>
                  <a:pt x="97214" y="123202"/>
                </a:cubicBezTo>
                <a:cubicBezTo>
                  <a:pt x="96744" y="123887"/>
                  <a:pt x="96195" y="124414"/>
                  <a:pt x="95569" y="124783"/>
                </a:cubicBezTo>
                <a:cubicBezTo>
                  <a:pt x="94942" y="125152"/>
                  <a:pt x="94263" y="125336"/>
                  <a:pt x="93532" y="125336"/>
                </a:cubicBezTo>
                <a:lnTo>
                  <a:pt x="19114" y="125336"/>
                </a:lnTo>
                <a:lnTo>
                  <a:pt x="19114" y="214638"/>
                </a:lnTo>
                <a:cubicBezTo>
                  <a:pt x="19114" y="215265"/>
                  <a:pt x="18957" y="215839"/>
                  <a:pt x="18644" y="216362"/>
                </a:cubicBezTo>
                <a:cubicBezTo>
                  <a:pt x="18330" y="216884"/>
                  <a:pt x="17808" y="217302"/>
                  <a:pt x="17077" y="217615"/>
                </a:cubicBezTo>
                <a:cubicBezTo>
                  <a:pt x="16346" y="217928"/>
                  <a:pt x="15380" y="218189"/>
                  <a:pt x="14179" y="218398"/>
                </a:cubicBezTo>
                <a:cubicBezTo>
                  <a:pt x="12978" y="218607"/>
                  <a:pt x="11437" y="218712"/>
                  <a:pt x="9557" y="218712"/>
                </a:cubicBezTo>
                <a:cubicBezTo>
                  <a:pt x="7781" y="218712"/>
                  <a:pt x="6267" y="218607"/>
                  <a:pt x="5013" y="218398"/>
                </a:cubicBezTo>
                <a:cubicBezTo>
                  <a:pt x="3760" y="218189"/>
                  <a:pt x="2768" y="217928"/>
                  <a:pt x="2037" y="217615"/>
                </a:cubicBezTo>
                <a:cubicBezTo>
                  <a:pt x="1306" y="217302"/>
                  <a:pt x="783" y="216884"/>
                  <a:pt x="470" y="216362"/>
                </a:cubicBezTo>
                <a:cubicBezTo>
                  <a:pt x="157" y="215839"/>
                  <a:pt x="0" y="215265"/>
                  <a:pt x="0" y="214638"/>
                </a:cubicBezTo>
                <a:lnTo>
                  <a:pt x="0" y="24911"/>
                </a:lnTo>
                <a:cubicBezTo>
                  <a:pt x="0" y="21150"/>
                  <a:pt x="992" y="18565"/>
                  <a:pt x="2977" y="17155"/>
                </a:cubicBezTo>
                <a:cubicBezTo>
                  <a:pt x="4961" y="15745"/>
                  <a:pt x="6893" y="15040"/>
                  <a:pt x="8774" y="15040"/>
                </a:cubicBezTo>
                <a:lnTo>
                  <a:pt x="97606" y="15040"/>
                </a:lnTo>
                <a:cubicBezTo>
                  <a:pt x="98337" y="15040"/>
                  <a:pt x="99016" y="15225"/>
                  <a:pt x="99642" y="15594"/>
                </a:cubicBezTo>
                <a:cubicBezTo>
                  <a:pt x="100269" y="15962"/>
                  <a:pt x="100817" y="16516"/>
                  <a:pt x="101287" y="17253"/>
                </a:cubicBezTo>
                <a:cubicBezTo>
                  <a:pt x="101757" y="17991"/>
                  <a:pt x="102097" y="18913"/>
                  <a:pt x="102306" y="20020"/>
                </a:cubicBezTo>
                <a:cubicBezTo>
                  <a:pt x="102515" y="21126"/>
                  <a:pt x="102619" y="22417"/>
                  <a:pt x="102619" y="23892"/>
                </a:cubicBezTo>
                <a:close/>
                <a:moveTo>
                  <a:pt x="169531" y="214633"/>
                </a:moveTo>
                <a:cubicBezTo>
                  <a:pt x="169531" y="215260"/>
                  <a:pt x="169375" y="215836"/>
                  <a:pt x="169061" y="216362"/>
                </a:cubicBezTo>
                <a:cubicBezTo>
                  <a:pt x="168748" y="216884"/>
                  <a:pt x="168252" y="217302"/>
                  <a:pt x="167573" y="217615"/>
                </a:cubicBezTo>
                <a:cubicBezTo>
                  <a:pt x="166894" y="217928"/>
                  <a:pt x="165954" y="218189"/>
                  <a:pt x="164753" y="218398"/>
                </a:cubicBezTo>
                <a:cubicBezTo>
                  <a:pt x="163552" y="218607"/>
                  <a:pt x="162011" y="218712"/>
                  <a:pt x="160131" y="218712"/>
                </a:cubicBezTo>
                <a:cubicBezTo>
                  <a:pt x="158356" y="218712"/>
                  <a:pt x="156867" y="218607"/>
                  <a:pt x="155666" y="218398"/>
                </a:cubicBezTo>
                <a:cubicBezTo>
                  <a:pt x="154465" y="218189"/>
                  <a:pt x="153499" y="217928"/>
                  <a:pt x="152768" y="217615"/>
                </a:cubicBezTo>
                <a:cubicBezTo>
                  <a:pt x="152037" y="217302"/>
                  <a:pt x="151540" y="216884"/>
                  <a:pt x="151279" y="216362"/>
                </a:cubicBezTo>
                <a:cubicBezTo>
                  <a:pt x="151018" y="215836"/>
                  <a:pt x="150888" y="215260"/>
                  <a:pt x="150888" y="214633"/>
                </a:cubicBezTo>
                <a:lnTo>
                  <a:pt x="150888" y="72700"/>
                </a:lnTo>
                <a:cubicBezTo>
                  <a:pt x="150888" y="72073"/>
                  <a:pt x="151018" y="71499"/>
                  <a:pt x="151279" y="70976"/>
                </a:cubicBezTo>
                <a:cubicBezTo>
                  <a:pt x="151540" y="70451"/>
                  <a:pt x="152037" y="70005"/>
                  <a:pt x="152768" y="69640"/>
                </a:cubicBezTo>
                <a:cubicBezTo>
                  <a:pt x="153499" y="69274"/>
                  <a:pt x="154465" y="69013"/>
                  <a:pt x="155666" y="68857"/>
                </a:cubicBezTo>
                <a:cubicBezTo>
                  <a:pt x="156867" y="68700"/>
                  <a:pt x="158356" y="68622"/>
                  <a:pt x="160131" y="68622"/>
                </a:cubicBezTo>
                <a:cubicBezTo>
                  <a:pt x="162011" y="68622"/>
                  <a:pt x="163552" y="68700"/>
                  <a:pt x="164753" y="68857"/>
                </a:cubicBezTo>
                <a:cubicBezTo>
                  <a:pt x="165954" y="69013"/>
                  <a:pt x="166894" y="69274"/>
                  <a:pt x="167573" y="69640"/>
                </a:cubicBezTo>
                <a:cubicBezTo>
                  <a:pt x="168252" y="70005"/>
                  <a:pt x="168748" y="70451"/>
                  <a:pt x="169061" y="70976"/>
                </a:cubicBezTo>
                <a:cubicBezTo>
                  <a:pt x="169375" y="71499"/>
                  <a:pt x="169531" y="72073"/>
                  <a:pt x="169531" y="72700"/>
                </a:cubicBezTo>
                <a:lnTo>
                  <a:pt x="169531" y="214633"/>
                </a:lnTo>
                <a:moveTo>
                  <a:pt x="172352" y="24676"/>
                </a:moveTo>
                <a:cubicBezTo>
                  <a:pt x="172352" y="29718"/>
                  <a:pt x="171464" y="33134"/>
                  <a:pt x="169688" y="34923"/>
                </a:cubicBezTo>
                <a:cubicBezTo>
                  <a:pt x="167913" y="36708"/>
                  <a:pt x="164675" y="37601"/>
                  <a:pt x="159975" y="37601"/>
                </a:cubicBezTo>
                <a:cubicBezTo>
                  <a:pt x="155379" y="37601"/>
                  <a:pt x="152219" y="36734"/>
                  <a:pt x="150496" y="35001"/>
                </a:cubicBezTo>
                <a:cubicBezTo>
                  <a:pt x="148773" y="33268"/>
                  <a:pt x="147911" y="29878"/>
                  <a:pt x="147911" y="24832"/>
                </a:cubicBezTo>
                <a:cubicBezTo>
                  <a:pt x="147911" y="19789"/>
                  <a:pt x="148799" y="16375"/>
                  <a:pt x="150574" y="14590"/>
                </a:cubicBezTo>
                <a:cubicBezTo>
                  <a:pt x="152350" y="12801"/>
                  <a:pt x="155588" y="11907"/>
                  <a:pt x="160288" y="11907"/>
                </a:cubicBezTo>
                <a:cubicBezTo>
                  <a:pt x="164884" y="11907"/>
                  <a:pt x="168043" y="12774"/>
                  <a:pt x="169766" y="14507"/>
                </a:cubicBezTo>
                <a:cubicBezTo>
                  <a:pt x="171490" y="16240"/>
                  <a:pt x="172352" y="19629"/>
                  <a:pt x="172352" y="24676"/>
                </a:cubicBezTo>
                <a:close/>
                <a:moveTo>
                  <a:pt x="332302" y="214638"/>
                </a:moveTo>
                <a:cubicBezTo>
                  <a:pt x="332302" y="215265"/>
                  <a:pt x="332145" y="215839"/>
                  <a:pt x="331832" y="216362"/>
                </a:cubicBezTo>
                <a:cubicBezTo>
                  <a:pt x="331518" y="216884"/>
                  <a:pt x="331022" y="217302"/>
                  <a:pt x="330343" y="217615"/>
                </a:cubicBezTo>
                <a:cubicBezTo>
                  <a:pt x="329664" y="217928"/>
                  <a:pt x="328724" y="218189"/>
                  <a:pt x="327523" y="218398"/>
                </a:cubicBezTo>
                <a:cubicBezTo>
                  <a:pt x="326322" y="218607"/>
                  <a:pt x="324834" y="218712"/>
                  <a:pt x="323058" y="218712"/>
                </a:cubicBezTo>
                <a:cubicBezTo>
                  <a:pt x="321178" y="218712"/>
                  <a:pt x="319637" y="218607"/>
                  <a:pt x="318436" y="218398"/>
                </a:cubicBezTo>
                <a:cubicBezTo>
                  <a:pt x="317235" y="218189"/>
                  <a:pt x="316295" y="217928"/>
                  <a:pt x="315616" y="217615"/>
                </a:cubicBezTo>
                <a:cubicBezTo>
                  <a:pt x="314937" y="217302"/>
                  <a:pt x="314441" y="216884"/>
                  <a:pt x="314128" y="216362"/>
                </a:cubicBezTo>
                <a:cubicBezTo>
                  <a:pt x="313815" y="215839"/>
                  <a:pt x="313658" y="215265"/>
                  <a:pt x="313658" y="214638"/>
                </a:cubicBezTo>
                <a:lnTo>
                  <a:pt x="313658" y="130506"/>
                </a:lnTo>
                <a:cubicBezTo>
                  <a:pt x="313658" y="121733"/>
                  <a:pt x="312979" y="114604"/>
                  <a:pt x="311621" y="109121"/>
                </a:cubicBezTo>
                <a:cubicBezTo>
                  <a:pt x="310263" y="103637"/>
                  <a:pt x="308227" y="98937"/>
                  <a:pt x="305511" y="95020"/>
                </a:cubicBezTo>
                <a:cubicBezTo>
                  <a:pt x="302795" y="91104"/>
                  <a:pt x="299323" y="88075"/>
                  <a:pt x="295092" y="85934"/>
                </a:cubicBezTo>
                <a:cubicBezTo>
                  <a:pt x="290862" y="83792"/>
                  <a:pt x="285927" y="82722"/>
                  <a:pt x="280287" y="82722"/>
                </a:cubicBezTo>
                <a:cubicBezTo>
                  <a:pt x="273080" y="82722"/>
                  <a:pt x="265873" y="85281"/>
                  <a:pt x="258667" y="90399"/>
                </a:cubicBezTo>
                <a:cubicBezTo>
                  <a:pt x="251460" y="95517"/>
                  <a:pt x="243887" y="103037"/>
                  <a:pt x="235949" y="112959"/>
                </a:cubicBezTo>
                <a:lnTo>
                  <a:pt x="235949" y="214638"/>
                </a:lnTo>
                <a:cubicBezTo>
                  <a:pt x="235949" y="215265"/>
                  <a:pt x="235793" y="215839"/>
                  <a:pt x="235479" y="216362"/>
                </a:cubicBezTo>
                <a:cubicBezTo>
                  <a:pt x="235166" y="216884"/>
                  <a:pt x="234670" y="217302"/>
                  <a:pt x="233991" y="217615"/>
                </a:cubicBezTo>
                <a:cubicBezTo>
                  <a:pt x="233312" y="217928"/>
                  <a:pt x="232372" y="218189"/>
                  <a:pt x="231171" y="218398"/>
                </a:cubicBezTo>
                <a:cubicBezTo>
                  <a:pt x="229970" y="218607"/>
                  <a:pt x="228429" y="218712"/>
                  <a:pt x="226549" y="218712"/>
                </a:cubicBezTo>
                <a:cubicBezTo>
                  <a:pt x="224774" y="218712"/>
                  <a:pt x="223285" y="218607"/>
                  <a:pt x="222084" y="218398"/>
                </a:cubicBezTo>
                <a:cubicBezTo>
                  <a:pt x="220883" y="218189"/>
                  <a:pt x="219917" y="217928"/>
                  <a:pt x="219186" y="217615"/>
                </a:cubicBezTo>
                <a:cubicBezTo>
                  <a:pt x="218455" y="217302"/>
                  <a:pt x="217958" y="216884"/>
                  <a:pt x="217697" y="216362"/>
                </a:cubicBezTo>
                <a:cubicBezTo>
                  <a:pt x="217436" y="215836"/>
                  <a:pt x="217306" y="215260"/>
                  <a:pt x="217306" y="214633"/>
                </a:cubicBezTo>
                <a:lnTo>
                  <a:pt x="217306" y="72700"/>
                </a:lnTo>
                <a:cubicBezTo>
                  <a:pt x="217306" y="72073"/>
                  <a:pt x="217436" y="71499"/>
                  <a:pt x="217697" y="70976"/>
                </a:cubicBezTo>
                <a:cubicBezTo>
                  <a:pt x="217958" y="70451"/>
                  <a:pt x="218455" y="70005"/>
                  <a:pt x="219186" y="69640"/>
                </a:cubicBezTo>
                <a:cubicBezTo>
                  <a:pt x="219917" y="69274"/>
                  <a:pt x="220831" y="69013"/>
                  <a:pt x="221927" y="68857"/>
                </a:cubicBezTo>
                <a:cubicBezTo>
                  <a:pt x="223024" y="68700"/>
                  <a:pt x="224460" y="68622"/>
                  <a:pt x="226236" y="68622"/>
                </a:cubicBezTo>
                <a:cubicBezTo>
                  <a:pt x="228011" y="68622"/>
                  <a:pt x="229474" y="68700"/>
                  <a:pt x="230623" y="68857"/>
                </a:cubicBezTo>
                <a:cubicBezTo>
                  <a:pt x="231772" y="69013"/>
                  <a:pt x="232659" y="69274"/>
                  <a:pt x="233286" y="69640"/>
                </a:cubicBezTo>
                <a:cubicBezTo>
                  <a:pt x="233913" y="70005"/>
                  <a:pt x="234357" y="70451"/>
                  <a:pt x="234618" y="70976"/>
                </a:cubicBezTo>
                <a:cubicBezTo>
                  <a:pt x="234879" y="71499"/>
                  <a:pt x="235009" y="72073"/>
                  <a:pt x="235009" y="72700"/>
                </a:cubicBezTo>
                <a:lnTo>
                  <a:pt x="235009" y="92773"/>
                </a:lnTo>
                <a:cubicBezTo>
                  <a:pt x="243156" y="83732"/>
                  <a:pt x="251146" y="77186"/>
                  <a:pt x="258980" y="73136"/>
                </a:cubicBezTo>
                <a:cubicBezTo>
                  <a:pt x="266813" y="69082"/>
                  <a:pt x="274595" y="67055"/>
                  <a:pt x="282324" y="67055"/>
                </a:cubicBezTo>
                <a:cubicBezTo>
                  <a:pt x="291620" y="67055"/>
                  <a:pt x="299453" y="68622"/>
                  <a:pt x="305824" y="71755"/>
                </a:cubicBezTo>
                <a:cubicBezTo>
                  <a:pt x="312196" y="74888"/>
                  <a:pt x="317340" y="79118"/>
                  <a:pt x="321256" y="84445"/>
                </a:cubicBezTo>
                <a:cubicBezTo>
                  <a:pt x="325173" y="89772"/>
                  <a:pt x="327993" y="95987"/>
                  <a:pt x="329717" y="103089"/>
                </a:cubicBezTo>
                <a:cubicBezTo>
                  <a:pt x="331440" y="110191"/>
                  <a:pt x="332302" y="118756"/>
                  <a:pt x="332302" y="128783"/>
                </a:cubicBezTo>
                <a:lnTo>
                  <a:pt x="332302" y="214638"/>
                </a:lnTo>
                <a:close/>
                <a:moveTo>
                  <a:pt x="498813" y="136460"/>
                </a:moveTo>
                <a:cubicBezTo>
                  <a:pt x="498813" y="140220"/>
                  <a:pt x="497821" y="142805"/>
                  <a:pt x="495836" y="144215"/>
                </a:cubicBezTo>
                <a:cubicBezTo>
                  <a:pt x="493852" y="145625"/>
                  <a:pt x="491920" y="146330"/>
                  <a:pt x="490039" y="146330"/>
                </a:cubicBezTo>
                <a:lnTo>
                  <a:pt x="393374" y="146330"/>
                </a:lnTo>
                <a:cubicBezTo>
                  <a:pt x="393374" y="155126"/>
                  <a:pt x="394236" y="163085"/>
                  <a:pt x="395959" y="170207"/>
                </a:cubicBezTo>
                <a:cubicBezTo>
                  <a:pt x="397682" y="177329"/>
                  <a:pt x="400529" y="183430"/>
                  <a:pt x="404498" y="188508"/>
                </a:cubicBezTo>
                <a:cubicBezTo>
                  <a:pt x="408467" y="193587"/>
                  <a:pt x="413637" y="197489"/>
                  <a:pt x="420008" y="200215"/>
                </a:cubicBezTo>
                <a:cubicBezTo>
                  <a:pt x="426379" y="202937"/>
                  <a:pt x="434213" y="204298"/>
                  <a:pt x="443508" y="204298"/>
                </a:cubicBezTo>
                <a:cubicBezTo>
                  <a:pt x="450089" y="204298"/>
                  <a:pt x="455990" y="203715"/>
                  <a:pt x="461212" y="202550"/>
                </a:cubicBezTo>
                <a:cubicBezTo>
                  <a:pt x="466435" y="201385"/>
                  <a:pt x="470952" y="200087"/>
                  <a:pt x="474764" y="198658"/>
                </a:cubicBezTo>
                <a:cubicBezTo>
                  <a:pt x="478576" y="197228"/>
                  <a:pt x="481710" y="195931"/>
                  <a:pt x="484164" y="194766"/>
                </a:cubicBezTo>
                <a:cubicBezTo>
                  <a:pt x="486619" y="193600"/>
                  <a:pt x="488368" y="193018"/>
                  <a:pt x="489413" y="193018"/>
                </a:cubicBezTo>
                <a:cubicBezTo>
                  <a:pt x="490039" y="193018"/>
                  <a:pt x="490614" y="193176"/>
                  <a:pt x="491136" y="193493"/>
                </a:cubicBezTo>
                <a:cubicBezTo>
                  <a:pt x="491658" y="193809"/>
                  <a:pt x="492076" y="194310"/>
                  <a:pt x="492390" y="194996"/>
                </a:cubicBezTo>
                <a:cubicBezTo>
                  <a:pt x="492703" y="195681"/>
                  <a:pt x="492938" y="196551"/>
                  <a:pt x="493095" y="197605"/>
                </a:cubicBezTo>
                <a:cubicBezTo>
                  <a:pt x="493251" y="198659"/>
                  <a:pt x="493330" y="199976"/>
                  <a:pt x="493330" y="201556"/>
                </a:cubicBezTo>
                <a:cubicBezTo>
                  <a:pt x="493330" y="202297"/>
                  <a:pt x="493277" y="203010"/>
                  <a:pt x="493173" y="203696"/>
                </a:cubicBezTo>
                <a:cubicBezTo>
                  <a:pt x="493068" y="204381"/>
                  <a:pt x="492938" y="205014"/>
                  <a:pt x="492781" y="205595"/>
                </a:cubicBezTo>
                <a:cubicBezTo>
                  <a:pt x="492625" y="206173"/>
                  <a:pt x="492390" y="206726"/>
                  <a:pt x="492076" y="207255"/>
                </a:cubicBezTo>
                <a:cubicBezTo>
                  <a:pt x="491763" y="207781"/>
                  <a:pt x="491345" y="208308"/>
                  <a:pt x="490823" y="208836"/>
                </a:cubicBezTo>
                <a:cubicBezTo>
                  <a:pt x="490301" y="209362"/>
                  <a:pt x="488682" y="210277"/>
                  <a:pt x="485966" y="211583"/>
                </a:cubicBezTo>
                <a:cubicBezTo>
                  <a:pt x="483250" y="212889"/>
                  <a:pt x="479699" y="214194"/>
                  <a:pt x="475312" y="215500"/>
                </a:cubicBezTo>
                <a:cubicBezTo>
                  <a:pt x="470926" y="216805"/>
                  <a:pt x="465834" y="217980"/>
                  <a:pt x="460037" y="219025"/>
                </a:cubicBezTo>
                <a:cubicBezTo>
                  <a:pt x="454240" y="220069"/>
                  <a:pt x="448000" y="220592"/>
                  <a:pt x="441315" y="220592"/>
                </a:cubicBezTo>
                <a:cubicBezTo>
                  <a:pt x="430348" y="220592"/>
                  <a:pt x="420635" y="218945"/>
                  <a:pt x="412174" y="215652"/>
                </a:cubicBezTo>
                <a:cubicBezTo>
                  <a:pt x="403714" y="212358"/>
                  <a:pt x="396612" y="207497"/>
                  <a:pt x="390867" y="201067"/>
                </a:cubicBezTo>
                <a:cubicBezTo>
                  <a:pt x="385123" y="194637"/>
                  <a:pt x="380762" y="186664"/>
                  <a:pt x="377785" y="177150"/>
                </a:cubicBezTo>
                <a:cubicBezTo>
                  <a:pt x="374809" y="167635"/>
                  <a:pt x="373320" y="156605"/>
                  <a:pt x="373320" y="144058"/>
                </a:cubicBezTo>
                <a:cubicBezTo>
                  <a:pt x="373320" y="132034"/>
                  <a:pt x="374861" y="121264"/>
                  <a:pt x="377942" y="111750"/>
                </a:cubicBezTo>
                <a:cubicBezTo>
                  <a:pt x="381023" y="102235"/>
                  <a:pt x="385436" y="94159"/>
                  <a:pt x="391181" y="87520"/>
                </a:cubicBezTo>
                <a:cubicBezTo>
                  <a:pt x="396925" y="80881"/>
                  <a:pt x="403845" y="75810"/>
                  <a:pt x="411939" y="72308"/>
                </a:cubicBezTo>
                <a:cubicBezTo>
                  <a:pt x="420034" y="68806"/>
                  <a:pt x="429043" y="67055"/>
                  <a:pt x="438965" y="67055"/>
                </a:cubicBezTo>
                <a:cubicBezTo>
                  <a:pt x="449619" y="67055"/>
                  <a:pt x="458705" y="68830"/>
                  <a:pt x="466226" y="72382"/>
                </a:cubicBezTo>
                <a:cubicBezTo>
                  <a:pt x="473746" y="75933"/>
                  <a:pt x="479934" y="80711"/>
                  <a:pt x="484791" y="86717"/>
                </a:cubicBezTo>
                <a:cubicBezTo>
                  <a:pt x="489648" y="92723"/>
                  <a:pt x="493199" y="99694"/>
                  <a:pt x="495445" y="107632"/>
                </a:cubicBezTo>
                <a:cubicBezTo>
                  <a:pt x="497690" y="115570"/>
                  <a:pt x="498813" y="123926"/>
                  <a:pt x="498813" y="132700"/>
                </a:cubicBezTo>
                <a:lnTo>
                  <a:pt x="498813" y="136460"/>
                </a:lnTo>
                <a:moveTo>
                  <a:pt x="479543" y="130976"/>
                </a:moveTo>
                <a:cubicBezTo>
                  <a:pt x="479856" y="115936"/>
                  <a:pt x="476409" y="104186"/>
                  <a:pt x="469202" y="95725"/>
                </a:cubicBezTo>
                <a:cubicBezTo>
                  <a:pt x="461996" y="87265"/>
                  <a:pt x="451499" y="83035"/>
                  <a:pt x="437712" y="83035"/>
                </a:cubicBezTo>
                <a:cubicBezTo>
                  <a:pt x="430609" y="83035"/>
                  <a:pt x="424369" y="84367"/>
                  <a:pt x="418990" y="87030"/>
                </a:cubicBezTo>
                <a:cubicBezTo>
                  <a:pt x="413611" y="89694"/>
                  <a:pt x="409067" y="93219"/>
                  <a:pt x="405359" y="97606"/>
                </a:cubicBezTo>
                <a:cubicBezTo>
                  <a:pt x="401651" y="101992"/>
                  <a:pt x="398805" y="107084"/>
                  <a:pt x="396821" y="112881"/>
                </a:cubicBezTo>
                <a:cubicBezTo>
                  <a:pt x="394836" y="118678"/>
                  <a:pt x="393687" y="124709"/>
                  <a:pt x="393374" y="130976"/>
                </a:cubicBezTo>
                <a:lnTo>
                  <a:pt x="479543" y="130976"/>
                </a:lnTo>
                <a:close/>
                <a:moveTo>
                  <a:pt x="606202" y="138496"/>
                </a:moveTo>
                <a:cubicBezTo>
                  <a:pt x="606202" y="141525"/>
                  <a:pt x="605784" y="143588"/>
                  <a:pt x="604949" y="144685"/>
                </a:cubicBezTo>
                <a:cubicBezTo>
                  <a:pt x="604113" y="145782"/>
                  <a:pt x="603017" y="146330"/>
                  <a:pt x="601659" y="146330"/>
                </a:cubicBezTo>
                <a:lnTo>
                  <a:pt x="536014" y="146330"/>
                </a:lnTo>
                <a:cubicBezTo>
                  <a:pt x="534656" y="146330"/>
                  <a:pt x="533533" y="145755"/>
                  <a:pt x="532646" y="144607"/>
                </a:cubicBezTo>
                <a:cubicBezTo>
                  <a:pt x="531758" y="143458"/>
                  <a:pt x="531314" y="141421"/>
                  <a:pt x="531314" y="138496"/>
                </a:cubicBezTo>
                <a:cubicBezTo>
                  <a:pt x="531314" y="135572"/>
                  <a:pt x="531758" y="133535"/>
                  <a:pt x="532646" y="132386"/>
                </a:cubicBezTo>
                <a:cubicBezTo>
                  <a:pt x="533533" y="131237"/>
                  <a:pt x="534656" y="130663"/>
                  <a:pt x="536014" y="130663"/>
                </a:cubicBezTo>
                <a:lnTo>
                  <a:pt x="601659" y="130663"/>
                </a:lnTo>
                <a:cubicBezTo>
                  <a:pt x="602285" y="130663"/>
                  <a:pt x="602886" y="130793"/>
                  <a:pt x="603460" y="131055"/>
                </a:cubicBezTo>
                <a:cubicBezTo>
                  <a:pt x="604035" y="131316"/>
                  <a:pt x="604531" y="131760"/>
                  <a:pt x="604949" y="132386"/>
                </a:cubicBezTo>
                <a:cubicBezTo>
                  <a:pt x="605367" y="133013"/>
                  <a:pt x="605680" y="133822"/>
                  <a:pt x="605889" y="134815"/>
                </a:cubicBezTo>
                <a:cubicBezTo>
                  <a:pt x="606098" y="135807"/>
                  <a:pt x="606202" y="137034"/>
                  <a:pt x="606202" y="138496"/>
                </a:cubicBezTo>
                <a:close/>
                <a:moveTo>
                  <a:pt x="713656" y="206335"/>
                </a:moveTo>
                <a:cubicBezTo>
                  <a:pt x="713656" y="208528"/>
                  <a:pt x="713473" y="210304"/>
                  <a:pt x="713107" y="211661"/>
                </a:cubicBezTo>
                <a:cubicBezTo>
                  <a:pt x="712742" y="213019"/>
                  <a:pt x="712167" y="214090"/>
                  <a:pt x="711384" y="214873"/>
                </a:cubicBezTo>
                <a:cubicBezTo>
                  <a:pt x="710601" y="215656"/>
                  <a:pt x="709452" y="216388"/>
                  <a:pt x="707937" y="217067"/>
                </a:cubicBezTo>
                <a:cubicBezTo>
                  <a:pt x="706423" y="217745"/>
                  <a:pt x="704673" y="218320"/>
                  <a:pt x="702689" y="218790"/>
                </a:cubicBezTo>
                <a:cubicBezTo>
                  <a:pt x="700704" y="219260"/>
                  <a:pt x="698615" y="219625"/>
                  <a:pt x="696422" y="219887"/>
                </a:cubicBezTo>
                <a:cubicBezTo>
                  <a:pt x="694229" y="220148"/>
                  <a:pt x="692087" y="220278"/>
                  <a:pt x="689998" y="220278"/>
                </a:cubicBezTo>
                <a:cubicBezTo>
                  <a:pt x="683001" y="220278"/>
                  <a:pt x="677047" y="219338"/>
                  <a:pt x="672138" y="217458"/>
                </a:cubicBezTo>
                <a:cubicBezTo>
                  <a:pt x="667229" y="215578"/>
                  <a:pt x="663208" y="212732"/>
                  <a:pt x="660074" y="208920"/>
                </a:cubicBezTo>
                <a:cubicBezTo>
                  <a:pt x="656941" y="205107"/>
                  <a:pt x="654669" y="200277"/>
                  <a:pt x="653259" y="194428"/>
                </a:cubicBezTo>
                <a:cubicBezTo>
                  <a:pt x="651849" y="188579"/>
                  <a:pt x="651144" y="181685"/>
                  <a:pt x="651144" y="173747"/>
                </a:cubicBezTo>
                <a:lnTo>
                  <a:pt x="651144" y="85542"/>
                </a:lnTo>
                <a:lnTo>
                  <a:pt x="629994" y="85542"/>
                </a:lnTo>
                <a:cubicBezTo>
                  <a:pt x="628532" y="85542"/>
                  <a:pt x="627383" y="84883"/>
                  <a:pt x="626547" y="83564"/>
                </a:cubicBezTo>
                <a:cubicBezTo>
                  <a:pt x="625711" y="82245"/>
                  <a:pt x="625294" y="80267"/>
                  <a:pt x="625294" y="77630"/>
                </a:cubicBezTo>
                <a:cubicBezTo>
                  <a:pt x="625294" y="76259"/>
                  <a:pt x="625398" y="75073"/>
                  <a:pt x="625607" y="74071"/>
                </a:cubicBezTo>
                <a:cubicBezTo>
                  <a:pt x="625816" y="73069"/>
                  <a:pt x="626129" y="72225"/>
                  <a:pt x="626547" y="71540"/>
                </a:cubicBezTo>
                <a:cubicBezTo>
                  <a:pt x="626965" y="70854"/>
                  <a:pt x="627461" y="70353"/>
                  <a:pt x="628035" y="70036"/>
                </a:cubicBezTo>
                <a:cubicBezTo>
                  <a:pt x="628610" y="69720"/>
                  <a:pt x="629263" y="69562"/>
                  <a:pt x="629994" y="69562"/>
                </a:cubicBezTo>
                <a:lnTo>
                  <a:pt x="651144" y="69562"/>
                </a:lnTo>
                <a:lnTo>
                  <a:pt x="651144" y="34781"/>
                </a:lnTo>
                <a:cubicBezTo>
                  <a:pt x="651144" y="34154"/>
                  <a:pt x="651275" y="33580"/>
                  <a:pt x="651536" y="33057"/>
                </a:cubicBezTo>
                <a:cubicBezTo>
                  <a:pt x="651797" y="32535"/>
                  <a:pt x="652293" y="32091"/>
                  <a:pt x="653024" y="31726"/>
                </a:cubicBezTo>
                <a:cubicBezTo>
                  <a:pt x="653755" y="31360"/>
                  <a:pt x="654722" y="31099"/>
                  <a:pt x="655923" y="30942"/>
                </a:cubicBezTo>
                <a:cubicBezTo>
                  <a:pt x="657124" y="30786"/>
                  <a:pt x="658612" y="30707"/>
                  <a:pt x="660388" y="30707"/>
                </a:cubicBezTo>
                <a:cubicBezTo>
                  <a:pt x="662268" y="30707"/>
                  <a:pt x="663808" y="30786"/>
                  <a:pt x="665010" y="30942"/>
                </a:cubicBezTo>
                <a:cubicBezTo>
                  <a:pt x="666211" y="31099"/>
                  <a:pt x="667151" y="31360"/>
                  <a:pt x="667830" y="31726"/>
                </a:cubicBezTo>
                <a:cubicBezTo>
                  <a:pt x="668509" y="32091"/>
                  <a:pt x="669005" y="32535"/>
                  <a:pt x="669318" y="33057"/>
                </a:cubicBezTo>
                <a:cubicBezTo>
                  <a:pt x="669631" y="33580"/>
                  <a:pt x="669788" y="34154"/>
                  <a:pt x="669788" y="34781"/>
                </a:cubicBezTo>
                <a:lnTo>
                  <a:pt x="669788" y="69562"/>
                </a:lnTo>
                <a:lnTo>
                  <a:pt x="708956" y="69562"/>
                </a:lnTo>
                <a:cubicBezTo>
                  <a:pt x="709687" y="69562"/>
                  <a:pt x="710339" y="69720"/>
                  <a:pt x="710914" y="70036"/>
                </a:cubicBezTo>
                <a:cubicBezTo>
                  <a:pt x="711488" y="70353"/>
                  <a:pt x="711985" y="70854"/>
                  <a:pt x="712402" y="71540"/>
                </a:cubicBezTo>
                <a:cubicBezTo>
                  <a:pt x="712820" y="72225"/>
                  <a:pt x="713133" y="73069"/>
                  <a:pt x="713342" y="74071"/>
                </a:cubicBezTo>
                <a:cubicBezTo>
                  <a:pt x="713551" y="75073"/>
                  <a:pt x="713656" y="76259"/>
                  <a:pt x="713656" y="77630"/>
                </a:cubicBezTo>
                <a:cubicBezTo>
                  <a:pt x="713656" y="80267"/>
                  <a:pt x="713212" y="82245"/>
                  <a:pt x="712324" y="83564"/>
                </a:cubicBezTo>
                <a:cubicBezTo>
                  <a:pt x="711436" y="84883"/>
                  <a:pt x="710313" y="85542"/>
                  <a:pt x="708956" y="85542"/>
                </a:cubicBezTo>
                <a:lnTo>
                  <a:pt x="669788" y="85542"/>
                </a:lnTo>
                <a:lnTo>
                  <a:pt x="669788" y="171241"/>
                </a:lnTo>
                <a:cubicBezTo>
                  <a:pt x="669788" y="181999"/>
                  <a:pt x="671329" y="190198"/>
                  <a:pt x="674410" y="195838"/>
                </a:cubicBezTo>
                <a:cubicBezTo>
                  <a:pt x="677491" y="201478"/>
                  <a:pt x="683105" y="204298"/>
                  <a:pt x="691252" y="204298"/>
                </a:cubicBezTo>
                <a:cubicBezTo>
                  <a:pt x="693759" y="204298"/>
                  <a:pt x="696030" y="204037"/>
                  <a:pt x="698067" y="203515"/>
                </a:cubicBezTo>
                <a:cubicBezTo>
                  <a:pt x="700104" y="202992"/>
                  <a:pt x="701905" y="202418"/>
                  <a:pt x="703472" y="201791"/>
                </a:cubicBezTo>
                <a:cubicBezTo>
                  <a:pt x="705039" y="201165"/>
                  <a:pt x="706371" y="200590"/>
                  <a:pt x="707467" y="200068"/>
                </a:cubicBezTo>
                <a:cubicBezTo>
                  <a:pt x="708564" y="199546"/>
                  <a:pt x="709530" y="199284"/>
                  <a:pt x="710366" y="199284"/>
                </a:cubicBezTo>
                <a:cubicBezTo>
                  <a:pt x="710888" y="199284"/>
                  <a:pt x="711358" y="199389"/>
                  <a:pt x="711776" y="199598"/>
                </a:cubicBezTo>
                <a:cubicBezTo>
                  <a:pt x="712193" y="199807"/>
                  <a:pt x="712533" y="200198"/>
                  <a:pt x="712794" y="200773"/>
                </a:cubicBezTo>
                <a:cubicBezTo>
                  <a:pt x="713055" y="201347"/>
                  <a:pt x="713264" y="202078"/>
                  <a:pt x="713421" y="202966"/>
                </a:cubicBezTo>
                <a:cubicBezTo>
                  <a:pt x="713577" y="203854"/>
                  <a:pt x="713656" y="204977"/>
                  <a:pt x="713656" y="206335"/>
                </a:cubicBezTo>
                <a:close/>
                <a:moveTo>
                  <a:pt x="870413" y="214633"/>
                </a:moveTo>
                <a:cubicBezTo>
                  <a:pt x="870413" y="215260"/>
                  <a:pt x="870283" y="215836"/>
                  <a:pt x="870022" y="216362"/>
                </a:cubicBezTo>
                <a:cubicBezTo>
                  <a:pt x="869761" y="216884"/>
                  <a:pt x="869264" y="217302"/>
                  <a:pt x="868533" y="217615"/>
                </a:cubicBezTo>
                <a:cubicBezTo>
                  <a:pt x="867802" y="217928"/>
                  <a:pt x="866862" y="218189"/>
                  <a:pt x="865713" y="218398"/>
                </a:cubicBezTo>
                <a:cubicBezTo>
                  <a:pt x="864564" y="218607"/>
                  <a:pt x="863154" y="218712"/>
                  <a:pt x="861483" y="218712"/>
                </a:cubicBezTo>
                <a:cubicBezTo>
                  <a:pt x="859603" y="218712"/>
                  <a:pt x="858089" y="218607"/>
                  <a:pt x="856940" y="218398"/>
                </a:cubicBezTo>
                <a:cubicBezTo>
                  <a:pt x="855791" y="218189"/>
                  <a:pt x="854903" y="217928"/>
                  <a:pt x="854276" y="217615"/>
                </a:cubicBezTo>
                <a:cubicBezTo>
                  <a:pt x="853650" y="217302"/>
                  <a:pt x="853206" y="216884"/>
                  <a:pt x="852945" y="216362"/>
                </a:cubicBezTo>
                <a:cubicBezTo>
                  <a:pt x="852684" y="215836"/>
                  <a:pt x="852553" y="215260"/>
                  <a:pt x="852553" y="214633"/>
                </a:cubicBezTo>
                <a:lnTo>
                  <a:pt x="852553" y="194560"/>
                </a:lnTo>
                <a:cubicBezTo>
                  <a:pt x="844406" y="203712"/>
                  <a:pt x="836442" y="210339"/>
                  <a:pt x="828661" y="214442"/>
                </a:cubicBezTo>
                <a:cubicBezTo>
                  <a:pt x="820880" y="218542"/>
                  <a:pt x="813124" y="220592"/>
                  <a:pt x="805395" y="220592"/>
                </a:cubicBezTo>
                <a:cubicBezTo>
                  <a:pt x="796100" y="220592"/>
                  <a:pt x="788266" y="219022"/>
                  <a:pt x="781895" y="215882"/>
                </a:cubicBezTo>
                <a:cubicBezTo>
                  <a:pt x="775524" y="212742"/>
                  <a:pt x="770379" y="208477"/>
                  <a:pt x="766463" y="203089"/>
                </a:cubicBezTo>
                <a:cubicBezTo>
                  <a:pt x="762546" y="197697"/>
                  <a:pt x="759726" y="191443"/>
                  <a:pt x="758003" y="184327"/>
                </a:cubicBezTo>
                <a:cubicBezTo>
                  <a:pt x="756279" y="177209"/>
                  <a:pt x="755418" y="168626"/>
                  <a:pt x="755418" y="158580"/>
                </a:cubicBezTo>
                <a:lnTo>
                  <a:pt x="755418" y="72705"/>
                </a:lnTo>
                <a:cubicBezTo>
                  <a:pt x="755418" y="72075"/>
                  <a:pt x="755548" y="71499"/>
                  <a:pt x="755809" y="70976"/>
                </a:cubicBezTo>
                <a:cubicBezTo>
                  <a:pt x="756070" y="70454"/>
                  <a:pt x="756566" y="70010"/>
                  <a:pt x="757298" y="69645"/>
                </a:cubicBezTo>
                <a:cubicBezTo>
                  <a:pt x="758029" y="69276"/>
                  <a:pt x="758995" y="69013"/>
                  <a:pt x="760196" y="68857"/>
                </a:cubicBezTo>
                <a:cubicBezTo>
                  <a:pt x="761397" y="68700"/>
                  <a:pt x="762885" y="68622"/>
                  <a:pt x="764661" y="68622"/>
                </a:cubicBezTo>
                <a:cubicBezTo>
                  <a:pt x="766541" y="68622"/>
                  <a:pt x="768082" y="68700"/>
                  <a:pt x="769283" y="68857"/>
                </a:cubicBezTo>
                <a:cubicBezTo>
                  <a:pt x="770484" y="69013"/>
                  <a:pt x="771424" y="69276"/>
                  <a:pt x="772103" y="69645"/>
                </a:cubicBezTo>
                <a:cubicBezTo>
                  <a:pt x="772782" y="70010"/>
                  <a:pt x="773278" y="70454"/>
                  <a:pt x="773591" y="70976"/>
                </a:cubicBezTo>
                <a:cubicBezTo>
                  <a:pt x="773905" y="71499"/>
                  <a:pt x="774061" y="72075"/>
                  <a:pt x="774061" y="72705"/>
                </a:cubicBezTo>
                <a:lnTo>
                  <a:pt x="774061" y="156871"/>
                </a:lnTo>
                <a:cubicBezTo>
                  <a:pt x="774061" y="165667"/>
                  <a:pt x="774740" y="172840"/>
                  <a:pt x="776098" y="178389"/>
                </a:cubicBezTo>
                <a:cubicBezTo>
                  <a:pt x="777456" y="183934"/>
                  <a:pt x="779492" y="188670"/>
                  <a:pt x="782208" y="192597"/>
                </a:cubicBezTo>
                <a:cubicBezTo>
                  <a:pt x="784924" y="196523"/>
                  <a:pt x="788397" y="199560"/>
                  <a:pt x="792627" y="201708"/>
                </a:cubicBezTo>
                <a:cubicBezTo>
                  <a:pt x="796857" y="203852"/>
                  <a:pt x="801792" y="204925"/>
                  <a:pt x="807432" y="204925"/>
                </a:cubicBezTo>
                <a:cubicBezTo>
                  <a:pt x="814639" y="204925"/>
                  <a:pt x="821820" y="202349"/>
                  <a:pt x="828974" y="197199"/>
                </a:cubicBezTo>
                <a:cubicBezTo>
                  <a:pt x="836129" y="192045"/>
                  <a:pt x="843727" y="184474"/>
                  <a:pt x="851770" y="174487"/>
                </a:cubicBezTo>
                <a:lnTo>
                  <a:pt x="851770" y="72700"/>
                </a:lnTo>
                <a:cubicBezTo>
                  <a:pt x="851770" y="72073"/>
                  <a:pt x="851900" y="71499"/>
                  <a:pt x="852161" y="70976"/>
                </a:cubicBezTo>
                <a:cubicBezTo>
                  <a:pt x="852422" y="70451"/>
                  <a:pt x="852919" y="70005"/>
                  <a:pt x="853650" y="69640"/>
                </a:cubicBezTo>
                <a:cubicBezTo>
                  <a:pt x="854381" y="69274"/>
                  <a:pt x="855347" y="69013"/>
                  <a:pt x="856548" y="68857"/>
                </a:cubicBezTo>
                <a:cubicBezTo>
                  <a:pt x="857749" y="68700"/>
                  <a:pt x="859290" y="68622"/>
                  <a:pt x="861170" y="68622"/>
                </a:cubicBezTo>
                <a:cubicBezTo>
                  <a:pt x="862945" y="68622"/>
                  <a:pt x="864434" y="68700"/>
                  <a:pt x="865635" y="68857"/>
                </a:cubicBezTo>
                <a:cubicBezTo>
                  <a:pt x="866836" y="69013"/>
                  <a:pt x="867776" y="69274"/>
                  <a:pt x="868455" y="69640"/>
                </a:cubicBezTo>
                <a:cubicBezTo>
                  <a:pt x="869134" y="70005"/>
                  <a:pt x="869630" y="70451"/>
                  <a:pt x="869943" y="70976"/>
                </a:cubicBezTo>
                <a:cubicBezTo>
                  <a:pt x="870257" y="71499"/>
                  <a:pt x="870413" y="72073"/>
                  <a:pt x="870413" y="72700"/>
                </a:cubicBezTo>
                <a:lnTo>
                  <a:pt x="870413" y="214633"/>
                </a:lnTo>
                <a:close/>
                <a:moveTo>
                  <a:pt x="1037888" y="214638"/>
                </a:moveTo>
                <a:cubicBezTo>
                  <a:pt x="1037888" y="215265"/>
                  <a:pt x="1037731" y="215839"/>
                  <a:pt x="1037417" y="216362"/>
                </a:cubicBezTo>
                <a:cubicBezTo>
                  <a:pt x="1037104" y="216884"/>
                  <a:pt x="1036608" y="217302"/>
                  <a:pt x="1035929" y="217615"/>
                </a:cubicBezTo>
                <a:cubicBezTo>
                  <a:pt x="1035250" y="217928"/>
                  <a:pt x="1034310" y="218189"/>
                  <a:pt x="1033109" y="218398"/>
                </a:cubicBezTo>
                <a:cubicBezTo>
                  <a:pt x="1031908" y="218607"/>
                  <a:pt x="1030420" y="218712"/>
                  <a:pt x="1028644" y="218712"/>
                </a:cubicBezTo>
                <a:cubicBezTo>
                  <a:pt x="1026764" y="218712"/>
                  <a:pt x="1025223" y="218607"/>
                  <a:pt x="1024022" y="218398"/>
                </a:cubicBezTo>
                <a:cubicBezTo>
                  <a:pt x="1022821" y="218189"/>
                  <a:pt x="1021881" y="217928"/>
                  <a:pt x="1021202" y="217615"/>
                </a:cubicBezTo>
                <a:cubicBezTo>
                  <a:pt x="1020523" y="217302"/>
                  <a:pt x="1020027" y="216884"/>
                  <a:pt x="1019714" y="216362"/>
                </a:cubicBezTo>
                <a:cubicBezTo>
                  <a:pt x="1019400" y="215839"/>
                  <a:pt x="1019244" y="215265"/>
                  <a:pt x="1019244" y="214638"/>
                </a:cubicBezTo>
                <a:lnTo>
                  <a:pt x="1019244" y="130506"/>
                </a:lnTo>
                <a:cubicBezTo>
                  <a:pt x="1019244" y="121733"/>
                  <a:pt x="1018565" y="114604"/>
                  <a:pt x="1017207" y="109121"/>
                </a:cubicBezTo>
                <a:cubicBezTo>
                  <a:pt x="1015849" y="103637"/>
                  <a:pt x="1013813" y="98937"/>
                  <a:pt x="1011097" y="95020"/>
                </a:cubicBezTo>
                <a:cubicBezTo>
                  <a:pt x="1008381" y="91104"/>
                  <a:pt x="1004908" y="88075"/>
                  <a:pt x="1000678" y="85934"/>
                </a:cubicBezTo>
                <a:cubicBezTo>
                  <a:pt x="996448" y="83792"/>
                  <a:pt x="991513" y="82722"/>
                  <a:pt x="985873" y="82722"/>
                </a:cubicBezTo>
                <a:cubicBezTo>
                  <a:pt x="978666" y="82722"/>
                  <a:pt x="971459" y="85281"/>
                  <a:pt x="964253" y="90399"/>
                </a:cubicBezTo>
                <a:cubicBezTo>
                  <a:pt x="957046" y="95517"/>
                  <a:pt x="949473" y="103037"/>
                  <a:pt x="941535" y="112959"/>
                </a:cubicBezTo>
                <a:lnTo>
                  <a:pt x="941535" y="214638"/>
                </a:lnTo>
                <a:cubicBezTo>
                  <a:pt x="941535" y="215265"/>
                  <a:pt x="941379" y="215839"/>
                  <a:pt x="941065" y="216362"/>
                </a:cubicBezTo>
                <a:cubicBezTo>
                  <a:pt x="940752" y="216884"/>
                  <a:pt x="940256" y="217302"/>
                  <a:pt x="939577" y="217615"/>
                </a:cubicBezTo>
                <a:cubicBezTo>
                  <a:pt x="938898" y="217928"/>
                  <a:pt x="937958" y="218189"/>
                  <a:pt x="936757" y="218398"/>
                </a:cubicBezTo>
                <a:cubicBezTo>
                  <a:pt x="935556" y="218607"/>
                  <a:pt x="934015" y="218712"/>
                  <a:pt x="932135" y="218712"/>
                </a:cubicBezTo>
                <a:cubicBezTo>
                  <a:pt x="930360" y="218712"/>
                  <a:pt x="928871" y="218607"/>
                  <a:pt x="927670" y="218398"/>
                </a:cubicBezTo>
                <a:cubicBezTo>
                  <a:pt x="926469" y="218189"/>
                  <a:pt x="925503" y="217928"/>
                  <a:pt x="924772" y="217615"/>
                </a:cubicBezTo>
                <a:cubicBezTo>
                  <a:pt x="924041" y="217302"/>
                  <a:pt x="923544" y="216884"/>
                  <a:pt x="923283" y="216362"/>
                </a:cubicBezTo>
                <a:cubicBezTo>
                  <a:pt x="923022" y="215836"/>
                  <a:pt x="922892" y="215260"/>
                  <a:pt x="922892" y="214633"/>
                </a:cubicBezTo>
                <a:lnTo>
                  <a:pt x="922892" y="72700"/>
                </a:lnTo>
                <a:cubicBezTo>
                  <a:pt x="922892" y="72073"/>
                  <a:pt x="923022" y="71499"/>
                  <a:pt x="923283" y="70976"/>
                </a:cubicBezTo>
                <a:cubicBezTo>
                  <a:pt x="923544" y="70451"/>
                  <a:pt x="924041" y="70005"/>
                  <a:pt x="924772" y="69640"/>
                </a:cubicBezTo>
                <a:cubicBezTo>
                  <a:pt x="925503" y="69274"/>
                  <a:pt x="926417" y="69013"/>
                  <a:pt x="927513" y="68857"/>
                </a:cubicBezTo>
                <a:cubicBezTo>
                  <a:pt x="928610" y="68700"/>
                  <a:pt x="930046" y="68622"/>
                  <a:pt x="931822" y="68622"/>
                </a:cubicBezTo>
                <a:cubicBezTo>
                  <a:pt x="933597" y="68622"/>
                  <a:pt x="935060" y="68700"/>
                  <a:pt x="936209" y="68857"/>
                </a:cubicBezTo>
                <a:cubicBezTo>
                  <a:pt x="937357" y="69013"/>
                  <a:pt x="938245" y="69274"/>
                  <a:pt x="938872" y="69640"/>
                </a:cubicBezTo>
                <a:cubicBezTo>
                  <a:pt x="939499" y="70005"/>
                  <a:pt x="939943" y="70451"/>
                  <a:pt x="940204" y="70976"/>
                </a:cubicBezTo>
                <a:cubicBezTo>
                  <a:pt x="940465" y="71499"/>
                  <a:pt x="940595" y="72073"/>
                  <a:pt x="940595" y="72700"/>
                </a:cubicBezTo>
                <a:lnTo>
                  <a:pt x="940595" y="92773"/>
                </a:lnTo>
                <a:cubicBezTo>
                  <a:pt x="948742" y="83732"/>
                  <a:pt x="956732" y="77186"/>
                  <a:pt x="964566" y="73136"/>
                </a:cubicBezTo>
                <a:cubicBezTo>
                  <a:pt x="972399" y="69082"/>
                  <a:pt x="980181" y="67055"/>
                  <a:pt x="987910" y="67055"/>
                </a:cubicBezTo>
                <a:cubicBezTo>
                  <a:pt x="997205" y="67055"/>
                  <a:pt x="1005039" y="68622"/>
                  <a:pt x="1011410" y="71755"/>
                </a:cubicBezTo>
                <a:cubicBezTo>
                  <a:pt x="1017782" y="74888"/>
                  <a:pt x="1022926" y="79118"/>
                  <a:pt x="1026842" y="84445"/>
                </a:cubicBezTo>
                <a:cubicBezTo>
                  <a:pt x="1030759" y="89772"/>
                  <a:pt x="1033579" y="95987"/>
                  <a:pt x="1035302" y="103089"/>
                </a:cubicBezTo>
                <a:cubicBezTo>
                  <a:pt x="1037026" y="110191"/>
                  <a:pt x="1037888" y="118756"/>
                  <a:pt x="1037888" y="128783"/>
                </a:cubicBezTo>
                <a:lnTo>
                  <a:pt x="1037888" y="214638"/>
                </a:lnTo>
                <a:close/>
                <a:moveTo>
                  <a:pt x="1204078" y="136460"/>
                </a:moveTo>
                <a:cubicBezTo>
                  <a:pt x="1204078" y="140220"/>
                  <a:pt x="1203086" y="142805"/>
                  <a:pt x="1201102" y="144215"/>
                </a:cubicBezTo>
                <a:cubicBezTo>
                  <a:pt x="1199117" y="145625"/>
                  <a:pt x="1197185" y="146330"/>
                  <a:pt x="1195305" y="146330"/>
                </a:cubicBezTo>
                <a:lnTo>
                  <a:pt x="1098639" y="146330"/>
                </a:lnTo>
                <a:cubicBezTo>
                  <a:pt x="1098639" y="155126"/>
                  <a:pt x="1099501" y="163085"/>
                  <a:pt x="1101224" y="170207"/>
                </a:cubicBezTo>
                <a:cubicBezTo>
                  <a:pt x="1102948" y="177329"/>
                  <a:pt x="1105794" y="183430"/>
                  <a:pt x="1109763" y="188508"/>
                </a:cubicBezTo>
                <a:cubicBezTo>
                  <a:pt x="1113732" y="193587"/>
                  <a:pt x="1118902" y="197489"/>
                  <a:pt x="1125273" y="200215"/>
                </a:cubicBezTo>
                <a:cubicBezTo>
                  <a:pt x="1131644" y="202937"/>
                  <a:pt x="1139478" y="204298"/>
                  <a:pt x="1148774" y="204298"/>
                </a:cubicBezTo>
                <a:cubicBezTo>
                  <a:pt x="1155354" y="204298"/>
                  <a:pt x="1161255" y="203715"/>
                  <a:pt x="1166477" y="202550"/>
                </a:cubicBezTo>
                <a:cubicBezTo>
                  <a:pt x="1171700" y="201385"/>
                  <a:pt x="1176217" y="200087"/>
                  <a:pt x="1180029" y="198658"/>
                </a:cubicBezTo>
                <a:cubicBezTo>
                  <a:pt x="1183842" y="197228"/>
                  <a:pt x="1186975" y="195931"/>
                  <a:pt x="1189430" y="194766"/>
                </a:cubicBezTo>
                <a:cubicBezTo>
                  <a:pt x="1191884" y="193600"/>
                  <a:pt x="1193634" y="193018"/>
                  <a:pt x="1194678" y="193018"/>
                </a:cubicBezTo>
                <a:cubicBezTo>
                  <a:pt x="1195305" y="193018"/>
                  <a:pt x="1195879" y="193176"/>
                  <a:pt x="1196401" y="193493"/>
                </a:cubicBezTo>
                <a:cubicBezTo>
                  <a:pt x="1196924" y="193809"/>
                  <a:pt x="1197341" y="194310"/>
                  <a:pt x="1197655" y="194996"/>
                </a:cubicBezTo>
                <a:cubicBezTo>
                  <a:pt x="1197968" y="195681"/>
                  <a:pt x="1198203" y="196551"/>
                  <a:pt x="1198360" y="197605"/>
                </a:cubicBezTo>
                <a:cubicBezTo>
                  <a:pt x="1198517" y="198659"/>
                  <a:pt x="1198595" y="199976"/>
                  <a:pt x="1198595" y="201556"/>
                </a:cubicBezTo>
                <a:cubicBezTo>
                  <a:pt x="1198595" y="202297"/>
                  <a:pt x="1198543" y="203010"/>
                  <a:pt x="1198438" y="203696"/>
                </a:cubicBezTo>
                <a:cubicBezTo>
                  <a:pt x="1198334" y="204381"/>
                  <a:pt x="1198203" y="205014"/>
                  <a:pt x="1198047" y="205595"/>
                </a:cubicBezTo>
                <a:cubicBezTo>
                  <a:pt x="1197890" y="206173"/>
                  <a:pt x="1197655" y="206726"/>
                  <a:pt x="1197341" y="207255"/>
                </a:cubicBezTo>
                <a:cubicBezTo>
                  <a:pt x="1197028" y="207781"/>
                  <a:pt x="1196610" y="208308"/>
                  <a:pt x="1196088" y="208836"/>
                </a:cubicBezTo>
                <a:cubicBezTo>
                  <a:pt x="1195566" y="209362"/>
                  <a:pt x="1193947" y="210277"/>
                  <a:pt x="1191231" y="211583"/>
                </a:cubicBezTo>
                <a:cubicBezTo>
                  <a:pt x="1188516" y="212889"/>
                  <a:pt x="1184965" y="214194"/>
                  <a:pt x="1180578" y="215500"/>
                </a:cubicBezTo>
                <a:cubicBezTo>
                  <a:pt x="1176191" y="216805"/>
                  <a:pt x="1171099" y="217980"/>
                  <a:pt x="1165302" y="219025"/>
                </a:cubicBezTo>
                <a:cubicBezTo>
                  <a:pt x="1159506" y="220069"/>
                  <a:pt x="1153265" y="220592"/>
                  <a:pt x="1146580" y="220592"/>
                </a:cubicBezTo>
                <a:cubicBezTo>
                  <a:pt x="1135613" y="220592"/>
                  <a:pt x="1125900" y="218945"/>
                  <a:pt x="1117440" y="215652"/>
                </a:cubicBezTo>
                <a:cubicBezTo>
                  <a:pt x="1108980" y="212358"/>
                  <a:pt x="1101877" y="207497"/>
                  <a:pt x="1096133" y="201067"/>
                </a:cubicBezTo>
                <a:cubicBezTo>
                  <a:pt x="1090388" y="194637"/>
                  <a:pt x="1086027" y="186664"/>
                  <a:pt x="1083051" y="177150"/>
                </a:cubicBezTo>
                <a:cubicBezTo>
                  <a:pt x="1080074" y="167635"/>
                  <a:pt x="1078586" y="156605"/>
                  <a:pt x="1078586" y="144058"/>
                </a:cubicBezTo>
                <a:cubicBezTo>
                  <a:pt x="1078586" y="132034"/>
                  <a:pt x="1080126" y="121264"/>
                  <a:pt x="1083207" y="111750"/>
                </a:cubicBezTo>
                <a:cubicBezTo>
                  <a:pt x="1086288" y="102235"/>
                  <a:pt x="1090701" y="94159"/>
                  <a:pt x="1096446" y="87520"/>
                </a:cubicBezTo>
                <a:cubicBezTo>
                  <a:pt x="1102190" y="80881"/>
                  <a:pt x="1109110" y="75810"/>
                  <a:pt x="1117205" y="72308"/>
                </a:cubicBezTo>
                <a:cubicBezTo>
                  <a:pt x="1125299" y="68806"/>
                  <a:pt x="1134308" y="67055"/>
                  <a:pt x="1144230" y="67055"/>
                </a:cubicBezTo>
                <a:cubicBezTo>
                  <a:pt x="1154884" y="67055"/>
                  <a:pt x="1163971" y="68830"/>
                  <a:pt x="1171491" y="72382"/>
                </a:cubicBezTo>
                <a:cubicBezTo>
                  <a:pt x="1179011" y="75933"/>
                  <a:pt x="1185200" y="80711"/>
                  <a:pt x="1190056" y="86717"/>
                </a:cubicBezTo>
                <a:cubicBezTo>
                  <a:pt x="1194913" y="92723"/>
                  <a:pt x="1198464" y="99694"/>
                  <a:pt x="1200710" y="107632"/>
                </a:cubicBezTo>
                <a:cubicBezTo>
                  <a:pt x="1202956" y="115570"/>
                  <a:pt x="1204078" y="123926"/>
                  <a:pt x="1204078" y="132700"/>
                </a:cubicBezTo>
                <a:lnTo>
                  <a:pt x="1204078" y="136460"/>
                </a:lnTo>
                <a:moveTo>
                  <a:pt x="1184808" y="130976"/>
                </a:moveTo>
                <a:cubicBezTo>
                  <a:pt x="1185121" y="115936"/>
                  <a:pt x="1181674" y="104186"/>
                  <a:pt x="1174468" y="95725"/>
                </a:cubicBezTo>
                <a:cubicBezTo>
                  <a:pt x="1167261" y="87265"/>
                  <a:pt x="1156764" y="83035"/>
                  <a:pt x="1142977" y="83035"/>
                </a:cubicBezTo>
                <a:cubicBezTo>
                  <a:pt x="1135875" y="83035"/>
                  <a:pt x="1129634" y="84367"/>
                  <a:pt x="1124255" y="87030"/>
                </a:cubicBezTo>
                <a:cubicBezTo>
                  <a:pt x="1118876" y="89694"/>
                  <a:pt x="1114332" y="93219"/>
                  <a:pt x="1110625" y="97606"/>
                </a:cubicBezTo>
                <a:cubicBezTo>
                  <a:pt x="1106917" y="101992"/>
                  <a:pt x="1104071" y="107084"/>
                  <a:pt x="1102086" y="112881"/>
                </a:cubicBezTo>
                <a:cubicBezTo>
                  <a:pt x="1100102" y="118678"/>
                  <a:pt x="1098953" y="124709"/>
                  <a:pt x="1098639" y="130976"/>
                </a:cubicBezTo>
                <a:lnTo>
                  <a:pt x="1184808" y="130976"/>
                </a:lnTo>
                <a:close/>
                <a:moveTo>
                  <a:pt x="1368709" y="214633"/>
                </a:moveTo>
                <a:cubicBezTo>
                  <a:pt x="1368709" y="215368"/>
                  <a:pt x="1368579" y="215996"/>
                  <a:pt x="1368318" y="216518"/>
                </a:cubicBezTo>
                <a:cubicBezTo>
                  <a:pt x="1368057" y="217040"/>
                  <a:pt x="1367587" y="217458"/>
                  <a:pt x="1366908" y="217772"/>
                </a:cubicBezTo>
                <a:cubicBezTo>
                  <a:pt x="1366229" y="218085"/>
                  <a:pt x="1365367" y="218320"/>
                  <a:pt x="1364323" y="218477"/>
                </a:cubicBezTo>
                <a:cubicBezTo>
                  <a:pt x="1363278" y="218633"/>
                  <a:pt x="1361973" y="218712"/>
                  <a:pt x="1360406" y="218712"/>
                </a:cubicBezTo>
                <a:cubicBezTo>
                  <a:pt x="1358735" y="218712"/>
                  <a:pt x="1357351" y="218633"/>
                  <a:pt x="1356254" y="218477"/>
                </a:cubicBezTo>
                <a:cubicBezTo>
                  <a:pt x="1355157" y="218323"/>
                  <a:pt x="1354270" y="218090"/>
                  <a:pt x="1353591" y="217776"/>
                </a:cubicBezTo>
                <a:cubicBezTo>
                  <a:pt x="1352912" y="217466"/>
                  <a:pt x="1352390" y="217052"/>
                  <a:pt x="1352024" y="216533"/>
                </a:cubicBezTo>
                <a:cubicBezTo>
                  <a:pt x="1351658" y="216011"/>
                  <a:pt x="1351476" y="215387"/>
                  <a:pt x="1351476" y="214663"/>
                </a:cubicBezTo>
                <a:lnTo>
                  <a:pt x="1351476" y="194403"/>
                </a:lnTo>
                <a:cubicBezTo>
                  <a:pt x="1343956" y="202557"/>
                  <a:pt x="1336174" y="208960"/>
                  <a:pt x="1328132" y="213615"/>
                </a:cubicBezTo>
                <a:cubicBezTo>
                  <a:pt x="1320089" y="218266"/>
                  <a:pt x="1311316" y="220592"/>
                  <a:pt x="1301811" y="220592"/>
                </a:cubicBezTo>
                <a:cubicBezTo>
                  <a:pt x="1291575" y="220592"/>
                  <a:pt x="1282854" y="218605"/>
                  <a:pt x="1275647" y="214633"/>
                </a:cubicBezTo>
                <a:cubicBezTo>
                  <a:pt x="1268440" y="210661"/>
                  <a:pt x="1262565" y="205277"/>
                  <a:pt x="1258022" y="198482"/>
                </a:cubicBezTo>
                <a:cubicBezTo>
                  <a:pt x="1253478" y="191683"/>
                  <a:pt x="1250162" y="183710"/>
                  <a:pt x="1248073" y="174565"/>
                </a:cubicBezTo>
                <a:cubicBezTo>
                  <a:pt x="1245984" y="165416"/>
                  <a:pt x="1244940" y="155717"/>
                  <a:pt x="1244940" y="145468"/>
                </a:cubicBezTo>
                <a:cubicBezTo>
                  <a:pt x="1244940" y="133447"/>
                  <a:pt x="1246246" y="122601"/>
                  <a:pt x="1248857" y="112930"/>
                </a:cubicBezTo>
                <a:cubicBezTo>
                  <a:pt x="1251468" y="103259"/>
                  <a:pt x="1255332" y="95025"/>
                  <a:pt x="1260450" y="88230"/>
                </a:cubicBezTo>
                <a:cubicBezTo>
                  <a:pt x="1265568" y="81431"/>
                  <a:pt x="1271887" y="76202"/>
                  <a:pt x="1279407" y="72543"/>
                </a:cubicBezTo>
                <a:cubicBezTo>
                  <a:pt x="1286928" y="68884"/>
                  <a:pt x="1295649" y="67055"/>
                  <a:pt x="1305571" y="67055"/>
                </a:cubicBezTo>
                <a:cubicBezTo>
                  <a:pt x="1314136" y="67055"/>
                  <a:pt x="1321969" y="68964"/>
                  <a:pt x="1329072" y="72783"/>
                </a:cubicBezTo>
                <a:cubicBezTo>
                  <a:pt x="1336174" y="76599"/>
                  <a:pt x="1343172" y="82218"/>
                  <a:pt x="1350066" y="89640"/>
                </a:cubicBezTo>
                <a:lnTo>
                  <a:pt x="1350066" y="4083"/>
                </a:lnTo>
                <a:cubicBezTo>
                  <a:pt x="1350066" y="3453"/>
                  <a:pt x="1350196" y="2877"/>
                  <a:pt x="1350457" y="2355"/>
                </a:cubicBezTo>
                <a:cubicBezTo>
                  <a:pt x="1350718" y="1833"/>
                  <a:pt x="1351215" y="1415"/>
                  <a:pt x="1351946" y="1102"/>
                </a:cubicBezTo>
                <a:cubicBezTo>
                  <a:pt x="1352677" y="785"/>
                  <a:pt x="1353643" y="522"/>
                  <a:pt x="1354844" y="313"/>
                </a:cubicBezTo>
                <a:cubicBezTo>
                  <a:pt x="1356045" y="104"/>
                  <a:pt x="1357534" y="0"/>
                  <a:pt x="1359309" y="0"/>
                </a:cubicBezTo>
                <a:cubicBezTo>
                  <a:pt x="1361189" y="0"/>
                  <a:pt x="1362730" y="104"/>
                  <a:pt x="1363931" y="313"/>
                </a:cubicBezTo>
                <a:cubicBezTo>
                  <a:pt x="1365132" y="522"/>
                  <a:pt x="1366072" y="783"/>
                  <a:pt x="1366751" y="1097"/>
                </a:cubicBezTo>
                <a:cubicBezTo>
                  <a:pt x="1367430" y="1410"/>
                  <a:pt x="1367926" y="1828"/>
                  <a:pt x="1368239" y="2350"/>
                </a:cubicBezTo>
                <a:cubicBezTo>
                  <a:pt x="1368553" y="2872"/>
                  <a:pt x="1368709" y="3448"/>
                  <a:pt x="1368709" y="4078"/>
                </a:cubicBezTo>
                <a:lnTo>
                  <a:pt x="1368709" y="214633"/>
                </a:lnTo>
                <a:moveTo>
                  <a:pt x="1350066" y="112377"/>
                </a:moveTo>
                <a:cubicBezTo>
                  <a:pt x="1342232" y="102859"/>
                  <a:pt x="1334686" y="95590"/>
                  <a:pt x="1327427" y="90570"/>
                </a:cubicBezTo>
                <a:cubicBezTo>
                  <a:pt x="1320168" y="85547"/>
                  <a:pt x="1312569" y="83035"/>
                  <a:pt x="1304631" y="83035"/>
                </a:cubicBezTo>
                <a:cubicBezTo>
                  <a:pt x="1297424" y="83035"/>
                  <a:pt x="1291262" y="84762"/>
                  <a:pt x="1286144" y="88215"/>
                </a:cubicBezTo>
                <a:cubicBezTo>
                  <a:pt x="1281026" y="91665"/>
                  <a:pt x="1276848" y="96213"/>
                  <a:pt x="1273611" y="101860"/>
                </a:cubicBezTo>
                <a:cubicBezTo>
                  <a:pt x="1270373" y="107507"/>
                  <a:pt x="1268023" y="113886"/>
                  <a:pt x="1266560" y="120998"/>
                </a:cubicBezTo>
                <a:cubicBezTo>
                  <a:pt x="1265098" y="128111"/>
                  <a:pt x="1264367" y="135327"/>
                  <a:pt x="1264367" y="142648"/>
                </a:cubicBezTo>
                <a:cubicBezTo>
                  <a:pt x="1264367" y="150491"/>
                  <a:pt x="1264994" y="158126"/>
                  <a:pt x="1266247" y="165551"/>
                </a:cubicBezTo>
                <a:cubicBezTo>
                  <a:pt x="1267500" y="172977"/>
                  <a:pt x="1269642" y="179591"/>
                  <a:pt x="1272671" y="185395"/>
                </a:cubicBezTo>
                <a:cubicBezTo>
                  <a:pt x="1275700" y="191198"/>
                  <a:pt x="1279721" y="195852"/>
                  <a:pt x="1284734" y="199358"/>
                </a:cubicBezTo>
                <a:cubicBezTo>
                  <a:pt x="1289748" y="202860"/>
                  <a:pt x="1296014" y="204611"/>
                  <a:pt x="1303535" y="204611"/>
                </a:cubicBezTo>
                <a:cubicBezTo>
                  <a:pt x="1307295" y="204611"/>
                  <a:pt x="1310950" y="204089"/>
                  <a:pt x="1314502" y="203045"/>
                </a:cubicBezTo>
                <a:cubicBezTo>
                  <a:pt x="1318053" y="201997"/>
                  <a:pt x="1321708" y="200270"/>
                  <a:pt x="1325468" y="197865"/>
                </a:cubicBezTo>
                <a:cubicBezTo>
                  <a:pt x="1329229" y="195459"/>
                  <a:pt x="1333119" y="192347"/>
                  <a:pt x="1337140" y="188528"/>
                </a:cubicBezTo>
                <a:cubicBezTo>
                  <a:pt x="1341162" y="184709"/>
                  <a:pt x="1345470" y="179975"/>
                  <a:pt x="1350066" y="174325"/>
                </a:cubicBezTo>
                <a:lnTo>
                  <a:pt x="1350066" y="112377"/>
                </a:lnTo>
                <a:close/>
                <a:moveTo>
                  <a:pt x="1592412" y="208920"/>
                </a:moveTo>
                <a:cubicBezTo>
                  <a:pt x="1592412" y="210395"/>
                  <a:pt x="1592307" y="211660"/>
                  <a:pt x="1592098" y="212714"/>
                </a:cubicBezTo>
                <a:cubicBezTo>
                  <a:pt x="1591890" y="213768"/>
                  <a:pt x="1591576" y="214690"/>
                  <a:pt x="1591158" y="215480"/>
                </a:cubicBezTo>
                <a:cubicBezTo>
                  <a:pt x="1590741" y="216270"/>
                  <a:pt x="1590218" y="216849"/>
                  <a:pt x="1589592" y="217218"/>
                </a:cubicBezTo>
                <a:cubicBezTo>
                  <a:pt x="1588965" y="217587"/>
                  <a:pt x="1588234" y="217772"/>
                  <a:pt x="1587398" y="217772"/>
                </a:cubicBezTo>
                <a:lnTo>
                  <a:pt x="1499506" y="217772"/>
                </a:lnTo>
                <a:cubicBezTo>
                  <a:pt x="1497626" y="217772"/>
                  <a:pt x="1495694" y="217067"/>
                  <a:pt x="1493710" y="215656"/>
                </a:cubicBezTo>
                <a:cubicBezTo>
                  <a:pt x="1491725" y="214246"/>
                  <a:pt x="1490733" y="211661"/>
                  <a:pt x="1490733" y="207901"/>
                </a:cubicBezTo>
                <a:lnTo>
                  <a:pt x="1490733" y="18174"/>
                </a:lnTo>
                <a:cubicBezTo>
                  <a:pt x="1490733" y="17547"/>
                  <a:pt x="1490890" y="16973"/>
                  <a:pt x="1491203" y="16450"/>
                </a:cubicBezTo>
                <a:cubicBezTo>
                  <a:pt x="1491516" y="15928"/>
                  <a:pt x="1492038" y="15510"/>
                  <a:pt x="1492770" y="15197"/>
                </a:cubicBezTo>
                <a:cubicBezTo>
                  <a:pt x="1493501" y="14884"/>
                  <a:pt x="1494493" y="14623"/>
                  <a:pt x="1495746" y="14414"/>
                </a:cubicBezTo>
                <a:cubicBezTo>
                  <a:pt x="1497000" y="14205"/>
                  <a:pt x="1498514" y="14100"/>
                  <a:pt x="1500290" y="14100"/>
                </a:cubicBezTo>
                <a:cubicBezTo>
                  <a:pt x="1502170" y="14100"/>
                  <a:pt x="1503710" y="14205"/>
                  <a:pt x="1504912" y="14414"/>
                </a:cubicBezTo>
                <a:cubicBezTo>
                  <a:pt x="1506113" y="14623"/>
                  <a:pt x="1507079" y="14884"/>
                  <a:pt x="1507810" y="15197"/>
                </a:cubicBezTo>
                <a:cubicBezTo>
                  <a:pt x="1508541" y="15510"/>
                  <a:pt x="1509063" y="15928"/>
                  <a:pt x="1509377" y="16450"/>
                </a:cubicBezTo>
                <a:cubicBezTo>
                  <a:pt x="1509690" y="16969"/>
                  <a:pt x="1509847" y="17542"/>
                  <a:pt x="1509847" y="18169"/>
                </a:cubicBezTo>
                <a:lnTo>
                  <a:pt x="1509847" y="200224"/>
                </a:lnTo>
                <a:lnTo>
                  <a:pt x="1587398" y="200224"/>
                </a:lnTo>
                <a:cubicBezTo>
                  <a:pt x="1588234" y="200224"/>
                  <a:pt x="1588965" y="200409"/>
                  <a:pt x="1589592" y="200778"/>
                </a:cubicBezTo>
                <a:cubicBezTo>
                  <a:pt x="1590218" y="201147"/>
                  <a:pt x="1590741" y="201674"/>
                  <a:pt x="1591158" y="202359"/>
                </a:cubicBezTo>
                <a:cubicBezTo>
                  <a:pt x="1591576" y="203045"/>
                  <a:pt x="1591890" y="203941"/>
                  <a:pt x="1592098" y="205047"/>
                </a:cubicBezTo>
                <a:cubicBezTo>
                  <a:pt x="1592307" y="206153"/>
                  <a:pt x="1592412" y="207444"/>
                  <a:pt x="1592412" y="208920"/>
                </a:cubicBezTo>
                <a:close/>
                <a:moveTo>
                  <a:pt x="1736157" y="208920"/>
                </a:moveTo>
                <a:cubicBezTo>
                  <a:pt x="1736157" y="210395"/>
                  <a:pt x="1736053" y="211660"/>
                  <a:pt x="1735844" y="212714"/>
                </a:cubicBezTo>
                <a:cubicBezTo>
                  <a:pt x="1735635" y="213768"/>
                  <a:pt x="1735322" y="214690"/>
                  <a:pt x="1734904" y="215480"/>
                </a:cubicBezTo>
                <a:cubicBezTo>
                  <a:pt x="1734486" y="216270"/>
                  <a:pt x="1733964" y="216849"/>
                  <a:pt x="1733337" y="217218"/>
                </a:cubicBezTo>
                <a:cubicBezTo>
                  <a:pt x="1732710" y="217587"/>
                  <a:pt x="1731979" y="217772"/>
                  <a:pt x="1731144" y="217772"/>
                </a:cubicBezTo>
                <a:lnTo>
                  <a:pt x="1643252" y="217772"/>
                </a:lnTo>
                <a:cubicBezTo>
                  <a:pt x="1641372" y="217772"/>
                  <a:pt x="1639440" y="217067"/>
                  <a:pt x="1637455" y="215656"/>
                </a:cubicBezTo>
                <a:cubicBezTo>
                  <a:pt x="1635471" y="214246"/>
                  <a:pt x="1634478" y="211661"/>
                  <a:pt x="1634478" y="207901"/>
                </a:cubicBezTo>
                <a:lnTo>
                  <a:pt x="1634478" y="18174"/>
                </a:lnTo>
                <a:cubicBezTo>
                  <a:pt x="1634478" y="17547"/>
                  <a:pt x="1634635" y="16973"/>
                  <a:pt x="1634948" y="16450"/>
                </a:cubicBezTo>
                <a:cubicBezTo>
                  <a:pt x="1635262" y="15928"/>
                  <a:pt x="1635784" y="15510"/>
                  <a:pt x="1636515" y="15197"/>
                </a:cubicBezTo>
                <a:cubicBezTo>
                  <a:pt x="1637246" y="14884"/>
                  <a:pt x="1638238" y="14623"/>
                  <a:pt x="1639492" y="14414"/>
                </a:cubicBezTo>
                <a:cubicBezTo>
                  <a:pt x="1640745" y="14205"/>
                  <a:pt x="1642260" y="14100"/>
                  <a:pt x="1644035" y="14100"/>
                </a:cubicBezTo>
                <a:cubicBezTo>
                  <a:pt x="1645915" y="14100"/>
                  <a:pt x="1647456" y="14205"/>
                  <a:pt x="1648657" y="14414"/>
                </a:cubicBezTo>
                <a:cubicBezTo>
                  <a:pt x="1649858" y="14623"/>
                  <a:pt x="1650824" y="14884"/>
                  <a:pt x="1651555" y="15197"/>
                </a:cubicBezTo>
                <a:cubicBezTo>
                  <a:pt x="1652286" y="15510"/>
                  <a:pt x="1652809" y="15928"/>
                  <a:pt x="1653122" y="16450"/>
                </a:cubicBezTo>
                <a:cubicBezTo>
                  <a:pt x="1653435" y="16969"/>
                  <a:pt x="1653592" y="17542"/>
                  <a:pt x="1653592" y="18169"/>
                </a:cubicBezTo>
                <a:lnTo>
                  <a:pt x="1653592" y="200224"/>
                </a:lnTo>
                <a:lnTo>
                  <a:pt x="1731144" y="200224"/>
                </a:lnTo>
                <a:cubicBezTo>
                  <a:pt x="1731979" y="200224"/>
                  <a:pt x="1732710" y="200409"/>
                  <a:pt x="1733337" y="200778"/>
                </a:cubicBezTo>
                <a:cubicBezTo>
                  <a:pt x="1733964" y="201147"/>
                  <a:pt x="1734486" y="201674"/>
                  <a:pt x="1734904" y="202359"/>
                </a:cubicBezTo>
                <a:cubicBezTo>
                  <a:pt x="1735322" y="203045"/>
                  <a:pt x="1735635" y="203941"/>
                  <a:pt x="1735844" y="205047"/>
                </a:cubicBezTo>
                <a:cubicBezTo>
                  <a:pt x="1736053" y="206153"/>
                  <a:pt x="1736157" y="207444"/>
                  <a:pt x="1736157" y="208920"/>
                </a:cubicBezTo>
                <a:close/>
                <a:moveTo>
                  <a:pt x="1979133" y="214638"/>
                </a:moveTo>
                <a:cubicBezTo>
                  <a:pt x="1979133" y="215265"/>
                  <a:pt x="1978976" y="215839"/>
                  <a:pt x="1978663" y="216362"/>
                </a:cubicBezTo>
                <a:cubicBezTo>
                  <a:pt x="1978349" y="216884"/>
                  <a:pt x="1977801" y="217302"/>
                  <a:pt x="1977018" y="217615"/>
                </a:cubicBezTo>
                <a:cubicBezTo>
                  <a:pt x="1976234" y="217928"/>
                  <a:pt x="1975242" y="218189"/>
                  <a:pt x="1974041" y="218398"/>
                </a:cubicBezTo>
                <a:cubicBezTo>
                  <a:pt x="1972840" y="218607"/>
                  <a:pt x="1971299" y="218712"/>
                  <a:pt x="1969419" y="218712"/>
                </a:cubicBezTo>
                <a:cubicBezTo>
                  <a:pt x="1967748" y="218712"/>
                  <a:pt x="1966286" y="218607"/>
                  <a:pt x="1965032" y="218398"/>
                </a:cubicBezTo>
                <a:cubicBezTo>
                  <a:pt x="1963779" y="218189"/>
                  <a:pt x="1962787" y="217928"/>
                  <a:pt x="1962056" y="217615"/>
                </a:cubicBezTo>
                <a:cubicBezTo>
                  <a:pt x="1961324" y="217302"/>
                  <a:pt x="1960802" y="216884"/>
                  <a:pt x="1960489" y="216362"/>
                </a:cubicBezTo>
                <a:cubicBezTo>
                  <a:pt x="1960176" y="215839"/>
                  <a:pt x="1960019" y="215265"/>
                  <a:pt x="1960019" y="214638"/>
                </a:cubicBezTo>
                <a:lnTo>
                  <a:pt x="1960019" y="31804"/>
                </a:lnTo>
                <a:lnTo>
                  <a:pt x="1959706" y="31804"/>
                </a:lnTo>
                <a:lnTo>
                  <a:pt x="1879960" y="215735"/>
                </a:lnTo>
                <a:cubicBezTo>
                  <a:pt x="1879752" y="216153"/>
                  <a:pt x="1879438" y="216544"/>
                  <a:pt x="1879020" y="216910"/>
                </a:cubicBezTo>
                <a:cubicBezTo>
                  <a:pt x="1878603" y="217275"/>
                  <a:pt x="1878028" y="217589"/>
                  <a:pt x="1877297" y="217850"/>
                </a:cubicBezTo>
                <a:cubicBezTo>
                  <a:pt x="1876566" y="218111"/>
                  <a:pt x="1875704" y="218320"/>
                  <a:pt x="1874712" y="218477"/>
                </a:cubicBezTo>
                <a:cubicBezTo>
                  <a:pt x="1873720" y="218633"/>
                  <a:pt x="1872545" y="218712"/>
                  <a:pt x="1871187" y="218712"/>
                </a:cubicBezTo>
                <a:cubicBezTo>
                  <a:pt x="1869725" y="218712"/>
                  <a:pt x="1868471" y="218633"/>
                  <a:pt x="1867427" y="218477"/>
                </a:cubicBezTo>
                <a:cubicBezTo>
                  <a:pt x="1866382" y="218320"/>
                  <a:pt x="1865521" y="218111"/>
                  <a:pt x="1864842" y="217850"/>
                </a:cubicBezTo>
                <a:cubicBezTo>
                  <a:pt x="1864163" y="217589"/>
                  <a:pt x="1863615" y="217275"/>
                  <a:pt x="1863197" y="216910"/>
                </a:cubicBezTo>
                <a:cubicBezTo>
                  <a:pt x="1862779" y="216544"/>
                  <a:pt x="1862518" y="216153"/>
                  <a:pt x="1862413" y="215735"/>
                </a:cubicBezTo>
                <a:lnTo>
                  <a:pt x="1786585" y="31804"/>
                </a:lnTo>
                <a:lnTo>
                  <a:pt x="1786428" y="31804"/>
                </a:lnTo>
                <a:lnTo>
                  <a:pt x="1786428" y="214638"/>
                </a:lnTo>
                <a:cubicBezTo>
                  <a:pt x="1786428" y="215265"/>
                  <a:pt x="1786272" y="215839"/>
                  <a:pt x="1785958" y="216362"/>
                </a:cubicBezTo>
                <a:cubicBezTo>
                  <a:pt x="1785645" y="216884"/>
                  <a:pt x="1785097" y="217302"/>
                  <a:pt x="1784313" y="217615"/>
                </a:cubicBezTo>
                <a:cubicBezTo>
                  <a:pt x="1783530" y="217928"/>
                  <a:pt x="1782538" y="218189"/>
                  <a:pt x="1781337" y="218398"/>
                </a:cubicBezTo>
                <a:cubicBezTo>
                  <a:pt x="1780135" y="218607"/>
                  <a:pt x="1778543" y="218712"/>
                  <a:pt x="1776558" y="218712"/>
                </a:cubicBezTo>
                <a:cubicBezTo>
                  <a:pt x="1774783" y="218712"/>
                  <a:pt x="1773294" y="218607"/>
                  <a:pt x="1772093" y="218398"/>
                </a:cubicBezTo>
                <a:cubicBezTo>
                  <a:pt x="1770892" y="218189"/>
                  <a:pt x="1769926" y="217928"/>
                  <a:pt x="1769195" y="217615"/>
                </a:cubicBezTo>
                <a:cubicBezTo>
                  <a:pt x="1768464" y="217302"/>
                  <a:pt x="1767967" y="216884"/>
                  <a:pt x="1767706" y="216362"/>
                </a:cubicBezTo>
                <a:cubicBezTo>
                  <a:pt x="1767445" y="215839"/>
                  <a:pt x="1767315" y="215265"/>
                  <a:pt x="1767315" y="214638"/>
                </a:cubicBezTo>
                <a:lnTo>
                  <a:pt x="1767315" y="24911"/>
                </a:lnTo>
                <a:cubicBezTo>
                  <a:pt x="1767315" y="21150"/>
                  <a:pt x="1768307" y="18565"/>
                  <a:pt x="1770291" y="17155"/>
                </a:cubicBezTo>
                <a:cubicBezTo>
                  <a:pt x="1772276" y="15745"/>
                  <a:pt x="1774208" y="15040"/>
                  <a:pt x="1776088" y="15040"/>
                </a:cubicBezTo>
                <a:lnTo>
                  <a:pt x="1786428" y="15040"/>
                </a:lnTo>
                <a:cubicBezTo>
                  <a:pt x="1789040" y="15040"/>
                  <a:pt x="1791337" y="15328"/>
                  <a:pt x="1793322" y="15902"/>
                </a:cubicBezTo>
                <a:cubicBezTo>
                  <a:pt x="1795306" y="16476"/>
                  <a:pt x="1797056" y="17312"/>
                  <a:pt x="1798570" y="18409"/>
                </a:cubicBezTo>
                <a:cubicBezTo>
                  <a:pt x="1800085" y="19505"/>
                  <a:pt x="1801364" y="20837"/>
                  <a:pt x="1802409" y="22404"/>
                </a:cubicBezTo>
                <a:cubicBezTo>
                  <a:pt x="1803453" y="23971"/>
                  <a:pt x="1804393" y="25746"/>
                  <a:pt x="1805229" y="27731"/>
                </a:cubicBezTo>
                <a:lnTo>
                  <a:pt x="1872127" y="188788"/>
                </a:lnTo>
                <a:lnTo>
                  <a:pt x="1872910" y="188788"/>
                </a:lnTo>
                <a:lnTo>
                  <a:pt x="1942629" y="28357"/>
                </a:lnTo>
                <a:cubicBezTo>
                  <a:pt x="1943673" y="25851"/>
                  <a:pt x="1944796" y="23736"/>
                  <a:pt x="1945997" y="22012"/>
                </a:cubicBezTo>
                <a:cubicBezTo>
                  <a:pt x="1947198" y="20289"/>
                  <a:pt x="1948451" y="18905"/>
                  <a:pt x="1949757" y="17860"/>
                </a:cubicBezTo>
                <a:cubicBezTo>
                  <a:pt x="1951063" y="16816"/>
                  <a:pt x="1952473" y="16085"/>
                  <a:pt x="1953987" y="15667"/>
                </a:cubicBezTo>
                <a:cubicBezTo>
                  <a:pt x="1955502" y="15249"/>
                  <a:pt x="1957147" y="15040"/>
                  <a:pt x="1958922" y="15040"/>
                </a:cubicBezTo>
                <a:lnTo>
                  <a:pt x="1970359" y="15040"/>
                </a:lnTo>
                <a:cubicBezTo>
                  <a:pt x="1971299" y="15040"/>
                  <a:pt x="1972291" y="15197"/>
                  <a:pt x="1973336" y="15510"/>
                </a:cubicBezTo>
                <a:cubicBezTo>
                  <a:pt x="1974380" y="15824"/>
                  <a:pt x="1975320" y="16372"/>
                  <a:pt x="1976156" y="17155"/>
                </a:cubicBezTo>
                <a:cubicBezTo>
                  <a:pt x="1976992" y="17939"/>
                  <a:pt x="1977697" y="18957"/>
                  <a:pt x="1978271" y="20210"/>
                </a:cubicBezTo>
                <a:cubicBezTo>
                  <a:pt x="1978845" y="21464"/>
                  <a:pt x="1979133" y="23031"/>
                  <a:pt x="1979133" y="24911"/>
                </a:cubicBezTo>
                <a:lnTo>
                  <a:pt x="1979133" y="214638"/>
                </a:lnTo>
                <a:close/>
                <a:moveTo>
                  <a:pt x="2122844" y="231245"/>
                </a:moveTo>
                <a:cubicBezTo>
                  <a:pt x="2120860" y="233647"/>
                  <a:pt x="2119188" y="236024"/>
                  <a:pt x="2117831" y="238374"/>
                </a:cubicBezTo>
                <a:cubicBezTo>
                  <a:pt x="2116473" y="240724"/>
                  <a:pt x="2115507" y="242995"/>
                  <a:pt x="2114932" y="245189"/>
                </a:cubicBezTo>
                <a:cubicBezTo>
                  <a:pt x="2114358" y="247382"/>
                  <a:pt x="2114071" y="249993"/>
                  <a:pt x="2114071" y="253022"/>
                </a:cubicBezTo>
                <a:cubicBezTo>
                  <a:pt x="2114071" y="260856"/>
                  <a:pt x="2116891" y="266574"/>
                  <a:pt x="2122531" y="270178"/>
                </a:cubicBezTo>
                <a:cubicBezTo>
                  <a:pt x="2128171" y="273781"/>
                  <a:pt x="2136683" y="275583"/>
                  <a:pt x="2148068" y="275583"/>
                </a:cubicBezTo>
                <a:cubicBezTo>
                  <a:pt x="2160915" y="275583"/>
                  <a:pt x="2171229" y="272684"/>
                  <a:pt x="2179010" y="266888"/>
                </a:cubicBezTo>
                <a:cubicBezTo>
                  <a:pt x="2186792" y="261091"/>
                  <a:pt x="2193450" y="251769"/>
                  <a:pt x="2198986" y="238922"/>
                </a:cubicBezTo>
                <a:cubicBezTo>
                  <a:pt x="2204521" y="226075"/>
                  <a:pt x="2209900" y="206648"/>
                  <a:pt x="2215123" y="180641"/>
                </a:cubicBezTo>
                <a:lnTo>
                  <a:pt x="2212929" y="180171"/>
                </a:lnTo>
                <a:cubicBezTo>
                  <a:pt x="2202798" y="194062"/>
                  <a:pt x="2193398" y="204193"/>
                  <a:pt x="2184729" y="210565"/>
                </a:cubicBezTo>
                <a:cubicBezTo>
                  <a:pt x="2176060" y="216936"/>
                  <a:pt x="2166712" y="220122"/>
                  <a:pt x="2156685" y="220122"/>
                </a:cubicBezTo>
                <a:cubicBezTo>
                  <a:pt x="2145300" y="220122"/>
                  <a:pt x="2136448" y="215839"/>
                  <a:pt x="2130129" y="207275"/>
                </a:cubicBezTo>
                <a:cubicBezTo>
                  <a:pt x="2123810" y="198710"/>
                  <a:pt x="2120651" y="186490"/>
                  <a:pt x="2120651" y="170614"/>
                </a:cubicBezTo>
                <a:cubicBezTo>
                  <a:pt x="2120651" y="152753"/>
                  <a:pt x="2124150" y="135598"/>
                  <a:pt x="2131148" y="119148"/>
                </a:cubicBezTo>
                <a:cubicBezTo>
                  <a:pt x="2138145" y="102697"/>
                  <a:pt x="2147859" y="89615"/>
                  <a:pt x="2160288" y="79902"/>
                </a:cubicBezTo>
                <a:cubicBezTo>
                  <a:pt x="2172717" y="70188"/>
                  <a:pt x="2186557" y="65331"/>
                  <a:pt x="2201806" y="65331"/>
                </a:cubicBezTo>
                <a:cubicBezTo>
                  <a:pt x="2208386" y="65331"/>
                  <a:pt x="2214601" y="66115"/>
                  <a:pt x="2220450" y="67682"/>
                </a:cubicBezTo>
                <a:cubicBezTo>
                  <a:pt x="2226299" y="69248"/>
                  <a:pt x="2232200" y="71912"/>
                  <a:pt x="2238153" y="75672"/>
                </a:cubicBezTo>
                <a:lnTo>
                  <a:pt x="2252567" y="65331"/>
                </a:lnTo>
                <a:lnTo>
                  <a:pt x="2262594" y="67838"/>
                </a:lnTo>
                <a:lnTo>
                  <a:pt x="2246457" y="140846"/>
                </a:lnTo>
                <a:cubicBezTo>
                  <a:pt x="2245308" y="145964"/>
                  <a:pt x="2242697" y="158864"/>
                  <a:pt x="2238623" y="179544"/>
                </a:cubicBezTo>
                <a:cubicBezTo>
                  <a:pt x="2234341" y="201478"/>
                  <a:pt x="2230868" y="216988"/>
                  <a:pt x="2228205" y="226075"/>
                </a:cubicBezTo>
                <a:cubicBezTo>
                  <a:pt x="2225541" y="235162"/>
                  <a:pt x="2222225" y="243439"/>
                  <a:pt x="2218256" y="250907"/>
                </a:cubicBezTo>
                <a:cubicBezTo>
                  <a:pt x="2214287" y="258375"/>
                  <a:pt x="2209169" y="264877"/>
                  <a:pt x="2202902" y="270413"/>
                </a:cubicBezTo>
                <a:cubicBezTo>
                  <a:pt x="2196636" y="275948"/>
                  <a:pt x="2189037" y="280231"/>
                  <a:pt x="2180107" y="283260"/>
                </a:cubicBezTo>
                <a:cubicBezTo>
                  <a:pt x="2171177" y="286289"/>
                  <a:pt x="2160602" y="287803"/>
                  <a:pt x="2148381" y="287803"/>
                </a:cubicBezTo>
                <a:cubicBezTo>
                  <a:pt x="2108900" y="287803"/>
                  <a:pt x="2089160" y="276314"/>
                  <a:pt x="2089160" y="253336"/>
                </a:cubicBezTo>
                <a:cubicBezTo>
                  <a:pt x="2089160" y="247487"/>
                  <a:pt x="2090936" y="242160"/>
                  <a:pt x="2094487" y="237355"/>
                </a:cubicBezTo>
                <a:cubicBezTo>
                  <a:pt x="2098038" y="232551"/>
                  <a:pt x="2103730" y="227485"/>
                  <a:pt x="2111564" y="222158"/>
                </a:cubicBezTo>
                <a:lnTo>
                  <a:pt x="2122844" y="231245"/>
                </a:lnTo>
                <a:moveTo>
                  <a:pt x="2167808" y="201635"/>
                </a:moveTo>
                <a:cubicBezTo>
                  <a:pt x="2173135" y="201635"/>
                  <a:pt x="2178436" y="199807"/>
                  <a:pt x="2183710" y="196151"/>
                </a:cubicBezTo>
                <a:cubicBezTo>
                  <a:pt x="2188985" y="192495"/>
                  <a:pt x="2194625" y="186699"/>
                  <a:pt x="2200631" y="178761"/>
                </a:cubicBezTo>
                <a:cubicBezTo>
                  <a:pt x="2206636" y="170823"/>
                  <a:pt x="2211310" y="163250"/>
                  <a:pt x="2214653" y="156043"/>
                </a:cubicBezTo>
                <a:cubicBezTo>
                  <a:pt x="2217995" y="148837"/>
                  <a:pt x="2220841" y="139854"/>
                  <a:pt x="2223191" y="129096"/>
                </a:cubicBezTo>
                <a:cubicBezTo>
                  <a:pt x="2225541" y="118338"/>
                  <a:pt x="2226716" y="108990"/>
                  <a:pt x="2226716" y="101052"/>
                </a:cubicBezTo>
                <a:cubicBezTo>
                  <a:pt x="2226716" y="92905"/>
                  <a:pt x="2224993" y="86978"/>
                  <a:pt x="2221546" y="83270"/>
                </a:cubicBezTo>
                <a:cubicBezTo>
                  <a:pt x="2218099" y="79562"/>
                  <a:pt x="2212355" y="77708"/>
                  <a:pt x="2204313" y="77708"/>
                </a:cubicBezTo>
                <a:cubicBezTo>
                  <a:pt x="2193659" y="77708"/>
                  <a:pt x="2184102" y="82017"/>
                  <a:pt x="2175642" y="90634"/>
                </a:cubicBezTo>
                <a:cubicBezTo>
                  <a:pt x="2167182" y="99251"/>
                  <a:pt x="2160523" y="110870"/>
                  <a:pt x="2155666" y="125493"/>
                </a:cubicBezTo>
                <a:cubicBezTo>
                  <a:pt x="2150810" y="140115"/>
                  <a:pt x="2148381" y="154686"/>
                  <a:pt x="2148381" y="169204"/>
                </a:cubicBezTo>
                <a:cubicBezTo>
                  <a:pt x="2148381" y="180066"/>
                  <a:pt x="2149948" y="188187"/>
                  <a:pt x="2153081" y="193566"/>
                </a:cubicBezTo>
                <a:cubicBezTo>
                  <a:pt x="2156215" y="198945"/>
                  <a:pt x="2161124" y="201635"/>
                  <a:pt x="2167808" y="2016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“DGDSGNH.Othertextisignored.”">
            <a:extLst xmlns:a="http://schemas.openxmlformats.org/drawingml/2006/main">
              <a:ext uri="{FF2B5EF4-FFF2-40B4-BE49-F238E27FC236}">
                <a16:creationId xmlns:a16="http://schemas.microsoft.com/office/drawing/2014/main" id="{31F10B0C-DAC1-4646-9DEE-8C0D900A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193" y="892087"/>
            <a:ext cx="3240995" cy="200442"/>
          </a:xfrm>
          <a:custGeom xmlns:a="http://schemas.openxmlformats.org/drawingml/2006/main">
            <a:pathLst>
              <a:path w="3240995" h="200442">
                <a:moveTo>
                  <a:pt x="55275" y="34008"/>
                </a:moveTo>
                <a:lnTo>
                  <a:pt x="55275" y="46631"/>
                </a:lnTo>
                <a:cubicBezTo>
                  <a:pt x="55275" y="48300"/>
                  <a:pt x="55104" y="49647"/>
                  <a:pt x="54764" y="50671"/>
                </a:cubicBezTo>
                <a:cubicBezTo>
                  <a:pt x="54423" y="51695"/>
                  <a:pt x="53913" y="52492"/>
                  <a:pt x="53232" y="53061"/>
                </a:cubicBezTo>
                <a:cubicBezTo>
                  <a:pt x="52551" y="53629"/>
                  <a:pt x="51681" y="54007"/>
                  <a:pt x="50621" y="54196"/>
                </a:cubicBezTo>
                <a:cubicBezTo>
                  <a:pt x="49562" y="54386"/>
                  <a:pt x="48313" y="54480"/>
                  <a:pt x="46876" y="54480"/>
                </a:cubicBezTo>
                <a:cubicBezTo>
                  <a:pt x="45438" y="54480"/>
                  <a:pt x="44189" y="54386"/>
                  <a:pt x="43130" y="54196"/>
                </a:cubicBezTo>
                <a:cubicBezTo>
                  <a:pt x="42071" y="54007"/>
                  <a:pt x="41201" y="53629"/>
                  <a:pt x="40520" y="53061"/>
                </a:cubicBezTo>
                <a:cubicBezTo>
                  <a:pt x="39839" y="52492"/>
                  <a:pt x="39328" y="51695"/>
                  <a:pt x="38987" y="50671"/>
                </a:cubicBezTo>
                <a:cubicBezTo>
                  <a:pt x="38647" y="49647"/>
                  <a:pt x="38477" y="48300"/>
                  <a:pt x="38477" y="46631"/>
                </a:cubicBezTo>
                <a:cubicBezTo>
                  <a:pt x="38477" y="44661"/>
                  <a:pt x="38571" y="42843"/>
                  <a:pt x="38760" y="41176"/>
                </a:cubicBezTo>
                <a:cubicBezTo>
                  <a:pt x="38950" y="39506"/>
                  <a:pt x="39271" y="37914"/>
                  <a:pt x="39725" y="36398"/>
                </a:cubicBezTo>
                <a:cubicBezTo>
                  <a:pt x="40179" y="34880"/>
                  <a:pt x="40784" y="33363"/>
                  <a:pt x="41541" y="31848"/>
                </a:cubicBezTo>
                <a:cubicBezTo>
                  <a:pt x="42298" y="30329"/>
                  <a:pt x="43244" y="28737"/>
                  <a:pt x="44379" y="27070"/>
                </a:cubicBezTo>
                <a:lnTo>
                  <a:pt x="60155" y="2731"/>
                </a:lnTo>
                <a:cubicBezTo>
                  <a:pt x="60458" y="2275"/>
                  <a:pt x="60798" y="1876"/>
                  <a:pt x="61177" y="1536"/>
                </a:cubicBezTo>
                <a:cubicBezTo>
                  <a:pt x="61555" y="1195"/>
                  <a:pt x="62028" y="912"/>
                  <a:pt x="62595" y="685"/>
                </a:cubicBezTo>
                <a:cubicBezTo>
                  <a:pt x="63163" y="455"/>
                  <a:pt x="63844" y="284"/>
                  <a:pt x="64638" y="170"/>
                </a:cubicBezTo>
                <a:cubicBezTo>
                  <a:pt x="65433" y="57"/>
                  <a:pt x="66398" y="0"/>
                  <a:pt x="67533" y="0"/>
                </a:cubicBezTo>
                <a:cubicBezTo>
                  <a:pt x="68365" y="0"/>
                  <a:pt x="69084" y="38"/>
                  <a:pt x="69689" y="114"/>
                </a:cubicBezTo>
                <a:cubicBezTo>
                  <a:pt x="70295" y="189"/>
                  <a:pt x="70730" y="342"/>
                  <a:pt x="70995" y="571"/>
                </a:cubicBezTo>
                <a:cubicBezTo>
                  <a:pt x="71259" y="798"/>
                  <a:pt x="71411" y="1082"/>
                  <a:pt x="71449" y="1422"/>
                </a:cubicBezTo>
                <a:cubicBezTo>
                  <a:pt x="71486" y="1763"/>
                  <a:pt x="71354" y="2199"/>
                  <a:pt x="71051" y="2731"/>
                </a:cubicBezTo>
                <a:lnTo>
                  <a:pt x="55275" y="34008"/>
                </a:lnTo>
                <a:moveTo>
                  <a:pt x="16798" y="34008"/>
                </a:moveTo>
                <a:lnTo>
                  <a:pt x="16798" y="46631"/>
                </a:lnTo>
                <a:cubicBezTo>
                  <a:pt x="16798" y="48300"/>
                  <a:pt x="16628" y="49647"/>
                  <a:pt x="16287" y="50671"/>
                </a:cubicBezTo>
                <a:cubicBezTo>
                  <a:pt x="15947" y="51695"/>
                  <a:pt x="15436" y="52492"/>
                  <a:pt x="14755" y="53061"/>
                </a:cubicBezTo>
                <a:cubicBezTo>
                  <a:pt x="14074" y="53629"/>
                  <a:pt x="13204" y="54007"/>
                  <a:pt x="12145" y="54196"/>
                </a:cubicBezTo>
                <a:cubicBezTo>
                  <a:pt x="11085" y="54386"/>
                  <a:pt x="9837" y="54480"/>
                  <a:pt x="8399" y="54480"/>
                </a:cubicBezTo>
                <a:cubicBezTo>
                  <a:pt x="6961" y="54480"/>
                  <a:pt x="5713" y="54386"/>
                  <a:pt x="4654" y="54196"/>
                </a:cubicBezTo>
                <a:cubicBezTo>
                  <a:pt x="3594" y="54007"/>
                  <a:pt x="2724" y="53629"/>
                  <a:pt x="2043" y="53061"/>
                </a:cubicBezTo>
                <a:cubicBezTo>
                  <a:pt x="1362" y="52492"/>
                  <a:pt x="851" y="51695"/>
                  <a:pt x="511" y="50671"/>
                </a:cubicBezTo>
                <a:cubicBezTo>
                  <a:pt x="170" y="49647"/>
                  <a:pt x="0" y="48300"/>
                  <a:pt x="0" y="46631"/>
                </a:cubicBezTo>
                <a:cubicBezTo>
                  <a:pt x="0" y="44661"/>
                  <a:pt x="95" y="42843"/>
                  <a:pt x="284" y="41176"/>
                </a:cubicBezTo>
                <a:cubicBezTo>
                  <a:pt x="473" y="39506"/>
                  <a:pt x="795" y="37914"/>
                  <a:pt x="1249" y="36398"/>
                </a:cubicBezTo>
                <a:cubicBezTo>
                  <a:pt x="1703" y="34880"/>
                  <a:pt x="2308" y="33363"/>
                  <a:pt x="3065" y="31848"/>
                </a:cubicBezTo>
                <a:cubicBezTo>
                  <a:pt x="3821" y="30329"/>
                  <a:pt x="4767" y="28737"/>
                  <a:pt x="5902" y="27070"/>
                </a:cubicBezTo>
                <a:lnTo>
                  <a:pt x="21679" y="2731"/>
                </a:lnTo>
                <a:cubicBezTo>
                  <a:pt x="21981" y="2275"/>
                  <a:pt x="22322" y="1876"/>
                  <a:pt x="22700" y="1536"/>
                </a:cubicBezTo>
                <a:cubicBezTo>
                  <a:pt x="23078" y="1195"/>
                  <a:pt x="23551" y="912"/>
                  <a:pt x="24119" y="685"/>
                </a:cubicBezTo>
                <a:cubicBezTo>
                  <a:pt x="24686" y="455"/>
                  <a:pt x="25367" y="284"/>
                  <a:pt x="26162" y="170"/>
                </a:cubicBezTo>
                <a:cubicBezTo>
                  <a:pt x="26956" y="57"/>
                  <a:pt x="27921" y="0"/>
                  <a:pt x="29056" y="0"/>
                </a:cubicBezTo>
                <a:cubicBezTo>
                  <a:pt x="29888" y="0"/>
                  <a:pt x="30588" y="38"/>
                  <a:pt x="31156" y="114"/>
                </a:cubicBezTo>
                <a:cubicBezTo>
                  <a:pt x="31723" y="189"/>
                  <a:pt x="32158" y="342"/>
                  <a:pt x="32461" y="571"/>
                </a:cubicBezTo>
                <a:cubicBezTo>
                  <a:pt x="32764" y="798"/>
                  <a:pt x="32915" y="1082"/>
                  <a:pt x="32915" y="1422"/>
                </a:cubicBezTo>
                <a:cubicBezTo>
                  <a:pt x="32915" y="1763"/>
                  <a:pt x="32802" y="2199"/>
                  <a:pt x="32575" y="2731"/>
                </a:cubicBezTo>
                <a:lnTo>
                  <a:pt x="16798" y="34008"/>
                </a:lnTo>
                <a:close/>
                <a:moveTo>
                  <a:pt x="210940" y="83309"/>
                </a:moveTo>
                <a:cubicBezTo>
                  <a:pt x="210940" y="95643"/>
                  <a:pt x="209389" y="106520"/>
                  <a:pt x="206286" y="115941"/>
                </a:cubicBezTo>
                <a:cubicBezTo>
                  <a:pt x="203184" y="125361"/>
                  <a:pt x="198606" y="133250"/>
                  <a:pt x="192553" y="139606"/>
                </a:cubicBezTo>
                <a:cubicBezTo>
                  <a:pt x="186500" y="145962"/>
                  <a:pt x="179027" y="150766"/>
                  <a:pt x="170137" y="154020"/>
                </a:cubicBezTo>
                <a:cubicBezTo>
                  <a:pt x="161246" y="157274"/>
                  <a:pt x="150633" y="158901"/>
                  <a:pt x="138300" y="158901"/>
                </a:cubicBezTo>
                <a:lnTo>
                  <a:pt x="109357" y="158901"/>
                </a:lnTo>
                <a:cubicBezTo>
                  <a:pt x="107995" y="158901"/>
                  <a:pt x="106595" y="158390"/>
                  <a:pt x="105158" y="157368"/>
                </a:cubicBezTo>
                <a:cubicBezTo>
                  <a:pt x="103720" y="156347"/>
                  <a:pt x="103001" y="154474"/>
                  <a:pt x="103001" y="151750"/>
                </a:cubicBezTo>
                <a:lnTo>
                  <a:pt x="103001" y="19182"/>
                </a:lnTo>
                <a:cubicBezTo>
                  <a:pt x="103001" y="16458"/>
                  <a:pt x="103720" y="14585"/>
                  <a:pt x="105158" y="13563"/>
                </a:cubicBezTo>
                <a:cubicBezTo>
                  <a:pt x="106595" y="12542"/>
                  <a:pt x="107995" y="12031"/>
                  <a:pt x="109357" y="12031"/>
                </a:cubicBezTo>
                <a:lnTo>
                  <a:pt x="140229" y="12031"/>
                </a:lnTo>
                <a:cubicBezTo>
                  <a:pt x="152714" y="12031"/>
                  <a:pt x="163251" y="13734"/>
                  <a:pt x="171839" y="17139"/>
                </a:cubicBezTo>
                <a:cubicBezTo>
                  <a:pt x="180427" y="20544"/>
                  <a:pt x="187616" y="25367"/>
                  <a:pt x="193404" y="31610"/>
                </a:cubicBezTo>
                <a:cubicBezTo>
                  <a:pt x="199193" y="37852"/>
                  <a:pt x="203562" y="45343"/>
                  <a:pt x="206513" y="54083"/>
                </a:cubicBezTo>
                <a:cubicBezTo>
                  <a:pt x="209464" y="62822"/>
                  <a:pt x="210940" y="72565"/>
                  <a:pt x="210940" y="83309"/>
                </a:cubicBezTo>
                <a:moveTo>
                  <a:pt x="196071" y="83994"/>
                </a:moveTo>
                <a:cubicBezTo>
                  <a:pt x="196071" y="75458"/>
                  <a:pt x="194993" y="67546"/>
                  <a:pt x="192837" y="60258"/>
                </a:cubicBezTo>
                <a:cubicBezTo>
                  <a:pt x="190680" y="52970"/>
                  <a:pt x="187351" y="46683"/>
                  <a:pt x="182849" y="41396"/>
                </a:cubicBezTo>
                <a:cubicBezTo>
                  <a:pt x="178346" y="36109"/>
                  <a:pt x="172652" y="31974"/>
                  <a:pt x="165767" y="28992"/>
                </a:cubicBezTo>
                <a:cubicBezTo>
                  <a:pt x="158881" y="26008"/>
                  <a:pt x="150104" y="24516"/>
                  <a:pt x="139435" y="24516"/>
                </a:cubicBezTo>
                <a:lnTo>
                  <a:pt x="116848" y="24516"/>
                </a:lnTo>
                <a:lnTo>
                  <a:pt x="116848" y="146416"/>
                </a:lnTo>
                <a:lnTo>
                  <a:pt x="139548" y="146416"/>
                </a:lnTo>
                <a:cubicBezTo>
                  <a:pt x="149536" y="146416"/>
                  <a:pt x="157992" y="145188"/>
                  <a:pt x="164916" y="142734"/>
                </a:cubicBezTo>
                <a:cubicBezTo>
                  <a:pt x="171839" y="140279"/>
                  <a:pt x="177609" y="136484"/>
                  <a:pt x="182224" y="131348"/>
                </a:cubicBezTo>
                <a:cubicBezTo>
                  <a:pt x="186840" y="126212"/>
                  <a:pt x="190302" y="119736"/>
                  <a:pt x="192610" y="111919"/>
                </a:cubicBezTo>
                <a:cubicBezTo>
                  <a:pt x="194917" y="104101"/>
                  <a:pt x="196071" y="94793"/>
                  <a:pt x="196071" y="83994"/>
                </a:cubicBezTo>
                <a:close/>
                <a:moveTo>
                  <a:pt x="353123" y="30581"/>
                </a:moveTo>
                <a:cubicBezTo>
                  <a:pt x="353123" y="31574"/>
                  <a:pt x="353047" y="32492"/>
                  <a:pt x="352896" y="33334"/>
                </a:cubicBezTo>
                <a:cubicBezTo>
                  <a:pt x="352745" y="34173"/>
                  <a:pt x="352537" y="34880"/>
                  <a:pt x="352272" y="35455"/>
                </a:cubicBezTo>
                <a:cubicBezTo>
                  <a:pt x="352007" y="36027"/>
                  <a:pt x="351667" y="36466"/>
                  <a:pt x="351250" y="36771"/>
                </a:cubicBezTo>
                <a:cubicBezTo>
                  <a:pt x="350834" y="37076"/>
                  <a:pt x="350399" y="37228"/>
                  <a:pt x="349945" y="37228"/>
                </a:cubicBezTo>
                <a:cubicBezTo>
                  <a:pt x="349037" y="37228"/>
                  <a:pt x="347543" y="36466"/>
                  <a:pt x="345462" y="34940"/>
                </a:cubicBezTo>
                <a:cubicBezTo>
                  <a:pt x="343381" y="33415"/>
                  <a:pt x="340600" y="31756"/>
                  <a:pt x="337120" y="29964"/>
                </a:cubicBezTo>
                <a:cubicBezTo>
                  <a:pt x="333639" y="28172"/>
                  <a:pt x="329420" y="26513"/>
                  <a:pt x="324464" y="24988"/>
                </a:cubicBezTo>
                <a:cubicBezTo>
                  <a:pt x="319508" y="23463"/>
                  <a:pt x="313625" y="22700"/>
                  <a:pt x="306815" y="22700"/>
                </a:cubicBezTo>
                <a:cubicBezTo>
                  <a:pt x="298113" y="22700"/>
                  <a:pt x="290357" y="24308"/>
                  <a:pt x="283547" y="27524"/>
                </a:cubicBezTo>
                <a:cubicBezTo>
                  <a:pt x="276737" y="30740"/>
                  <a:pt x="270987" y="35147"/>
                  <a:pt x="266295" y="40747"/>
                </a:cubicBezTo>
                <a:cubicBezTo>
                  <a:pt x="261604" y="46346"/>
                  <a:pt x="258029" y="52986"/>
                  <a:pt x="255570" y="60666"/>
                </a:cubicBezTo>
                <a:cubicBezTo>
                  <a:pt x="253110" y="68346"/>
                  <a:pt x="251881" y="76613"/>
                  <a:pt x="251881" y="85466"/>
                </a:cubicBezTo>
                <a:cubicBezTo>
                  <a:pt x="251881" y="95378"/>
                  <a:pt x="253281" y="104212"/>
                  <a:pt x="256080" y="111968"/>
                </a:cubicBezTo>
                <a:cubicBezTo>
                  <a:pt x="258880" y="119724"/>
                  <a:pt x="262758" y="126269"/>
                  <a:pt x="267714" y="131604"/>
                </a:cubicBezTo>
                <a:cubicBezTo>
                  <a:pt x="272670" y="136938"/>
                  <a:pt x="278572" y="141005"/>
                  <a:pt x="285420" y="143805"/>
                </a:cubicBezTo>
                <a:cubicBezTo>
                  <a:pt x="292268" y="146605"/>
                  <a:pt x="299740" y="148005"/>
                  <a:pt x="307836" y="148005"/>
                </a:cubicBezTo>
                <a:cubicBezTo>
                  <a:pt x="313058" y="148005"/>
                  <a:pt x="318354" y="147361"/>
                  <a:pt x="323727" y="146075"/>
                </a:cubicBezTo>
                <a:cubicBezTo>
                  <a:pt x="329099" y="144789"/>
                  <a:pt x="334131" y="142821"/>
                  <a:pt x="338822" y="140173"/>
                </a:cubicBezTo>
                <a:lnTo>
                  <a:pt x="338822" y="92616"/>
                </a:lnTo>
                <a:lnTo>
                  <a:pt x="301367" y="92616"/>
                </a:lnTo>
                <a:cubicBezTo>
                  <a:pt x="300156" y="92616"/>
                  <a:pt x="299248" y="92082"/>
                  <a:pt x="298643" y="91013"/>
                </a:cubicBezTo>
                <a:cubicBezTo>
                  <a:pt x="298038" y="89944"/>
                  <a:pt x="297735" y="88417"/>
                  <a:pt x="297735" y="86431"/>
                </a:cubicBezTo>
                <a:cubicBezTo>
                  <a:pt x="297735" y="85362"/>
                  <a:pt x="297811" y="84427"/>
                  <a:pt x="297962" y="83625"/>
                </a:cubicBezTo>
                <a:cubicBezTo>
                  <a:pt x="298113" y="82823"/>
                  <a:pt x="298340" y="82174"/>
                  <a:pt x="298643" y="81678"/>
                </a:cubicBezTo>
                <a:cubicBezTo>
                  <a:pt x="298946" y="81181"/>
                  <a:pt x="299324" y="80799"/>
                  <a:pt x="299778" y="80532"/>
                </a:cubicBezTo>
                <a:cubicBezTo>
                  <a:pt x="300232" y="80265"/>
                  <a:pt x="300762" y="80131"/>
                  <a:pt x="301367" y="80131"/>
                </a:cubicBezTo>
                <a:lnTo>
                  <a:pt x="346313" y="80131"/>
                </a:lnTo>
                <a:cubicBezTo>
                  <a:pt x="346994" y="80131"/>
                  <a:pt x="347713" y="80246"/>
                  <a:pt x="348470" y="80475"/>
                </a:cubicBezTo>
                <a:cubicBezTo>
                  <a:pt x="349226" y="80702"/>
                  <a:pt x="349926" y="81082"/>
                  <a:pt x="350569" y="81614"/>
                </a:cubicBezTo>
                <a:cubicBezTo>
                  <a:pt x="351213" y="82144"/>
                  <a:pt x="351723" y="82883"/>
                  <a:pt x="352102" y="83831"/>
                </a:cubicBezTo>
                <a:cubicBezTo>
                  <a:pt x="352480" y="84779"/>
                  <a:pt x="352669" y="85936"/>
                  <a:pt x="352669" y="87303"/>
                </a:cubicBezTo>
                <a:lnTo>
                  <a:pt x="352669" y="142049"/>
                </a:lnTo>
                <a:cubicBezTo>
                  <a:pt x="352669" y="143870"/>
                  <a:pt x="352385" y="145426"/>
                  <a:pt x="351818" y="146717"/>
                </a:cubicBezTo>
                <a:cubicBezTo>
                  <a:pt x="351250" y="148006"/>
                  <a:pt x="349945" y="149239"/>
                  <a:pt x="347902" y="150416"/>
                </a:cubicBezTo>
                <a:cubicBezTo>
                  <a:pt x="345859" y="151592"/>
                  <a:pt x="343135" y="152882"/>
                  <a:pt x="339730" y="154286"/>
                </a:cubicBezTo>
                <a:cubicBezTo>
                  <a:pt x="336325" y="155691"/>
                  <a:pt x="332807" y="156867"/>
                  <a:pt x="329175" y="157815"/>
                </a:cubicBezTo>
                <a:cubicBezTo>
                  <a:pt x="325543" y="158763"/>
                  <a:pt x="321892" y="159483"/>
                  <a:pt x="318222" y="159975"/>
                </a:cubicBezTo>
                <a:cubicBezTo>
                  <a:pt x="314552" y="160470"/>
                  <a:pt x="310939" y="160717"/>
                  <a:pt x="307382" y="160717"/>
                </a:cubicBezTo>
                <a:cubicBezTo>
                  <a:pt x="296259" y="160717"/>
                  <a:pt x="286328" y="158917"/>
                  <a:pt x="277589" y="155318"/>
                </a:cubicBezTo>
                <a:cubicBezTo>
                  <a:pt x="268849" y="151717"/>
                  <a:pt x="261472" y="146639"/>
                  <a:pt x="255456" y="140084"/>
                </a:cubicBezTo>
                <a:cubicBezTo>
                  <a:pt x="249441" y="133530"/>
                  <a:pt x="244844" y="125724"/>
                  <a:pt x="241666" y="116668"/>
                </a:cubicBezTo>
                <a:cubicBezTo>
                  <a:pt x="238488" y="107611"/>
                  <a:pt x="236899" y="97628"/>
                  <a:pt x="236899" y="86718"/>
                </a:cubicBezTo>
                <a:cubicBezTo>
                  <a:pt x="236899" y="75273"/>
                  <a:pt x="238620" y="64834"/>
                  <a:pt x="242063" y="55399"/>
                </a:cubicBezTo>
                <a:cubicBezTo>
                  <a:pt x="245506" y="45964"/>
                  <a:pt x="250349" y="37913"/>
                  <a:pt x="256591" y="31245"/>
                </a:cubicBezTo>
                <a:cubicBezTo>
                  <a:pt x="262834" y="24576"/>
                  <a:pt x="270306" y="19405"/>
                  <a:pt x="279007" y="15730"/>
                </a:cubicBezTo>
                <a:cubicBezTo>
                  <a:pt x="287709" y="12054"/>
                  <a:pt x="297319" y="10215"/>
                  <a:pt x="307836" y="10215"/>
                </a:cubicBezTo>
                <a:cubicBezTo>
                  <a:pt x="313133" y="10215"/>
                  <a:pt x="318146" y="10710"/>
                  <a:pt x="322875" y="11701"/>
                </a:cubicBezTo>
                <a:cubicBezTo>
                  <a:pt x="327604" y="12692"/>
                  <a:pt x="331861" y="13893"/>
                  <a:pt x="335644" y="15305"/>
                </a:cubicBezTo>
                <a:cubicBezTo>
                  <a:pt x="339427" y="16714"/>
                  <a:pt x="342643" y="18239"/>
                  <a:pt x="345292" y="19880"/>
                </a:cubicBezTo>
                <a:cubicBezTo>
                  <a:pt x="347940" y="21519"/>
                  <a:pt x="349737" y="22815"/>
                  <a:pt x="350683" y="23768"/>
                </a:cubicBezTo>
                <a:cubicBezTo>
                  <a:pt x="351629" y="24721"/>
                  <a:pt x="352272" y="25656"/>
                  <a:pt x="352612" y="26573"/>
                </a:cubicBezTo>
                <a:cubicBezTo>
                  <a:pt x="352953" y="27488"/>
                  <a:pt x="353123" y="28824"/>
                  <a:pt x="353123" y="30581"/>
                </a:cubicBezTo>
                <a:close/>
                <a:moveTo>
                  <a:pt x="498944" y="83309"/>
                </a:moveTo>
                <a:cubicBezTo>
                  <a:pt x="498944" y="95643"/>
                  <a:pt x="497393" y="106520"/>
                  <a:pt x="494291" y="115941"/>
                </a:cubicBezTo>
                <a:cubicBezTo>
                  <a:pt x="491188" y="125361"/>
                  <a:pt x="486611" y="133250"/>
                  <a:pt x="480557" y="139606"/>
                </a:cubicBezTo>
                <a:cubicBezTo>
                  <a:pt x="474504" y="145962"/>
                  <a:pt x="467032" y="150766"/>
                  <a:pt x="458141" y="154020"/>
                </a:cubicBezTo>
                <a:cubicBezTo>
                  <a:pt x="449250" y="157274"/>
                  <a:pt x="438638" y="158901"/>
                  <a:pt x="426304" y="158901"/>
                </a:cubicBezTo>
                <a:lnTo>
                  <a:pt x="397361" y="158901"/>
                </a:lnTo>
                <a:cubicBezTo>
                  <a:pt x="395999" y="158901"/>
                  <a:pt x="394600" y="158390"/>
                  <a:pt x="393162" y="157368"/>
                </a:cubicBezTo>
                <a:cubicBezTo>
                  <a:pt x="391724" y="156347"/>
                  <a:pt x="391005" y="154474"/>
                  <a:pt x="391005" y="151750"/>
                </a:cubicBezTo>
                <a:lnTo>
                  <a:pt x="391005" y="19182"/>
                </a:lnTo>
                <a:cubicBezTo>
                  <a:pt x="391005" y="16458"/>
                  <a:pt x="391724" y="14585"/>
                  <a:pt x="393162" y="13563"/>
                </a:cubicBezTo>
                <a:cubicBezTo>
                  <a:pt x="394600" y="12542"/>
                  <a:pt x="395999" y="12031"/>
                  <a:pt x="397361" y="12031"/>
                </a:cubicBezTo>
                <a:lnTo>
                  <a:pt x="428233" y="12031"/>
                </a:lnTo>
                <a:cubicBezTo>
                  <a:pt x="440719" y="12031"/>
                  <a:pt x="451255" y="13734"/>
                  <a:pt x="459843" y="17139"/>
                </a:cubicBezTo>
                <a:cubicBezTo>
                  <a:pt x="468432" y="20544"/>
                  <a:pt x="475620" y="25367"/>
                  <a:pt x="481408" y="31610"/>
                </a:cubicBezTo>
                <a:cubicBezTo>
                  <a:pt x="487197" y="37852"/>
                  <a:pt x="491567" y="45343"/>
                  <a:pt x="494518" y="54083"/>
                </a:cubicBezTo>
                <a:cubicBezTo>
                  <a:pt x="497469" y="62822"/>
                  <a:pt x="498944" y="72565"/>
                  <a:pt x="498944" y="83309"/>
                </a:cubicBezTo>
                <a:moveTo>
                  <a:pt x="484076" y="83994"/>
                </a:moveTo>
                <a:cubicBezTo>
                  <a:pt x="484076" y="75458"/>
                  <a:pt x="482997" y="67546"/>
                  <a:pt x="480841" y="60258"/>
                </a:cubicBezTo>
                <a:cubicBezTo>
                  <a:pt x="478684" y="52970"/>
                  <a:pt x="475355" y="46683"/>
                  <a:pt x="470853" y="41396"/>
                </a:cubicBezTo>
                <a:cubicBezTo>
                  <a:pt x="466351" y="36109"/>
                  <a:pt x="460657" y="31974"/>
                  <a:pt x="453771" y="28992"/>
                </a:cubicBezTo>
                <a:cubicBezTo>
                  <a:pt x="446885" y="26008"/>
                  <a:pt x="438108" y="24516"/>
                  <a:pt x="427439" y="24516"/>
                </a:cubicBezTo>
                <a:lnTo>
                  <a:pt x="404852" y="24516"/>
                </a:lnTo>
                <a:lnTo>
                  <a:pt x="404852" y="146416"/>
                </a:lnTo>
                <a:lnTo>
                  <a:pt x="427552" y="146416"/>
                </a:lnTo>
                <a:cubicBezTo>
                  <a:pt x="437541" y="146416"/>
                  <a:pt x="445996" y="145188"/>
                  <a:pt x="452920" y="142734"/>
                </a:cubicBezTo>
                <a:cubicBezTo>
                  <a:pt x="459843" y="140279"/>
                  <a:pt x="465613" y="136484"/>
                  <a:pt x="470229" y="131348"/>
                </a:cubicBezTo>
                <a:cubicBezTo>
                  <a:pt x="474844" y="126212"/>
                  <a:pt x="478306" y="119736"/>
                  <a:pt x="480614" y="111919"/>
                </a:cubicBezTo>
                <a:cubicBezTo>
                  <a:pt x="482922" y="104101"/>
                  <a:pt x="484076" y="94793"/>
                  <a:pt x="484076" y="83994"/>
                </a:cubicBezTo>
                <a:close/>
                <a:moveTo>
                  <a:pt x="609233" y="119236"/>
                </a:moveTo>
                <a:cubicBezTo>
                  <a:pt x="609233" y="125753"/>
                  <a:pt x="608060" y="131587"/>
                  <a:pt x="605715" y="136740"/>
                </a:cubicBezTo>
                <a:cubicBezTo>
                  <a:pt x="603369" y="141890"/>
                  <a:pt x="600078" y="146264"/>
                  <a:pt x="595840" y="149863"/>
                </a:cubicBezTo>
                <a:cubicBezTo>
                  <a:pt x="591603" y="153462"/>
                  <a:pt x="586571" y="156209"/>
                  <a:pt x="580745" y="158103"/>
                </a:cubicBezTo>
                <a:cubicBezTo>
                  <a:pt x="574918" y="159997"/>
                  <a:pt x="568562" y="160944"/>
                  <a:pt x="561677" y="160944"/>
                </a:cubicBezTo>
                <a:cubicBezTo>
                  <a:pt x="556985" y="160944"/>
                  <a:pt x="552559" y="160504"/>
                  <a:pt x="548397" y="159624"/>
                </a:cubicBezTo>
                <a:cubicBezTo>
                  <a:pt x="544235" y="158747"/>
                  <a:pt x="540528" y="157698"/>
                  <a:pt x="537274" y="156478"/>
                </a:cubicBezTo>
                <a:cubicBezTo>
                  <a:pt x="534020" y="155256"/>
                  <a:pt x="531277" y="154015"/>
                  <a:pt x="529045" y="152757"/>
                </a:cubicBezTo>
                <a:cubicBezTo>
                  <a:pt x="526813" y="151497"/>
                  <a:pt x="525281" y="150428"/>
                  <a:pt x="524448" y="149551"/>
                </a:cubicBezTo>
                <a:cubicBezTo>
                  <a:pt x="523616" y="148671"/>
                  <a:pt x="523011" y="147645"/>
                  <a:pt x="522632" y="146472"/>
                </a:cubicBezTo>
                <a:cubicBezTo>
                  <a:pt x="522254" y="145299"/>
                  <a:pt x="522065" y="143843"/>
                  <a:pt x="522065" y="142103"/>
                </a:cubicBezTo>
                <a:cubicBezTo>
                  <a:pt x="522065" y="140816"/>
                  <a:pt x="522141" y="139757"/>
                  <a:pt x="522292" y="138925"/>
                </a:cubicBezTo>
                <a:cubicBezTo>
                  <a:pt x="522443" y="138092"/>
                  <a:pt x="522651" y="137411"/>
                  <a:pt x="522916" y="136882"/>
                </a:cubicBezTo>
                <a:cubicBezTo>
                  <a:pt x="523181" y="136352"/>
                  <a:pt x="523522" y="135992"/>
                  <a:pt x="523938" y="135803"/>
                </a:cubicBezTo>
                <a:cubicBezTo>
                  <a:pt x="524354" y="135614"/>
                  <a:pt x="524789" y="135520"/>
                  <a:pt x="525243" y="135520"/>
                </a:cubicBezTo>
                <a:cubicBezTo>
                  <a:pt x="526302" y="135520"/>
                  <a:pt x="527797" y="136188"/>
                  <a:pt x="529726" y="137524"/>
                </a:cubicBezTo>
                <a:cubicBezTo>
                  <a:pt x="531656" y="138860"/>
                  <a:pt x="534153" y="140310"/>
                  <a:pt x="537217" y="141876"/>
                </a:cubicBezTo>
                <a:cubicBezTo>
                  <a:pt x="540282" y="143441"/>
                  <a:pt x="543952" y="144892"/>
                  <a:pt x="548227" y="146228"/>
                </a:cubicBezTo>
                <a:cubicBezTo>
                  <a:pt x="552502" y="147564"/>
                  <a:pt x="557477" y="148232"/>
                  <a:pt x="563152" y="148232"/>
                </a:cubicBezTo>
                <a:cubicBezTo>
                  <a:pt x="567768" y="148232"/>
                  <a:pt x="572005" y="147606"/>
                  <a:pt x="575864" y="146355"/>
                </a:cubicBezTo>
                <a:cubicBezTo>
                  <a:pt x="579723" y="145104"/>
                  <a:pt x="583052" y="143304"/>
                  <a:pt x="585852" y="140953"/>
                </a:cubicBezTo>
                <a:cubicBezTo>
                  <a:pt x="588652" y="138601"/>
                  <a:pt x="590827" y="135699"/>
                  <a:pt x="592378" y="132249"/>
                </a:cubicBezTo>
                <a:cubicBezTo>
                  <a:pt x="593930" y="128799"/>
                  <a:pt x="594705" y="124875"/>
                  <a:pt x="594705" y="120477"/>
                </a:cubicBezTo>
                <a:cubicBezTo>
                  <a:pt x="594705" y="115930"/>
                  <a:pt x="593722" y="112027"/>
                  <a:pt x="591754" y="108769"/>
                </a:cubicBezTo>
                <a:cubicBezTo>
                  <a:pt x="589787" y="105508"/>
                  <a:pt x="587195" y="102647"/>
                  <a:pt x="583979" y="100185"/>
                </a:cubicBezTo>
                <a:cubicBezTo>
                  <a:pt x="580764" y="97722"/>
                  <a:pt x="577113" y="95486"/>
                  <a:pt x="573027" y="93478"/>
                </a:cubicBezTo>
                <a:cubicBezTo>
                  <a:pt x="568941" y="91468"/>
                  <a:pt x="564760" y="89460"/>
                  <a:pt x="560485" y="87452"/>
                </a:cubicBezTo>
                <a:cubicBezTo>
                  <a:pt x="556210" y="85442"/>
                  <a:pt x="552029" y="83263"/>
                  <a:pt x="547943" y="80915"/>
                </a:cubicBezTo>
                <a:cubicBezTo>
                  <a:pt x="543857" y="78565"/>
                  <a:pt x="540206" y="75817"/>
                  <a:pt x="536990" y="72672"/>
                </a:cubicBezTo>
                <a:cubicBezTo>
                  <a:pt x="533774" y="69525"/>
                  <a:pt x="531183" y="65829"/>
                  <a:pt x="529215" y="61585"/>
                </a:cubicBezTo>
                <a:cubicBezTo>
                  <a:pt x="527248" y="57340"/>
                  <a:pt x="526264" y="52301"/>
                  <a:pt x="526264" y="46468"/>
                </a:cubicBezTo>
                <a:cubicBezTo>
                  <a:pt x="526264" y="40786"/>
                  <a:pt x="527286" y="35691"/>
                  <a:pt x="529329" y="31184"/>
                </a:cubicBezTo>
                <a:cubicBezTo>
                  <a:pt x="531372" y="26675"/>
                  <a:pt x="534247" y="22849"/>
                  <a:pt x="537955" y="19707"/>
                </a:cubicBezTo>
                <a:cubicBezTo>
                  <a:pt x="541663" y="16562"/>
                  <a:pt x="546108" y="14156"/>
                  <a:pt x="551291" y="12489"/>
                </a:cubicBezTo>
                <a:cubicBezTo>
                  <a:pt x="556474" y="10822"/>
                  <a:pt x="562168" y="9988"/>
                  <a:pt x="568373" y="9988"/>
                </a:cubicBezTo>
                <a:cubicBezTo>
                  <a:pt x="571475" y="9988"/>
                  <a:pt x="574616" y="10287"/>
                  <a:pt x="577794" y="10885"/>
                </a:cubicBezTo>
                <a:cubicBezTo>
                  <a:pt x="580972" y="11484"/>
                  <a:pt x="583979" y="12251"/>
                  <a:pt x="586817" y="13187"/>
                </a:cubicBezTo>
                <a:cubicBezTo>
                  <a:pt x="589654" y="14124"/>
                  <a:pt x="592189" y="15172"/>
                  <a:pt x="594421" y="16333"/>
                </a:cubicBezTo>
                <a:cubicBezTo>
                  <a:pt x="596654" y="17492"/>
                  <a:pt x="598129" y="18427"/>
                  <a:pt x="598848" y="19139"/>
                </a:cubicBezTo>
                <a:cubicBezTo>
                  <a:pt x="599567" y="19848"/>
                  <a:pt x="600021" y="20376"/>
                  <a:pt x="600210" y="20721"/>
                </a:cubicBezTo>
                <a:cubicBezTo>
                  <a:pt x="600399" y="21064"/>
                  <a:pt x="600569" y="21502"/>
                  <a:pt x="600721" y="22037"/>
                </a:cubicBezTo>
                <a:cubicBezTo>
                  <a:pt x="600872" y="22571"/>
                  <a:pt x="600986" y="23201"/>
                  <a:pt x="601061" y="23927"/>
                </a:cubicBezTo>
                <a:cubicBezTo>
                  <a:pt x="601137" y="24651"/>
                  <a:pt x="601175" y="25547"/>
                  <a:pt x="601175" y="26616"/>
                </a:cubicBezTo>
                <a:cubicBezTo>
                  <a:pt x="601175" y="27609"/>
                  <a:pt x="601118" y="28506"/>
                  <a:pt x="601004" y="29308"/>
                </a:cubicBezTo>
                <a:cubicBezTo>
                  <a:pt x="600891" y="30107"/>
                  <a:pt x="600721" y="30794"/>
                  <a:pt x="600494" y="31369"/>
                </a:cubicBezTo>
                <a:cubicBezTo>
                  <a:pt x="600267" y="31941"/>
                  <a:pt x="599983" y="32380"/>
                  <a:pt x="599642" y="32685"/>
                </a:cubicBezTo>
                <a:cubicBezTo>
                  <a:pt x="599302" y="32990"/>
                  <a:pt x="598905" y="33142"/>
                  <a:pt x="598451" y="33142"/>
                </a:cubicBezTo>
                <a:cubicBezTo>
                  <a:pt x="597618" y="33142"/>
                  <a:pt x="596351" y="32594"/>
                  <a:pt x="594648" y="31496"/>
                </a:cubicBezTo>
                <a:cubicBezTo>
                  <a:pt x="592946" y="30399"/>
                  <a:pt x="590808" y="29170"/>
                  <a:pt x="588236" y="27808"/>
                </a:cubicBezTo>
                <a:cubicBezTo>
                  <a:pt x="585663" y="26446"/>
                  <a:pt x="582598" y="25216"/>
                  <a:pt x="579042" y="24119"/>
                </a:cubicBezTo>
                <a:cubicBezTo>
                  <a:pt x="575486" y="23022"/>
                  <a:pt x="571438" y="22473"/>
                  <a:pt x="566898" y="22473"/>
                </a:cubicBezTo>
                <a:cubicBezTo>
                  <a:pt x="562433" y="22473"/>
                  <a:pt x="558536" y="23080"/>
                  <a:pt x="555207" y="24293"/>
                </a:cubicBezTo>
                <a:cubicBezTo>
                  <a:pt x="551878" y="25506"/>
                  <a:pt x="549116" y="27155"/>
                  <a:pt x="546922" y="29241"/>
                </a:cubicBezTo>
                <a:cubicBezTo>
                  <a:pt x="544727" y="31326"/>
                  <a:pt x="543081" y="33772"/>
                  <a:pt x="541984" y="36579"/>
                </a:cubicBezTo>
                <a:cubicBezTo>
                  <a:pt x="540887" y="39386"/>
                  <a:pt x="540338" y="42344"/>
                  <a:pt x="540338" y="45453"/>
                </a:cubicBezTo>
                <a:cubicBezTo>
                  <a:pt x="540338" y="50000"/>
                  <a:pt x="541322" y="53904"/>
                  <a:pt x="543290" y="57165"/>
                </a:cubicBezTo>
                <a:cubicBezTo>
                  <a:pt x="545257" y="60424"/>
                  <a:pt x="547867" y="63304"/>
                  <a:pt x="551121" y="65805"/>
                </a:cubicBezTo>
                <a:cubicBezTo>
                  <a:pt x="554375" y="68305"/>
                  <a:pt x="558063" y="70559"/>
                  <a:pt x="562187" y="72569"/>
                </a:cubicBezTo>
                <a:cubicBezTo>
                  <a:pt x="566311" y="74577"/>
                  <a:pt x="570511" y="76586"/>
                  <a:pt x="574786" y="78596"/>
                </a:cubicBezTo>
                <a:cubicBezTo>
                  <a:pt x="579061" y="80603"/>
                  <a:pt x="583261" y="82763"/>
                  <a:pt x="587384" y="85076"/>
                </a:cubicBezTo>
                <a:cubicBezTo>
                  <a:pt x="591508" y="87388"/>
                  <a:pt x="595197" y="90117"/>
                  <a:pt x="598451" y="93262"/>
                </a:cubicBezTo>
                <a:cubicBezTo>
                  <a:pt x="601704" y="96407"/>
                  <a:pt x="604315" y="100083"/>
                  <a:pt x="606282" y="104289"/>
                </a:cubicBezTo>
                <a:cubicBezTo>
                  <a:pt x="608250" y="108496"/>
                  <a:pt x="609233" y="113478"/>
                  <a:pt x="609233" y="119236"/>
                </a:cubicBezTo>
                <a:close/>
                <a:moveTo>
                  <a:pt x="751308" y="30581"/>
                </a:moveTo>
                <a:cubicBezTo>
                  <a:pt x="751308" y="31574"/>
                  <a:pt x="751232" y="32492"/>
                  <a:pt x="751081" y="33334"/>
                </a:cubicBezTo>
                <a:cubicBezTo>
                  <a:pt x="750929" y="34173"/>
                  <a:pt x="750721" y="34880"/>
                  <a:pt x="750457" y="35455"/>
                </a:cubicBezTo>
                <a:cubicBezTo>
                  <a:pt x="750192" y="36027"/>
                  <a:pt x="749851" y="36466"/>
                  <a:pt x="749435" y="36771"/>
                </a:cubicBezTo>
                <a:cubicBezTo>
                  <a:pt x="749019" y="37076"/>
                  <a:pt x="748584" y="37228"/>
                  <a:pt x="748130" y="37228"/>
                </a:cubicBezTo>
                <a:cubicBezTo>
                  <a:pt x="747222" y="37228"/>
                  <a:pt x="745727" y="36466"/>
                  <a:pt x="743647" y="34940"/>
                </a:cubicBezTo>
                <a:cubicBezTo>
                  <a:pt x="741566" y="33415"/>
                  <a:pt x="738785" y="31756"/>
                  <a:pt x="735304" y="29964"/>
                </a:cubicBezTo>
                <a:cubicBezTo>
                  <a:pt x="731824" y="28172"/>
                  <a:pt x="727605" y="26513"/>
                  <a:pt x="722649" y="24988"/>
                </a:cubicBezTo>
                <a:cubicBezTo>
                  <a:pt x="717693" y="23463"/>
                  <a:pt x="711810" y="22700"/>
                  <a:pt x="705000" y="22700"/>
                </a:cubicBezTo>
                <a:cubicBezTo>
                  <a:pt x="696298" y="22700"/>
                  <a:pt x="688542" y="24308"/>
                  <a:pt x="681732" y="27524"/>
                </a:cubicBezTo>
                <a:cubicBezTo>
                  <a:pt x="674922" y="30740"/>
                  <a:pt x="669171" y="35147"/>
                  <a:pt x="664480" y="40747"/>
                </a:cubicBezTo>
                <a:cubicBezTo>
                  <a:pt x="659789" y="46346"/>
                  <a:pt x="656213" y="52986"/>
                  <a:pt x="653754" y="60666"/>
                </a:cubicBezTo>
                <a:cubicBezTo>
                  <a:pt x="651295" y="68346"/>
                  <a:pt x="650065" y="76613"/>
                  <a:pt x="650065" y="85466"/>
                </a:cubicBezTo>
                <a:cubicBezTo>
                  <a:pt x="650065" y="95378"/>
                  <a:pt x="651465" y="104212"/>
                  <a:pt x="654265" y="111968"/>
                </a:cubicBezTo>
                <a:cubicBezTo>
                  <a:pt x="657065" y="119724"/>
                  <a:pt x="660943" y="126269"/>
                  <a:pt x="665899" y="131604"/>
                </a:cubicBezTo>
                <a:cubicBezTo>
                  <a:pt x="670855" y="136938"/>
                  <a:pt x="676757" y="141005"/>
                  <a:pt x="683605" y="143805"/>
                </a:cubicBezTo>
                <a:cubicBezTo>
                  <a:pt x="690453" y="146605"/>
                  <a:pt x="697925" y="148005"/>
                  <a:pt x="706021" y="148005"/>
                </a:cubicBezTo>
                <a:cubicBezTo>
                  <a:pt x="711242" y="148005"/>
                  <a:pt x="716539" y="147361"/>
                  <a:pt x="721911" y="146075"/>
                </a:cubicBezTo>
                <a:cubicBezTo>
                  <a:pt x="727284" y="144789"/>
                  <a:pt x="732315" y="142821"/>
                  <a:pt x="737007" y="140173"/>
                </a:cubicBezTo>
                <a:lnTo>
                  <a:pt x="737007" y="92616"/>
                </a:lnTo>
                <a:lnTo>
                  <a:pt x="699552" y="92616"/>
                </a:lnTo>
                <a:cubicBezTo>
                  <a:pt x="698341" y="92616"/>
                  <a:pt x="697433" y="92082"/>
                  <a:pt x="696828" y="91013"/>
                </a:cubicBezTo>
                <a:cubicBezTo>
                  <a:pt x="696222" y="89944"/>
                  <a:pt x="695920" y="88417"/>
                  <a:pt x="695920" y="86431"/>
                </a:cubicBezTo>
                <a:cubicBezTo>
                  <a:pt x="695920" y="85362"/>
                  <a:pt x="695995" y="84427"/>
                  <a:pt x="696147" y="83625"/>
                </a:cubicBezTo>
                <a:cubicBezTo>
                  <a:pt x="696298" y="82823"/>
                  <a:pt x="696525" y="82174"/>
                  <a:pt x="696828" y="81678"/>
                </a:cubicBezTo>
                <a:cubicBezTo>
                  <a:pt x="697130" y="81181"/>
                  <a:pt x="697509" y="80799"/>
                  <a:pt x="697963" y="80532"/>
                </a:cubicBezTo>
                <a:cubicBezTo>
                  <a:pt x="698417" y="80265"/>
                  <a:pt x="698946" y="80131"/>
                  <a:pt x="699552" y="80131"/>
                </a:cubicBezTo>
                <a:lnTo>
                  <a:pt x="744498" y="80131"/>
                </a:lnTo>
                <a:cubicBezTo>
                  <a:pt x="745179" y="80131"/>
                  <a:pt x="745898" y="80246"/>
                  <a:pt x="746654" y="80475"/>
                </a:cubicBezTo>
                <a:cubicBezTo>
                  <a:pt x="747411" y="80702"/>
                  <a:pt x="748111" y="81082"/>
                  <a:pt x="748754" y="81614"/>
                </a:cubicBezTo>
                <a:cubicBezTo>
                  <a:pt x="749397" y="82144"/>
                  <a:pt x="749908" y="82883"/>
                  <a:pt x="750286" y="83831"/>
                </a:cubicBezTo>
                <a:cubicBezTo>
                  <a:pt x="750665" y="84779"/>
                  <a:pt x="750854" y="85936"/>
                  <a:pt x="750854" y="87303"/>
                </a:cubicBezTo>
                <a:lnTo>
                  <a:pt x="750854" y="142049"/>
                </a:lnTo>
                <a:cubicBezTo>
                  <a:pt x="750854" y="143870"/>
                  <a:pt x="750570" y="145426"/>
                  <a:pt x="750003" y="146717"/>
                </a:cubicBezTo>
                <a:cubicBezTo>
                  <a:pt x="749435" y="148006"/>
                  <a:pt x="748130" y="149239"/>
                  <a:pt x="746087" y="150416"/>
                </a:cubicBezTo>
                <a:cubicBezTo>
                  <a:pt x="744044" y="151592"/>
                  <a:pt x="741320" y="152882"/>
                  <a:pt x="737915" y="154286"/>
                </a:cubicBezTo>
                <a:cubicBezTo>
                  <a:pt x="734510" y="155691"/>
                  <a:pt x="730991" y="156867"/>
                  <a:pt x="727359" y="157815"/>
                </a:cubicBezTo>
                <a:cubicBezTo>
                  <a:pt x="723727" y="158763"/>
                  <a:pt x="720076" y="159483"/>
                  <a:pt x="716406" y="159975"/>
                </a:cubicBezTo>
                <a:cubicBezTo>
                  <a:pt x="712737" y="160470"/>
                  <a:pt x="709123" y="160717"/>
                  <a:pt x="705567" y="160717"/>
                </a:cubicBezTo>
                <a:cubicBezTo>
                  <a:pt x="694444" y="160717"/>
                  <a:pt x="684513" y="158917"/>
                  <a:pt x="675773" y="155318"/>
                </a:cubicBezTo>
                <a:cubicBezTo>
                  <a:pt x="667034" y="151717"/>
                  <a:pt x="659656" y="146639"/>
                  <a:pt x="653641" y="140084"/>
                </a:cubicBezTo>
                <a:cubicBezTo>
                  <a:pt x="647625" y="133530"/>
                  <a:pt x="643028" y="125724"/>
                  <a:pt x="639850" y="116668"/>
                </a:cubicBezTo>
                <a:cubicBezTo>
                  <a:pt x="636672" y="107611"/>
                  <a:pt x="635083" y="97628"/>
                  <a:pt x="635083" y="86718"/>
                </a:cubicBezTo>
                <a:cubicBezTo>
                  <a:pt x="635083" y="75273"/>
                  <a:pt x="636805" y="64834"/>
                  <a:pt x="640248" y="55399"/>
                </a:cubicBezTo>
                <a:cubicBezTo>
                  <a:pt x="643690" y="45964"/>
                  <a:pt x="648533" y="37913"/>
                  <a:pt x="654776" y="31245"/>
                </a:cubicBezTo>
                <a:cubicBezTo>
                  <a:pt x="661018" y="24576"/>
                  <a:pt x="668490" y="19405"/>
                  <a:pt x="677192" y="15730"/>
                </a:cubicBezTo>
                <a:cubicBezTo>
                  <a:pt x="685894" y="12054"/>
                  <a:pt x="695503" y="10215"/>
                  <a:pt x="706021" y="10215"/>
                </a:cubicBezTo>
                <a:cubicBezTo>
                  <a:pt x="711318" y="10215"/>
                  <a:pt x="716331" y="10710"/>
                  <a:pt x="721060" y="11701"/>
                </a:cubicBezTo>
                <a:cubicBezTo>
                  <a:pt x="725789" y="12692"/>
                  <a:pt x="730045" y="13893"/>
                  <a:pt x="733829" y="15305"/>
                </a:cubicBezTo>
                <a:cubicBezTo>
                  <a:pt x="737612" y="16714"/>
                  <a:pt x="740828" y="18239"/>
                  <a:pt x="743476" y="19880"/>
                </a:cubicBezTo>
                <a:cubicBezTo>
                  <a:pt x="746125" y="21519"/>
                  <a:pt x="747922" y="22815"/>
                  <a:pt x="748868" y="23768"/>
                </a:cubicBezTo>
                <a:cubicBezTo>
                  <a:pt x="749813" y="24721"/>
                  <a:pt x="750457" y="25656"/>
                  <a:pt x="750797" y="26573"/>
                </a:cubicBezTo>
                <a:cubicBezTo>
                  <a:pt x="751138" y="27488"/>
                  <a:pt x="751308" y="28824"/>
                  <a:pt x="751308" y="30581"/>
                </a:cubicBezTo>
                <a:close/>
                <a:moveTo>
                  <a:pt x="894632" y="152204"/>
                </a:moveTo>
                <a:cubicBezTo>
                  <a:pt x="894632" y="153566"/>
                  <a:pt x="894424" y="154701"/>
                  <a:pt x="894008" y="155609"/>
                </a:cubicBezTo>
                <a:cubicBezTo>
                  <a:pt x="893591" y="156517"/>
                  <a:pt x="893062" y="157255"/>
                  <a:pt x="892419" y="157822"/>
                </a:cubicBezTo>
                <a:cubicBezTo>
                  <a:pt x="891775" y="158390"/>
                  <a:pt x="891057" y="158787"/>
                  <a:pt x="890262" y="159014"/>
                </a:cubicBezTo>
                <a:cubicBezTo>
                  <a:pt x="889468" y="159241"/>
                  <a:pt x="888730" y="159355"/>
                  <a:pt x="888049" y="159355"/>
                </a:cubicBezTo>
                <a:lnTo>
                  <a:pt x="885211" y="159355"/>
                </a:lnTo>
                <a:cubicBezTo>
                  <a:pt x="883698" y="159355"/>
                  <a:pt x="882317" y="159165"/>
                  <a:pt x="881069" y="158787"/>
                </a:cubicBezTo>
                <a:cubicBezTo>
                  <a:pt x="879820" y="158409"/>
                  <a:pt x="878609" y="157747"/>
                  <a:pt x="877437" y="156801"/>
                </a:cubicBezTo>
                <a:cubicBezTo>
                  <a:pt x="876264" y="155855"/>
                  <a:pt x="875091" y="154588"/>
                  <a:pt x="873918" y="152999"/>
                </a:cubicBezTo>
                <a:cubicBezTo>
                  <a:pt x="872745" y="151410"/>
                  <a:pt x="871440" y="149367"/>
                  <a:pt x="870002" y="146870"/>
                </a:cubicBezTo>
                <a:lnTo>
                  <a:pt x="818246" y="55161"/>
                </a:lnTo>
                <a:cubicBezTo>
                  <a:pt x="815673" y="50697"/>
                  <a:pt x="813082" y="46100"/>
                  <a:pt x="810471" y="41371"/>
                </a:cubicBezTo>
                <a:cubicBezTo>
                  <a:pt x="807861" y="36642"/>
                  <a:pt x="805383" y="32045"/>
                  <a:pt x="803037" y="27581"/>
                </a:cubicBezTo>
                <a:lnTo>
                  <a:pt x="802924" y="27581"/>
                </a:lnTo>
                <a:cubicBezTo>
                  <a:pt x="802999" y="33104"/>
                  <a:pt x="803037" y="38760"/>
                  <a:pt x="803037" y="44549"/>
                </a:cubicBezTo>
                <a:cubicBezTo>
                  <a:pt x="803037" y="50337"/>
                  <a:pt x="803037" y="55994"/>
                  <a:pt x="803037" y="61517"/>
                </a:cubicBezTo>
                <a:lnTo>
                  <a:pt x="803037" y="156631"/>
                </a:lnTo>
                <a:cubicBezTo>
                  <a:pt x="803037" y="157085"/>
                  <a:pt x="802924" y="157501"/>
                  <a:pt x="802697" y="157879"/>
                </a:cubicBezTo>
                <a:cubicBezTo>
                  <a:pt x="802470" y="158257"/>
                  <a:pt x="802091" y="158560"/>
                  <a:pt x="801562" y="158787"/>
                </a:cubicBezTo>
                <a:cubicBezTo>
                  <a:pt x="801032" y="159014"/>
                  <a:pt x="800332" y="159203"/>
                  <a:pt x="799462" y="159355"/>
                </a:cubicBezTo>
                <a:cubicBezTo>
                  <a:pt x="798592" y="159506"/>
                  <a:pt x="797475" y="159582"/>
                  <a:pt x="796113" y="159582"/>
                </a:cubicBezTo>
                <a:cubicBezTo>
                  <a:pt x="794827" y="159582"/>
                  <a:pt x="793730" y="159506"/>
                  <a:pt x="792822" y="159355"/>
                </a:cubicBezTo>
                <a:cubicBezTo>
                  <a:pt x="791914" y="159203"/>
                  <a:pt x="791195" y="159014"/>
                  <a:pt x="790665" y="158787"/>
                </a:cubicBezTo>
                <a:cubicBezTo>
                  <a:pt x="790136" y="158560"/>
                  <a:pt x="789757" y="158257"/>
                  <a:pt x="789530" y="157879"/>
                </a:cubicBezTo>
                <a:cubicBezTo>
                  <a:pt x="789303" y="157501"/>
                  <a:pt x="789190" y="157085"/>
                  <a:pt x="789190" y="156631"/>
                </a:cubicBezTo>
                <a:lnTo>
                  <a:pt x="789190" y="19182"/>
                </a:lnTo>
                <a:cubicBezTo>
                  <a:pt x="789190" y="16458"/>
                  <a:pt x="789909" y="14585"/>
                  <a:pt x="791346" y="13563"/>
                </a:cubicBezTo>
                <a:cubicBezTo>
                  <a:pt x="792784" y="12542"/>
                  <a:pt x="794184" y="12031"/>
                  <a:pt x="795546" y="12031"/>
                </a:cubicBezTo>
                <a:lnTo>
                  <a:pt x="801221" y="12031"/>
                </a:lnTo>
                <a:cubicBezTo>
                  <a:pt x="803037" y="12031"/>
                  <a:pt x="804550" y="12182"/>
                  <a:pt x="805761" y="12485"/>
                </a:cubicBezTo>
                <a:cubicBezTo>
                  <a:pt x="806972" y="12788"/>
                  <a:pt x="808069" y="13298"/>
                  <a:pt x="809053" y="14017"/>
                </a:cubicBezTo>
                <a:cubicBezTo>
                  <a:pt x="810036" y="14736"/>
                  <a:pt x="811001" y="15758"/>
                  <a:pt x="811947" y="17082"/>
                </a:cubicBezTo>
                <a:cubicBezTo>
                  <a:pt x="812893" y="18406"/>
                  <a:pt x="813933" y="20090"/>
                  <a:pt x="815068" y="22133"/>
                </a:cubicBezTo>
                <a:lnTo>
                  <a:pt x="854680" y="92389"/>
                </a:lnTo>
                <a:cubicBezTo>
                  <a:pt x="857177" y="96778"/>
                  <a:pt x="859541" y="100996"/>
                  <a:pt x="861773" y="105045"/>
                </a:cubicBezTo>
                <a:cubicBezTo>
                  <a:pt x="864006" y="109093"/>
                  <a:pt x="866181" y="113065"/>
                  <a:pt x="868300" y="116962"/>
                </a:cubicBezTo>
                <a:cubicBezTo>
                  <a:pt x="870418" y="120859"/>
                  <a:pt x="872518" y="124699"/>
                  <a:pt x="874599" y="128482"/>
                </a:cubicBezTo>
                <a:cubicBezTo>
                  <a:pt x="876680" y="132266"/>
                  <a:pt x="878742" y="136087"/>
                  <a:pt x="880785" y="139946"/>
                </a:cubicBezTo>
                <a:lnTo>
                  <a:pt x="880898" y="139946"/>
                </a:lnTo>
                <a:cubicBezTo>
                  <a:pt x="880823" y="133590"/>
                  <a:pt x="880785" y="126969"/>
                  <a:pt x="880785" y="120083"/>
                </a:cubicBezTo>
                <a:cubicBezTo>
                  <a:pt x="880785" y="113198"/>
                  <a:pt x="880785" y="106577"/>
                  <a:pt x="880785" y="100221"/>
                </a:cubicBezTo>
                <a:lnTo>
                  <a:pt x="880785" y="14755"/>
                </a:lnTo>
                <a:cubicBezTo>
                  <a:pt x="880785" y="14301"/>
                  <a:pt x="880898" y="13885"/>
                  <a:pt x="881125" y="13507"/>
                </a:cubicBezTo>
                <a:cubicBezTo>
                  <a:pt x="881352" y="13128"/>
                  <a:pt x="881731" y="12807"/>
                  <a:pt x="882260" y="12542"/>
                </a:cubicBezTo>
                <a:cubicBezTo>
                  <a:pt x="882790" y="12277"/>
                  <a:pt x="883490" y="12088"/>
                  <a:pt x="884360" y="11974"/>
                </a:cubicBezTo>
                <a:cubicBezTo>
                  <a:pt x="885230" y="11861"/>
                  <a:pt x="886346" y="11804"/>
                  <a:pt x="887708" y="11804"/>
                </a:cubicBezTo>
                <a:cubicBezTo>
                  <a:pt x="888919" y="11804"/>
                  <a:pt x="889978" y="11861"/>
                  <a:pt x="890886" y="11974"/>
                </a:cubicBezTo>
                <a:cubicBezTo>
                  <a:pt x="891794" y="12088"/>
                  <a:pt x="892513" y="12277"/>
                  <a:pt x="893043" y="12542"/>
                </a:cubicBezTo>
                <a:cubicBezTo>
                  <a:pt x="893573" y="12807"/>
                  <a:pt x="893970" y="13128"/>
                  <a:pt x="894235" y="13507"/>
                </a:cubicBezTo>
                <a:cubicBezTo>
                  <a:pt x="894499" y="13885"/>
                  <a:pt x="894632" y="14301"/>
                  <a:pt x="894632" y="14755"/>
                </a:cubicBezTo>
                <a:lnTo>
                  <a:pt x="894632" y="152204"/>
                </a:lnTo>
                <a:close/>
                <a:moveTo>
                  <a:pt x="1045017" y="156631"/>
                </a:moveTo>
                <a:cubicBezTo>
                  <a:pt x="1045017" y="157085"/>
                  <a:pt x="1044903" y="157501"/>
                  <a:pt x="1044676" y="157879"/>
                </a:cubicBezTo>
                <a:cubicBezTo>
                  <a:pt x="1044449" y="158257"/>
                  <a:pt x="1044071" y="158560"/>
                  <a:pt x="1043541" y="158787"/>
                </a:cubicBezTo>
                <a:cubicBezTo>
                  <a:pt x="1043012" y="159014"/>
                  <a:pt x="1042293" y="159203"/>
                  <a:pt x="1041385" y="159355"/>
                </a:cubicBezTo>
                <a:cubicBezTo>
                  <a:pt x="1040477" y="159506"/>
                  <a:pt x="1039380" y="159582"/>
                  <a:pt x="1038093" y="159582"/>
                </a:cubicBezTo>
                <a:cubicBezTo>
                  <a:pt x="1036731" y="159582"/>
                  <a:pt x="1035615" y="159506"/>
                  <a:pt x="1034745" y="159355"/>
                </a:cubicBezTo>
                <a:cubicBezTo>
                  <a:pt x="1033875" y="159203"/>
                  <a:pt x="1033175" y="159014"/>
                  <a:pt x="1032645" y="158787"/>
                </a:cubicBezTo>
                <a:cubicBezTo>
                  <a:pt x="1032115" y="158558"/>
                  <a:pt x="1031737" y="158254"/>
                  <a:pt x="1031510" y="157876"/>
                </a:cubicBezTo>
                <a:cubicBezTo>
                  <a:pt x="1031283" y="157497"/>
                  <a:pt x="1031170" y="157081"/>
                  <a:pt x="1031170" y="156627"/>
                </a:cubicBezTo>
                <a:lnTo>
                  <a:pt x="1031170" y="88076"/>
                </a:lnTo>
                <a:lnTo>
                  <a:pt x="957848" y="88076"/>
                </a:lnTo>
                <a:lnTo>
                  <a:pt x="957848" y="156627"/>
                </a:lnTo>
                <a:cubicBezTo>
                  <a:pt x="957848" y="157081"/>
                  <a:pt x="957735" y="157497"/>
                  <a:pt x="957508" y="157876"/>
                </a:cubicBezTo>
                <a:cubicBezTo>
                  <a:pt x="957281" y="158254"/>
                  <a:pt x="956903" y="158558"/>
                  <a:pt x="956373" y="158787"/>
                </a:cubicBezTo>
                <a:cubicBezTo>
                  <a:pt x="955843" y="159014"/>
                  <a:pt x="955143" y="159203"/>
                  <a:pt x="954273" y="159355"/>
                </a:cubicBezTo>
                <a:cubicBezTo>
                  <a:pt x="953403" y="159506"/>
                  <a:pt x="952287" y="159582"/>
                  <a:pt x="950925" y="159582"/>
                </a:cubicBezTo>
                <a:cubicBezTo>
                  <a:pt x="949639" y="159582"/>
                  <a:pt x="948541" y="159506"/>
                  <a:pt x="947633" y="159355"/>
                </a:cubicBezTo>
                <a:cubicBezTo>
                  <a:pt x="946725" y="159203"/>
                  <a:pt x="946006" y="159014"/>
                  <a:pt x="945477" y="158787"/>
                </a:cubicBezTo>
                <a:cubicBezTo>
                  <a:pt x="944947" y="158560"/>
                  <a:pt x="944569" y="158257"/>
                  <a:pt x="944342" y="157879"/>
                </a:cubicBezTo>
                <a:cubicBezTo>
                  <a:pt x="944115" y="157501"/>
                  <a:pt x="944001" y="157085"/>
                  <a:pt x="944001" y="156631"/>
                </a:cubicBezTo>
                <a:lnTo>
                  <a:pt x="944001" y="14301"/>
                </a:lnTo>
                <a:cubicBezTo>
                  <a:pt x="944001" y="13847"/>
                  <a:pt x="944115" y="13431"/>
                  <a:pt x="944342" y="13053"/>
                </a:cubicBezTo>
                <a:cubicBezTo>
                  <a:pt x="944569" y="12674"/>
                  <a:pt x="944947" y="12372"/>
                  <a:pt x="945477" y="12145"/>
                </a:cubicBezTo>
                <a:cubicBezTo>
                  <a:pt x="946006" y="11918"/>
                  <a:pt x="946725" y="11728"/>
                  <a:pt x="947633" y="11577"/>
                </a:cubicBezTo>
                <a:cubicBezTo>
                  <a:pt x="948541" y="11426"/>
                  <a:pt x="949639" y="11350"/>
                  <a:pt x="950925" y="11350"/>
                </a:cubicBezTo>
                <a:cubicBezTo>
                  <a:pt x="952287" y="11350"/>
                  <a:pt x="953403" y="11426"/>
                  <a:pt x="954273" y="11577"/>
                </a:cubicBezTo>
                <a:cubicBezTo>
                  <a:pt x="955143" y="11728"/>
                  <a:pt x="955843" y="11918"/>
                  <a:pt x="956373" y="12145"/>
                </a:cubicBezTo>
                <a:cubicBezTo>
                  <a:pt x="956903" y="12369"/>
                  <a:pt x="957281" y="12671"/>
                  <a:pt x="957508" y="13049"/>
                </a:cubicBezTo>
                <a:cubicBezTo>
                  <a:pt x="957735" y="13425"/>
                  <a:pt x="957848" y="13839"/>
                  <a:pt x="957848" y="14290"/>
                </a:cubicBezTo>
                <a:lnTo>
                  <a:pt x="957848" y="75591"/>
                </a:lnTo>
                <a:lnTo>
                  <a:pt x="1031170" y="75591"/>
                </a:lnTo>
                <a:lnTo>
                  <a:pt x="1031170" y="14290"/>
                </a:lnTo>
                <a:cubicBezTo>
                  <a:pt x="1031170" y="13839"/>
                  <a:pt x="1031283" y="13425"/>
                  <a:pt x="1031510" y="13049"/>
                </a:cubicBezTo>
                <a:cubicBezTo>
                  <a:pt x="1031737" y="12671"/>
                  <a:pt x="1032115" y="12369"/>
                  <a:pt x="1032645" y="12145"/>
                </a:cubicBezTo>
                <a:cubicBezTo>
                  <a:pt x="1033175" y="11918"/>
                  <a:pt x="1033875" y="11728"/>
                  <a:pt x="1034745" y="11577"/>
                </a:cubicBezTo>
                <a:cubicBezTo>
                  <a:pt x="1035615" y="11426"/>
                  <a:pt x="1036731" y="11350"/>
                  <a:pt x="1038093" y="11350"/>
                </a:cubicBezTo>
                <a:cubicBezTo>
                  <a:pt x="1039380" y="11350"/>
                  <a:pt x="1040477" y="11426"/>
                  <a:pt x="1041385" y="11577"/>
                </a:cubicBezTo>
                <a:cubicBezTo>
                  <a:pt x="1042293" y="11728"/>
                  <a:pt x="1043012" y="11918"/>
                  <a:pt x="1043541" y="12145"/>
                </a:cubicBezTo>
                <a:cubicBezTo>
                  <a:pt x="1044071" y="12372"/>
                  <a:pt x="1044449" y="12674"/>
                  <a:pt x="1044676" y="13053"/>
                </a:cubicBezTo>
                <a:cubicBezTo>
                  <a:pt x="1044903" y="13431"/>
                  <a:pt x="1045017" y="13847"/>
                  <a:pt x="1045017" y="14301"/>
                </a:cubicBezTo>
                <a:lnTo>
                  <a:pt x="1045017" y="156631"/>
                </a:lnTo>
                <a:close/>
                <a:moveTo>
                  <a:pt x="1104572" y="148799"/>
                </a:moveTo>
                <a:cubicBezTo>
                  <a:pt x="1104572" y="153263"/>
                  <a:pt x="1103853" y="156214"/>
                  <a:pt x="1102415" y="157652"/>
                </a:cubicBezTo>
                <a:cubicBezTo>
                  <a:pt x="1100977" y="159090"/>
                  <a:pt x="1098405" y="159809"/>
                  <a:pt x="1094697" y="159809"/>
                </a:cubicBezTo>
                <a:cubicBezTo>
                  <a:pt x="1091141" y="159809"/>
                  <a:pt x="1088663" y="159109"/>
                  <a:pt x="1087263" y="157709"/>
                </a:cubicBezTo>
                <a:cubicBezTo>
                  <a:pt x="1085863" y="156309"/>
                  <a:pt x="1085163" y="153415"/>
                  <a:pt x="1085163" y="149026"/>
                </a:cubicBezTo>
                <a:cubicBezTo>
                  <a:pt x="1085163" y="144562"/>
                  <a:pt x="1085882" y="141611"/>
                  <a:pt x="1087320" y="140173"/>
                </a:cubicBezTo>
                <a:cubicBezTo>
                  <a:pt x="1088757" y="138735"/>
                  <a:pt x="1091330" y="138017"/>
                  <a:pt x="1095038" y="138017"/>
                </a:cubicBezTo>
                <a:cubicBezTo>
                  <a:pt x="1098594" y="138017"/>
                  <a:pt x="1101072" y="138716"/>
                  <a:pt x="1102472" y="140116"/>
                </a:cubicBezTo>
                <a:cubicBezTo>
                  <a:pt x="1103872" y="141516"/>
                  <a:pt x="1104572" y="144410"/>
                  <a:pt x="1104572" y="148799"/>
                </a:cubicBezTo>
                <a:close/>
                <a:moveTo>
                  <a:pt x="1316453" y="83760"/>
                </a:moveTo>
                <a:cubicBezTo>
                  <a:pt x="1316453" y="95507"/>
                  <a:pt x="1315110" y="106136"/>
                  <a:pt x="1312424" y="115646"/>
                </a:cubicBezTo>
                <a:cubicBezTo>
                  <a:pt x="1309738" y="125157"/>
                  <a:pt x="1305708" y="133265"/>
                  <a:pt x="1300336" y="139971"/>
                </a:cubicBezTo>
                <a:cubicBezTo>
                  <a:pt x="1294964" y="146677"/>
                  <a:pt x="1288191" y="151849"/>
                  <a:pt x="1280019" y="155489"/>
                </a:cubicBezTo>
                <a:cubicBezTo>
                  <a:pt x="1271847" y="159125"/>
                  <a:pt x="1262313" y="160944"/>
                  <a:pt x="1251417" y="160944"/>
                </a:cubicBezTo>
                <a:cubicBezTo>
                  <a:pt x="1240521" y="160944"/>
                  <a:pt x="1231157" y="159220"/>
                  <a:pt x="1223326" y="155772"/>
                </a:cubicBezTo>
                <a:cubicBezTo>
                  <a:pt x="1215494" y="152325"/>
                  <a:pt x="1209063" y="147399"/>
                  <a:pt x="1204031" y="140996"/>
                </a:cubicBezTo>
                <a:cubicBezTo>
                  <a:pt x="1198999" y="134590"/>
                  <a:pt x="1195291" y="126766"/>
                  <a:pt x="1192908" y="117523"/>
                </a:cubicBezTo>
                <a:cubicBezTo>
                  <a:pt x="1190524" y="108277"/>
                  <a:pt x="1189333" y="97856"/>
                  <a:pt x="1189333" y="86260"/>
                </a:cubicBezTo>
                <a:cubicBezTo>
                  <a:pt x="1189333" y="74742"/>
                  <a:pt x="1190657" y="64285"/>
                  <a:pt x="1193305" y="54888"/>
                </a:cubicBezTo>
                <a:cubicBezTo>
                  <a:pt x="1195953" y="45491"/>
                  <a:pt x="1199983" y="37478"/>
                  <a:pt x="1205393" y="30847"/>
                </a:cubicBezTo>
                <a:cubicBezTo>
                  <a:pt x="1210803" y="24217"/>
                  <a:pt x="1217575" y="19083"/>
                  <a:pt x="1225709" y="15447"/>
                </a:cubicBezTo>
                <a:cubicBezTo>
                  <a:pt x="1233844" y="11808"/>
                  <a:pt x="1243397" y="9988"/>
                  <a:pt x="1254368" y="9988"/>
                </a:cubicBezTo>
                <a:cubicBezTo>
                  <a:pt x="1265037" y="9988"/>
                  <a:pt x="1274269" y="11693"/>
                  <a:pt x="1282062" y="15103"/>
                </a:cubicBezTo>
                <a:cubicBezTo>
                  <a:pt x="1289856" y="18512"/>
                  <a:pt x="1296307" y="23400"/>
                  <a:pt x="1301414" y="29765"/>
                </a:cubicBezTo>
                <a:cubicBezTo>
                  <a:pt x="1306522" y="36131"/>
                  <a:pt x="1310305" y="43861"/>
                  <a:pt x="1312764" y="52955"/>
                </a:cubicBezTo>
                <a:cubicBezTo>
                  <a:pt x="1315223" y="62049"/>
                  <a:pt x="1316453" y="72318"/>
                  <a:pt x="1316453" y="83760"/>
                </a:cubicBezTo>
                <a:moveTo>
                  <a:pt x="1301698" y="85012"/>
                </a:moveTo>
                <a:cubicBezTo>
                  <a:pt x="1301698" y="76294"/>
                  <a:pt x="1300885" y="68126"/>
                  <a:pt x="1299258" y="60510"/>
                </a:cubicBezTo>
                <a:cubicBezTo>
                  <a:pt x="1297631" y="52891"/>
                  <a:pt x="1294945" y="46259"/>
                  <a:pt x="1291199" y="40612"/>
                </a:cubicBezTo>
                <a:cubicBezTo>
                  <a:pt x="1287454" y="34963"/>
                  <a:pt x="1282479" y="30528"/>
                  <a:pt x="1276274" y="27307"/>
                </a:cubicBezTo>
                <a:cubicBezTo>
                  <a:pt x="1270069" y="24085"/>
                  <a:pt x="1262389" y="22473"/>
                  <a:pt x="1253233" y="22473"/>
                </a:cubicBezTo>
                <a:cubicBezTo>
                  <a:pt x="1244153" y="22473"/>
                  <a:pt x="1236492" y="24160"/>
                  <a:pt x="1230249" y="27534"/>
                </a:cubicBezTo>
                <a:cubicBezTo>
                  <a:pt x="1224007" y="30906"/>
                  <a:pt x="1218937" y="35436"/>
                  <a:pt x="1215040" y="41123"/>
                </a:cubicBezTo>
                <a:cubicBezTo>
                  <a:pt x="1211144" y="46807"/>
                  <a:pt x="1208344" y="53440"/>
                  <a:pt x="1206641" y="61021"/>
                </a:cubicBezTo>
                <a:cubicBezTo>
                  <a:pt x="1204939" y="68599"/>
                  <a:pt x="1204088" y="76596"/>
                  <a:pt x="1204088" y="85012"/>
                </a:cubicBezTo>
                <a:cubicBezTo>
                  <a:pt x="1204088" y="93957"/>
                  <a:pt x="1204863" y="102277"/>
                  <a:pt x="1206414" y="109971"/>
                </a:cubicBezTo>
                <a:cubicBezTo>
                  <a:pt x="1207966" y="117663"/>
                  <a:pt x="1210595" y="124353"/>
                  <a:pt x="1214303" y="130040"/>
                </a:cubicBezTo>
                <a:cubicBezTo>
                  <a:pt x="1218010" y="135724"/>
                  <a:pt x="1222967" y="140178"/>
                  <a:pt x="1229171" y="143401"/>
                </a:cubicBezTo>
                <a:cubicBezTo>
                  <a:pt x="1235376" y="146621"/>
                  <a:pt x="1243132" y="148232"/>
                  <a:pt x="1252439" y="148232"/>
                </a:cubicBezTo>
                <a:cubicBezTo>
                  <a:pt x="1261670" y="148232"/>
                  <a:pt x="1269426" y="146508"/>
                  <a:pt x="1275706" y="143060"/>
                </a:cubicBezTo>
                <a:cubicBezTo>
                  <a:pt x="1281987" y="139610"/>
                  <a:pt x="1287056" y="134986"/>
                  <a:pt x="1290915" y="129188"/>
                </a:cubicBezTo>
                <a:cubicBezTo>
                  <a:pt x="1294774" y="123388"/>
                  <a:pt x="1297536" y="116678"/>
                  <a:pt x="1299201" y="109060"/>
                </a:cubicBezTo>
                <a:cubicBezTo>
                  <a:pt x="1300866" y="101441"/>
                  <a:pt x="1301698" y="93425"/>
                  <a:pt x="1301698" y="85012"/>
                </a:cubicBezTo>
                <a:close/>
                <a:moveTo>
                  <a:pt x="1400099" y="150615"/>
                </a:moveTo>
                <a:cubicBezTo>
                  <a:pt x="1400099" y="152204"/>
                  <a:pt x="1399967" y="153490"/>
                  <a:pt x="1399702" y="154474"/>
                </a:cubicBezTo>
                <a:cubicBezTo>
                  <a:pt x="1399437" y="155458"/>
                  <a:pt x="1399021" y="156233"/>
                  <a:pt x="1398453" y="156801"/>
                </a:cubicBezTo>
                <a:cubicBezTo>
                  <a:pt x="1397886" y="157368"/>
                  <a:pt x="1397053" y="157898"/>
                  <a:pt x="1395956" y="158390"/>
                </a:cubicBezTo>
                <a:cubicBezTo>
                  <a:pt x="1394859" y="158882"/>
                  <a:pt x="1393592" y="159298"/>
                  <a:pt x="1392154" y="159638"/>
                </a:cubicBezTo>
                <a:cubicBezTo>
                  <a:pt x="1390716" y="159979"/>
                  <a:pt x="1389203" y="160244"/>
                  <a:pt x="1387614" y="160433"/>
                </a:cubicBezTo>
                <a:cubicBezTo>
                  <a:pt x="1386025" y="160622"/>
                  <a:pt x="1384474" y="160717"/>
                  <a:pt x="1382960" y="160717"/>
                </a:cubicBezTo>
                <a:cubicBezTo>
                  <a:pt x="1377891" y="160717"/>
                  <a:pt x="1373578" y="160036"/>
                  <a:pt x="1370021" y="158674"/>
                </a:cubicBezTo>
                <a:cubicBezTo>
                  <a:pt x="1366465" y="157312"/>
                  <a:pt x="1363552" y="155250"/>
                  <a:pt x="1361282" y="152488"/>
                </a:cubicBezTo>
                <a:cubicBezTo>
                  <a:pt x="1359012" y="149726"/>
                  <a:pt x="1357366" y="146226"/>
                  <a:pt x="1356345" y="141989"/>
                </a:cubicBezTo>
                <a:cubicBezTo>
                  <a:pt x="1355323" y="137752"/>
                  <a:pt x="1354812" y="132758"/>
                  <a:pt x="1354812" y="127007"/>
                </a:cubicBezTo>
                <a:lnTo>
                  <a:pt x="1354812" y="63106"/>
                </a:lnTo>
                <a:lnTo>
                  <a:pt x="1339490" y="63106"/>
                </a:lnTo>
                <a:cubicBezTo>
                  <a:pt x="1338430" y="63106"/>
                  <a:pt x="1337598" y="62629"/>
                  <a:pt x="1336993" y="61673"/>
                </a:cubicBezTo>
                <a:cubicBezTo>
                  <a:pt x="1336387" y="60718"/>
                  <a:pt x="1336085" y="59285"/>
                  <a:pt x="1336085" y="57374"/>
                </a:cubicBezTo>
                <a:cubicBezTo>
                  <a:pt x="1336085" y="56381"/>
                  <a:pt x="1336160" y="55522"/>
                  <a:pt x="1336312" y="54796"/>
                </a:cubicBezTo>
                <a:cubicBezTo>
                  <a:pt x="1336463" y="54070"/>
                  <a:pt x="1336690" y="53459"/>
                  <a:pt x="1336993" y="52962"/>
                </a:cubicBezTo>
                <a:cubicBezTo>
                  <a:pt x="1337295" y="52466"/>
                  <a:pt x="1337655" y="52103"/>
                  <a:pt x="1338071" y="51873"/>
                </a:cubicBezTo>
                <a:cubicBezTo>
                  <a:pt x="1338487" y="51644"/>
                  <a:pt x="1338960" y="51529"/>
                  <a:pt x="1339490" y="51529"/>
                </a:cubicBezTo>
                <a:lnTo>
                  <a:pt x="1354812" y="51529"/>
                </a:lnTo>
                <a:lnTo>
                  <a:pt x="1354812" y="26332"/>
                </a:lnTo>
                <a:cubicBezTo>
                  <a:pt x="1354812" y="25878"/>
                  <a:pt x="1354907" y="25462"/>
                  <a:pt x="1355096" y="25084"/>
                </a:cubicBezTo>
                <a:cubicBezTo>
                  <a:pt x="1355285" y="24705"/>
                  <a:pt x="1355645" y="24384"/>
                  <a:pt x="1356174" y="24119"/>
                </a:cubicBezTo>
                <a:cubicBezTo>
                  <a:pt x="1356704" y="23854"/>
                  <a:pt x="1357404" y="23665"/>
                  <a:pt x="1358274" y="23551"/>
                </a:cubicBezTo>
                <a:cubicBezTo>
                  <a:pt x="1359144" y="23438"/>
                  <a:pt x="1360223" y="23381"/>
                  <a:pt x="1361509" y="23381"/>
                </a:cubicBezTo>
                <a:cubicBezTo>
                  <a:pt x="1362871" y="23381"/>
                  <a:pt x="1363987" y="23438"/>
                  <a:pt x="1364857" y="23551"/>
                </a:cubicBezTo>
                <a:cubicBezTo>
                  <a:pt x="1365727" y="23665"/>
                  <a:pt x="1366408" y="23854"/>
                  <a:pt x="1366900" y="24119"/>
                </a:cubicBezTo>
                <a:cubicBezTo>
                  <a:pt x="1367392" y="24384"/>
                  <a:pt x="1367751" y="24705"/>
                  <a:pt x="1367978" y="25084"/>
                </a:cubicBezTo>
                <a:cubicBezTo>
                  <a:pt x="1368205" y="25462"/>
                  <a:pt x="1368319" y="25878"/>
                  <a:pt x="1368319" y="26332"/>
                </a:cubicBezTo>
                <a:lnTo>
                  <a:pt x="1368319" y="51529"/>
                </a:lnTo>
                <a:lnTo>
                  <a:pt x="1396694" y="51529"/>
                </a:lnTo>
                <a:cubicBezTo>
                  <a:pt x="1397224" y="51529"/>
                  <a:pt x="1397697" y="51644"/>
                  <a:pt x="1398113" y="51873"/>
                </a:cubicBezTo>
                <a:cubicBezTo>
                  <a:pt x="1398529" y="52103"/>
                  <a:pt x="1398888" y="52466"/>
                  <a:pt x="1399191" y="52962"/>
                </a:cubicBezTo>
                <a:cubicBezTo>
                  <a:pt x="1399494" y="53459"/>
                  <a:pt x="1399721" y="54070"/>
                  <a:pt x="1399872" y="54796"/>
                </a:cubicBezTo>
                <a:cubicBezTo>
                  <a:pt x="1400023" y="55522"/>
                  <a:pt x="1400099" y="56381"/>
                  <a:pt x="1400099" y="57374"/>
                </a:cubicBezTo>
                <a:cubicBezTo>
                  <a:pt x="1400099" y="59285"/>
                  <a:pt x="1399777" y="60718"/>
                  <a:pt x="1399134" y="61673"/>
                </a:cubicBezTo>
                <a:cubicBezTo>
                  <a:pt x="1398491" y="62629"/>
                  <a:pt x="1397678" y="63106"/>
                  <a:pt x="1396694" y="63106"/>
                </a:cubicBezTo>
                <a:lnTo>
                  <a:pt x="1368319" y="63106"/>
                </a:lnTo>
                <a:lnTo>
                  <a:pt x="1368319" y="125191"/>
                </a:lnTo>
                <a:cubicBezTo>
                  <a:pt x="1368319" y="132985"/>
                  <a:pt x="1369435" y="138925"/>
                  <a:pt x="1371667" y="143011"/>
                </a:cubicBezTo>
                <a:cubicBezTo>
                  <a:pt x="1373899" y="147097"/>
                  <a:pt x="1377966" y="149140"/>
                  <a:pt x="1383868" y="149140"/>
                </a:cubicBezTo>
                <a:cubicBezTo>
                  <a:pt x="1385685" y="149140"/>
                  <a:pt x="1387330" y="148950"/>
                  <a:pt x="1388806" y="148572"/>
                </a:cubicBezTo>
                <a:cubicBezTo>
                  <a:pt x="1390281" y="148194"/>
                  <a:pt x="1391587" y="147778"/>
                  <a:pt x="1392722" y="147324"/>
                </a:cubicBezTo>
                <a:cubicBezTo>
                  <a:pt x="1393857" y="146870"/>
                  <a:pt x="1394821" y="146453"/>
                  <a:pt x="1395616" y="146075"/>
                </a:cubicBezTo>
                <a:cubicBezTo>
                  <a:pt x="1396410" y="145697"/>
                  <a:pt x="1397110" y="145508"/>
                  <a:pt x="1397716" y="145508"/>
                </a:cubicBezTo>
                <a:cubicBezTo>
                  <a:pt x="1398094" y="145508"/>
                  <a:pt x="1398434" y="145583"/>
                  <a:pt x="1398737" y="145735"/>
                </a:cubicBezTo>
                <a:cubicBezTo>
                  <a:pt x="1399040" y="145886"/>
                  <a:pt x="1399286" y="146170"/>
                  <a:pt x="1399475" y="146586"/>
                </a:cubicBezTo>
                <a:cubicBezTo>
                  <a:pt x="1399664" y="147002"/>
                  <a:pt x="1399815" y="147532"/>
                  <a:pt x="1399929" y="148175"/>
                </a:cubicBezTo>
                <a:cubicBezTo>
                  <a:pt x="1400042" y="148818"/>
                  <a:pt x="1400099" y="149631"/>
                  <a:pt x="1400099" y="150615"/>
                </a:cubicBezTo>
                <a:close/>
                <a:moveTo>
                  <a:pt x="1511095" y="156631"/>
                </a:moveTo>
                <a:cubicBezTo>
                  <a:pt x="1511095" y="157085"/>
                  <a:pt x="1510981" y="157501"/>
                  <a:pt x="1510754" y="157879"/>
                </a:cubicBezTo>
                <a:cubicBezTo>
                  <a:pt x="1510527" y="158257"/>
                  <a:pt x="1510168" y="158560"/>
                  <a:pt x="1509676" y="158787"/>
                </a:cubicBezTo>
                <a:cubicBezTo>
                  <a:pt x="1509184" y="159014"/>
                  <a:pt x="1508503" y="159203"/>
                  <a:pt x="1507633" y="159355"/>
                </a:cubicBezTo>
                <a:cubicBezTo>
                  <a:pt x="1506763" y="159506"/>
                  <a:pt x="1505684" y="159582"/>
                  <a:pt x="1504398" y="159582"/>
                </a:cubicBezTo>
                <a:cubicBezTo>
                  <a:pt x="1503036" y="159582"/>
                  <a:pt x="1501920" y="159506"/>
                  <a:pt x="1501050" y="159355"/>
                </a:cubicBezTo>
                <a:cubicBezTo>
                  <a:pt x="1500180" y="159203"/>
                  <a:pt x="1499499" y="159014"/>
                  <a:pt x="1499007" y="158787"/>
                </a:cubicBezTo>
                <a:cubicBezTo>
                  <a:pt x="1498515" y="158560"/>
                  <a:pt x="1498156" y="158257"/>
                  <a:pt x="1497929" y="157879"/>
                </a:cubicBezTo>
                <a:cubicBezTo>
                  <a:pt x="1497702" y="157501"/>
                  <a:pt x="1497588" y="157085"/>
                  <a:pt x="1497588" y="156631"/>
                </a:cubicBezTo>
                <a:lnTo>
                  <a:pt x="1497588" y="95681"/>
                </a:lnTo>
                <a:cubicBezTo>
                  <a:pt x="1497588" y="89325"/>
                  <a:pt x="1497096" y="84161"/>
                  <a:pt x="1496113" y="80188"/>
                </a:cubicBezTo>
                <a:cubicBezTo>
                  <a:pt x="1495129" y="76216"/>
                  <a:pt x="1493653" y="72811"/>
                  <a:pt x="1491686" y="69973"/>
                </a:cubicBezTo>
                <a:cubicBezTo>
                  <a:pt x="1489719" y="67136"/>
                  <a:pt x="1487203" y="64941"/>
                  <a:pt x="1484138" y="63390"/>
                </a:cubicBezTo>
                <a:cubicBezTo>
                  <a:pt x="1481074" y="61839"/>
                  <a:pt x="1477499" y="61063"/>
                  <a:pt x="1473413" y="61063"/>
                </a:cubicBezTo>
                <a:cubicBezTo>
                  <a:pt x="1468192" y="61063"/>
                  <a:pt x="1462971" y="62917"/>
                  <a:pt x="1457749" y="66625"/>
                </a:cubicBezTo>
                <a:cubicBezTo>
                  <a:pt x="1452528" y="70332"/>
                  <a:pt x="1447043" y="75780"/>
                  <a:pt x="1441292" y="82969"/>
                </a:cubicBezTo>
                <a:lnTo>
                  <a:pt x="1441292" y="156631"/>
                </a:lnTo>
                <a:cubicBezTo>
                  <a:pt x="1441292" y="157085"/>
                  <a:pt x="1441178" y="157501"/>
                  <a:pt x="1440951" y="157879"/>
                </a:cubicBezTo>
                <a:cubicBezTo>
                  <a:pt x="1440724" y="158257"/>
                  <a:pt x="1440365" y="158560"/>
                  <a:pt x="1439873" y="158787"/>
                </a:cubicBezTo>
                <a:cubicBezTo>
                  <a:pt x="1439381" y="159014"/>
                  <a:pt x="1438700" y="159203"/>
                  <a:pt x="1437830" y="159355"/>
                </a:cubicBezTo>
                <a:cubicBezTo>
                  <a:pt x="1436960" y="159506"/>
                  <a:pt x="1435844" y="159582"/>
                  <a:pt x="1434482" y="159582"/>
                </a:cubicBezTo>
                <a:cubicBezTo>
                  <a:pt x="1433196" y="159582"/>
                  <a:pt x="1432117" y="159506"/>
                  <a:pt x="1431247" y="159355"/>
                </a:cubicBezTo>
                <a:cubicBezTo>
                  <a:pt x="1430377" y="159203"/>
                  <a:pt x="1429677" y="159014"/>
                  <a:pt x="1429147" y="158787"/>
                </a:cubicBezTo>
                <a:cubicBezTo>
                  <a:pt x="1428618" y="158560"/>
                  <a:pt x="1428258" y="158257"/>
                  <a:pt x="1428069" y="157879"/>
                </a:cubicBezTo>
                <a:cubicBezTo>
                  <a:pt x="1427880" y="157501"/>
                  <a:pt x="1427785" y="157085"/>
                  <a:pt x="1427785" y="156631"/>
                </a:cubicBezTo>
                <a:lnTo>
                  <a:pt x="1427785" y="3632"/>
                </a:lnTo>
                <a:cubicBezTo>
                  <a:pt x="1427785" y="3178"/>
                  <a:pt x="1427880" y="2762"/>
                  <a:pt x="1428069" y="2384"/>
                </a:cubicBezTo>
                <a:cubicBezTo>
                  <a:pt x="1428258" y="2005"/>
                  <a:pt x="1428618" y="1684"/>
                  <a:pt x="1429147" y="1419"/>
                </a:cubicBezTo>
                <a:cubicBezTo>
                  <a:pt x="1429677" y="1154"/>
                  <a:pt x="1430377" y="965"/>
                  <a:pt x="1431247" y="851"/>
                </a:cubicBezTo>
                <a:cubicBezTo>
                  <a:pt x="1432117" y="738"/>
                  <a:pt x="1433196" y="681"/>
                  <a:pt x="1434482" y="681"/>
                </a:cubicBezTo>
                <a:cubicBezTo>
                  <a:pt x="1435844" y="681"/>
                  <a:pt x="1436960" y="738"/>
                  <a:pt x="1437830" y="851"/>
                </a:cubicBezTo>
                <a:cubicBezTo>
                  <a:pt x="1438700" y="965"/>
                  <a:pt x="1439381" y="1154"/>
                  <a:pt x="1439873" y="1419"/>
                </a:cubicBezTo>
                <a:cubicBezTo>
                  <a:pt x="1440365" y="1684"/>
                  <a:pt x="1440724" y="2005"/>
                  <a:pt x="1440951" y="2384"/>
                </a:cubicBezTo>
                <a:cubicBezTo>
                  <a:pt x="1441178" y="2762"/>
                  <a:pt x="1441292" y="3178"/>
                  <a:pt x="1441292" y="3632"/>
                </a:cubicBezTo>
                <a:lnTo>
                  <a:pt x="1441292" y="67760"/>
                </a:lnTo>
                <a:cubicBezTo>
                  <a:pt x="1446891" y="61555"/>
                  <a:pt x="1452491" y="56996"/>
                  <a:pt x="1458090" y="54083"/>
                </a:cubicBezTo>
                <a:cubicBezTo>
                  <a:pt x="1463689" y="51170"/>
                  <a:pt x="1469289" y="49713"/>
                  <a:pt x="1474888" y="49713"/>
                </a:cubicBezTo>
                <a:cubicBezTo>
                  <a:pt x="1481622" y="49713"/>
                  <a:pt x="1487297" y="50848"/>
                  <a:pt x="1491913" y="53118"/>
                </a:cubicBezTo>
                <a:cubicBezTo>
                  <a:pt x="1496529" y="55388"/>
                  <a:pt x="1500255" y="58453"/>
                  <a:pt x="1503093" y="62312"/>
                </a:cubicBezTo>
                <a:cubicBezTo>
                  <a:pt x="1505930" y="66171"/>
                  <a:pt x="1507973" y="70673"/>
                  <a:pt x="1509222" y="75818"/>
                </a:cubicBezTo>
                <a:cubicBezTo>
                  <a:pt x="1510470" y="80964"/>
                  <a:pt x="1511095" y="87168"/>
                  <a:pt x="1511095" y="94432"/>
                </a:cubicBezTo>
                <a:lnTo>
                  <a:pt x="1511095" y="156631"/>
                </a:lnTo>
                <a:close/>
                <a:moveTo>
                  <a:pt x="1632423" y="99994"/>
                </a:moveTo>
                <a:cubicBezTo>
                  <a:pt x="1632423" y="102718"/>
                  <a:pt x="1631704" y="104591"/>
                  <a:pt x="1630266" y="105612"/>
                </a:cubicBezTo>
                <a:cubicBezTo>
                  <a:pt x="1628829" y="106634"/>
                  <a:pt x="1627429" y="107144"/>
                  <a:pt x="1626067" y="107144"/>
                </a:cubicBezTo>
                <a:lnTo>
                  <a:pt x="1556037" y="107144"/>
                </a:lnTo>
                <a:cubicBezTo>
                  <a:pt x="1556037" y="113517"/>
                  <a:pt x="1556661" y="119283"/>
                  <a:pt x="1557910" y="124443"/>
                </a:cubicBezTo>
                <a:cubicBezTo>
                  <a:pt x="1559158" y="129602"/>
                  <a:pt x="1561220" y="134022"/>
                  <a:pt x="1564096" y="137701"/>
                </a:cubicBezTo>
                <a:cubicBezTo>
                  <a:pt x="1566971" y="141380"/>
                  <a:pt x="1570717" y="144207"/>
                  <a:pt x="1575332" y="146181"/>
                </a:cubicBezTo>
                <a:cubicBezTo>
                  <a:pt x="1579948" y="148154"/>
                  <a:pt x="1585623" y="149140"/>
                  <a:pt x="1592357" y="149140"/>
                </a:cubicBezTo>
                <a:cubicBezTo>
                  <a:pt x="1597124" y="149140"/>
                  <a:pt x="1601399" y="148717"/>
                  <a:pt x="1605183" y="147873"/>
                </a:cubicBezTo>
                <a:cubicBezTo>
                  <a:pt x="1608966" y="147029"/>
                  <a:pt x="1612239" y="146089"/>
                  <a:pt x="1615001" y="145054"/>
                </a:cubicBezTo>
                <a:cubicBezTo>
                  <a:pt x="1617762" y="144018"/>
                  <a:pt x="1620032" y="143078"/>
                  <a:pt x="1621811" y="142234"/>
                </a:cubicBezTo>
                <a:cubicBezTo>
                  <a:pt x="1623589" y="141390"/>
                  <a:pt x="1624856" y="140968"/>
                  <a:pt x="1625613" y="140968"/>
                </a:cubicBezTo>
                <a:cubicBezTo>
                  <a:pt x="1626067" y="140968"/>
                  <a:pt x="1626483" y="141082"/>
                  <a:pt x="1626861" y="141312"/>
                </a:cubicBezTo>
                <a:cubicBezTo>
                  <a:pt x="1627240" y="141541"/>
                  <a:pt x="1627542" y="141904"/>
                  <a:pt x="1627769" y="142400"/>
                </a:cubicBezTo>
                <a:cubicBezTo>
                  <a:pt x="1627996" y="142897"/>
                  <a:pt x="1628167" y="143527"/>
                  <a:pt x="1628280" y="144291"/>
                </a:cubicBezTo>
                <a:cubicBezTo>
                  <a:pt x="1628394" y="145055"/>
                  <a:pt x="1628450" y="146009"/>
                  <a:pt x="1628450" y="147153"/>
                </a:cubicBezTo>
                <a:cubicBezTo>
                  <a:pt x="1628450" y="147690"/>
                  <a:pt x="1628413" y="148207"/>
                  <a:pt x="1628337" y="148703"/>
                </a:cubicBezTo>
                <a:cubicBezTo>
                  <a:pt x="1628261" y="149200"/>
                  <a:pt x="1628167" y="149659"/>
                  <a:pt x="1628053" y="150079"/>
                </a:cubicBezTo>
                <a:cubicBezTo>
                  <a:pt x="1627940" y="150498"/>
                  <a:pt x="1627769" y="150899"/>
                  <a:pt x="1627542" y="151282"/>
                </a:cubicBezTo>
                <a:cubicBezTo>
                  <a:pt x="1627315" y="151663"/>
                  <a:pt x="1627013" y="152044"/>
                  <a:pt x="1626634" y="152428"/>
                </a:cubicBezTo>
                <a:cubicBezTo>
                  <a:pt x="1626256" y="152808"/>
                  <a:pt x="1625083" y="153472"/>
                  <a:pt x="1623116" y="154417"/>
                </a:cubicBezTo>
                <a:cubicBezTo>
                  <a:pt x="1621149" y="155363"/>
                  <a:pt x="1618576" y="156309"/>
                  <a:pt x="1615398" y="157255"/>
                </a:cubicBezTo>
                <a:cubicBezTo>
                  <a:pt x="1612220" y="158201"/>
                  <a:pt x="1608531" y="159052"/>
                  <a:pt x="1604332" y="159809"/>
                </a:cubicBezTo>
                <a:cubicBezTo>
                  <a:pt x="1600132" y="160565"/>
                  <a:pt x="1595611" y="160944"/>
                  <a:pt x="1590768" y="160944"/>
                </a:cubicBezTo>
                <a:cubicBezTo>
                  <a:pt x="1582823" y="160944"/>
                  <a:pt x="1575786" y="159751"/>
                  <a:pt x="1569657" y="157365"/>
                </a:cubicBezTo>
                <a:cubicBezTo>
                  <a:pt x="1563528" y="154979"/>
                  <a:pt x="1558383" y="151457"/>
                  <a:pt x="1554221" y="146799"/>
                </a:cubicBezTo>
                <a:cubicBezTo>
                  <a:pt x="1550059" y="142140"/>
                  <a:pt x="1546900" y="136365"/>
                  <a:pt x="1544744" y="129472"/>
                </a:cubicBezTo>
                <a:cubicBezTo>
                  <a:pt x="1542587" y="122579"/>
                  <a:pt x="1541509" y="114588"/>
                  <a:pt x="1541509" y="105499"/>
                </a:cubicBezTo>
                <a:cubicBezTo>
                  <a:pt x="1541509" y="96787"/>
                  <a:pt x="1542625" y="88986"/>
                  <a:pt x="1544857" y="82093"/>
                </a:cubicBezTo>
                <a:cubicBezTo>
                  <a:pt x="1547090" y="75200"/>
                  <a:pt x="1550286" y="69349"/>
                  <a:pt x="1554448" y="64539"/>
                </a:cubicBezTo>
                <a:cubicBezTo>
                  <a:pt x="1558610" y="59730"/>
                  <a:pt x="1563623" y="56056"/>
                  <a:pt x="1569487" y="53519"/>
                </a:cubicBezTo>
                <a:cubicBezTo>
                  <a:pt x="1575351" y="50982"/>
                  <a:pt x="1581877" y="49713"/>
                  <a:pt x="1589066" y="49713"/>
                </a:cubicBezTo>
                <a:cubicBezTo>
                  <a:pt x="1596784" y="49713"/>
                  <a:pt x="1603367" y="51000"/>
                  <a:pt x="1608815" y="53572"/>
                </a:cubicBezTo>
                <a:cubicBezTo>
                  <a:pt x="1614263" y="56145"/>
                  <a:pt x="1618746" y="59607"/>
                  <a:pt x="1622265" y="63957"/>
                </a:cubicBezTo>
                <a:cubicBezTo>
                  <a:pt x="1625783" y="68308"/>
                  <a:pt x="1628356" y="73359"/>
                  <a:pt x="1629983" y="79110"/>
                </a:cubicBezTo>
                <a:cubicBezTo>
                  <a:pt x="1631610" y="84860"/>
                  <a:pt x="1632423" y="90914"/>
                  <a:pt x="1632423" y="97270"/>
                </a:cubicBezTo>
                <a:lnTo>
                  <a:pt x="1632423" y="99994"/>
                </a:lnTo>
                <a:moveTo>
                  <a:pt x="1618462" y="96021"/>
                </a:moveTo>
                <a:cubicBezTo>
                  <a:pt x="1618689" y="85125"/>
                  <a:pt x="1616192" y="76613"/>
                  <a:pt x="1610971" y="70484"/>
                </a:cubicBezTo>
                <a:cubicBezTo>
                  <a:pt x="1605750" y="64355"/>
                  <a:pt x="1598146" y="61290"/>
                  <a:pt x="1588158" y="61290"/>
                </a:cubicBezTo>
                <a:cubicBezTo>
                  <a:pt x="1583012" y="61290"/>
                  <a:pt x="1578491" y="62255"/>
                  <a:pt x="1574594" y="64184"/>
                </a:cubicBezTo>
                <a:cubicBezTo>
                  <a:pt x="1570698" y="66114"/>
                  <a:pt x="1567406" y="68668"/>
                  <a:pt x="1564720" y="71846"/>
                </a:cubicBezTo>
                <a:cubicBezTo>
                  <a:pt x="1562034" y="75024"/>
                  <a:pt x="1559972" y="78713"/>
                  <a:pt x="1558534" y="82912"/>
                </a:cubicBezTo>
                <a:cubicBezTo>
                  <a:pt x="1557096" y="87112"/>
                  <a:pt x="1556264" y="91481"/>
                  <a:pt x="1556037" y="96021"/>
                </a:cubicBezTo>
                <a:lnTo>
                  <a:pt x="1618462" y="96021"/>
                </a:lnTo>
                <a:close/>
                <a:moveTo>
                  <a:pt x="1727673" y="59219"/>
                </a:moveTo>
                <a:cubicBezTo>
                  <a:pt x="1727673" y="60363"/>
                  <a:pt x="1727635" y="61335"/>
                  <a:pt x="1727559" y="62134"/>
                </a:cubicBezTo>
                <a:cubicBezTo>
                  <a:pt x="1727483" y="62934"/>
                  <a:pt x="1727351" y="63579"/>
                  <a:pt x="1727162" y="64071"/>
                </a:cubicBezTo>
                <a:cubicBezTo>
                  <a:pt x="1726973" y="64563"/>
                  <a:pt x="1726746" y="64941"/>
                  <a:pt x="1726481" y="65206"/>
                </a:cubicBezTo>
                <a:cubicBezTo>
                  <a:pt x="1726216" y="65471"/>
                  <a:pt x="1725857" y="65603"/>
                  <a:pt x="1725403" y="65603"/>
                </a:cubicBezTo>
                <a:cubicBezTo>
                  <a:pt x="1724722" y="65603"/>
                  <a:pt x="1723927" y="65433"/>
                  <a:pt x="1723019" y="65092"/>
                </a:cubicBezTo>
                <a:cubicBezTo>
                  <a:pt x="1722111" y="64752"/>
                  <a:pt x="1721052" y="64393"/>
                  <a:pt x="1719841" y="64014"/>
                </a:cubicBezTo>
                <a:cubicBezTo>
                  <a:pt x="1718630" y="63636"/>
                  <a:pt x="1717306" y="63276"/>
                  <a:pt x="1715869" y="62936"/>
                </a:cubicBezTo>
                <a:cubicBezTo>
                  <a:pt x="1714431" y="62595"/>
                  <a:pt x="1712842" y="62425"/>
                  <a:pt x="1711102" y="62425"/>
                </a:cubicBezTo>
                <a:cubicBezTo>
                  <a:pt x="1709059" y="62425"/>
                  <a:pt x="1707053" y="62857"/>
                  <a:pt x="1705086" y="63720"/>
                </a:cubicBezTo>
                <a:cubicBezTo>
                  <a:pt x="1703119" y="64583"/>
                  <a:pt x="1701057" y="65972"/>
                  <a:pt x="1698900" y="67887"/>
                </a:cubicBezTo>
                <a:cubicBezTo>
                  <a:pt x="1696744" y="69803"/>
                  <a:pt x="1694474" y="72338"/>
                  <a:pt x="1692090" y="75492"/>
                </a:cubicBezTo>
                <a:cubicBezTo>
                  <a:pt x="1689707" y="78646"/>
                  <a:pt x="1687077" y="82514"/>
                  <a:pt x="1684202" y="87094"/>
                </a:cubicBezTo>
                <a:lnTo>
                  <a:pt x="1684202" y="156627"/>
                </a:lnTo>
                <a:cubicBezTo>
                  <a:pt x="1684202" y="157081"/>
                  <a:pt x="1684088" y="157498"/>
                  <a:pt x="1683861" y="157879"/>
                </a:cubicBezTo>
                <a:cubicBezTo>
                  <a:pt x="1683634" y="158257"/>
                  <a:pt x="1683275" y="158560"/>
                  <a:pt x="1682783" y="158787"/>
                </a:cubicBezTo>
                <a:cubicBezTo>
                  <a:pt x="1682291" y="159014"/>
                  <a:pt x="1681610" y="159203"/>
                  <a:pt x="1680740" y="159355"/>
                </a:cubicBezTo>
                <a:cubicBezTo>
                  <a:pt x="1679870" y="159506"/>
                  <a:pt x="1678754" y="159582"/>
                  <a:pt x="1677392" y="159582"/>
                </a:cubicBezTo>
                <a:cubicBezTo>
                  <a:pt x="1676106" y="159582"/>
                  <a:pt x="1675027" y="159506"/>
                  <a:pt x="1674157" y="159355"/>
                </a:cubicBezTo>
                <a:cubicBezTo>
                  <a:pt x="1673287" y="159203"/>
                  <a:pt x="1672587" y="159014"/>
                  <a:pt x="1672057" y="158787"/>
                </a:cubicBezTo>
                <a:cubicBezTo>
                  <a:pt x="1671528" y="158560"/>
                  <a:pt x="1671168" y="158257"/>
                  <a:pt x="1670979" y="157879"/>
                </a:cubicBezTo>
                <a:cubicBezTo>
                  <a:pt x="1670790" y="157498"/>
                  <a:pt x="1670695" y="157081"/>
                  <a:pt x="1670695" y="156627"/>
                </a:cubicBezTo>
                <a:lnTo>
                  <a:pt x="1670695" y="53803"/>
                </a:lnTo>
                <a:cubicBezTo>
                  <a:pt x="1670695" y="53349"/>
                  <a:pt x="1670790" y="52933"/>
                  <a:pt x="1670979" y="52554"/>
                </a:cubicBezTo>
                <a:cubicBezTo>
                  <a:pt x="1671168" y="52174"/>
                  <a:pt x="1671528" y="51851"/>
                  <a:pt x="1672057" y="51586"/>
                </a:cubicBezTo>
                <a:cubicBezTo>
                  <a:pt x="1672587" y="51321"/>
                  <a:pt x="1673249" y="51132"/>
                  <a:pt x="1674044" y="51018"/>
                </a:cubicBezTo>
                <a:cubicBezTo>
                  <a:pt x="1674838" y="50905"/>
                  <a:pt x="1675879" y="50848"/>
                  <a:pt x="1677165" y="50848"/>
                </a:cubicBezTo>
                <a:cubicBezTo>
                  <a:pt x="1678451" y="50848"/>
                  <a:pt x="1679511" y="50905"/>
                  <a:pt x="1680343" y="51018"/>
                </a:cubicBezTo>
                <a:cubicBezTo>
                  <a:pt x="1681175" y="51132"/>
                  <a:pt x="1681818" y="51321"/>
                  <a:pt x="1682272" y="51586"/>
                </a:cubicBezTo>
                <a:cubicBezTo>
                  <a:pt x="1682726" y="51851"/>
                  <a:pt x="1683048" y="52174"/>
                  <a:pt x="1683237" y="52554"/>
                </a:cubicBezTo>
                <a:cubicBezTo>
                  <a:pt x="1683426" y="52933"/>
                  <a:pt x="1683521" y="53349"/>
                  <a:pt x="1683521" y="53803"/>
                </a:cubicBezTo>
                <a:lnTo>
                  <a:pt x="1683521" y="70051"/>
                </a:lnTo>
                <a:cubicBezTo>
                  <a:pt x="1686472" y="65757"/>
                  <a:pt x="1689196" y="62292"/>
                  <a:pt x="1691693" y="59655"/>
                </a:cubicBezTo>
                <a:cubicBezTo>
                  <a:pt x="1694190" y="57019"/>
                  <a:pt x="1696574" y="54966"/>
                  <a:pt x="1698844" y="53498"/>
                </a:cubicBezTo>
                <a:cubicBezTo>
                  <a:pt x="1701114" y="52029"/>
                  <a:pt x="1703327" y="51031"/>
                  <a:pt x="1705483" y="50504"/>
                </a:cubicBezTo>
                <a:cubicBezTo>
                  <a:pt x="1707640" y="49977"/>
                  <a:pt x="1709853" y="49713"/>
                  <a:pt x="1712123" y="49713"/>
                </a:cubicBezTo>
                <a:cubicBezTo>
                  <a:pt x="1713107" y="49713"/>
                  <a:pt x="1714242" y="49771"/>
                  <a:pt x="1715528" y="49887"/>
                </a:cubicBezTo>
                <a:cubicBezTo>
                  <a:pt x="1716814" y="50000"/>
                  <a:pt x="1718195" y="50210"/>
                  <a:pt x="1719671" y="50515"/>
                </a:cubicBezTo>
                <a:cubicBezTo>
                  <a:pt x="1721146" y="50820"/>
                  <a:pt x="1722471" y="51183"/>
                  <a:pt x="1723643" y="51604"/>
                </a:cubicBezTo>
                <a:cubicBezTo>
                  <a:pt x="1724816" y="52022"/>
                  <a:pt x="1725630" y="52404"/>
                  <a:pt x="1726084" y="52749"/>
                </a:cubicBezTo>
                <a:cubicBezTo>
                  <a:pt x="1726538" y="53092"/>
                  <a:pt x="1726840" y="53397"/>
                  <a:pt x="1726992" y="53664"/>
                </a:cubicBezTo>
                <a:cubicBezTo>
                  <a:pt x="1727143" y="53932"/>
                  <a:pt x="1727275" y="54276"/>
                  <a:pt x="1727389" y="54697"/>
                </a:cubicBezTo>
                <a:cubicBezTo>
                  <a:pt x="1727502" y="55115"/>
                  <a:pt x="1727578" y="55687"/>
                  <a:pt x="1727616" y="56413"/>
                </a:cubicBezTo>
                <a:cubicBezTo>
                  <a:pt x="1727654" y="57139"/>
                  <a:pt x="1727673" y="58074"/>
                  <a:pt x="1727673" y="59219"/>
                </a:cubicBezTo>
                <a:close/>
                <a:moveTo>
                  <a:pt x="1852678" y="150615"/>
                </a:moveTo>
                <a:cubicBezTo>
                  <a:pt x="1852678" y="152204"/>
                  <a:pt x="1852545" y="153490"/>
                  <a:pt x="1852280" y="154474"/>
                </a:cubicBezTo>
                <a:cubicBezTo>
                  <a:pt x="1852016" y="155458"/>
                  <a:pt x="1851599" y="156233"/>
                  <a:pt x="1851032" y="156801"/>
                </a:cubicBezTo>
                <a:cubicBezTo>
                  <a:pt x="1850464" y="157368"/>
                  <a:pt x="1849632" y="157898"/>
                  <a:pt x="1848535" y="158390"/>
                </a:cubicBezTo>
                <a:cubicBezTo>
                  <a:pt x="1847438" y="158882"/>
                  <a:pt x="1846170" y="159298"/>
                  <a:pt x="1844733" y="159638"/>
                </a:cubicBezTo>
                <a:cubicBezTo>
                  <a:pt x="1843295" y="159979"/>
                  <a:pt x="1841782" y="160244"/>
                  <a:pt x="1840193" y="160433"/>
                </a:cubicBezTo>
                <a:cubicBezTo>
                  <a:pt x="1838604" y="160622"/>
                  <a:pt x="1837052" y="160717"/>
                  <a:pt x="1835539" y="160717"/>
                </a:cubicBezTo>
                <a:cubicBezTo>
                  <a:pt x="1830469" y="160717"/>
                  <a:pt x="1826156" y="160036"/>
                  <a:pt x="1822600" y="158674"/>
                </a:cubicBezTo>
                <a:cubicBezTo>
                  <a:pt x="1819044" y="157312"/>
                  <a:pt x="1816130" y="155250"/>
                  <a:pt x="1813860" y="152488"/>
                </a:cubicBezTo>
                <a:cubicBezTo>
                  <a:pt x="1811590" y="149726"/>
                  <a:pt x="1809945" y="146226"/>
                  <a:pt x="1808923" y="141989"/>
                </a:cubicBezTo>
                <a:cubicBezTo>
                  <a:pt x="1807902" y="137752"/>
                  <a:pt x="1807391" y="132758"/>
                  <a:pt x="1807391" y="127007"/>
                </a:cubicBezTo>
                <a:lnTo>
                  <a:pt x="1807391" y="63106"/>
                </a:lnTo>
                <a:lnTo>
                  <a:pt x="1792068" y="63106"/>
                </a:lnTo>
                <a:cubicBezTo>
                  <a:pt x="1791009" y="63106"/>
                  <a:pt x="1790177" y="62629"/>
                  <a:pt x="1789571" y="61673"/>
                </a:cubicBezTo>
                <a:cubicBezTo>
                  <a:pt x="1788966" y="60718"/>
                  <a:pt x="1788663" y="59285"/>
                  <a:pt x="1788663" y="57374"/>
                </a:cubicBezTo>
                <a:cubicBezTo>
                  <a:pt x="1788663" y="56381"/>
                  <a:pt x="1788739" y="55522"/>
                  <a:pt x="1788890" y="54796"/>
                </a:cubicBezTo>
                <a:cubicBezTo>
                  <a:pt x="1789042" y="54070"/>
                  <a:pt x="1789269" y="53459"/>
                  <a:pt x="1789571" y="52962"/>
                </a:cubicBezTo>
                <a:cubicBezTo>
                  <a:pt x="1789874" y="52466"/>
                  <a:pt x="1790233" y="52103"/>
                  <a:pt x="1790650" y="51873"/>
                </a:cubicBezTo>
                <a:cubicBezTo>
                  <a:pt x="1791066" y="51644"/>
                  <a:pt x="1791539" y="51529"/>
                  <a:pt x="1792068" y="51529"/>
                </a:cubicBezTo>
                <a:lnTo>
                  <a:pt x="1807391" y="51529"/>
                </a:lnTo>
                <a:lnTo>
                  <a:pt x="1807391" y="26332"/>
                </a:lnTo>
                <a:cubicBezTo>
                  <a:pt x="1807391" y="25878"/>
                  <a:pt x="1807486" y="25462"/>
                  <a:pt x="1807675" y="25084"/>
                </a:cubicBezTo>
                <a:cubicBezTo>
                  <a:pt x="1807864" y="24705"/>
                  <a:pt x="1808223" y="24384"/>
                  <a:pt x="1808753" y="24119"/>
                </a:cubicBezTo>
                <a:cubicBezTo>
                  <a:pt x="1809283" y="23854"/>
                  <a:pt x="1809983" y="23665"/>
                  <a:pt x="1810853" y="23551"/>
                </a:cubicBezTo>
                <a:cubicBezTo>
                  <a:pt x="1811723" y="23438"/>
                  <a:pt x="1812801" y="23381"/>
                  <a:pt x="1814087" y="23381"/>
                </a:cubicBezTo>
                <a:cubicBezTo>
                  <a:pt x="1815449" y="23381"/>
                  <a:pt x="1816566" y="23438"/>
                  <a:pt x="1817436" y="23551"/>
                </a:cubicBezTo>
                <a:cubicBezTo>
                  <a:pt x="1818306" y="23665"/>
                  <a:pt x="1818987" y="23854"/>
                  <a:pt x="1819479" y="24119"/>
                </a:cubicBezTo>
                <a:cubicBezTo>
                  <a:pt x="1819971" y="24384"/>
                  <a:pt x="1820330" y="24705"/>
                  <a:pt x="1820557" y="25084"/>
                </a:cubicBezTo>
                <a:cubicBezTo>
                  <a:pt x="1820784" y="25462"/>
                  <a:pt x="1820898" y="25878"/>
                  <a:pt x="1820898" y="26332"/>
                </a:cubicBezTo>
                <a:lnTo>
                  <a:pt x="1820898" y="51529"/>
                </a:lnTo>
                <a:lnTo>
                  <a:pt x="1849273" y="51529"/>
                </a:lnTo>
                <a:cubicBezTo>
                  <a:pt x="1849802" y="51529"/>
                  <a:pt x="1850275" y="51644"/>
                  <a:pt x="1850691" y="51873"/>
                </a:cubicBezTo>
                <a:cubicBezTo>
                  <a:pt x="1851108" y="52103"/>
                  <a:pt x="1851467" y="52466"/>
                  <a:pt x="1851770" y="52962"/>
                </a:cubicBezTo>
                <a:cubicBezTo>
                  <a:pt x="1852072" y="53459"/>
                  <a:pt x="1852299" y="54070"/>
                  <a:pt x="1852451" y="54796"/>
                </a:cubicBezTo>
                <a:cubicBezTo>
                  <a:pt x="1852602" y="55522"/>
                  <a:pt x="1852678" y="56381"/>
                  <a:pt x="1852678" y="57374"/>
                </a:cubicBezTo>
                <a:cubicBezTo>
                  <a:pt x="1852678" y="59285"/>
                  <a:pt x="1852356" y="60718"/>
                  <a:pt x="1851713" y="61673"/>
                </a:cubicBezTo>
                <a:cubicBezTo>
                  <a:pt x="1851070" y="62629"/>
                  <a:pt x="1850256" y="63106"/>
                  <a:pt x="1849273" y="63106"/>
                </a:cubicBezTo>
                <a:lnTo>
                  <a:pt x="1820898" y="63106"/>
                </a:lnTo>
                <a:lnTo>
                  <a:pt x="1820898" y="125191"/>
                </a:lnTo>
                <a:cubicBezTo>
                  <a:pt x="1820898" y="132985"/>
                  <a:pt x="1822014" y="138925"/>
                  <a:pt x="1824246" y="143011"/>
                </a:cubicBezTo>
                <a:cubicBezTo>
                  <a:pt x="1826478" y="147097"/>
                  <a:pt x="1830545" y="149140"/>
                  <a:pt x="1836447" y="149140"/>
                </a:cubicBezTo>
                <a:cubicBezTo>
                  <a:pt x="1838263" y="149140"/>
                  <a:pt x="1839909" y="148950"/>
                  <a:pt x="1841384" y="148572"/>
                </a:cubicBezTo>
                <a:cubicBezTo>
                  <a:pt x="1842860" y="148194"/>
                  <a:pt x="1844165" y="147778"/>
                  <a:pt x="1845300" y="147324"/>
                </a:cubicBezTo>
                <a:cubicBezTo>
                  <a:pt x="1846435" y="146870"/>
                  <a:pt x="1847400" y="146453"/>
                  <a:pt x="1848194" y="146075"/>
                </a:cubicBezTo>
                <a:cubicBezTo>
                  <a:pt x="1848989" y="145697"/>
                  <a:pt x="1849689" y="145508"/>
                  <a:pt x="1850294" y="145508"/>
                </a:cubicBezTo>
                <a:cubicBezTo>
                  <a:pt x="1850672" y="145508"/>
                  <a:pt x="1851013" y="145583"/>
                  <a:pt x="1851316" y="145735"/>
                </a:cubicBezTo>
                <a:cubicBezTo>
                  <a:pt x="1851618" y="145886"/>
                  <a:pt x="1851864" y="146170"/>
                  <a:pt x="1852053" y="146586"/>
                </a:cubicBezTo>
                <a:cubicBezTo>
                  <a:pt x="1852243" y="147002"/>
                  <a:pt x="1852394" y="147532"/>
                  <a:pt x="1852507" y="148175"/>
                </a:cubicBezTo>
                <a:cubicBezTo>
                  <a:pt x="1852621" y="148818"/>
                  <a:pt x="1852678" y="149631"/>
                  <a:pt x="1852678" y="150615"/>
                </a:cubicBezTo>
                <a:close/>
                <a:moveTo>
                  <a:pt x="1953203" y="99994"/>
                </a:moveTo>
                <a:cubicBezTo>
                  <a:pt x="1953203" y="102718"/>
                  <a:pt x="1952484" y="104591"/>
                  <a:pt x="1951046" y="105612"/>
                </a:cubicBezTo>
                <a:cubicBezTo>
                  <a:pt x="1949609" y="106634"/>
                  <a:pt x="1948209" y="107144"/>
                  <a:pt x="1946847" y="107144"/>
                </a:cubicBezTo>
                <a:lnTo>
                  <a:pt x="1876817" y="107144"/>
                </a:lnTo>
                <a:cubicBezTo>
                  <a:pt x="1876817" y="113517"/>
                  <a:pt x="1877441" y="119283"/>
                  <a:pt x="1878690" y="124443"/>
                </a:cubicBezTo>
                <a:cubicBezTo>
                  <a:pt x="1879938" y="129602"/>
                  <a:pt x="1882000" y="134022"/>
                  <a:pt x="1884875" y="137701"/>
                </a:cubicBezTo>
                <a:cubicBezTo>
                  <a:pt x="1887751" y="141380"/>
                  <a:pt x="1891496" y="144207"/>
                  <a:pt x="1896112" y="146181"/>
                </a:cubicBezTo>
                <a:cubicBezTo>
                  <a:pt x="1900728" y="148154"/>
                  <a:pt x="1906403" y="149140"/>
                  <a:pt x="1913137" y="149140"/>
                </a:cubicBezTo>
                <a:cubicBezTo>
                  <a:pt x="1917904" y="149140"/>
                  <a:pt x="1922179" y="148717"/>
                  <a:pt x="1925963" y="147873"/>
                </a:cubicBezTo>
                <a:cubicBezTo>
                  <a:pt x="1929746" y="147029"/>
                  <a:pt x="1933019" y="146089"/>
                  <a:pt x="1935780" y="145054"/>
                </a:cubicBezTo>
                <a:cubicBezTo>
                  <a:pt x="1938542" y="144018"/>
                  <a:pt x="1940812" y="143078"/>
                  <a:pt x="1942590" y="142234"/>
                </a:cubicBezTo>
                <a:cubicBezTo>
                  <a:pt x="1944369" y="141390"/>
                  <a:pt x="1945636" y="140968"/>
                  <a:pt x="1946393" y="140968"/>
                </a:cubicBezTo>
                <a:cubicBezTo>
                  <a:pt x="1946847" y="140968"/>
                  <a:pt x="1947263" y="141082"/>
                  <a:pt x="1947641" y="141312"/>
                </a:cubicBezTo>
                <a:cubicBezTo>
                  <a:pt x="1948020" y="141541"/>
                  <a:pt x="1948322" y="141904"/>
                  <a:pt x="1948549" y="142400"/>
                </a:cubicBezTo>
                <a:cubicBezTo>
                  <a:pt x="1948776" y="142897"/>
                  <a:pt x="1948946" y="143527"/>
                  <a:pt x="1949060" y="144291"/>
                </a:cubicBezTo>
                <a:cubicBezTo>
                  <a:pt x="1949173" y="145055"/>
                  <a:pt x="1949230" y="146009"/>
                  <a:pt x="1949230" y="147153"/>
                </a:cubicBezTo>
                <a:cubicBezTo>
                  <a:pt x="1949230" y="147690"/>
                  <a:pt x="1949192" y="148207"/>
                  <a:pt x="1949117" y="148703"/>
                </a:cubicBezTo>
                <a:cubicBezTo>
                  <a:pt x="1949041" y="149200"/>
                  <a:pt x="1948946" y="149659"/>
                  <a:pt x="1948833" y="150079"/>
                </a:cubicBezTo>
                <a:cubicBezTo>
                  <a:pt x="1948719" y="150498"/>
                  <a:pt x="1948549" y="150899"/>
                  <a:pt x="1948322" y="151282"/>
                </a:cubicBezTo>
                <a:cubicBezTo>
                  <a:pt x="1948095" y="151663"/>
                  <a:pt x="1947793" y="152044"/>
                  <a:pt x="1947414" y="152428"/>
                </a:cubicBezTo>
                <a:cubicBezTo>
                  <a:pt x="1947036" y="152808"/>
                  <a:pt x="1945863" y="153472"/>
                  <a:pt x="1943896" y="154417"/>
                </a:cubicBezTo>
                <a:cubicBezTo>
                  <a:pt x="1941928" y="155363"/>
                  <a:pt x="1939356" y="156309"/>
                  <a:pt x="1936178" y="157255"/>
                </a:cubicBezTo>
                <a:cubicBezTo>
                  <a:pt x="1933000" y="158201"/>
                  <a:pt x="1929311" y="159052"/>
                  <a:pt x="1925111" y="159809"/>
                </a:cubicBezTo>
                <a:cubicBezTo>
                  <a:pt x="1920912" y="160565"/>
                  <a:pt x="1916391" y="160944"/>
                  <a:pt x="1911548" y="160944"/>
                </a:cubicBezTo>
                <a:cubicBezTo>
                  <a:pt x="1903603" y="160944"/>
                  <a:pt x="1896566" y="159751"/>
                  <a:pt x="1890437" y="157365"/>
                </a:cubicBezTo>
                <a:cubicBezTo>
                  <a:pt x="1884308" y="154979"/>
                  <a:pt x="1879163" y="151457"/>
                  <a:pt x="1875001" y="146799"/>
                </a:cubicBezTo>
                <a:cubicBezTo>
                  <a:pt x="1870839" y="142140"/>
                  <a:pt x="1867680" y="136365"/>
                  <a:pt x="1865524" y="129472"/>
                </a:cubicBezTo>
                <a:cubicBezTo>
                  <a:pt x="1863367" y="122579"/>
                  <a:pt x="1862289" y="114588"/>
                  <a:pt x="1862289" y="105499"/>
                </a:cubicBezTo>
                <a:cubicBezTo>
                  <a:pt x="1862289" y="96787"/>
                  <a:pt x="1863405" y="88986"/>
                  <a:pt x="1865637" y="82093"/>
                </a:cubicBezTo>
                <a:cubicBezTo>
                  <a:pt x="1867869" y="75200"/>
                  <a:pt x="1871066" y="69349"/>
                  <a:pt x="1875228" y="64539"/>
                </a:cubicBezTo>
                <a:cubicBezTo>
                  <a:pt x="1879390" y="59730"/>
                  <a:pt x="1884403" y="56056"/>
                  <a:pt x="1890267" y="53519"/>
                </a:cubicBezTo>
                <a:cubicBezTo>
                  <a:pt x="1896131" y="50982"/>
                  <a:pt x="1902657" y="49713"/>
                  <a:pt x="1909846" y="49713"/>
                </a:cubicBezTo>
                <a:cubicBezTo>
                  <a:pt x="1917564" y="49713"/>
                  <a:pt x="1924147" y="51000"/>
                  <a:pt x="1929595" y="53572"/>
                </a:cubicBezTo>
                <a:cubicBezTo>
                  <a:pt x="1935043" y="56145"/>
                  <a:pt x="1939526" y="59607"/>
                  <a:pt x="1943044" y="63957"/>
                </a:cubicBezTo>
                <a:cubicBezTo>
                  <a:pt x="1946563" y="68308"/>
                  <a:pt x="1949136" y="73359"/>
                  <a:pt x="1950762" y="79110"/>
                </a:cubicBezTo>
                <a:cubicBezTo>
                  <a:pt x="1952389" y="84860"/>
                  <a:pt x="1953203" y="90914"/>
                  <a:pt x="1953203" y="97270"/>
                </a:cubicBezTo>
                <a:lnTo>
                  <a:pt x="1953203" y="99994"/>
                </a:lnTo>
                <a:moveTo>
                  <a:pt x="1939242" y="96021"/>
                </a:moveTo>
                <a:cubicBezTo>
                  <a:pt x="1939469" y="85125"/>
                  <a:pt x="1936972" y="76613"/>
                  <a:pt x="1931751" y="70484"/>
                </a:cubicBezTo>
                <a:cubicBezTo>
                  <a:pt x="1926530" y="64355"/>
                  <a:pt x="1918926" y="61290"/>
                  <a:pt x="1908938" y="61290"/>
                </a:cubicBezTo>
                <a:cubicBezTo>
                  <a:pt x="1903792" y="61290"/>
                  <a:pt x="1899271" y="62255"/>
                  <a:pt x="1895374" y="64184"/>
                </a:cubicBezTo>
                <a:cubicBezTo>
                  <a:pt x="1891477" y="66114"/>
                  <a:pt x="1888186" y="68668"/>
                  <a:pt x="1885500" y="71846"/>
                </a:cubicBezTo>
                <a:cubicBezTo>
                  <a:pt x="1882814" y="75024"/>
                  <a:pt x="1880752" y="78713"/>
                  <a:pt x="1879314" y="82912"/>
                </a:cubicBezTo>
                <a:cubicBezTo>
                  <a:pt x="1877876" y="87112"/>
                  <a:pt x="1877044" y="91481"/>
                  <a:pt x="1876817" y="96021"/>
                </a:cubicBezTo>
                <a:lnTo>
                  <a:pt x="1939242" y="96021"/>
                </a:lnTo>
                <a:close/>
                <a:moveTo>
                  <a:pt x="2062510" y="154467"/>
                </a:moveTo>
                <a:cubicBezTo>
                  <a:pt x="2063115" y="155377"/>
                  <a:pt x="2063437" y="156154"/>
                  <a:pt x="2063474" y="156797"/>
                </a:cubicBezTo>
                <a:cubicBezTo>
                  <a:pt x="2063512" y="157440"/>
                  <a:pt x="2063266" y="157971"/>
                  <a:pt x="2062737" y="158390"/>
                </a:cubicBezTo>
                <a:cubicBezTo>
                  <a:pt x="2062207" y="158806"/>
                  <a:pt x="2061394" y="159109"/>
                  <a:pt x="2060296" y="159298"/>
                </a:cubicBezTo>
                <a:cubicBezTo>
                  <a:pt x="2059199" y="159487"/>
                  <a:pt x="2057818" y="159582"/>
                  <a:pt x="2056154" y="159582"/>
                </a:cubicBezTo>
                <a:cubicBezTo>
                  <a:pt x="2054565" y="159582"/>
                  <a:pt x="2053297" y="159525"/>
                  <a:pt x="2052351" y="159411"/>
                </a:cubicBezTo>
                <a:cubicBezTo>
                  <a:pt x="2051406" y="159298"/>
                  <a:pt x="2050649" y="159128"/>
                  <a:pt x="2050081" y="158901"/>
                </a:cubicBezTo>
                <a:cubicBezTo>
                  <a:pt x="2049514" y="158674"/>
                  <a:pt x="2049060" y="158371"/>
                  <a:pt x="2048719" y="157993"/>
                </a:cubicBezTo>
                <a:cubicBezTo>
                  <a:pt x="2048379" y="157612"/>
                  <a:pt x="2048057" y="157195"/>
                  <a:pt x="2047755" y="156741"/>
                </a:cubicBezTo>
                <a:lnTo>
                  <a:pt x="2020061" y="113795"/>
                </a:lnTo>
                <a:lnTo>
                  <a:pt x="1992480" y="156741"/>
                </a:lnTo>
                <a:cubicBezTo>
                  <a:pt x="1992177" y="157195"/>
                  <a:pt x="1991856" y="157612"/>
                  <a:pt x="1991515" y="157993"/>
                </a:cubicBezTo>
                <a:cubicBezTo>
                  <a:pt x="1991175" y="158371"/>
                  <a:pt x="1990702" y="158674"/>
                  <a:pt x="1990096" y="158901"/>
                </a:cubicBezTo>
                <a:cubicBezTo>
                  <a:pt x="1989491" y="159128"/>
                  <a:pt x="1988716" y="159298"/>
                  <a:pt x="1987770" y="159411"/>
                </a:cubicBezTo>
                <a:cubicBezTo>
                  <a:pt x="1986824" y="159525"/>
                  <a:pt x="1985594" y="159582"/>
                  <a:pt x="1984081" y="159582"/>
                </a:cubicBezTo>
                <a:cubicBezTo>
                  <a:pt x="1982492" y="159582"/>
                  <a:pt x="1981168" y="159487"/>
                  <a:pt x="1980108" y="159298"/>
                </a:cubicBezTo>
                <a:cubicBezTo>
                  <a:pt x="1979049" y="159109"/>
                  <a:pt x="1978273" y="158806"/>
                  <a:pt x="1977782" y="158390"/>
                </a:cubicBezTo>
                <a:cubicBezTo>
                  <a:pt x="1977290" y="157971"/>
                  <a:pt x="1977063" y="157440"/>
                  <a:pt x="1977101" y="156797"/>
                </a:cubicBezTo>
                <a:cubicBezTo>
                  <a:pt x="1977138" y="156154"/>
                  <a:pt x="1977498" y="155377"/>
                  <a:pt x="1978179" y="154467"/>
                </a:cubicBezTo>
                <a:lnTo>
                  <a:pt x="2012002" y="104591"/>
                </a:lnTo>
                <a:lnTo>
                  <a:pt x="1979768" y="55846"/>
                </a:lnTo>
                <a:cubicBezTo>
                  <a:pt x="1979163" y="54938"/>
                  <a:pt x="1978841" y="54162"/>
                  <a:pt x="1978803" y="53519"/>
                </a:cubicBezTo>
                <a:cubicBezTo>
                  <a:pt x="1978765" y="52876"/>
                  <a:pt x="1979030" y="52346"/>
                  <a:pt x="1979598" y="51930"/>
                </a:cubicBezTo>
                <a:cubicBezTo>
                  <a:pt x="1980165" y="51511"/>
                  <a:pt x="1981016" y="51227"/>
                  <a:pt x="1982151" y="51075"/>
                </a:cubicBezTo>
                <a:cubicBezTo>
                  <a:pt x="1983286" y="50924"/>
                  <a:pt x="1984686" y="50848"/>
                  <a:pt x="1986351" y="50848"/>
                </a:cubicBezTo>
                <a:cubicBezTo>
                  <a:pt x="1987940" y="50848"/>
                  <a:pt x="1989207" y="50905"/>
                  <a:pt x="1990153" y="51018"/>
                </a:cubicBezTo>
                <a:cubicBezTo>
                  <a:pt x="1991099" y="51132"/>
                  <a:pt x="1991837" y="51302"/>
                  <a:pt x="1992366" y="51529"/>
                </a:cubicBezTo>
                <a:cubicBezTo>
                  <a:pt x="1992896" y="51756"/>
                  <a:pt x="1993312" y="52041"/>
                  <a:pt x="1993615" y="52384"/>
                </a:cubicBezTo>
                <a:cubicBezTo>
                  <a:pt x="1993918" y="52724"/>
                  <a:pt x="1994220" y="53122"/>
                  <a:pt x="1994523" y="53576"/>
                </a:cubicBezTo>
                <a:lnTo>
                  <a:pt x="2020628" y="93797"/>
                </a:lnTo>
                <a:lnTo>
                  <a:pt x="2047414" y="53576"/>
                </a:lnTo>
                <a:cubicBezTo>
                  <a:pt x="2047717" y="53122"/>
                  <a:pt x="2048020" y="52724"/>
                  <a:pt x="2048322" y="52384"/>
                </a:cubicBezTo>
                <a:cubicBezTo>
                  <a:pt x="2048625" y="52041"/>
                  <a:pt x="2049022" y="51756"/>
                  <a:pt x="2049514" y="51529"/>
                </a:cubicBezTo>
                <a:cubicBezTo>
                  <a:pt x="2050006" y="51302"/>
                  <a:pt x="2050687" y="51132"/>
                  <a:pt x="2051557" y="51018"/>
                </a:cubicBezTo>
                <a:cubicBezTo>
                  <a:pt x="2052427" y="50905"/>
                  <a:pt x="2053619" y="50848"/>
                  <a:pt x="2055132" y="50848"/>
                </a:cubicBezTo>
                <a:cubicBezTo>
                  <a:pt x="2056721" y="50848"/>
                  <a:pt x="2058064" y="50924"/>
                  <a:pt x="2059161" y="51075"/>
                </a:cubicBezTo>
                <a:cubicBezTo>
                  <a:pt x="2060259" y="51227"/>
                  <a:pt x="2061072" y="51491"/>
                  <a:pt x="2061602" y="51870"/>
                </a:cubicBezTo>
                <a:cubicBezTo>
                  <a:pt x="2062131" y="52248"/>
                  <a:pt x="2062377" y="52760"/>
                  <a:pt x="2062339" y="53406"/>
                </a:cubicBezTo>
                <a:cubicBezTo>
                  <a:pt x="2062302" y="54049"/>
                  <a:pt x="2061942" y="54862"/>
                  <a:pt x="2061261" y="55846"/>
                </a:cubicBezTo>
                <a:lnTo>
                  <a:pt x="2028800" y="104137"/>
                </a:lnTo>
                <a:lnTo>
                  <a:pt x="2062510" y="154467"/>
                </a:lnTo>
                <a:close/>
                <a:moveTo>
                  <a:pt x="2139519" y="150615"/>
                </a:moveTo>
                <a:cubicBezTo>
                  <a:pt x="2139519" y="152204"/>
                  <a:pt x="2139387" y="153490"/>
                  <a:pt x="2139122" y="154474"/>
                </a:cubicBezTo>
                <a:cubicBezTo>
                  <a:pt x="2138857" y="155458"/>
                  <a:pt x="2138441" y="156233"/>
                  <a:pt x="2137874" y="156801"/>
                </a:cubicBezTo>
                <a:cubicBezTo>
                  <a:pt x="2137306" y="157368"/>
                  <a:pt x="2136474" y="157898"/>
                  <a:pt x="2135377" y="158390"/>
                </a:cubicBezTo>
                <a:cubicBezTo>
                  <a:pt x="2134280" y="158882"/>
                  <a:pt x="2133012" y="159298"/>
                  <a:pt x="2131574" y="159638"/>
                </a:cubicBezTo>
                <a:cubicBezTo>
                  <a:pt x="2130137" y="159979"/>
                  <a:pt x="2128623" y="160244"/>
                  <a:pt x="2127034" y="160433"/>
                </a:cubicBezTo>
                <a:cubicBezTo>
                  <a:pt x="2125445" y="160622"/>
                  <a:pt x="2123894" y="160717"/>
                  <a:pt x="2122381" y="160717"/>
                </a:cubicBezTo>
                <a:cubicBezTo>
                  <a:pt x="2117311" y="160717"/>
                  <a:pt x="2112998" y="160036"/>
                  <a:pt x="2109442" y="158674"/>
                </a:cubicBezTo>
                <a:cubicBezTo>
                  <a:pt x="2105886" y="157312"/>
                  <a:pt x="2102972" y="155250"/>
                  <a:pt x="2100702" y="152488"/>
                </a:cubicBezTo>
                <a:cubicBezTo>
                  <a:pt x="2098432" y="149726"/>
                  <a:pt x="2096787" y="146226"/>
                  <a:pt x="2095765" y="141989"/>
                </a:cubicBezTo>
                <a:cubicBezTo>
                  <a:pt x="2094744" y="137752"/>
                  <a:pt x="2094233" y="132758"/>
                  <a:pt x="2094233" y="127007"/>
                </a:cubicBezTo>
                <a:lnTo>
                  <a:pt x="2094233" y="63106"/>
                </a:lnTo>
                <a:lnTo>
                  <a:pt x="2078910" y="63106"/>
                </a:lnTo>
                <a:cubicBezTo>
                  <a:pt x="2077851" y="63106"/>
                  <a:pt x="2077019" y="62629"/>
                  <a:pt x="2076413" y="61673"/>
                </a:cubicBezTo>
                <a:cubicBezTo>
                  <a:pt x="2075808" y="60718"/>
                  <a:pt x="2075505" y="59285"/>
                  <a:pt x="2075505" y="57374"/>
                </a:cubicBezTo>
                <a:cubicBezTo>
                  <a:pt x="2075505" y="56381"/>
                  <a:pt x="2075581" y="55522"/>
                  <a:pt x="2075732" y="54796"/>
                </a:cubicBezTo>
                <a:cubicBezTo>
                  <a:pt x="2075884" y="54070"/>
                  <a:pt x="2076111" y="53459"/>
                  <a:pt x="2076413" y="52962"/>
                </a:cubicBezTo>
                <a:cubicBezTo>
                  <a:pt x="2076716" y="52466"/>
                  <a:pt x="2077075" y="52103"/>
                  <a:pt x="2077491" y="51873"/>
                </a:cubicBezTo>
                <a:cubicBezTo>
                  <a:pt x="2077908" y="51644"/>
                  <a:pt x="2078381" y="51529"/>
                  <a:pt x="2078910" y="51529"/>
                </a:cubicBezTo>
                <a:lnTo>
                  <a:pt x="2094233" y="51529"/>
                </a:lnTo>
                <a:lnTo>
                  <a:pt x="2094233" y="26332"/>
                </a:lnTo>
                <a:cubicBezTo>
                  <a:pt x="2094233" y="25878"/>
                  <a:pt x="2094327" y="25462"/>
                  <a:pt x="2094517" y="25084"/>
                </a:cubicBezTo>
                <a:cubicBezTo>
                  <a:pt x="2094706" y="24705"/>
                  <a:pt x="2095065" y="24384"/>
                  <a:pt x="2095595" y="24119"/>
                </a:cubicBezTo>
                <a:cubicBezTo>
                  <a:pt x="2096124" y="23854"/>
                  <a:pt x="2096824" y="23665"/>
                  <a:pt x="2097695" y="23551"/>
                </a:cubicBezTo>
                <a:cubicBezTo>
                  <a:pt x="2098565" y="23438"/>
                  <a:pt x="2099643" y="23381"/>
                  <a:pt x="2100929" y="23381"/>
                </a:cubicBezTo>
                <a:cubicBezTo>
                  <a:pt x="2102291" y="23381"/>
                  <a:pt x="2103407" y="23438"/>
                  <a:pt x="2104278" y="23551"/>
                </a:cubicBezTo>
                <a:cubicBezTo>
                  <a:pt x="2105148" y="23665"/>
                  <a:pt x="2105829" y="23854"/>
                  <a:pt x="2106321" y="24119"/>
                </a:cubicBezTo>
                <a:cubicBezTo>
                  <a:pt x="2106812" y="24384"/>
                  <a:pt x="2107172" y="24705"/>
                  <a:pt x="2107399" y="25084"/>
                </a:cubicBezTo>
                <a:cubicBezTo>
                  <a:pt x="2107626" y="25462"/>
                  <a:pt x="2107739" y="25878"/>
                  <a:pt x="2107739" y="26332"/>
                </a:cubicBezTo>
                <a:lnTo>
                  <a:pt x="2107739" y="51529"/>
                </a:lnTo>
                <a:lnTo>
                  <a:pt x="2136114" y="51529"/>
                </a:lnTo>
                <a:cubicBezTo>
                  <a:pt x="2136644" y="51529"/>
                  <a:pt x="2137117" y="51644"/>
                  <a:pt x="2137533" y="51873"/>
                </a:cubicBezTo>
                <a:cubicBezTo>
                  <a:pt x="2137949" y="52103"/>
                  <a:pt x="2138309" y="52466"/>
                  <a:pt x="2138611" y="52962"/>
                </a:cubicBezTo>
                <a:cubicBezTo>
                  <a:pt x="2138914" y="53459"/>
                  <a:pt x="2139141" y="54070"/>
                  <a:pt x="2139292" y="54796"/>
                </a:cubicBezTo>
                <a:cubicBezTo>
                  <a:pt x="2139444" y="55522"/>
                  <a:pt x="2139519" y="56381"/>
                  <a:pt x="2139519" y="57374"/>
                </a:cubicBezTo>
                <a:cubicBezTo>
                  <a:pt x="2139519" y="59285"/>
                  <a:pt x="2139198" y="60718"/>
                  <a:pt x="2138555" y="61673"/>
                </a:cubicBezTo>
                <a:cubicBezTo>
                  <a:pt x="2137912" y="62629"/>
                  <a:pt x="2137098" y="63106"/>
                  <a:pt x="2136114" y="63106"/>
                </a:cubicBezTo>
                <a:lnTo>
                  <a:pt x="2107739" y="63106"/>
                </a:lnTo>
                <a:lnTo>
                  <a:pt x="2107739" y="125191"/>
                </a:lnTo>
                <a:cubicBezTo>
                  <a:pt x="2107739" y="132985"/>
                  <a:pt x="2108855" y="138925"/>
                  <a:pt x="2111088" y="143011"/>
                </a:cubicBezTo>
                <a:cubicBezTo>
                  <a:pt x="2113320" y="147097"/>
                  <a:pt x="2117387" y="149140"/>
                  <a:pt x="2123289" y="149140"/>
                </a:cubicBezTo>
                <a:cubicBezTo>
                  <a:pt x="2125105" y="149140"/>
                  <a:pt x="2126751" y="148950"/>
                  <a:pt x="2128226" y="148572"/>
                </a:cubicBezTo>
                <a:cubicBezTo>
                  <a:pt x="2129702" y="148194"/>
                  <a:pt x="2131007" y="147778"/>
                  <a:pt x="2132142" y="147324"/>
                </a:cubicBezTo>
                <a:cubicBezTo>
                  <a:pt x="2133277" y="146870"/>
                  <a:pt x="2134242" y="146453"/>
                  <a:pt x="2135036" y="146075"/>
                </a:cubicBezTo>
                <a:cubicBezTo>
                  <a:pt x="2135831" y="145697"/>
                  <a:pt x="2136531" y="145508"/>
                  <a:pt x="2137136" y="145508"/>
                </a:cubicBezTo>
                <a:cubicBezTo>
                  <a:pt x="2137514" y="145508"/>
                  <a:pt x="2137855" y="145583"/>
                  <a:pt x="2138157" y="145735"/>
                </a:cubicBezTo>
                <a:cubicBezTo>
                  <a:pt x="2138460" y="145886"/>
                  <a:pt x="2138706" y="146170"/>
                  <a:pt x="2138895" y="146586"/>
                </a:cubicBezTo>
                <a:cubicBezTo>
                  <a:pt x="2139084" y="147002"/>
                  <a:pt x="2139236" y="147532"/>
                  <a:pt x="2139349" y="148175"/>
                </a:cubicBezTo>
                <a:cubicBezTo>
                  <a:pt x="2139463" y="148818"/>
                  <a:pt x="2139519" y="149631"/>
                  <a:pt x="2139519" y="150615"/>
                </a:cubicBezTo>
                <a:close/>
                <a:moveTo>
                  <a:pt x="2235803" y="156627"/>
                </a:moveTo>
                <a:cubicBezTo>
                  <a:pt x="2235803" y="157081"/>
                  <a:pt x="2235689" y="157498"/>
                  <a:pt x="2235462" y="157879"/>
                </a:cubicBezTo>
                <a:cubicBezTo>
                  <a:pt x="2235235" y="158257"/>
                  <a:pt x="2234876" y="158560"/>
                  <a:pt x="2234384" y="158787"/>
                </a:cubicBezTo>
                <a:cubicBezTo>
                  <a:pt x="2233892" y="159014"/>
                  <a:pt x="2233211" y="159203"/>
                  <a:pt x="2232341" y="159355"/>
                </a:cubicBezTo>
                <a:cubicBezTo>
                  <a:pt x="2231471" y="159506"/>
                  <a:pt x="2230355" y="159582"/>
                  <a:pt x="2228993" y="159582"/>
                </a:cubicBezTo>
                <a:cubicBezTo>
                  <a:pt x="2227706" y="159582"/>
                  <a:pt x="2226628" y="159506"/>
                  <a:pt x="2225758" y="159355"/>
                </a:cubicBezTo>
                <a:cubicBezTo>
                  <a:pt x="2224888" y="159203"/>
                  <a:pt x="2224188" y="159014"/>
                  <a:pt x="2223658" y="158787"/>
                </a:cubicBezTo>
                <a:cubicBezTo>
                  <a:pt x="2223128" y="158560"/>
                  <a:pt x="2222769" y="158257"/>
                  <a:pt x="2222580" y="157879"/>
                </a:cubicBezTo>
                <a:cubicBezTo>
                  <a:pt x="2222391" y="157498"/>
                  <a:pt x="2222296" y="157081"/>
                  <a:pt x="2222296" y="156627"/>
                </a:cubicBezTo>
                <a:lnTo>
                  <a:pt x="2222296" y="53803"/>
                </a:lnTo>
                <a:cubicBezTo>
                  <a:pt x="2222296" y="53349"/>
                  <a:pt x="2222391" y="52933"/>
                  <a:pt x="2222580" y="52554"/>
                </a:cubicBezTo>
                <a:cubicBezTo>
                  <a:pt x="2222769" y="52174"/>
                  <a:pt x="2223128" y="51851"/>
                  <a:pt x="2223658" y="51586"/>
                </a:cubicBezTo>
                <a:cubicBezTo>
                  <a:pt x="2224188" y="51321"/>
                  <a:pt x="2224888" y="51132"/>
                  <a:pt x="2225758" y="51018"/>
                </a:cubicBezTo>
                <a:cubicBezTo>
                  <a:pt x="2226628" y="50905"/>
                  <a:pt x="2227706" y="50848"/>
                  <a:pt x="2228993" y="50848"/>
                </a:cubicBezTo>
                <a:cubicBezTo>
                  <a:pt x="2230355" y="50848"/>
                  <a:pt x="2231471" y="50905"/>
                  <a:pt x="2232341" y="51018"/>
                </a:cubicBezTo>
                <a:cubicBezTo>
                  <a:pt x="2233211" y="51132"/>
                  <a:pt x="2233892" y="51321"/>
                  <a:pt x="2234384" y="51586"/>
                </a:cubicBezTo>
                <a:cubicBezTo>
                  <a:pt x="2234876" y="51851"/>
                  <a:pt x="2235235" y="52174"/>
                  <a:pt x="2235462" y="52554"/>
                </a:cubicBezTo>
                <a:cubicBezTo>
                  <a:pt x="2235689" y="52933"/>
                  <a:pt x="2235803" y="53349"/>
                  <a:pt x="2235803" y="53803"/>
                </a:cubicBezTo>
                <a:lnTo>
                  <a:pt x="2235803" y="156627"/>
                </a:lnTo>
                <a:moveTo>
                  <a:pt x="2237846" y="19011"/>
                </a:moveTo>
                <a:cubicBezTo>
                  <a:pt x="2237846" y="22665"/>
                  <a:pt x="2237202" y="25139"/>
                  <a:pt x="2235916" y="26435"/>
                </a:cubicBezTo>
                <a:cubicBezTo>
                  <a:pt x="2234630" y="27728"/>
                  <a:pt x="2232284" y="28375"/>
                  <a:pt x="2228879" y="28375"/>
                </a:cubicBezTo>
                <a:cubicBezTo>
                  <a:pt x="2225550" y="28375"/>
                  <a:pt x="2223261" y="27747"/>
                  <a:pt x="2222012" y="26492"/>
                </a:cubicBezTo>
                <a:cubicBezTo>
                  <a:pt x="2220764" y="25236"/>
                  <a:pt x="2220140" y="22780"/>
                  <a:pt x="2220140" y="19125"/>
                </a:cubicBezTo>
                <a:cubicBezTo>
                  <a:pt x="2220140" y="15472"/>
                  <a:pt x="2220783" y="12998"/>
                  <a:pt x="2222069" y="11705"/>
                </a:cubicBezTo>
                <a:cubicBezTo>
                  <a:pt x="2223355" y="10409"/>
                  <a:pt x="2225701" y="9761"/>
                  <a:pt x="2229106" y="9761"/>
                </a:cubicBezTo>
                <a:cubicBezTo>
                  <a:pt x="2232435" y="9761"/>
                  <a:pt x="2234724" y="10389"/>
                  <a:pt x="2235973" y="11644"/>
                </a:cubicBezTo>
                <a:cubicBezTo>
                  <a:pt x="2237221" y="12900"/>
                  <a:pt x="2237846" y="15356"/>
                  <a:pt x="2237846" y="19011"/>
                </a:cubicBezTo>
                <a:close/>
                <a:moveTo>
                  <a:pt x="2326844" y="129359"/>
                </a:moveTo>
                <a:cubicBezTo>
                  <a:pt x="2326844" y="134282"/>
                  <a:pt x="2325936" y="138694"/>
                  <a:pt x="2324120" y="142596"/>
                </a:cubicBezTo>
                <a:cubicBezTo>
                  <a:pt x="2322304" y="146495"/>
                  <a:pt x="2319712" y="149809"/>
                  <a:pt x="2316345" y="152537"/>
                </a:cubicBezTo>
                <a:cubicBezTo>
                  <a:pt x="2312978" y="155264"/>
                  <a:pt x="2308949" y="157347"/>
                  <a:pt x="2304257" y="158787"/>
                </a:cubicBezTo>
                <a:cubicBezTo>
                  <a:pt x="2299566" y="160225"/>
                  <a:pt x="2294383" y="160944"/>
                  <a:pt x="2288708" y="160944"/>
                </a:cubicBezTo>
                <a:cubicBezTo>
                  <a:pt x="2285151" y="160944"/>
                  <a:pt x="2281784" y="160660"/>
                  <a:pt x="2278606" y="160092"/>
                </a:cubicBezTo>
                <a:cubicBezTo>
                  <a:pt x="2275428" y="159525"/>
                  <a:pt x="2272553" y="158806"/>
                  <a:pt x="2269980" y="157936"/>
                </a:cubicBezTo>
                <a:cubicBezTo>
                  <a:pt x="2267407" y="157066"/>
                  <a:pt x="2265232" y="156139"/>
                  <a:pt x="2263454" y="155155"/>
                </a:cubicBezTo>
                <a:cubicBezTo>
                  <a:pt x="2261676" y="154171"/>
                  <a:pt x="2260370" y="153301"/>
                  <a:pt x="2259538" y="152545"/>
                </a:cubicBezTo>
                <a:cubicBezTo>
                  <a:pt x="2258706" y="151788"/>
                  <a:pt x="2258100" y="150837"/>
                  <a:pt x="2257722" y="149693"/>
                </a:cubicBezTo>
                <a:cubicBezTo>
                  <a:pt x="2257344" y="148546"/>
                  <a:pt x="2257155" y="147019"/>
                  <a:pt x="2257155" y="145110"/>
                </a:cubicBezTo>
                <a:cubicBezTo>
                  <a:pt x="2257155" y="144117"/>
                  <a:pt x="2257230" y="143239"/>
                  <a:pt x="2257382" y="142475"/>
                </a:cubicBezTo>
                <a:cubicBezTo>
                  <a:pt x="2257533" y="141711"/>
                  <a:pt x="2257722" y="141062"/>
                  <a:pt x="2257949" y="140528"/>
                </a:cubicBezTo>
                <a:cubicBezTo>
                  <a:pt x="2258176" y="139993"/>
                  <a:pt x="2258479" y="139593"/>
                  <a:pt x="2258857" y="139325"/>
                </a:cubicBezTo>
                <a:cubicBezTo>
                  <a:pt x="2259235" y="139058"/>
                  <a:pt x="2259652" y="138925"/>
                  <a:pt x="2260106" y="138925"/>
                </a:cubicBezTo>
                <a:cubicBezTo>
                  <a:pt x="2260938" y="138925"/>
                  <a:pt x="2262149" y="139460"/>
                  <a:pt x="2263738" y="140531"/>
                </a:cubicBezTo>
                <a:cubicBezTo>
                  <a:pt x="2265327" y="141602"/>
                  <a:pt x="2267313" y="142769"/>
                  <a:pt x="2269696" y="144032"/>
                </a:cubicBezTo>
                <a:cubicBezTo>
                  <a:pt x="2272080" y="145295"/>
                  <a:pt x="2274917" y="146462"/>
                  <a:pt x="2278209" y="147533"/>
                </a:cubicBezTo>
                <a:cubicBezTo>
                  <a:pt x="2281500" y="148604"/>
                  <a:pt x="2285303" y="149140"/>
                  <a:pt x="2289616" y="149140"/>
                </a:cubicBezTo>
                <a:cubicBezTo>
                  <a:pt x="2293096" y="149140"/>
                  <a:pt x="2296274" y="148761"/>
                  <a:pt x="2299150" y="148005"/>
                </a:cubicBezTo>
                <a:cubicBezTo>
                  <a:pt x="2302025" y="147246"/>
                  <a:pt x="2304522" y="146108"/>
                  <a:pt x="2306641" y="144592"/>
                </a:cubicBezTo>
                <a:cubicBezTo>
                  <a:pt x="2308759" y="143077"/>
                  <a:pt x="2310405" y="141125"/>
                  <a:pt x="2311578" y="138737"/>
                </a:cubicBezTo>
                <a:cubicBezTo>
                  <a:pt x="2312751" y="136348"/>
                  <a:pt x="2313337" y="133563"/>
                  <a:pt x="2313337" y="130380"/>
                </a:cubicBezTo>
                <a:cubicBezTo>
                  <a:pt x="2313337" y="127200"/>
                  <a:pt x="2312581" y="124511"/>
                  <a:pt x="2311067" y="122314"/>
                </a:cubicBezTo>
                <a:cubicBezTo>
                  <a:pt x="2309554" y="120118"/>
                  <a:pt x="2307568" y="118205"/>
                  <a:pt x="2305109" y="116576"/>
                </a:cubicBezTo>
                <a:cubicBezTo>
                  <a:pt x="2302649" y="114946"/>
                  <a:pt x="2299850" y="113508"/>
                  <a:pt x="2296709" y="112259"/>
                </a:cubicBezTo>
                <a:cubicBezTo>
                  <a:pt x="2293569" y="111008"/>
                  <a:pt x="2290353" y="109721"/>
                  <a:pt x="2287062" y="108396"/>
                </a:cubicBezTo>
                <a:cubicBezTo>
                  <a:pt x="2283770" y="107070"/>
                  <a:pt x="2280555" y="105612"/>
                  <a:pt x="2277414" y="104023"/>
                </a:cubicBezTo>
                <a:cubicBezTo>
                  <a:pt x="2274274" y="102432"/>
                  <a:pt x="2271475" y="100500"/>
                  <a:pt x="2269015" y="98228"/>
                </a:cubicBezTo>
                <a:cubicBezTo>
                  <a:pt x="2266556" y="95955"/>
                  <a:pt x="2264570" y="93229"/>
                  <a:pt x="2263057" y="90048"/>
                </a:cubicBezTo>
                <a:cubicBezTo>
                  <a:pt x="2261543" y="86866"/>
                  <a:pt x="2260787" y="83040"/>
                  <a:pt x="2260787" y="78571"/>
                </a:cubicBezTo>
                <a:cubicBezTo>
                  <a:pt x="2260787" y="75012"/>
                  <a:pt x="2261468" y="71510"/>
                  <a:pt x="2262830" y="68065"/>
                </a:cubicBezTo>
                <a:cubicBezTo>
                  <a:pt x="2264192" y="64617"/>
                  <a:pt x="2266291" y="61530"/>
                  <a:pt x="2269129" y="58804"/>
                </a:cubicBezTo>
                <a:cubicBezTo>
                  <a:pt x="2271966" y="56075"/>
                  <a:pt x="2275598" y="53878"/>
                  <a:pt x="2280025" y="52214"/>
                </a:cubicBezTo>
                <a:cubicBezTo>
                  <a:pt x="2284451" y="50547"/>
                  <a:pt x="2289691" y="49713"/>
                  <a:pt x="2295745" y="49713"/>
                </a:cubicBezTo>
                <a:cubicBezTo>
                  <a:pt x="2298317" y="49713"/>
                  <a:pt x="2300871" y="49921"/>
                  <a:pt x="2303406" y="50337"/>
                </a:cubicBezTo>
                <a:cubicBezTo>
                  <a:pt x="2305941" y="50754"/>
                  <a:pt x="2308249" y="51302"/>
                  <a:pt x="2310330" y="51983"/>
                </a:cubicBezTo>
                <a:cubicBezTo>
                  <a:pt x="2312410" y="52664"/>
                  <a:pt x="2314207" y="53402"/>
                  <a:pt x="2315721" y="54196"/>
                </a:cubicBezTo>
                <a:cubicBezTo>
                  <a:pt x="2317234" y="54991"/>
                  <a:pt x="2318388" y="55691"/>
                  <a:pt x="2319183" y="56296"/>
                </a:cubicBezTo>
                <a:cubicBezTo>
                  <a:pt x="2319977" y="56902"/>
                  <a:pt x="2320507" y="57412"/>
                  <a:pt x="2320772" y="57828"/>
                </a:cubicBezTo>
                <a:cubicBezTo>
                  <a:pt x="2321036" y="58245"/>
                  <a:pt x="2321226" y="58680"/>
                  <a:pt x="2321339" y="59134"/>
                </a:cubicBezTo>
                <a:cubicBezTo>
                  <a:pt x="2321453" y="59588"/>
                  <a:pt x="2321547" y="60136"/>
                  <a:pt x="2321623" y="60779"/>
                </a:cubicBezTo>
                <a:cubicBezTo>
                  <a:pt x="2321699" y="61423"/>
                  <a:pt x="2321736" y="62198"/>
                  <a:pt x="2321736" y="63106"/>
                </a:cubicBezTo>
                <a:cubicBezTo>
                  <a:pt x="2321736" y="64014"/>
                  <a:pt x="2321680" y="64828"/>
                  <a:pt x="2321566" y="65547"/>
                </a:cubicBezTo>
                <a:cubicBezTo>
                  <a:pt x="2321453" y="66265"/>
                  <a:pt x="2321282" y="66890"/>
                  <a:pt x="2321055" y="67419"/>
                </a:cubicBezTo>
                <a:cubicBezTo>
                  <a:pt x="2320828" y="67949"/>
                  <a:pt x="2320545" y="68346"/>
                  <a:pt x="2320204" y="68611"/>
                </a:cubicBezTo>
                <a:cubicBezTo>
                  <a:pt x="2319864" y="68876"/>
                  <a:pt x="2319466" y="69008"/>
                  <a:pt x="2319012" y="69008"/>
                </a:cubicBezTo>
                <a:cubicBezTo>
                  <a:pt x="2318407" y="69008"/>
                  <a:pt x="2317499" y="68592"/>
                  <a:pt x="2316288" y="67760"/>
                </a:cubicBezTo>
                <a:cubicBezTo>
                  <a:pt x="2315078" y="66927"/>
                  <a:pt x="2313489" y="66019"/>
                  <a:pt x="2311521" y="65036"/>
                </a:cubicBezTo>
                <a:cubicBezTo>
                  <a:pt x="2309554" y="64052"/>
                  <a:pt x="2307208" y="63144"/>
                  <a:pt x="2304484" y="62312"/>
                </a:cubicBezTo>
                <a:cubicBezTo>
                  <a:pt x="2301760" y="61479"/>
                  <a:pt x="2298620" y="61063"/>
                  <a:pt x="2295064" y="61063"/>
                </a:cubicBezTo>
                <a:cubicBezTo>
                  <a:pt x="2291507" y="61063"/>
                  <a:pt x="2288386" y="61481"/>
                  <a:pt x="2285700" y="62315"/>
                </a:cubicBezTo>
                <a:cubicBezTo>
                  <a:pt x="2283014" y="63148"/>
                  <a:pt x="2280801" y="64322"/>
                  <a:pt x="2279060" y="65837"/>
                </a:cubicBezTo>
                <a:cubicBezTo>
                  <a:pt x="2277320" y="67353"/>
                  <a:pt x="2276015" y="69135"/>
                  <a:pt x="2275144" y="71183"/>
                </a:cubicBezTo>
                <a:cubicBezTo>
                  <a:pt x="2274274" y="73228"/>
                  <a:pt x="2273839" y="75464"/>
                  <a:pt x="2273839" y="77890"/>
                </a:cubicBezTo>
                <a:cubicBezTo>
                  <a:pt x="2273839" y="81221"/>
                  <a:pt x="2274596" y="84023"/>
                  <a:pt x="2276109" y="86296"/>
                </a:cubicBezTo>
                <a:cubicBezTo>
                  <a:pt x="2277622" y="88568"/>
                  <a:pt x="2279628" y="90538"/>
                  <a:pt x="2282125" y="92205"/>
                </a:cubicBezTo>
                <a:cubicBezTo>
                  <a:pt x="2284622" y="93872"/>
                  <a:pt x="2287459" y="95350"/>
                  <a:pt x="2290637" y="96639"/>
                </a:cubicBezTo>
                <a:cubicBezTo>
                  <a:pt x="2293815" y="97925"/>
                  <a:pt x="2297050" y="99212"/>
                  <a:pt x="2300341" y="100501"/>
                </a:cubicBezTo>
                <a:cubicBezTo>
                  <a:pt x="2303633" y="101787"/>
                  <a:pt x="2306868" y="103207"/>
                  <a:pt x="2310046" y="104761"/>
                </a:cubicBezTo>
                <a:cubicBezTo>
                  <a:pt x="2313224" y="106312"/>
                  <a:pt x="2316061" y="108186"/>
                  <a:pt x="2318558" y="110383"/>
                </a:cubicBezTo>
                <a:cubicBezTo>
                  <a:pt x="2321055" y="112579"/>
                  <a:pt x="2323061" y="115212"/>
                  <a:pt x="2324574" y="118282"/>
                </a:cubicBezTo>
                <a:cubicBezTo>
                  <a:pt x="2326087" y="121349"/>
                  <a:pt x="2326844" y="125041"/>
                  <a:pt x="2326844" y="129359"/>
                </a:cubicBezTo>
                <a:close/>
                <a:moveTo>
                  <a:pt x="2423389" y="156627"/>
                </a:moveTo>
                <a:cubicBezTo>
                  <a:pt x="2423389" y="157081"/>
                  <a:pt x="2423275" y="157498"/>
                  <a:pt x="2423048" y="157879"/>
                </a:cubicBezTo>
                <a:cubicBezTo>
                  <a:pt x="2422821" y="158257"/>
                  <a:pt x="2422462" y="158560"/>
                  <a:pt x="2421970" y="158787"/>
                </a:cubicBezTo>
                <a:cubicBezTo>
                  <a:pt x="2421478" y="159014"/>
                  <a:pt x="2420797" y="159203"/>
                  <a:pt x="2419927" y="159355"/>
                </a:cubicBezTo>
                <a:cubicBezTo>
                  <a:pt x="2419057" y="159506"/>
                  <a:pt x="2417941" y="159582"/>
                  <a:pt x="2416579" y="159582"/>
                </a:cubicBezTo>
                <a:cubicBezTo>
                  <a:pt x="2415293" y="159582"/>
                  <a:pt x="2414214" y="159506"/>
                  <a:pt x="2413344" y="159355"/>
                </a:cubicBezTo>
                <a:cubicBezTo>
                  <a:pt x="2412474" y="159203"/>
                  <a:pt x="2411774" y="159014"/>
                  <a:pt x="2411244" y="158787"/>
                </a:cubicBezTo>
                <a:cubicBezTo>
                  <a:pt x="2410715" y="158560"/>
                  <a:pt x="2410355" y="158257"/>
                  <a:pt x="2410166" y="157879"/>
                </a:cubicBezTo>
                <a:cubicBezTo>
                  <a:pt x="2409977" y="157498"/>
                  <a:pt x="2409882" y="157081"/>
                  <a:pt x="2409882" y="156627"/>
                </a:cubicBezTo>
                <a:lnTo>
                  <a:pt x="2409882" y="53803"/>
                </a:lnTo>
                <a:cubicBezTo>
                  <a:pt x="2409882" y="53349"/>
                  <a:pt x="2409977" y="52933"/>
                  <a:pt x="2410166" y="52554"/>
                </a:cubicBezTo>
                <a:cubicBezTo>
                  <a:pt x="2410355" y="52174"/>
                  <a:pt x="2410715" y="51851"/>
                  <a:pt x="2411244" y="51586"/>
                </a:cubicBezTo>
                <a:cubicBezTo>
                  <a:pt x="2411774" y="51321"/>
                  <a:pt x="2412474" y="51132"/>
                  <a:pt x="2413344" y="51018"/>
                </a:cubicBezTo>
                <a:cubicBezTo>
                  <a:pt x="2414214" y="50905"/>
                  <a:pt x="2415293" y="50848"/>
                  <a:pt x="2416579" y="50848"/>
                </a:cubicBezTo>
                <a:cubicBezTo>
                  <a:pt x="2417941" y="50848"/>
                  <a:pt x="2419057" y="50905"/>
                  <a:pt x="2419927" y="51018"/>
                </a:cubicBezTo>
                <a:cubicBezTo>
                  <a:pt x="2420797" y="51132"/>
                  <a:pt x="2421478" y="51321"/>
                  <a:pt x="2421970" y="51586"/>
                </a:cubicBezTo>
                <a:cubicBezTo>
                  <a:pt x="2422462" y="51851"/>
                  <a:pt x="2422821" y="52174"/>
                  <a:pt x="2423048" y="52554"/>
                </a:cubicBezTo>
                <a:cubicBezTo>
                  <a:pt x="2423275" y="52933"/>
                  <a:pt x="2423389" y="53349"/>
                  <a:pt x="2423389" y="53803"/>
                </a:cubicBezTo>
                <a:lnTo>
                  <a:pt x="2423389" y="156627"/>
                </a:lnTo>
                <a:moveTo>
                  <a:pt x="2425432" y="19011"/>
                </a:moveTo>
                <a:cubicBezTo>
                  <a:pt x="2425432" y="22665"/>
                  <a:pt x="2424789" y="25139"/>
                  <a:pt x="2423502" y="26435"/>
                </a:cubicBezTo>
                <a:cubicBezTo>
                  <a:pt x="2422216" y="27728"/>
                  <a:pt x="2419870" y="28375"/>
                  <a:pt x="2416465" y="28375"/>
                </a:cubicBezTo>
                <a:cubicBezTo>
                  <a:pt x="2413136" y="28375"/>
                  <a:pt x="2410847" y="27747"/>
                  <a:pt x="2409599" y="26492"/>
                </a:cubicBezTo>
                <a:cubicBezTo>
                  <a:pt x="2408350" y="25236"/>
                  <a:pt x="2407726" y="22780"/>
                  <a:pt x="2407726" y="19125"/>
                </a:cubicBezTo>
                <a:cubicBezTo>
                  <a:pt x="2407726" y="15472"/>
                  <a:pt x="2408369" y="12998"/>
                  <a:pt x="2409655" y="11705"/>
                </a:cubicBezTo>
                <a:cubicBezTo>
                  <a:pt x="2410942" y="10409"/>
                  <a:pt x="2413287" y="9761"/>
                  <a:pt x="2416692" y="9761"/>
                </a:cubicBezTo>
                <a:cubicBezTo>
                  <a:pt x="2420022" y="9761"/>
                  <a:pt x="2422311" y="10389"/>
                  <a:pt x="2423559" y="11644"/>
                </a:cubicBezTo>
                <a:cubicBezTo>
                  <a:pt x="2424808" y="12900"/>
                  <a:pt x="2425432" y="15356"/>
                  <a:pt x="2425432" y="19011"/>
                </a:cubicBezTo>
                <a:close/>
                <a:moveTo>
                  <a:pt x="2547260" y="57374"/>
                </a:moveTo>
                <a:cubicBezTo>
                  <a:pt x="2547260" y="59514"/>
                  <a:pt x="2546919" y="61005"/>
                  <a:pt x="2546238" y="61847"/>
                </a:cubicBezTo>
                <a:cubicBezTo>
                  <a:pt x="2545557" y="62687"/>
                  <a:pt x="2544687" y="63106"/>
                  <a:pt x="2543628" y="63106"/>
                </a:cubicBezTo>
                <a:lnTo>
                  <a:pt x="2527397" y="63106"/>
                </a:lnTo>
                <a:cubicBezTo>
                  <a:pt x="2530575" y="66336"/>
                  <a:pt x="2532789" y="69848"/>
                  <a:pt x="2534037" y="73641"/>
                </a:cubicBezTo>
                <a:cubicBezTo>
                  <a:pt x="2535286" y="77431"/>
                  <a:pt x="2535910" y="81429"/>
                  <a:pt x="2535910" y="85636"/>
                </a:cubicBezTo>
                <a:cubicBezTo>
                  <a:pt x="2535910" y="91453"/>
                  <a:pt x="2534983" y="96628"/>
                  <a:pt x="2533129" y="101161"/>
                </a:cubicBezTo>
                <a:cubicBezTo>
                  <a:pt x="2531275" y="105694"/>
                  <a:pt x="2528646" y="109528"/>
                  <a:pt x="2525241" y="112663"/>
                </a:cubicBezTo>
                <a:cubicBezTo>
                  <a:pt x="2521836" y="115799"/>
                  <a:pt x="2517788" y="118198"/>
                  <a:pt x="2513096" y="119860"/>
                </a:cubicBezTo>
                <a:cubicBezTo>
                  <a:pt x="2508405" y="121522"/>
                  <a:pt x="2503222" y="122353"/>
                  <a:pt x="2497547" y="122353"/>
                </a:cubicBezTo>
                <a:cubicBezTo>
                  <a:pt x="2492931" y="122353"/>
                  <a:pt x="2488542" y="121711"/>
                  <a:pt x="2484381" y="120428"/>
                </a:cubicBezTo>
                <a:cubicBezTo>
                  <a:pt x="2480219" y="119144"/>
                  <a:pt x="2476965" y="117557"/>
                  <a:pt x="2474620" y="115668"/>
                </a:cubicBezTo>
                <a:cubicBezTo>
                  <a:pt x="2473106" y="117188"/>
                  <a:pt x="2471858" y="118937"/>
                  <a:pt x="2470874" y="120913"/>
                </a:cubicBezTo>
                <a:cubicBezTo>
                  <a:pt x="2469890" y="122890"/>
                  <a:pt x="2469399" y="125171"/>
                  <a:pt x="2469399" y="127755"/>
                </a:cubicBezTo>
                <a:cubicBezTo>
                  <a:pt x="2469399" y="130643"/>
                  <a:pt x="2470780" y="133075"/>
                  <a:pt x="2473541" y="135051"/>
                </a:cubicBezTo>
                <a:cubicBezTo>
                  <a:pt x="2476303" y="137028"/>
                  <a:pt x="2479879" y="138092"/>
                  <a:pt x="2484267" y="138244"/>
                </a:cubicBezTo>
                <a:lnTo>
                  <a:pt x="2512075" y="139382"/>
                </a:lnTo>
                <a:cubicBezTo>
                  <a:pt x="2516766" y="139533"/>
                  <a:pt x="2521174" y="140178"/>
                  <a:pt x="2525298" y="141315"/>
                </a:cubicBezTo>
                <a:cubicBezTo>
                  <a:pt x="2529421" y="142450"/>
                  <a:pt x="2533035" y="144136"/>
                  <a:pt x="2536137" y="146373"/>
                </a:cubicBezTo>
                <a:cubicBezTo>
                  <a:pt x="2539239" y="148610"/>
                  <a:pt x="2541698" y="151359"/>
                  <a:pt x="2543514" y="154620"/>
                </a:cubicBezTo>
                <a:cubicBezTo>
                  <a:pt x="2545330" y="157878"/>
                  <a:pt x="2546238" y="161705"/>
                  <a:pt x="2546238" y="166101"/>
                </a:cubicBezTo>
                <a:cubicBezTo>
                  <a:pt x="2546238" y="170650"/>
                  <a:pt x="2545312" y="175009"/>
                  <a:pt x="2543458" y="179178"/>
                </a:cubicBezTo>
                <a:cubicBezTo>
                  <a:pt x="2541604" y="183347"/>
                  <a:pt x="2538729" y="187004"/>
                  <a:pt x="2534832" y="190149"/>
                </a:cubicBezTo>
                <a:cubicBezTo>
                  <a:pt x="2530935" y="193296"/>
                  <a:pt x="2525960" y="195798"/>
                  <a:pt x="2519906" y="197654"/>
                </a:cubicBezTo>
                <a:cubicBezTo>
                  <a:pt x="2513853" y="199512"/>
                  <a:pt x="2506627" y="200442"/>
                  <a:pt x="2498228" y="200442"/>
                </a:cubicBezTo>
                <a:cubicBezTo>
                  <a:pt x="2490207" y="200442"/>
                  <a:pt x="2483378" y="199741"/>
                  <a:pt x="2477741" y="198338"/>
                </a:cubicBezTo>
                <a:cubicBezTo>
                  <a:pt x="2472104" y="196939"/>
                  <a:pt x="2467488" y="195008"/>
                  <a:pt x="2463894" y="192546"/>
                </a:cubicBezTo>
                <a:cubicBezTo>
                  <a:pt x="2460300" y="190087"/>
                  <a:pt x="2457689" y="187192"/>
                  <a:pt x="2456062" y="183860"/>
                </a:cubicBezTo>
                <a:cubicBezTo>
                  <a:pt x="2454436" y="180528"/>
                  <a:pt x="2453622" y="176931"/>
                  <a:pt x="2453622" y="173067"/>
                </a:cubicBezTo>
                <a:cubicBezTo>
                  <a:pt x="2453622" y="170419"/>
                  <a:pt x="2453925" y="167920"/>
                  <a:pt x="2454530" y="165572"/>
                </a:cubicBezTo>
                <a:cubicBezTo>
                  <a:pt x="2455135" y="163224"/>
                  <a:pt x="2456062" y="160991"/>
                  <a:pt x="2457311" y="158872"/>
                </a:cubicBezTo>
                <a:cubicBezTo>
                  <a:pt x="2458559" y="156751"/>
                  <a:pt x="2460111" y="154707"/>
                  <a:pt x="2461964" y="152740"/>
                </a:cubicBezTo>
                <a:cubicBezTo>
                  <a:pt x="2463818" y="150770"/>
                  <a:pt x="2465956" y="148762"/>
                  <a:pt x="2468377" y="146717"/>
                </a:cubicBezTo>
                <a:cubicBezTo>
                  <a:pt x="2464518" y="144740"/>
                  <a:pt x="2461681" y="142346"/>
                  <a:pt x="2459865" y="139535"/>
                </a:cubicBezTo>
                <a:cubicBezTo>
                  <a:pt x="2458049" y="136723"/>
                  <a:pt x="2457141" y="133721"/>
                  <a:pt x="2457141" y="130529"/>
                </a:cubicBezTo>
                <a:cubicBezTo>
                  <a:pt x="2457141" y="125819"/>
                  <a:pt x="2458049" y="121658"/>
                  <a:pt x="2459865" y="118048"/>
                </a:cubicBezTo>
                <a:cubicBezTo>
                  <a:pt x="2461681" y="114437"/>
                  <a:pt x="2463875" y="111188"/>
                  <a:pt x="2466448" y="108301"/>
                </a:cubicBezTo>
                <a:cubicBezTo>
                  <a:pt x="2464253" y="105430"/>
                  <a:pt x="2462551" y="102295"/>
                  <a:pt x="2461340" y="98894"/>
                </a:cubicBezTo>
                <a:cubicBezTo>
                  <a:pt x="2460129" y="95494"/>
                  <a:pt x="2459524" y="91415"/>
                  <a:pt x="2459524" y="86658"/>
                </a:cubicBezTo>
                <a:cubicBezTo>
                  <a:pt x="2459524" y="80914"/>
                  <a:pt x="2460470" y="75758"/>
                  <a:pt x="2462362" y="71190"/>
                </a:cubicBezTo>
                <a:cubicBezTo>
                  <a:pt x="2464253" y="66619"/>
                  <a:pt x="2466883" y="62747"/>
                  <a:pt x="2470250" y="59574"/>
                </a:cubicBezTo>
                <a:cubicBezTo>
                  <a:pt x="2473617" y="56400"/>
                  <a:pt x="2477646" y="53964"/>
                  <a:pt x="2482338" y="52263"/>
                </a:cubicBezTo>
                <a:cubicBezTo>
                  <a:pt x="2487029" y="50563"/>
                  <a:pt x="2492174" y="49713"/>
                  <a:pt x="2497774" y="49713"/>
                </a:cubicBezTo>
                <a:cubicBezTo>
                  <a:pt x="2500725" y="49713"/>
                  <a:pt x="2503506" y="49883"/>
                  <a:pt x="2506116" y="50224"/>
                </a:cubicBezTo>
                <a:cubicBezTo>
                  <a:pt x="2508727" y="50564"/>
                  <a:pt x="2511129" y="51000"/>
                  <a:pt x="2513323" y="51529"/>
                </a:cubicBezTo>
                <a:lnTo>
                  <a:pt x="2543628" y="51529"/>
                </a:lnTo>
                <a:cubicBezTo>
                  <a:pt x="2544914" y="51529"/>
                  <a:pt x="2545841" y="52026"/>
                  <a:pt x="2546409" y="53019"/>
                </a:cubicBezTo>
                <a:cubicBezTo>
                  <a:pt x="2546976" y="54012"/>
                  <a:pt x="2547260" y="55464"/>
                  <a:pt x="2547260" y="57374"/>
                </a:cubicBezTo>
                <a:moveTo>
                  <a:pt x="2521949" y="85863"/>
                </a:moveTo>
                <a:cubicBezTo>
                  <a:pt x="2521949" y="78088"/>
                  <a:pt x="2519812" y="72011"/>
                  <a:pt x="2515537" y="67632"/>
                </a:cubicBezTo>
                <a:cubicBezTo>
                  <a:pt x="2511261" y="63253"/>
                  <a:pt x="2505189" y="61063"/>
                  <a:pt x="2497320" y="61063"/>
                </a:cubicBezTo>
                <a:cubicBezTo>
                  <a:pt x="2493309" y="61063"/>
                  <a:pt x="2489791" y="61743"/>
                  <a:pt x="2486764" y="63103"/>
                </a:cubicBezTo>
                <a:cubicBezTo>
                  <a:pt x="2483738" y="64460"/>
                  <a:pt x="2481241" y="66309"/>
                  <a:pt x="2479273" y="68650"/>
                </a:cubicBezTo>
                <a:cubicBezTo>
                  <a:pt x="2477306" y="70991"/>
                  <a:pt x="2475830" y="73709"/>
                  <a:pt x="2474847" y="76804"/>
                </a:cubicBezTo>
                <a:cubicBezTo>
                  <a:pt x="2473863" y="79900"/>
                  <a:pt x="2473371" y="83184"/>
                  <a:pt x="2473371" y="86658"/>
                </a:cubicBezTo>
                <a:cubicBezTo>
                  <a:pt x="2473371" y="94205"/>
                  <a:pt x="2475509" y="100150"/>
                  <a:pt x="2479784" y="104491"/>
                </a:cubicBezTo>
                <a:cubicBezTo>
                  <a:pt x="2484059" y="108833"/>
                  <a:pt x="2490056" y="111003"/>
                  <a:pt x="2497774" y="111003"/>
                </a:cubicBezTo>
                <a:cubicBezTo>
                  <a:pt x="2501860" y="111003"/>
                  <a:pt x="2505435" y="110325"/>
                  <a:pt x="2508500" y="108968"/>
                </a:cubicBezTo>
                <a:cubicBezTo>
                  <a:pt x="2511564" y="107608"/>
                  <a:pt x="2514080" y="105776"/>
                  <a:pt x="2516047" y="103473"/>
                </a:cubicBezTo>
                <a:cubicBezTo>
                  <a:pt x="2518015" y="101170"/>
                  <a:pt x="2519490" y="98490"/>
                  <a:pt x="2520474" y="95433"/>
                </a:cubicBezTo>
                <a:cubicBezTo>
                  <a:pt x="2521458" y="92375"/>
                  <a:pt x="2521949" y="89185"/>
                  <a:pt x="2521949" y="85863"/>
                </a:cubicBezTo>
                <a:moveTo>
                  <a:pt x="2532732" y="166895"/>
                </a:moveTo>
                <a:cubicBezTo>
                  <a:pt x="2532732" y="161887"/>
                  <a:pt x="2530708" y="158055"/>
                  <a:pt x="2526660" y="155400"/>
                </a:cubicBezTo>
                <a:cubicBezTo>
                  <a:pt x="2522611" y="152742"/>
                  <a:pt x="2517182" y="151300"/>
                  <a:pt x="2510372" y="151073"/>
                </a:cubicBezTo>
                <a:lnTo>
                  <a:pt x="2480522" y="150048"/>
                </a:lnTo>
                <a:cubicBezTo>
                  <a:pt x="2477798" y="152173"/>
                  <a:pt x="2475566" y="154184"/>
                  <a:pt x="2473825" y="156081"/>
                </a:cubicBezTo>
                <a:cubicBezTo>
                  <a:pt x="2472085" y="157977"/>
                  <a:pt x="2470704" y="159817"/>
                  <a:pt x="2469682" y="161600"/>
                </a:cubicBezTo>
                <a:cubicBezTo>
                  <a:pt x="2468661" y="163385"/>
                  <a:pt x="2467961" y="165131"/>
                  <a:pt x="2467583" y="166839"/>
                </a:cubicBezTo>
                <a:cubicBezTo>
                  <a:pt x="2467204" y="168546"/>
                  <a:pt x="2467015" y="170272"/>
                  <a:pt x="2467015" y="172017"/>
                </a:cubicBezTo>
                <a:cubicBezTo>
                  <a:pt x="2467015" y="177633"/>
                  <a:pt x="2469834" y="181882"/>
                  <a:pt x="2475471" y="184765"/>
                </a:cubicBezTo>
                <a:cubicBezTo>
                  <a:pt x="2481108" y="187649"/>
                  <a:pt x="2488959" y="189092"/>
                  <a:pt x="2499022" y="189092"/>
                </a:cubicBezTo>
                <a:cubicBezTo>
                  <a:pt x="2505378" y="189092"/>
                  <a:pt x="2510694" y="188465"/>
                  <a:pt x="2514969" y="187212"/>
                </a:cubicBezTo>
                <a:cubicBezTo>
                  <a:pt x="2519244" y="185961"/>
                  <a:pt x="2522706" y="184311"/>
                  <a:pt x="2525354" y="182260"/>
                </a:cubicBezTo>
                <a:cubicBezTo>
                  <a:pt x="2528003" y="180213"/>
                  <a:pt x="2529894" y="177860"/>
                  <a:pt x="2531029" y="175202"/>
                </a:cubicBezTo>
                <a:cubicBezTo>
                  <a:pt x="2532164" y="172547"/>
                  <a:pt x="2532732" y="169778"/>
                  <a:pt x="2532732" y="166895"/>
                </a:cubicBezTo>
                <a:close/>
                <a:moveTo>
                  <a:pt x="2658463" y="156631"/>
                </a:moveTo>
                <a:cubicBezTo>
                  <a:pt x="2658463" y="157085"/>
                  <a:pt x="2658349" y="157501"/>
                  <a:pt x="2658122" y="157879"/>
                </a:cubicBezTo>
                <a:cubicBezTo>
                  <a:pt x="2657895" y="158257"/>
                  <a:pt x="2657536" y="158560"/>
                  <a:pt x="2657044" y="158787"/>
                </a:cubicBezTo>
                <a:cubicBezTo>
                  <a:pt x="2656552" y="159014"/>
                  <a:pt x="2655871" y="159203"/>
                  <a:pt x="2655001" y="159355"/>
                </a:cubicBezTo>
                <a:cubicBezTo>
                  <a:pt x="2654131" y="159506"/>
                  <a:pt x="2653052" y="159582"/>
                  <a:pt x="2651766" y="159582"/>
                </a:cubicBezTo>
                <a:cubicBezTo>
                  <a:pt x="2650404" y="159582"/>
                  <a:pt x="2649288" y="159506"/>
                  <a:pt x="2648418" y="159355"/>
                </a:cubicBezTo>
                <a:cubicBezTo>
                  <a:pt x="2647548" y="159203"/>
                  <a:pt x="2646867" y="159014"/>
                  <a:pt x="2646375" y="158787"/>
                </a:cubicBezTo>
                <a:cubicBezTo>
                  <a:pt x="2645883" y="158560"/>
                  <a:pt x="2645524" y="158257"/>
                  <a:pt x="2645297" y="157879"/>
                </a:cubicBezTo>
                <a:cubicBezTo>
                  <a:pt x="2645070" y="157501"/>
                  <a:pt x="2644956" y="157085"/>
                  <a:pt x="2644956" y="156631"/>
                </a:cubicBezTo>
                <a:lnTo>
                  <a:pt x="2644956" y="95681"/>
                </a:lnTo>
                <a:cubicBezTo>
                  <a:pt x="2644956" y="89325"/>
                  <a:pt x="2644464" y="84161"/>
                  <a:pt x="2643481" y="80188"/>
                </a:cubicBezTo>
                <a:cubicBezTo>
                  <a:pt x="2642497" y="76216"/>
                  <a:pt x="2641021" y="72811"/>
                  <a:pt x="2639054" y="69973"/>
                </a:cubicBezTo>
                <a:cubicBezTo>
                  <a:pt x="2637087" y="67136"/>
                  <a:pt x="2634571" y="64941"/>
                  <a:pt x="2631506" y="63390"/>
                </a:cubicBezTo>
                <a:cubicBezTo>
                  <a:pt x="2628442" y="61839"/>
                  <a:pt x="2624867" y="61063"/>
                  <a:pt x="2620781" y="61063"/>
                </a:cubicBezTo>
                <a:cubicBezTo>
                  <a:pt x="2615559" y="61063"/>
                  <a:pt x="2610338" y="62917"/>
                  <a:pt x="2605117" y="66625"/>
                </a:cubicBezTo>
                <a:cubicBezTo>
                  <a:pt x="2599896" y="70332"/>
                  <a:pt x="2594411" y="75780"/>
                  <a:pt x="2588660" y="82969"/>
                </a:cubicBezTo>
                <a:lnTo>
                  <a:pt x="2588660" y="156631"/>
                </a:lnTo>
                <a:cubicBezTo>
                  <a:pt x="2588660" y="157085"/>
                  <a:pt x="2588546" y="157501"/>
                  <a:pt x="2588319" y="157879"/>
                </a:cubicBezTo>
                <a:cubicBezTo>
                  <a:pt x="2588092" y="158257"/>
                  <a:pt x="2587733" y="158560"/>
                  <a:pt x="2587241" y="158787"/>
                </a:cubicBezTo>
                <a:cubicBezTo>
                  <a:pt x="2586749" y="159014"/>
                  <a:pt x="2586068" y="159203"/>
                  <a:pt x="2585198" y="159355"/>
                </a:cubicBezTo>
                <a:cubicBezTo>
                  <a:pt x="2584328" y="159506"/>
                  <a:pt x="2583212" y="159582"/>
                  <a:pt x="2581850" y="159582"/>
                </a:cubicBezTo>
                <a:cubicBezTo>
                  <a:pt x="2580564" y="159582"/>
                  <a:pt x="2579485" y="159506"/>
                  <a:pt x="2578615" y="159355"/>
                </a:cubicBezTo>
                <a:cubicBezTo>
                  <a:pt x="2577745" y="159203"/>
                  <a:pt x="2577045" y="159014"/>
                  <a:pt x="2576515" y="158787"/>
                </a:cubicBezTo>
                <a:cubicBezTo>
                  <a:pt x="2575986" y="158560"/>
                  <a:pt x="2575626" y="158257"/>
                  <a:pt x="2575437" y="157879"/>
                </a:cubicBezTo>
                <a:cubicBezTo>
                  <a:pt x="2575248" y="157498"/>
                  <a:pt x="2575153" y="157081"/>
                  <a:pt x="2575153" y="156627"/>
                </a:cubicBezTo>
                <a:lnTo>
                  <a:pt x="2575153" y="53803"/>
                </a:lnTo>
                <a:cubicBezTo>
                  <a:pt x="2575153" y="53349"/>
                  <a:pt x="2575248" y="52933"/>
                  <a:pt x="2575437" y="52554"/>
                </a:cubicBezTo>
                <a:cubicBezTo>
                  <a:pt x="2575626" y="52174"/>
                  <a:pt x="2575986" y="51851"/>
                  <a:pt x="2576515" y="51586"/>
                </a:cubicBezTo>
                <a:cubicBezTo>
                  <a:pt x="2577045" y="51321"/>
                  <a:pt x="2577707" y="51132"/>
                  <a:pt x="2578502" y="51018"/>
                </a:cubicBezTo>
                <a:cubicBezTo>
                  <a:pt x="2579296" y="50905"/>
                  <a:pt x="2580337" y="50848"/>
                  <a:pt x="2581623" y="50848"/>
                </a:cubicBezTo>
                <a:cubicBezTo>
                  <a:pt x="2582909" y="50848"/>
                  <a:pt x="2583969" y="50905"/>
                  <a:pt x="2584801" y="51018"/>
                </a:cubicBezTo>
                <a:cubicBezTo>
                  <a:pt x="2585633" y="51132"/>
                  <a:pt x="2586276" y="51321"/>
                  <a:pt x="2586730" y="51586"/>
                </a:cubicBezTo>
                <a:cubicBezTo>
                  <a:pt x="2587184" y="51851"/>
                  <a:pt x="2587506" y="52174"/>
                  <a:pt x="2587695" y="52554"/>
                </a:cubicBezTo>
                <a:cubicBezTo>
                  <a:pt x="2587884" y="52933"/>
                  <a:pt x="2587979" y="53349"/>
                  <a:pt x="2587979" y="53803"/>
                </a:cubicBezTo>
                <a:lnTo>
                  <a:pt x="2587979" y="68345"/>
                </a:lnTo>
                <a:cubicBezTo>
                  <a:pt x="2593881" y="61795"/>
                  <a:pt x="2599669" y="57053"/>
                  <a:pt x="2605344" y="54118"/>
                </a:cubicBezTo>
                <a:cubicBezTo>
                  <a:pt x="2611019" y="51182"/>
                  <a:pt x="2616657" y="49713"/>
                  <a:pt x="2622256" y="49713"/>
                </a:cubicBezTo>
                <a:cubicBezTo>
                  <a:pt x="2628990" y="49713"/>
                  <a:pt x="2634665" y="50848"/>
                  <a:pt x="2639281" y="53118"/>
                </a:cubicBezTo>
                <a:cubicBezTo>
                  <a:pt x="2643897" y="55388"/>
                  <a:pt x="2647623" y="58453"/>
                  <a:pt x="2650461" y="62312"/>
                </a:cubicBezTo>
                <a:cubicBezTo>
                  <a:pt x="2653298" y="66171"/>
                  <a:pt x="2655341" y="70673"/>
                  <a:pt x="2656590" y="75818"/>
                </a:cubicBezTo>
                <a:cubicBezTo>
                  <a:pt x="2657838" y="80964"/>
                  <a:pt x="2658463" y="87168"/>
                  <a:pt x="2658463" y="94432"/>
                </a:cubicBezTo>
                <a:lnTo>
                  <a:pt x="2658463" y="156631"/>
                </a:lnTo>
                <a:close/>
                <a:moveTo>
                  <a:pt x="2786941" y="104250"/>
                </a:moveTo>
                <a:cubicBezTo>
                  <a:pt x="2786941" y="112429"/>
                  <a:pt x="2785881" y="119965"/>
                  <a:pt x="2783763" y="126858"/>
                </a:cubicBezTo>
                <a:cubicBezTo>
                  <a:pt x="2781644" y="133751"/>
                  <a:pt x="2778485" y="139736"/>
                  <a:pt x="2774285" y="144812"/>
                </a:cubicBezTo>
                <a:cubicBezTo>
                  <a:pt x="2770086" y="149887"/>
                  <a:pt x="2764846" y="153844"/>
                  <a:pt x="2758565" y="156684"/>
                </a:cubicBezTo>
                <a:cubicBezTo>
                  <a:pt x="2752285" y="159524"/>
                  <a:pt x="2744983" y="160944"/>
                  <a:pt x="2736660" y="160944"/>
                </a:cubicBezTo>
                <a:cubicBezTo>
                  <a:pt x="2728639" y="160944"/>
                  <a:pt x="2721621" y="159675"/>
                  <a:pt x="2715606" y="157138"/>
                </a:cubicBezTo>
                <a:cubicBezTo>
                  <a:pt x="2709590" y="154601"/>
                  <a:pt x="2704558" y="150965"/>
                  <a:pt x="2700510" y="146231"/>
                </a:cubicBezTo>
                <a:cubicBezTo>
                  <a:pt x="2696462" y="141497"/>
                  <a:pt x="2693435" y="135760"/>
                  <a:pt x="2691430" y="129018"/>
                </a:cubicBezTo>
                <a:cubicBezTo>
                  <a:pt x="2689425" y="122277"/>
                  <a:pt x="2688422" y="114664"/>
                  <a:pt x="2688422" y="106180"/>
                </a:cubicBezTo>
                <a:cubicBezTo>
                  <a:pt x="2688422" y="98001"/>
                  <a:pt x="2689463" y="90465"/>
                  <a:pt x="2691543" y="83572"/>
                </a:cubicBezTo>
                <a:cubicBezTo>
                  <a:pt x="2693624" y="76679"/>
                  <a:pt x="2696764" y="70714"/>
                  <a:pt x="2700964" y="65678"/>
                </a:cubicBezTo>
                <a:cubicBezTo>
                  <a:pt x="2705164" y="60639"/>
                  <a:pt x="2710403" y="56718"/>
                  <a:pt x="2716684" y="53916"/>
                </a:cubicBezTo>
                <a:cubicBezTo>
                  <a:pt x="2722964" y="51114"/>
                  <a:pt x="2730304" y="49713"/>
                  <a:pt x="2738703" y="49713"/>
                </a:cubicBezTo>
                <a:cubicBezTo>
                  <a:pt x="2746724" y="49713"/>
                  <a:pt x="2753742" y="50963"/>
                  <a:pt x="2759757" y="53462"/>
                </a:cubicBezTo>
                <a:cubicBezTo>
                  <a:pt x="2765773" y="55962"/>
                  <a:pt x="2770786" y="59578"/>
                  <a:pt x="2774796" y="64312"/>
                </a:cubicBezTo>
                <a:cubicBezTo>
                  <a:pt x="2778806" y="69046"/>
                  <a:pt x="2781833" y="74784"/>
                  <a:pt x="2783876" y="81525"/>
                </a:cubicBezTo>
                <a:cubicBezTo>
                  <a:pt x="2785919" y="88267"/>
                  <a:pt x="2786941" y="95842"/>
                  <a:pt x="2786941" y="104250"/>
                </a:cubicBezTo>
                <a:moveTo>
                  <a:pt x="2772640" y="105499"/>
                </a:moveTo>
                <a:cubicBezTo>
                  <a:pt x="2772640" y="99665"/>
                  <a:pt x="2772072" y="94097"/>
                  <a:pt x="2770937" y="88793"/>
                </a:cubicBezTo>
                <a:cubicBezTo>
                  <a:pt x="2769802" y="83489"/>
                  <a:pt x="2767910" y="78811"/>
                  <a:pt x="2765262" y="74758"/>
                </a:cubicBezTo>
                <a:cubicBezTo>
                  <a:pt x="2762614" y="70705"/>
                  <a:pt x="2759057" y="67485"/>
                  <a:pt x="2754593" y="65100"/>
                </a:cubicBezTo>
                <a:cubicBezTo>
                  <a:pt x="2750129" y="62711"/>
                  <a:pt x="2744567" y="61517"/>
                  <a:pt x="2737908" y="61517"/>
                </a:cubicBezTo>
                <a:cubicBezTo>
                  <a:pt x="2731779" y="61517"/>
                  <a:pt x="2726483" y="62616"/>
                  <a:pt x="2722018" y="64812"/>
                </a:cubicBezTo>
                <a:cubicBezTo>
                  <a:pt x="2717554" y="67009"/>
                  <a:pt x="2713903" y="70059"/>
                  <a:pt x="2711066" y="73963"/>
                </a:cubicBezTo>
                <a:cubicBezTo>
                  <a:pt x="2708228" y="77865"/>
                  <a:pt x="2706128" y="82468"/>
                  <a:pt x="2704766" y="87771"/>
                </a:cubicBezTo>
                <a:cubicBezTo>
                  <a:pt x="2703404" y="93075"/>
                  <a:pt x="2702723" y="98795"/>
                  <a:pt x="2702723" y="104931"/>
                </a:cubicBezTo>
                <a:cubicBezTo>
                  <a:pt x="2702723" y="110840"/>
                  <a:pt x="2703291" y="116466"/>
                  <a:pt x="2704426" y="121807"/>
                </a:cubicBezTo>
                <a:cubicBezTo>
                  <a:pt x="2705561" y="127149"/>
                  <a:pt x="2707452" y="131827"/>
                  <a:pt x="2710101" y="135842"/>
                </a:cubicBezTo>
                <a:cubicBezTo>
                  <a:pt x="2712749" y="139857"/>
                  <a:pt x="2716305" y="143040"/>
                  <a:pt x="2720770" y="145391"/>
                </a:cubicBezTo>
                <a:cubicBezTo>
                  <a:pt x="2725234" y="147739"/>
                  <a:pt x="2730796" y="148913"/>
                  <a:pt x="2737454" y="148913"/>
                </a:cubicBezTo>
                <a:cubicBezTo>
                  <a:pt x="2743583" y="148913"/>
                  <a:pt x="2748880" y="147814"/>
                  <a:pt x="2753344" y="145618"/>
                </a:cubicBezTo>
                <a:cubicBezTo>
                  <a:pt x="2757809" y="143421"/>
                  <a:pt x="2761460" y="140391"/>
                  <a:pt x="2764297" y="136527"/>
                </a:cubicBezTo>
                <a:cubicBezTo>
                  <a:pt x="2767135" y="132661"/>
                  <a:pt x="2769235" y="128077"/>
                  <a:pt x="2770597" y="122776"/>
                </a:cubicBezTo>
                <a:cubicBezTo>
                  <a:pt x="2771959" y="117472"/>
                  <a:pt x="2772640" y="111713"/>
                  <a:pt x="2772640" y="105499"/>
                </a:cubicBezTo>
                <a:close/>
                <a:moveTo>
                  <a:pt x="2875039" y="59219"/>
                </a:moveTo>
                <a:cubicBezTo>
                  <a:pt x="2875039" y="60363"/>
                  <a:pt x="2875001" y="61335"/>
                  <a:pt x="2874926" y="62134"/>
                </a:cubicBezTo>
                <a:cubicBezTo>
                  <a:pt x="2874850" y="62934"/>
                  <a:pt x="2874718" y="63579"/>
                  <a:pt x="2874528" y="64071"/>
                </a:cubicBezTo>
                <a:cubicBezTo>
                  <a:pt x="2874339" y="64563"/>
                  <a:pt x="2874112" y="64941"/>
                  <a:pt x="2873847" y="65206"/>
                </a:cubicBezTo>
                <a:cubicBezTo>
                  <a:pt x="2873583" y="65471"/>
                  <a:pt x="2873223" y="65603"/>
                  <a:pt x="2872769" y="65603"/>
                </a:cubicBezTo>
                <a:cubicBezTo>
                  <a:pt x="2872088" y="65603"/>
                  <a:pt x="2871294" y="65433"/>
                  <a:pt x="2870386" y="65092"/>
                </a:cubicBezTo>
                <a:cubicBezTo>
                  <a:pt x="2869478" y="64752"/>
                  <a:pt x="2868418" y="64393"/>
                  <a:pt x="2867208" y="64014"/>
                </a:cubicBezTo>
                <a:cubicBezTo>
                  <a:pt x="2865997" y="63636"/>
                  <a:pt x="2864673" y="63276"/>
                  <a:pt x="2863235" y="62936"/>
                </a:cubicBezTo>
                <a:cubicBezTo>
                  <a:pt x="2861797" y="62595"/>
                  <a:pt x="2860208" y="62425"/>
                  <a:pt x="2858468" y="62425"/>
                </a:cubicBezTo>
                <a:cubicBezTo>
                  <a:pt x="2856425" y="62425"/>
                  <a:pt x="2854420" y="62857"/>
                  <a:pt x="2852453" y="63720"/>
                </a:cubicBezTo>
                <a:cubicBezTo>
                  <a:pt x="2850485" y="64583"/>
                  <a:pt x="2848423" y="65972"/>
                  <a:pt x="2846267" y="67887"/>
                </a:cubicBezTo>
                <a:cubicBezTo>
                  <a:pt x="2844110" y="69803"/>
                  <a:pt x="2841840" y="72338"/>
                  <a:pt x="2839457" y="75492"/>
                </a:cubicBezTo>
                <a:cubicBezTo>
                  <a:pt x="2837073" y="78646"/>
                  <a:pt x="2834444" y="82514"/>
                  <a:pt x="2831569" y="87094"/>
                </a:cubicBezTo>
                <a:lnTo>
                  <a:pt x="2831569" y="156627"/>
                </a:lnTo>
                <a:cubicBezTo>
                  <a:pt x="2831569" y="157081"/>
                  <a:pt x="2831455" y="157498"/>
                  <a:pt x="2831228" y="157879"/>
                </a:cubicBezTo>
                <a:cubicBezTo>
                  <a:pt x="2831001" y="158257"/>
                  <a:pt x="2830642" y="158560"/>
                  <a:pt x="2830150" y="158787"/>
                </a:cubicBezTo>
                <a:cubicBezTo>
                  <a:pt x="2829658" y="159014"/>
                  <a:pt x="2828977" y="159203"/>
                  <a:pt x="2828107" y="159355"/>
                </a:cubicBezTo>
                <a:cubicBezTo>
                  <a:pt x="2827237" y="159506"/>
                  <a:pt x="2826121" y="159582"/>
                  <a:pt x="2824759" y="159582"/>
                </a:cubicBezTo>
                <a:cubicBezTo>
                  <a:pt x="2823472" y="159582"/>
                  <a:pt x="2822394" y="159506"/>
                  <a:pt x="2821524" y="159355"/>
                </a:cubicBezTo>
                <a:cubicBezTo>
                  <a:pt x="2820654" y="159203"/>
                  <a:pt x="2819954" y="159014"/>
                  <a:pt x="2819424" y="158787"/>
                </a:cubicBezTo>
                <a:cubicBezTo>
                  <a:pt x="2818894" y="158560"/>
                  <a:pt x="2818535" y="158257"/>
                  <a:pt x="2818346" y="157879"/>
                </a:cubicBezTo>
                <a:cubicBezTo>
                  <a:pt x="2818157" y="157498"/>
                  <a:pt x="2818062" y="157081"/>
                  <a:pt x="2818062" y="156627"/>
                </a:cubicBezTo>
                <a:lnTo>
                  <a:pt x="2818062" y="53803"/>
                </a:lnTo>
                <a:cubicBezTo>
                  <a:pt x="2818062" y="53349"/>
                  <a:pt x="2818157" y="52933"/>
                  <a:pt x="2818346" y="52554"/>
                </a:cubicBezTo>
                <a:cubicBezTo>
                  <a:pt x="2818535" y="52174"/>
                  <a:pt x="2818894" y="51851"/>
                  <a:pt x="2819424" y="51586"/>
                </a:cubicBezTo>
                <a:cubicBezTo>
                  <a:pt x="2819954" y="51321"/>
                  <a:pt x="2820616" y="51132"/>
                  <a:pt x="2821410" y="51018"/>
                </a:cubicBezTo>
                <a:cubicBezTo>
                  <a:pt x="2822205" y="50905"/>
                  <a:pt x="2823245" y="50848"/>
                  <a:pt x="2824532" y="50848"/>
                </a:cubicBezTo>
                <a:cubicBezTo>
                  <a:pt x="2825818" y="50848"/>
                  <a:pt x="2826877" y="50905"/>
                  <a:pt x="2827710" y="51018"/>
                </a:cubicBezTo>
                <a:cubicBezTo>
                  <a:pt x="2828542" y="51132"/>
                  <a:pt x="2829185" y="51321"/>
                  <a:pt x="2829639" y="51586"/>
                </a:cubicBezTo>
                <a:cubicBezTo>
                  <a:pt x="2830093" y="51851"/>
                  <a:pt x="2830415" y="52174"/>
                  <a:pt x="2830604" y="52554"/>
                </a:cubicBezTo>
                <a:cubicBezTo>
                  <a:pt x="2830793" y="52933"/>
                  <a:pt x="2830888" y="53349"/>
                  <a:pt x="2830888" y="53803"/>
                </a:cubicBezTo>
                <a:lnTo>
                  <a:pt x="2830888" y="70051"/>
                </a:lnTo>
                <a:cubicBezTo>
                  <a:pt x="2833839" y="65757"/>
                  <a:pt x="2836563" y="62292"/>
                  <a:pt x="2839060" y="59655"/>
                </a:cubicBezTo>
                <a:cubicBezTo>
                  <a:pt x="2841557" y="57019"/>
                  <a:pt x="2843940" y="54966"/>
                  <a:pt x="2846210" y="53498"/>
                </a:cubicBezTo>
                <a:cubicBezTo>
                  <a:pt x="2848480" y="52029"/>
                  <a:pt x="2850693" y="51031"/>
                  <a:pt x="2852850" y="50504"/>
                </a:cubicBezTo>
                <a:cubicBezTo>
                  <a:pt x="2855006" y="49977"/>
                  <a:pt x="2857220" y="49713"/>
                  <a:pt x="2859490" y="49713"/>
                </a:cubicBezTo>
                <a:cubicBezTo>
                  <a:pt x="2860473" y="49713"/>
                  <a:pt x="2861608" y="49771"/>
                  <a:pt x="2862895" y="49887"/>
                </a:cubicBezTo>
                <a:cubicBezTo>
                  <a:pt x="2864181" y="50000"/>
                  <a:pt x="2865562" y="50210"/>
                  <a:pt x="2867037" y="50515"/>
                </a:cubicBezTo>
                <a:cubicBezTo>
                  <a:pt x="2868513" y="50820"/>
                  <a:pt x="2869837" y="51183"/>
                  <a:pt x="2871010" y="51604"/>
                </a:cubicBezTo>
                <a:cubicBezTo>
                  <a:pt x="2872183" y="52022"/>
                  <a:pt x="2872996" y="52404"/>
                  <a:pt x="2873450" y="52749"/>
                </a:cubicBezTo>
                <a:cubicBezTo>
                  <a:pt x="2873904" y="53092"/>
                  <a:pt x="2874207" y="53397"/>
                  <a:pt x="2874358" y="53664"/>
                </a:cubicBezTo>
                <a:cubicBezTo>
                  <a:pt x="2874510" y="53932"/>
                  <a:pt x="2874642" y="54276"/>
                  <a:pt x="2874755" y="54697"/>
                </a:cubicBezTo>
                <a:cubicBezTo>
                  <a:pt x="2874869" y="55115"/>
                  <a:pt x="2874945" y="55687"/>
                  <a:pt x="2874982" y="56413"/>
                </a:cubicBezTo>
                <a:cubicBezTo>
                  <a:pt x="2875020" y="57139"/>
                  <a:pt x="2875039" y="58074"/>
                  <a:pt x="2875039" y="59219"/>
                </a:cubicBezTo>
                <a:close/>
                <a:moveTo>
                  <a:pt x="2979232" y="99994"/>
                </a:moveTo>
                <a:cubicBezTo>
                  <a:pt x="2979232" y="102718"/>
                  <a:pt x="2978513" y="104591"/>
                  <a:pt x="2977075" y="105612"/>
                </a:cubicBezTo>
                <a:cubicBezTo>
                  <a:pt x="2975637" y="106634"/>
                  <a:pt x="2974238" y="107144"/>
                  <a:pt x="2972876" y="107144"/>
                </a:cubicBezTo>
                <a:lnTo>
                  <a:pt x="2902846" y="107144"/>
                </a:lnTo>
                <a:cubicBezTo>
                  <a:pt x="2902846" y="113517"/>
                  <a:pt x="2903470" y="119283"/>
                  <a:pt x="2904719" y="124443"/>
                </a:cubicBezTo>
                <a:cubicBezTo>
                  <a:pt x="2905967" y="129602"/>
                  <a:pt x="2908029" y="134022"/>
                  <a:pt x="2910904" y="137701"/>
                </a:cubicBezTo>
                <a:cubicBezTo>
                  <a:pt x="2913780" y="141380"/>
                  <a:pt x="2917525" y="144207"/>
                  <a:pt x="2922141" y="146181"/>
                </a:cubicBezTo>
                <a:cubicBezTo>
                  <a:pt x="2926757" y="148154"/>
                  <a:pt x="2932432" y="149140"/>
                  <a:pt x="2939166" y="149140"/>
                </a:cubicBezTo>
                <a:cubicBezTo>
                  <a:pt x="2943933" y="149140"/>
                  <a:pt x="2948208" y="148717"/>
                  <a:pt x="2951991" y="147873"/>
                </a:cubicBezTo>
                <a:cubicBezTo>
                  <a:pt x="2955775" y="147029"/>
                  <a:pt x="2959047" y="146089"/>
                  <a:pt x="2961809" y="145054"/>
                </a:cubicBezTo>
                <a:cubicBezTo>
                  <a:pt x="2964571" y="144018"/>
                  <a:pt x="2966841" y="143078"/>
                  <a:pt x="2968619" y="142234"/>
                </a:cubicBezTo>
                <a:cubicBezTo>
                  <a:pt x="2970397" y="141390"/>
                  <a:pt x="2971665" y="140968"/>
                  <a:pt x="2972422" y="140968"/>
                </a:cubicBezTo>
                <a:cubicBezTo>
                  <a:pt x="2972876" y="140968"/>
                  <a:pt x="2973292" y="141082"/>
                  <a:pt x="2973670" y="141312"/>
                </a:cubicBezTo>
                <a:cubicBezTo>
                  <a:pt x="2974048" y="141541"/>
                  <a:pt x="2974351" y="141904"/>
                  <a:pt x="2974578" y="142400"/>
                </a:cubicBezTo>
                <a:cubicBezTo>
                  <a:pt x="2974805" y="142897"/>
                  <a:pt x="2974975" y="143527"/>
                  <a:pt x="2975089" y="144291"/>
                </a:cubicBezTo>
                <a:cubicBezTo>
                  <a:pt x="2975202" y="145055"/>
                  <a:pt x="2975259" y="146009"/>
                  <a:pt x="2975259" y="147153"/>
                </a:cubicBezTo>
                <a:cubicBezTo>
                  <a:pt x="2975259" y="147690"/>
                  <a:pt x="2975221" y="148207"/>
                  <a:pt x="2975146" y="148703"/>
                </a:cubicBezTo>
                <a:cubicBezTo>
                  <a:pt x="2975070" y="149200"/>
                  <a:pt x="2974975" y="149659"/>
                  <a:pt x="2974862" y="150079"/>
                </a:cubicBezTo>
                <a:cubicBezTo>
                  <a:pt x="2974748" y="150498"/>
                  <a:pt x="2974578" y="150899"/>
                  <a:pt x="2974351" y="151282"/>
                </a:cubicBezTo>
                <a:cubicBezTo>
                  <a:pt x="2974124" y="151663"/>
                  <a:pt x="2973821" y="152044"/>
                  <a:pt x="2973443" y="152428"/>
                </a:cubicBezTo>
                <a:cubicBezTo>
                  <a:pt x="2973065" y="152808"/>
                  <a:pt x="2971892" y="153472"/>
                  <a:pt x="2969925" y="154417"/>
                </a:cubicBezTo>
                <a:cubicBezTo>
                  <a:pt x="2967957" y="155363"/>
                  <a:pt x="2965385" y="156309"/>
                  <a:pt x="2962206" y="157255"/>
                </a:cubicBezTo>
                <a:cubicBezTo>
                  <a:pt x="2959028" y="158201"/>
                  <a:pt x="2955340" y="159052"/>
                  <a:pt x="2951140" y="159809"/>
                </a:cubicBezTo>
                <a:cubicBezTo>
                  <a:pt x="2946941" y="160565"/>
                  <a:pt x="2942420" y="160944"/>
                  <a:pt x="2937577" y="160944"/>
                </a:cubicBezTo>
                <a:cubicBezTo>
                  <a:pt x="2929632" y="160944"/>
                  <a:pt x="2922595" y="159751"/>
                  <a:pt x="2916466" y="157365"/>
                </a:cubicBezTo>
                <a:cubicBezTo>
                  <a:pt x="2910337" y="154979"/>
                  <a:pt x="2905191" y="151457"/>
                  <a:pt x="2901030" y="146799"/>
                </a:cubicBezTo>
                <a:cubicBezTo>
                  <a:pt x="2896868" y="142140"/>
                  <a:pt x="2893709" y="136365"/>
                  <a:pt x="2891552" y="129472"/>
                </a:cubicBezTo>
                <a:cubicBezTo>
                  <a:pt x="2889396" y="122579"/>
                  <a:pt x="2888318" y="114588"/>
                  <a:pt x="2888318" y="105499"/>
                </a:cubicBezTo>
                <a:cubicBezTo>
                  <a:pt x="2888318" y="96787"/>
                  <a:pt x="2889434" y="88986"/>
                  <a:pt x="2891666" y="82093"/>
                </a:cubicBezTo>
                <a:cubicBezTo>
                  <a:pt x="2893898" y="75200"/>
                  <a:pt x="2897095" y="69349"/>
                  <a:pt x="2901257" y="64539"/>
                </a:cubicBezTo>
                <a:cubicBezTo>
                  <a:pt x="2905418" y="59730"/>
                  <a:pt x="2910431" y="56056"/>
                  <a:pt x="2916296" y="53519"/>
                </a:cubicBezTo>
                <a:cubicBezTo>
                  <a:pt x="2922160" y="50982"/>
                  <a:pt x="2928686" y="49713"/>
                  <a:pt x="2935874" y="49713"/>
                </a:cubicBezTo>
                <a:cubicBezTo>
                  <a:pt x="2943592" y="49713"/>
                  <a:pt x="2950175" y="51000"/>
                  <a:pt x="2955623" y="53572"/>
                </a:cubicBezTo>
                <a:cubicBezTo>
                  <a:pt x="2961071" y="56145"/>
                  <a:pt x="2965555" y="59607"/>
                  <a:pt x="2969073" y="63957"/>
                </a:cubicBezTo>
                <a:cubicBezTo>
                  <a:pt x="2972592" y="68308"/>
                  <a:pt x="2975164" y="73359"/>
                  <a:pt x="2976791" y="79110"/>
                </a:cubicBezTo>
                <a:cubicBezTo>
                  <a:pt x="2978418" y="84860"/>
                  <a:pt x="2979232" y="90914"/>
                  <a:pt x="2979232" y="97270"/>
                </a:cubicBezTo>
                <a:lnTo>
                  <a:pt x="2979232" y="99994"/>
                </a:lnTo>
                <a:moveTo>
                  <a:pt x="2965271" y="96021"/>
                </a:moveTo>
                <a:cubicBezTo>
                  <a:pt x="2965498" y="85125"/>
                  <a:pt x="2963001" y="76613"/>
                  <a:pt x="2957780" y="70484"/>
                </a:cubicBezTo>
                <a:cubicBezTo>
                  <a:pt x="2952559" y="64355"/>
                  <a:pt x="2944954" y="61290"/>
                  <a:pt x="2934966" y="61290"/>
                </a:cubicBezTo>
                <a:cubicBezTo>
                  <a:pt x="2929821" y="61290"/>
                  <a:pt x="2925300" y="62255"/>
                  <a:pt x="2921403" y="64184"/>
                </a:cubicBezTo>
                <a:cubicBezTo>
                  <a:pt x="2917506" y="66114"/>
                  <a:pt x="2914215" y="68668"/>
                  <a:pt x="2911529" y="71846"/>
                </a:cubicBezTo>
                <a:cubicBezTo>
                  <a:pt x="2908842" y="75024"/>
                  <a:pt x="2906780" y="78713"/>
                  <a:pt x="2905343" y="82912"/>
                </a:cubicBezTo>
                <a:cubicBezTo>
                  <a:pt x="2903905" y="87112"/>
                  <a:pt x="2903073" y="91481"/>
                  <a:pt x="2902846" y="96021"/>
                </a:cubicBezTo>
                <a:lnTo>
                  <a:pt x="2965271" y="96021"/>
                </a:lnTo>
                <a:close/>
                <a:moveTo>
                  <a:pt x="3099662" y="156627"/>
                </a:moveTo>
                <a:cubicBezTo>
                  <a:pt x="3099662" y="157159"/>
                  <a:pt x="3099567" y="157614"/>
                  <a:pt x="3099378" y="157993"/>
                </a:cubicBezTo>
                <a:cubicBezTo>
                  <a:pt x="3099189" y="158371"/>
                  <a:pt x="3098848" y="158674"/>
                  <a:pt x="3098357" y="158901"/>
                </a:cubicBezTo>
                <a:cubicBezTo>
                  <a:pt x="3097865" y="159128"/>
                  <a:pt x="3097241" y="159298"/>
                  <a:pt x="3096484" y="159411"/>
                </a:cubicBezTo>
                <a:cubicBezTo>
                  <a:pt x="3095727" y="159525"/>
                  <a:pt x="3094781" y="159582"/>
                  <a:pt x="3093646" y="159582"/>
                </a:cubicBezTo>
                <a:cubicBezTo>
                  <a:pt x="3092436" y="159582"/>
                  <a:pt x="3091433" y="159525"/>
                  <a:pt x="3090639" y="159411"/>
                </a:cubicBezTo>
                <a:cubicBezTo>
                  <a:pt x="3089844" y="159300"/>
                  <a:pt x="3089201" y="159131"/>
                  <a:pt x="3088709" y="158904"/>
                </a:cubicBezTo>
                <a:cubicBezTo>
                  <a:pt x="3088217" y="158680"/>
                  <a:pt x="3087839" y="158379"/>
                  <a:pt x="3087574" y="158003"/>
                </a:cubicBezTo>
                <a:cubicBezTo>
                  <a:pt x="3087309" y="157625"/>
                  <a:pt x="3087177" y="157173"/>
                  <a:pt x="3087177" y="156648"/>
                </a:cubicBezTo>
                <a:lnTo>
                  <a:pt x="3087177" y="141971"/>
                </a:lnTo>
                <a:cubicBezTo>
                  <a:pt x="3081729" y="147878"/>
                  <a:pt x="3076092" y="152517"/>
                  <a:pt x="3070265" y="155889"/>
                </a:cubicBezTo>
                <a:cubicBezTo>
                  <a:pt x="3064439" y="159259"/>
                  <a:pt x="3058083" y="160944"/>
                  <a:pt x="3051197" y="160944"/>
                </a:cubicBezTo>
                <a:cubicBezTo>
                  <a:pt x="3043782" y="160944"/>
                  <a:pt x="3037464" y="159505"/>
                  <a:pt x="3032243" y="156627"/>
                </a:cubicBezTo>
                <a:cubicBezTo>
                  <a:pt x="3027022" y="153749"/>
                  <a:pt x="3022765" y="149849"/>
                  <a:pt x="3019474" y="144926"/>
                </a:cubicBezTo>
                <a:cubicBezTo>
                  <a:pt x="3016182" y="140000"/>
                  <a:pt x="3013780" y="134225"/>
                  <a:pt x="3012267" y="127599"/>
                </a:cubicBezTo>
                <a:cubicBezTo>
                  <a:pt x="3010753" y="120971"/>
                  <a:pt x="3009997" y="113945"/>
                  <a:pt x="3009997" y="106520"/>
                </a:cubicBezTo>
                <a:cubicBezTo>
                  <a:pt x="3009997" y="97811"/>
                  <a:pt x="3010942" y="89954"/>
                  <a:pt x="3012834" y="82948"/>
                </a:cubicBezTo>
                <a:cubicBezTo>
                  <a:pt x="3014726" y="75941"/>
                  <a:pt x="3017525" y="69977"/>
                  <a:pt x="3021233" y="65053"/>
                </a:cubicBezTo>
                <a:cubicBezTo>
                  <a:pt x="3024941" y="60128"/>
                  <a:pt x="3029519" y="56340"/>
                  <a:pt x="3034967" y="53689"/>
                </a:cubicBezTo>
                <a:cubicBezTo>
                  <a:pt x="3040415" y="51039"/>
                  <a:pt x="3046733" y="49713"/>
                  <a:pt x="3053921" y="49713"/>
                </a:cubicBezTo>
                <a:cubicBezTo>
                  <a:pt x="3060126" y="49713"/>
                  <a:pt x="3065801" y="51096"/>
                  <a:pt x="3070946" y="53863"/>
                </a:cubicBezTo>
                <a:cubicBezTo>
                  <a:pt x="3076092" y="56627"/>
                  <a:pt x="3081161" y="60698"/>
                  <a:pt x="3086155" y="66075"/>
                </a:cubicBezTo>
                <a:lnTo>
                  <a:pt x="3086155" y="4093"/>
                </a:lnTo>
                <a:cubicBezTo>
                  <a:pt x="3086155" y="3637"/>
                  <a:pt x="3086250" y="3219"/>
                  <a:pt x="3086439" y="2841"/>
                </a:cubicBezTo>
                <a:cubicBezTo>
                  <a:pt x="3086628" y="2463"/>
                  <a:pt x="3086988" y="2160"/>
                  <a:pt x="3087517" y="1933"/>
                </a:cubicBezTo>
                <a:cubicBezTo>
                  <a:pt x="3088047" y="1704"/>
                  <a:pt x="3088747" y="1513"/>
                  <a:pt x="3089617" y="1362"/>
                </a:cubicBezTo>
                <a:cubicBezTo>
                  <a:pt x="3090487" y="1211"/>
                  <a:pt x="3091565" y="1135"/>
                  <a:pt x="3092852" y="1135"/>
                </a:cubicBezTo>
                <a:cubicBezTo>
                  <a:pt x="3094214" y="1135"/>
                  <a:pt x="3095330" y="1211"/>
                  <a:pt x="3096200" y="1362"/>
                </a:cubicBezTo>
                <a:cubicBezTo>
                  <a:pt x="3097070" y="1513"/>
                  <a:pt x="3097751" y="1703"/>
                  <a:pt x="3098243" y="1930"/>
                </a:cubicBezTo>
                <a:cubicBezTo>
                  <a:pt x="3098735" y="2157"/>
                  <a:pt x="3099094" y="2459"/>
                  <a:pt x="3099321" y="2838"/>
                </a:cubicBezTo>
                <a:cubicBezTo>
                  <a:pt x="3099548" y="3216"/>
                  <a:pt x="3099662" y="3633"/>
                  <a:pt x="3099662" y="4090"/>
                </a:cubicBezTo>
                <a:lnTo>
                  <a:pt x="3099662" y="156627"/>
                </a:lnTo>
                <a:moveTo>
                  <a:pt x="3086155" y="82547"/>
                </a:moveTo>
                <a:cubicBezTo>
                  <a:pt x="3080480" y="75652"/>
                  <a:pt x="3075013" y="70386"/>
                  <a:pt x="3069754" y="66749"/>
                </a:cubicBezTo>
                <a:cubicBezTo>
                  <a:pt x="3064496" y="63110"/>
                  <a:pt x="3058991" y="61290"/>
                  <a:pt x="3053240" y="61290"/>
                </a:cubicBezTo>
                <a:cubicBezTo>
                  <a:pt x="3048019" y="61290"/>
                  <a:pt x="3043555" y="62541"/>
                  <a:pt x="3039847" y="65043"/>
                </a:cubicBezTo>
                <a:cubicBezTo>
                  <a:pt x="3036139" y="67542"/>
                  <a:pt x="3033113" y="70837"/>
                  <a:pt x="3030767" y="74928"/>
                </a:cubicBezTo>
                <a:cubicBezTo>
                  <a:pt x="3028421" y="79019"/>
                  <a:pt x="3026719" y="83640"/>
                  <a:pt x="3025660" y="88793"/>
                </a:cubicBezTo>
                <a:cubicBezTo>
                  <a:pt x="3024600" y="93945"/>
                  <a:pt x="3024071" y="99173"/>
                  <a:pt x="3024071" y="104477"/>
                </a:cubicBezTo>
                <a:cubicBezTo>
                  <a:pt x="3024071" y="110159"/>
                  <a:pt x="3024525" y="115690"/>
                  <a:pt x="3025433" y="121069"/>
                </a:cubicBezTo>
                <a:cubicBezTo>
                  <a:pt x="3026341" y="126449"/>
                  <a:pt x="3027892" y="131241"/>
                  <a:pt x="3030086" y="135445"/>
                </a:cubicBezTo>
                <a:cubicBezTo>
                  <a:pt x="3032280" y="139649"/>
                  <a:pt x="3035194" y="143021"/>
                  <a:pt x="3038826" y="145561"/>
                </a:cubicBezTo>
                <a:cubicBezTo>
                  <a:pt x="3042458" y="148098"/>
                  <a:pt x="3046998" y="149367"/>
                  <a:pt x="3052446" y="149367"/>
                </a:cubicBezTo>
                <a:cubicBezTo>
                  <a:pt x="3055170" y="149367"/>
                  <a:pt x="3057818" y="148988"/>
                  <a:pt x="3060391" y="148232"/>
                </a:cubicBezTo>
                <a:cubicBezTo>
                  <a:pt x="3062963" y="147473"/>
                  <a:pt x="3065612" y="146222"/>
                  <a:pt x="3068336" y="144479"/>
                </a:cubicBezTo>
                <a:cubicBezTo>
                  <a:pt x="3071060" y="142736"/>
                  <a:pt x="3073878" y="140482"/>
                  <a:pt x="3076792" y="137715"/>
                </a:cubicBezTo>
                <a:cubicBezTo>
                  <a:pt x="3079705" y="134948"/>
                  <a:pt x="3082826" y="131519"/>
                  <a:pt x="3086155" y="127426"/>
                </a:cubicBezTo>
                <a:lnTo>
                  <a:pt x="3086155" y="82547"/>
                </a:lnTo>
                <a:close/>
                <a:moveTo>
                  <a:pt x="3156862" y="148799"/>
                </a:moveTo>
                <a:cubicBezTo>
                  <a:pt x="3156862" y="153263"/>
                  <a:pt x="3156143" y="156214"/>
                  <a:pt x="3154705" y="157652"/>
                </a:cubicBezTo>
                <a:cubicBezTo>
                  <a:pt x="3153267" y="159090"/>
                  <a:pt x="3150695" y="159809"/>
                  <a:pt x="3146987" y="159809"/>
                </a:cubicBezTo>
                <a:cubicBezTo>
                  <a:pt x="3143431" y="159809"/>
                  <a:pt x="3140953" y="159109"/>
                  <a:pt x="3139553" y="157709"/>
                </a:cubicBezTo>
                <a:cubicBezTo>
                  <a:pt x="3138153" y="156309"/>
                  <a:pt x="3137453" y="153415"/>
                  <a:pt x="3137453" y="149026"/>
                </a:cubicBezTo>
                <a:cubicBezTo>
                  <a:pt x="3137453" y="144562"/>
                  <a:pt x="3138172" y="141611"/>
                  <a:pt x="3139609" y="140173"/>
                </a:cubicBezTo>
                <a:cubicBezTo>
                  <a:pt x="3141047" y="138735"/>
                  <a:pt x="3143620" y="138017"/>
                  <a:pt x="3147327" y="138017"/>
                </a:cubicBezTo>
                <a:cubicBezTo>
                  <a:pt x="3150884" y="138017"/>
                  <a:pt x="3153362" y="138716"/>
                  <a:pt x="3154762" y="140116"/>
                </a:cubicBezTo>
                <a:cubicBezTo>
                  <a:pt x="3156162" y="141516"/>
                  <a:pt x="3156862" y="144410"/>
                  <a:pt x="3156862" y="148799"/>
                </a:cubicBezTo>
                <a:close/>
                <a:moveTo>
                  <a:pt x="3240995" y="7849"/>
                </a:moveTo>
                <a:cubicBezTo>
                  <a:pt x="3240995" y="9819"/>
                  <a:pt x="3240900" y="11639"/>
                  <a:pt x="3240711" y="13308"/>
                </a:cubicBezTo>
                <a:cubicBezTo>
                  <a:pt x="3240522" y="14975"/>
                  <a:pt x="3240200" y="16568"/>
                  <a:pt x="3239746" y="18086"/>
                </a:cubicBezTo>
                <a:cubicBezTo>
                  <a:pt x="3239292" y="19601"/>
                  <a:pt x="3238687" y="21118"/>
                  <a:pt x="3237930" y="22636"/>
                </a:cubicBezTo>
                <a:cubicBezTo>
                  <a:pt x="3237173" y="24152"/>
                  <a:pt x="3236228" y="25743"/>
                  <a:pt x="3235093" y="27410"/>
                </a:cubicBezTo>
                <a:lnTo>
                  <a:pt x="3219316" y="51636"/>
                </a:lnTo>
                <a:cubicBezTo>
                  <a:pt x="3219013" y="52092"/>
                  <a:pt x="3218654" y="52509"/>
                  <a:pt x="3218238" y="52888"/>
                </a:cubicBezTo>
                <a:cubicBezTo>
                  <a:pt x="3217822" y="53266"/>
                  <a:pt x="3217330" y="53570"/>
                  <a:pt x="3216762" y="53799"/>
                </a:cubicBezTo>
                <a:cubicBezTo>
                  <a:pt x="3216195" y="54026"/>
                  <a:pt x="3215533" y="54196"/>
                  <a:pt x="3214776" y="54310"/>
                </a:cubicBezTo>
                <a:cubicBezTo>
                  <a:pt x="3214019" y="54423"/>
                  <a:pt x="3213073" y="54480"/>
                  <a:pt x="3211938" y="54480"/>
                </a:cubicBezTo>
                <a:cubicBezTo>
                  <a:pt x="3211106" y="54480"/>
                  <a:pt x="3210406" y="54442"/>
                  <a:pt x="3209839" y="54367"/>
                </a:cubicBezTo>
                <a:cubicBezTo>
                  <a:pt x="3209271" y="54291"/>
                  <a:pt x="3208836" y="54140"/>
                  <a:pt x="3208533" y="53913"/>
                </a:cubicBezTo>
                <a:cubicBezTo>
                  <a:pt x="3208231" y="53683"/>
                  <a:pt x="3208079" y="53379"/>
                  <a:pt x="3208079" y="53001"/>
                </a:cubicBezTo>
                <a:cubicBezTo>
                  <a:pt x="3208079" y="52623"/>
                  <a:pt x="3208193" y="52168"/>
                  <a:pt x="3208420" y="51636"/>
                </a:cubicBezTo>
                <a:lnTo>
                  <a:pt x="3224196" y="20473"/>
                </a:lnTo>
                <a:lnTo>
                  <a:pt x="3224196" y="7849"/>
                </a:lnTo>
                <a:cubicBezTo>
                  <a:pt x="3224196" y="6180"/>
                  <a:pt x="3224348" y="4833"/>
                  <a:pt x="3224650" y="3809"/>
                </a:cubicBezTo>
                <a:cubicBezTo>
                  <a:pt x="3224953" y="2785"/>
                  <a:pt x="3225445" y="1990"/>
                  <a:pt x="3226126" y="1422"/>
                </a:cubicBezTo>
                <a:cubicBezTo>
                  <a:pt x="3226807" y="852"/>
                  <a:pt x="3227677" y="473"/>
                  <a:pt x="3228737" y="284"/>
                </a:cubicBezTo>
                <a:cubicBezTo>
                  <a:pt x="3229796" y="95"/>
                  <a:pt x="3231082" y="0"/>
                  <a:pt x="3232596" y="0"/>
                </a:cubicBezTo>
                <a:cubicBezTo>
                  <a:pt x="3234033" y="0"/>
                  <a:pt x="3235282" y="95"/>
                  <a:pt x="3236341" y="284"/>
                </a:cubicBezTo>
                <a:cubicBezTo>
                  <a:pt x="3237400" y="473"/>
                  <a:pt x="3238271" y="852"/>
                  <a:pt x="3238952" y="1422"/>
                </a:cubicBezTo>
                <a:cubicBezTo>
                  <a:pt x="3239633" y="1990"/>
                  <a:pt x="3240143" y="2785"/>
                  <a:pt x="3240484" y="3809"/>
                </a:cubicBezTo>
                <a:cubicBezTo>
                  <a:pt x="3240824" y="4833"/>
                  <a:pt x="3240995" y="6180"/>
                  <a:pt x="3240995" y="7849"/>
                </a:cubicBezTo>
                <a:moveTo>
                  <a:pt x="3202518" y="7849"/>
                </a:moveTo>
                <a:cubicBezTo>
                  <a:pt x="3202518" y="9819"/>
                  <a:pt x="3202423" y="11639"/>
                  <a:pt x="3202234" y="13308"/>
                </a:cubicBezTo>
                <a:cubicBezTo>
                  <a:pt x="3202045" y="14975"/>
                  <a:pt x="3201723" y="16568"/>
                  <a:pt x="3201269" y="18086"/>
                </a:cubicBezTo>
                <a:cubicBezTo>
                  <a:pt x="3200815" y="19601"/>
                  <a:pt x="3200210" y="21118"/>
                  <a:pt x="3199453" y="22636"/>
                </a:cubicBezTo>
                <a:cubicBezTo>
                  <a:pt x="3198697" y="24152"/>
                  <a:pt x="3197751" y="25743"/>
                  <a:pt x="3196616" y="27410"/>
                </a:cubicBezTo>
                <a:lnTo>
                  <a:pt x="3180839" y="51636"/>
                </a:lnTo>
                <a:cubicBezTo>
                  <a:pt x="3180537" y="52092"/>
                  <a:pt x="3180177" y="52509"/>
                  <a:pt x="3179761" y="52888"/>
                </a:cubicBezTo>
                <a:cubicBezTo>
                  <a:pt x="3179345" y="53266"/>
                  <a:pt x="3178853" y="53570"/>
                  <a:pt x="3178286" y="53799"/>
                </a:cubicBezTo>
                <a:cubicBezTo>
                  <a:pt x="3177718" y="54026"/>
                  <a:pt x="3177056" y="54196"/>
                  <a:pt x="3176299" y="54310"/>
                </a:cubicBezTo>
                <a:cubicBezTo>
                  <a:pt x="3175543" y="54423"/>
                  <a:pt x="3174597" y="54480"/>
                  <a:pt x="3173462" y="54480"/>
                </a:cubicBezTo>
                <a:cubicBezTo>
                  <a:pt x="3172629" y="54480"/>
                  <a:pt x="3171911" y="54442"/>
                  <a:pt x="3171305" y="54367"/>
                </a:cubicBezTo>
                <a:cubicBezTo>
                  <a:pt x="3170700" y="54291"/>
                  <a:pt x="3170265" y="54140"/>
                  <a:pt x="3170000" y="53913"/>
                </a:cubicBezTo>
                <a:cubicBezTo>
                  <a:pt x="3169735" y="53683"/>
                  <a:pt x="3169584" y="53379"/>
                  <a:pt x="3169546" y="53001"/>
                </a:cubicBezTo>
                <a:cubicBezTo>
                  <a:pt x="3169508" y="52623"/>
                  <a:pt x="3169641" y="52168"/>
                  <a:pt x="3169943" y="51636"/>
                </a:cubicBezTo>
                <a:lnTo>
                  <a:pt x="3185720" y="20473"/>
                </a:lnTo>
                <a:lnTo>
                  <a:pt x="3185720" y="7849"/>
                </a:lnTo>
                <a:cubicBezTo>
                  <a:pt x="3185720" y="6180"/>
                  <a:pt x="3185871" y="4833"/>
                  <a:pt x="3186174" y="3809"/>
                </a:cubicBezTo>
                <a:cubicBezTo>
                  <a:pt x="3186477" y="2785"/>
                  <a:pt x="3186968" y="1990"/>
                  <a:pt x="3187649" y="1422"/>
                </a:cubicBezTo>
                <a:cubicBezTo>
                  <a:pt x="3188330" y="852"/>
                  <a:pt x="3189201" y="473"/>
                  <a:pt x="3190260" y="284"/>
                </a:cubicBezTo>
                <a:cubicBezTo>
                  <a:pt x="3191319" y="95"/>
                  <a:pt x="3192606" y="0"/>
                  <a:pt x="3194119" y="0"/>
                </a:cubicBezTo>
                <a:cubicBezTo>
                  <a:pt x="3195557" y="0"/>
                  <a:pt x="3196805" y="95"/>
                  <a:pt x="3197864" y="284"/>
                </a:cubicBezTo>
                <a:cubicBezTo>
                  <a:pt x="3198924" y="473"/>
                  <a:pt x="3199794" y="852"/>
                  <a:pt x="3200475" y="1422"/>
                </a:cubicBezTo>
                <a:cubicBezTo>
                  <a:pt x="3201156" y="1990"/>
                  <a:pt x="3201667" y="2785"/>
                  <a:pt x="3202007" y="3809"/>
                </a:cubicBezTo>
                <a:cubicBezTo>
                  <a:pt x="3202348" y="4833"/>
                  <a:pt x="3202518" y="6180"/>
                  <a:pt x="3202518" y="78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“Pleasevisit[attacker’smaliciousURL].”">
            <a:extLst xmlns:a="http://schemas.openxmlformats.org/drawingml/2006/main">
              <a:ext uri="{FF2B5EF4-FFF2-40B4-BE49-F238E27FC236}">
                <a16:creationId xmlns:a16="http://schemas.microsoft.com/office/drawing/2014/main" id="{A901EB29-DDBF-4AB3-B1FA-8FF879D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847" y="4206049"/>
            <a:ext cx="3689621" cy="194313"/>
          </a:xfrm>
          <a:custGeom xmlns:a="http://schemas.openxmlformats.org/drawingml/2006/main">
            <a:pathLst>
              <a:path w="3689621" h="194313">
                <a:moveTo>
                  <a:pt x="55275" y="34008"/>
                </a:moveTo>
                <a:lnTo>
                  <a:pt x="55275" y="46631"/>
                </a:lnTo>
                <a:cubicBezTo>
                  <a:pt x="55275" y="48300"/>
                  <a:pt x="55104" y="49647"/>
                  <a:pt x="54764" y="50671"/>
                </a:cubicBezTo>
                <a:cubicBezTo>
                  <a:pt x="54423" y="51695"/>
                  <a:pt x="53913" y="52492"/>
                  <a:pt x="53232" y="53061"/>
                </a:cubicBezTo>
                <a:cubicBezTo>
                  <a:pt x="52551" y="53629"/>
                  <a:pt x="51681" y="54007"/>
                  <a:pt x="50621" y="54196"/>
                </a:cubicBezTo>
                <a:cubicBezTo>
                  <a:pt x="49562" y="54386"/>
                  <a:pt x="48313" y="54480"/>
                  <a:pt x="46876" y="54480"/>
                </a:cubicBezTo>
                <a:cubicBezTo>
                  <a:pt x="45438" y="54480"/>
                  <a:pt x="44189" y="54386"/>
                  <a:pt x="43130" y="54196"/>
                </a:cubicBezTo>
                <a:cubicBezTo>
                  <a:pt x="42071" y="54007"/>
                  <a:pt x="41201" y="53629"/>
                  <a:pt x="40520" y="53061"/>
                </a:cubicBezTo>
                <a:cubicBezTo>
                  <a:pt x="39839" y="52492"/>
                  <a:pt x="39328" y="51695"/>
                  <a:pt x="38987" y="50671"/>
                </a:cubicBezTo>
                <a:cubicBezTo>
                  <a:pt x="38647" y="49647"/>
                  <a:pt x="38477" y="48300"/>
                  <a:pt x="38477" y="46631"/>
                </a:cubicBezTo>
                <a:cubicBezTo>
                  <a:pt x="38477" y="44661"/>
                  <a:pt x="38571" y="42843"/>
                  <a:pt x="38760" y="41176"/>
                </a:cubicBezTo>
                <a:cubicBezTo>
                  <a:pt x="38950" y="39506"/>
                  <a:pt x="39271" y="37914"/>
                  <a:pt x="39725" y="36398"/>
                </a:cubicBezTo>
                <a:cubicBezTo>
                  <a:pt x="40179" y="34880"/>
                  <a:pt x="40784" y="33363"/>
                  <a:pt x="41541" y="31848"/>
                </a:cubicBezTo>
                <a:cubicBezTo>
                  <a:pt x="42298" y="30329"/>
                  <a:pt x="43244" y="28737"/>
                  <a:pt x="44379" y="27070"/>
                </a:cubicBezTo>
                <a:lnTo>
                  <a:pt x="60155" y="2731"/>
                </a:lnTo>
                <a:cubicBezTo>
                  <a:pt x="60458" y="2275"/>
                  <a:pt x="60798" y="1876"/>
                  <a:pt x="61177" y="1536"/>
                </a:cubicBezTo>
                <a:cubicBezTo>
                  <a:pt x="61555" y="1195"/>
                  <a:pt x="62028" y="912"/>
                  <a:pt x="62595" y="685"/>
                </a:cubicBezTo>
                <a:cubicBezTo>
                  <a:pt x="63163" y="455"/>
                  <a:pt x="63844" y="284"/>
                  <a:pt x="64638" y="170"/>
                </a:cubicBezTo>
                <a:cubicBezTo>
                  <a:pt x="65433" y="57"/>
                  <a:pt x="66398" y="0"/>
                  <a:pt x="67533" y="0"/>
                </a:cubicBezTo>
                <a:cubicBezTo>
                  <a:pt x="68365" y="0"/>
                  <a:pt x="69084" y="38"/>
                  <a:pt x="69689" y="114"/>
                </a:cubicBezTo>
                <a:cubicBezTo>
                  <a:pt x="70295" y="189"/>
                  <a:pt x="70730" y="342"/>
                  <a:pt x="70995" y="571"/>
                </a:cubicBezTo>
                <a:cubicBezTo>
                  <a:pt x="71259" y="798"/>
                  <a:pt x="71411" y="1082"/>
                  <a:pt x="71449" y="1422"/>
                </a:cubicBezTo>
                <a:cubicBezTo>
                  <a:pt x="71486" y="1763"/>
                  <a:pt x="71354" y="2199"/>
                  <a:pt x="71051" y="2731"/>
                </a:cubicBezTo>
                <a:lnTo>
                  <a:pt x="55275" y="34008"/>
                </a:lnTo>
                <a:moveTo>
                  <a:pt x="16798" y="34008"/>
                </a:moveTo>
                <a:lnTo>
                  <a:pt x="16798" y="46631"/>
                </a:lnTo>
                <a:cubicBezTo>
                  <a:pt x="16798" y="48300"/>
                  <a:pt x="16628" y="49647"/>
                  <a:pt x="16287" y="50671"/>
                </a:cubicBezTo>
                <a:cubicBezTo>
                  <a:pt x="15947" y="51695"/>
                  <a:pt x="15436" y="52492"/>
                  <a:pt x="14755" y="53061"/>
                </a:cubicBezTo>
                <a:cubicBezTo>
                  <a:pt x="14074" y="53629"/>
                  <a:pt x="13204" y="54007"/>
                  <a:pt x="12145" y="54196"/>
                </a:cubicBezTo>
                <a:cubicBezTo>
                  <a:pt x="11085" y="54386"/>
                  <a:pt x="9837" y="54480"/>
                  <a:pt x="8399" y="54480"/>
                </a:cubicBezTo>
                <a:cubicBezTo>
                  <a:pt x="6961" y="54480"/>
                  <a:pt x="5713" y="54386"/>
                  <a:pt x="4654" y="54196"/>
                </a:cubicBezTo>
                <a:cubicBezTo>
                  <a:pt x="3594" y="54007"/>
                  <a:pt x="2724" y="53629"/>
                  <a:pt x="2043" y="53061"/>
                </a:cubicBezTo>
                <a:cubicBezTo>
                  <a:pt x="1362" y="52492"/>
                  <a:pt x="851" y="51695"/>
                  <a:pt x="511" y="50671"/>
                </a:cubicBezTo>
                <a:cubicBezTo>
                  <a:pt x="170" y="49647"/>
                  <a:pt x="0" y="48300"/>
                  <a:pt x="0" y="46631"/>
                </a:cubicBezTo>
                <a:cubicBezTo>
                  <a:pt x="0" y="44661"/>
                  <a:pt x="95" y="42843"/>
                  <a:pt x="284" y="41176"/>
                </a:cubicBezTo>
                <a:cubicBezTo>
                  <a:pt x="473" y="39506"/>
                  <a:pt x="795" y="37914"/>
                  <a:pt x="1249" y="36398"/>
                </a:cubicBezTo>
                <a:cubicBezTo>
                  <a:pt x="1703" y="34880"/>
                  <a:pt x="2308" y="33363"/>
                  <a:pt x="3065" y="31848"/>
                </a:cubicBezTo>
                <a:cubicBezTo>
                  <a:pt x="3821" y="30329"/>
                  <a:pt x="4767" y="28737"/>
                  <a:pt x="5902" y="27070"/>
                </a:cubicBezTo>
                <a:lnTo>
                  <a:pt x="21679" y="2731"/>
                </a:lnTo>
                <a:cubicBezTo>
                  <a:pt x="21981" y="2275"/>
                  <a:pt x="22322" y="1876"/>
                  <a:pt x="22700" y="1536"/>
                </a:cubicBezTo>
                <a:cubicBezTo>
                  <a:pt x="23078" y="1195"/>
                  <a:pt x="23551" y="912"/>
                  <a:pt x="24119" y="685"/>
                </a:cubicBezTo>
                <a:cubicBezTo>
                  <a:pt x="24686" y="455"/>
                  <a:pt x="25367" y="284"/>
                  <a:pt x="26162" y="170"/>
                </a:cubicBezTo>
                <a:cubicBezTo>
                  <a:pt x="26956" y="57"/>
                  <a:pt x="27921" y="0"/>
                  <a:pt x="29056" y="0"/>
                </a:cubicBezTo>
                <a:cubicBezTo>
                  <a:pt x="29888" y="0"/>
                  <a:pt x="30588" y="38"/>
                  <a:pt x="31156" y="114"/>
                </a:cubicBezTo>
                <a:cubicBezTo>
                  <a:pt x="31723" y="189"/>
                  <a:pt x="32158" y="342"/>
                  <a:pt x="32461" y="571"/>
                </a:cubicBezTo>
                <a:cubicBezTo>
                  <a:pt x="32764" y="798"/>
                  <a:pt x="32915" y="1082"/>
                  <a:pt x="32915" y="1422"/>
                </a:cubicBezTo>
                <a:cubicBezTo>
                  <a:pt x="32915" y="1763"/>
                  <a:pt x="32802" y="2199"/>
                  <a:pt x="32575" y="2731"/>
                </a:cubicBezTo>
                <a:lnTo>
                  <a:pt x="16798" y="34008"/>
                </a:lnTo>
                <a:close/>
                <a:moveTo>
                  <a:pt x="187559" y="54087"/>
                </a:moveTo>
                <a:cubicBezTo>
                  <a:pt x="187559" y="60887"/>
                  <a:pt x="186405" y="67121"/>
                  <a:pt x="184097" y="72789"/>
                </a:cubicBezTo>
                <a:cubicBezTo>
                  <a:pt x="181789" y="78457"/>
                  <a:pt x="178479" y="83332"/>
                  <a:pt x="174166" y="87413"/>
                </a:cubicBezTo>
                <a:cubicBezTo>
                  <a:pt x="169853" y="91492"/>
                  <a:pt x="164594" y="94665"/>
                  <a:pt x="158389" y="96933"/>
                </a:cubicBezTo>
                <a:cubicBezTo>
                  <a:pt x="152184" y="99201"/>
                  <a:pt x="144693" y="100334"/>
                  <a:pt x="135916" y="100334"/>
                </a:cubicBezTo>
                <a:lnTo>
                  <a:pt x="116848" y="100334"/>
                </a:lnTo>
                <a:lnTo>
                  <a:pt x="116848" y="156624"/>
                </a:lnTo>
                <a:cubicBezTo>
                  <a:pt x="116848" y="157080"/>
                  <a:pt x="116734" y="157497"/>
                  <a:pt x="116507" y="157876"/>
                </a:cubicBezTo>
                <a:cubicBezTo>
                  <a:pt x="116280" y="158254"/>
                  <a:pt x="115902" y="158558"/>
                  <a:pt x="115372" y="158787"/>
                </a:cubicBezTo>
                <a:cubicBezTo>
                  <a:pt x="114843" y="159014"/>
                  <a:pt x="114143" y="159203"/>
                  <a:pt x="113273" y="159355"/>
                </a:cubicBezTo>
                <a:cubicBezTo>
                  <a:pt x="112402" y="159506"/>
                  <a:pt x="111286" y="159582"/>
                  <a:pt x="109924" y="159582"/>
                </a:cubicBezTo>
                <a:cubicBezTo>
                  <a:pt x="108638" y="159582"/>
                  <a:pt x="107541" y="159506"/>
                  <a:pt x="106633" y="159355"/>
                </a:cubicBezTo>
                <a:cubicBezTo>
                  <a:pt x="105725" y="159203"/>
                  <a:pt x="105006" y="159014"/>
                  <a:pt x="104476" y="158787"/>
                </a:cubicBezTo>
                <a:cubicBezTo>
                  <a:pt x="103947" y="158560"/>
                  <a:pt x="103568" y="158257"/>
                  <a:pt x="103341" y="157879"/>
                </a:cubicBezTo>
                <a:cubicBezTo>
                  <a:pt x="103114" y="157501"/>
                  <a:pt x="103001" y="157085"/>
                  <a:pt x="103001" y="156631"/>
                </a:cubicBezTo>
                <a:lnTo>
                  <a:pt x="103001" y="19182"/>
                </a:lnTo>
                <a:cubicBezTo>
                  <a:pt x="103001" y="16458"/>
                  <a:pt x="103720" y="14585"/>
                  <a:pt x="105157" y="13563"/>
                </a:cubicBezTo>
                <a:cubicBezTo>
                  <a:pt x="106595" y="12542"/>
                  <a:pt x="107995" y="12031"/>
                  <a:pt x="109357" y="12031"/>
                </a:cubicBezTo>
                <a:lnTo>
                  <a:pt x="139207" y="12031"/>
                </a:lnTo>
                <a:cubicBezTo>
                  <a:pt x="142158" y="12031"/>
                  <a:pt x="145034" y="12163"/>
                  <a:pt x="147833" y="12428"/>
                </a:cubicBezTo>
                <a:cubicBezTo>
                  <a:pt x="150633" y="12693"/>
                  <a:pt x="153906" y="13261"/>
                  <a:pt x="157651" y="14131"/>
                </a:cubicBezTo>
                <a:cubicBezTo>
                  <a:pt x="161397" y="14999"/>
                  <a:pt x="165218" y="16623"/>
                  <a:pt x="169115" y="19004"/>
                </a:cubicBezTo>
                <a:cubicBezTo>
                  <a:pt x="173012" y="21383"/>
                  <a:pt x="176322" y="24291"/>
                  <a:pt x="179046" y="27730"/>
                </a:cubicBezTo>
                <a:cubicBezTo>
                  <a:pt x="181770" y="31168"/>
                  <a:pt x="183870" y="35098"/>
                  <a:pt x="185345" y="39519"/>
                </a:cubicBezTo>
                <a:cubicBezTo>
                  <a:pt x="186821" y="43941"/>
                  <a:pt x="187559" y="48797"/>
                  <a:pt x="187559" y="54087"/>
                </a:cubicBezTo>
                <a:moveTo>
                  <a:pt x="172917" y="55392"/>
                </a:moveTo>
                <a:cubicBezTo>
                  <a:pt x="172917" y="49057"/>
                  <a:pt x="171669" y="43685"/>
                  <a:pt x="169172" y="39275"/>
                </a:cubicBezTo>
                <a:cubicBezTo>
                  <a:pt x="166675" y="34865"/>
                  <a:pt x="163629" y="31585"/>
                  <a:pt x="160035" y="29436"/>
                </a:cubicBezTo>
                <a:cubicBezTo>
                  <a:pt x="156441" y="27286"/>
                  <a:pt x="152695" y="25929"/>
                  <a:pt x="148798" y="25364"/>
                </a:cubicBezTo>
                <a:cubicBezTo>
                  <a:pt x="144901" y="24799"/>
                  <a:pt x="141213" y="24516"/>
                  <a:pt x="137732" y="24516"/>
                </a:cubicBezTo>
                <a:lnTo>
                  <a:pt x="116848" y="24516"/>
                </a:lnTo>
                <a:lnTo>
                  <a:pt x="116848" y="88076"/>
                </a:lnTo>
                <a:lnTo>
                  <a:pt x="136824" y="88076"/>
                </a:lnTo>
                <a:cubicBezTo>
                  <a:pt x="143256" y="88076"/>
                  <a:pt x="148628" y="87266"/>
                  <a:pt x="152941" y="85647"/>
                </a:cubicBezTo>
                <a:cubicBezTo>
                  <a:pt x="157254" y="84025"/>
                  <a:pt x="160886" y="81782"/>
                  <a:pt x="163837" y="78918"/>
                </a:cubicBezTo>
                <a:cubicBezTo>
                  <a:pt x="166788" y="76052"/>
                  <a:pt x="169039" y="72602"/>
                  <a:pt x="170590" y="68568"/>
                </a:cubicBezTo>
                <a:cubicBezTo>
                  <a:pt x="172141" y="64534"/>
                  <a:pt x="172917" y="60142"/>
                  <a:pt x="172917" y="55392"/>
                </a:cubicBezTo>
                <a:close/>
                <a:moveTo>
                  <a:pt x="235348" y="156631"/>
                </a:moveTo>
                <a:cubicBezTo>
                  <a:pt x="235348" y="157085"/>
                  <a:pt x="235235" y="157501"/>
                  <a:pt x="235008" y="157879"/>
                </a:cubicBezTo>
                <a:cubicBezTo>
                  <a:pt x="234781" y="158257"/>
                  <a:pt x="234421" y="158560"/>
                  <a:pt x="233930" y="158787"/>
                </a:cubicBezTo>
                <a:cubicBezTo>
                  <a:pt x="233438" y="159014"/>
                  <a:pt x="232757" y="159203"/>
                  <a:pt x="231887" y="159355"/>
                </a:cubicBezTo>
                <a:cubicBezTo>
                  <a:pt x="231016" y="159506"/>
                  <a:pt x="229900" y="159582"/>
                  <a:pt x="228538" y="159582"/>
                </a:cubicBezTo>
                <a:cubicBezTo>
                  <a:pt x="227252" y="159582"/>
                  <a:pt x="226174" y="159506"/>
                  <a:pt x="225304" y="159355"/>
                </a:cubicBezTo>
                <a:cubicBezTo>
                  <a:pt x="224433" y="159203"/>
                  <a:pt x="223733" y="159014"/>
                  <a:pt x="223204" y="158787"/>
                </a:cubicBezTo>
                <a:cubicBezTo>
                  <a:pt x="222674" y="158560"/>
                  <a:pt x="222315" y="158257"/>
                  <a:pt x="222126" y="157879"/>
                </a:cubicBezTo>
                <a:cubicBezTo>
                  <a:pt x="221936" y="157501"/>
                  <a:pt x="221842" y="157085"/>
                  <a:pt x="221842" y="156631"/>
                </a:cubicBezTo>
                <a:lnTo>
                  <a:pt x="221842" y="3632"/>
                </a:lnTo>
                <a:cubicBezTo>
                  <a:pt x="221842" y="3178"/>
                  <a:pt x="221936" y="2762"/>
                  <a:pt x="222126" y="2384"/>
                </a:cubicBezTo>
                <a:cubicBezTo>
                  <a:pt x="222315" y="2005"/>
                  <a:pt x="222674" y="1684"/>
                  <a:pt x="223204" y="1419"/>
                </a:cubicBezTo>
                <a:cubicBezTo>
                  <a:pt x="223733" y="1154"/>
                  <a:pt x="224433" y="965"/>
                  <a:pt x="225304" y="851"/>
                </a:cubicBezTo>
                <a:cubicBezTo>
                  <a:pt x="226174" y="738"/>
                  <a:pt x="227252" y="681"/>
                  <a:pt x="228538" y="681"/>
                </a:cubicBezTo>
                <a:cubicBezTo>
                  <a:pt x="229900" y="681"/>
                  <a:pt x="231016" y="738"/>
                  <a:pt x="231887" y="851"/>
                </a:cubicBezTo>
                <a:cubicBezTo>
                  <a:pt x="232757" y="965"/>
                  <a:pt x="233438" y="1154"/>
                  <a:pt x="233930" y="1419"/>
                </a:cubicBezTo>
                <a:cubicBezTo>
                  <a:pt x="234421" y="1684"/>
                  <a:pt x="234781" y="2005"/>
                  <a:pt x="235008" y="2384"/>
                </a:cubicBezTo>
                <a:cubicBezTo>
                  <a:pt x="235235" y="2762"/>
                  <a:pt x="235348" y="3178"/>
                  <a:pt x="235348" y="3632"/>
                </a:cubicBezTo>
                <a:lnTo>
                  <a:pt x="235348" y="156631"/>
                </a:lnTo>
                <a:close/>
                <a:moveTo>
                  <a:pt x="349770" y="99994"/>
                </a:moveTo>
                <a:cubicBezTo>
                  <a:pt x="349770" y="102718"/>
                  <a:pt x="349052" y="104591"/>
                  <a:pt x="347614" y="105612"/>
                </a:cubicBezTo>
                <a:cubicBezTo>
                  <a:pt x="346176" y="106634"/>
                  <a:pt x="344776" y="107144"/>
                  <a:pt x="343414" y="107144"/>
                </a:cubicBezTo>
                <a:lnTo>
                  <a:pt x="273385" y="107144"/>
                </a:lnTo>
                <a:cubicBezTo>
                  <a:pt x="273385" y="113517"/>
                  <a:pt x="274009" y="119283"/>
                  <a:pt x="275257" y="124443"/>
                </a:cubicBezTo>
                <a:cubicBezTo>
                  <a:pt x="276506" y="129602"/>
                  <a:pt x="278568" y="134022"/>
                  <a:pt x="281443" y="137701"/>
                </a:cubicBezTo>
                <a:cubicBezTo>
                  <a:pt x="284318" y="141380"/>
                  <a:pt x="288064" y="144207"/>
                  <a:pt x="292680" y="146181"/>
                </a:cubicBezTo>
                <a:cubicBezTo>
                  <a:pt x="297295" y="148154"/>
                  <a:pt x="302970" y="149140"/>
                  <a:pt x="309705" y="149140"/>
                </a:cubicBezTo>
                <a:cubicBezTo>
                  <a:pt x="314472" y="149140"/>
                  <a:pt x="318747" y="148717"/>
                  <a:pt x="322530" y="147873"/>
                </a:cubicBezTo>
                <a:cubicBezTo>
                  <a:pt x="326314" y="147029"/>
                  <a:pt x="329586" y="146089"/>
                  <a:pt x="332348" y="145054"/>
                </a:cubicBezTo>
                <a:cubicBezTo>
                  <a:pt x="335110" y="144018"/>
                  <a:pt x="337380" y="143078"/>
                  <a:pt x="339158" y="142234"/>
                </a:cubicBezTo>
                <a:cubicBezTo>
                  <a:pt x="340936" y="141390"/>
                  <a:pt x="342204" y="140968"/>
                  <a:pt x="342960" y="140968"/>
                </a:cubicBezTo>
                <a:cubicBezTo>
                  <a:pt x="343414" y="140968"/>
                  <a:pt x="343830" y="141082"/>
                  <a:pt x="344209" y="141312"/>
                </a:cubicBezTo>
                <a:cubicBezTo>
                  <a:pt x="344587" y="141541"/>
                  <a:pt x="344890" y="141904"/>
                  <a:pt x="345117" y="142400"/>
                </a:cubicBezTo>
                <a:cubicBezTo>
                  <a:pt x="345344" y="142897"/>
                  <a:pt x="345514" y="143527"/>
                  <a:pt x="345628" y="144291"/>
                </a:cubicBezTo>
                <a:cubicBezTo>
                  <a:pt x="345741" y="145055"/>
                  <a:pt x="345798" y="146009"/>
                  <a:pt x="345798" y="147153"/>
                </a:cubicBezTo>
                <a:cubicBezTo>
                  <a:pt x="345798" y="147690"/>
                  <a:pt x="345760" y="148207"/>
                  <a:pt x="345684" y="148703"/>
                </a:cubicBezTo>
                <a:cubicBezTo>
                  <a:pt x="345609" y="149200"/>
                  <a:pt x="345514" y="149659"/>
                  <a:pt x="345401" y="150079"/>
                </a:cubicBezTo>
                <a:cubicBezTo>
                  <a:pt x="345287" y="150498"/>
                  <a:pt x="345117" y="150899"/>
                  <a:pt x="344890" y="151282"/>
                </a:cubicBezTo>
                <a:cubicBezTo>
                  <a:pt x="344663" y="151663"/>
                  <a:pt x="344360" y="152044"/>
                  <a:pt x="343982" y="152428"/>
                </a:cubicBezTo>
                <a:cubicBezTo>
                  <a:pt x="343603" y="152808"/>
                  <a:pt x="342431" y="153472"/>
                  <a:pt x="340463" y="154417"/>
                </a:cubicBezTo>
                <a:cubicBezTo>
                  <a:pt x="338496" y="155363"/>
                  <a:pt x="335923" y="156309"/>
                  <a:pt x="332745" y="157255"/>
                </a:cubicBezTo>
                <a:cubicBezTo>
                  <a:pt x="329567" y="158201"/>
                  <a:pt x="325879" y="159052"/>
                  <a:pt x="321679" y="159809"/>
                </a:cubicBezTo>
                <a:cubicBezTo>
                  <a:pt x="317479" y="160565"/>
                  <a:pt x="312958" y="160944"/>
                  <a:pt x="308116" y="160944"/>
                </a:cubicBezTo>
                <a:cubicBezTo>
                  <a:pt x="300171" y="160944"/>
                  <a:pt x="293134" y="159751"/>
                  <a:pt x="287005" y="157365"/>
                </a:cubicBezTo>
                <a:cubicBezTo>
                  <a:pt x="280876" y="154979"/>
                  <a:pt x="275730" y="151457"/>
                  <a:pt x="271569" y="146799"/>
                </a:cubicBezTo>
                <a:cubicBezTo>
                  <a:pt x="267407" y="142140"/>
                  <a:pt x="264248" y="136365"/>
                  <a:pt x="262091" y="129472"/>
                </a:cubicBezTo>
                <a:cubicBezTo>
                  <a:pt x="259935" y="122579"/>
                  <a:pt x="258856" y="114588"/>
                  <a:pt x="258856" y="105499"/>
                </a:cubicBezTo>
                <a:cubicBezTo>
                  <a:pt x="258856" y="96787"/>
                  <a:pt x="259973" y="88986"/>
                  <a:pt x="262205" y="82093"/>
                </a:cubicBezTo>
                <a:cubicBezTo>
                  <a:pt x="264437" y="75200"/>
                  <a:pt x="267634" y="69349"/>
                  <a:pt x="271796" y="64539"/>
                </a:cubicBezTo>
                <a:cubicBezTo>
                  <a:pt x="275957" y="59730"/>
                  <a:pt x="280970" y="56056"/>
                  <a:pt x="286834" y="53519"/>
                </a:cubicBezTo>
                <a:cubicBezTo>
                  <a:pt x="292699" y="50982"/>
                  <a:pt x="299225" y="49713"/>
                  <a:pt x="306413" y="49713"/>
                </a:cubicBezTo>
                <a:cubicBezTo>
                  <a:pt x="314131" y="49713"/>
                  <a:pt x="320714" y="51000"/>
                  <a:pt x="326162" y="53572"/>
                </a:cubicBezTo>
                <a:cubicBezTo>
                  <a:pt x="331610" y="56145"/>
                  <a:pt x="336094" y="59607"/>
                  <a:pt x="339612" y="63957"/>
                </a:cubicBezTo>
                <a:cubicBezTo>
                  <a:pt x="343131" y="68308"/>
                  <a:pt x="345703" y="73359"/>
                  <a:pt x="347330" y="79110"/>
                </a:cubicBezTo>
                <a:cubicBezTo>
                  <a:pt x="348957" y="84860"/>
                  <a:pt x="349770" y="90914"/>
                  <a:pt x="349770" y="97270"/>
                </a:cubicBezTo>
                <a:lnTo>
                  <a:pt x="349770" y="99994"/>
                </a:lnTo>
                <a:moveTo>
                  <a:pt x="335810" y="96021"/>
                </a:moveTo>
                <a:cubicBezTo>
                  <a:pt x="336037" y="85125"/>
                  <a:pt x="333540" y="76613"/>
                  <a:pt x="328319" y="70484"/>
                </a:cubicBezTo>
                <a:cubicBezTo>
                  <a:pt x="323098" y="64355"/>
                  <a:pt x="315493" y="61290"/>
                  <a:pt x="305505" y="61290"/>
                </a:cubicBezTo>
                <a:cubicBezTo>
                  <a:pt x="300360" y="61290"/>
                  <a:pt x="295839" y="62255"/>
                  <a:pt x="291942" y="64184"/>
                </a:cubicBezTo>
                <a:cubicBezTo>
                  <a:pt x="288045" y="66114"/>
                  <a:pt x="284754" y="68668"/>
                  <a:pt x="282067" y="71846"/>
                </a:cubicBezTo>
                <a:cubicBezTo>
                  <a:pt x="279381" y="75024"/>
                  <a:pt x="277319" y="78713"/>
                  <a:pt x="275882" y="82912"/>
                </a:cubicBezTo>
                <a:cubicBezTo>
                  <a:pt x="274444" y="87112"/>
                  <a:pt x="273612" y="91481"/>
                  <a:pt x="273385" y="96021"/>
                </a:cubicBezTo>
                <a:lnTo>
                  <a:pt x="335810" y="96021"/>
                </a:lnTo>
                <a:close/>
                <a:moveTo>
                  <a:pt x="459305" y="156631"/>
                </a:moveTo>
                <a:cubicBezTo>
                  <a:pt x="459305" y="157387"/>
                  <a:pt x="459059" y="157974"/>
                  <a:pt x="458567" y="158390"/>
                </a:cubicBezTo>
                <a:cubicBezTo>
                  <a:pt x="458075" y="158806"/>
                  <a:pt x="457432" y="159109"/>
                  <a:pt x="456637" y="159298"/>
                </a:cubicBezTo>
                <a:cubicBezTo>
                  <a:pt x="455843" y="159487"/>
                  <a:pt x="454765" y="159582"/>
                  <a:pt x="453403" y="159582"/>
                </a:cubicBezTo>
                <a:cubicBezTo>
                  <a:pt x="452116" y="159582"/>
                  <a:pt x="451019" y="159487"/>
                  <a:pt x="450111" y="159298"/>
                </a:cubicBezTo>
                <a:cubicBezTo>
                  <a:pt x="449203" y="159109"/>
                  <a:pt x="448503" y="158806"/>
                  <a:pt x="448011" y="158390"/>
                </a:cubicBezTo>
                <a:cubicBezTo>
                  <a:pt x="447519" y="157974"/>
                  <a:pt x="447274" y="157387"/>
                  <a:pt x="447274" y="156631"/>
                </a:cubicBezTo>
                <a:lnTo>
                  <a:pt x="447274" y="145167"/>
                </a:lnTo>
                <a:cubicBezTo>
                  <a:pt x="442658" y="150161"/>
                  <a:pt x="437569" y="154039"/>
                  <a:pt x="432008" y="156801"/>
                </a:cubicBezTo>
                <a:cubicBezTo>
                  <a:pt x="426446" y="159563"/>
                  <a:pt x="420677" y="160944"/>
                  <a:pt x="414699" y="160944"/>
                </a:cubicBezTo>
                <a:cubicBezTo>
                  <a:pt x="409327" y="160944"/>
                  <a:pt x="404503" y="160244"/>
                  <a:pt x="400228" y="158844"/>
                </a:cubicBezTo>
                <a:cubicBezTo>
                  <a:pt x="395952" y="157444"/>
                  <a:pt x="392339" y="155439"/>
                  <a:pt x="389388" y="152828"/>
                </a:cubicBezTo>
                <a:cubicBezTo>
                  <a:pt x="386437" y="150218"/>
                  <a:pt x="384167" y="147059"/>
                  <a:pt x="382578" y="143351"/>
                </a:cubicBezTo>
                <a:cubicBezTo>
                  <a:pt x="380989" y="139643"/>
                  <a:pt x="380195" y="135482"/>
                  <a:pt x="380195" y="130866"/>
                </a:cubicBezTo>
                <a:cubicBezTo>
                  <a:pt x="380195" y="125191"/>
                  <a:pt x="381368" y="120254"/>
                  <a:pt x="383713" y="116054"/>
                </a:cubicBezTo>
                <a:cubicBezTo>
                  <a:pt x="386059" y="111855"/>
                  <a:pt x="389388" y="108355"/>
                  <a:pt x="393701" y="105555"/>
                </a:cubicBezTo>
                <a:cubicBezTo>
                  <a:pt x="398014" y="102756"/>
                  <a:pt x="403198" y="100656"/>
                  <a:pt x="409251" y="99256"/>
                </a:cubicBezTo>
                <a:cubicBezTo>
                  <a:pt x="415304" y="97856"/>
                  <a:pt x="422039" y="97156"/>
                  <a:pt x="429454" y="97156"/>
                </a:cubicBezTo>
                <a:lnTo>
                  <a:pt x="445798" y="97156"/>
                </a:lnTo>
                <a:lnTo>
                  <a:pt x="445798" y="88275"/>
                </a:lnTo>
                <a:cubicBezTo>
                  <a:pt x="445798" y="83872"/>
                  <a:pt x="445344" y="79982"/>
                  <a:pt x="444436" y="76606"/>
                </a:cubicBezTo>
                <a:cubicBezTo>
                  <a:pt x="443528" y="73227"/>
                  <a:pt x="442053" y="70399"/>
                  <a:pt x="440010" y="68122"/>
                </a:cubicBezTo>
                <a:cubicBezTo>
                  <a:pt x="437967" y="65844"/>
                  <a:pt x="435318" y="64137"/>
                  <a:pt x="432065" y="63000"/>
                </a:cubicBezTo>
                <a:cubicBezTo>
                  <a:pt x="428811" y="61860"/>
                  <a:pt x="424838" y="61290"/>
                  <a:pt x="420147" y="61290"/>
                </a:cubicBezTo>
                <a:cubicBezTo>
                  <a:pt x="415607" y="61290"/>
                  <a:pt x="411521" y="61839"/>
                  <a:pt x="407889" y="62936"/>
                </a:cubicBezTo>
                <a:cubicBezTo>
                  <a:pt x="404257" y="64033"/>
                  <a:pt x="401079" y="65263"/>
                  <a:pt x="398355" y="66625"/>
                </a:cubicBezTo>
                <a:cubicBezTo>
                  <a:pt x="395631" y="67987"/>
                  <a:pt x="393380" y="69216"/>
                  <a:pt x="391602" y="70314"/>
                </a:cubicBezTo>
                <a:cubicBezTo>
                  <a:pt x="389823" y="71411"/>
                  <a:pt x="388556" y="71959"/>
                  <a:pt x="387799" y="71959"/>
                </a:cubicBezTo>
                <a:cubicBezTo>
                  <a:pt x="387345" y="71959"/>
                  <a:pt x="386929" y="71884"/>
                  <a:pt x="386551" y="71732"/>
                </a:cubicBezTo>
                <a:cubicBezTo>
                  <a:pt x="386172" y="71579"/>
                  <a:pt x="385851" y="71292"/>
                  <a:pt x="385586" y="70874"/>
                </a:cubicBezTo>
                <a:cubicBezTo>
                  <a:pt x="385321" y="70453"/>
                  <a:pt x="385132" y="69919"/>
                  <a:pt x="385019" y="69271"/>
                </a:cubicBezTo>
                <a:cubicBezTo>
                  <a:pt x="384905" y="68620"/>
                  <a:pt x="384848" y="67838"/>
                  <a:pt x="384848" y="66923"/>
                </a:cubicBezTo>
                <a:cubicBezTo>
                  <a:pt x="384848" y="65320"/>
                  <a:pt x="384962" y="64041"/>
                  <a:pt x="385189" y="63089"/>
                </a:cubicBezTo>
                <a:cubicBezTo>
                  <a:pt x="385416" y="62133"/>
                  <a:pt x="386002" y="61179"/>
                  <a:pt x="386948" y="60226"/>
                </a:cubicBezTo>
                <a:cubicBezTo>
                  <a:pt x="387894" y="59271"/>
                  <a:pt x="389578" y="58158"/>
                  <a:pt x="391999" y="56889"/>
                </a:cubicBezTo>
                <a:cubicBezTo>
                  <a:pt x="394420" y="55616"/>
                  <a:pt x="397201" y="54439"/>
                  <a:pt x="400341" y="53356"/>
                </a:cubicBezTo>
                <a:cubicBezTo>
                  <a:pt x="403481" y="52273"/>
                  <a:pt x="406867" y="51396"/>
                  <a:pt x="410499" y="50724"/>
                </a:cubicBezTo>
                <a:cubicBezTo>
                  <a:pt x="414131" y="50050"/>
                  <a:pt x="417763" y="49713"/>
                  <a:pt x="421395" y="49713"/>
                </a:cubicBezTo>
                <a:cubicBezTo>
                  <a:pt x="428432" y="49713"/>
                  <a:pt x="434372" y="50564"/>
                  <a:pt x="439215" y="52267"/>
                </a:cubicBezTo>
                <a:cubicBezTo>
                  <a:pt x="444058" y="53969"/>
                  <a:pt x="447973" y="56410"/>
                  <a:pt x="450962" y="59588"/>
                </a:cubicBezTo>
                <a:cubicBezTo>
                  <a:pt x="453951" y="62766"/>
                  <a:pt x="456089" y="66682"/>
                  <a:pt x="457375" y="71335"/>
                </a:cubicBezTo>
                <a:cubicBezTo>
                  <a:pt x="458661" y="75989"/>
                  <a:pt x="459305" y="81266"/>
                  <a:pt x="459305" y="87168"/>
                </a:cubicBezTo>
                <a:lnTo>
                  <a:pt x="459305" y="156631"/>
                </a:lnTo>
                <a:moveTo>
                  <a:pt x="445798" y="108279"/>
                </a:moveTo>
                <a:lnTo>
                  <a:pt x="427070" y="108279"/>
                </a:lnTo>
                <a:cubicBezTo>
                  <a:pt x="421622" y="108279"/>
                  <a:pt x="416855" y="108771"/>
                  <a:pt x="412769" y="109755"/>
                </a:cubicBezTo>
                <a:cubicBezTo>
                  <a:pt x="408683" y="110739"/>
                  <a:pt x="405278" y="112176"/>
                  <a:pt x="402554" y="114068"/>
                </a:cubicBezTo>
                <a:cubicBezTo>
                  <a:pt x="399830" y="115960"/>
                  <a:pt x="397806" y="118230"/>
                  <a:pt x="396482" y="120878"/>
                </a:cubicBezTo>
                <a:cubicBezTo>
                  <a:pt x="395158" y="123526"/>
                  <a:pt x="394496" y="126553"/>
                  <a:pt x="394496" y="129958"/>
                </a:cubicBezTo>
                <a:cubicBezTo>
                  <a:pt x="394496" y="135860"/>
                  <a:pt x="396369" y="140570"/>
                  <a:pt x="400114" y="144089"/>
                </a:cubicBezTo>
                <a:cubicBezTo>
                  <a:pt x="403860" y="147607"/>
                  <a:pt x="409137" y="149367"/>
                  <a:pt x="415947" y="149367"/>
                </a:cubicBezTo>
                <a:cubicBezTo>
                  <a:pt x="421320" y="149367"/>
                  <a:pt x="426333" y="147986"/>
                  <a:pt x="430986" y="145224"/>
                </a:cubicBezTo>
                <a:cubicBezTo>
                  <a:pt x="435640" y="142462"/>
                  <a:pt x="440577" y="138206"/>
                  <a:pt x="445798" y="132455"/>
                </a:cubicBezTo>
                <a:lnTo>
                  <a:pt x="445798" y="108279"/>
                </a:lnTo>
                <a:close/>
                <a:moveTo>
                  <a:pt x="557909" y="129359"/>
                </a:moveTo>
                <a:cubicBezTo>
                  <a:pt x="557909" y="134282"/>
                  <a:pt x="557001" y="138694"/>
                  <a:pt x="555185" y="142596"/>
                </a:cubicBezTo>
                <a:cubicBezTo>
                  <a:pt x="553369" y="146495"/>
                  <a:pt x="550777" y="149809"/>
                  <a:pt x="547410" y="152537"/>
                </a:cubicBezTo>
                <a:cubicBezTo>
                  <a:pt x="544043" y="155264"/>
                  <a:pt x="540014" y="157347"/>
                  <a:pt x="535322" y="158787"/>
                </a:cubicBezTo>
                <a:cubicBezTo>
                  <a:pt x="530631" y="160225"/>
                  <a:pt x="525448" y="160944"/>
                  <a:pt x="519773" y="160944"/>
                </a:cubicBezTo>
                <a:cubicBezTo>
                  <a:pt x="516216" y="160944"/>
                  <a:pt x="512849" y="160660"/>
                  <a:pt x="509671" y="160092"/>
                </a:cubicBezTo>
                <a:cubicBezTo>
                  <a:pt x="506493" y="159525"/>
                  <a:pt x="503618" y="158806"/>
                  <a:pt x="501045" y="157936"/>
                </a:cubicBezTo>
                <a:cubicBezTo>
                  <a:pt x="498472" y="157066"/>
                  <a:pt x="496297" y="156139"/>
                  <a:pt x="494519" y="155155"/>
                </a:cubicBezTo>
                <a:cubicBezTo>
                  <a:pt x="492741" y="154171"/>
                  <a:pt x="491435" y="153301"/>
                  <a:pt x="490603" y="152545"/>
                </a:cubicBezTo>
                <a:cubicBezTo>
                  <a:pt x="489771" y="151788"/>
                  <a:pt x="489165" y="150837"/>
                  <a:pt x="488787" y="149693"/>
                </a:cubicBezTo>
                <a:cubicBezTo>
                  <a:pt x="488409" y="148546"/>
                  <a:pt x="488219" y="147019"/>
                  <a:pt x="488219" y="145110"/>
                </a:cubicBezTo>
                <a:cubicBezTo>
                  <a:pt x="488219" y="144117"/>
                  <a:pt x="488295" y="143239"/>
                  <a:pt x="488446" y="142475"/>
                </a:cubicBezTo>
                <a:cubicBezTo>
                  <a:pt x="488598" y="141711"/>
                  <a:pt x="488787" y="141062"/>
                  <a:pt x="489014" y="140528"/>
                </a:cubicBezTo>
                <a:cubicBezTo>
                  <a:pt x="489241" y="139993"/>
                  <a:pt x="489544" y="139593"/>
                  <a:pt x="489922" y="139325"/>
                </a:cubicBezTo>
                <a:cubicBezTo>
                  <a:pt x="490300" y="139058"/>
                  <a:pt x="490717" y="138925"/>
                  <a:pt x="491171" y="138925"/>
                </a:cubicBezTo>
                <a:cubicBezTo>
                  <a:pt x="492003" y="138925"/>
                  <a:pt x="493214" y="139460"/>
                  <a:pt x="494803" y="140531"/>
                </a:cubicBezTo>
                <a:cubicBezTo>
                  <a:pt x="496392" y="141602"/>
                  <a:pt x="498378" y="142769"/>
                  <a:pt x="500761" y="144032"/>
                </a:cubicBezTo>
                <a:cubicBezTo>
                  <a:pt x="503145" y="145295"/>
                  <a:pt x="505982" y="146462"/>
                  <a:pt x="509274" y="147533"/>
                </a:cubicBezTo>
                <a:cubicBezTo>
                  <a:pt x="512565" y="148604"/>
                  <a:pt x="516368" y="149140"/>
                  <a:pt x="520681" y="149140"/>
                </a:cubicBezTo>
                <a:cubicBezTo>
                  <a:pt x="524161" y="149140"/>
                  <a:pt x="527339" y="148761"/>
                  <a:pt x="530215" y="148005"/>
                </a:cubicBezTo>
                <a:cubicBezTo>
                  <a:pt x="533090" y="147246"/>
                  <a:pt x="535587" y="146108"/>
                  <a:pt x="537706" y="144592"/>
                </a:cubicBezTo>
                <a:cubicBezTo>
                  <a:pt x="539824" y="143077"/>
                  <a:pt x="541470" y="141125"/>
                  <a:pt x="542643" y="138737"/>
                </a:cubicBezTo>
                <a:cubicBezTo>
                  <a:pt x="543816" y="136348"/>
                  <a:pt x="544402" y="133563"/>
                  <a:pt x="544402" y="130380"/>
                </a:cubicBezTo>
                <a:cubicBezTo>
                  <a:pt x="544402" y="127200"/>
                  <a:pt x="543646" y="124511"/>
                  <a:pt x="542132" y="122314"/>
                </a:cubicBezTo>
                <a:cubicBezTo>
                  <a:pt x="540619" y="120118"/>
                  <a:pt x="538633" y="118205"/>
                  <a:pt x="536173" y="116576"/>
                </a:cubicBezTo>
                <a:cubicBezTo>
                  <a:pt x="533714" y="114946"/>
                  <a:pt x="530915" y="113508"/>
                  <a:pt x="527774" y="112259"/>
                </a:cubicBezTo>
                <a:cubicBezTo>
                  <a:pt x="524634" y="111008"/>
                  <a:pt x="521418" y="109721"/>
                  <a:pt x="518127" y="108396"/>
                </a:cubicBezTo>
                <a:cubicBezTo>
                  <a:pt x="514835" y="107070"/>
                  <a:pt x="511620" y="105612"/>
                  <a:pt x="508479" y="104023"/>
                </a:cubicBezTo>
                <a:cubicBezTo>
                  <a:pt x="505339" y="102432"/>
                  <a:pt x="502539" y="100500"/>
                  <a:pt x="500080" y="98228"/>
                </a:cubicBezTo>
                <a:cubicBezTo>
                  <a:pt x="497621" y="95955"/>
                  <a:pt x="495635" y="93229"/>
                  <a:pt x="494122" y="90048"/>
                </a:cubicBezTo>
                <a:cubicBezTo>
                  <a:pt x="492608" y="86866"/>
                  <a:pt x="491852" y="83040"/>
                  <a:pt x="491852" y="78571"/>
                </a:cubicBezTo>
                <a:cubicBezTo>
                  <a:pt x="491852" y="75012"/>
                  <a:pt x="492533" y="71510"/>
                  <a:pt x="493895" y="68065"/>
                </a:cubicBezTo>
                <a:cubicBezTo>
                  <a:pt x="495257" y="64617"/>
                  <a:pt x="497356" y="61530"/>
                  <a:pt x="500194" y="58804"/>
                </a:cubicBezTo>
                <a:cubicBezTo>
                  <a:pt x="503031" y="56075"/>
                  <a:pt x="506663" y="53878"/>
                  <a:pt x="511090" y="52214"/>
                </a:cubicBezTo>
                <a:cubicBezTo>
                  <a:pt x="515516" y="50547"/>
                  <a:pt x="520756" y="49713"/>
                  <a:pt x="526810" y="49713"/>
                </a:cubicBezTo>
                <a:cubicBezTo>
                  <a:pt x="529382" y="49713"/>
                  <a:pt x="531936" y="49921"/>
                  <a:pt x="534471" y="50337"/>
                </a:cubicBezTo>
                <a:cubicBezTo>
                  <a:pt x="537006" y="50754"/>
                  <a:pt x="539314" y="51302"/>
                  <a:pt x="541394" y="51983"/>
                </a:cubicBezTo>
                <a:cubicBezTo>
                  <a:pt x="543475" y="52664"/>
                  <a:pt x="545272" y="53402"/>
                  <a:pt x="546786" y="54196"/>
                </a:cubicBezTo>
                <a:cubicBezTo>
                  <a:pt x="548299" y="54991"/>
                  <a:pt x="549453" y="55691"/>
                  <a:pt x="550247" y="56296"/>
                </a:cubicBezTo>
                <a:cubicBezTo>
                  <a:pt x="551042" y="56902"/>
                  <a:pt x="551572" y="57412"/>
                  <a:pt x="551836" y="57828"/>
                </a:cubicBezTo>
                <a:cubicBezTo>
                  <a:pt x="552101" y="58245"/>
                  <a:pt x="552290" y="58680"/>
                  <a:pt x="552404" y="59134"/>
                </a:cubicBezTo>
                <a:cubicBezTo>
                  <a:pt x="552517" y="59588"/>
                  <a:pt x="552612" y="60136"/>
                  <a:pt x="552688" y="60779"/>
                </a:cubicBezTo>
                <a:cubicBezTo>
                  <a:pt x="552763" y="61423"/>
                  <a:pt x="552801" y="62198"/>
                  <a:pt x="552801" y="63106"/>
                </a:cubicBezTo>
                <a:cubicBezTo>
                  <a:pt x="552801" y="64014"/>
                  <a:pt x="552744" y="64828"/>
                  <a:pt x="552631" y="65547"/>
                </a:cubicBezTo>
                <a:cubicBezTo>
                  <a:pt x="552517" y="66265"/>
                  <a:pt x="552347" y="66890"/>
                  <a:pt x="552120" y="67419"/>
                </a:cubicBezTo>
                <a:cubicBezTo>
                  <a:pt x="551893" y="67949"/>
                  <a:pt x="551609" y="68346"/>
                  <a:pt x="551269" y="68611"/>
                </a:cubicBezTo>
                <a:cubicBezTo>
                  <a:pt x="550928" y="68876"/>
                  <a:pt x="550531" y="69008"/>
                  <a:pt x="550077" y="69008"/>
                </a:cubicBezTo>
                <a:cubicBezTo>
                  <a:pt x="549472" y="69008"/>
                  <a:pt x="548564" y="68592"/>
                  <a:pt x="547353" y="67760"/>
                </a:cubicBezTo>
                <a:cubicBezTo>
                  <a:pt x="546143" y="66927"/>
                  <a:pt x="544554" y="66019"/>
                  <a:pt x="542586" y="65036"/>
                </a:cubicBezTo>
                <a:cubicBezTo>
                  <a:pt x="540619" y="64052"/>
                  <a:pt x="538273" y="63144"/>
                  <a:pt x="535549" y="62312"/>
                </a:cubicBezTo>
                <a:cubicBezTo>
                  <a:pt x="532825" y="61479"/>
                  <a:pt x="529685" y="61063"/>
                  <a:pt x="526129" y="61063"/>
                </a:cubicBezTo>
                <a:cubicBezTo>
                  <a:pt x="522572" y="61063"/>
                  <a:pt x="519451" y="61481"/>
                  <a:pt x="516765" y="62315"/>
                </a:cubicBezTo>
                <a:cubicBezTo>
                  <a:pt x="514079" y="63148"/>
                  <a:pt x="511865" y="64322"/>
                  <a:pt x="510125" y="65837"/>
                </a:cubicBezTo>
                <a:cubicBezTo>
                  <a:pt x="508385" y="67353"/>
                  <a:pt x="507079" y="69135"/>
                  <a:pt x="506209" y="71183"/>
                </a:cubicBezTo>
                <a:cubicBezTo>
                  <a:pt x="505339" y="73228"/>
                  <a:pt x="504904" y="75464"/>
                  <a:pt x="504904" y="77890"/>
                </a:cubicBezTo>
                <a:cubicBezTo>
                  <a:pt x="504904" y="81221"/>
                  <a:pt x="505661" y="84023"/>
                  <a:pt x="507174" y="86296"/>
                </a:cubicBezTo>
                <a:cubicBezTo>
                  <a:pt x="508687" y="88568"/>
                  <a:pt x="510693" y="90538"/>
                  <a:pt x="513190" y="92205"/>
                </a:cubicBezTo>
                <a:cubicBezTo>
                  <a:pt x="515687" y="93872"/>
                  <a:pt x="518524" y="95350"/>
                  <a:pt x="521702" y="96639"/>
                </a:cubicBezTo>
                <a:cubicBezTo>
                  <a:pt x="524880" y="97925"/>
                  <a:pt x="528115" y="99212"/>
                  <a:pt x="531406" y="100501"/>
                </a:cubicBezTo>
                <a:cubicBezTo>
                  <a:pt x="534698" y="101787"/>
                  <a:pt x="537933" y="103207"/>
                  <a:pt x="541111" y="104761"/>
                </a:cubicBezTo>
                <a:cubicBezTo>
                  <a:pt x="544289" y="106312"/>
                  <a:pt x="547126" y="108186"/>
                  <a:pt x="549623" y="110383"/>
                </a:cubicBezTo>
                <a:cubicBezTo>
                  <a:pt x="552120" y="112579"/>
                  <a:pt x="554125" y="115212"/>
                  <a:pt x="555639" y="118282"/>
                </a:cubicBezTo>
                <a:cubicBezTo>
                  <a:pt x="557152" y="121349"/>
                  <a:pt x="557909" y="125041"/>
                  <a:pt x="557909" y="129359"/>
                </a:cubicBezTo>
                <a:close/>
                <a:moveTo>
                  <a:pt x="669621" y="99994"/>
                </a:moveTo>
                <a:cubicBezTo>
                  <a:pt x="669621" y="102718"/>
                  <a:pt x="668902" y="104591"/>
                  <a:pt x="667464" y="105612"/>
                </a:cubicBezTo>
                <a:cubicBezTo>
                  <a:pt x="666026" y="106634"/>
                  <a:pt x="664627" y="107144"/>
                  <a:pt x="663265" y="107144"/>
                </a:cubicBezTo>
                <a:lnTo>
                  <a:pt x="593235" y="107144"/>
                </a:lnTo>
                <a:cubicBezTo>
                  <a:pt x="593235" y="113517"/>
                  <a:pt x="593859" y="119283"/>
                  <a:pt x="595108" y="124443"/>
                </a:cubicBezTo>
                <a:cubicBezTo>
                  <a:pt x="596356" y="129602"/>
                  <a:pt x="598418" y="134022"/>
                  <a:pt x="601293" y="137701"/>
                </a:cubicBezTo>
                <a:cubicBezTo>
                  <a:pt x="604169" y="141380"/>
                  <a:pt x="607914" y="144207"/>
                  <a:pt x="612530" y="146181"/>
                </a:cubicBezTo>
                <a:cubicBezTo>
                  <a:pt x="617146" y="148154"/>
                  <a:pt x="622821" y="149140"/>
                  <a:pt x="629555" y="149140"/>
                </a:cubicBezTo>
                <a:cubicBezTo>
                  <a:pt x="634322" y="149140"/>
                  <a:pt x="638597" y="148717"/>
                  <a:pt x="642381" y="147873"/>
                </a:cubicBezTo>
                <a:cubicBezTo>
                  <a:pt x="646164" y="147029"/>
                  <a:pt x="649436" y="146089"/>
                  <a:pt x="652198" y="145054"/>
                </a:cubicBezTo>
                <a:cubicBezTo>
                  <a:pt x="654960" y="144018"/>
                  <a:pt x="657230" y="143078"/>
                  <a:pt x="659008" y="142234"/>
                </a:cubicBezTo>
                <a:cubicBezTo>
                  <a:pt x="660786" y="141390"/>
                  <a:pt x="662054" y="140968"/>
                  <a:pt x="662811" y="140968"/>
                </a:cubicBezTo>
                <a:cubicBezTo>
                  <a:pt x="663265" y="140968"/>
                  <a:pt x="663681" y="141082"/>
                  <a:pt x="664059" y="141312"/>
                </a:cubicBezTo>
                <a:cubicBezTo>
                  <a:pt x="664437" y="141541"/>
                  <a:pt x="664740" y="141904"/>
                  <a:pt x="664967" y="142400"/>
                </a:cubicBezTo>
                <a:cubicBezTo>
                  <a:pt x="665194" y="142897"/>
                  <a:pt x="665364" y="143527"/>
                  <a:pt x="665478" y="144291"/>
                </a:cubicBezTo>
                <a:cubicBezTo>
                  <a:pt x="665591" y="145055"/>
                  <a:pt x="665648" y="146009"/>
                  <a:pt x="665648" y="147153"/>
                </a:cubicBezTo>
                <a:cubicBezTo>
                  <a:pt x="665648" y="147690"/>
                  <a:pt x="665610" y="148207"/>
                  <a:pt x="665535" y="148703"/>
                </a:cubicBezTo>
                <a:cubicBezTo>
                  <a:pt x="665459" y="149200"/>
                  <a:pt x="665364" y="149659"/>
                  <a:pt x="665251" y="150079"/>
                </a:cubicBezTo>
                <a:cubicBezTo>
                  <a:pt x="665137" y="150498"/>
                  <a:pt x="664967" y="150899"/>
                  <a:pt x="664740" y="151282"/>
                </a:cubicBezTo>
                <a:cubicBezTo>
                  <a:pt x="664513" y="151663"/>
                  <a:pt x="664210" y="152044"/>
                  <a:pt x="663832" y="152428"/>
                </a:cubicBezTo>
                <a:cubicBezTo>
                  <a:pt x="663454" y="152808"/>
                  <a:pt x="662281" y="153472"/>
                  <a:pt x="660314" y="154417"/>
                </a:cubicBezTo>
                <a:cubicBezTo>
                  <a:pt x="658346" y="155363"/>
                  <a:pt x="655774" y="156309"/>
                  <a:pt x="652596" y="157255"/>
                </a:cubicBezTo>
                <a:cubicBezTo>
                  <a:pt x="649418" y="158201"/>
                  <a:pt x="645729" y="159052"/>
                  <a:pt x="641529" y="159809"/>
                </a:cubicBezTo>
                <a:cubicBezTo>
                  <a:pt x="637330" y="160565"/>
                  <a:pt x="632809" y="160944"/>
                  <a:pt x="627966" y="160944"/>
                </a:cubicBezTo>
                <a:cubicBezTo>
                  <a:pt x="620021" y="160944"/>
                  <a:pt x="612984" y="159751"/>
                  <a:pt x="606855" y="157365"/>
                </a:cubicBezTo>
                <a:cubicBezTo>
                  <a:pt x="600726" y="154979"/>
                  <a:pt x="595580" y="151457"/>
                  <a:pt x="591419" y="146799"/>
                </a:cubicBezTo>
                <a:cubicBezTo>
                  <a:pt x="587257" y="142140"/>
                  <a:pt x="584098" y="136365"/>
                  <a:pt x="581942" y="129472"/>
                </a:cubicBezTo>
                <a:cubicBezTo>
                  <a:pt x="579785" y="122579"/>
                  <a:pt x="578707" y="114588"/>
                  <a:pt x="578707" y="105499"/>
                </a:cubicBezTo>
                <a:cubicBezTo>
                  <a:pt x="578707" y="96787"/>
                  <a:pt x="579823" y="88986"/>
                  <a:pt x="582055" y="82093"/>
                </a:cubicBezTo>
                <a:cubicBezTo>
                  <a:pt x="584287" y="75200"/>
                  <a:pt x="587484" y="69349"/>
                  <a:pt x="591646" y="64539"/>
                </a:cubicBezTo>
                <a:cubicBezTo>
                  <a:pt x="595807" y="59730"/>
                  <a:pt x="600820" y="56056"/>
                  <a:pt x="606685" y="53519"/>
                </a:cubicBezTo>
                <a:cubicBezTo>
                  <a:pt x="612549" y="50982"/>
                  <a:pt x="619075" y="49713"/>
                  <a:pt x="626263" y="49713"/>
                </a:cubicBezTo>
                <a:cubicBezTo>
                  <a:pt x="633981" y="49713"/>
                  <a:pt x="640564" y="51000"/>
                  <a:pt x="646013" y="53572"/>
                </a:cubicBezTo>
                <a:cubicBezTo>
                  <a:pt x="651461" y="56145"/>
                  <a:pt x="655944" y="59607"/>
                  <a:pt x="659462" y="63957"/>
                </a:cubicBezTo>
                <a:cubicBezTo>
                  <a:pt x="662981" y="68308"/>
                  <a:pt x="665554" y="73359"/>
                  <a:pt x="667180" y="79110"/>
                </a:cubicBezTo>
                <a:cubicBezTo>
                  <a:pt x="668807" y="84860"/>
                  <a:pt x="669621" y="90914"/>
                  <a:pt x="669621" y="97270"/>
                </a:cubicBezTo>
                <a:lnTo>
                  <a:pt x="669621" y="99994"/>
                </a:lnTo>
                <a:moveTo>
                  <a:pt x="655660" y="96021"/>
                </a:moveTo>
                <a:cubicBezTo>
                  <a:pt x="655887" y="85125"/>
                  <a:pt x="653390" y="76613"/>
                  <a:pt x="648169" y="70484"/>
                </a:cubicBezTo>
                <a:cubicBezTo>
                  <a:pt x="642948" y="64355"/>
                  <a:pt x="635343" y="61290"/>
                  <a:pt x="625355" y="61290"/>
                </a:cubicBezTo>
                <a:cubicBezTo>
                  <a:pt x="620210" y="61290"/>
                  <a:pt x="615689" y="62255"/>
                  <a:pt x="611792" y="64184"/>
                </a:cubicBezTo>
                <a:cubicBezTo>
                  <a:pt x="607895" y="66114"/>
                  <a:pt x="604604" y="68668"/>
                  <a:pt x="601918" y="71846"/>
                </a:cubicBezTo>
                <a:cubicBezTo>
                  <a:pt x="599231" y="75024"/>
                  <a:pt x="597169" y="78713"/>
                  <a:pt x="595732" y="82912"/>
                </a:cubicBezTo>
                <a:cubicBezTo>
                  <a:pt x="594294" y="87112"/>
                  <a:pt x="593462" y="91481"/>
                  <a:pt x="593235" y="96021"/>
                </a:cubicBezTo>
                <a:lnTo>
                  <a:pt x="655660" y="96021"/>
                </a:lnTo>
                <a:close/>
                <a:moveTo>
                  <a:pt x="830017" y="53576"/>
                </a:moveTo>
                <a:cubicBezTo>
                  <a:pt x="830017" y="53803"/>
                  <a:pt x="829998" y="54049"/>
                  <a:pt x="829960" y="54314"/>
                </a:cubicBezTo>
                <a:cubicBezTo>
                  <a:pt x="829922" y="54578"/>
                  <a:pt x="829884" y="54824"/>
                  <a:pt x="829846" y="55051"/>
                </a:cubicBezTo>
                <a:cubicBezTo>
                  <a:pt x="829809" y="55278"/>
                  <a:pt x="829752" y="55525"/>
                  <a:pt x="829676" y="55793"/>
                </a:cubicBezTo>
                <a:cubicBezTo>
                  <a:pt x="829600" y="56057"/>
                  <a:pt x="829525" y="56303"/>
                  <a:pt x="829449" y="56530"/>
                </a:cubicBezTo>
                <a:lnTo>
                  <a:pt x="792221" y="156627"/>
                </a:lnTo>
                <a:cubicBezTo>
                  <a:pt x="791994" y="157232"/>
                  <a:pt x="791653" y="157725"/>
                  <a:pt x="791199" y="158106"/>
                </a:cubicBezTo>
                <a:cubicBezTo>
                  <a:pt x="790745" y="158484"/>
                  <a:pt x="790178" y="158787"/>
                  <a:pt x="789497" y="159014"/>
                </a:cubicBezTo>
                <a:cubicBezTo>
                  <a:pt x="788816" y="159241"/>
                  <a:pt x="788003" y="159392"/>
                  <a:pt x="787057" y="159468"/>
                </a:cubicBezTo>
                <a:cubicBezTo>
                  <a:pt x="786111" y="159544"/>
                  <a:pt x="784995" y="159582"/>
                  <a:pt x="783708" y="159582"/>
                </a:cubicBezTo>
                <a:cubicBezTo>
                  <a:pt x="782422" y="159582"/>
                  <a:pt x="781287" y="159525"/>
                  <a:pt x="780303" y="159411"/>
                </a:cubicBezTo>
                <a:cubicBezTo>
                  <a:pt x="779320" y="159298"/>
                  <a:pt x="778487" y="159128"/>
                  <a:pt x="777806" y="158901"/>
                </a:cubicBezTo>
                <a:cubicBezTo>
                  <a:pt x="777125" y="158674"/>
                  <a:pt x="776558" y="158371"/>
                  <a:pt x="776104" y="157993"/>
                </a:cubicBezTo>
                <a:cubicBezTo>
                  <a:pt x="775650" y="157612"/>
                  <a:pt x="775309" y="157157"/>
                  <a:pt x="775082" y="156627"/>
                </a:cubicBezTo>
                <a:lnTo>
                  <a:pt x="737854" y="56530"/>
                </a:lnTo>
                <a:cubicBezTo>
                  <a:pt x="737627" y="55923"/>
                  <a:pt x="737457" y="55430"/>
                  <a:pt x="737344" y="55051"/>
                </a:cubicBezTo>
                <a:cubicBezTo>
                  <a:pt x="737230" y="54673"/>
                  <a:pt x="737154" y="54370"/>
                  <a:pt x="737117" y="54143"/>
                </a:cubicBezTo>
                <a:cubicBezTo>
                  <a:pt x="737079" y="53916"/>
                  <a:pt x="737060" y="53727"/>
                  <a:pt x="737060" y="53576"/>
                </a:cubicBezTo>
                <a:cubicBezTo>
                  <a:pt x="737060" y="53046"/>
                  <a:pt x="737173" y="52592"/>
                  <a:pt x="737400" y="52214"/>
                </a:cubicBezTo>
                <a:cubicBezTo>
                  <a:pt x="737627" y="51833"/>
                  <a:pt x="737987" y="51548"/>
                  <a:pt x="738479" y="51359"/>
                </a:cubicBezTo>
                <a:cubicBezTo>
                  <a:pt x="738970" y="51170"/>
                  <a:pt x="739632" y="51037"/>
                  <a:pt x="740465" y="50962"/>
                </a:cubicBezTo>
                <a:cubicBezTo>
                  <a:pt x="741297" y="50886"/>
                  <a:pt x="742319" y="50848"/>
                  <a:pt x="743529" y="50848"/>
                </a:cubicBezTo>
                <a:cubicBezTo>
                  <a:pt x="745194" y="50848"/>
                  <a:pt x="746518" y="50905"/>
                  <a:pt x="747502" y="51018"/>
                </a:cubicBezTo>
                <a:cubicBezTo>
                  <a:pt x="748485" y="51132"/>
                  <a:pt x="749261" y="51302"/>
                  <a:pt x="749829" y="51529"/>
                </a:cubicBezTo>
                <a:cubicBezTo>
                  <a:pt x="750396" y="51756"/>
                  <a:pt x="750812" y="52060"/>
                  <a:pt x="751077" y="52441"/>
                </a:cubicBezTo>
                <a:cubicBezTo>
                  <a:pt x="751342" y="52819"/>
                  <a:pt x="751588" y="53273"/>
                  <a:pt x="751815" y="53803"/>
                </a:cubicBezTo>
                <a:lnTo>
                  <a:pt x="783935" y="143560"/>
                </a:lnTo>
                <a:lnTo>
                  <a:pt x="784162" y="144128"/>
                </a:lnTo>
                <a:lnTo>
                  <a:pt x="784389" y="143560"/>
                </a:lnTo>
                <a:lnTo>
                  <a:pt x="815943" y="53803"/>
                </a:lnTo>
                <a:cubicBezTo>
                  <a:pt x="816094" y="53273"/>
                  <a:pt x="816321" y="52819"/>
                  <a:pt x="816624" y="52441"/>
                </a:cubicBezTo>
                <a:cubicBezTo>
                  <a:pt x="816926" y="52060"/>
                  <a:pt x="817361" y="51756"/>
                  <a:pt x="817929" y="51529"/>
                </a:cubicBezTo>
                <a:cubicBezTo>
                  <a:pt x="818496" y="51302"/>
                  <a:pt x="819253" y="51132"/>
                  <a:pt x="820199" y="51018"/>
                </a:cubicBezTo>
                <a:cubicBezTo>
                  <a:pt x="821145" y="50905"/>
                  <a:pt x="822374" y="50848"/>
                  <a:pt x="823888" y="50848"/>
                </a:cubicBezTo>
                <a:cubicBezTo>
                  <a:pt x="825098" y="50848"/>
                  <a:pt x="826101" y="50886"/>
                  <a:pt x="826895" y="50962"/>
                </a:cubicBezTo>
                <a:cubicBezTo>
                  <a:pt x="827690" y="51037"/>
                  <a:pt x="828314" y="51189"/>
                  <a:pt x="828768" y="51416"/>
                </a:cubicBezTo>
                <a:cubicBezTo>
                  <a:pt x="829222" y="51643"/>
                  <a:pt x="829544" y="51928"/>
                  <a:pt x="829733" y="52270"/>
                </a:cubicBezTo>
                <a:cubicBezTo>
                  <a:pt x="829922" y="52611"/>
                  <a:pt x="830017" y="53046"/>
                  <a:pt x="830017" y="53576"/>
                </a:cubicBezTo>
                <a:close/>
                <a:moveTo>
                  <a:pt x="875048" y="156627"/>
                </a:moveTo>
                <a:cubicBezTo>
                  <a:pt x="875048" y="157081"/>
                  <a:pt x="874935" y="157498"/>
                  <a:pt x="874708" y="157879"/>
                </a:cubicBezTo>
                <a:cubicBezTo>
                  <a:pt x="874481" y="158257"/>
                  <a:pt x="874121" y="158560"/>
                  <a:pt x="873630" y="158787"/>
                </a:cubicBezTo>
                <a:cubicBezTo>
                  <a:pt x="873138" y="159014"/>
                  <a:pt x="872457" y="159203"/>
                  <a:pt x="871587" y="159355"/>
                </a:cubicBezTo>
                <a:cubicBezTo>
                  <a:pt x="870716" y="159506"/>
                  <a:pt x="869600" y="159582"/>
                  <a:pt x="868238" y="159582"/>
                </a:cubicBezTo>
                <a:cubicBezTo>
                  <a:pt x="866952" y="159582"/>
                  <a:pt x="865874" y="159506"/>
                  <a:pt x="865004" y="159355"/>
                </a:cubicBezTo>
                <a:cubicBezTo>
                  <a:pt x="864133" y="159203"/>
                  <a:pt x="863433" y="159014"/>
                  <a:pt x="862904" y="158787"/>
                </a:cubicBezTo>
                <a:cubicBezTo>
                  <a:pt x="862374" y="158560"/>
                  <a:pt x="862015" y="158257"/>
                  <a:pt x="861825" y="157879"/>
                </a:cubicBezTo>
                <a:cubicBezTo>
                  <a:pt x="861636" y="157498"/>
                  <a:pt x="861542" y="157081"/>
                  <a:pt x="861542" y="156627"/>
                </a:cubicBezTo>
                <a:lnTo>
                  <a:pt x="861542" y="53803"/>
                </a:lnTo>
                <a:cubicBezTo>
                  <a:pt x="861542" y="53349"/>
                  <a:pt x="861636" y="52933"/>
                  <a:pt x="861825" y="52554"/>
                </a:cubicBezTo>
                <a:cubicBezTo>
                  <a:pt x="862015" y="52174"/>
                  <a:pt x="862374" y="51851"/>
                  <a:pt x="862904" y="51586"/>
                </a:cubicBezTo>
                <a:cubicBezTo>
                  <a:pt x="863433" y="51321"/>
                  <a:pt x="864133" y="51132"/>
                  <a:pt x="865004" y="51018"/>
                </a:cubicBezTo>
                <a:cubicBezTo>
                  <a:pt x="865874" y="50905"/>
                  <a:pt x="866952" y="50848"/>
                  <a:pt x="868238" y="50848"/>
                </a:cubicBezTo>
                <a:cubicBezTo>
                  <a:pt x="869600" y="50848"/>
                  <a:pt x="870716" y="50905"/>
                  <a:pt x="871587" y="51018"/>
                </a:cubicBezTo>
                <a:cubicBezTo>
                  <a:pt x="872457" y="51132"/>
                  <a:pt x="873138" y="51321"/>
                  <a:pt x="873630" y="51586"/>
                </a:cubicBezTo>
                <a:cubicBezTo>
                  <a:pt x="874121" y="51851"/>
                  <a:pt x="874481" y="52174"/>
                  <a:pt x="874708" y="52554"/>
                </a:cubicBezTo>
                <a:cubicBezTo>
                  <a:pt x="874935" y="52933"/>
                  <a:pt x="875048" y="53349"/>
                  <a:pt x="875048" y="53803"/>
                </a:cubicBezTo>
                <a:lnTo>
                  <a:pt x="875048" y="156627"/>
                </a:lnTo>
                <a:moveTo>
                  <a:pt x="877091" y="19011"/>
                </a:moveTo>
                <a:cubicBezTo>
                  <a:pt x="877091" y="22665"/>
                  <a:pt x="876448" y="25139"/>
                  <a:pt x="875162" y="26435"/>
                </a:cubicBezTo>
                <a:cubicBezTo>
                  <a:pt x="873875" y="27728"/>
                  <a:pt x="871530" y="28375"/>
                  <a:pt x="868125" y="28375"/>
                </a:cubicBezTo>
                <a:cubicBezTo>
                  <a:pt x="864795" y="28375"/>
                  <a:pt x="862506" y="27747"/>
                  <a:pt x="861258" y="26492"/>
                </a:cubicBezTo>
                <a:cubicBezTo>
                  <a:pt x="860009" y="25236"/>
                  <a:pt x="859385" y="22780"/>
                  <a:pt x="859385" y="19125"/>
                </a:cubicBezTo>
                <a:cubicBezTo>
                  <a:pt x="859385" y="15472"/>
                  <a:pt x="860028" y="12998"/>
                  <a:pt x="861315" y="11705"/>
                </a:cubicBezTo>
                <a:cubicBezTo>
                  <a:pt x="862601" y="10409"/>
                  <a:pt x="864947" y="9761"/>
                  <a:pt x="868352" y="9761"/>
                </a:cubicBezTo>
                <a:cubicBezTo>
                  <a:pt x="871681" y="9761"/>
                  <a:pt x="873970" y="10389"/>
                  <a:pt x="875219" y="11644"/>
                </a:cubicBezTo>
                <a:cubicBezTo>
                  <a:pt x="876467" y="12900"/>
                  <a:pt x="877091" y="15356"/>
                  <a:pt x="877091" y="19011"/>
                </a:cubicBezTo>
                <a:close/>
                <a:moveTo>
                  <a:pt x="966089" y="129359"/>
                </a:moveTo>
                <a:cubicBezTo>
                  <a:pt x="966089" y="134282"/>
                  <a:pt x="965181" y="138694"/>
                  <a:pt x="963365" y="142596"/>
                </a:cubicBezTo>
                <a:cubicBezTo>
                  <a:pt x="961549" y="146495"/>
                  <a:pt x="958958" y="149809"/>
                  <a:pt x="955591" y="152537"/>
                </a:cubicBezTo>
                <a:cubicBezTo>
                  <a:pt x="952224" y="155264"/>
                  <a:pt x="948194" y="157347"/>
                  <a:pt x="943503" y="158787"/>
                </a:cubicBezTo>
                <a:cubicBezTo>
                  <a:pt x="938812" y="160225"/>
                  <a:pt x="933628" y="160944"/>
                  <a:pt x="927953" y="160944"/>
                </a:cubicBezTo>
                <a:cubicBezTo>
                  <a:pt x="924397" y="160944"/>
                  <a:pt x="921030" y="160660"/>
                  <a:pt x="917852" y="160092"/>
                </a:cubicBezTo>
                <a:cubicBezTo>
                  <a:pt x="914674" y="159525"/>
                  <a:pt x="911798" y="158806"/>
                  <a:pt x="909226" y="157936"/>
                </a:cubicBezTo>
                <a:cubicBezTo>
                  <a:pt x="906653" y="157066"/>
                  <a:pt x="904478" y="156139"/>
                  <a:pt x="902700" y="155155"/>
                </a:cubicBezTo>
                <a:cubicBezTo>
                  <a:pt x="900921" y="154171"/>
                  <a:pt x="899616" y="153301"/>
                  <a:pt x="898784" y="152545"/>
                </a:cubicBezTo>
                <a:cubicBezTo>
                  <a:pt x="897951" y="151788"/>
                  <a:pt x="897346" y="150837"/>
                  <a:pt x="896968" y="149693"/>
                </a:cubicBezTo>
                <a:cubicBezTo>
                  <a:pt x="896589" y="148546"/>
                  <a:pt x="896400" y="147019"/>
                  <a:pt x="896400" y="145110"/>
                </a:cubicBezTo>
                <a:cubicBezTo>
                  <a:pt x="896400" y="144117"/>
                  <a:pt x="896476" y="143239"/>
                  <a:pt x="896627" y="142475"/>
                </a:cubicBezTo>
                <a:cubicBezTo>
                  <a:pt x="896779" y="141711"/>
                  <a:pt x="896968" y="141062"/>
                  <a:pt x="897195" y="140528"/>
                </a:cubicBezTo>
                <a:cubicBezTo>
                  <a:pt x="897422" y="139993"/>
                  <a:pt x="897724" y="139593"/>
                  <a:pt x="898103" y="139325"/>
                </a:cubicBezTo>
                <a:cubicBezTo>
                  <a:pt x="898481" y="139058"/>
                  <a:pt x="898897" y="138925"/>
                  <a:pt x="899351" y="138925"/>
                </a:cubicBezTo>
                <a:cubicBezTo>
                  <a:pt x="900184" y="138925"/>
                  <a:pt x="901394" y="139460"/>
                  <a:pt x="902983" y="140531"/>
                </a:cubicBezTo>
                <a:cubicBezTo>
                  <a:pt x="904572" y="141602"/>
                  <a:pt x="906559" y="142769"/>
                  <a:pt x="908942" y="144032"/>
                </a:cubicBezTo>
                <a:cubicBezTo>
                  <a:pt x="911326" y="145295"/>
                  <a:pt x="914163" y="146462"/>
                  <a:pt x="917455" y="147533"/>
                </a:cubicBezTo>
                <a:cubicBezTo>
                  <a:pt x="920746" y="148604"/>
                  <a:pt x="924548" y="149140"/>
                  <a:pt x="928861" y="149140"/>
                </a:cubicBezTo>
                <a:cubicBezTo>
                  <a:pt x="932342" y="149140"/>
                  <a:pt x="935520" y="148761"/>
                  <a:pt x="938395" y="148005"/>
                </a:cubicBezTo>
                <a:cubicBezTo>
                  <a:pt x="941271" y="147246"/>
                  <a:pt x="943768" y="146108"/>
                  <a:pt x="945886" y="144592"/>
                </a:cubicBezTo>
                <a:cubicBezTo>
                  <a:pt x="948005" y="143077"/>
                  <a:pt x="949651" y="141125"/>
                  <a:pt x="950824" y="138737"/>
                </a:cubicBezTo>
                <a:cubicBezTo>
                  <a:pt x="951997" y="136348"/>
                  <a:pt x="952583" y="133563"/>
                  <a:pt x="952583" y="130380"/>
                </a:cubicBezTo>
                <a:cubicBezTo>
                  <a:pt x="952583" y="127200"/>
                  <a:pt x="951826" y="124511"/>
                  <a:pt x="950313" y="122314"/>
                </a:cubicBezTo>
                <a:cubicBezTo>
                  <a:pt x="948800" y="120118"/>
                  <a:pt x="946813" y="118205"/>
                  <a:pt x="944354" y="116576"/>
                </a:cubicBezTo>
                <a:cubicBezTo>
                  <a:pt x="941895" y="114946"/>
                  <a:pt x="939095" y="113508"/>
                  <a:pt x="935955" y="112259"/>
                </a:cubicBezTo>
                <a:cubicBezTo>
                  <a:pt x="932815" y="111008"/>
                  <a:pt x="929599" y="109721"/>
                  <a:pt x="926308" y="108396"/>
                </a:cubicBezTo>
                <a:cubicBezTo>
                  <a:pt x="923016" y="107070"/>
                  <a:pt x="919800" y="105612"/>
                  <a:pt x="916660" y="104023"/>
                </a:cubicBezTo>
                <a:cubicBezTo>
                  <a:pt x="913520" y="102432"/>
                  <a:pt x="910720" y="100500"/>
                  <a:pt x="908261" y="98228"/>
                </a:cubicBezTo>
                <a:cubicBezTo>
                  <a:pt x="905802" y="95955"/>
                  <a:pt x="903816" y="93229"/>
                  <a:pt x="902302" y="90048"/>
                </a:cubicBezTo>
                <a:cubicBezTo>
                  <a:pt x="900789" y="86866"/>
                  <a:pt x="900032" y="83040"/>
                  <a:pt x="900032" y="78571"/>
                </a:cubicBezTo>
                <a:cubicBezTo>
                  <a:pt x="900032" y="75012"/>
                  <a:pt x="900713" y="71510"/>
                  <a:pt x="902075" y="68065"/>
                </a:cubicBezTo>
                <a:cubicBezTo>
                  <a:pt x="903437" y="64617"/>
                  <a:pt x="905537" y="61530"/>
                  <a:pt x="908375" y="58804"/>
                </a:cubicBezTo>
                <a:cubicBezTo>
                  <a:pt x="911212" y="56075"/>
                  <a:pt x="914844" y="53878"/>
                  <a:pt x="919271" y="52214"/>
                </a:cubicBezTo>
                <a:cubicBezTo>
                  <a:pt x="923697" y="50547"/>
                  <a:pt x="928937" y="49713"/>
                  <a:pt x="934990" y="49713"/>
                </a:cubicBezTo>
                <a:cubicBezTo>
                  <a:pt x="937563" y="49713"/>
                  <a:pt x="940117" y="49921"/>
                  <a:pt x="942652" y="50337"/>
                </a:cubicBezTo>
                <a:cubicBezTo>
                  <a:pt x="945186" y="50754"/>
                  <a:pt x="947494" y="51302"/>
                  <a:pt x="949575" y="51983"/>
                </a:cubicBezTo>
                <a:cubicBezTo>
                  <a:pt x="951656" y="52664"/>
                  <a:pt x="953453" y="53402"/>
                  <a:pt x="954966" y="54196"/>
                </a:cubicBezTo>
                <a:cubicBezTo>
                  <a:pt x="956480" y="54991"/>
                  <a:pt x="957634" y="55691"/>
                  <a:pt x="958428" y="56296"/>
                </a:cubicBezTo>
                <a:cubicBezTo>
                  <a:pt x="959223" y="56902"/>
                  <a:pt x="959752" y="57412"/>
                  <a:pt x="960017" y="57828"/>
                </a:cubicBezTo>
                <a:cubicBezTo>
                  <a:pt x="960282" y="58245"/>
                  <a:pt x="960471" y="58680"/>
                  <a:pt x="960585" y="59134"/>
                </a:cubicBezTo>
                <a:cubicBezTo>
                  <a:pt x="960698" y="59588"/>
                  <a:pt x="960793" y="60136"/>
                  <a:pt x="960868" y="60779"/>
                </a:cubicBezTo>
                <a:cubicBezTo>
                  <a:pt x="960944" y="61423"/>
                  <a:pt x="960982" y="62198"/>
                  <a:pt x="960982" y="63106"/>
                </a:cubicBezTo>
                <a:cubicBezTo>
                  <a:pt x="960982" y="64014"/>
                  <a:pt x="960925" y="64828"/>
                  <a:pt x="960812" y="65547"/>
                </a:cubicBezTo>
                <a:cubicBezTo>
                  <a:pt x="960698" y="66265"/>
                  <a:pt x="960528" y="66890"/>
                  <a:pt x="960301" y="67419"/>
                </a:cubicBezTo>
                <a:cubicBezTo>
                  <a:pt x="960074" y="67949"/>
                  <a:pt x="959790" y="68346"/>
                  <a:pt x="959450" y="68611"/>
                </a:cubicBezTo>
                <a:cubicBezTo>
                  <a:pt x="959109" y="68876"/>
                  <a:pt x="958712" y="69008"/>
                  <a:pt x="958258" y="69008"/>
                </a:cubicBezTo>
                <a:cubicBezTo>
                  <a:pt x="957653" y="69008"/>
                  <a:pt x="956745" y="68592"/>
                  <a:pt x="955534" y="67760"/>
                </a:cubicBezTo>
                <a:cubicBezTo>
                  <a:pt x="954323" y="66927"/>
                  <a:pt x="952734" y="66019"/>
                  <a:pt x="950767" y="65036"/>
                </a:cubicBezTo>
                <a:cubicBezTo>
                  <a:pt x="948800" y="64052"/>
                  <a:pt x="946454" y="63144"/>
                  <a:pt x="943730" y="62312"/>
                </a:cubicBezTo>
                <a:cubicBezTo>
                  <a:pt x="941006" y="61479"/>
                  <a:pt x="937866" y="61063"/>
                  <a:pt x="934309" y="61063"/>
                </a:cubicBezTo>
                <a:cubicBezTo>
                  <a:pt x="930753" y="61063"/>
                  <a:pt x="927632" y="61481"/>
                  <a:pt x="924946" y="62315"/>
                </a:cubicBezTo>
                <a:cubicBezTo>
                  <a:pt x="922259" y="63148"/>
                  <a:pt x="920046" y="64322"/>
                  <a:pt x="918306" y="65837"/>
                </a:cubicBezTo>
                <a:cubicBezTo>
                  <a:pt x="916565" y="67353"/>
                  <a:pt x="915260" y="69135"/>
                  <a:pt x="914390" y="71183"/>
                </a:cubicBezTo>
                <a:cubicBezTo>
                  <a:pt x="913520" y="73228"/>
                  <a:pt x="913085" y="75464"/>
                  <a:pt x="913085" y="77890"/>
                </a:cubicBezTo>
                <a:cubicBezTo>
                  <a:pt x="913085" y="81221"/>
                  <a:pt x="913841" y="84023"/>
                  <a:pt x="915355" y="86296"/>
                </a:cubicBezTo>
                <a:cubicBezTo>
                  <a:pt x="916868" y="88568"/>
                  <a:pt x="918873" y="90538"/>
                  <a:pt x="921370" y="92205"/>
                </a:cubicBezTo>
                <a:cubicBezTo>
                  <a:pt x="923867" y="93872"/>
                  <a:pt x="926705" y="95350"/>
                  <a:pt x="929883" y="96639"/>
                </a:cubicBezTo>
                <a:cubicBezTo>
                  <a:pt x="933061" y="97925"/>
                  <a:pt x="936296" y="99212"/>
                  <a:pt x="939587" y="100501"/>
                </a:cubicBezTo>
                <a:cubicBezTo>
                  <a:pt x="942879" y="101787"/>
                  <a:pt x="946113" y="103207"/>
                  <a:pt x="949291" y="104761"/>
                </a:cubicBezTo>
                <a:cubicBezTo>
                  <a:pt x="952469" y="106312"/>
                  <a:pt x="955307" y="108186"/>
                  <a:pt x="957804" y="110383"/>
                </a:cubicBezTo>
                <a:cubicBezTo>
                  <a:pt x="960301" y="112579"/>
                  <a:pt x="962306" y="115212"/>
                  <a:pt x="963819" y="118282"/>
                </a:cubicBezTo>
                <a:cubicBezTo>
                  <a:pt x="965333" y="121349"/>
                  <a:pt x="966089" y="125041"/>
                  <a:pt x="966089" y="129359"/>
                </a:cubicBezTo>
                <a:close/>
                <a:moveTo>
                  <a:pt x="1018469" y="156627"/>
                </a:moveTo>
                <a:cubicBezTo>
                  <a:pt x="1018469" y="157081"/>
                  <a:pt x="1018355" y="157498"/>
                  <a:pt x="1018128" y="157879"/>
                </a:cubicBezTo>
                <a:cubicBezTo>
                  <a:pt x="1017901" y="158257"/>
                  <a:pt x="1017542" y="158560"/>
                  <a:pt x="1017050" y="158787"/>
                </a:cubicBezTo>
                <a:cubicBezTo>
                  <a:pt x="1016558" y="159014"/>
                  <a:pt x="1015877" y="159203"/>
                  <a:pt x="1015007" y="159355"/>
                </a:cubicBezTo>
                <a:cubicBezTo>
                  <a:pt x="1014137" y="159506"/>
                  <a:pt x="1013021" y="159582"/>
                  <a:pt x="1011659" y="159582"/>
                </a:cubicBezTo>
                <a:cubicBezTo>
                  <a:pt x="1010372" y="159582"/>
                  <a:pt x="1009294" y="159506"/>
                  <a:pt x="1008424" y="159355"/>
                </a:cubicBezTo>
                <a:cubicBezTo>
                  <a:pt x="1007554" y="159203"/>
                  <a:pt x="1006854" y="159014"/>
                  <a:pt x="1006324" y="158787"/>
                </a:cubicBezTo>
                <a:cubicBezTo>
                  <a:pt x="1005795" y="158560"/>
                  <a:pt x="1005435" y="158257"/>
                  <a:pt x="1005246" y="157879"/>
                </a:cubicBezTo>
                <a:cubicBezTo>
                  <a:pt x="1005057" y="157498"/>
                  <a:pt x="1004962" y="157081"/>
                  <a:pt x="1004962" y="156627"/>
                </a:cubicBezTo>
                <a:lnTo>
                  <a:pt x="1004962" y="53803"/>
                </a:lnTo>
                <a:cubicBezTo>
                  <a:pt x="1004962" y="53349"/>
                  <a:pt x="1005057" y="52933"/>
                  <a:pt x="1005246" y="52554"/>
                </a:cubicBezTo>
                <a:cubicBezTo>
                  <a:pt x="1005435" y="52174"/>
                  <a:pt x="1005795" y="51851"/>
                  <a:pt x="1006324" y="51586"/>
                </a:cubicBezTo>
                <a:cubicBezTo>
                  <a:pt x="1006854" y="51321"/>
                  <a:pt x="1007554" y="51132"/>
                  <a:pt x="1008424" y="51018"/>
                </a:cubicBezTo>
                <a:cubicBezTo>
                  <a:pt x="1009294" y="50905"/>
                  <a:pt x="1010372" y="50848"/>
                  <a:pt x="1011659" y="50848"/>
                </a:cubicBezTo>
                <a:cubicBezTo>
                  <a:pt x="1013021" y="50848"/>
                  <a:pt x="1014137" y="50905"/>
                  <a:pt x="1015007" y="51018"/>
                </a:cubicBezTo>
                <a:cubicBezTo>
                  <a:pt x="1015877" y="51132"/>
                  <a:pt x="1016558" y="51321"/>
                  <a:pt x="1017050" y="51586"/>
                </a:cubicBezTo>
                <a:cubicBezTo>
                  <a:pt x="1017542" y="51851"/>
                  <a:pt x="1017901" y="52174"/>
                  <a:pt x="1018128" y="52554"/>
                </a:cubicBezTo>
                <a:cubicBezTo>
                  <a:pt x="1018355" y="52933"/>
                  <a:pt x="1018469" y="53349"/>
                  <a:pt x="1018469" y="53803"/>
                </a:cubicBezTo>
                <a:lnTo>
                  <a:pt x="1018469" y="156627"/>
                </a:lnTo>
                <a:moveTo>
                  <a:pt x="1020512" y="19011"/>
                </a:moveTo>
                <a:cubicBezTo>
                  <a:pt x="1020512" y="22665"/>
                  <a:pt x="1019869" y="25139"/>
                  <a:pt x="1018582" y="26435"/>
                </a:cubicBezTo>
                <a:cubicBezTo>
                  <a:pt x="1017296" y="27728"/>
                  <a:pt x="1014950" y="28375"/>
                  <a:pt x="1011545" y="28375"/>
                </a:cubicBezTo>
                <a:cubicBezTo>
                  <a:pt x="1008216" y="28375"/>
                  <a:pt x="1005927" y="27747"/>
                  <a:pt x="1004678" y="26492"/>
                </a:cubicBezTo>
                <a:cubicBezTo>
                  <a:pt x="1003430" y="25236"/>
                  <a:pt x="1002806" y="22780"/>
                  <a:pt x="1002806" y="19125"/>
                </a:cubicBezTo>
                <a:cubicBezTo>
                  <a:pt x="1002806" y="15472"/>
                  <a:pt x="1003449" y="12998"/>
                  <a:pt x="1004735" y="11705"/>
                </a:cubicBezTo>
                <a:cubicBezTo>
                  <a:pt x="1006022" y="10409"/>
                  <a:pt x="1008367" y="9761"/>
                  <a:pt x="1011772" y="9761"/>
                </a:cubicBezTo>
                <a:cubicBezTo>
                  <a:pt x="1015102" y="9761"/>
                  <a:pt x="1017391" y="10389"/>
                  <a:pt x="1018639" y="11644"/>
                </a:cubicBezTo>
                <a:cubicBezTo>
                  <a:pt x="1019888" y="12900"/>
                  <a:pt x="1020512" y="15356"/>
                  <a:pt x="1020512" y="19011"/>
                </a:cubicBezTo>
                <a:close/>
                <a:moveTo>
                  <a:pt x="1098614" y="150615"/>
                </a:moveTo>
                <a:cubicBezTo>
                  <a:pt x="1098614" y="152204"/>
                  <a:pt x="1098481" y="153490"/>
                  <a:pt x="1098216" y="154474"/>
                </a:cubicBezTo>
                <a:cubicBezTo>
                  <a:pt x="1097952" y="155458"/>
                  <a:pt x="1097535" y="156233"/>
                  <a:pt x="1096968" y="156801"/>
                </a:cubicBezTo>
                <a:cubicBezTo>
                  <a:pt x="1096400" y="157368"/>
                  <a:pt x="1095568" y="157898"/>
                  <a:pt x="1094471" y="158390"/>
                </a:cubicBezTo>
                <a:cubicBezTo>
                  <a:pt x="1093374" y="158882"/>
                  <a:pt x="1092106" y="159298"/>
                  <a:pt x="1090669" y="159638"/>
                </a:cubicBezTo>
                <a:cubicBezTo>
                  <a:pt x="1089231" y="159979"/>
                  <a:pt x="1087718" y="160244"/>
                  <a:pt x="1086129" y="160433"/>
                </a:cubicBezTo>
                <a:cubicBezTo>
                  <a:pt x="1084540" y="160622"/>
                  <a:pt x="1082988" y="160717"/>
                  <a:pt x="1081475" y="160717"/>
                </a:cubicBezTo>
                <a:cubicBezTo>
                  <a:pt x="1076405" y="160717"/>
                  <a:pt x="1072092" y="160036"/>
                  <a:pt x="1068536" y="158674"/>
                </a:cubicBezTo>
                <a:cubicBezTo>
                  <a:pt x="1064980" y="157312"/>
                  <a:pt x="1062067" y="155250"/>
                  <a:pt x="1059797" y="152488"/>
                </a:cubicBezTo>
                <a:cubicBezTo>
                  <a:pt x="1057527" y="149726"/>
                  <a:pt x="1055881" y="146226"/>
                  <a:pt x="1054859" y="141989"/>
                </a:cubicBezTo>
                <a:cubicBezTo>
                  <a:pt x="1053838" y="137752"/>
                  <a:pt x="1053327" y="132758"/>
                  <a:pt x="1053327" y="127007"/>
                </a:cubicBezTo>
                <a:lnTo>
                  <a:pt x="1053327" y="63106"/>
                </a:lnTo>
                <a:lnTo>
                  <a:pt x="1038004" y="63106"/>
                </a:lnTo>
                <a:cubicBezTo>
                  <a:pt x="1036945" y="63106"/>
                  <a:pt x="1036113" y="62629"/>
                  <a:pt x="1035507" y="61673"/>
                </a:cubicBezTo>
                <a:cubicBezTo>
                  <a:pt x="1034902" y="60718"/>
                  <a:pt x="1034599" y="59285"/>
                  <a:pt x="1034599" y="57374"/>
                </a:cubicBezTo>
                <a:cubicBezTo>
                  <a:pt x="1034599" y="56381"/>
                  <a:pt x="1034675" y="55522"/>
                  <a:pt x="1034826" y="54796"/>
                </a:cubicBezTo>
                <a:cubicBezTo>
                  <a:pt x="1034978" y="54070"/>
                  <a:pt x="1035205" y="53459"/>
                  <a:pt x="1035507" y="52962"/>
                </a:cubicBezTo>
                <a:cubicBezTo>
                  <a:pt x="1035810" y="52466"/>
                  <a:pt x="1036170" y="52103"/>
                  <a:pt x="1036586" y="51873"/>
                </a:cubicBezTo>
                <a:cubicBezTo>
                  <a:pt x="1037002" y="51644"/>
                  <a:pt x="1037475" y="51529"/>
                  <a:pt x="1038004" y="51529"/>
                </a:cubicBezTo>
                <a:lnTo>
                  <a:pt x="1053327" y="51529"/>
                </a:lnTo>
                <a:lnTo>
                  <a:pt x="1053327" y="26332"/>
                </a:lnTo>
                <a:cubicBezTo>
                  <a:pt x="1053327" y="25878"/>
                  <a:pt x="1053422" y="25462"/>
                  <a:pt x="1053611" y="25084"/>
                </a:cubicBezTo>
                <a:cubicBezTo>
                  <a:pt x="1053800" y="24705"/>
                  <a:pt x="1054159" y="24384"/>
                  <a:pt x="1054689" y="24119"/>
                </a:cubicBezTo>
                <a:cubicBezTo>
                  <a:pt x="1055219" y="23854"/>
                  <a:pt x="1055919" y="23665"/>
                  <a:pt x="1056789" y="23551"/>
                </a:cubicBezTo>
                <a:cubicBezTo>
                  <a:pt x="1057659" y="23438"/>
                  <a:pt x="1058737" y="23381"/>
                  <a:pt x="1060024" y="23381"/>
                </a:cubicBezTo>
                <a:cubicBezTo>
                  <a:pt x="1061386" y="23381"/>
                  <a:pt x="1062502" y="23438"/>
                  <a:pt x="1063372" y="23551"/>
                </a:cubicBezTo>
                <a:cubicBezTo>
                  <a:pt x="1064242" y="23665"/>
                  <a:pt x="1064923" y="23854"/>
                  <a:pt x="1065415" y="24119"/>
                </a:cubicBezTo>
                <a:cubicBezTo>
                  <a:pt x="1065907" y="24384"/>
                  <a:pt x="1066266" y="24705"/>
                  <a:pt x="1066493" y="25084"/>
                </a:cubicBezTo>
                <a:cubicBezTo>
                  <a:pt x="1066720" y="25462"/>
                  <a:pt x="1066834" y="25878"/>
                  <a:pt x="1066834" y="26332"/>
                </a:cubicBezTo>
                <a:lnTo>
                  <a:pt x="1066834" y="51529"/>
                </a:lnTo>
                <a:lnTo>
                  <a:pt x="1095209" y="51529"/>
                </a:lnTo>
                <a:cubicBezTo>
                  <a:pt x="1095738" y="51529"/>
                  <a:pt x="1096211" y="51644"/>
                  <a:pt x="1096627" y="51873"/>
                </a:cubicBezTo>
                <a:cubicBezTo>
                  <a:pt x="1097044" y="52103"/>
                  <a:pt x="1097403" y="52466"/>
                  <a:pt x="1097706" y="52962"/>
                </a:cubicBezTo>
                <a:cubicBezTo>
                  <a:pt x="1098008" y="53459"/>
                  <a:pt x="1098235" y="54070"/>
                  <a:pt x="1098387" y="54796"/>
                </a:cubicBezTo>
                <a:cubicBezTo>
                  <a:pt x="1098538" y="55522"/>
                  <a:pt x="1098614" y="56381"/>
                  <a:pt x="1098614" y="57374"/>
                </a:cubicBezTo>
                <a:cubicBezTo>
                  <a:pt x="1098614" y="59285"/>
                  <a:pt x="1098292" y="60718"/>
                  <a:pt x="1097649" y="61673"/>
                </a:cubicBezTo>
                <a:cubicBezTo>
                  <a:pt x="1097006" y="62629"/>
                  <a:pt x="1096192" y="63106"/>
                  <a:pt x="1095209" y="63106"/>
                </a:cubicBezTo>
                <a:lnTo>
                  <a:pt x="1066834" y="63106"/>
                </a:lnTo>
                <a:lnTo>
                  <a:pt x="1066834" y="125191"/>
                </a:lnTo>
                <a:cubicBezTo>
                  <a:pt x="1066834" y="132985"/>
                  <a:pt x="1067950" y="138925"/>
                  <a:pt x="1070182" y="143011"/>
                </a:cubicBezTo>
                <a:cubicBezTo>
                  <a:pt x="1072414" y="147097"/>
                  <a:pt x="1076481" y="149140"/>
                  <a:pt x="1082383" y="149140"/>
                </a:cubicBezTo>
                <a:cubicBezTo>
                  <a:pt x="1084199" y="149140"/>
                  <a:pt x="1085845" y="148950"/>
                  <a:pt x="1087320" y="148572"/>
                </a:cubicBezTo>
                <a:cubicBezTo>
                  <a:pt x="1088796" y="148194"/>
                  <a:pt x="1090101" y="147778"/>
                  <a:pt x="1091236" y="147324"/>
                </a:cubicBezTo>
                <a:cubicBezTo>
                  <a:pt x="1092371" y="146870"/>
                  <a:pt x="1093336" y="146453"/>
                  <a:pt x="1094130" y="146075"/>
                </a:cubicBezTo>
                <a:cubicBezTo>
                  <a:pt x="1094925" y="145697"/>
                  <a:pt x="1095625" y="145508"/>
                  <a:pt x="1096230" y="145508"/>
                </a:cubicBezTo>
                <a:cubicBezTo>
                  <a:pt x="1096608" y="145508"/>
                  <a:pt x="1096949" y="145583"/>
                  <a:pt x="1097252" y="145735"/>
                </a:cubicBezTo>
                <a:cubicBezTo>
                  <a:pt x="1097554" y="145886"/>
                  <a:pt x="1097800" y="146170"/>
                  <a:pt x="1097989" y="146586"/>
                </a:cubicBezTo>
                <a:cubicBezTo>
                  <a:pt x="1098179" y="147002"/>
                  <a:pt x="1098330" y="147532"/>
                  <a:pt x="1098443" y="148175"/>
                </a:cubicBezTo>
                <a:cubicBezTo>
                  <a:pt x="1098557" y="148818"/>
                  <a:pt x="1098614" y="149631"/>
                  <a:pt x="1098614" y="150615"/>
                </a:cubicBezTo>
                <a:close/>
                <a:moveTo>
                  <a:pt x="1221115" y="189319"/>
                </a:moveTo>
                <a:cubicBezTo>
                  <a:pt x="1221115" y="191059"/>
                  <a:pt x="1220870" y="192326"/>
                  <a:pt x="1220378" y="193121"/>
                </a:cubicBezTo>
                <a:cubicBezTo>
                  <a:pt x="1219886" y="193915"/>
                  <a:pt x="1219148" y="194313"/>
                  <a:pt x="1218164" y="194313"/>
                </a:cubicBezTo>
                <a:lnTo>
                  <a:pt x="1192513" y="194313"/>
                </a:lnTo>
                <a:cubicBezTo>
                  <a:pt x="1191832" y="194313"/>
                  <a:pt x="1191132" y="194199"/>
                  <a:pt x="1190414" y="193972"/>
                </a:cubicBezTo>
                <a:cubicBezTo>
                  <a:pt x="1189695" y="193745"/>
                  <a:pt x="1189014" y="193367"/>
                  <a:pt x="1188371" y="192837"/>
                </a:cubicBezTo>
                <a:cubicBezTo>
                  <a:pt x="1187727" y="192308"/>
                  <a:pt x="1187217" y="191569"/>
                  <a:pt x="1186838" y="190620"/>
                </a:cubicBezTo>
                <a:cubicBezTo>
                  <a:pt x="1186460" y="189675"/>
                  <a:pt x="1186271" y="188521"/>
                  <a:pt x="1186271" y="187159"/>
                </a:cubicBezTo>
                <a:lnTo>
                  <a:pt x="1186271" y="8289"/>
                </a:lnTo>
                <a:cubicBezTo>
                  <a:pt x="1186271" y="6927"/>
                  <a:pt x="1186460" y="5773"/>
                  <a:pt x="1186838" y="4827"/>
                </a:cubicBezTo>
                <a:cubicBezTo>
                  <a:pt x="1187217" y="3879"/>
                  <a:pt x="1187727" y="3140"/>
                  <a:pt x="1188371" y="2611"/>
                </a:cubicBezTo>
                <a:cubicBezTo>
                  <a:pt x="1189014" y="2081"/>
                  <a:pt x="1189695" y="1703"/>
                  <a:pt x="1190414" y="1476"/>
                </a:cubicBezTo>
                <a:cubicBezTo>
                  <a:pt x="1191132" y="1249"/>
                  <a:pt x="1191832" y="1135"/>
                  <a:pt x="1192513" y="1135"/>
                </a:cubicBezTo>
                <a:lnTo>
                  <a:pt x="1218164" y="1135"/>
                </a:lnTo>
                <a:cubicBezTo>
                  <a:pt x="1218618" y="1135"/>
                  <a:pt x="1219035" y="1230"/>
                  <a:pt x="1219413" y="1419"/>
                </a:cubicBezTo>
                <a:cubicBezTo>
                  <a:pt x="1219791" y="1608"/>
                  <a:pt x="1220113" y="1930"/>
                  <a:pt x="1220378" y="2384"/>
                </a:cubicBezTo>
                <a:cubicBezTo>
                  <a:pt x="1220643" y="2838"/>
                  <a:pt x="1220832" y="3386"/>
                  <a:pt x="1220945" y="4029"/>
                </a:cubicBezTo>
                <a:cubicBezTo>
                  <a:pt x="1221059" y="4672"/>
                  <a:pt x="1221115" y="5448"/>
                  <a:pt x="1221115" y="6356"/>
                </a:cubicBezTo>
                <a:cubicBezTo>
                  <a:pt x="1221115" y="8096"/>
                  <a:pt x="1220870" y="9364"/>
                  <a:pt x="1220378" y="10158"/>
                </a:cubicBezTo>
                <a:cubicBezTo>
                  <a:pt x="1219886" y="10953"/>
                  <a:pt x="1219148" y="11350"/>
                  <a:pt x="1218164" y="11350"/>
                </a:cubicBezTo>
                <a:lnTo>
                  <a:pt x="1199096" y="11350"/>
                </a:lnTo>
                <a:lnTo>
                  <a:pt x="1199096" y="184098"/>
                </a:lnTo>
                <a:lnTo>
                  <a:pt x="1218164" y="184098"/>
                </a:lnTo>
                <a:cubicBezTo>
                  <a:pt x="1218618" y="184098"/>
                  <a:pt x="1219035" y="184192"/>
                  <a:pt x="1219413" y="184381"/>
                </a:cubicBezTo>
                <a:cubicBezTo>
                  <a:pt x="1219791" y="184571"/>
                  <a:pt x="1220113" y="184892"/>
                  <a:pt x="1220378" y="185346"/>
                </a:cubicBezTo>
                <a:cubicBezTo>
                  <a:pt x="1220643" y="185800"/>
                  <a:pt x="1220832" y="186349"/>
                  <a:pt x="1220945" y="186992"/>
                </a:cubicBezTo>
                <a:cubicBezTo>
                  <a:pt x="1221059" y="187635"/>
                  <a:pt x="1221115" y="188411"/>
                  <a:pt x="1221115" y="189319"/>
                </a:cubicBezTo>
                <a:close/>
                <a:moveTo>
                  <a:pt x="1330524" y="156631"/>
                </a:moveTo>
                <a:cubicBezTo>
                  <a:pt x="1330524" y="157387"/>
                  <a:pt x="1330278" y="157974"/>
                  <a:pt x="1329786" y="158390"/>
                </a:cubicBezTo>
                <a:cubicBezTo>
                  <a:pt x="1329294" y="158806"/>
                  <a:pt x="1328651" y="159109"/>
                  <a:pt x="1327857" y="159298"/>
                </a:cubicBezTo>
                <a:cubicBezTo>
                  <a:pt x="1327062" y="159487"/>
                  <a:pt x="1325984" y="159582"/>
                  <a:pt x="1324622" y="159582"/>
                </a:cubicBezTo>
                <a:cubicBezTo>
                  <a:pt x="1323335" y="159582"/>
                  <a:pt x="1322238" y="159487"/>
                  <a:pt x="1321330" y="159298"/>
                </a:cubicBezTo>
                <a:cubicBezTo>
                  <a:pt x="1320422" y="159109"/>
                  <a:pt x="1319722" y="158806"/>
                  <a:pt x="1319230" y="158390"/>
                </a:cubicBezTo>
                <a:cubicBezTo>
                  <a:pt x="1318739" y="157974"/>
                  <a:pt x="1318493" y="157387"/>
                  <a:pt x="1318493" y="156631"/>
                </a:cubicBezTo>
                <a:lnTo>
                  <a:pt x="1318493" y="145167"/>
                </a:lnTo>
                <a:cubicBezTo>
                  <a:pt x="1313877" y="150161"/>
                  <a:pt x="1308788" y="154039"/>
                  <a:pt x="1303227" y="156801"/>
                </a:cubicBezTo>
                <a:cubicBezTo>
                  <a:pt x="1297665" y="159563"/>
                  <a:pt x="1291896" y="160944"/>
                  <a:pt x="1285918" y="160944"/>
                </a:cubicBezTo>
                <a:cubicBezTo>
                  <a:pt x="1280546" y="160944"/>
                  <a:pt x="1275722" y="160244"/>
                  <a:pt x="1271447" y="158844"/>
                </a:cubicBezTo>
                <a:cubicBezTo>
                  <a:pt x="1267172" y="157444"/>
                  <a:pt x="1263559" y="155439"/>
                  <a:pt x="1260608" y="152828"/>
                </a:cubicBezTo>
                <a:cubicBezTo>
                  <a:pt x="1257657" y="150218"/>
                  <a:pt x="1255386" y="147059"/>
                  <a:pt x="1253797" y="143351"/>
                </a:cubicBezTo>
                <a:cubicBezTo>
                  <a:pt x="1252208" y="139643"/>
                  <a:pt x="1251414" y="135482"/>
                  <a:pt x="1251414" y="130866"/>
                </a:cubicBezTo>
                <a:cubicBezTo>
                  <a:pt x="1251414" y="125191"/>
                  <a:pt x="1252587" y="120254"/>
                  <a:pt x="1254932" y="116054"/>
                </a:cubicBezTo>
                <a:cubicBezTo>
                  <a:pt x="1257278" y="111855"/>
                  <a:pt x="1260608" y="108355"/>
                  <a:pt x="1264921" y="105555"/>
                </a:cubicBezTo>
                <a:cubicBezTo>
                  <a:pt x="1269234" y="102756"/>
                  <a:pt x="1274417" y="100656"/>
                  <a:pt x="1280470" y="99256"/>
                </a:cubicBezTo>
                <a:cubicBezTo>
                  <a:pt x="1286523" y="97856"/>
                  <a:pt x="1293258" y="97156"/>
                  <a:pt x="1300673" y="97156"/>
                </a:cubicBezTo>
                <a:lnTo>
                  <a:pt x="1317017" y="97156"/>
                </a:lnTo>
                <a:lnTo>
                  <a:pt x="1317017" y="88275"/>
                </a:lnTo>
                <a:cubicBezTo>
                  <a:pt x="1317017" y="83872"/>
                  <a:pt x="1316563" y="79982"/>
                  <a:pt x="1315655" y="76606"/>
                </a:cubicBezTo>
                <a:cubicBezTo>
                  <a:pt x="1314747" y="73227"/>
                  <a:pt x="1313272" y="70399"/>
                  <a:pt x="1311229" y="68122"/>
                </a:cubicBezTo>
                <a:cubicBezTo>
                  <a:pt x="1309186" y="65844"/>
                  <a:pt x="1306537" y="64137"/>
                  <a:pt x="1303284" y="63000"/>
                </a:cubicBezTo>
                <a:cubicBezTo>
                  <a:pt x="1300030" y="61860"/>
                  <a:pt x="1296057" y="61290"/>
                  <a:pt x="1291366" y="61290"/>
                </a:cubicBezTo>
                <a:cubicBezTo>
                  <a:pt x="1286826" y="61290"/>
                  <a:pt x="1282740" y="61839"/>
                  <a:pt x="1279108" y="62936"/>
                </a:cubicBezTo>
                <a:cubicBezTo>
                  <a:pt x="1275476" y="64033"/>
                  <a:pt x="1272298" y="65263"/>
                  <a:pt x="1269574" y="66625"/>
                </a:cubicBezTo>
                <a:cubicBezTo>
                  <a:pt x="1266850" y="67987"/>
                  <a:pt x="1264599" y="69216"/>
                  <a:pt x="1262821" y="70314"/>
                </a:cubicBezTo>
                <a:cubicBezTo>
                  <a:pt x="1261043" y="71411"/>
                  <a:pt x="1259775" y="71959"/>
                  <a:pt x="1259019" y="71959"/>
                </a:cubicBezTo>
                <a:cubicBezTo>
                  <a:pt x="1258565" y="71959"/>
                  <a:pt x="1258148" y="71884"/>
                  <a:pt x="1257770" y="71732"/>
                </a:cubicBezTo>
                <a:cubicBezTo>
                  <a:pt x="1257392" y="71579"/>
                  <a:pt x="1257070" y="71292"/>
                  <a:pt x="1256805" y="70874"/>
                </a:cubicBezTo>
                <a:cubicBezTo>
                  <a:pt x="1256540" y="70453"/>
                  <a:pt x="1256351" y="69919"/>
                  <a:pt x="1256238" y="69271"/>
                </a:cubicBezTo>
                <a:cubicBezTo>
                  <a:pt x="1256124" y="68620"/>
                  <a:pt x="1256067" y="67838"/>
                  <a:pt x="1256067" y="66923"/>
                </a:cubicBezTo>
                <a:cubicBezTo>
                  <a:pt x="1256067" y="65320"/>
                  <a:pt x="1256181" y="64041"/>
                  <a:pt x="1256408" y="63089"/>
                </a:cubicBezTo>
                <a:cubicBezTo>
                  <a:pt x="1256635" y="62133"/>
                  <a:pt x="1257221" y="61179"/>
                  <a:pt x="1258167" y="60226"/>
                </a:cubicBezTo>
                <a:cubicBezTo>
                  <a:pt x="1259113" y="59271"/>
                  <a:pt x="1260797" y="58158"/>
                  <a:pt x="1263218" y="56889"/>
                </a:cubicBezTo>
                <a:cubicBezTo>
                  <a:pt x="1265639" y="55616"/>
                  <a:pt x="1268420" y="54439"/>
                  <a:pt x="1271560" y="53356"/>
                </a:cubicBezTo>
                <a:cubicBezTo>
                  <a:pt x="1274700" y="52273"/>
                  <a:pt x="1278087" y="51396"/>
                  <a:pt x="1281719" y="50724"/>
                </a:cubicBezTo>
                <a:cubicBezTo>
                  <a:pt x="1285351" y="50050"/>
                  <a:pt x="1288983" y="49713"/>
                  <a:pt x="1292615" y="49713"/>
                </a:cubicBezTo>
                <a:cubicBezTo>
                  <a:pt x="1299652" y="49713"/>
                  <a:pt x="1305592" y="50564"/>
                  <a:pt x="1310434" y="52267"/>
                </a:cubicBezTo>
                <a:cubicBezTo>
                  <a:pt x="1315277" y="53969"/>
                  <a:pt x="1319193" y="56410"/>
                  <a:pt x="1322181" y="59588"/>
                </a:cubicBezTo>
                <a:cubicBezTo>
                  <a:pt x="1325170" y="62766"/>
                  <a:pt x="1327308" y="66682"/>
                  <a:pt x="1328594" y="71335"/>
                </a:cubicBezTo>
                <a:cubicBezTo>
                  <a:pt x="1329881" y="75989"/>
                  <a:pt x="1330524" y="81266"/>
                  <a:pt x="1330524" y="87168"/>
                </a:cubicBezTo>
                <a:lnTo>
                  <a:pt x="1330524" y="156631"/>
                </a:lnTo>
                <a:moveTo>
                  <a:pt x="1317017" y="108279"/>
                </a:moveTo>
                <a:lnTo>
                  <a:pt x="1298290" y="108279"/>
                </a:lnTo>
                <a:cubicBezTo>
                  <a:pt x="1292842" y="108279"/>
                  <a:pt x="1288075" y="108771"/>
                  <a:pt x="1283989" y="109755"/>
                </a:cubicBezTo>
                <a:cubicBezTo>
                  <a:pt x="1279903" y="110739"/>
                  <a:pt x="1276498" y="112176"/>
                  <a:pt x="1273774" y="114068"/>
                </a:cubicBezTo>
                <a:cubicBezTo>
                  <a:pt x="1271050" y="115960"/>
                  <a:pt x="1269025" y="118230"/>
                  <a:pt x="1267701" y="120878"/>
                </a:cubicBezTo>
                <a:cubicBezTo>
                  <a:pt x="1266377" y="123526"/>
                  <a:pt x="1265715" y="126553"/>
                  <a:pt x="1265715" y="129958"/>
                </a:cubicBezTo>
                <a:cubicBezTo>
                  <a:pt x="1265715" y="135860"/>
                  <a:pt x="1267588" y="140570"/>
                  <a:pt x="1271333" y="144089"/>
                </a:cubicBezTo>
                <a:cubicBezTo>
                  <a:pt x="1275079" y="147607"/>
                  <a:pt x="1280357" y="149367"/>
                  <a:pt x="1287167" y="149367"/>
                </a:cubicBezTo>
                <a:cubicBezTo>
                  <a:pt x="1292539" y="149367"/>
                  <a:pt x="1297552" y="147986"/>
                  <a:pt x="1302205" y="145224"/>
                </a:cubicBezTo>
                <a:cubicBezTo>
                  <a:pt x="1306859" y="142462"/>
                  <a:pt x="1311796" y="138206"/>
                  <a:pt x="1317017" y="132455"/>
                </a:cubicBezTo>
                <a:lnTo>
                  <a:pt x="1317017" y="108279"/>
                </a:lnTo>
                <a:close/>
                <a:moveTo>
                  <a:pt x="1407538" y="150615"/>
                </a:moveTo>
                <a:cubicBezTo>
                  <a:pt x="1407538" y="152204"/>
                  <a:pt x="1407406" y="153490"/>
                  <a:pt x="1407141" y="154474"/>
                </a:cubicBezTo>
                <a:cubicBezTo>
                  <a:pt x="1406876" y="155458"/>
                  <a:pt x="1406460" y="156233"/>
                  <a:pt x="1405893" y="156801"/>
                </a:cubicBezTo>
                <a:cubicBezTo>
                  <a:pt x="1405325" y="157368"/>
                  <a:pt x="1404493" y="157898"/>
                  <a:pt x="1403396" y="158390"/>
                </a:cubicBezTo>
                <a:cubicBezTo>
                  <a:pt x="1402298" y="158882"/>
                  <a:pt x="1401031" y="159298"/>
                  <a:pt x="1399593" y="159638"/>
                </a:cubicBezTo>
                <a:cubicBezTo>
                  <a:pt x="1398156" y="159979"/>
                  <a:pt x="1396642" y="160244"/>
                  <a:pt x="1395053" y="160433"/>
                </a:cubicBezTo>
                <a:cubicBezTo>
                  <a:pt x="1393464" y="160622"/>
                  <a:pt x="1391913" y="160717"/>
                  <a:pt x="1390400" y="160717"/>
                </a:cubicBezTo>
                <a:cubicBezTo>
                  <a:pt x="1385330" y="160717"/>
                  <a:pt x="1381017" y="160036"/>
                  <a:pt x="1377461" y="158674"/>
                </a:cubicBezTo>
                <a:cubicBezTo>
                  <a:pt x="1373904" y="157312"/>
                  <a:pt x="1370991" y="155250"/>
                  <a:pt x="1368721" y="152488"/>
                </a:cubicBezTo>
                <a:cubicBezTo>
                  <a:pt x="1366451" y="149726"/>
                  <a:pt x="1364805" y="146226"/>
                  <a:pt x="1363784" y="141989"/>
                </a:cubicBezTo>
                <a:cubicBezTo>
                  <a:pt x="1362762" y="137752"/>
                  <a:pt x="1362252" y="132758"/>
                  <a:pt x="1362252" y="127007"/>
                </a:cubicBezTo>
                <a:lnTo>
                  <a:pt x="1362252" y="63106"/>
                </a:lnTo>
                <a:lnTo>
                  <a:pt x="1346929" y="63106"/>
                </a:lnTo>
                <a:cubicBezTo>
                  <a:pt x="1345870" y="63106"/>
                  <a:pt x="1345037" y="62629"/>
                  <a:pt x="1344432" y="61673"/>
                </a:cubicBezTo>
                <a:cubicBezTo>
                  <a:pt x="1343827" y="60718"/>
                  <a:pt x="1343524" y="59285"/>
                  <a:pt x="1343524" y="57374"/>
                </a:cubicBezTo>
                <a:cubicBezTo>
                  <a:pt x="1343524" y="56381"/>
                  <a:pt x="1343600" y="55522"/>
                  <a:pt x="1343751" y="54796"/>
                </a:cubicBezTo>
                <a:cubicBezTo>
                  <a:pt x="1343902" y="54070"/>
                  <a:pt x="1344129" y="53459"/>
                  <a:pt x="1344432" y="52962"/>
                </a:cubicBezTo>
                <a:cubicBezTo>
                  <a:pt x="1344735" y="52466"/>
                  <a:pt x="1345094" y="52103"/>
                  <a:pt x="1345510" y="51873"/>
                </a:cubicBezTo>
                <a:cubicBezTo>
                  <a:pt x="1345926" y="51644"/>
                  <a:pt x="1346399" y="51529"/>
                  <a:pt x="1346929" y="51529"/>
                </a:cubicBezTo>
                <a:lnTo>
                  <a:pt x="1362252" y="51529"/>
                </a:lnTo>
                <a:lnTo>
                  <a:pt x="1362252" y="26332"/>
                </a:lnTo>
                <a:cubicBezTo>
                  <a:pt x="1362252" y="25878"/>
                  <a:pt x="1362346" y="25462"/>
                  <a:pt x="1362535" y="25084"/>
                </a:cubicBezTo>
                <a:cubicBezTo>
                  <a:pt x="1362725" y="24705"/>
                  <a:pt x="1363084" y="24384"/>
                  <a:pt x="1363614" y="24119"/>
                </a:cubicBezTo>
                <a:cubicBezTo>
                  <a:pt x="1364143" y="23854"/>
                  <a:pt x="1364843" y="23665"/>
                  <a:pt x="1365713" y="23551"/>
                </a:cubicBezTo>
                <a:cubicBezTo>
                  <a:pt x="1366584" y="23438"/>
                  <a:pt x="1367662" y="23381"/>
                  <a:pt x="1368948" y="23381"/>
                </a:cubicBezTo>
                <a:cubicBezTo>
                  <a:pt x="1370310" y="23381"/>
                  <a:pt x="1371426" y="23438"/>
                  <a:pt x="1372296" y="23551"/>
                </a:cubicBezTo>
                <a:cubicBezTo>
                  <a:pt x="1373167" y="23665"/>
                  <a:pt x="1373848" y="23854"/>
                  <a:pt x="1374339" y="24119"/>
                </a:cubicBezTo>
                <a:cubicBezTo>
                  <a:pt x="1374831" y="24384"/>
                  <a:pt x="1375191" y="24705"/>
                  <a:pt x="1375418" y="25084"/>
                </a:cubicBezTo>
                <a:cubicBezTo>
                  <a:pt x="1375645" y="25462"/>
                  <a:pt x="1375758" y="25878"/>
                  <a:pt x="1375758" y="26332"/>
                </a:cubicBezTo>
                <a:lnTo>
                  <a:pt x="1375758" y="51529"/>
                </a:lnTo>
                <a:lnTo>
                  <a:pt x="1404133" y="51529"/>
                </a:lnTo>
                <a:cubicBezTo>
                  <a:pt x="1404663" y="51529"/>
                  <a:pt x="1405136" y="51644"/>
                  <a:pt x="1405552" y="51873"/>
                </a:cubicBezTo>
                <a:cubicBezTo>
                  <a:pt x="1405968" y="52103"/>
                  <a:pt x="1406328" y="52466"/>
                  <a:pt x="1406630" y="52962"/>
                </a:cubicBezTo>
                <a:cubicBezTo>
                  <a:pt x="1406933" y="53459"/>
                  <a:pt x="1407160" y="54070"/>
                  <a:pt x="1407311" y="54796"/>
                </a:cubicBezTo>
                <a:cubicBezTo>
                  <a:pt x="1407463" y="55522"/>
                  <a:pt x="1407538" y="56381"/>
                  <a:pt x="1407538" y="57374"/>
                </a:cubicBezTo>
                <a:cubicBezTo>
                  <a:pt x="1407538" y="59285"/>
                  <a:pt x="1407217" y="60718"/>
                  <a:pt x="1406574" y="61673"/>
                </a:cubicBezTo>
                <a:cubicBezTo>
                  <a:pt x="1405930" y="62629"/>
                  <a:pt x="1405117" y="63106"/>
                  <a:pt x="1404133" y="63106"/>
                </a:cubicBezTo>
                <a:lnTo>
                  <a:pt x="1375758" y="63106"/>
                </a:lnTo>
                <a:lnTo>
                  <a:pt x="1375758" y="125191"/>
                </a:lnTo>
                <a:cubicBezTo>
                  <a:pt x="1375758" y="132985"/>
                  <a:pt x="1376874" y="138925"/>
                  <a:pt x="1379106" y="143011"/>
                </a:cubicBezTo>
                <a:cubicBezTo>
                  <a:pt x="1381339" y="147097"/>
                  <a:pt x="1385406" y="149140"/>
                  <a:pt x="1391308" y="149140"/>
                </a:cubicBezTo>
                <a:cubicBezTo>
                  <a:pt x="1393124" y="149140"/>
                  <a:pt x="1394769" y="148950"/>
                  <a:pt x="1396245" y="148572"/>
                </a:cubicBezTo>
                <a:cubicBezTo>
                  <a:pt x="1397720" y="148194"/>
                  <a:pt x="1399026" y="147778"/>
                  <a:pt x="1400161" y="147324"/>
                </a:cubicBezTo>
                <a:cubicBezTo>
                  <a:pt x="1401296" y="146870"/>
                  <a:pt x="1402261" y="146453"/>
                  <a:pt x="1403055" y="146075"/>
                </a:cubicBezTo>
                <a:cubicBezTo>
                  <a:pt x="1403850" y="145697"/>
                  <a:pt x="1404549" y="145508"/>
                  <a:pt x="1405155" y="145508"/>
                </a:cubicBezTo>
                <a:cubicBezTo>
                  <a:pt x="1405533" y="145508"/>
                  <a:pt x="1405874" y="145583"/>
                  <a:pt x="1406176" y="145735"/>
                </a:cubicBezTo>
                <a:cubicBezTo>
                  <a:pt x="1406479" y="145886"/>
                  <a:pt x="1406725" y="146170"/>
                  <a:pt x="1406914" y="146586"/>
                </a:cubicBezTo>
                <a:cubicBezTo>
                  <a:pt x="1407103" y="147002"/>
                  <a:pt x="1407255" y="147532"/>
                  <a:pt x="1407368" y="148175"/>
                </a:cubicBezTo>
                <a:cubicBezTo>
                  <a:pt x="1407482" y="148818"/>
                  <a:pt x="1407538" y="149631"/>
                  <a:pt x="1407538" y="150615"/>
                </a:cubicBezTo>
                <a:close/>
                <a:moveTo>
                  <a:pt x="1484712" y="150615"/>
                </a:moveTo>
                <a:cubicBezTo>
                  <a:pt x="1484712" y="152204"/>
                  <a:pt x="1484579" y="153490"/>
                  <a:pt x="1484315" y="154474"/>
                </a:cubicBezTo>
                <a:cubicBezTo>
                  <a:pt x="1484050" y="155458"/>
                  <a:pt x="1483634" y="156233"/>
                  <a:pt x="1483066" y="156801"/>
                </a:cubicBezTo>
                <a:cubicBezTo>
                  <a:pt x="1482499" y="157368"/>
                  <a:pt x="1481666" y="157898"/>
                  <a:pt x="1480569" y="158390"/>
                </a:cubicBezTo>
                <a:cubicBezTo>
                  <a:pt x="1479472" y="158882"/>
                  <a:pt x="1478205" y="159298"/>
                  <a:pt x="1476767" y="159638"/>
                </a:cubicBezTo>
                <a:cubicBezTo>
                  <a:pt x="1475329" y="159979"/>
                  <a:pt x="1473816" y="160244"/>
                  <a:pt x="1472227" y="160433"/>
                </a:cubicBezTo>
                <a:cubicBezTo>
                  <a:pt x="1470638" y="160622"/>
                  <a:pt x="1469087" y="160717"/>
                  <a:pt x="1467573" y="160717"/>
                </a:cubicBezTo>
                <a:cubicBezTo>
                  <a:pt x="1462504" y="160717"/>
                  <a:pt x="1458191" y="160036"/>
                  <a:pt x="1454634" y="158674"/>
                </a:cubicBezTo>
                <a:cubicBezTo>
                  <a:pt x="1451078" y="157312"/>
                  <a:pt x="1448165" y="155250"/>
                  <a:pt x="1445895" y="152488"/>
                </a:cubicBezTo>
                <a:cubicBezTo>
                  <a:pt x="1443625" y="149726"/>
                  <a:pt x="1441979" y="146226"/>
                  <a:pt x="1440958" y="141989"/>
                </a:cubicBezTo>
                <a:cubicBezTo>
                  <a:pt x="1439936" y="137752"/>
                  <a:pt x="1439425" y="132758"/>
                  <a:pt x="1439425" y="127007"/>
                </a:cubicBezTo>
                <a:lnTo>
                  <a:pt x="1439425" y="63106"/>
                </a:lnTo>
                <a:lnTo>
                  <a:pt x="1424103" y="63106"/>
                </a:lnTo>
                <a:cubicBezTo>
                  <a:pt x="1423043" y="63106"/>
                  <a:pt x="1422211" y="62629"/>
                  <a:pt x="1421606" y="61673"/>
                </a:cubicBezTo>
                <a:cubicBezTo>
                  <a:pt x="1421000" y="60718"/>
                  <a:pt x="1420698" y="59285"/>
                  <a:pt x="1420698" y="57374"/>
                </a:cubicBezTo>
                <a:cubicBezTo>
                  <a:pt x="1420698" y="56381"/>
                  <a:pt x="1420773" y="55522"/>
                  <a:pt x="1420925" y="54796"/>
                </a:cubicBezTo>
                <a:cubicBezTo>
                  <a:pt x="1421076" y="54070"/>
                  <a:pt x="1421303" y="53459"/>
                  <a:pt x="1421606" y="52962"/>
                </a:cubicBezTo>
                <a:cubicBezTo>
                  <a:pt x="1421908" y="52466"/>
                  <a:pt x="1422268" y="52103"/>
                  <a:pt x="1422684" y="51873"/>
                </a:cubicBezTo>
                <a:cubicBezTo>
                  <a:pt x="1423100" y="51644"/>
                  <a:pt x="1423573" y="51529"/>
                  <a:pt x="1424103" y="51529"/>
                </a:cubicBezTo>
                <a:lnTo>
                  <a:pt x="1439425" y="51529"/>
                </a:lnTo>
                <a:lnTo>
                  <a:pt x="1439425" y="26332"/>
                </a:lnTo>
                <a:cubicBezTo>
                  <a:pt x="1439425" y="25878"/>
                  <a:pt x="1439520" y="25462"/>
                  <a:pt x="1439709" y="25084"/>
                </a:cubicBezTo>
                <a:cubicBezTo>
                  <a:pt x="1439898" y="24705"/>
                  <a:pt x="1440258" y="24384"/>
                  <a:pt x="1440787" y="24119"/>
                </a:cubicBezTo>
                <a:cubicBezTo>
                  <a:pt x="1441317" y="23854"/>
                  <a:pt x="1442017" y="23665"/>
                  <a:pt x="1442887" y="23551"/>
                </a:cubicBezTo>
                <a:cubicBezTo>
                  <a:pt x="1443757" y="23438"/>
                  <a:pt x="1444835" y="23381"/>
                  <a:pt x="1446122" y="23381"/>
                </a:cubicBezTo>
                <a:cubicBezTo>
                  <a:pt x="1447484" y="23381"/>
                  <a:pt x="1448600" y="23438"/>
                  <a:pt x="1449470" y="23551"/>
                </a:cubicBezTo>
                <a:cubicBezTo>
                  <a:pt x="1450340" y="23665"/>
                  <a:pt x="1451021" y="23854"/>
                  <a:pt x="1451513" y="24119"/>
                </a:cubicBezTo>
                <a:cubicBezTo>
                  <a:pt x="1452005" y="24384"/>
                  <a:pt x="1452364" y="24705"/>
                  <a:pt x="1452591" y="25084"/>
                </a:cubicBezTo>
                <a:cubicBezTo>
                  <a:pt x="1452818" y="25462"/>
                  <a:pt x="1452932" y="25878"/>
                  <a:pt x="1452932" y="26332"/>
                </a:cubicBezTo>
                <a:lnTo>
                  <a:pt x="1452932" y="51529"/>
                </a:lnTo>
                <a:lnTo>
                  <a:pt x="1481307" y="51529"/>
                </a:lnTo>
                <a:cubicBezTo>
                  <a:pt x="1481837" y="51529"/>
                  <a:pt x="1482309" y="51644"/>
                  <a:pt x="1482726" y="51873"/>
                </a:cubicBezTo>
                <a:cubicBezTo>
                  <a:pt x="1483142" y="52103"/>
                  <a:pt x="1483501" y="52466"/>
                  <a:pt x="1483804" y="52962"/>
                </a:cubicBezTo>
                <a:cubicBezTo>
                  <a:pt x="1484107" y="53459"/>
                  <a:pt x="1484334" y="54070"/>
                  <a:pt x="1484485" y="54796"/>
                </a:cubicBezTo>
                <a:cubicBezTo>
                  <a:pt x="1484636" y="55522"/>
                  <a:pt x="1484712" y="56381"/>
                  <a:pt x="1484712" y="57374"/>
                </a:cubicBezTo>
                <a:cubicBezTo>
                  <a:pt x="1484712" y="59285"/>
                  <a:pt x="1484390" y="60718"/>
                  <a:pt x="1483747" y="61673"/>
                </a:cubicBezTo>
                <a:cubicBezTo>
                  <a:pt x="1483104" y="62629"/>
                  <a:pt x="1482291" y="63106"/>
                  <a:pt x="1481307" y="63106"/>
                </a:cubicBezTo>
                <a:lnTo>
                  <a:pt x="1452932" y="63106"/>
                </a:lnTo>
                <a:lnTo>
                  <a:pt x="1452932" y="125191"/>
                </a:lnTo>
                <a:cubicBezTo>
                  <a:pt x="1452932" y="132985"/>
                  <a:pt x="1454048" y="138925"/>
                  <a:pt x="1456280" y="143011"/>
                </a:cubicBezTo>
                <a:cubicBezTo>
                  <a:pt x="1458512" y="147097"/>
                  <a:pt x="1462579" y="149140"/>
                  <a:pt x="1468481" y="149140"/>
                </a:cubicBezTo>
                <a:cubicBezTo>
                  <a:pt x="1470297" y="149140"/>
                  <a:pt x="1471943" y="148950"/>
                  <a:pt x="1473419" y="148572"/>
                </a:cubicBezTo>
                <a:cubicBezTo>
                  <a:pt x="1474894" y="148194"/>
                  <a:pt x="1476199" y="147778"/>
                  <a:pt x="1477334" y="147324"/>
                </a:cubicBezTo>
                <a:cubicBezTo>
                  <a:pt x="1478469" y="146870"/>
                  <a:pt x="1479434" y="146453"/>
                  <a:pt x="1480229" y="146075"/>
                </a:cubicBezTo>
                <a:cubicBezTo>
                  <a:pt x="1481023" y="145697"/>
                  <a:pt x="1481723" y="145508"/>
                  <a:pt x="1482328" y="145508"/>
                </a:cubicBezTo>
                <a:cubicBezTo>
                  <a:pt x="1482707" y="145508"/>
                  <a:pt x="1483047" y="145583"/>
                  <a:pt x="1483350" y="145735"/>
                </a:cubicBezTo>
                <a:cubicBezTo>
                  <a:pt x="1483653" y="145886"/>
                  <a:pt x="1483898" y="146170"/>
                  <a:pt x="1484088" y="146586"/>
                </a:cubicBezTo>
                <a:cubicBezTo>
                  <a:pt x="1484277" y="147002"/>
                  <a:pt x="1484428" y="147532"/>
                  <a:pt x="1484542" y="148175"/>
                </a:cubicBezTo>
                <a:cubicBezTo>
                  <a:pt x="1484655" y="148818"/>
                  <a:pt x="1484712" y="149631"/>
                  <a:pt x="1484712" y="150615"/>
                </a:cubicBezTo>
                <a:close/>
                <a:moveTo>
                  <a:pt x="1584358" y="156631"/>
                </a:moveTo>
                <a:cubicBezTo>
                  <a:pt x="1584358" y="157387"/>
                  <a:pt x="1584112" y="157974"/>
                  <a:pt x="1583620" y="158390"/>
                </a:cubicBezTo>
                <a:cubicBezTo>
                  <a:pt x="1583128" y="158806"/>
                  <a:pt x="1582485" y="159109"/>
                  <a:pt x="1581691" y="159298"/>
                </a:cubicBezTo>
                <a:cubicBezTo>
                  <a:pt x="1580896" y="159487"/>
                  <a:pt x="1579818" y="159582"/>
                  <a:pt x="1578456" y="159582"/>
                </a:cubicBezTo>
                <a:cubicBezTo>
                  <a:pt x="1577169" y="159582"/>
                  <a:pt x="1576072" y="159487"/>
                  <a:pt x="1575164" y="159298"/>
                </a:cubicBezTo>
                <a:cubicBezTo>
                  <a:pt x="1574256" y="159109"/>
                  <a:pt x="1573556" y="158806"/>
                  <a:pt x="1573064" y="158390"/>
                </a:cubicBezTo>
                <a:cubicBezTo>
                  <a:pt x="1572573" y="157974"/>
                  <a:pt x="1572327" y="157387"/>
                  <a:pt x="1572327" y="156631"/>
                </a:cubicBezTo>
                <a:lnTo>
                  <a:pt x="1572327" y="145167"/>
                </a:lnTo>
                <a:cubicBezTo>
                  <a:pt x="1567711" y="150161"/>
                  <a:pt x="1562622" y="154039"/>
                  <a:pt x="1557061" y="156801"/>
                </a:cubicBezTo>
                <a:cubicBezTo>
                  <a:pt x="1551499" y="159563"/>
                  <a:pt x="1545730" y="160944"/>
                  <a:pt x="1539752" y="160944"/>
                </a:cubicBezTo>
                <a:cubicBezTo>
                  <a:pt x="1534380" y="160944"/>
                  <a:pt x="1529556" y="160244"/>
                  <a:pt x="1525281" y="158844"/>
                </a:cubicBezTo>
                <a:cubicBezTo>
                  <a:pt x="1521006" y="157444"/>
                  <a:pt x="1517393" y="155439"/>
                  <a:pt x="1514442" y="152828"/>
                </a:cubicBezTo>
                <a:cubicBezTo>
                  <a:pt x="1511491" y="150218"/>
                  <a:pt x="1509221" y="147059"/>
                  <a:pt x="1507631" y="143351"/>
                </a:cubicBezTo>
                <a:cubicBezTo>
                  <a:pt x="1506042" y="139643"/>
                  <a:pt x="1505248" y="135482"/>
                  <a:pt x="1505248" y="130866"/>
                </a:cubicBezTo>
                <a:cubicBezTo>
                  <a:pt x="1505248" y="125191"/>
                  <a:pt x="1506421" y="120254"/>
                  <a:pt x="1508767" y="116054"/>
                </a:cubicBezTo>
                <a:cubicBezTo>
                  <a:pt x="1511112" y="111855"/>
                  <a:pt x="1514442" y="108355"/>
                  <a:pt x="1518755" y="105555"/>
                </a:cubicBezTo>
                <a:cubicBezTo>
                  <a:pt x="1523068" y="102756"/>
                  <a:pt x="1528251" y="100656"/>
                  <a:pt x="1534304" y="99256"/>
                </a:cubicBezTo>
                <a:cubicBezTo>
                  <a:pt x="1540357" y="97856"/>
                  <a:pt x="1547092" y="97156"/>
                  <a:pt x="1554507" y="97156"/>
                </a:cubicBezTo>
                <a:lnTo>
                  <a:pt x="1570851" y="97156"/>
                </a:lnTo>
                <a:lnTo>
                  <a:pt x="1570851" y="88275"/>
                </a:lnTo>
                <a:cubicBezTo>
                  <a:pt x="1570851" y="83872"/>
                  <a:pt x="1570397" y="79982"/>
                  <a:pt x="1569489" y="76606"/>
                </a:cubicBezTo>
                <a:cubicBezTo>
                  <a:pt x="1568581" y="73227"/>
                  <a:pt x="1567106" y="70399"/>
                  <a:pt x="1565063" y="68122"/>
                </a:cubicBezTo>
                <a:cubicBezTo>
                  <a:pt x="1563020" y="65844"/>
                  <a:pt x="1560371" y="64137"/>
                  <a:pt x="1557118" y="63000"/>
                </a:cubicBezTo>
                <a:cubicBezTo>
                  <a:pt x="1553864" y="61860"/>
                  <a:pt x="1549891" y="61290"/>
                  <a:pt x="1545200" y="61290"/>
                </a:cubicBezTo>
                <a:cubicBezTo>
                  <a:pt x="1540660" y="61290"/>
                  <a:pt x="1536574" y="61839"/>
                  <a:pt x="1532942" y="62936"/>
                </a:cubicBezTo>
                <a:cubicBezTo>
                  <a:pt x="1529310" y="64033"/>
                  <a:pt x="1526132" y="65263"/>
                  <a:pt x="1523408" y="66625"/>
                </a:cubicBezTo>
                <a:cubicBezTo>
                  <a:pt x="1520684" y="67987"/>
                  <a:pt x="1518433" y="69216"/>
                  <a:pt x="1516655" y="70314"/>
                </a:cubicBezTo>
                <a:cubicBezTo>
                  <a:pt x="1514877" y="71411"/>
                  <a:pt x="1513609" y="71959"/>
                  <a:pt x="1512853" y="71959"/>
                </a:cubicBezTo>
                <a:cubicBezTo>
                  <a:pt x="1512399" y="71959"/>
                  <a:pt x="1511982" y="71884"/>
                  <a:pt x="1511604" y="71732"/>
                </a:cubicBezTo>
                <a:cubicBezTo>
                  <a:pt x="1511226" y="71579"/>
                  <a:pt x="1510904" y="71292"/>
                  <a:pt x="1510639" y="70874"/>
                </a:cubicBezTo>
                <a:cubicBezTo>
                  <a:pt x="1510374" y="70453"/>
                  <a:pt x="1510185" y="69919"/>
                  <a:pt x="1510072" y="69271"/>
                </a:cubicBezTo>
                <a:cubicBezTo>
                  <a:pt x="1509958" y="68620"/>
                  <a:pt x="1509902" y="67838"/>
                  <a:pt x="1509902" y="66923"/>
                </a:cubicBezTo>
                <a:cubicBezTo>
                  <a:pt x="1509902" y="65320"/>
                  <a:pt x="1510015" y="64041"/>
                  <a:pt x="1510242" y="63089"/>
                </a:cubicBezTo>
                <a:cubicBezTo>
                  <a:pt x="1510469" y="62133"/>
                  <a:pt x="1511055" y="61179"/>
                  <a:pt x="1512001" y="60226"/>
                </a:cubicBezTo>
                <a:cubicBezTo>
                  <a:pt x="1512947" y="59271"/>
                  <a:pt x="1514631" y="58158"/>
                  <a:pt x="1517052" y="56889"/>
                </a:cubicBezTo>
                <a:cubicBezTo>
                  <a:pt x="1519473" y="55616"/>
                  <a:pt x="1522254" y="54439"/>
                  <a:pt x="1525394" y="53356"/>
                </a:cubicBezTo>
                <a:cubicBezTo>
                  <a:pt x="1528534" y="52273"/>
                  <a:pt x="1531921" y="51396"/>
                  <a:pt x="1535553" y="50724"/>
                </a:cubicBezTo>
                <a:cubicBezTo>
                  <a:pt x="1539185" y="50050"/>
                  <a:pt x="1542817" y="49713"/>
                  <a:pt x="1546449" y="49713"/>
                </a:cubicBezTo>
                <a:cubicBezTo>
                  <a:pt x="1553486" y="49713"/>
                  <a:pt x="1559426" y="50564"/>
                  <a:pt x="1564268" y="52267"/>
                </a:cubicBezTo>
                <a:cubicBezTo>
                  <a:pt x="1569111" y="53969"/>
                  <a:pt x="1573027" y="56410"/>
                  <a:pt x="1576016" y="59588"/>
                </a:cubicBezTo>
                <a:cubicBezTo>
                  <a:pt x="1579004" y="62766"/>
                  <a:pt x="1581142" y="66682"/>
                  <a:pt x="1582428" y="71335"/>
                </a:cubicBezTo>
                <a:cubicBezTo>
                  <a:pt x="1583715" y="75989"/>
                  <a:pt x="1584358" y="81266"/>
                  <a:pt x="1584358" y="87168"/>
                </a:cubicBezTo>
                <a:lnTo>
                  <a:pt x="1584358" y="156631"/>
                </a:lnTo>
                <a:moveTo>
                  <a:pt x="1570851" y="108279"/>
                </a:moveTo>
                <a:lnTo>
                  <a:pt x="1552124" y="108279"/>
                </a:lnTo>
                <a:cubicBezTo>
                  <a:pt x="1546676" y="108279"/>
                  <a:pt x="1541909" y="108771"/>
                  <a:pt x="1537823" y="109755"/>
                </a:cubicBezTo>
                <a:cubicBezTo>
                  <a:pt x="1533737" y="110739"/>
                  <a:pt x="1530332" y="112176"/>
                  <a:pt x="1527608" y="114068"/>
                </a:cubicBezTo>
                <a:cubicBezTo>
                  <a:pt x="1524884" y="115960"/>
                  <a:pt x="1522859" y="118230"/>
                  <a:pt x="1521535" y="120878"/>
                </a:cubicBezTo>
                <a:cubicBezTo>
                  <a:pt x="1520211" y="123526"/>
                  <a:pt x="1519549" y="126553"/>
                  <a:pt x="1519549" y="129958"/>
                </a:cubicBezTo>
                <a:cubicBezTo>
                  <a:pt x="1519549" y="135860"/>
                  <a:pt x="1521422" y="140570"/>
                  <a:pt x="1525167" y="144089"/>
                </a:cubicBezTo>
                <a:cubicBezTo>
                  <a:pt x="1528913" y="147607"/>
                  <a:pt x="1534191" y="149367"/>
                  <a:pt x="1541001" y="149367"/>
                </a:cubicBezTo>
                <a:cubicBezTo>
                  <a:pt x="1546373" y="149367"/>
                  <a:pt x="1551386" y="147986"/>
                  <a:pt x="1556039" y="145224"/>
                </a:cubicBezTo>
                <a:cubicBezTo>
                  <a:pt x="1560693" y="142462"/>
                  <a:pt x="1565630" y="138206"/>
                  <a:pt x="1570851" y="132455"/>
                </a:cubicBezTo>
                <a:lnTo>
                  <a:pt x="1570851" y="108279"/>
                </a:lnTo>
                <a:close/>
                <a:moveTo>
                  <a:pt x="1694311" y="141535"/>
                </a:moveTo>
                <a:cubicBezTo>
                  <a:pt x="1694311" y="142443"/>
                  <a:pt x="1694274" y="143256"/>
                  <a:pt x="1694198" y="143975"/>
                </a:cubicBezTo>
                <a:cubicBezTo>
                  <a:pt x="1694122" y="144694"/>
                  <a:pt x="1694009" y="145318"/>
                  <a:pt x="1693857" y="145848"/>
                </a:cubicBezTo>
                <a:cubicBezTo>
                  <a:pt x="1693706" y="146378"/>
                  <a:pt x="1693498" y="146851"/>
                  <a:pt x="1693233" y="147267"/>
                </a:cubicBezTo>
                <a:cubicBezTo>
                  <a:pt x="1692968" y="147683"/>
                  <a:pt x="1692344" y="148383"/>
                  <a:pt x="1691360" y="149367"/>
                </a:cubicBezTo>
                <a:cubicBezTo>
                  <a:pt x="1690377" y="150350"/>
                  <a:pt x="1688731" y="151599"/>
                  <a:pt x="1686423" y="153112"/>
                </a:cubicBezTo>
                <a:cubicBezTo>
                  <a:pt x="1684115" y="154625"/>
                  <a:pt x="1681524" y="155950"/>
                  <a:pt x="1678648" y="157085"/>
                </a:cubicBezTo>
                <a:cubicBezTo>
                  <a:pt x="1675773" y="158220"/>
                  <a:pt x="1672671" y="159147"/>
                  <a:pt x="1669341" y="159865"/>
                </a:cubicBezTo>
                <a:cubicBezTo>
                  <a:pt x="1666012" y="160584"/>
                  <a:pt x="1662569" y="160944"/>
                  <a:pt x="1659013" y="160944"/>
                </a:cubicBezTo>
                <a:cubicBezTo>
                  <a:pt x="1651900" y="160944"/>
                  <a:pt x="1645601" y="159751"/>
                  <a:pt x="1640115" y="157365"/>
                </a:cubicBezTo>
                <a:cubicBezTo>
                  <a:pt x="1634629" y="154979"/>
                  <a:pt x="1630032" y="151457"/>
                  <a:pt x="1626325" y="146799"/>
                </a:cubicBezTo>
                <a:cubicBezTo>
                  <a:pt x="1622617" y="142140"/>
                  <a:pt x="1619798" y="136422"/>
                  <a:pt x="1617869" y="129642"/>
                </a:cubicBezTo>
                <a:cubicBezTo>
                  <a:pt x="1615939" y="122863"/>
                  <a:pt x="1614975" y="115042"/>
                  <a:pt x="1614975" y="106180"/>
                </a:cubicBezTo>
                <a:cubicBezTo>
                  <a:pt x="1614975" y="96182"/>
                  <a:pt x="1616166" y="87624"/>
                  <a:pt x="1618550" y="80504"/>
                </a:cubicBezTo>
                <a:cubicBezTo>
                  <a:pt x="1620933" y="73384"/>
                  <a:pt x="1624206" y="67552"/>
                  <a:pt x="1628368" y="63007"/>
                </a:cubicBezTo>
                <a:cubicBezTo>
                  <a:pt x="1632529" y="58462"/>
                  <a:pt x="1637391" y="55110"/>
                  <a:pt x="1642952" y="52951"/>
                </a:cubicBezTo>
                <a:cubicBezTo>
                  <a:pt x="1648514" y="50793"/>
                  <a:pt x="1654473" y="49713"/>
                  <a:pt x="1660829" y="49713"/>
                </a:cubicBezTo>
                <a:cubicBezTo>
                  <a:pt x="1664234" y="49713"/>
                  <a:pt x="1667487" y="50038"/>
                  <a:pt x="1670590" y="50689"/>
                </a:cubicBezTo>
                <a:cubicBezTo>
                  <a:pt x="1673692" y="51336"/>
                  <a:pt x="1676549" y="52195"/>
                  <a:pt x="1679159" y="53264"/>
                </a:cubicBezTo>
                <a:cubicBezTo>
                  <a:pt x="1681770" y="54330"/>
                  <a:pt x="1684096" y="55550"/>
                  <a:pt x="1686139" y="56924"/>
                </a:cubicBezTo>
                <a:cubicBezTo>
                  <a:pt x="1688182" y="58298"/>
                  <a:pt x="1689677" y="59462"/>
                  <a:pt x="1690623" y="60418"/>
                </a:cubicBezTo>
                <a:cubicBezTo>
                  <a:pt x="1691568" y="61371"/>
                  <a:pt x="1692212" y="62095"/>
                  <a:pt x="1692552" y="62592"/>
                </a:cubicBezTo>
                <a:cubicBezTo>
                  <a:pt x="1692893" y="63086"/>
                  <a:pt x="1693157" y="63636"/>
                  <a:pt x="1693347" y="64241"/>
                </a:cubicBezTo>
                <a:cubicBezTo>
                  <a:pt x="1693536" y="64847"/>
                  <a:pt x="1693668" y="65509"/>
                  <a:pt x="1693744" y="66228"/>
                </a:cubicBezTo>
                <a:cubicBezTo>
                  <a:pt x="1693820" y="66946"/>
                  <a:pt x="1693857" y="67798"/>
                  <a:pt x="1693857" y="68781"/>
                </a:cubicBezTo>
                <a:cubicBezTo>
                  <a:pt x="1693857" y="70976"/>
                  <a:pt x="1693536" y="72508"/>
                  <a:pt x="1692893" y="73378"/>
                </a:cubicBezTo>
                <a:cubicBezTo>
                  <a:pt x="1692249" y="74248"/>
                  <a:pt x="1691550" y="74683"/>
                  <a:pt x="1690793" y="74683"/>
                </a:cubicBezTo>
                <a:cubicBezTo>
                  <a:pt x="1689734" y="74683"/>
                  <a:pt x="1688428" y="73996"/>
                  <a:pt x="1686877" y="72623"/>
                </a:cubicBezTo>
                <a:cubicBezTo>
                  <a:pt x="1685326" y="71249"/>
                  <a:pt x="1683340" y="69741"/>
                  <a:pt x="1680918" y="68100"/>
                </a:cubicBezTo>
                <a:cubicBezTo>
                  <a:pt x="1678497" y="66459"/>
                  <a:pt x="1675565" y="64952"/>
                  <a:pt x="1672122" y="63578"/>
                </a:cubicBezTo>
                <a:cubicBezTo>
                  <a:pt x="1668679" y="62204"/>
                  <a:pt x="1664574" y="61517"/>
                  <a:pt x="1659807" y="61517"/>
                </a:cubicBezTo>
                <a:cubicBezTo>
                  <a:pt x="1649971" y="61517"/>
                  <a:pt x="1642385" y="65305"/>
                  <a:pt x="1637050" y="72881"/>
                </a:cubicBezTo>
                <a:cubicBezTo>
                  <a:pt x="1631716" y="80458"/>
                  <a:pt x="1629049" y="91406"/>
                  <a:pt x="1629049" y="105726"/>
                </a:cubicBezTo>
                <a:cubicBezTo>
                  <a:pt x="1629049" y="112923"/>
                  <a:pt x="1629768" y="119231"/>
                  <a:pt x="1631205" y="124648"/>
                </a:cubicBezTo>
                <a:cubicBezTo>
                  <a:pt x="1632643" y="130066"/>
                  <a:pt x="1634705" y="134574"/>
                  <a:pt x="1637391" y="138173"/>
                </a:cubicBezTo>
                <a:cubicBezTo>
                  <a:pt x="1640077" y="141772"/>
                  <a:pt x="1643350" y="144461"/>
                  <a:pt x="1647209" y="146242"/>
                </a:cubicBezTo>
                <a:cubicBezTo>
                  <a:pt x="1651068" y="148022"/>
                  <a:pt x="1655419" y="148913"/>
                  <a:pt x="1660261" y="148913"/>
                </a:cubicBezTo>
                <a:cubicBezTo>
                  <a:pt x="1664801" y="148913"/>
                  <a:pt x="1668812" y="148194"/>
                  <a:pt x="1672292" y="146756"/>
                </a:cubicBezTo>
                <a:cubicBezTo>
                  <a:pt x="1675773" y="145318"/>
                  <a:pt x="1678800" y="143729"/>
                  <a:pt x="1681372" y="141989"/>
                </a:cubicBezTo>
                <a:cubicBezTo>
                  <a:pt x="1683945" y="140249"/>
                  <a:pt x="1686083" y="138660"/>
                  <a:pt x="1687785" y="137222"/>
                </a:cubicBezTo>
                <a:cubicBezTo>
                  <a:pt x="1689488" y="135784"/>
                  <a:pt x="1690755" y="135066"/>
                  <a:pt x="1691587" y="135066"/>
                </a:cubicBezTo>
                <a:cubicBezTo>
                  <a:pt x="1692041" y="135066"/>
                  <a:pt x="1692439" y="135198"/>
                  <a:pt x="1692779" y="135463"/>
                </a:cubicBezTo>
                <a:cubicBezTo>
                  <a:pt x="1693120" y="135728"/>
                  <a:pt x="1693403" y="136144"/>
                  <a:pt x="1693630" y="136711"/>
                </a:cubicBezTo>
                <a:cubicBezTo>
                  <a:pt x="1693857" y="137279"/>
                  <a:pt x="1694028" y="137960"/>
                  <a:pt x="1694141" y="138754"/>
                </a:cubicBezTo>
                <a:cubicBezTo>
                  <a:pt x="1694255" y="139549"/>
                  <a:pt x="1694311" y="140476"/>
                  <a:pt x="1694311" y="141535"/>
                </a:cubicBezTo>
                <a:close/>
                <a:moveTo>
                  <a:pt x="1799685" y="156400"/>
                </a:moveTo>
                <a:cubicBezTo>
                  <a:pt x="1799685" y="156930"/>
                  <a:pt x="1799571" y="157385"/>
                  <a:pt x="1799344" y="157766"/>
                </a:cubicBezTo>
                <a:cubicBezTo>
                  <a:pt x="1799117" y="158144"/>
                  <a:pt x="1798739" y="158466"/>
                  <a:pt x="1798209" y="158730"/>
                </a:cubicBezTo>
                <a:cubicBezTo>
                  <a:pt x="1797679" y="158995"/>
                  <a:pt x="1796960" y="159203"/>
                  <a:pt x="1796052" y="159355"/>
                </a:cubicBezTo>
                <a:cubicBezTo>
                  <a:pt x="1795144" y="159506"/>
                  <a:pt x="1793972" y="159582"/>
                  <a:pt x="1792534" y="159582"/>
                </a:cubicBezTo>
                <a:cubicBezTo>
                  <a:pt x="1791021" y="159582"/>
                  <a:pt x="1789772" y="159525"/>
                  <a:pt x="1788788" y="159411"/>
                </a:cubicBezTo>
                <a:cubicBezTo>
                  <a:pt x="1787805" y="159298"/>
                  <a:pt x="1786954" y="159128"/>
                  <a:pt x="1786235" y="158901"/>
                </a:cubicBezTo>
                <a:cubicBezTo>
                  <a:pt x="1785516" y="158674"/>
                  <a:pt x="1784911" y="158371"/>
                  <a:pt x="1784419" y="157993"/>
                </a:cubicBezTo>
                <a:cubicBezTo>
                  <a:pt x="1783927" y="157612"/>
                  <a:pt x="1783454" y="157157"/>
                  <a:pt x="1783000" y="156627"/>
                </a:cubicBezTo>
                <a:lnTo>
                  <a:pt x="1734876" y="98228"/>
                </a:lnTo>
                <a:lnTo>
                  <a:pt x="1734876" y="156627"/>
                </a:lnTo>
                <a:cubicBezTo>
                  <a:pt x="1734876" y="157081"/>
                  <a:pt x="1734762" y="157498"/>
                  <a:pt x="1734535" y="157879"/>
                </a:cubicBezTo>
                <a:cubicBezTo>
                  <a:pt x="1734308" y="158257"/>
                  <a:pt x="1733949" y="158560"/>
                  <a:pt x="1733457" y="158787"/>
                </a:cubicBezTo>
                <a:cubicBezTo>
                  <a:pt x="1732965" y="159014"/>
                  <a:pt x="1732284" y="159203"/>
                  <a:pt x="1731414" y="159355"/>
                </a:cubicBezTo>
                <a:cubicBezTo>
                  <a:pt x="1730544" y="159506"/>
                  <a:pt x="1729428" y="159582"/>
                  <a:pt x="1728066" y="159582"/>
                </a:cubicBezTo>
                <a:cubicBezTo>
                  <a:pt x="1726779" y="159582"/>
                  <a:pt x="1725701" y="159506"/>
                  <a:pt x="1724831" y="159355"/>
                </a:cubicBezTo>
                <a:cubicBezTo>
                  <a:pt x="1723961" y="159203"/>
                  <a:pt x="1723261" y="159014"/>
                  <a:pt x="1722731" y="158787"/>
                </a:cubicBezTo>
                <a:cubicBezTo>
                  <a:pt x="1722202" y="158560"/>
                  <a:pt x="1721842" y="158257"/>
                  <a:pt x="1721653" y="157879"/>
                </a:cubicBezTo>
                <a:cubicBezTo>
                  <a:pt x="1721464" y="157501"/>
                  <a:pt x="1721369" y="157085"/>
                  <a:pt x="1721369" y="156631"/>
                </a:cubicBezTo>
                <a:lnTo>
                  <a:pt x="1721369" y="3632"/>
                </a:lnTo>
                <a:cubicBezTo>
                  <a:pt x="1721369" y="3178"/>
                  <a:pt x="1721464" y="2762"/>
                  <a:pt x="1721653" y="2384"/>
                </a:cubicBezTo>
                <a:cubicBezTo>
                  <a:pt x="1721842" y="2005"/>
                  <a:pt x="1722202" y="1684"/>
                  <a:pt x="1722731" y="1419"/>
                </a:cubicBezTo>
                <a:cubicBezTo>
                  <a:pt x="1723261" y="1154"/>
                  <a:pt x="1723961" y="965"/>
                  <a:pt x="1724831" y="851"/>
                </a:cubicBezTo>
                <a:cubicBezTo>
                  <a:pt x="1725701" y="738"/>
                  <a:pt x="1726779" y="681"/>
                  <a:pt x="1728066" y="681"/>
                </a:cubicBezTo>
                <a:cubicBezTo>
                  <a:pt x="1729428" y="681"/>
                  <a:pt x="1730544" y="738"/>
                  <a:pt x="1731414" y="851"/>
                </a:cubicBezTo>
                <a:cubicBezTo>
                  <a:pt x="1732284" y="965"/>
                  <a:pt x="1732965" y="1154"/>
                  <a:pt x="1733457" y="1419"/>
                </a:cubicBezTo>
                <a:cubicBezTo>
                  <a:pt x="1733949" y="1684"/>
                  <a:pt x="1734308" y="2005"/>
                  <a:pt x="1734535" y="2384"/>
                </a:cubicBezTo>
                <a:cubicBezTo>
                  <a:pt x="1734762" y="2762"/>
                  <a:pt x="1734876" y="3177"/>
                  <a:pt x="1734876" y="3628"/>
                </a:cubicBezTo>
                <a:lnTo>
                  <a:pt x="1734876" y="98001"/>
                </a:lnTo>
                <a:lnTo>
                  <a:pt x="1778119" y="54257"/>
                </a:lnTo>
                <a:cubicBezTo>
                  <a:pt x="1778725" y="53576"/>
                  <a:pt x="1779349" y="53027"/>
                  <a:pt x="1779992" y="52611"/>
                </a:cubicBezTo>
                <a:cubicBezTo>
                  <a:pt x="1780635" y="52192"/>
                  <a:pt x="1781335" y="51851"/>
                  <a:pt x="1782092" y="51586"/>
                </a:cubicBezTo>
                <a:cubicBezTo>
                  <a:pt x="1782849" y="51321"/>
                  <a:pt x="1783719" y="51132"/>
                  <a:pt x="1784702" y="51018"/>
                </a:cubicBezTo>
                <a:cubicBezTo>
                  <a:pt x="1785686" y="50905"/>
                  <a:pt x="1786821" y="50848"/>
                  <a:pt x="1788107" y="50848"/>
                </a:cubicBezTo>
                <a:cubicBezTo>
                  <a:pt x="1789394" y="50848"/>
                  <a:pt x="1790510" y="50886"/>
                  <a:pt x="1791456" y="50962"/>
                </a:cubicBezTo>
                <a:cubicBezTo>
                  <a:pt x="1792402" y="51037"/>
                  <a:pt x="1793177" y="51189"/>
                  <a:pt x="1793782" y="51416"/>
                </a:cubicBezTo>
                <a:cubicBezTo>
                  <a:pt x="1794388" y="51643"/>
                  <a:pt x="1794842" y="51928"/>
                  <a:pt x="1795144" y="52270"/>
                </a:cubicBezTo>
                <a:cubicBezTo>
                  <a:pt x="1795447" y="52611"/>
                  <a:pt x="1795598" y="53046"/>
                  <a:pt x="1795598" y="53576"/>
                </a:cubicBezTo>
                <a:cubicBezTo>
                  <a:pt x="1795598" y="54332"/>
                  <a:pt x="1795371" y="55071"/>
                  <a:pt x="1794917" y="55793"/>
                </a:cubicBezTo>
                <a:cubicBezTo>
                  <a:pt x="1794463" y="56511"/>
                  <a:pt x="1793669" y="57438"/>
                  <a:pt x="1792534" y="58573"/>
                </a:cubicBezTo>
                <a:lnTo>
                  <a:pt x="1751447" y="97433"/>
                </a:lnTo>
                <a:lnTo>
                  <a:pt x="1797074" y="151970"/>
                </a:lnTo>
                <a:cubicBezTo>
                  <a:pt x="1798058" y="153105"/>
                  <a:pt x="1798739" y="153976"/>
                  <a:pt x="1799117" y="154584"/>
                </a:cubicBezTo>
                <a:cubicBezTo>
                  <a:pt x="1799495" y="155189"/>
                  <a:pt x="1799685" y="155795"/>
                  <a:pt x="1799685" y="156400"/>
                </a:cubicBezTo>
                <a:close/>
                <a:moveTo>
                  <a:pt x="1894161" y="99994"/>
                </a:moveTo>
                <a:cubicBezTo>
                  <a:pt x="1894161" y="102718"/>
                  <a:pt x="1893442" y="104591"/>
                  <a:pt x="1892004" y="105612"/>
                </a:cubicBezTo>
                <a:cubicBezTo>
                  <a:pt x="1890566" y="106634"/>
                  <a:pt x="1889166" y="107144"/>
                  <a:pt x="1887804" y="107144"/>
                </a:cubicBezTo>
                <a:lnTo>
                  <a:pt x="1817775" y="107144"/>
                </a:lnTo>
                <a:cubicBezTo>
                  <a:pt x="1817775" y="113517"/>
                  <a:pt x="1818399" y="119283"/>
                  <a:pt x="1819647" y="124443"/>
                </a:cubicBezTo>
                <a:cubicBezTo>
                  <a:pt x="1820896" y="129602"/>
                  <a:pt x="1822958" y="134022"/>
                  <a:pt x="1825833" y="137701"/>
                </a:cubicBezTo>
                <a:cubicBezTo>
                  <a:pt x="1828709" y="141380"/>
                  <a:pt x="1832454" y="144207"/>
                  <a:pt x="1837070" y="146181"/>
                </a:cubicBezTo>
                <a:cubicBezTo>
                  <a:pt x="1841685" y="148154"/>
                  <a:pt x="1847360" y="149140"/>
                  <a:pt x="1854095" y="149140"/>
                </a:cubicBezTo>
                <a:cubicBezTo>
                  <a:pt x="1858862" y="149140"/>
                  <a:pt x="1863137" y="148717"/>
                  <a:pt x="1866920" y="147873"/>
                </a:cubicBezTo>
                <a:cubicBezTo>
                  <a:pt x="1870704" y="147029"/>
                  <a:pt x="1873976" y="146089"/>
                  <a:pt x="1876738" y="145054"/>
                </a:cubicBezTo>
                <a:cubicBezTo>
                  <a:pt x="1879500" y="144018"/>
                  <a:pt x="1881770" y="143078"/>
                  <a:pt x="1883548" y="142234"/>
                </a:cubicBezTo>
                <a:cubicBezTo>
                  <a:pt x="1885326" y="141390"/>
                  <a:pt x="1886594" y="140968"/>
                  <a:pt x="1887350" y="140968"/>
                </a:cubicBezTo>
                <a:cubicBezTo>
                  <a:pt x="1887804" y="140968"/>
                  <a:pt x="1888221" y="141082"/>
                  <a:pt x="1888599" y="141312"/>
                </a:cubicBezTo>
                <a:cubicBezTo>
                  <a:pt x="1888977" y="141541"/>
                  <a:pt x="1889280" y="141904"/>
                  <a:pt x="1889507" y="142400"/>
                </a:cubicBezTo>
                <a:cubicBezTo>
                  <a:pt x="1889734" y="142897"/>
                  <a:pt x="1889904" y="143527"/>
                  <a:pt x="1890018" y="144291"/>
                </a:cubicBezTo>
                <a:cubicBezTo>
                  <a:pt x="1890131" y="145055"/>
                  <a:pt x="1890188" y="146009"/>
                  <a:pt x="1890188" y="147153"/>
                </a:cubicBezTo>
                <a:cubicBezTo>
                  <a:pt x="1890188" y="147690"/>
                  <a:pt x="1890150" y="148207"/>
                  <a:pt x="1890074" y="148703"/>
                </a:cubicBezTo>
                <a:cubicBezTo>
                  <a:pt x="1889999" y="149200"/>
                  <a:pt x="1889904" y="149659"/>
                  <a:pt x="1889791" y="150079"/>
                </a:cubicBezTo>
                <a:cubicBezTo>
                  <a:pt x="1889677" y="150498"/>
                  <a:pt x="1889507" y="150899"/>
                  <a:pt x="1889280" y="151282"/>
                </a:cubicBezTo>
                <a:cubicBezTo>
                  <a:pt x="1889053" y="151663"/>
                  <a:pt x="1888750" y="152044"/>
                  <a:pt x="1888372" y="152428"/>
                </a:cubicBezTo>
                <a:cubicBezTo>
                  <a:pt x="1887994" y="152808"/>
                  <a:pt x="1886821" y="153472"/>
                  <a:pt x="1884853" y="154417"/>
                </a:cubicBezTo>
                <a:cubicBezTo>
                  <a:pt x="1882886" y="155363"/>
                  <a:pt x="1880313" y="156309"/>
                  <a:pt x="1877135" y="157255"/>
                </a:cubicBezTo>
                <a:cubicBezTo>
                  <a:pt x="1873957" y="158201"/>
                  <a:pt x="1870269" y="159052"/>
                  <a:pt x="1866069" y="159809"/>
                </a:cubicBezTo>
                <a:cubicBezTo>
                  <a:pt x="1861870" y="160565"/>
                  <a:pt x="1857349" y="160944"/>
                  <a:pt x="1852506" y="160944"/>
                </a:cubicBezTo>
                <a:cubicBezTo>
                  <a:pt x="1844561" y="160944"/>
                  <a:pt x="1837524" y="159751"/>
                  <a:pt x="1831395" y="157365"/>
                </a:cubicBezTo>
                <a:cubicBezTo>
                  <a:pt x="1825266" y="154979"/>
                  <a:pt x="1820120" y="151457"/>
                  <a:pt x="1815959" y="146799"/>
                </a:cubicBezTo>
                <a:cubicBezTo>
                  <a:pt x="1811797" y="142140"/>
                  <a:pt x="1808638" y="136365"/>
                  <a:pt x="1806481" y="129472"/>
                </a:cubicBezTo>
                <a:cubicBezTo>
                  <a:pt x="1804325" y="122579"/>
                  <a:pt x="1803247" y="114588"/>
                  <a:pt x="1803247" y="105499"/>
                </a:cubicBezTo>
                <a:cubicBezTo>
                  <a:pt x="1803247" y="96787"/>
                  <a:pt x="1804363" y="88986"/>
                  <a:pt x="1806595" y="82093"/>
                </a:cubicBezTo>
                <a:cubicBezTo>
                  <a:pt x="1808827" y="75200"/>
                  <a:pt x="1812024" y="69349"/>
                  <a:pt x="1816186" y="64539"/>
                </a:cubicBezTo>
                <a:cubicBezTo>
                  <a:pt x="1820347" y="59730"/>
                  <a:pt x="1825360" y="56056"/>
                  <a:pt x="1831225" y="53519"/>
                </a:cubicBezTo>
                <a:cubicBezTo>
                  <a:pt x="1837089" y="50982"/>
                  <a:pt x="1843615" y="49713"/>
                  <a:pt x="1850803" y="49713"/>
                </a:cubicBezTo>
                <a:cubicBezTo>
                  <a:pt x="1858521" y="49713"/>
                  <a:pt x="1865104" y="51000"/>
                  <a:pt x="1870552" y="53572"/>
                </a:cubicBezTo>
                <a:cubicBezTo>
                  <a:pt x="1876000" y="56145"/>
                  <a:pt x="1880484" y="59607"/>
                  <a:pt x="1884002" y="63957"/>
                </a:cubicBezTo>
                <a:cubicBezTo>
                  <a:pt x="1887521" y="68308"/>
                  <a:pt x="1890093" y="73359"/>
                  <a:pt x="1891720" y="79110"/>
                </a:cubicBezTo>
                <a:cubicBezTo>
                  <a:pt x="1893347" y="84860"/>
                  <a:pt x="1894161" y="90914"/>
                  <a:pt x="1894161" y="97270"/>
                </a:cubicBezTo>
                <a:lnTo>
                  <a:pt x="1894161" y="99994"/>
                </a:lnTo>
                <a:moveTo>
                  <a:pt x="1880200" y="96021"/>
                </a:moveTo>
                <a:cubicBezTo>
                  <a:pt x="1880427" y="85125"/>
                  <a:pt x="1877930" y="76613"/>
                  <a:pt x="1872709" y="70484"/>
                </a:cubicBezTo>
                <a:cubicBezTo>
                  <a:pt x="1867488" y="64355"/>
                  <a:pt x="1859883" y="61290"/>
                  <a:pt x="1849895" y="61290"/>
                </a:cubicBezTo>
                <a:cubicBezTo>
                  <a:pt x="1844750" y="61290"/>
                  <a:pt x="1840229" y="62255"/>
                  <a:pt x="1836332" y="64184"/>
                </a:cubicBezTo>
                <a:cubicBezTo>
                  <a:pt x="1832435" y="66114"/>
                  <a:pt x="1829144" y="68668"/>
                  <a:pt x="1826458" y="71846"/>
                </a:cubicBezTo>
                <a:cubicBezTo>
                  <a:pt x="1823771" y="75024"/>
                  <a:pt x="1821709" y="78713"/>
                  <a:pt x="1820272" y="82912"/>
                </a:cubicBezTo>
                <a:cubicBezTo>
                  <a:pt x="1818834" y="87112"/>
                  <a:pt x="1818002" y="91481"/>
                  <a:pt x="1817775" y="96021"/>
                </a:cubicBezTo>
                <a:lnTo>
                  <a:pt x="1880200" y="96021"/>
                </a:lnTo>
                <a:close/>
                <a:moveTo>
                  <a:pt x="1988713" y="59219"/>
                </a:moveTo>
                <a:cubicBezTo>
                  <a:pt x="1988713" y="60363"/>
                  <a:pt x="1988675" y="61335"/>
                  <a:pt x="1988599" y="62134"/>
                </a:cubicBezTo>
                <a:cubicBezTo>
                  <a:pt x="1988524" y="62934"/>
                  <a:pt x="1988391" y="63579"/>
                  <a:pt x="1988202" y="64071"/>
                </a:cubicBezTo>
                <a:cubicBezTo>
                  <a:pt x="1988013" y="64563"/>
                  <a:pt x="1987786" y="64941"/>
                  <a:pt x="1987521" y="65206"/>
                </a:cubicBezTo>
                <a:cubicBezTo>
                  <a:pt x="1987256" y="65471"/>
                  <a:pt x="1986897" y="65603"/>
                  <a:pt x="1986443" y="65603"/>
                </a:cubicBezTo>
                <a:cubicBezTo>
                  <a:pt x="1985762" y="65603"/>
                  <a:pt x="1984967" y="65433"/>
                  <a:pt x="1984059" y="65092"/>
                </a:cubicBezTo>
                <a:cubicBezTo>
                  <a:pt x="1983151" y="64752"/>
                  <a:pt x="1982092" y="64393"/>
                  <a:pt x="1980881" y="64014"/>
                </a:cubicBezTo>
                <a:cubicBezTo>
                  <a:pt x="1979671" y="63636"/>
                  <a:pt x="1978346" y="63276"/>
                  <a:pt x="1976909" y="62936"/>
                </a:cubicBezTo>
                <a:cubicBezTo>
                  <a:pt x="1975471" y="62595"/>
                  <a:pt x="1973882" y="62425"/>
                  <a:pt x="1972142" y="62425"/>
                </a:cubicBezTo>
                <a:cubicBezTo>
                  <a:pt x="1970099" y="62425"/>
                  <a:pt x="1968093" y="62857"/>
                  <a:pt x="1966126" y="63720"/>
                </a:cubicBezTo>
                <a:cubicBezTo>
                  <a:pt x="1964159" y="64583"/>
                  <a:pt x="1962097" y="65972"/>
                  <a:pt x="1959940" y="67887"/>
                </a:cubicBezTo>
                <a:cubicBezTo>
                  <a:pt x="1957784" y="69803"/>
                  <a:pt x="1955514" y="72338"/>
                  <a:pt x="1953130" y="75492"/>
                </a:cubicBezTo>
                <a:cubicBezTo>
                  <a:pt x="1950747" y="78646"/>
                  <a:pt x="1948117" y="82514"/>
                  <a:pt x="1945242" y="87094"/>
                </a:cubicBezTo>
                <a:lnTo>
                  <a:pt x="1945242" y="156627"/>
                </a:lnTo>
                <a:cubicBezTo>
                  <a:pt x="1945242" y="157081"/>
                  <a:pt x="1945129" y="157498"/>
                  <a:pt x="1944902" y="157879"/>
                </a:cubicBezTo>
                <a:cubicBezTo>
                  <a:pt x="1944675" y="158257"/>
                  <a:pt x="1944315" y="158560"/>
                  <a:pt x="1943823" y="158787"/>
                </a:cubicBezTo>
                <a:cubicBezTo>
                  <a:pt x="1943331" y="159014"/>
                  <a:pt x="1942650" y="159203"/>
                  <a:pt x="1941780" y="159355"/>
                </a:cubicBezTo>
                <a:cubicBezTo>
                  <a:pt x="1940910" y="159506"/>
                  <a:pt x="1939794" y="159582"/>
                  <a:pt x="1938432" y="159582"/>
                </a:cubicBezTo>
                <a:cubicBezTo>
                  <a:pt x="1937146" y="159582"/>
                  <a:pt x="1936067" y="159506"/>
                  <a:pt x="1935197" y="159355"/>
                </a:cubicBezTo>
                <a:cubicBezTo>
                  <a:pt x="1934327" y="159203"/>
                  <a:pt x="1933627" y="159014"/>
                  <a:pt x="1933098" y="158787"/>
                </a:cubicBezTo>
                <a:cubicBezTo>
                  <a:pt x="1932568" y="158560"/>
                  <a:pt x="1932208" y="158257"/>
                  <a:pt x="1932019" y="157879"/>
                </a:cubicBezTo>
                <a:cubicBezTo>
                  <a:pt x="1931830" y="157498"/>
                  <a:pt x="1931735" y="157081"/>
                  <a:pt x="1931735" y="156627"/>
                </a:cubicBezTo>
                <a:lnTo>
                  <a:pt x="1931735" y="53803"/>
                </a:lnTo>
                <a:cubicBezTo>
                  <a:pt x="1931735" y="53349"/>
                  <a:pt x="1931830" y="52933"/>
                  <a:pt x="1932019" y="52554"/>
                </a:cubicBezTo>
                <a:cubicBezTo>
                  <a:pt x="1932208" y="52174"/>
                  <a:pt x="1932568" y="51851"/>
                  <a:pt x="1933098" y="51586"/>
                </a:cubicBezTo>
                <a:cubicBezTo>
                  <a:pt x="1933627" y="51321"/>
                  <a:pt x="1934289" y="51132"/>
                  <a:pt x="1935084" y="51018"/>
                </a:cubicBezTo>
                <a:cubicBezTo>
                  <a:pt x="1935878" y="50905"/>
                  <a:pt x="1936919" y="50848"/>
                  <a:pt x="1938205" y="50848"/>
                </a:cubicBezTo>
                <a:cubicBezTo>
                  <a:pt x="1939491" y="50848"/>
                  <a:pt x="1940551" y="50905"/>
                  <a:pt x="1941383" y="51018"/>
                </a:cubicBezTo>
                <a:cubicBezTo>
                  <a:pt x="1942215" y="51132"/>
                  <a:pt x="1942859" y="51321"/>
                  <a:pt x="1943313" y="51586"/>
                </a:cubicBezTo>
                <a:cubicBezTo>
                  <a:pt x="1943767" y="51851"/>
                  <a:pt x="1944088" y="52174"/>
                  <a:pt x="1944277" y="52554"/>
                </a:cubicBezTo>
                <a:cubicBezTo>
                  <a:pt x="1944466" y="52933"/>
                  <a:pt x="1944561" y="53349"/>
                  <a:pt x="1944561" y="53803"/>
                </a:cubicBezTo>
                <a:lnTo>
                  <a:pt x="1944561" y="70051"/>
                </a:lnTo>
                <a:cubicBezTo>
                  <a:pt x="1947512" y="65757"/>
                  <a:pt x="1950236" y="62292"/>
                  <a:pt x="1952733" y="59655"/>
                </a:cubicBezTo>
                <a:cubicBezTo>
                  <a:pt x="1955230" y="57019"/>
                  <a:pt x="1957614" y="54966"/>
                  <a:pt x="1959884" y="53498"/>
                </a:cubicBezTo>
                <a:cubicBezTo>
                  <a:pt x="1962154" y="52029"/>
                  <a:pt x="1964367" y="51031"/>
                  <a:pt x="1966523" y="50504"/>
                </a:cubicBezTo>
                <a:cubicBezTo>
                  <a:pt x="1968680" y="49977"/>
                  <a:pt x="1970893" y="49713"/>
                  <a:pt x="1973163" y="49713"/>
                </a:cubicBezTo>
                <a:cubicBezTo>
                  <a:pt x="1974147" y="49713"/>
                  <a:pt x="1975282" y="49771"/>
                  <a:pt x="1976568" y="49887"/>
                </a:cubicBezTo>
                <a:cubicBezTo>
                  <a:pt x="1977855" y="50000"/>
                  <a:pt x="1979235" y="50210"/>
                  <a:pt x="1980711" y="50515"/>
                </a:cubicBezTo>
                <a:cubicBezTo>
                  <a:pt x="1982186" y="50820"/>
                  <a:pt x="1983511" y="51183"/>
                  <a:pt x="1984683" y="51604"/>
                </a:cubicBezTo>
                <a:cubicBezTo>
                  <a:pt x="1985856" y="52022"/>
                  <a:pt x="1986670" y="52404"/>
                  <a:pt x="1987124" y="52749"/>
                </a:cubicBezTo>
                <a:cubicBezTo>
                  <a:pt x="1987578" y="53092"/>
                  <a:pt x="1987880" y="53397"/>
                  <a:pt x="1988032" y="53664"/>
                </a:cubicBezTo>
                <a:cubicBezTo>
                  <a:pt x="1988183" y="53932"/>
                  <a:pt x="1988315" y="54276"/>
                  <a:pt x="1988429" y="54697"/>
                </a:cubicBezTo>
                <a:cubicBezTo>
                  <a:pt x="1988542" y="55115"/>
                  <a:pt x="1988618" y="55687"/>
                  <a:pt x="1988656" y="56413"/>
                </a:cubicBezTo>
                <a:cubicBezTo>
                  <a:pt x="1988694" y="57139"/>
                  <a:pt x="1988713" y="58074"/>
                  <a:pt x="1988713" y="59219"/>
                </a:cubicBezTo>
                <a:close/>
                <a:moveTo>
                  <a:pt x="2039810" y="7849"/>
                </a:moveTo>
                <a:cubicBezTo>
                  <a:pt x="2039810" y="9819"/>
                  <a:pt x="2039716" y="11639"/>
                  <a:pt x="2039527" y="13308"/>
                </a:cubicBezTo>
                <a:cubicBezTo>
                  <a:pt x="2039337" y="14975"/>
                  <a:pt x="2039016" y="16568"/>
                  <a:pt x="2038562" y="18086"/>
                </a:cubicBezTo>
                <a:cubicBezTo>
                  <a:pt x="2038108" y="19601"/>
                  <a:pt x="2037502" y="21118"/>
                  <a:pt x="2036746" y="22636"/>
                </a:cubicBezTo>
                <a:cubicBezTo>
                  <a:pt x="2035989" y="24152"/>
                  <a:pt x="2035043" y="25743"/>
                  <a:pt x="2033908" y="27410"/>
                </a:cubicBezTo>
                <a:lnTo>
                  <a:pt x="2018132" y="51636"/>
                </a:lnTo>
                <a:cubicBezTo>
                  <a:pt x="2017829" y="52092"/>
                  <a:pt x="2017470" y="52509"/>
                  <a:pt x="2017053" y="52888"/>
                </a:cubicBezTo>
                <a:cubicBezTo>
                  <a:pt x="2016637" y="53266"/>
                  <a:pt x="2016145" y="53570"/>
                  <a:pt x="2015578" y="53799"/>
                </a:cubicBezTo>
                <a:cubicBezTo>
                  <a:pt x="2015010" y="54026"/>
                  <a:pt x="2014348" y="54196"/>
                  <a:pt x="2013592" y="54310"/>
                </a:cubicBezTo>
                <a:cubicBezTo>
                  <a:pt x="2012835" y="54423"/>
                  <a:pt x="2011889" y="54480"/>
                  <a:pt x="2010754" y="54480"/>
                </a:cubicBezTo>
                <a:cubicBezTo>
                  <a:pt x="2009922" y="54480"/>
                  <a:pt x="2009203" y="54442"/>
                  <a:pt x="2008598" y="54367"/>
                </a:cubicBezTo>
                <a:cubicBezTo>
                  <a:pt x="2007992" y="54291"/>
                  <a:pt x="2007557" y="54140"/>
                  <a:pt x="2007292" y="53913"/>
                </a:cubicBezTo>
                <a:cubicBezTo>
                  <a:pt x="2007028" y="53683"/>
                  <a:pt x="2006876" y="53379"/>
                  <a:pt x="2006838" y="53001"/>
                </a:cubicBezTo>
                <a:cubicBezTo>
                  <a:pt x="2006801" y="52623"/>
                  <a:pt x="2006933" y="52168"/>
                  <a:pt x="2007236" y="51636"/>
                </a:cubicBezTo>
                <a:lnTo>
                  <a:pt x="2023012" y="20473"/>
                </a:lnTo>
                <a:lnTo>
                  <a:pt x="2023012" y="7849"/>
                </a:lnTo>
                <a:cubicBezTo>
                  <a:pt x="2023012" y="6180"/>
                  <a:pt x="2023164" y="4833"/>
                  <a:pt x="2023466" y="3809"/>
                </a:cubicBezTo>
                <a:cubicBezTo>
                  <a:pt x="2023769" y="2785"/>
                  <a:pt x="2024261" y="1990"/>
                  <a:pt x="2024942" y="1422"/>
                </a:cubicBezTo>
                <a:cubicBezTo>
                  <a:pt x="2025623" y="852"/>
                  <a:pt x="2026493" y="473"/>
                  <a:pt x="2027552" y="284"/>
                </a:cubicBezTo>
                <a:cubicBezTo>
                  <a:pt x="2028612" y="95"/>
                  <a:pt x="2029898" y="0"/>
                  <a:pt x="2031411" y="0"/>
                </a:cubicBezTo>
                <a:cubicBezTo>
                  <a:pt x="2032849" y="0"/>
                  <a:pt x="2034097" y="95"/>
                  <a:pt x="2035157" y="284"/>
                </a:cubicBezTo>
                <a:cubicBezTo>
                  <a:pt x="2036216" y="473"/>
                  <a:pt x="2037086" y="852"/>
                  <a:pt x="2037767" y="1422"/>
                </a:cubicBezTo>
                <a:cubicBezTo>
                  <a:pt x="2038448" y="1990"/>
                  <a:pt x="2038959" y="2785"/>
                  <a:pt x="2039300" y="3809"/>
                </a:cubicBezTo>
                <a:cubicBezTo>
                  <a:pt x="2039640" y="4833"/>
                  <a:pt x="2039810" y="6180"/>
                  <a:pt x="2039810" y="7849"/>
                </a:cubicBezTo>
                <a:close/>
                <a:moveTo>
                  <a:pt x="2124382" y="129359"/>
                </a:moveTo>
                <a:cubicBezTo>
                  <a:pt x="2124382" y="134282"/>
                  <a:pt x="2123474" y="138694"/>
                  <a:pt x="2121658" y="142596"/>
                </a:cubicBezTo>
                <a:cubicBezTo>
                  <a:pt x="2119842" y="146495"/>
                  <a:pt x="2117250" y="149809"/>
                  <a:pt x="2113883" y="152537"/>
                </a:cubicBezTo>
                <a:cubicBezTo>
                  <a:pt x="2110516" y="155264"/>
                  <a:pt x="2106486" y="157347"/>
                  <a:pt x="2101795" y="158787"/>
                </a:cubicBezTo>
                <a:cubicBezTo>
                  <a:pt x="2097104" y="160225"/>
                  <a:pt x="2091921" y="160944"/>
                  <a:pt x="2086246" y="160944"/>
                </a:cubicBezTo>
                <a:cubicBezTo>
                  <a:pt x="2082689" y="160944"/>
                  <a:pt x="2079322" y="160660"/>
                  <a:pt x="2076144" y="160092"/>
                </a:cubicBezTo>
                <a:cubicBezTo>
                  <a:pt x="2072966" y="159525"/>
                  <a:pt x="2070091" y="158806"/>
                  <a:pt x="2067518" y="157936"/>
                </a:cubicBezTo>
                <a:cubicBezTo>
                  <a:pt x="2064945" y="157066"/>
                  <a:pt x="2062770" y="156139"/>
                  <a:pt x="2060992" y="155155"/>
                </a:cubicBezTo>
                <a:cubicBezTo>
                  <a:pt x="2059214" y="154171"/>
                  <a:pt x="2057908" y="153301"/>
                  <a:pt x="2057076" y="152545"/>
                </a:cubicBezTo>
                <a:cubicBezTo>
                  <a:pt x="2056244" y="151788"/>
                  <a:pt x="2055638" y="150837"/>
                  <a:pt x="2055260" y="149693"/>
                </a:cubicBezTo>
                <a:cubicBezTo>
                  <a:pt x="2054882" y="148546"/>
                  <a:pt x="2054692" y="147019"/>
                  <a:pt x="2054692" y="145110"/>
                </a:cubicBezTo>
                <a:cubicBezTo>
                  <a:pt x="2054692" y="144117"/>
                  <a:pt x="2054768" y="143239"/>
                  <a:pt x="2054919" y="142475"/>
                </a:cubicBezTo>
                <a:cubicBezTo>
                  <a:pt x="2055071" y="141711"/>
                  <a:pt x="2055260" y="141062"/>
                  <a:pt x="2055487" y="140528"/>
                </a:cubicBezTo>
                <a:cubicBezTo>
                  <a:pt x="2055714" y="139993"/>
                  <a:pt x="2056017" y="139593"/>
                  <a:pt x="2056395" y="139325"/>
                </a:cubicBezTo>
                <a:cubicBezTo>
                  <a:pt x="2056773" y="139058"/>
                  <a:pt x="2057189" y="138925"/>
                  <a:pt x="2057643" y="138925"/>
                </a:cubicBezTo>
                <a:cubicBezTo>
                  <a:pt x="2058476" y="138925"/>
                  <a:pt x="2059686" y="139460"/>
                  <a:pt x="2061275" y="140531"/>
                </a:cubicBezTo>
                <a:cubicBezTo>
                  <a:pt x="2062864" y="141602"/>
                  <a:pt x="2064851" y="142769"/>
                  <a:pt x="2067234" y="144032"/>
                </a:cubicBezTo>
                <a:cubicBezTo>
                  <a:pt x="2069618" y="145295"/>
                  <a:pt x="2072455" y="146462"/>
                  <a:pt x="2075747" y="147533"/>
                </a:cubicBezTo>
                <a:cubicBezTo>
                  <a:pt x="2079038" y="148604"/>
                  <a:pt x="2082841" y="149140"/>
                  <a:pt x="2087154" y="149140"/>
                </a:cubicBezTo>
                <a:cubicBezTo>
                  <a:pt x="2090634" y="149140"/>
                  <a:pt x="2093812" y="148761"/>
                  <a:pt x="2096688" y="148005"/>
                </a:cubicBezTo>
                <a:cubicBezTo>
                  <a:pt x="2099563" y="147246"/>
                  <a:pt x="2102060" y="146108"/>
                  <a:pt x="2104179" y="144592"/>
                </a:cubicBezTo>
                <a:cubicBezTo>
                  <a:pt x="2106297" y="143077"/>
                  <a:pt x="2107943" y="141125"/>
                  <a:pt x="2109116" y="138737"/>
                </a:cubicBezTo>
                <a:cubicBezTo>
                  <a:pt x="2110289" y="136348"/>
                  <a:pt x="2110875" y="133563"/>
                  <a:pt x="2110875" y="130380"/>
                </a:cubicBezTo>
                <a:cubicBezTo>
                  <a:pt x="2110875" y="127200"/>
                  <a:pt x="2110118" y="124511"/>
                  <a:pt x="2108605" y="122314"/>
                </a:cubicBezTo>
                <a:cubicBezTo>
                  <a:pt x="2107092" y="120118"/>
                  <a:pt x="2105106" y="118205"/>
                  <a:pt x="2102646" y="116576"/>
                </a:cubicBezTo>
                <a:cubicBezTo>
                  <a:pt x="2100187" y="114946"/>
                  <a:pt x="2097388" y="113508"/>
                  <a:pt x="2094247" y="112259"/>
                </a:cubicBezTo>
                <a:cubicBezTo>
                  <a:pt x="2091107" y="111008"/>
                  <a:pt x="2087891" y="109721"/>
                  <a:pt x="2084600" y="108396"/>
                </a:cubicBezTo>
                <a:cubicBezTo>
                  <a:pt x="2081308" y="107070"/>
                  <a:pt x="2078092" y="105612"/>
                  <a:pt x="2074952" y="104023"/>
                </a:cubicBezTo>
                <a:cubicBezTo>
                  <a:pt x="2071812" y="102432"/>
                  <a:pt x="2069012" y="100500"/>
                  <a:pt x="2066553" y="98228"/>
                </a:cubicBezTo>
                <a:cubicBezTo>
                  <a:pt x="2064094" y="95955"/>
                  <a:pt x="2062108" y="93229"/>
                  <a:pt x="2060594" y="90048"/>
                </a:cubicBezTo>
                <a:cubicBezTo>
                  <a:pt x="2059081" y="86866"/>
                  <a:pt x="2058324" y="83040"/>
                  <a:pt x="2058324" y="78571"/>
                </a:cubicBezTo>
                <a:cubicBezTo>
                  <a:pt x="2058324" y="75012"/>
                  <a:pt x="2059005" y="71510"/>
                  <a:pt x="2060367" y="68065"/>
                </a:cubicBezTo>
                <a:cubicBezTo>
                  <a:pt x="2061729" y="64617"/>
                  <a:pt x="2063829" y="61530"/>
                  <a:pt x="2066667" y="58804"/>
                </a:cubicBezTo>
                <a:cubicBezTo>
                  <a:pt x="2069504" y="56075"/>
                  <a:pt x="2073136" y="53878"/>
                  <a:pt x="2077563" y="52214"/>
                </a:cubicBezTo>
                <a:cubicBezTo>
                  <a:pt x="2081989" y="50547"/>
                  <a:pt x="2087229" y="49713"/>
                  <a:pt x="2093283" y="49713"/>
                </a:cubicBezTo>
                <a:cubicBezTo>
                  <a:pt x="2095855" y="49713"/>
                  <a:pt x="2098409" y="49921"/>
                  <a:pt x="2100944" y="50337"/>
                </a:cubicBezTo>
                <a:cubicBezTo>
                  <a:pt x="2103479" y="50754"/>
                  <a:pt x="2105787" y="51302"/>
                  <a:pt x="2107867" y="51983"/>
                </a:cubicBezTo>
                <a:cubicBezTo>
                  <a:pt x="2109948" y="52664"/>
                  <a:pt x="2111745" y="53402"/>
                  <a:pt x="2113259" y="54196"/>
                </a:cubicBezTo>
                <a:cubicBezTo>
                  <a:pt x="2114772" y="54991"/>
                  <a:pt x="2115926" y="55691"/>
                  <a:pt x="2116720" y="56296"/>
                </a:cubicBezTo>
                <a:cubicBezTo>
                  <a:pt x="2117515" y="56902"/>
                  <a:pt x="2118045" y="57412"/>
                  <a:pt x="2118309" y="57828"/>
                </a:cubicBezTo>
                <a:cubicBezTo>
                  <a:pt x="2118574" y="58245"/>
                  <a:pt x="2118763" y="58680"/>
                  <a:pt x="2118877" y="59134"/>
                </a:cubicBezTo>
                <a:cubicBezTo>
                  <a:pt x="2118990" y="59588"/>
                  <a:pt x="2119085" y="60136"/>
                  <a:pt x="2119161" y="60779"/>
                </a:cubicBezTo>
                <a:cubicBezTo>
                  <a:pt x="2119236" y="61423"/>
                  <a:pt x="2119274" y="62198"/>
                  <a:pt x="2119274" y="63106"/>
                </a:cubicBezTo>
                <a:cubicBezTo>
                  <a:pt x="2119274" y="64014"/>
                  <a:pt x="2119217" y="64828"/>
                  <a:pt x="2119104" y="65547"/>
                </a:cubicBezTo>
                <a:cubicBezTo>
                  <a:pt x="2118990" y="66265"/>
                  <a:pt x="2118820" y="66890"/>
                  <a:pt x="2118593" y="67419"/>
                </a:cubicBezTo>
                <a:cubicBezTo>
                  <a:pt x="2118366" y="67949"/>
                  <a:pt x="2118082" y="68346"/>
                  <a:pt x="2117742" y="68611"/>
                </a:cubicBezTo>
                <a:cubicBezTo>
                  <a:pt x="2117401" y="68876"/>
                  <a:pt x="2117004" y="69008"/>
                  <a:pt x="2116550" y="69008"/>
                </a:cubicBezTo>
                <a:cubicBezTo>
                  <a:pt x="2115945" y="69008"/>
                  <a:pt x="2115037" y="68592"/>
                  <a:pt x="2113826" y="67760"/>
                </a:cubicBezTo>
                <a:cubicBezTo>
                  <a:pt x="2112615" y="66927"/>
                  <a:pt x="2111026" y="66019"/>
                  <a:pt x="2109059" y="65036"/>
                </a:cubicBezTo>
                <a:cubicBezTo>
                  <a:pt x="2107092" y="64052"/>
                  <a:pt x="2104746" y="63144"/>
                  <a:pt x="2102022" y="62312"/>
                </a:cubicBezTo>
                <a:cubicBezTo>
                  <a:pt x="2099298" y="61479"/>
                  <a:pt x="2096158" y="61063"/>
                  <a:pt x="2092602" y="61063"/>
                </a:cubicBezTo>
                <a:cubicBezTo>
                  <a:pt x="2089045" y="61063"/>
                  <a:pt x="2085924" y="61481"/>
                  <a:pt x="2083238" y="62315"/>
                </a:cubicBezTo>
                <a:cubicBezTo>
                  <a:pt x="2080552" y="63148"/>
                  <a:pt x="2078338" y="64322"/>
                  <a:pt x="2076598" y="65837"/>
                </a:cubicBezTo>
                <a:cubicBezTo>
                  <a:pt x="2074858" y="67353"/>
                  <a:pt x="2073552" y="69135"/>
                  <a:pt x="2072682" y="71183"/>
                </a:cubicBezTo>
                <a:cubicBezTo>
                  <a:pt x="2071812" y="73228"/>
                  <a:pt x="2071377" y="75464"/>
                  <a:pt x="2071377" y="77890"/>
                </a:cubicBezTo>
                <a:cubicBezTo>
                  <a:pt x="2071377" y="81221"/>
                  <a:pt x="2072134" y="84023"/>
                  <a:pt x="2073647" y="86296"/>
                </a:cubicBezTo>
                <a:cubicBezTo>
                  <a:pt x="2075160" y="88568"/>
                  <a:pt x="2077166" y="90538"/>
                  <a:pt x="2079663" y="92205"/>
                </a:cubicBezTo>
                <a:cubicBezTo>
                  <a:pt x="2082160" y="93872"/>
                  <a:pt x="2084997" y="95350"/>
                  <a:pt x="2088175" y="96639"/>
                </a:cubicBezTo>
                <a:cubicBezTo>
                  <a:pt x="2091353" y="97925"/>
                  <a:pt x="2094588" y="99212"/>
                  <a:pt x="2097879" y="100501"/>
                </a:cubicBezTo>
                <a:cubicBezTo>
                  <a:pt x="2101171" y="101787"/>
                  <a:pt x="2104406" y="103207"/>
                  <a:pt x="2107584" y="104761"/>
                </a:cubicBezTo>
                <a:cubicBezTo>
                  <a:pt x="2110762" y="106312"/>
                  <a:pt x="2113599" y="108186"/>
                  <a:pt x="2116096" y="110383"/>
                </a:cubicBezTo>
                <a:cubicBezTo>
                  <a:pt x="2118593" y="112579"/>
                  <a:pt x="2120598" y="115212"/>
                  <a:pt x="2122112" y="118282"/>
                </a:cubicBezTo>
                <a:cubicBezTo>
                  <a:pt x="2123625" y="121349"/>
                  <a:pt x="2124382" y="125041"/>
                  <a:pt x="2124382" y="129359"/>
                </a:cubicBezTo>
                <a:close/>
                <a:moveTo>
                  <a:pt x="2353836" y="156631"/>
                </a:moveTo>
                <a:cubicBezTo>
                  <a:pt x="2353836" y="157085"/>
                  <a:pt x="2353723" y="157501"/>
                  <a:pt x="2353496" y="157879"/>
                </a:cubicBezTo>
                <a:cubicBezTo>
                  <a:pt x="2353269" y="158257"/>
                  <a:pt x="2352909" y="158560"/>
                  <a:pt x="2352417" y="158787"/>
                </a:cubicBezTo>
                <a:cubicBezTo>
                  <a:pt x="2351925" y="159014"/>
                  <a:pt x="2351244" y="159203"/>
                  <a:pt x="2350374" y="159355"/>
                </a:cubicBezTo>
                <a:cubicBezTo>
                  <a:pt x="2349504" y="159506"/>
                  <a:pt x="2348426" y="159582"/>
                  <a:pt x="2347140" y="159582"/>
                </a:cubicBezTo>
                <a:cubicBezTo>
                  <a:pt x="2345778" y="159582"/>
                  <a:pt x="2344661" y="159506"/>
                  <a:pt x="2343791" y="159355"/>
                </a:cubicBezTo>
                <a:cubicBezTo>
                  <a:pt x="2342921" y="159203"/>
                  <a:pt x="2342221" y="159014"/>
                  <a:pt x="2341692" y="158787"/>
                </a:cubicBezTo>
                <a:cubicBezTo>
                  <a:pt x="2341162" y="158560"/>
                  <a:pt x="2340802" y="158257"/>
                  <a:pt x="2340613" y="157879"/>
                </a:cubicBezTo>
                <a:cubicBezTo>
                  <a:pt x="2340424" y="157501"/>
                  <a:pt x="2340330" y="157085"/>
                  <a:pt x="2340330" y="156631"/>
                </a:cubicBezTo>
                <a:lnTo>
                  <a:pt x="2340330" y="93411"/>
                </a:lnTo>
                <a:cubicBezTo>
                  <a:pt x="2340330" y="88568"/>
                  <a:pt x="2339894" y="84161"/>
                  <a:pt x="2339024" y="80188"/>
                </a:cubicBezTo>
                <a:cubicBezTo>
                  <a:pt x="2338154" y="76216"/>
                  <a:pt x="2336792" y="72811"/>
                  <a:pt x="2334938" y="69973"/>
                </a:cubicBezTo>
                <a:cubicBezTo>
                  <a:pt x="2333084" y="67136"/>
                  <a:pt x="2330739" y="64941"/>
                  <a:pt x="2327901" y="63390"/>
                </a:cubicBezTo>
                <a:cubicBezTo>
                  <a:pt x="2325064" y="61839"/>
                  <a:pt x="2321715" y="61063"/>
                  <a:pt x="2317856" y="61063"/>
                </a:cubicBezTo>
                <a:cubicBezTo>
                  <a:pt x="2313089" y="61063"/>
                  <a:pt x="2308266" y="62917"/>
                  <a:pt x="2303385" y="66625"/>
                </a:cubicBezTo>
                <a:cubicBezTo>
                  <a:pt x="2298505" y="70332"/>
                  <a:pt x="2293151" y="75780"/>
                  <a:pt x="2287325" y="82969"/>
                </a:cubicBezTo>
                <a:lnTo>
                  <a:pt x="2287325" y="156631"/>
                </a:lnTo>
                <a:cubicBezTo>
                  <a:pt x="2287325" y="157085"/>
                  <a:pt x="2287211" y="157501"/>
                  <a:pt x="2286984" y="157879"/>
                </a:cubicBezTo>
                <a:cubicBezTo>
                  <a:pt x="2286757" y="158257"/>
                  <a:pt x="2286398" y="158560"/>
                  <a:pt x="2285906" y="158787"/>
                </a:cubicBezTo>
                <a:cubicBezTo>
                  <a:pt x="2285414" y="159014"/>
                  <a:pt x="2284733" y="159203"/>
                  <a:pt x="2283863" y="159355"/>
                </a:cubicBezTo>
                <a:cubicBezTo>
                  <a:pt x="2282993" y="159506"/>
                  <a:pt x="2281915" y="159582"/>
                  <a:pt x="2280628" y="159582"/>
                </a:cubicBezTo>
                <a:cubicBezTo>
                  <a:pt x="2279342" y="159582"/>
                  <a:pt x="2278264" y="159506"/>
                  <a:pt x="2277394" y="159355"/>
                </a:cubicBezTo>
                <a:cubicBezTo>
                  <a:pt x="2276523" y="159203"/>
                  <a:pt x="2275823" y="159014"/>
                  <a:pt x="2275294" y="158787"/>
                </a:cubicBezTo>
                <a:cubicBezTo>
                  <a:pt x="2274764" y="158560"/>
                  <a:pt x="2274405" y="158257"/>
                  <a:pt x="2274216" y="157879"/>
                </a:cubicBezTo>
                <a:cubicBezTo>
                  <a:pt x="2274026" y="157501"/>
                  <a:pt x="2273932" y="157085"/>
                  <a:pt x="2273932" y="156631"/>
                </a:cubicBezTo>
                <a:lnTo>
                  <a:pt x="2273932" y="93411"/>
                </a:lnTo>
                <a:cubicBezTo>
                  <a:pt x="2273932" y="88568"/>
                  <a:pt x="2273478" y="84161"/>
                  <a:pt x="2272570" y="80188"/>
                </a:cubicBezTo>
                <a:cubicBezTo>
                  <a:pt x="2271662" y="76216"/>
                  <a:pt x="2270281" y="72811"/>
                  <a:pt x="2268427" y="69973"/>
                </a:cubicBezTo>
                <a:cubicBezTo>
                  <a:pt x="2266573" y="67136"/>
                  <a:pt x="2264227" y="64941"/>
                  <a:pt x="2261390" y="63390"/>
                </a:cubicBezTo>
                <a:cubicBezTo>
                  <a:pt x="2258552" y="61839"/>
                  <a:pt x="2255204" y="61063"/>
                  <a:pt x="2251345" y="61063"/>
                </a:cubicBezTo>
                <a:cubicBezTo>
                  <a:pt x="2246578" y="61063"/>
                  <a:pt x="2241754" y="62917"/>
                  <a:pt x="2236874" y="66625"/>
                </a:cubicBezTo>
                <a:cubicBezTo>
                  <a:pt x="2231993" y="70332"/>
                  <a:pt x="2226678" y="75780"/>
                  <a:pt x="2220927" y="82969"/>
                </a:cubicBezTo>
                <a:lnTo>
                  <a:pt x="2220927" y="156631"/>
                </a:lnTo>
                <a:cubicBezTo>
                  <a:pt x="2220927" y="157085"/>
                  <a:pt x="2220814" y="157501"/>
                  <a:pt x="2220587" y="157879"/>
                </a:cubicBezTo>
                <a:cubicBezTo>
                  <a:pt x="2220360" y="158257"/>
                  <a:pt x="2220000" y="158560"/>
                  <a:pt x="2219508" y="158787"/>
                </a:cubicBezTo>
                <a:cubicBezTo>
                  <a:pt x="2219016" y="159014"/>
                  <a:pt x="2218335" y="159203"/>
                  <a:pt x="2217465" y="159355"/>
                </a:cubicBezTo>
                <a:cubicBezTo>
                  <a:pt x="2216595" y="159506"/>
                  <a:pt x="2215479" y="159582"/>
                  <a:pt x="2214117" y="159582"/>
                </a:cubicBezTo>
                <a:cubicBezTo>
                  <a:pt x="2212831" y="159582"/>
                  <a:pt x="2211752" y="159506"/>
                  <a:pt x="2210882" y="159355"/>
                </a:cubicBezTo>
                <a:cubicBezTo>
                  <a:pt x="2210012" y="159203"/>
                  <a:pt x="2209312" y="159014"/>
                  <a:pt x="2208783" y="158787"/>
                </a:cubicBezTo>
                <a:cubicBezTo>
                  <a:pt x="2208253" y="158560"/>
                  <a:pt x="2207893" y="158257"/>
                  <a:pt x="2207704" y="157879"/>
                </a:cubicBezTo>
                <a:cubicBezTo>
                  <a:pt x="2207515" y="157498"/>
                  <a:pt x="2207421" y="157081"/>
                  <a:pt x="2207421" y="156627"/>
                </a:cubicBezTo>
                <a:lnTo>
                  <a:pt x="2207421" y="53803"/>
                </a:lnTo>
                <a:cubicBezTo>
                  <a:pt x="2207421" y="53349"/>
                  <a:pt x="2207515" y="52933"/>
                  <a:pt x="2207704" y="52554"/>
                </a:cubicBezTo>
                <a:cubicBezTo>
                  <a:pt x="2207893" y="52174"/>
                  <a:pt x="2208253" y="51851"/>
                  <a:pt x="2208783" y="51586"/>
                </a:cubicBezTo>
                <a:cubicBezTo>
                  <a:pt x="2209312" y="51321"/>
                  <a:pt x="2209974" y="51132"/>
                  <a:pt x="2210769" y="51018"/>
                </a:cubicBezTo>
                <a:cubicBezTo>
                  <a:pt x="2211563" y="50905"/>
                  <a:pt x="2212604" y="50848"/>
                  <a:pt x="2213890" y="50848"/>
                </a:cubicBezTo>
                <a:cubicBezTo>
                  <a:pt x="2215176" y="50848"/>
                  <a:pt x="2216236" y="50905"/>
                  <a:pt x="2217068" y="51018"/>
                </a:cubicBezTo>
                <a:cubicBezTo>
                  <a:pt x="2217900" y="51132"/>
                  <a:pt x="2218544" y="51321"/>
                  <a:pt x="2218998" y="51586"/>
                </a:cubicBezTo>
                <a:cubicBezTo>
                  <a:pt x="2219452" y="51851"/>
                  <a:pt x="2219773" y="52174"/>
                  <a:pt x="2219962" y="52554"/>
                </a:cubicBezTo>
                <a:cubicBezTo>
                  <a:pt x="2220151" y="52933"/>
                  <a:pt x="2220246" y="53349"/>
                  <a:pt x="2220246" y="53803"/>
                </a:cubicBezTo>
                <a:lnTo>
                  <a:pt x="2220246" y="68345"/>
                </a:lnTo>
                <a:cubicBezTo>
                  <a:pt x="2226148" y="61795"/>
                  <a:pt x="2231747" y="57053"/>
                  <a:pt x="2237044" y="54118"/>
                </a:cubicBezTo>
                <a:cubicBezTo>
                  <a:pt x="2242341" y="51182"/>
                  <a:pt x="2247600" y="49713"/>
                  <a:pt x="2252821" y="49713"/>
                </a:cubicBezTo>
                <a:cubicBezTo>
                  <a:pt x="2257134" y="49713"/>
                  <a:pt x="2260974" y="50222"/>
                  <a:pt x="2264341" y="51238"/>
                </a:cubicBezTo>
                <a:cubicBezTo>
                  <a:pt x="2267708" y="52255"/>
                  <a:pt x="2270678" y="53687"/>
                  <a:pt x="2273251" y="55534"/>
                </a:cubicBezTo>
                <a:cubicBezTo>
                  <a:pt x="2275823" y="57378"/>
                  <a:pt x="2278018" y="59582"/>
                  <a:pt x="2279834" y="62145"/>
                </a:cubicBezTo>
                <a:cubicBezTo>
                  <a:pt x="2281650" y="64706"/>
                  <a:pt x="2283125" y="67530"/>
                  <a:pt x="2284260" y="70619"/>
                </a:cubicBezTo>
                <a:cubicBezTo>
                  <a:pt x="2287817" y="66700"/>
                  <a:pt x="2291165" y="63404"/>
                  <a:pt x="2294305" y="60730"/>
                </a:cubicBezTo>
                <a:cubicBezTo>
                  <a:pt x="2297445" y="58055"/>
                  <a:pt x="2300434" y="55908"/>
                  <a:pt x="2303272" y="54289"/>
                </a:cubicBezTo>
                <a:cubicBezTo>
                  <a:pt x="2306109" y="52669"/>
                  <a:pt x="2308852" y="51502"/>
                  <a:pt x="2311500" y="50788"/>
                </a:cubicBezTo>
                <a:cubicBezTo>
                  <a:pt x="2314149" y="50071"/>
                  <a:pt x="2316759" y="49713"/>
                  <a:pt x="2319332" y="49713"/>
                </a:cubicBezTo>
                <a:cubicBezTo>
                  <a:pt x="2325764" y="49713"/>
                  <a:pt x="2331193" y="50848"/>
                  <a:pt x="2335619" y="53118"/>
                </a:cubicBezTo>
                <a:cubicBezTo>
                  <a:pt x="2340046" y="55388"/>
                  <a:pt x="2343602" y="58453"/>
                  <a:pt x="2346288" y="62312"/>
                </a:cubicBezTo>
                <a:cubicBezTo>
                  <a:pt x="2348974" y="66171"/>
                  <a:pt x="2350904" y="70673"/>
                  <a:pt x="2352077" y="75818"/>
                </a:cubicBezTo>
                <a:cubicBezTo>
                  <a:pt x="2353250" y="80964"/>
                  <a:pt x="2353836" y="86412"/>
                  <a:pt x="2353836" y="92162"/>
                </a:cubicBezTo>
                <a:lnTo>
                  <a:pt x="2353836" y="156631"/>
                </a:lnTo>
                <a:close/>
                <a:moveTo>
                  <a:pt x="2466966" y="156631"/>
                </a:moveTo>
                <a:cubicBezTo>
                  <a:pt x="2466966" y="157387"/>
                  <a:pt x="2466720" y="157974"/>
                  <a:pt x="2466228" y="158390"/>
                </a:cubicBezTo>
                <a:cubicBezTo>
                  <a:pt x="2465736" y="158806"/>
                  <a:pt x="2465093" y="159109"/>
                  <a:pt x="2464299" y="159298"/>
                </a:cubicBezTo>
                <a:cubicBezTo>
                  <a:pt x="2463504" y="159487"/>
                  <a:pt x="2462426" y="159582"/>
                  <a:pt x="2461064" y="159582"/>
                </a:cubicBezTo>
                <a:cubicBezTo>
                  <a:pt x="2459777" y="159582"/>
                  <a:pt x="2458680" y="159487"/>
                  <a:pt x="2457772" y="159298"/>
                </a:cubicBezTo>
                <a:cubicBezTo>
                  <a:pt x="2456864" y="159109"/>
                  <a:pt x="2456164" y="158806"/>
                  <a:pt x="2455673" y="158390"/>
                </a:cubicBezTo>
                <a:cubicBezTo>
                  <a:pt x="2455181" y="157974"/>
                  <a:pt x="2454935" y="157387"/>
                  <a:pt x="2454935" y="156631"/>
                </a:cubicBezTo>
                <a:lnTo>
                  <a:pt x="2454935" y="145167"/>
                </a:lnTo>
                <a:cubicBezTo>
                  <a:pt x="2450319" y="150161"/>
                  <a:pt x="2445230" y="154039"/>
                  <a:pt x="2439669" y="156801"/>
                </a:cubicBezTo>
                <a:cubicBezTo>
                  <a:pt x="2434107" y="159563"/>
                  <a:pt x="2428338" y="160944"/>
                  <a:pt x="2422360" y="160944"/>
                </a:cubicBezTo>
                <a:cubicBezTo>
                  <a:pt x="2416988" y="160944"/>
                  <a:pt x="2412164" y="160244"/>
                  <a:pt x="2407889" y="158844"/>
                </a:cubicBezTo>
                <a:cubicBezTo>
                  <a:pt x="2403614" y="157444"/>
                  <a:pt x="2400001" y="155439"/>
                  <a:pt x="2397050" y="152828"/>
                </a:cubicBezTo>
                <a:cubicBezTo>
                  <a:pt x="2394099" y="150218"/>
                  <a:pt x="2391829" y="147059"/>
                  <a:pt x="2390240" y="143351"/>
                </a:cubicBezTo>
                <a:cubicBezTo>
                  <a:pt x="2388651" y="139643"/>
                  <a:pt x="2387856" y="135482"/>
                  <a:pt x="2387856" y="130866"/>
                </a:cubicBezTo>
                <a:cubicBezTo>
                  <a:pt x="2387856" y="125191"/>
                  <a:pt x="2389029" y="120254"/>
                  <a:pt x="2391375" y="116054"/>
                </a:cubicBezTo>
                <a:cubicBezTo>
                  <a:pt x="2393720" y="111855"/>
                  <a:pt x="2397050" y="108355"/>
                  <a:pt x="2401363" y="105555"/>
                </a:cubicBezTo>
                <a:cubicBezTo>
                  <a:pt x="2405676" y="102756"/>
                  <a:pt x="2410859" y="100656"/>
                  <a:pt x="2416912" y="99256"/>
                </a:cubicBezTo>
                <a:cubicBezTo>
                  <a:pt x="2422965" y="97856"/>
                  <a:pt x="2429700" y="97156"/>
                  <a:pt x="2437115" y="97156"/>
                </a:cubicBezTo>
                <a:lnTo>
                  <a:pt x="2453459" y="97156"/>
                </a:lnTo>
                <a:lnTo>
                  <a:pt x="2453459" y="88275"/>
                </a:lnTo>
                <a:cubicBezTo>
                  <a:pt x="2453459" y="83872"/>
                  <a:pt x="2453005" y="79982"/>
                  <a:pt x="2452097" y="76606"/>
                </a:cubicBezTo>
                <a:cubicBezTo>
                  <a:pt x="2451189" y="73227"/>
                  <a:pt x="2449714" y="70399"/>
                  <a:pt x="2447671" y="68122"/>
                </a:cubicBezTo>
                <a:cubicBezTo>
                  <a:pt x="2445628" y="65844"/>
                  <a:pt x="2442979" y="64137"/>
                  <a:pt x="2439726" y="63000"/>
                </a:cubicBezTo>
                <a:cubicBezTo>
                  <a:pt x="2436472" y="61860"/>
                  <a:pt x="2432500" y="61290"/>
                  <a:pt x="2427808" y="61290"/>
                </a:cubicBezTo>
                <a:cubicBezTo>
                  <a:pt x="2423268" y="61290"/>
                  <a:pt x="2419182" y="61839"/>
                  <a:pt x="2415550" y="62936"/>
                </a:cubicBezTo>
                <a:cubicBezTo>
                  <a:pt x="2411918" y="64033"/>
                  <a:pt x="2408740" y="65263"/>
                  <a:pt x="2406016" y="66625"/>
                </a:cubicBezTo>
                <a:cubicBezTo>
                  <a:pt x="2403292" y="67987"/>
                  <a:pt x="2401041" y="69216"/>
                  <a:pt x="2399263" y="70314"/>
                </a:cubicBezTo>
                <a:cubicBezTo>
                  <a:pt x="2397485" y="71411"/>
                  <a:pt x="2396217" y="71959"/>
                  <a:pt x="2395461" y="71959"/>
                </a:cubicBezTo>
                <a:cubicBezTo>
                  <a:pt x="2395007" y="71959"/>
                  <a:pt x="2394590" y="71884"/>
                  <a:pt x="2394212" y="71732"/>
                </a:cubicBezTo>
                <a:cubicBezTo>
                  <a:pt x="2393834" y="71579"/>
                  <a:pt x="2393512" y="71292"/>
                  <a:pt x="2393247" y="70874"/>
                </a:cubicBezTo>
                <a:cubicBezTo>
                  <a:pt x="2392982" y="70453"/>
                  <a:pt x="2392793" y="69919"/>
                  <a:pt x="2392680" y="69271"/>
                </a:cubicBezTo>
                <a:cubicBezTo>
                  <a:pt x="2392566" y="68620"/>
                  <a:pt x="2392510" y="67838"/>
                  <a:pt x="2392510" y="66923"/>
                </a:cubicBezTo>
                <a:cubicBezTo>
                  <a:pt x="2392510" y="65320"/>
                  <a:pt x="2392623" y="64041"/>
                  <a:pt x="2392850" y="63089"/>
                </a:cubicBezTo>
                <a:cubicBezTo>
                  <a:pt x="2393077" y="62133"/>
                  <a:pt x="2393663" y="61179"/>
                  <a:pt x="2394609" y="60226"/>
                </a:cubicBezTo>
                <a:cubicBezTo>
                  <a:pt x="2395555" y="59271"/>
                  <a:pt x="2397239" y="58158"/>
                  <a:pt x="2399660" y="56889"/>
                </a:cubicBezTo>
                <a:cubicBezTo>
                  <a:pt x="2402081" y="55616"/>
                  <a:pt x="2404862" y="54439"/>
                  <a:pt x="2408002" y="53356"/>
                </a:cubicBezTo>
                <a:cubicBezTo>
                  <a:pt x="2411143" y="52273"/>
                  <a:pt x="2414529" y="51396"/>
                  <a:pt x="2418161" y="50724"/>
                </a:cubicBezTo>
                <a:cubicBezTo>
                  <a:pt x="2421793" y="50050"/>
                  <a:pt x="2425425" y="49713"/>
                  <a:pt x="2429057" y="49713"/>
                </a:cubicBezTo>
                <a:cubicBezTo>
                  <a:pt x="2436094" y="49713"/>
                  <a:pt x="2442034" y="50564"/>
                  <a:pt x="2446876" y="52267"/>
                </a:cubicBezTo>
                <a:cubicBezTo>
                  <a:pt x="2451719" y="53969"/>
                  <a:pt x="2455635" y="56410"/>
                  <a:pt x="2458624" y="59588"/>
                </a:cubicBezTo>
                <a:cubicBezTo>
                  <a:pt x="2461612" y="62766"/>
                  <a:pt x="2463750" y="66682"/>
                  <a:pt x="2465036" y="71335"/>
                </a:cubicBezTo>
                <a:cubicBezTo>
                  <a:pt x="2466323" y="75989"/>
                  <a:pt x="2466966" y="81266"/>
                  <a:pt x="2466966" y="87168"/>
                </a:cubicBezTo>
                <a:lnTo>
                  <a:pt x="2466966" y="156631"/>
                </a:lnTo>
                <a:moveTo>
                  <a:pt x="2453459" y="108279"/>
                </a:moveTo>
                <a:lnTo>
                  <a:pt x="2434732" y="108279"/>
                </a:lnTo>
                <a:cubicBezTo>
                  <a:pt x="2429284" y="108279"/>
                  <a:pt x="2424517" y="108771"/>
                  <a:pt x="2420431" y="109755"/>
                </a:cubicBezTo>
                <a:cubicBezTo>
                  <a:pt x="2416345" y="110739"/>
                  <a:pt x="2412940" y="112176"/>
                  <a:pt x="2410216" y="114068"/>
                </a:cubicBezTo>
                <a:cubicBezTo>
                  <a:pt x="2407492" y="115960"/>
                  <a:pt x="2405467" y="118230"/>
                  <a:pt x="2404143" y="120878"/>
                </a:cubicBezTo>
                <a:cubicBezTo>
                  <a:pt x="2402819" y="123526"/>
                  <a:pt x="2402157" y="126553"/>
                  <a:pt x="2402157" y="129958"/>
                </a:cubicBezTo>
                <a:cubicBezTo>
                  <a:pt x="2402157" y="135860"/>
                  <a:pt x="2404030" y="140570"/>
                  <a:pt x="2407775" y="144089"/>
                </a:cubicBezTo>
                <a:cubicBezTo>
                  <a:pt x="2411521" y="147607"/>
                  <a:pt x="2416799" y="149367"/>
                  <a:pt x="2423609" y="149367"/>
                </a:cubicBezTo>
                <a:cubicBezTo>
                  <a:pt x="2428981" y="149367"/>
                  <a:pt x="2433994" y="147986"/>
                  <a:pt x="2438647" y="145224"/>
                </a:cubicBezTo>
                <a:cubicBezTo>
                  <a:pt x="2443301" y="142462"/>
                  <a:pt x="2448238" y="138206"/>
                  <a:pt x="2453459" y="132455"/>
                </a:cubicBezTo>
                <a:lnTo>
                  <a:pt x="2453459" y="108279"/>
                </a:lnTo>
                <a:close/>
                <a:moveTo>
                  <a:pt x="2518694" y="156631"/>
                </a:moveTo>
                <a:cubicBezTo>
                  <a:pt x="2518694" y="157085"/>
                  <a:pt x="2518580" y="157501"/>
                  <a:pt x="2518353" y="157879"/>
                </a:cubicBezTo>
                <a:cubicBezTo>
                  <a:pt x="2518126" y="158257"/>
                  <a:pt x="2517767" y="158560"/>
                  <a:pt x="2517275" y="158787"/>
                </a:cubicBezTo>
                <a:cubicBezTo>
                  <a:pt x="2516783" y="159014"/>
                  <a:pt x="2516102" y="159203"/>
                  <a:pt x="2515232" y="159355"/>
                </a:cubicBezTo>
                <a:cubicBezTo>
                  <a:pt x="2514362" y="159506"/>
                  <a:pt x="2513246" y="159582"/>
                  <a:pt x="2511884" y="159582"/>
                </a:cubicBezTo>
                <a:cubicBezTo>
                  <a:pt x="2510597" y="159582"/>
                  <a:pt x="2509519" y="159506"/>
                  <a:pt x="2508649" y="159355"/>
                </a:cubicBezTo>
                <a:cubicBezTo>
                  <a:pt x="2507779" y="159203"/>
                  <a:pt x="2507079" y="159014"/>
                  <a:pt x="2506549" y="158787"/>
                </a:cubicBezTo>
                <a:cubicBezTo>
                  <a:pt x="2506020" y="158560"/>
                  <a:pt x="2505660" y="158257"/>
                  <a:pt x="2505471" y="157879"/>
                </a:cubicBezTo>
                <a:cubicBezTo>
                  <a:pt x="2505282" y="157501"/>
                  <a:pt x="2505187" y="157085"/>
                  <a:pt x="2505187" y="156631"/>
                </a:cubicBezTo>
                <a:lnTo>
                  <a:pt x="2505187" y="3632"/>
                </a:lnTo>
                <a:cubicBezTo>
                  <a:pt x="2505187" y="3178"/>
                  <a:pt x="2505282" y="2762"/>
                  <a:pt x="2505471" y="2384"/>
                </a:cubicBezTo>
                <a:cubicBezTo>
                  <a:pt x="2505660" y="2005"/>
                  <a:pt x="2506020" y="1684"/>
                  <a:pt x="2506549" y="1419"/>
                </a:cubicBezTo>
                <a:cubicBezTo>
                  <a:pt x="2507079" y="1154"/>
                  <a:pt x="2507779" y="965"/>
                  <a:pt x="2508649" y="851"/>
                </a:cubicBezTo>
                <a:cubicBezTo>
                  <a:pt x="2509519" y="738"/>
                  <a:pt x="2510597" y="681"/>
                  <a:pt x="2511884" y="681"/>
                </a:cubicBezTo>
                <a:cubicBezTo>
                  <a:pt x="2513246" y="681"/>
                  <a:pt x="2514362" y="738"/>
                  <a:pt x="2515232" y="851"/>
                </a:cubicBezTo>
                <a:cubicBezTo>
                  <a:pt x="2516102" y="965"/>
                  <a:pt x="2516783" y="1154"/>
                  <a:pt x="2517275" y="1419"/>
                </a:cubicBezTo>
                <a:cubicBezTo>
                  <a:pt x="2517767" y="1684"/>
                  <a:pt x="2518126" y="2005"/>
                  <a:pt x="2518353" y="2384"/>
                </a:cubicBezTo>
                <a:cubicBezTo>
                  <a:pt x="2518580" y="2762"/>
                  <a:pt x="2518694" y="3178"/>
                  <a:pt x="2518694" y="3632"/>
                </a:cubicBezTo>
                <a:lnTo>
                  <a:pt x="2518694" y="156631"/>
                </a:lnTo>
                <a:close/>
                <a:moveTo>
                  <a:pt x="2573783" y="156627"/>
                </a:moveTo>
                <a:cubicBezTo>
                  <a:pt x="2573783" y="157081"/>
                  <a:pt x="2573670" y="157498"/>
                  <a:pt x="2573443" y="157879"/>
                </a:cubicBezTo>
                <a:cubicBezTo>
                  <a:pt x="2573216" y="158257"/>
                  <a:pt x="2572857" y="158560"/>
                  <a:pt x="2572365" y="158787"/>
                </a:cubicBezTo>
                <a:cubicBezTo>
                  <a:pt x="2571873" y="159014"/>
                  <a:pt x="2571192" y="159203"/>
                  <a:pt x="2570322" y="159355"/>
                </a:cubicBezTo>
                <a:cubicBezTo>
                  <a:pt x="2569452" y="159506"/>
                  <a:pt x="2568335" y="159582"/>
                  <a:pt x="2566973" y="159582"/>
                </a:cubicBezTo>
                <a:cubicBezTo>
                  <a:pt x="2565687" y="159582"/>
                  <a:pt x="2564609" y="159506"/>
                  <a:pt x="2563739" y="159355"/>
                </a:cubicBezTo>
                <a:cubicBezTo>
                  <a:pt x="2562869" y="159203"/>
                  <a:pt x="2562169" y="159014"/>
                  <a:pt x="2561639" y="158787"/>
                </a:cubicBezTo>
                <a:cubicBezTo>
                  <a:pt x="2561109" y="158560"/>
                  <a:pt x="2560750" y="158257"/>
                  <a:pt x="2560561" y="157879"/>
                </a:cubicBezTo>
                <a:cubicBezTo>
                  <a:pt x="2560371" y="157498"/>
                  <a:pt x="2560277" y="157081"/>
                  <a:pt x="2560277" y="156627"/>
                </a:cubicBezTo>
                <a:lnTo>
                  <a:pt x="2560277" y="53803"/>
                </a:lnTo>
                <a:cubicBezTo>
                  <a:pt x="2560277" y="53349"/>
                  <a:pt x="2560371" y="52933"/>
                  <a:pt x="2560561" y="52554"/>
                </a:cubicBezTo>
                <a:cubicBezTo>
                  <a:pt x="2560750" y="52174"/>
                  <a:pt x="2561109" y="51851"/>
                  <a:pt x="2561639" y="51586"/>
                </a:cubicBezTo>
                <a:cubicBezTo>
                  <a:pt x="2562169" y="51321"/>
                  <a:pt x="2562869" y="51132"/>
                  <a:pt x="2563739" y="51018"/>
                </a:cubicBezTo>
                <a:cubicBezTo>
                  <a:pt x="2564609" y="50905"/>
                  <a:pt x="2565687" y="50848"/>
                  <a:pt x="2566973" y="50848"/>
                </a:cubicBezTo>
                <a:cubicBezTo>
                  <a:pt x="2568335" y="50848"/>
                  <a:pt x="2569452" y="50905"/>
                  <a:pt x="2570322" y="51018"/>
                </a:cubicBezTo>
                <a:cubicBezTo>
                  <a:pt x="2571192" y="51132"/>
                  <a:pt x="2571873" y="51321"/>
                  <a:pt x="2572365" y="51586"/>
                </a:cubicBezTo>
                <a:cubicBezTo>
                  <a:pt x="2572857" y="51851"/>
                  <a:pt x="2573216" y="52174"/>
                  <a:pt x="2573443" y="52554"/>
                </a:cubicBezTo>
                <a:cubicBezTo>
                  <a:pt x="2573670" y="52933"/>
                  <a:pt x="2573783" y="53349"/>
                  <a:pt x="2573783" y="53803"/>
                </a:cubicBezTo>
                <a:lnTo>
                  <a:pt x="2573783" y="156627"/>
                </a:lnTo>
                <a:moveTo>
                  <a:pt x="2575826" y="19011"/>
                </a:moveTo>
                <a:cubicBezTo>
                  <a:pt x="2575826" y="22665"/>
                  <a:pt x="2575183" y="25139"/>
                  <a:pt x="2573897" y="26435"/>
                </a:cubicBezTo>
                <a:cubicBezTo>
                  <a:pt x="2572611" y="27728"/>
                  <a:pt x="2570265" y="28375"/>
                  <a:pt x="2566860" y="28375"/>
                </a:cubicBezTo>
                <a:cubicBezTo>
                  <a:pt x="2563531" y="28375"/>
                  <a:pt x="2561242" y="27747"/>
                  <a:pt x="2559993" y="26492"/>
                </a:cubicBezTo>
                <a:cubicBezTo>
                  <a:pt x="2558745" y="25236"/>
                  <a:pt x="2558120" y="22780"/>
                  <a:pt x="2558120" y="19125"/>
                </a:cubicBezTo>
                <a:cubicBezTo>
                  <a:pt x="2558120" y="15472"/>
                  <a:pt x="2558764" y="12998"/>
                  <a:pt x="2560050" y="11705"/>
                </a:cubicBezTo>
                <a:cubicBezTo>
                  <a:pt x="2561336" y="10409"/>
                  <a:pt x="2563682" y="9761"/>
                  <a:pt x="2567087" y="9761"/>
                </a:cubicBezTo>
                <a:cubicBezTo>
                  <a:pt x="2570416" y="9761"/>
                  <a:pt x="2572705" y="10389"/>
                  <a:pt x="2573954" y="11644"/>
                </a:cubicBezTo>
                <a:cubicBezTo>
                  <a:pt x="2575202" y="12900"/>
                  <a:pt x="2575826" y="15356"/>
                  <a:pt x="2575826" y="19011"/>
                </a:cubicBezTo>
                <a:close/>
                <a:moveTo>
                  <a:pt x="2676175" y="141535"/>
                </a:moveTo>
                <a:cubicBezTo>
                  <a:pt x="2676175" y="142443"/>
                  <a:pt x="2676137" y="143256"/>
                  <a:pt x="2676061" y="143975"/>
                </a:cubicBezTo>
                <a:cubicBezTo>
                  <a:pt x="2675986" y="144694"/>
                  <a:pt x="2675872" y="145318"/>
                  <a:pt x="2675721" y="145848"/>
                </a:cubicBezTo>
                <a:cubicBezTo>
                  <a:pt x="2675569" y="146378"/>
                  <a:pt x="2675361" y="146851"/>
                  <a:pt x="2675096" y="147267"/>
                </a:cubicBezTo>
                <a:cubicBezTo>
                  <a:pt x="2674832" y="147683"/>
                  <a:pt x="2674207" y="148383"/>
                  <a:pt x="2673224" y="149367"/>
                </a:cubicBezTo>
                <a:cubicBezTo>
                  <a:pt x="2672240" y="150350"/>
                  <a:pt x="2670594" y="151599"/>
                  <a:pt x="2668286" y="153112"/>
                </a:cubicBezTo>
                <a:cubicBezTo>
                  <a:pt x="2665979" y="154625"/>
                  <a:pt x="2663387" y="155950"/>
                  <a:pt x="2660512" y="157085"/>
                </a:cubicBezTo>
                <a:cubicBezTo>
                  <a:pt x="2657636" y="158220"/>
                  <a:pt x="2654534" y="159147"/>
                  <a:pt x="2651205" y="159865"/>
                </a:cubicBezTo>
                <a:cubicBezTo>
                  <a:pt x="2647875" y="160584"/>
                  <a:pt x="2644432" y="160944"/>
                  <a:pt x="2640876" y="160944"/>
                </a:cubicBezTo>
                <a:cubicBezTo>
                  <a:pt x="2633763" y="160944"/>
                  <a:pt x="2627464" y="159751"/>
                  <a:pt x="2621978" y="157365"/>
                </a:cubicBezTo>
                <a:cubicBezTo>
                  <a:pt x="2616492" y="154979"/>
                  <a:pt x="2611896" y="151457"/>
                  <a:pt x="2608188" y="146799"/>
                </a:cubicBezTo>
                <a:cubicBezTo>
                  <a:pt x="2604480" y="142140"/>
                  <a:pt x="2601662" y="136422"/>
                  <a:pt x="2599732" y="129642"/>
                </a:cubicBezTo>
                <a:cubicBezTo>
                  <a:pt x="2597803" y="122863"/>
                  <a:pt x="2596838" y="115042"/>
                  <a:pt x="2596838" y="106180"/>
                </a:cubicBezTo>
                <a:cubicBezTo>
                  <a:pt x="2596838" y="96182"/>
                  <a:pt x="2598030" y="87624"/>
                  <a:pt x="2600413" y="80504"/>
                </a:cubicBezTo>
                <a:cubicBezTo>
                  <a:pt x="2602797" y="73384"/>
                  <a:pt x="2606069" y="67552"/>
                  <a:pt x="2610231" y="63007"/>
                </a:cubicBezTo>
                <a:cubicBezTo>
                  <a:pt x="2614393" y="58462"/>
                  <a:pt x="2619254" y="55110"/>
                  <a:pt x="2624816" y="52951"/>
                </a:cubicBezTo>
                <a:cubicBezTo>
                  <a:pt x="2630377" y="50793"/>
                  <a:pt x="2636336" y="49713"/>
                  <a:pt x="2642692" y="49713"/>
                </a:cubicBezTo>
                <a:cubicBezTo>
                  <a:pt x="2646097" y="49713"/>
                  <a:pt x="2649351" y="50038"/>
                  <a:pt x="2652453" y="50689"/>
                </a:cubicBezTo>
                <a:cubicBezTo>
                  <a:pt x="2655555" y="51336"/>
                  <a:pt x="2658412" y="52195"/>
                  <a:pt x="2661022" y="53264"/>
                </a:cubicBezTo>
                <a:cubicBezTo>
                  <a:pt x="2663633" y="54330"/>
                  <a:pt x="2665960" y="55550"/>
                  <a:pt x="2668003" y="56924"/>
                </a:cubicBezTo>
                <a:cubicBezTo>
                  <a:pt x="2670046" y="58298"/>
                  <a:pt x="2671540" y="59462"/>
                  <a:pt x="2672486" y="60418"/>
                </a:cubicBezTo>
                <a:cubicBezTo>
                  <a:pt x="2673432" y="61371"/>
                  <a:pt x="2674075" y="62095"/>
                  <a:pt x="2674415" y="62592"/>
                </a:cubicBezTo>
                <a:cubicBezTo>
                  <a:pt x="2674756" y="63086"/>
                  <a:pt x="2675021" y="63636"/>
                  <a:pt x="2675210" y="64241"/>
                </a:cubicBezTo>
                <a:cubicBezTo>
                  <a:pt x="2675399" y="64847"/>
                  <a:pt x="2675532" y="65509"/>
                  <a:pt x="2675607" y="66228"/>
                </a:cubicBezTo>
                <a:cubicBezTo>
                  <a:pt x="2675683" y="66946"/>
                  <a:pt x="2675721" y="67798"/>
                  <a:pt x="2675721" y="68781"/>
                </a:cubicBezTo>
                <a:cubicBezTo>
                  <a:pt x="2675721" y="70976"/>
                  <a:pt x="2675399" y="72508"/>
                  <a:pt x="2674756" y="73378"/>
                </a:cubicBezTo>
                <a:cubicBezTo>
                  <a:pt x="2674113" y="74248"/>
                  <a:pt x="2673413" y="74683"/>
                  <a:pt x="2672656" y="74683"/>
                </a:cubicBezTo>
                <a:cubicBezTo>
                  <a:pt x="2671597" y="74683"/>
                  <a:pt x="2670292" y="73996"/>
                  <a:pt x="2668740" y="72623"/>
                </a:cubicBezTo>
                <a:cubicBezTo>
                  <a:pt x="2667189" y="71249"/>
                  <a:pt x="2665203" y="69741"/>
                  <a:pt x="2662782" y="68100"/>
                </a:cubicBezTo>
                <a:cubicBezTo>
                  <a:pt x="2660360" y="66459"/>
                  <a:pt x="2657428" y="64952"/>
                  <a:pt x="2653985" y="63578"/>
                </a:cubicBezTo>
                <a:cubicBezTo>
                  <a:pt x="2650543" y="62204"/>
                  <a:pt x="2646438" y="61517"/>
                  <a:pt x="2641671" y="61517"/>
                </a:cubicBezTo>
                <a:cubicBezTo>
                  <a:pt x="2631834" y="61517"/>
                  <a:pt x="2624248" y="65305"/>
                  <a:pt x="2618914" y="72881"/>
                </a:cubicBezTo>
                <a:cubicBezTo>
                  <a:pt x="2613579" y="80458"/>
                  <a:pt x="2610912" y="91406"/>
                  <a:pt x="2610912" y="105726"/>
                </a:cubicBezTo>
                <a:cubicBezTo>
                  <a:pt x="2610912" y="112923"/>
                  <a:pt x="2611631" y="119231"/>
                  <a:pt x="2613068" y="124648"/>
                </a:cubicBezTo>
                <a:cubicBezTo>
                  <a:pt x="2614506" y="130066"/>
                  <a:pt x="2616568" y="134574"/>
                  <a:pt x="2619254" y="138173"/>
                </a:cubicBezTo>
                <a:cubicBezTo>
                  <a:pt x="2621940" y="141772"/>
                  <a:pt x="2625213" y="144461"/>
                  <a:pt x="2629072" y="146242"/>
                </a:cubicBezTo>
                <a:cubicBezTo>
                  <a:pt x="2632931" y="148022"/>
                  <a:pt x="2637282" y="148913"/>
                  <a:pt x="2642125" y="148913"/>
                </a:cubicBezTo>
                <a:cubicBezTo>
                  <a:pt x="2646665" y="148913"/>
                  <a:pt x="2650675" y="148194"/>
                  <a:pt x="2654156" y="146756"/>
                </a:cubicBezTo>
                <a:cubicBezTo>
                  <a:pt x="2657636" y="145318"/>
                  <a:pt x="2660663" y="143729"/>
                  <a:pt x="2663236" y="141989"/>
                </a:cubicBezTo>
                <a:cubicBezTo>
                  <a:pt x="2665808" y="140249"/>
                  <a:pt x="2667946" y="138660"/>
                  <a:pt x="2669648" y="137222"/>
                </a:cubicBezTo>
                <a:cubicBezTo>
                  <a:pt x="2671351" y="135784"/>
                  <a:pt x="2672618" y="135066"/>
                  <a:pt x="2673451" y="135066"/>
                </a:cubicBezTo>
                <a:cubicBezTo>
                  <a:pt x="2673905" y="135066"/>
                  <a:pt x="2674302" y="135198"/>
                  <a:pt x="2674642" y="135463"/>
                </a:cubicBezTo>
                <a:cubicBezTo>
                  <a:pt x="2674983" y="135728"/>
                  <a:pt x="2675267" y="136144"/>
                  <a:pt x="2675494" y="136711"/>
                </a:cubicBezTo>
                <a:cubicBezTo>
                  <a:pt x="2675721" y="137279"/>
                  <a:pt x="2675891" y="137960"/>
                  <a:pt x="2676004" y="138754"/>
                </a:cubicBezTo>
                <a:cubicBezTo>
                  <a:pt x="2676118" y="139549"/>
                  <a:pt x="2676175" y="140476"/>
                  <a:pt x="2676175" y="141535"/>
                </a:cubicBezTo>
                <a:close/>
                <a:moveTo>
                  <a:pt x="2716738" y="156627"/>
                </a:moveTo>
                <a:cubicBezTo>
                  <a:pt x="2716738" y="157081"/>
                  <a:pt x="2716625" y="157498"/>
                  <a:pt x="2716398" y="157879"/>
                </a:cubicBezTo>
                <a:cubicBezTo>
                  <a:pt x="2716171" y="158257"/>
                  <a:pt x="2715812" y="158560"/>
                  <a:pt x="2715320" y="158787"/>
                </a:cubicBezTo>
                <a:cubicBezTo>
                  <a:pt x="2714828" y="159014"/>
                  <a:pt x="2714147" y="159203"/>
                  <a:pt x="2713277" y="159355"/>
                </a:cubicBezTo>
                <a:cubicBezTo>
                  <a:pt x="2712407" y="159506"/>
                  <a:pt x="2711290" y="159582"/>
                  <a:pt x="2709928" y="159582"/>
                </a:cubicBezTo>
                <a:cubicBezTo>
                  <a:pt x="2708642" y="159582"/>
                  <a:pt x="2707564" y="159506"/>
                  <a:pt x="2706694" y="159355"/>
                </a:cubicBezTo>
                <a:cubicBezTo>
                  <a:pt x="2705824" y="159203"/>
                  <a:pt x="2705124" y="159014"/>
                  <a:pt x="2704594" y="158787"/>
                </a:cubicBezTo>
                <a:cubicBezTo>
                  <a:pt x="2704064" y="158560"/>
                  <a:pt x="2703705" y="158257"/>
                  <a:pt x="2703516" y="157879"/>
                </a:cubicBezTo>
                <a:cubicBezTo>
                  <a:pt x="2703327" y="157498"/>
                  <a:pt x="2703232" y="157081"/>
                  <a:pt x="2703232" y="156627"/>
                </a:cubicBezTo>
                <a:lnTo>
                  <a:pt x="2703232" y="53803"/>
                </a:lnTo>
                <a:cubicBezTo>
                  <a:pt x="2703232" y="53349"/>
                  <a:pt x="2703327" y="52933"/>
                  <a:pt x="2703516" y="52554"/>
                </a:cubicBezTo>
                <a:cubicBezTo>
                  <a:pt x="2703705" y="52174"/>
                  <a:pt x="2704064" y="51851"/>
                  <a:pt x="2704594" y="51586"/>
                </a:cubicBezTo>
                <a:cubicBezTo>
                  <a:pt x="2705124" y="51321"/>
                  <a:pt x="2705824" y="51132"/>
                  <a:pt x="2706694" y="51018"/>
                </a:cubicBezTo>
                <a:cubicBezTo>
                  <a:pt x="2707564" y="50905"/>
                  <a:pt x="2708642" y="50848"/>
                  <a:pt x="2709928" y="50848"/>
                </a:cubicBezTo>
                <a:cubicBezTo>
                  <a:pt x="2711290" y="50848"/>
                  <a:pt x="2712407" y="50905"/>
                  <a:pt x="2713277" y="51018"/>
                </a:cubicBezTo>
                <a:cubicBezTo>
                  <a:pt x="2714147" y="51132"/>
                  <a:pt x="2714828" y="51321"/>
                  <a:pt x="2715320" y="51586"/>
                </a:cubicBezTo>
                <a:cubicBezTo>
                  <a:pt x="2715812" y="51851"/>
                  <a:pt x="2716171" y="52174"/>
                  <a:pt x="2716398" y="52554"/>
                </a:cubicBezTo>
                <a:cubicBezTo>
                  <a:pt x="2716625" y="52933"/>
                  <a:pt x="2716738" y="53349"/>
                  <a:pt x="2716738" y="53803"/>
                </a:cubicBezTo>
                <a:lnTo>
                  <a:pt x="2716738" y="156627"/>
                </a:lnTo>
                <a:moveTo>
                  <a:pt x="2718781" y="19011"/>
                </a:moveTo>
                <a:cubicBezTo>
                  <a:pt x="2718781" y="22665"/>
                  <a:pt x="2718138" y="25139"/>
                  <a:pt x="2716852" y="26435"/>
                </a:cubicBezTo>
                <a:cubicBezTo>
                  <a:pt x="2715566" y="27728"/>
                  <a:pt x="2713220" y="28375"/>
                  <a:pt x="2709815" y="28375"/>
                </a:cubicBezTo>
                <a:cubicBezTo>
                  <a:pt x="2706486" y="28375"/>
                  <a:pt x="2704197" y="27747"/>
                  <a:pt x="2702948" y="26492"/>
                </a:cubicBezTo>
                <a:cubicBezTo>
                  <a:pt x="2701700" y="25236"/>
                  <a:pt x="2701075" y="22780"/>
                  <a:pt x="2701075" y="19125"/>
                </a:cubicBezTo>
                <a:cubicBezTo>
                  <a:pt x="2701075" y="15472"/>
                  <a:pt x="2701719" y="12998"/>
                  <a:pt x="2703005" y="11705"/>
                </a:cubicBezTo>
                <a:cubicBezTo>
                  <a:pt x="2704291" y="10409"/>
                  <a:pt x="2706637" y="9761"/>
                  <a:pt x="2710042" y="9761"/>
                </a:cubicBezTo>
                <a:cubicBezTo>
                  <a:pt x="2713371" y="9761"/>
                  <a:pt x="2715660" y="10389"/>
                  <a:pt x="2716909" y="11644"/>
                </a:cubicBezTo>
                <a:cubicBezTo>
                  <a:pt x="2718157" y="12900"/>
                  <a:pt x="2718781" y="15356"/>
                  <a:pt x="2718781" y="19011"/>
                </a:cubicBezTo>
                <a:close/>
                <a:moveTo>
                  <a:pt x="2849934" y="104250"/>
                </a:moveTo>
                <a:cubicBezTo>
                  <a:pt x="2849934" y="112429"/>
                  <a:pt x="2848875" y="119965"/>
                  <a:pt x="2846756" y="126858"/>
                </a:cubicBezTo>
                <a:cubicBezTo>
                  <a:pt x="2844638" y="133751"/>
                  <a:pt x="2841479" y="139736"/>
                  <a:pt x="2837279" y="144812"/>
                </a:cubicBezTo>
                <a:cubicBezTo>
                  <a:pt x="2833080" y="149887"/>
                  <a:pt x="2827840" y="153844"/>
                  <a:pt x="2821559" y="156684"/>
                </a:cubicBezTo>
                <a:cubicBezTo>
                  <a:pt x="2815279" y="159524"/>
                  <a:pt x="2807977" y="160944"/>
                  <a:pt x="2799654" y="160944"/>
                </a:cubicBezTo>
                <a:cubicBezTo>
                  <a:pt x="2791633" y="160944"/>
                  <a:pt x="2784615" y="159675"/>
                  <a:pt x="2778599" y="157138"/>
                </a:cubicBezTo>
                <a:cubicBezTo>
                  <a:pt x="2772584" y="154601"/>
                  <a:pt x="2767552" y="150965"/>
                  <a:pt x="2763504" y="146231"/>
                </a:cubicBezTo>
                <a:cubicBezTo>
                  <a:pt x="2759456" y="141497"/>
                  <a:pt x="2756429" y="135760"/>
                  <a:pt x="2754424" y="129018"/>
                </a:cubicBezTo>
                <a:cubicBezTo>
                  <a:pt x="2752419" y="122277"/>
                  <a:pt x="2751416" y="114664"/>
                  <a:pt x="2751416" y="106180"/>
                </a:cubicBezTo>
                <a:cubicBezTo>
                  <a:pt x="2751416" y="98001"/>
                  <a:pt x="2752457" y="90465"/>
                  <a:pt x="2754537" y="83572"/>
                </a:cubicBezTo>
                <a:cubicBezTo>
                  <a:pt x="2756618" y="76679"/>
                  <a:pt x="2759758" y="70714"/>
                  <a:pt x="2763958" y="65678"/>
                </a:cubicBezTo>
                <a:cubicBezTo>
                  <a:pt x="2768157" y="60639"/>
                  <a:pt x="2773397" y="56718"/>
                  <a:pt x="2779678" y="53916"/>
                </a:cubicBezTo>
                <a:cubicBezTo>
                  <a:pt x="2785958" y="51114"/>
                  <a:pt x="2793298" y="49713"/>
                  <a:pt x="2801697" y="49713"/>
                </a:cubicBezTo>
                <a:cubicBezTo>
                  <a:pt x="2809717" y="49713"/>
                  <a:pt x="2816736" y="50963"/>
                  <a:pt x="2822751" y="53462"/>
                </a:cubicBezTo>
                <a:cubicBezTo>
                  <a:pt x="2828767" y="55962"/>
                  <a:pt x="2833780" y="59578"/>
                  <a:pt x="2837790" y="64312"/>
                </a:cubicBezTo>
                <a:cubicBezTo>
                  <a:pt x="2841800" y="69046"/>
                  <a:pt x="2844827" y="74784"/>
                  <a:pt x="2846870" y="81525"/>
                </a:cubicBezTo>
                <a:cubicBezTo>
                  <a:pt x="2848913" y="88267"/>
                  <a:pt x="2849934" y="95842"/>
                  <a:pt x="2849934" y="104250"/>
                </a:cubicBezTo>
                <a:moveTo>
                  <a:pt x="2835633" y="105499"/>
                </a:moveTo>
                <a:cubicBezTo>
                  <a:pt x="2835633" y="99665"/>
                  <a:pt x="2835066" y="94097"/>
                  <a:pt x="2833931" y="88793"/>
                </a:cubicBezTo>
                <a:cubicBezTo>
                  <a:pt x="2832796" y="83489"/>
                  <a:pt x="2830904" y="78811"/>
                  <a:pt x="2828256" y="74758"/>
                </a:cubicBezTo>
                <a:cubicBezTo>
                  <a:pt x="2825608" y="70705"/>
                  <a:pt x="2822051" y="67485"/>
                  <a:pt x="2817587" y="65100"/>
                </a:cubicBezTo>
                <a:cubicBezTo>
                  <a:pt x="2813122" y="62711"/>
                  <a:pt x="2807561" y="61517"/>
                  <a:pt x="2800902" y="61517"/>
                </a:cubicBezTo>
                <a:cubicBezTo>
                  <a:pt x="2794773" y="61517"/>
                  <a:pt x="2789477" y="62616"/>
                  <a:pt x="2785012" y="64812"/>
                </a:cubicBezTo>
                <a:cubicBezTo>
                  <a:pt x="2780548" y="67009"/>
                  <a:pt x="2776897" y="70059"/>
                  <a:pt x="2774059" y="73963"/>
                </a:cubicBezTo>
                <a:cubicBezTo>
                  <a:pt x="2771222" y="77865"/>
                  <a:pt x="2769122" y="82468"/>
                  <a:pt x="2767760" y="87771"/>
                </a:cubicBezTo>
                <a:cubicBezTo>
                  <a:pt x="2766398" y="93075"/>
                  <a:pt x="2765717" y="98795"/>
                  <a:pt x="2765717" y="104931"/>
                </a:cubicBezTo>
                <a:cubicBezTo>
                  <a:pt x="2765717" y="110840"/>
                  <a:pt x="2766285" y="116466"/>
                  <a:pt x="2767420" y="121807"/>
                </a:cubicBezTo>
                <a:cubicBezTo>
                  <a:pt x="2768555" y="127149"/>
                  <a:pt x="2770446" y="131827"/>
                  <a:pt x="2773095" y="135842"/>
                </a:cubicBezTo>
                <a:cubicBezTo>
                  <a:pt x="2775743" y="139857"/>
                  <a:pt x="2779299" y="143040"/>
                  <a:pt x="2783764" y="145391"/>
                </a:cubicBezTo>
                <a:cubicBezTo>
                  <a:pt x="2788228" y="147739"/>
                  <a:pt x="2793790" y="148913"/>
                  <a:pt x="2800448" y="148913"/>
                </a:cubicBezTo>
                <a:cubicBezTo>
                  <a:pt x="2806577" y="148913"/>
                  <a:pt x="2811874" y="147814"/>
                  <a:pt x="2816338" y="145618"/>
                </a:cubicBezTo>
                <a:cubicBezTo>
                  <a:pt x="2820803" y="143421"/>
                  <a:pt x="2824454" y="140391"/>
                  <a:pt x="2827291" y="136527"/>
                </a:cubicBezTo>
                <a:cubicBezTo>
                  <a:pt x="2830129" y="132661"/>
                  <a:pt x="2832228" y="128077"/>
                  <a:pt x="2833590" y="122776"/>
                </a:cubicBezTo>
                <a:cubicBezTo>
                  <a:pt x="2834952" y="117472"/>
                  <a:pt x="2835633" y="111713"/>
                  <a:pt x="2835633" y="105499"/>
                </a:cubicBezTo>
                <a:close/>
                <a:moveTo>
                  <a:pt x="2962981" y="156627"/>
                </a:moveTo>
                <a:cubicBezTo>
                  <a:pt x="2962981" y="157081"/>
                  <a:pt x="2962886" y="157498"/>
                  <a:pt x="2962697" y="157879"/>
                </a:cubicBezTo>
                <a:cubicBezTo>
                  <a:pt x="2962508" y="158257"/>
                  <a:pt x="2962148" y="158560"/>
                  <a:pt x="2961619" y="158787"/>
                </a:cubicBezTo>
                <a:cubicBezTo>
                  <a:pt x="2961089" y="159014"/>
                  <a:pt x="2960408" y="159203"/>
                  <a:pt x="2959576" y="159355"/>
                </a:cubicBezTo>
                <a:cubicBezTo>
                  <a:pt x="2958743" y="159506"/>
                  <a:pt x="2957722" y="159582"/>
                  <a:pt x="2956511" y="159582"/>
                </a:cubicBezTo>
                <a:cubicBezTo>
                  <a:pt x="2955149" y="159582"/>
                  <a:pt x="2954052" y="159506"/>
                  <a:pt x="2953220" y="159355"/>
                </a:cubicBezTo>
                <a:cubicBezTo>
                  <a:pt x="2952387" y="159203"/>
                  <a:pt x="2951744" y="159014"/>
                  <a:pt x="2951290" y="158787"/>
                </a:cubicBezTo>
                <a:cubicBezTo>
                  <a:pt x="2950836" y="158560"/>
                  <a:pt x="2950515" y="158257"/>
                  <a:pt x="2950325" y="157879"/>
                </a:cubicBezTo>
                <a:cubicBezTo>
                  <a:pt x="2950136" y="157498"/>
                  <a:pt x="2950042" y="157081"/>
                  <a:pt x="2950042" y="156627"/>
                </a:cubicBezTo>
                <a:lnTo>
                  <a:pt x="2950042" y="142085"/>
                </a:lnTo>
                <a:cubicBezTo>
                  <a:pt x="2944140" y="148715"/>
                  <a:pt x="2938370" y="153516"/>
                  <a:pt x="2932733" y="156489"/>
                </a:cubicBezTo>
                <a:cubicBezTo>
                  <a:pt x="2927096" y="159459"/>
                  <a:pt x="2921477" y="160944"/>
                  <a:pt x="2915878" y="160944"/>
                </a:cubicBezTo>
                <a:cubicBezTo>
                  <a:pt x="2909144" y="160944"/>
                  <a:pt x="2903469" y="159806"/>
                  <a:pt x="2898853" y="157532"/>
                </a:cubicBezTo>
                <a:cubicBezTo>
                  <a:pt x="2894237" y="155257"/>
                  <a:pt x="2890511" y="152167"/>
                  <a:pt x="2887673" y="148263"/>
                </a:cubicBezTo>
                <a:cubicBezTo>
                  <a:pt x="2884836" y="144357"/>
                  <a:pt x="2882793" y="139827"/>
                  <a:pt x="2881544" y="134672"/>
                </a:cubicBezTo>
                <a:cubicBezTo>
                  <a:pt x="2880296" y="129515"/>
                  <a:pt x="2879671" y="123297"/>
                  <a:pt x="2879671" y="116019"/>
                </a:cubicBezTo>
                <a:lnTo>
                  <a:pt x="2879671" y="53806"/>
                </a:lnTo>
                <a:cubicBezTo>
                  <a:pt x="2879671" y="53350"/>
                  <a:pt x="2879766" y="52933"/>
                  <a:pt x="2879955" y="52554"/>
                </a:cubicBezTo>
                <a:cubicBezTo>
                  <a:pt x="2880144" y="52176"/>
                  <a:pt x="2880504" y="51854"/>
                  <a:pt x="2881033" y="51589"/>
                </a:cubicBezTo>
                <a:cubicBezTo>
                  <a:pt x="2881563" y="51322"/>
                  <a:pt x="2882263" y="51132"/>
                  <a:pt x="2883133" y="51018"/>
                </a:cubicBezTo>
                <a:cubicBezTo>
                  <a:pt x="2884003" y="50905"/>
                  <a:pt x="2885082" y="50848"/>
                  <a:pt x="2886368" y="50848"/>
                </a:cubicBezTo>
                <a:cubicBezTo>
                  <a:pt x="2887730" y="50848"/>
                  <a:pt x="2888846" y="50905"/>
                  <a:pt x="2889716" y="51018"/>
                </a:cubicBezTo>
                <a:cubicBezTo>
                  <a:pt x="2890586" y="51132"/>
                  <a:pt x="2891267" y="51322"/>
                  <a:pt x="2891759" y="51589"/>
                </a:cubicBezTo>
                <a:cubicBezTo>
                  <a:pt x="2892251" y="51854"/>
                  <a:pt x="2892611" y="52176"/>
                  <a:pt x="2892838" y="52554"/>
                </a:cubicBezTo>
                <a:cubicBezTo>
                  <a:pt x="2893065" y="52933"/>
                  <a:pt x="2893178" y="53350"/>
                  <a:pt x="2893178" y="53806"/>
                </a:cubicBezTo>
                <a:lnTo>
                  <a:pt x="2893178" y="114781"/>
                </a:lnTo>
                <a:cubicBezTo>
                  <a:pt x="2893178" y="121153"/>
                  <a:pt x="2893670" y="126350"/>
                  <a:pt x="2894654" y="130369"/>
                </a:cubicBezTo>
                <a:cubicBezTo>
                  <a:pt x="2895637" y="134387"/>
                  <a:pt x="2897113" y="137818"/>
                  <a:pt x="2899080" y="140663"/>
                </a:cubicBezTo>
                <a:cubicBezTo>
                  <a:pt x="2901047" y="143507"/>
                  <a:pt x="2903563" y="145707"/>
                  <a:pt x="2906628" y="147263"/>
                </a:cubicBezTo>
                <a:cubicBezTo>
                  <a:pt x="2909692" y="148817"/>
                  <a:pt x="2913268" y="149594"/>
                  <a:pt x="2917354" y="149594"/>
                </a:cubicBezTo>
                <a:cubicBezTo>
                  <a:pt x="2922575" y="149594"/>
                  <a:pt x="2927777" y="147728"/>
                  <a:pt x="2932960" y="143997"/>
                </a:cubicBezTo>
                <a:cubicBezTo>
                  <a:pt x="2938143" y="140263"/>
                  <a:pt x="2943648" y="134778"/>
                  <a:pt x="2949474" y="127543"/>
                </a:cubicBezTo>
                <a:lnTo>
                  <a:pt x="2949474" y="53803"/>
                </a:lnTo>
                <a:cubicBezTo>
                  <a:pt x="2949474" y="53349"/>
                  <a:pt x="2949569" y="52933"/>
                  <a:pt x="2949758" y="52554"/>
                </a:cubicBezTo>
                <a:cubicBezTo>
                  <a:pt x="2949947" y="52174"/>
                  <a:pt x="2950307" y="51851"/>
                  <a:pt x="2950836" y="51586"/>
                </a:cubicBezTo>
                <a:cubicBezTo>
                  <a:pt x="2951366" y="51321"/>
                  <a:pt x="2952066" y="51132"/>
                  <a:pt x="2952936" y="51018"/>
                </a:cubicBezTo>
                <a:cubicBezTo>
                  <a:pt x="2953806" y="50905"/>
                  <a:pt x="2954922" y="50848"/>
                  <a:pt x="2956284" y="50848"/>
                </a:cubicBezTo>
                <a:cubicBezTo>
                  <a:pt x="2957571" y="50848"/>
                  <a:pt x="2958649" y="50905"/>
                  <a:pt x="2959519" y="51018"/>
                </a:cubicBezTo>
                <a:cubicBezTo>
                  <a:pt x="2960389" y="51132"/>
                  <a:pt x="2961070" y="51321"/>
                  <a:pt x="2961562" y="51586"/>
                </a:cubicBezTo>
                <a:cubicBezTo>
                  <a:pt x="2962054" y="51851"/>
                  <a:pt x="2962413" y="52174"/>
                  <a:pt x="2962640" y="52554"/>
                </a:cubicBezTo>
                <a:cubicBezTo>
                  <a:pt x="2962867" y="52933"/>
                  <a:pt x="2962981" y="53349"/>
                  <a:pt x="2962981" y="53803"/>
                </a:cubicBezTo>
                <a:lnTo>
                  <a:pt x="2962981" y="156627"/>
                </a:lnTo>
                <a:close/>
                <a:moveTo>
                  <a:pt x="3062311" y="129359"/>
                </a:moveTo>
                <a:cubicBezTo>
                  <a:pt x="3062311" y="134282"/>
                  <a:pt x="3061403" y="138694"/>
                  <a:pt x="3059587" y="142596"/>
                </a:cubicBezTo>
                <a:cubicBezTo>
                  <a:pt x="3057771" y="146495"/>
                  <a:pt x="3055180" y="149809"/>
                  <a:pt x="3051813" y="152537"/>
                </a:cubicBezTo>
                <a:cubicBezTo>
                  <a:pt x="3048446" y="155264"/>
                  <a:pt x="3044416" y="157347"/>
                  <a:pt x="3039725" y="158787"/>
                </a:cubicBezTo>
                <a:cubicBezTo>
                  <a:pt x="3035034" y="160225"/>
                  <a:pt x="3029850" y="160944"/>
                  <a:pt x="3024175" y="160944"/>
                </a:cubicBezTo>
                <a:cubicBezTo>
                  <a:pt x="3020619" y="160944"/>
                  <a:pt x="3017252" y="160660"/>
                  <a:pt x="3014074" y="160092"/>
                </a:cubicBezTo>
                <a:cubicBezTo>
                  <a:pt x="3010896" y="159525"/>
                  <a:pt x="3008020" y="158806"/>
                  <a:pt x="3005448" y="157936"/>
                </a:cubicBezTo>
                <a:cubicBezTo>
                  <a:pt x="3002875" y="157066"/>
                  <a:pt x="3000700" y="156139"/>
                  <a:pt x="2998921" y="155155"/>
                </a:cubicBezTo>
                <a:cubicBezTo>
                  <a:pt x="2997143" y="154171"/>
                  <a:pt x="2995838" y="153301"/>
                  <a:pt x="2995006" y="152545"/>
                </a:cubicBezTo>
                <a:cubicBezTo>
                  <a:pt x="2994173" y="151788"/>
                  <a:pt x="2993568" y="150837"/>
                  <a:pt x="2993190" y="149693"/>
                </a:cubicBezTo>
                <a:cubicBezTo>
                  <a:pt x="2992811" y="148546"/>
                  <a:pt x="2992622" y="147019"/>
                  <a:pt x="2992622" y="145110"/>
                </a:cubicBezTo>
                <a:cubicBezTo>
                  <a:pt x="2992622" y="144117"/>
                  <a:pt x="2992698" y="143239"/>
                  <a:pt x="2992849" y="142475"/>
                </a:cubicBezTo>
                <a:cubicBezTo>
                  <a:pt x="2993001" y="141711"/>
                  <a:pt x="2993190" y="141062"/>
                  <a:pt x="2993417" y="140528"/>
                </a:cubicBezTo>
                <a:cubicBezTo>
                  <a:pt x="2993644" y="139993"/>
                  <a:pt x="2993946" y="139593"/>
                  <a:pt x="2994325" y="139325"/>
                </a:cubicBezTo>
                <a:cubicBezTo>
                  <a:pt x="2994703" y="139058"/>
                  <a:pt x="2995119" y="138925"/>
                  <a:pt x="2995573" y="138925"/>
                </a:cubicBezTo>
                <a:cubicBezTo>
                  <a:pt x="2996406" y="138925"/>
                  <a:pt x="2997616" y="139460"/>
                  <a:pt x="2999205" y="140531"/>
                </a:cubicBezTo>
                <a:cubicBezTo>
                  <a:pt x="3000794" y="141602"/>
                  <a:pt x="3002781" y="142769"/>
                  <a:pt x="3005164" y="144032"/>
                </a:cubicBezTo>
                <a:cubicBezTo>
                  <a:pt x="3007548" y="145295"/>
                  <a:pt x="3010385" y="146462"/>
                  <a:pt x="3013677" y="147533"/>
                </a:cubicBezTo>
                <a:cubicBezTo>
                  <a:pt x="3016968" y="148604"/>
                  <a:pt x="3020770" y="149140"/>
                  <a:pt x="3025083" y="149140"/>
                </a:cubicBezTo>
                <a:cubicBezTo>
                  <a:pt x="3028564" y="149140"/>
                  <a:pt x="3031742" y="148761"/>
                  <a:pt x="3034617" y="148005"/>
                </a:cubicBezTo>
                <a:cubicBezTo>
                  <a:pt x="3037493" y="147246"/>
                  <a:pt x="3039990" y="146108"/>
                  <a:pt x="3042108" y="144592"/>
                </a:cubicBezTo>
                <a:cubicBezTo>
                  <a:pt x="3044227" y="143077"/>
                  <a:pt x="3045873" y="141125"/>
                  <a:pt x="3047046" y="138737"/>
                </a:cubicBezTo>
                <a:cubicBezTo>
                  <a:pt x="3048219" y="136348"/>
                  <a:pt x="3048805" y="133563"/>
                  <a:pt x="3048805" y="130380"/>
                </a:cubicBezTo>
                <a:cubicBezTo>
                  <a:pt x="3048805" y="127200"/>
                  <a:pt x="3048048" y="124511"/>
                  <a:pt x="3046535" y="122314"/>
                </a:cubicBezTo>
                <a:cubicBezTo>
                  <a:pt x="3045022" y="120118"/>
                  <a:pt x="3043035" y="118205"/>
                  <a:pt x="3040576" y="116576"/>
                </a:cubicBezTo>
                <a:cubicBezTo>
                  <a:pt x="3038117" y="114946"/>
                  <a:pt x="3035317" y="113508"/>
                  <a:pt x="3032177" y="112259"/>
                </a:cubicBezTo>
                <a:cubicBezTo>
                  <a:pt x="3029037" y="111008"/>
                  <a:pt x="3025821" y="109721"/>
                  <a:pt x="3022530" y="108396"/>
                </a:cubicBezTo>
                <a:cubicBezTo>
                  <a:pt x="3019238" y="107070"/>
                  <a:pt x="3016022" y="105612"/>
                  <a:pt x="3012882" y="104023"/>
                </a:cubicBezTo>
                <a:cubicBezTo>
                  <a:pt x="3009742" y="102432"/>
                  <a:pt x="3006942" y="100500"/>
                  <a:pt x="3004483" y="98228"/>
                </a:cubicBezTo>
                <a:cubicBezTo>
                  <a:pt x="3002024" y="95955"/>
                  <a:pt x="3000038" y="93229"/>
                  <a:pt x="2998524" y="90048"/>
                </a:cubicBezTo>
                <a:cubicBezTo>
                  <a:pt x="2997011" y="86866"/>
                  <a:pt x="2996254" y="83040"/>
                  <a:pt x="2996254" y="78571"/>
                </a:cubicBezTo>
                <a:cubicBezTo>
                  <a:pt x="2996254" y="75012"/>
                  <a:pt x="2996935" y="71510"/>
                  <a:pt x="2998297" y="68065"/>
                </a:cubicBezTo>
                <a:cubicBezTo>
                  <a:pt x="2999659" y="64617"/>
                  <a:pt x="3001759" y="61530"/>
                  <a:pt x="3004597" y="58804"/>
                </a:cubicBezTo>
                <a:cubicBezTo>
                  <a:pt x="3007434" y="56075"/>
                  <a:pt x="3011066" y="53878"/>
                  <a:pt x="3015493" y="52214"/>
                </a:cubicBezTo>
                <a:cubicBezTo>
                  <a:pt x="3019919" y="50547"/>
                  <a:pt x="3025159" y="49713"/>
                  <a:pt x="3031212" y="49713"/>
                </a:cubicBezTo>
                <a:cubicBezTo>
                  <a:pt x="3033785" y="49713"/>
                  <a:pt x="3036339" y="49921"/>
                  <a:pt x="3038874" y="50337"/>
                </a:cubicBezTo>
                <a:cubicBezTo>
                  <a:pt x="3041408" y="50754"/>
                  <a:pt x="3043716" y="51302"/>
                  <a:pt x="3045797" y="51983"/>
                </a:cubicBezTo>
                <a:cubicBezTo>
                  <a:pt x="3047878" y="52664"/>
                  <a:pt x="3049675" y="53402"/>
                  <a:pt x="3051188" y="54196"/>
                </a:cubicBezTo>
                <a:cubicBezTo>
                  <a:pt x="3052702" y="54991"/>
                  <a:pt x="3053856" y="55691"/>
                  <a:pt x="3054650" y="56296"/>
                </a:cubicBezTo>
                <a:cubicBezTo>
                  <a:pt x="3055445" y="56902"/>
                  <a:pt x="3055974" y="57412"/>
                  <a:pt x="3056239" y="57828"/>
                </a:cubicBezTo>
                <a:cubicBezTo>
                  <a:pt x="3056504" y="58245"/>
                  <a:pt x="3056693" y="58680"/>
                  <a:pt x="3056807" y="59134"/>
                </a:cubicBezTo>
                <a:cubicBezTo>
                  <a:pt x="3056920" y="59588"/>
                  <a:pt x="3057015" y="60136"/>
                  <a:pt x="3057090" y="60779"/>
                </a:cubicBezTo>
                <a:cubicBezTo>
                  <a:pt x="3057166" y="61423"/>
                  <a:pt x="3057204" y="62198"/>
                  <a:pt x="3057204" y="63106"/>
                </a:cubicBezTo>
                <a:cubicBezTo>
                  <a:pt x="3057204" y="64014"/>
                  <a:pt x="3057147" y="64828"/>
                  <a:pt x="3057034" y="65547"/>
                </a:cubicBezTo>
                <a:cubicBezTo>
                  <a:pt x="3056920" y="66265"/>
                  <a:pt x="3056750" y="66890"/>
                  <a:pt x="3056523" y="67419"/>
                </a:cubicBezTo>
                <a:cubicBezTo>
                  <a:pt x="3056296" y="67949"/>
                  <a:pt x="3056012" y="68346"/>
                  <a:pt x="3055672" y="68611"/>
                </a:cubicBezTo>
                <a:cubicBezTo>
                  <a:pt x="3055331" y="68876"/>
                  <a:pt x="3054934" y="69008"/>
                  <a:pt x="3054480" y="69008"/>
                </a:cubicBezTo>
                <a:cubicBezTo>
                  <a:pt x="3053875" y="69008"/>
                  <a:pt x="3052967" y="68592"/>
                  <a:pt x="3051756" y="67760"/>
                </a:cubicBezTo>
                <a:cubicBezTo>
                  <a:pt x="3050545" y="66927"/>
                  <a:pt x="3048956" y="66019"/>
                  <a:pt x="3046989" y="65036"/>
                </a:cubicBezTo>
                <a:cubicBezTo>
                  <a:pt x="3045022" y="64052"/>
                  <a:pt x="3042676" y="63144"/>
                  <a:pt x="3039952" y="62312"/>
                </a:cubicBezTo>
                <a:cubicBezTo>
                  <a:pt x="3037228" y="61479"/>
                  <a:pt x="3034088" y="61063"/>
                  <a:pt x="3030531" y="61063"/>
                </a:cubicBezTo>
                <a:cubicBezTo>
                  <a:pt x="3026975" y="61063"/>
                  <a:pt x="3023854" y="61481"/>
                  <a:pt x="3021168" y="62315"/>
                </a:cubicBezTo>
                <a:cubicBezTo>
                  <a:pt x="3018481" y="63148"/>
                  <a:pt x="3016268" y="64322"/>
                  <a:pt x="3014528" y="65837"/>
                </a:cubicBezTo>
                <a:cubicBezTo>
                  <a:pt x="3012787" y="67353"/>
                  <a:pt x="3011482" y="69135"/>
                  <a:pt x="3010612" y="71183"/>
                </a:cubicBezTo>
                <a:cubicBezTo>
                  <a:pt x="3009742" y="73228"/>
                  <a:pt x="3009307" y="75464"/>
                  <a:pt x="3009307" y="77890"/>
                </a:cubicBezTo>
                <a:cubicBezTo>
                  <a:pt x="3009307" y="81221"/>
                  <a:pt x="3010063" y="84023"/>
                  <a:pt x="3011577" y="86296"/>
                </a:cubicBezTo>
                <a:cubicBezTo>
                  <a:pt x="3013090" y="88568"/>
                  <a:pt x="3015095" y="90538"/>
                  <a:pt x="3017592" y="92205"/>
                </a:cubicBezTo>
                <a:cubicBezTo>
                  <a:pt x="3020089" y="93872"/>
                  <a:pt x="3022927" y="95350"/>
                  <a:pt x="3026105" y="96639"/>
                </a:cubicBezTo>
                <a:cubicBezTo>
                  <a:pt x="3029283" y="97925"/>
                  <a:pt x="3032518" y="99212"/>
                  <a:pt x="3035809" y="100501"/>
                </a:cubicBezTo>
                <a:cubicBezTo>
                  <a:pt x="3039101" y="101787"/>
                  <a:pt x="3042335" y="103207"/>
                  <a:pt x="3045513" y="104761"/>
                </a:cubicBezTo>
                <a:cubicBezTo>
                  <a:pt x="3048691" y="106312"/>
                  <a:pt x="3051529" y="108186"/>
                  <a:pt x="3054026" y="110383"/>
                </a:cubicBezTo>
                <a:cubicBezTo>
                  <a:pt x="3056523" y="112579"/>
                  <a:pt x="3058528" y="115212"/>
                  <a:pt x="3060041" y="118282"/>
                </a:cubicBezTo>
                <a:cubicBezTo>
                  <a:pt x="3061555" y="121349"/>
                  <a:pt x="3062311" y="125041"/>
                  <a:pt x="3062311" y="129359"/>
                </a:cubicBezTo>
                <a:close/>
                <a:moveTo>
                  <a:pt x="3253062" y="104945"/>
                </a:moveTo>
                <a:cubicBezTo>
                  <a:pt x="3253062" y="113881"/>
                  <a:pt x="3251795" y="121832"/>
                  <a:pt x="3249260" y="128798"/>
                </a:cubicBezTo>
                <a:cubicBezTo>
                  <a:pt x="3246725" y="135764"/>
                  <a:pt x="3243112" y="141633"/>
                  <a:pt x="3238420" y="146405"/>
                </a:cubicBezTo>
                <a:cubicBezTo>
                  <a:pt x="3233729" y="151174"/>
                  <a:pt x="3228054" y="154790"/>
                  <a:pt x="3221395" y="157251"/>
                </a:cubicBezTo>
                <a:cubicBezTo>
                  <a:pt x="3214737" y="159713"/>
                  <a:pt x="3207283" y="160944"/>
                  <a:pt x="3199036" y="160944"/>
                </a:cubicBezTo>
                <a:cubicBezTo>
                  <a:pt x="3191545" y="160944"/>
                  <a:pt x="3184640" y="159770"/>
                  <a:pt x="3178322" y="157422"/>
                </a:cubicBezTo>
                <a:cubicBezTo>
                  <a:pt x="3172004" y="155074"/>
                  <a:pt x="3166556" y="151609"/>
                  <a:pt x="3161978" y="147029"/>
                </a:cubicBezTo>
                <a:cubicBezTo>
                  <a:pt x="3157400" y="142449"/>
                  <a:pt x="3153844" y="136770"/>
                  <a:pt x="3151309" y="129993"/>
                </a:cubicBezTo>
                <a:cubicBezTo>
                  <a:pt x="3148774" y="123214"/>
                  <a:pt x="3147507" y="115394"/>
                  <a:pt x="3147507" y="106534"/>
                </a:cubicBezTo>
                <a:lnTo>
                  <a:pt x="3147507" y="14305"/>
                </a:lnTo>
                <a:cubicBezTo>
                  <a:pt x="3147507" y="13848"/>
                  <a:pt x="3147620" y="13431"/>
                  <a:pt x="3147847" y="13053"/>
                </a:cubicBezTo>
                <a:cubicBezTo>
                  <a:pt x="3148074" y="12674"/>
                  <a:pt x="3148471" y="12372"/>
                  <a:pt x="3149039" y="12145"/>
                </a:cubicBezTo>
                <a:cubicBezTo>
                  <a:pt x="3149606" y="11918"/>
                  <a:pt x="3150306" y="11728"/>
                  <a:pt x="3151139" y="11577"/>
                </a:cubicBezTo>
                <a:cubicBezTo>
                  <a:pt x="3151971" y="11426"/>
                  <a:pt x="3153068" y="11350"/>
                  <a:pt x="3154430" y="11350"/>
                </a:cubicBezTo>
                <a:cubicBezTo>
                  <a:pt x="3155716" y="11350"/>
                  <a:pt x="3156814" y="11426"/>
                  <a:pt x="3157722" y="11577"/>
                </a:cubicBezTo>
                <a:cubicBezTo>
                  <a:pt x="3158630" y="11728"/>
                  <a:pt x="3159348" y="11918"/>
                  <a:pt x="3159878" y="12145"/>
                </a:cubicBezTo>
                <a:cubicBezTo>
                  <a:pt x="3160408" y="12372"/>
                  <a:pt x="3160786" y="12675"/>
                  <a:pt x="3161013" y="13056"/>
                </a:cubicBezTo>
                <a:cubicBezTo>
                  <a:pt x="3161240" y="13434"/>
                  <a:pt x="3161354" y="13851"/>
                  <a:pt x="3161354" y="14305"/>
                </a:cubicBezTo>
                <a:lnTo>
                  <a:pt x="3161354" y="104271"/>
                </a:lnTo>
                <a:cubicBezTo>
                  <a:pt x="3161354" y="111616"/>
                  <a:pt x="3162243" y="118052"/>
                  <a:pt x="3164021" y="123581"/>
                </a:cubicBezTo>
                <a:cubicBezTo>
                  <a:pt x="3165799" y="129109"/>
                  <a:pt x="3168372" y="133711"/>
                  <a:pt x="3171739" y="137385"/>
                </a:cubicBezTo>
                <a:cubicBezTo>
                  <a:pt x="3175106" y="141057"/>
                  <a:pt x="3179192" y="143822"/>
                  <a:pt x="3183997" y="145678"/>
                </a:cubicBezTo>
                <a:cubicBezTo>
                  <a:pt x="3188802" y="147532"/>
                  <a:pt x="3194231" y="148459"/>
                  <a:pt x="3200284" y="148459"/>
                </a:cubicBezTo>
                <a:cubicBezTo>
                  <a:pt x="3206413" y="148459"/>
                  <a:pt x="3211880" y="147569"/>
                  <a:pt x="3216685" y="145791"/>
                </a:cubicBezTo>
                <a:cubicBezTo>
                  <a:pt x="3221490" y="144011"/>
                  <a:pt x="3225557" y="141303"/>
                  <a:pt x="3228886" y="137669"/>
                </a:cubicBezTo>
                <a:cubicBezTo>
                  <a:pt x="3232216" y="134032"/>
                  <a:pt x="3234769" y="129506"/>
                  <a:pt x="3236548" y="124091"/>
                </a:cubicBezTo>
                <a:cubicBezTo>
                  <a:pt x="3238326" y="118677"/>
                  <a:pt x="3239215" y="112335"/>
                  <a:pt x="3239215" y="105066"/>
                </a:cubicBezTo>
                <a:lnTo>
                  <a:pt x="3239215" y="14305"/>
                </a:lnTo>
                <a:cubicBezTo>
                  <a:pt x="3239215" y="13851"/>
                  <a:pt x="3239328" y="13434"/>
                  <a:pt x="3239555" y="13056"/>
                </a:cubicBezTo>
                <a:cubicBezTo>
                  <a:pt x="3239782" y="12675"/>
                  <a:pt x="3240161" y="12372"/>
                  <a:pt x="3240690" y="12145"/>
                </a:cubicBezTo>
                <a:cubicBezTo>
                  <a:pt x="3241220" y="11918"/>
                  <a:pt x="3241939" y="11728"/>
                  <a:pt x="3242847" y="11577"/>
                </a:cubicBezTo>
                <a:cubicBezTo>
                  <a:pt x="3243755" y="11426"/>
                  <a:pt x="3244852" y="11350"/>
                  <a:pt x="3246138" y="11350"/>
                </a:cubicBezTo>
                <a:cubicBezTo>
                  <a:pt x="3247425" y="11350"/>
                  <a:pt x="3248522" y="11426"/>
                  <a:pt x="3249430" y="11577"/>
                </a:cubicBezTo>
                <a:cubicBezTo>
                  <a:pt x="3250338" y="11728"/>
                  <a:pt x="3251057" y="11918"/>
                  <a:pt x="3251586" y="12145"/>
                </a:cubicBezTo>
                <a:cubicBezTo>
                  <a:pt x="3252116" y="12372"/>
                  <a:pt x="3252494" y="12674"/>
                  <a:pt x="3252721" y="13053"/>
                </a:cubicBezTo>
                <a:cubicBezTo>
                  <a:pt x="3252948" y="13431"/>
                  <a:pt x="3253062" y="13848"/>
                  <a:pt x="3253062" y="14305"/>
                </a:cubicBezTo>
                <a:lnTo>
                  <a:pt x="3253062" y="104945"/>
                </a:lnTo>
                <a:close/>
                <a:moveTo>
                  <a:pt x="3394361" y="156407"/>
                </a:moveTo>
                <a:cubicBezTo>
                  <a:pt x="3394361" y="156937"/>
                  <a:pt x="3394266" y="157391"/>
                  <a:pt x="3394077" y="157769"/>
                </a:cubicBezTo>
                <a:cubicBezTo>
                  <a:pt x="3393888" y="158145"/>
                  <a:pt x="3393529" y="158466"/>
                  <a:pt x="3392999" y="158730"/>
                </a:cubicBezTo>
                <a:cubicBezTo>
                  <a:pt x="3392469" y="158995"/>
                  <a:pt x="3391731" y="159203"/>
                  <a:pt x="3390786" y="159355"/>
                </a:cubicBezTo>
                <a:cubicBezTo>
                  <a:pt x="3389840" y="159506"/>
                  <a:pt x="3388648" y="159582"/>
                  <a:pt x="3387210" y="159582"/>
                </a:cubicBezTo>
                <a:cubicBezTo>
                  <a:pt x="3385924" y="159582"/>
                  <a:pt x="3384846" y="159525"/>
                  <a:pt x="3383976" y="159411"/>
                </a:cubicBezTo>
                <a:cubicBezTo>
                  <a:pt x="3383105" y="159298"/>
                  <a:pt x="3382368" y="159072"/>
                  <a:pt x="3381762" y="158734"/>
                </a:cubicBezTo>
                <a:cubicBezTo>
                  <a:pt x="3381157" y="158393"/>
                  <a:pt x="3380665" y="157939"/>
                  <a:pt x="3380287" y="157372"/>
                </a:cubicBezTo>
                <a:cubicBezTo>
                  <a:pt x="3379908" y="156804"/>
                  <a:pt x="3379568" y="156068"/>
                  <a:pt x="3379265" y="155162"/>
                </a:cubicBezTo>
                <a:lnTo>
                  <a:pt x="3365532" y="119583"/>
                </a:lnTo>
                <a:cubicBezTo>
                  <a:pt x="3363943" y="115578"/>
                  <a:pt x="3362240" y="111800"/>
                  <a:pt x="3360424" y="108251"/>
                </a:cubicBezTo>
                <a:cubicBezTo>
                  <a:pt x="3358608" y="104699"/>
                  <a:pt x="3356414" y="101621"/>
                  <a:pt x="3353841" y="99015"/>
                </a:cubicBezTo>
                <a:cubicBezTo>
                  <a:pt x="3351269" y="96409"/>
                  <a:pt x="3348166" y="94351"/>
                  <a:pt x="3344534" y="92840"/>
                </a:cubicBezTo>
                <a:cubicBezTo>
                  <a:pt x="3340902" y="91329"/>
                  <a:pt x="3336551" y="90573"/>
                  <a:pt x="3331482" y="90573"/>
                </a:cubicBezTo>
                <a:lnTo>
                  <a:pt x="3316273" y="90573"/>
                </a:lnTo>
                <a:lnTo>
                  <a:pt x="3316273" y="156634"/>
                </a:lnTo>
                <a:cubicBezTo>
                  <a:pt x="3316273" y="157088"/>
                  <a:pt x="3316159" y="157504"/>
                  <a:pt x="3315932" y="157883"/>
                </a:cubicBezTo>
                <a:cubicBezTo>
                  <a:pt x="3315705" y="158261"/>
                  <a:pt x="3315327" y="158564"/>
                  <a:pt x="3314797" y="158791"/>
                </a:cubicBezTo>
                <a:cubicBezTo>
                  <a:pt x="3314267" y="159015"/>
                  <a:pt x="3313567" y="159203"/>
                  <a:pt x="3312697" y="159355"/>
                </a:cubicBezTo>
                <a:cubicBezTo>
                  <a:pt x="3311827" y="159506"/>
                  <a:pt x="3310711" y="159582"/>
                  <a:pt x="3309349" y="159582"/>
                </a:cubicBezTo>
                <a:cubicBezTo>
                  <a:pt x="3308063" y="159582"/>
                  <a:pt x="3306966" y="159506"/>
                  <a:pt x="3306058" y="159355"/>
                </a:cubicBezTo>
                <a:cubicBezTo>
                  <a:pt x="3305150" y="159203"/>
                  <a:pt x="3304431" y="159014"/>
                  <a:pt x="3303901" y="158787"/>
                </a:cubicBezTo>
                <a:cubicBezTo>
                  <a:pt x="3303371" y="158560"/>
                  <a:pt x="3302993" y="158257"/>
                  <a:pt x="3302766" y="157879"/>
                </a:cubicBezTo>
                <a:cubicBezTo>
                  <a:pt x="3302539" y="157501"/>
                  <a:pt x="3302426" y="157085"/>
                  <a:pt x="3302426" y="156631"/>
                </a:cubicBezTo>
                <a:lnTo>
                  <a:pt x="3302426" y="19182"/>
                </a:lnTo>
                <a:cubicBezTo>
                  <a:pt x="3302426" y="16458"/>
                  <a:pt x="3303144" y="14585"/>
                  <a:pt x="3304582" y="13563"/>
                </a:cubicBezTo>
                <a:cubicBezTo>
                  <a:pt x="3306020" y="12542"/>
                  <a:pt x="3307420" y="12031"/>
                  <a:pt x="3308782" y="12031"/>
                </a:cubicBezTo>
                <a:lnTo>
                  <a:pt x="3336362" y="12031"/>
                </a:lnTo>
                <a:cubicBezTo>
                  <a:pt x="3339994" y="12031"/>
                  <a:pt x="3343002" y="12126"/>
                  <a:pt x="3345385" y="12315"/>
                </a:cubicBezTo>
                <a:cubicBezTo>
                  <a:pt x="3347769" y="12504"/>
                  <a:pt x="3349944" y="12750"/>
                  <a:pt x="3351912" y="13053"/>
                </a:cubicBezTo>
                <a:cubicBezTo>
                  <a:pt x="3357511" y="14039"/>
                  <a:pt x="3362392" y="15630"/>
                  <a:pt x="3366553" y="17827"/>
                </a:cubicBezTo>
                <a:cubicBezTo>
                  <a:pt x="3370715" y="20021"/>
                  <a:pt x="3374158" y="22728"/>
                  <a:pt x="3376882" y="25949"/>
                </a:cubicBezTo>
                <a:cubicBezTo>
                  <a:pt x="3379606" y="29167"/>
                  <a:pt x="3381630" y="32803"/>
                  <a:pt x="3382954" y="36856"/>
                </a:cubicBezTo>
                <a:cubicBezTo>
                  <a:pt x="3384278" y="40906"/>
                  <a:pt x="3384940" y="45280"/>
                  <a:pt x="3384940" y="49976"/>
                </a:cubicBezTo>
                <a:cubicBezTo>
                  <a:pt x="3384940" y="54823"/>
                  <a:pt x="3384259" y="59160"/>
                  <a:pt x="3382897" y="62986"/>
                </a:cubicBezTo>
                <a:cubicBezTo>
                  <a:pt x="3381535" y="66809"/>
                  <a:pt x="3379606" y="70180"/>
                  <a:pt x="3377109" y="73098"/>
                </a:cubicBezTo>
                <a:cubicBezTo>
                  <a:pt x="3374612" y="76013"/>
                  <a:pt x="3371623" y="78532"/>
                  <a:pt x="3368142" y="80653"/>
                </a:cubicBezTo>
                <a:cubicBezTo>
                  <a:pt x="3364662" y="82771"/>
                  <a:pt x="3360840" y="84551"/>
                  <a:pt x="3356679" y="85991"/>
                </a:cubicBezTo>
                <a:cubicBezTo>
                  <a:pt x="3359176" y="87126"/>
                  <a:pt x="3361427" y="88524"/>
                  <a:pt x="3363432" y="90187"/>
                </a:cubicBezTo>
                <a:cubicBezTo>
                  <a:pt x="3365437" y="91849"/>
                  <a:pt x="3367291" y="93852"/>
                  <a:pt x="3368994" y="96195"/>
                </a:cubicBezTo>
                <a:cubicBezTo>
                  <a:pt x="3370696" y="98538"/>
                  <a:pt x="3372304" y="101241"/>
                  <a:pt x="3373817" y="104303"/>
                </a:cubicBezTo>
                <a:cubicBezTo>
                  <a:pt x="3375331" y="107365"/>
                  <a:pt x="3376844" y="110786"/>
                  <a:pt x="3378357" y="114564"/>
                </a:cubicBezTo>
                <a:lnTo>
                  <a:pt x="3392091" y="148810"/>
                </a:lnTo>
                <a:cubicBezTo>
                  <a:pt x="3393075" y="151456"/>
                  <a:pt x="3393699" y="153271"/>
                  <a:pt x="3393964" y="154254"/>
                </a:cubicBezTo>
                <a:cubicBezTo>
                  <a:pt x="3394228" y="155235"/>
                  <a:pt x="3394361" y="155953"/>
                  <a:pt x="3394361" y="156407"/>
                </a:cubicBezTo>
                <a:moveTo>
                  <a:pt x="3369958" y="51472"/>
                </a:moveTo>
                <a:cubicBezTo>
                  <a:pt x="3369958" y="45206"/>
                  <a:pt x="3368558" y="39902"/>
                  <a:pt x="3365759" y="35561"/>
                </a:cubicBezTo>
                <a:cubicBezTo>
                  <a:pt x="3362959" y="31217"/>
                  <a:pt x="3358268" y="28102"/>
                  <a:pt x="3351685" y="26215"/>
                </a:cubicBezTo>
                <a:cubicBezTo>
                  <a:pt x="3349490" y="25612"/>
                  <a:pt x="3347107" y="25178"/>
                  <a:pt x="3344534" y="24913"/>
                </a:cubicBezTo>
                <a:cubicBezTo>
                  <a:pt x="3341961" y="24649"/>
                  <a:pt x="3338594" y="24516"/>
                  <a:pt x="3334433" y="24516"/>
                </a:cubicBezTo>
                <a:lnTo>
                  <a:pt x="3316273" y="24516"/>
                </a:lnTo>
                <a:lnTo>
                  <a:pt x="3316273" y="78315"/>
                </a:lnTo>
                <a:lnTo>
                  <a:pt x="3337384" y="78315"/>
                </a:lnTo>
                <a:cubicBezTo>
                  <a:pt x="3343059" y="78315"/>
                  <a:pt x="3347939" y="77617"/>
                  <a:pt x="3352025" y="76219"/>
                </a:cubicBezTo>
                <a:cubicBezTo>
                  <a:pt x="3356111" y="74822"/>
                  <a:pt x="3359497" y="72916"/>
                  <a:pt x="3362183" y="70502"/>
                </a:cubicBezTo>
                <a:cubicBezTo>
                  <a:pt x="3364870" y="68085"/>
                  <a:pt x="3366837" y="65253"/>
                  <a:pt x="3368086" y="62007"/>
                </a:cubicBezTo>
                <a:cubicBezTo>
                  <a:pt x="3369334" y="58760"/>
                  <a:pt x="3369958" y="55249"/>
                  <a:pt x="3369958" y="51472"/>
                </a:cubicBezTo>
                <a:close/>
                <a:moveTo>
                  <a:pt x="3497658" y="152488"/>
                </a:moveTo>
                <a:cubicBezTo>
                  <a:pt x="3497658" y="153557"/>
                  <a:pt x="3497582" y="154473"/>
                  <a:pt x="3497431" y="155237"/>
                </a:cubicBezTo>
                <a:cubicBezTo>
                  <a:pt x="3497279" y="156000"/>
                  <a:pt x="3497052" y="156668"/>
                  <a:pt x="3496750" y="157241"/>
                </a:cubicBezTo>
                <a:cubicBezTo>
                  <a:pt x="3496447" y="157813"/>
                  <a:pt x="3496069" y="158233"/>
                  <a:pt x="3495615" y="158500"/>
                </a:cubicBezTo>
                <a:cubicBezTo>
                  <a:pt x="3495161" y="158767"/>
                  <a:pt x="3494631" y="158901"/>
                  <a:pt x="3494026" y="158901"/>
                </a:cubicBezTo>
                <a:lnTo>
                  <a:pt x="3430352" y="158901"/>
                </a:lnTo>
                <a:cubicBezTo>
                  <a:pt x="3428990" y="158901"/>
                  <a:pt x="3427590" y="158390"/>
                  <a:pt x="3426152" y="157368"/>
                </a:cubicBezTo>
                <a:cubicBezTo>
                  <a:pt x="3424715" y="156347"/>
                  <a:pt x="3423996" y="154474"/>
                  <a:pt x="3423996" y="151750"/>
                </a:cubicBezTo>
                <a:lnTo>
                  <a:pt x="3423996" y="14301"/>
                </a:lnTo>
                <a:cubicBezTo>
                  <a:pt x="3423996" y="13847"/>
                  <a:pt x="3424109" y="13431"/>
                  <a:pt x="3424336" y="13053"/>
                </a:cubicBezTo>
                <a:cubicBezTo>
                  <a:pt x="3424563" y="12674"/>
                  <a:pt x="3424942" y="12372"/>
                  <a:pt x="3425471" y="12145"/>
                </a:cubicBezTo>
                <a:cubicBezTo>
                  <a:pt x="3426001" y="11918"/>
                  <a:pt x="3426720" y="11728"/>
                  <a:pt x="3427628" y="11577"/>
                </a:cubicBezTo>
                <a:cubicBezTo>
                  <a:pt x="3428536" y="11426"/>
                  <a:pt x="3429633" y="11350"/>
                  <a:pt x="3430919" y="11350"/>
                </a:cubicBezTo>
                <a:cubicBezTo>
                  <a:pt x="3432281" y="11350"/>
                  <a:pt x="3433397" y="11426"/>
                  <a:pt x="3434268" y="11577"/>
                </a:cubicBezTo>
                <a:cubicBezTo>
                  <a:pt x="3435138" y="11728"/>
                  <a:pt x="3435838" y="11918"/>
                  <a:pt x="3436367" y="12145"/>
                </a:cubicBezTo>
                <a:cubicBezTo>
                  <a:pt x="3436897" y="12372"/>
                  <a:pt x="3437275" y="12674"/>
                  <a:pt x="3437502" y="13053"/>
                </a:cubicBezTo>
                <a:cubicBezTo>
                  <a:pt x="3437729" y="13429"/>
                  <a:pt x="3437843" y="13844"/>
                  <a:pt x="3437843" y="14298"/>
                </a:cubicBezTo>
                <a:lnTo>
                  <a:pt x="3437843" y="146189"/>
                </a:lnTo>
                <a:lnTo>
                  <a:pt x="3494026" y="146189"/>
                </a:lnTo>
                <a:cubicBezTo>
                  <a:pt x="3494631" y="146189"/>
                  <a:pt x="3495161" y="146322"/>
                  <a:pt x="3495615" y="146589"/>
                </a:cubicBezTo>
                <a:cubicBezTo>
                  <a:pt x="3496069" y="146857"/>
                  <a:pt x="3496447" y="147238"/>
                  <a:pt x="3496750" y="147735"/>
                </a:cubicBezTo>
                <a:cubicBezTo>
                  <a:pt x="3497052" y="148232"/>
                  <a:pt x="3497279" y="148881"/>
                  <a:pt x="3497431" y="149682"/>
                </a:cubicBezTo>
                <a:cubicBezTo>
                  <a:pt x="3497582" y="150484"/>
                  <a:pt x="3497658" y="151419"/>
                  <a:pt x="3497658" y="152488"/>
                </a:cubicBezTo>
                <a:close/>
                <a:moveTo>
                  <a:pt x="3547087" y="187159"/>
                </a:moveTo>
                <a:cubicBezTo>
                  <a:pt x="3547087" y="188521"/>
                  <a:pt x="3546879" y="189675"/>
                  <a:pt x="3546463" y="190620"/>
                </a:cubicBezTo>
                <a:cubicBezTo>
                  <a:pt x="3546047" y="191569"/>
                  <a:pt x="3545536" y="192308"/>
                  <a:pt x="3544931" y="192837"/>
                </a:cubicBezTo>
                <a:cubicBezTo>
                  <a:pt x="3544325" y="193367"/>
                  <a:pt x="3543644" y="193745"/>
                  <a:pt x="3542888" y="193972"/>
                </a:cubicBezTo>
                <a:cubicBezTo>
                  <a:pt x="3542131" y="194199"/>
                  <a:pt x="3541412" y="194313"/>
                  <a:pt x="3540731" y="194313"/>
                </a:cubicBezTo>
                <a:lnTo>
                  <a:pt x="3515080" y="194313"/>
                </a:lnTo>
                <a:cubicBezTo>
                  <a:pt x="3514097" y="194313"/>
                  <a:pt x="3513359" y="193915"/>
                  <a:pt x="3512867" y="193121"/>
                </a:cubicBezTo>
                <a:cubicBezTo>
                  <a:pt x="3512375" y="192326"/>
                  <a:pt x="3512129" y="191059"/>
                  <a:pt x="3512129" y="189319"/>
                </a:cubicBezTo>
                <a:cubicBezTo>
                  <a:pt x="3512129" y="188411"/>
                  <a:pt x="3512186" y="187635"/>
                  <a:pt x="3512299" y="186992"/>
                </a:cubicBezTo>
                <a:cubicBezTo>
                  <a:pt x="3512413" y="186349"/>
                  <a:pt x="3512602" y="185800"/>
                  <a:pt x="3512867" y="185346"/>
                </a:cubicBezTo>
                <a:cubicBezTo>
                  <a:pt x="3513132" y="184892"/>
                  <a:pt x="3513453" y="184571"/>
                  <a:pt x="3513832" y="184381"/>
                </a:cubicBezTo>
                <a:cubicBezTo>
                  <a:pt x="3514210" y="184192"/>
                  <a:pt x="3514626" y="184098"/>
                  <a:pt x="3515080" y="184098"/>
                </a:cubicBezTo>
                <a:lnTo>
                  <a:pt x="3534262" y="184098"/>
                </a:lnTo>
                <a:lnTo>
                  <a:pt x="3534262" y="11350"/>
                </a:lnTo>
                <a:lnTo>
                  <a:pt x="3515080" y="11350"/>
                </a:lnTo>
                <a:cubicBezTo>
                  <a:pt x="3514097" y="11350"/>
                  <a:pt x="3513359" y="10953"/>
                  <a:pt x="3512867" y="10158"/>
                </a:cubicBezTo>
                <a:cubicBezTo>
                  <a:pt x="3512375" y="9364"/>
                  <a:pt x="3512129" y="8096"/>
                  <a:pt x="3512129" y="6356"/>
                </a:cubicBezTo>
                <a:cubicBezTo>
                  <a:pt x="3512129" y="5448"/>
                  <a:pt x="3512186" y="4672"/>
                  <a:pt x="3512299" y="4029"/>
                </a:cubicBezTo>
                <a:cubicBezTo>
                  <a:pt x="3512413" y="3386"/>
                  <a:pt x="3512602" y="2838"/>
                  <a:pt x="3512867" y="2384"/>
                </a:cubicBezTo>
                <a:cubicBezTo>
                  <a:pt x="3513132" y="1930"/>
                  <a:pt x="3513453" y="1608"/>
                  <a:pt x="3513832" y="1419"/>
                </a:cubicBezTo>
                <a:cubicBezTo>
                  <a:pt x="3514210" y="1230"/>
                  <a:pt x="3514626" y="1135"/>
                  <a:pt x="3515080" y="1135"/>
                </a:cubicBezTo>
                <a:lnTo>
                  <a:pt x="3540731" y="1135"/>
                </a:lnTo>
                <a:cubicBezTo>
                  <a:pt x="3541412" y="1135"/>
                  <a:pt x="3542131" y="1249"/>
                  <a:pt x="3542888" y="1476"/>
                </a:cubicBezTo>
                <a:cubicBezTo>
                  <a:pt x="3543644" y="1703"/>
                  <a:pt x="3544325" y="2081"/>
                  <a:pt x="3544931" y="2611"/>
                </a:cubicBezTo>
                <a:cubicBezTo>
                  <a:pt x="3545536" y="3140"/>
                  <a:pt x="3546047" y="3879"/>
                  <a:pt x="3546463" y="4827"/>
                </a:cubicBezTo>
                <a:cubicBezTo>
                  <a:pt x="3546879" y="5773"/>
                  <a:pt x="3547087" y="6927"/>
                  <a:pt x="3547087" y="8289"/>
                </a:cubicBezTo>
                <a:lnTo>
                  <a:pt x="3547087" y="187159"/>
                </a:lnTo>
                <a:close/>
                <a:moveTo>
                  <a:pt x="3617110" y="148799"/>
                </a:moveTo>
                <a:cubicBezTo>
                  <a:pt x="3617110" y="153263"/>
                  <a:pt x="3616391" y="156214"/>
                  <a:pt x="3614953" y="157652"/>
                </a:cubicBezTo>
                <a:cubicBezTo>
                  <a:pt x="3613515" y="159090"/>
                  <a:pt x="3610943" y="159809"/>
                  <a:pt x="3607235" y="159809"/>
                </a:cubicBezTo>
                <a:cubicBezTo>
                  <a:pt x="3603679" y="159809"/>
                  <a:pt x="3601201" y="159109"/>
                  <a:pt x="3599801" y="157709"/>
                </a:cubicBezTo>
                <a:cubicBezTo>
                  <a:pt x="3598401" y="156309"/>
                  <a:pt x="3597701" y="153415"/>
                  <a:pt x="3597701" y="149026"/>
                </a:cubicBezTo>
                <a:cubicBezTo>
                  <a:pt x="3597701" y="144562"/>
                  <a:pt x="3598420" y="141611"/>
                  <a:pt x="3599858" y="140173"/>
                </a:cubicBezTo>
                <a:cubicBezTo>
                  <a:pt x="3601295" y="138735"/>
                  <a:pt x="3603868" y="138017"/>
                  <a:pt x="3607576" y="138017"/>
                </a:cubicBezTo>
                <a:cubicBezTo>
                  <a:pt x="3611132" y="138017"/>
                  <a:pt x="3613610" y="138716"/>
                  <a:pt x="3615010" y="140116"/>
                </a:cubicBezTo>
                <a:cubicBezTo>
                  <a:pt x="3616410" y="141516"/>
                  <a:pt x="3617110" y="144410"/>
                  <a:pt x="3617110" y="148799"/>
                </a:cubicBezTo>
                <a:close/>
                <a:moveTo>
                  <a:pt x="3689621" y="7849"/>
                </a:moveTo>
                <a:cubicBezTo>
                  <a:pt x="3689621" y="9819"/>
                  <a:pt x="3689526" y="11639"/>
                  <a:pt x="3689337" y="13308"/>
                </a:cubicBezTo>
                <a:cubicBezTo>
                  <a:pt x="3689148" y="14975"/>
                  <a:pt x="3688826" y="16568"/>
                  <a:pt x="3688372" y="18086"/>
                </a:cubicBezTo>
                <a:cubicBezTo>
                  <a:pt x="3687918" y="19601"/>
                  <a:pt x="3687313" y="21118"/>
                  <a:pt x="3686556" y="22636"/>
                </a:cubicBezTo>
                <a:cubicBezTo>
                  <a:pt x="3685799" y="24152"/>
                  <a:pt x="3684854" y="25743"/>
                  <a:pt x="3683719" y="27410"/>
                </a:cubicBezTo>
                <a:lnTo>
                  <a:pt x="3667942" y="51636"/>
                </a:lnTo>
                <a:cubicBezTo>
                  <a:pt x="3667639" y="52092"/>
                  <a:pt x="3667280" y="52509"/>
                  <a:pt x="3666864" y="52888"/>
                </a:cubicBezTo>
                <a:cubicBezTo>
                  <a:pt x="3666448" y="53266"/>
                  <a:pt x="3665956" y="53570"/>
                  <a:pt x="3665388" y="53799"/>
                </a:cubicBezTo>
                <a:cubicBezTo>
                  <a:pt x="3664821" y="54026"/>
                  <a:pt x="3664159" y="54196"/>
                  <a:pt x="3663402" y="54310"/>
                </a:cubicBezTo>
                <a:cubicBezTo>
                  <a:pt x="3662645" y="54423"/>
                  <a:pt x="3661700" y="54480"/>
                  <a:pt x="3660565" y="54480"/>
                </a:cubicBezTo>
                <a:cubicBezTo>
                  <a:pt x="3659732" y="54480"/>
                  <a:pt x="3659032" y="54442"/>
                  <a:pt x="3658465" y="54367"/>
                </a:cubicBezTo>
                <a:cubicBezTo>
                  <a:pt x="3657897" y="54291"/>
                  <a:pt x="3657462" y="54140"/>
                  <a:pt x="3657160" y="53913"/>
                </a:cubicBezTo>
                <a:cubicBezTo>
                  <a:pt x="3656857" y="53683"/>
                  <a:pt x="3656705" y="53379"/>
                  <a:pt x="3656705" y="53001"/>
                </a:cubicBezTo>
                <a:cubicBezTo>
                  <a:pt x="3656705" y="52623"/>
                  <a:pt x="3656819" y="52168"/>
                  <a:pt x="3657046" y="51636"/>
                </a:cubicBezTo>
                <a:lnTo>
                  <a:pt x="3672823" y="20473"/>
                </a:lnTo>
                <a:lnTo>
                  <a:pt x="3672823" y="7849"/>
                </a:lnTo>
                <a:cubicBezTo>
                  <a:pt x="3672823" y="6180"/>
                  <a:pt x="3672974" y="4833"/>
                  <a:pt x="3673277" y="3809"/>
                </a:cubicBezTo>
                <a:cubicBezTo>
                  <a:pt x="3673579" y="2785"/>
                  <a:pt x="3674071" y="1990"/>
                  <a:pt x="3674752" y="1422"/>
                </a:cubicBezTo>
                <a:cubicBezTo>
                  <a:pt x="3675433" y="852"/>
                  <a:pt x="3676303" y="473"/>
                  <a:pt x="3677363" y="284"/>
                </a:cubicBezTo>
                <a:cubicBezTo>
                  <a:pt x="3678422" y="95"/>
                  <a:pt x="3679708" y="0"/>
                  <a:pt x="3681222" y="0"/>
                </a:cubicBezTo>
                <a:cubicBezTo>
                  <a:pt x="3682659" y="0"/>
                  <a:pt x="3683908" y="95"/>
                  <a:pt x="3684967" y="284"/>
                </a:cubicBezTo>
                <a:cubicBezTo>
                  <a:pt x="3686026" y="473"/>
                  <a:pt x="3686897" y="852"/>
                  <a:pt x="3687578" y="1422"/>
                </a:cubicBezTo>
                <a:cubicBezTo>
                  <a:pt x="3688259" y="1990"/>
                  <a:pt x="3688769" y="2785"/>
                  <a:pt x="3689110" y="3809"/>
                </a:cubicBezTo>
                <a:cubicBezTo>
                  <a:pt x="3689450" y="4833"/>
                  <a:pt x="3689621" y="6180"/>
                  <a:pt x="3689621" y="7849"/>
                </a:cubicBezTo>
                <a:moveTo>
                  <a:pt x="3651144" y="7849"/>
                </a:moveTo>
                <a:cubicBezTo>
                  <a:pt x="3651144" y="9819"/>
                  <a:pt x="3651049" y="11639"/>
                  <a:pt x="3650860" y="13308"/>
                </a:cubicBezTo>
                <a:cubicBezTo>
                  <a:pt x="3650671" y="14975"/>
                  <a:pt x="3650349" y="16568"/>
                  <a:pt x="3649895" y="18086"/>
                </a:cubicBezTo>
                <a:cubicBezTo>
                  <a:pt x="3649441" y="19601"/>
                  <a:pt x="3648836" y="21118"/>
                  <a:pt x="3648079" y="22636"/>
                </a:cubicBezTo>
                <a:cubicBezTo>
                  <a:pt x="3647323" y="24152"/>
                  <a:pt x="3646377" y="25743"/>
                  <a:pt x="3645242" y="27410"/>
                </a:cubicBezTo>
                <a:lnTo>
                  <a:pt x="3629465" y="51636"/>
                </a:lnTo>
                <a:cubicBezTo>
                  <a:pt x="3629163" y="52092"/>
                  <a:pt x="3628803" y="52509"/>
                  <a:pt x="3628387" y="52888"/>
                </a:cubicBezTo>
                <a:cubicBezTo>
                  <a:pt x="3627971" y="53266"/>
                  <a:pt x="3627479" y="53570"/>
                  <a:pt x="3626912" y="53799"/>
                </a:cubicBezTo>
                <a:cubicBezTo>
                  <a:pt x="3626344" y="54026"/>
                  <a:pt x="3625682" y="54196"/>
                  <a:pt x="3624925" y="54310"/>
                </a:cubicBezTo>
                <a:cubicBezTo>
                  <a:pt x="3624169" y="54423"/>
                  <a:pt x="3623223" y="54480"/>
                  <a:pt x="3622088" y="54480"/>
                </a:cubicBezTo>
                <a:cubicBezTo>
                  <a:pt x="3621256" y="54480"/>
                  <a:pt x="3620537" y="54442"/>
                  <a:pt x="3619931" y="54367"/>
                </a:cubicBezTo>
                <a:cubicBezTo>
                  <a:pt x="3619326" y="54291"/>
                  <a:pt x="3618891" y="54140"/>
                  <a:pt x="3618626" y="53913"/>
                </a:cubicBezTo>
                <a:cubicBezTo>
                  <a:pt x="3618361" y="53683"/>
                  <a:pt x="3618210" y="53379"/>
                  <a:pt x="3618172" y="53001"/>
                </a:cubicBezTo>
                <a:cubicBezTo>
                  <a:pt x="3618134" y="52623"/>
                  <a:pt x="3618267" y="52168"/>
                  <a:pt x="3618569" y="51636"/>
                </a:cubicBezTo>
                <a:lnTo>
                  <a:pt x="3634346" y="20473"/>
                </a:lnTo>
                <a:lnTo>
                  <a:pt x="3634346" y="7849"/>
                </a:lnTo>
                <a:cubicBezTo>
                  <a:pt x="3634346" y="6180"/>
                  <a:pt x="3634497" y="4833"/>
                  <a:pt x="3634800" y="3809"/>
                </a:cubicBezTo>
                <a:cubicBezTo>
                  <a:pt x="3635103" y="2785"/>
                  <a:pt x="3635594" y="1990"/>
                  <a:pt x="3636275" y="1422"/>
                </a:cubicBezTo>
                <a:cubicBezTo>
                  <a:pt x="3636956" y="852"/>
                  <a:pt x="3637827" y="473"/>
                  <a:pt x="3638886" y="284"/>
                </a:cubicBezTo>
                <a:cubicBezTo>
                  <a:pt x="3639945" y="95"/>
                  <a:pt x="3641232" y="0"/>
                  <a:pt x="3642745" y="0"/>
                </a:cubicBezTo>
                <a:cubicBezTo>
                  <a:pt x="3644183" y="0"/>
                  <a:pt x="3645431" y="95"/>
                  <a:pt x="3646490" y="284"/>
                </a:cubicBezTo>
                <a:cubicBezTo>
                  <a:pt x="3647550" y="473"/>
                  <a:pt x="3648420" y="852"/>
                  <a:pt x="3649101" y="1422"/>
                </a:cubicBezTo>
                <a:cubicBezTo>
                  <a:pt x="3649782" y="1990"/>
                  <a:pt x="3650293" y="2785"/>
                  <a:pt x="3650633" y="3809"/>
                </a:cubicBezTo>
                <a:cubicBezTo>
                  <a:pt x="3650974" y="4833"/>
                  <a:pt x="3651144" y="6180"/>
                  <a:pt x="3651144" y="78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4D180-97DF-498D-98BC-CE7E839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43" y="1556407"/>
            <a:ext cx="2762863" cy="795705"/>
          </a:xfrm>
          <a:custGeom xmlns:a="http://schemas.openxmlformats.org/drawingml/2006/main">
            <a:pathLst>
              <a:path w="2762863" h="795705" fill="none">
                <a:moveTo>
                  <a:pt x="0" y="795705"/>
                </a:moveTo>
                <a:lnTo>
                  <a:pt x="2762863" y="795705"/>
                </a:lnTo>
                <a:lnTo>
                  <a:pt x="2762863" y="0"/>
                </a:lnTo>
                <a:lnTo>
                  <a:pt x="0" y="0"/>
                </a:lnTo>
                <a:lnTo>
                  <a:pt x="0" y="7957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28" name="Text 𝑥isclean,because">
            <a:extLst xmlns:a="http://schemas.openxmlformats.org/drawingml/2006/main">
              <a:ext uri="{FF2B5EF4-FFF2-40B4-BE49-F238E27FC236}">
                <a16:creationId xmlns:a16="http://schemas.microsoft.com/office/drawing/2014/main" id="{1FB7AF6B-870C-427A-BA08-AE590668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527" y="1695840"/>
            <a:ext cx="1756610" cy="190908"/>
          </a:xfrm>
          <a:custGeom xmlns:a="http://schemas.openxmlformats.org/drawingml/2006/main">
            <a:pathLst>
              <a:path w="1756610" h="190908">
                <a:moveTo>
                  <a:pt x="50735" y="106917"/>
                </a:moveTo>
                <a:cubicBezTo>
                  <a:pt x="49600" y="100940"/>
                  <a:pt x="48427" y="95189"/>
                  <a:pt x="47216" y="89665"/>
                </a:cubicBezTo>
                <a:cubicBezTo>
                  <a:pt x="46006" y="84142"/>
                  <a:pt x="44757" y="78996"/>
                  <a:pt x="43471" y="74229"/>
                </a:cubicBezTo>
                <a:cubicBezTo>
                  <a:pt x="42184" y="69462"/>
                  <a:pt x="41125" y="66341"/>
                  <a:pt x="40293" y="64865"/>
                </a:cubicBezTo>
                <a:cubicBezTo>
                  <a:pt x="39460" y="63390"/>
                  <a:pt x="38571" y="62368"/>
                  <a:pt x="37625" y="61801"/>
                </a:cubicBezTo>
                <a:cubicBezTo>
                  <a:pt x="36680" y="61233"/>
                  <a:pt x="35488" y="60950"/>
                  <a:pt x="34050" y="60950"/>
                </a:cubicBezTo>
                <a:cubicBezTo>
                  <a:pt x="32461" y="60950"/>
                  <a:pt x="31023" y="61309"/>
                  <a:pt x="29737" y="62028"/>
                </a:cubicBezTo>
                <a:cubicBezTo>
                  <a:pt x="28451" y="62747"/>
                  <a:pt x="27051" y="63995"/>
                  <a:pt x="25538" y="65774"/>
                </a:cubicBezTo>
                <a:cubicBezTo>
                  <a:pt x="24024" y="67552"/>
                  <a:pt x="22019" y="70332"/>
                  <a:pt x="19522" y="74116"/>
                </a:cubicBezTo>
                <a:lnTo>
                  <a:pt x="12145" y="69235"/>
                </a:lnTo>
                <a:cubicBezTo>
                  <a:pt x="16912" y="62047"/>
                  <a:pt x="21489" y="56675"/>
                  <a:pt x="25878" y="53118"/>
                </a:cubicBezTo>
                <a:cubicBezTo>
                  <a:pt x="30267" y="49562"/>
                  <a:pt x="35450" y="47784"/>
                  <a:pt x="41428" y="47784"/>
                </a:cubicBezTo>
                <a:cubicBezTo>
                  <a:pt x="43773" y="47784"/>
                  <a:pt x="45835" y="48049"/>
                  <a:pt x="47613" y="48578"/>
                </a:cubicBezTo>
                <a:cubicBezTo>
                  <a:pt x="49392" y="49108"/>
                  <a:pt x="50962" y="49921"/>
                  <a:pt x="52324" y="51018"/>
                </a:cubicBezTo>
                <a:cubicBezTo>
                  <a:pt x="53686" y="52116"/>
                  <a:pt x="54896" y="53534"/>
                  <a:pt x="55956" y="55275"/>
                </a:cubicBezTo>
                <a:cubicBezTo>
                  <a:pt x="57015" y="57015"/>
                  <a:pt x="58037" y="59380"/>
                  <a:pt x="59020" y="62368"/>
                </a:cubicBezTo>
                <a:cubicBezTo>
                  <a:pt x="60004" y="65357"/>
                  <a:pt x="60931" y="69065"/>
                  <a:pt x="61801" y="73492"/>
                </a:cubicBezTo>
                <a:cubicBezTo>
                  <a:pt x="62671" y="77918"/>
                  <a:pt x="63447" y="82515"/>
                  <a:pt x="64128" y="87282"/>
                </a:cubicBezTo>
                <a:lnTo>
                  <a:pt x="65263" y="87282"/>
                </a:lnTo>
                <a:cubicBezTo>
                  <a:pt x="72527" y="77067"/>
                  <a:pt x="78032" y="69595"/>
                  <a:pt x="81777" y="64865"/>
                </a:cubicBezTo>
                <a:cubicBezTo>
                  <a:pt x="85523" y="60136"/>
                  <a:pt x="88682" y="56618"/>
                  <a:pt x="91254" y="54310"/>
                </a:cubicBezTo>
                <a:cubicBezTo>
                  <a:pt x="93827" y="52002"/>
                  <a:pt x="96305" y="50375"/>
                  <a:pt x="98689" y="49429"/>
                </a:cubicBezTo>
                <a:cubicBezTo>
                  <a:pt x="101072" y="48484"/>
                  <a:pt x="104231" y="48011"/>
                  <a:pt x="108166" y="48011"/>
                </a:cubicBezTo>
                <a:cubicBezTo>
                  <a:pt x="111722" y="48011"/>
                  <a:pt x="114635" y="48465"/>
                  <a:pt x="116905" y="49373"/>
                </a:cubicBezTo>
                <a:lnTo>
                  <a:pt x="112365" y="69916"/>
                </a:lnTo>
                <a:lnTo>
                  <a:pt x="104420" y="69916"/>
                </a:lnTo>
                <a:cubicBezTo>
                  <a:pt x="103966" y="66738"/>
                  <a:pt x="102642" y="65149"/>
                  <a:pt x="100448" y="65149"/>
                </a:cubicBezTo>
                <a:cubicBezTo>
                  <a:pt x="99767" y="65149"/>
                  <a:pt x="99048" y="65263"/>
                  <a:pt x="98291" y="65490"/>
                </a:cubicBezTo>
                <a:cubicBezTo>
                  <a:pt x="97535" y="65717"/>
                  <a:pt x="96608" y="66209"/>
                  <a:pt x="95511" y="66965"/>
                </a:cubicBezTo>
                <a:cubicBezTo>
                  <a:pt x="94413" y="67722"/>
                  <a:pt x="92806" y="69197"/>
                  <a:pt x="90687" y="71392"/>
                </a:cubicBezTo>
                <a:cubicBezTo>
                  <a:pt x="88568" y="73586"/>
                  <a:pt x="86185" y="76272"/>
                  <a:pt x="83536" y="79450"/>
                </a:cubicBezTo>
                <a:cubicBezTo>
                  <a:pt x="80888" y="82628"/>
                  <a:pt x="78164" y="85958"/>
                  <a:pt x="75364" y="89438"/>
                </a:cubicBezTo>
                <a:lnTo>
                  <a:pt x="67646" y="99086"/>
                </a:lnTo>
                <a:cubicBezTo>
                  <a:pt x="69008" y="106350"/>
                  <a:pt x="70295" y="112630"/>
                  <a:pt x="71505" y="117927"/>
                </a:cubicBezTo>
                <a:cubicBezTo>
                  <a:pt x="72716" y="123224"/>
                  <a:pt x="73794" y="127631"/>
                  <a:pt x="74740" y="131150"/>
                </a:cubicBezTo>
                <a:cubicBezTo>
                  <a:pt x="75686" y="134668"/>
                  <a:pt x="76518" y="137449"/>
                  <a:pt x="77237" y="139492"/>
                </a:cubicBezTo>
                <a:cubicBezTo>
                  <a:pt x="77956" y="141535"/>
                  <a:pt x="78731" y="143067"/>
                  <a:pt x="79564" y="144089"/>
                </a:cubicBezTo>
                <a:cubicBezTo>
                  <a:pt x="80396" y="145110"/>
                  <a:pt x="81247" y="145829"/>
                  <a:pt x="82118" y="146245"/>
                </a:cubicBezTo>
                <a:cubicBezTo>
                  <a:pt x="82988" y="146661"/>
                  <a:pt x="83990" y="146870"/>
                  <a:pt x="85125" y="146870"/>
                </a:cubicBezTo>
                <a:cubicBezTo>
                  <a:pt x="87168" y="146870"/>
                  <a:pt x="89155" y="146075"/>
                  <a:pt x="91084" y="144486"/>
                </a:cubicBezTo>
                <a:cubicBezTo>
                  <a:pt x="93014" y="142897"/>
                  <a:pt x="95794" y="139303"/>
                  <a:pt x="99426" y="133704"/>
                </a:cubicBezTo>
                <a:lnTo>
                  <a:pt x="106804" y="138584"/>
                </a:lnTo>
                <a:cubicBezTo>
                  <a:pt x="101507" y="146453"/>
                  <a:pt x="96721" y="151996"/>
                  <a:pt x="92446" y="155212"/>
                </a:cubicBezTo>
                <a:cubicBezTo>
                  <a:pt x="88171" y="158428"/>
                  <a:pt x="83082" y="160036"/>
                  <a:pt x="77180" y="160036"/>
                </a:cubicBezTo>
                <a:cubicBezTo>
                  <a:pt x="73927" y="160036"/>
                  <a:pt x="71165" y="159449"/>
                  <a:pt x="68895" y="158276"/>
                </a:cubicBezTo>
                <a:cubicBezTo>
                  <a:pt x="66625" y="157104"/>
                  <a:pt x="64657" y="155231"/>
                  <a:pt x="62993" y="152658"/>
                </a:cubicBezTo>
                <a:cubicBezTo>
                  <a:pt x="61328" y="150085"/>
                  <a:pt x="59853" y="146075"/>
                  <a:pt x="58566" y="140627"/>
                </a:cubicBezTo>
                <a:cubicBezTo>
                  <a:pt x="56221" y="130942"/>
                  <a:pt x="54783" y="123526"/>
                  <a:pt x="54253" y="118381"/>
                </a:cubicBezTo>
                <a:lnTo>
                  <a:pt x="53118" y="118381"/>
                </a:lnTo>
                <a:cubicBezTo>
                  <a:pt x="45098" y="129655"/>
                  <a:pt x="39139" y="137752"/>
                  <a:pt x="35242" y="142670"/>
                </a:cubicBezTo>
                <a:cubicBezTo>
                  <a:pt x="31345" y="147588"/>
                  <a:pt x="28129" y="151220"/>
                  <a:pt x="25594" y="153566"/>
                </a:cubicBezTo>
                <a:cubicBezTo>
                  <a:pt x="23060" y="155912"/>
                  <a:pt x="20600" y="157558"/>
                  <a:pt x="18217" y="158503"/>
                </a:cubicBezTo>
                <a:cubicBezTo>
                  <a:pt x="15833" y="159449"/>
                  <a:pt x="12674" y="159922"/>
                  <a:pt x="8740" y="159922"/>
                </a:cubicBezTo>
                <a:cubicBezTo>
                  <a:pt x="5183" y="159922"/>
                  <a:pt x="2270" y="159468"/>
                  <a:pt x="0" y="158560"/>
                </a:cubicBezTo>
                <a:lnTo>
                  <a:pt x="4540" y="138017"/>
                </a:lnTo>
                <a:lnTo>
                  <a:pt x="12485" y="138017"/>
                </a:lnTo>
                <a:cubicBezTo>
                  <a:pt x="12939" y="141195"/>
                  <a:pt x="14263" y="142784"/>
                  <a:pt x="16458" y="142784"/>
                </a:cubicBezTo>
                <a:cubicBezTo>
                  <a:pt x="17517" y="142784"/>
                  <a:pt x="18633" y="142500"/>
                  <a:pt x="19806" y="141932"/>
                </a:cubicBezTo>
                <a:cubicBezTo>
                  <a:pt x="20979" y="141365"/>
                  <a:pt x="22662" y="140003"/>
                  <a:pt x="24857" y="137846"/>
                </a:cubicBezTo>
                <a:cubicBezTo>
                  <a:pt x="27051" y="135690"/>
                  <a:pt x="30078" y="132304"/>
                  <a:pt x="33937" y="127688"/>
                </a:cubicBezTo>
                <a:cubicBezTo>
                  <a:pt x="37796" y="123072"/>
                  <a:pt x="43395" y="116149"/>
                  <a:pt x="50735" y="106917"/>
                </a:cubicBezTo>
                <a:close/>
                <a:moveTo>
                  <a:pt x="214720" y="155946"/>
                </a:moveTo>
                <a:cubicBezTo>
                  <a:pt x="214720" y="156400"/>
                  <a:pt x="214607" y="156817"/>
                  <a:pt x="214380" y="157198"/>
                </a:cubicBezTo>
                <a:cubicBezTo>
                  <a:pt x="214153" y="157576"/>
                  <a:pt x="213794" y="157879"/>
                  <a:pt x="213302" y="158106"/>
                </a:cubicBezTo>
                <a:cubicBezTo>
                  <a:pt x="212810" y="158333"/>
                  <a:pt x="212129" y="158522"/>
                  <a:pt x="211259" y="158674"/>
                </a:cubicBezTo>
                <a:cubicBezTo>
                  <a:pt x="210389" y="158825"/>
                  <a:pt x="209272" y="158901"/>
                  <a:pt x="207910" y="158901"/>
                </a:cubicBezTo>
                <a:cubicBezTo>
                  <a:pt x="206624" y="158901"/>
                  <a:pt x="205546" y="158825"/>
                  <a:pt x="204676" y="158674"/>
                </a:cubicBezTo>
                <a:cubicBezTo>
                  <a:pt x="203806" y="158522"/>
                  <a:pt x="203106" y="158333"/>
                  <a:pt x="202576" y="158106"/>
                </a:cubicBezTo>
                <a:cubicBezTo>
                  <a:pt x="202046" y="157879"/>
                  <a:pt x="201687" y="157576"/>
                  <a:pt x="201498" y="157198"/>
                </a:cubicBezTo>
                <a:cubicBezTo>
                  <a:pt x="201308" y="156817"/>
                  <a:pt x="201214" y="156400"/>
                  <a:pt x="201214" y="155946"/>
                </a:cubicBezTo>
                <a:lnTo>
                  <a:pt x="201214" y="53122"/>
                </a:lnTo>
                <a:cubicBezTo>
                  <a:pt x="201214" y="52668"/>
                  <a:pt x="201308" y="52252"/>
                  <a:pt x="201498" y="51873"/>
                </a:cubicBezTo>
                <a:cubicBezTo>
                  <a:pt x="201687" y="51493"/>
                  <a:pt x="202046" y="51170"/>
                  <a:pt x="202576" y="50905"/>
                </a:cubicBezTo>
                <a:cubicBezTo>
                  <a:pt x="203106" y="50640"/>
                  <a:pt x="203806" y="50451"/>
                  <a:pt x="204676" y="50337"/>
                </a:cubicBezTo>
                <a:cubicBezTo>
                  <a:pt x="205546" y="50224"/>
                  <a:pt x="206624" y="50167"/>
                  <a:pt x="207910" y="50167"/>
                </a:cubicBezTo>
                <a:cubicBezTo>
                  <a:pt x="209272" y="50167"/>
                  <a:pt x="210389" y="50224"/>
                  <a:pt x="211259" y="50337"/>
                </a:cubicBezTo>
                <a:cubicBezTo>
                  <a:pt x="212129" y="50451"/>
                  <a:pt x="212810" y="50640"/>
                  <a:pt x="213302" y="50905"/>
                </a:cubicBezTo>
                <a:cubicBezTo>
                  <a:pt x="213794" y="51170"/>
                  <a:pt x="214153" y="51493"/>
                  <a:pt x="214380" y="51873"/>
                </a:cubicBezTo>
                <a:cubicBezTo>
                  <a:pt x="214607" y="52252"/>
                  <a:pt x="214720" y="52668"/>
                  <a:pt x="214720" y="53122"/>
                </a:cubicBezTo>
                <a:lnTo>
                  <a:pt x="214720" y="155946"/>
                </a:lnTo>
                <a:moveTo>
                  <a:pt x="216763" y="18330"/>
                </a:moveTo>
                <a:cubicBezTo>
                  <a:pt x="216763" y="21984"/>
                  <a:pt x="216120" y="24458"/>
                  <a:pt x="214834" y="25754"/>
                </a:cubicBezTo>
                <a:cubicBezTo>
                  <a:pt x="213548" y="27047"/>
                  <a:pt x="211202" y="27694"/>
                  <a:pt x="207797" y="27694"/>
                </a:cubicBezTo>
                <a:cubicBezTo>
                  <a:pt x="204468" y="27694"/>
                  <a:pt x="202179" y="27066"/>
                  <a:pt x="200930" y="25811"/>
                </a:cubicBezTo>
                <a:cubicBezTo>
                  <a:pt x="199682" y="24555"/>
                  <a:pt x="199057" y="22099"/>
                  <a:pt x="199057" y="18444"/>
                </a:cubicBezTo>
                <a:cubicBezTo>
                  <a:pt x="199057" y="14791"/>
                  <a:pt x="199701" y="12317"/>
                  <a:pt x="200987" y="11024"/>
                </a:cubicBezTo>
                <a:cubicBezTo>
                  <a:pt x="202273" y="9728"/>
                  <a:pt x="204619" y="9080"/>
                  <a:pt x="208024" y="9080"/>
                </a:cubicBezTo>
                <a:cubicBezTo>
                  <a:pt x="211353" y="9080"/>
                  <a:pt x="213642" y="9708"/>
                  <a:pt x="214891" y="10963"/>
                </a:cubicBezTo>
                <a:cubicBezTo>
                  <a:pt x="216139" y="12219"/>
                  <a:pt x="216763" y="14675"/>
                  <a:pt x="216763" y="18330"/>
                </a:cubicBezTo>
                <a:close/>
                <a:moveTo>
                  <a:pt x="316686" y="128678"/>
                </a:moveTo>
                <a:cubicBezTo>
                  <a:pt x="316686" y="133601"/>
                  <a:pt x="315778" y="138013"/>
                  <a:pt x="313962" y="141915"/>
                </a:cubicBezTo>
                <a:cubicBezTo>
                  <a:pt x="312146" y="145814"/>
                  <a:pt x="309555" y="149128"/>
                  <a:pt x="306187" y="151856"/>
                </a:cubicBezTo>
                <a:cubicBezTo>
                  <a:pt x="302820" y="154583"/>
                  <a:pt x="298791" y="156666"/>
                  <a:pt x="294100" y="158106"/>
                </a:cubicBezTo>
                <a:cubicBezTo>
                  <a:pt x="289408" y="159544"/>
                  <a:pt x="284225" y="160263"/>
                  <a:pt x="278550" y="160263"/>
                </a:cubicBezTo>
                <a:cubicBezTo>
                  <a:pt x="274994" y="160263"/>
                  <a:pt x="271626" y="159979"/>
                  <a:pt x="268448" y="159411"/>
                </a:cubicBezTo>
                <a:cubicBezTo>
                  <a:pt x="265270" y="158844"/>
                  <a:pt x="262395" y="158125"/>
                  <a:pt x="259822" y="157255"/>
                </a:cubicBezTo>
                <a:cubicBezTo>
                  <a:pt x="257250" y="156385"/>
                  <a:pt x="255074" y="155458"/>
                  <a:pt x="253296" y="154474"/>
                </a:cubicBezTo>
                <a:cubicBezTo>
                  <a:pt x="251518" y="153490"/>
                  <a:pt x="250213" y="152620"/>
                  <a:pt x="249380" y="151864"/>
                </a:cubicBezTo>
                <a:cubicBezTo>
                  <a:pt x="248548" y="151107"/>
                  <a:pt x="247943" y="150156"/>
                  <a:pt x="247564" y="149012"/>
                </a:cubicBezTo>
                <a:cubicBezTo>
                  <a:pt x="247186" y="147865"/>
                  <a:pt x="246997" y="146338"/>
                  <a:pt x="246997" y="144429"/>
                </a:cubicBezTo>
                <a:cubicBezTo>
                  <a:pt x="246997" y="143436"/>
                  <a:pt x="247073" y="142558"/>
                  <a:pt x="247224" y="141794"/>
                </a:cubicBezTo>
                <a:cubicBezTo>
                  <a:pt x="247375" y="141030"/>
                  <a:pt x="247564" y="140381"/>
                  <a:pt x="247791" y="139847"/>
                </a:cubicBezTo>
                <a:cubicBezTo>
                  <a:pt x="248018" y="139312"/>
                  <a:pt x="248321" y="138912"/>
                  <a:pt x="248699" y="138644"/>
                </a:cubicBezTo>
                <a:cubicBezTo>
                  <a:pt x="249078" y="138377"/>
                  <a:pt x="249494" y="138244"/>
                  <a:pt x="249948" y="138244"/>
                </a:cubicBezTo>
                <a:cubicBezTo>
                  <a:pt x="250780" y="138244"/>
                  <a:pt x="251991" y="138779"/>
                  <a:pt x="253580" y="139850"/>
                </a:cubicBezTo>
                <a:cubicBezTo>
                  <a:pt x="255169" y="140921"/>
                  <a:pt x="257155" y="142088"/>
                  <a:pt x="259539" y="143351"/>
                </a:cubicBezTo>
                <a:cubicBezTo>
                  <a:pt x="261922" y="144614"/>
                  <a:pt x="264760" y="145781"/>
                  <a:pt x="268051" y="146852"/>
                </a:cubicBezTo>
                <a:cubicBezTo>
                  <a:pt x="271343" y="147923"/>
                  <a:pt x="275145" y="148459"/>
                  <a:pt x="279458" y="148459"/>
                </a:cubicBezTo>
                <a:cubicBezTo>
                  <a:pt x="282939" y="148459"/>
                  <a:pt x="286117" y="148080"/>
                  <a:pt x="288992" y="147324"/>
                </a:cubicBezTo>
                <a:cubicBezTo>
                  <a:pt x="291867" y="146565"/>
                  <a:pt x="294364" y="145427"/>
                  <a:pt x="296483" y="143911"/>
                </a:cubicBezTo>
                <a:cubicBezTo>
                  <a:pt x="298602" y="142396"/>
                  <a:pt x="300248" y="140444"/>
                  <a:pt x="301420" y="138056"/>
                </a:cubicBezTo>
                <a:cubicBezTo>
                  <a:pt x="302593" y="135667"/>
                  <a:pt x="303180" y="132882"/>
                  <a:pt x="303180" y="129699"/>
                </a:cubicBezTo>
                <a:cubicBezTo>
                  <a:pt x="303180" y="126519"/>
                  <a:pt x="302423" y="123830"/>
                  <a:pt x="300910" y="121633"/>
                </a:cubicBezTo>
                <a:cubicBezTo>
                  <a:pt x="299396" y="119437"/>
                  <a:pt x="297410" y="117524"/>
                  <a:pt x="294951" y="115895"/>
                </a:cubicBezTo>
                <a:cubicBezTo>
                  <a:pt x="292492" y="114265"/>
                  <a:pt x="289692" y="112827"/>
                  <a:pt x="286552" y="111578"/>
                </a:cubicBezTo>
                <a:cubicBezTo>
                  <a:pt x="283412" y="110327"/>
                  <a:pt x="280196" y="109040"/>
                  <a:pt x="276904" y="107715"/>
                </a:cubicBezTo>
                <a:cubicBezTo>
                  <a:pt x="273613" y="106389"/>
                  <a:pt x="270397" y="104931"/>
                  <a:pt x="267257" y="103342"/>
                </a:cubicBezTo>
                <a:cubicBezTo>
                  <a:pt x="264117" y="101751"/>
                  <a:pt x="261317" y="99819"/>
                  <a:pt x="258858" y="97547"/>
                </a:cubicBezTo>
                <a:cubicBezTo>
                  <a:pt x="256399" y="95274"/>
                  <a:pt x="254412" y="92548"/>
                  <a:pt x="252899" y="89367"/>
                </a:cubicBezTo>
                <a:cubicBezTo>
                  <a:pt x="251386" y="86185"/>
                  <a:pt x="250629" y="82359"/>
                  <a:pt x="250629" y="77890"/>
                </a:cubicBezTo>
                <a:cubicBezTo>
                  <a:pt x="250629" y="74331"/>
                  <a:pt x="251310" y="70829"/>
                  <a:pt x="252672" y="67384"/>
                </a:cubicBezTo>
                <a:cubicBezTo>
                  <a:pt x="254034" y="63936"/>
                  <a:pt x="256134" y="60849"/>
                  <a:pt x="258971" y="58123"/>
                </a:cubicBezTo>
                <a:cubicBezTo>
                  <a:pt x="261809" y="55394"/>
                  <a:pt x="265441" y="53197"/>
                  <a:pt x="269867" y="51533"/>
                </a:cubicBezTo>
                <a:cubicBezTo>
                  <a:pt x="274294" y="49866"/>
                  <a:pt x="279534" y="49032"/>
                  <a:pt x="285587" y="49032"/>
                </a:cubicBezTo>
                <a:cubicBezTo>
                  <a:pt x="288160" y="49032"/>
                  <a:pt x="290713" y="49240"/>
                  <a:pt x="293248" y="49656"/>
                </a:cubicBezTo>
                <a:cubicBezTo>
                  <a:pt x="295783" y="50073"/>
                  <a:pt x="298091" y="50621"/>
                  <a:pt x="300172" y="51302"/>
                </a:cubicBezTo>
                <a:cubicBezTo>
                  <a:pt x="302253" y="51983"/>
                  <a:pt x="304050" y="52721"/>
                  <a:pt x="305563" y="53515"/>
                </a:cubicBezTo>
                <a:cubicBezTo>
                  <a:pt x="307076" y="54310"/>
                  <a:pt x="308230" y="55010"/>
                  <a:pt x="309025" y="55615"/>
                </a:cubicBezTo>
                <a:cubicBezTo>
                  <a:pt x="309819" y="56221"/>
                  <a:pt x="310349" y="56731"/>
                  <a:pt x="310614" y="57147"/>
                </a:cubicBezTo>
                <a:cubicBezTo>
                  <a:pt x="310879" y="57564"/>
                  <a:pt x="311068" y="57999"/>
                  <a:pt x="311181" y="58453"/>
                </a:cubicBezTo>
                <a:cubicBezTo>
                  <a:pt x="311295" y="58907"/>
                  <a:pt x="311389" y="59455"/>
                  <a:pt x="311465" y="60098"/>
                </a:cubicBezTo>
                <a:cubicBezTo>
                  <a:pt x="311541" y="60742"/>
                  <a:pt x="311579" y="61517"/>
                  <a:pt x="311579" y="62425"/>
                </a:cubicBezTo>
                <a:cubicBezTo>
                  <a:pt x="311579" y="63333"/>
                  <a:pt x="311522" y="64147"/>
                  <a:pt x="311408" y="64865"/>
                </a:cubicBezTo>
                <a:cubicBezTo>
                  <a:pt x="311295" y="65584"/>
                  <a:pt x="311125" y="66209"/>
                  <a:pt x="310898" y="66738"/>
                </a:cubicBezTo>
                <a:cubicBezTo>
                  <a:pt x="310671" y="67268"/>
                  <a:pt x="310387" y="67665"/>
                  <a:pt x="310046" y="67930"/>
                </a:cubicBezTo>
                <a:cubicBezTo>
                  <a:pt x="309706" y="68195"/>
                  <a:pt x="309309" y="68327"/>
                  <a:pt x="308855" y="68327"/>
                </a:cubicBezTo>
                <a:cubicBezTo>
                  <a:pt x="308249" y="68327"/>
                  <a:pt x="307341" y="67911"/>
                  <a:pt x="306131" y="67079"/>
                </a:cubicBezTo>
                <a:cubicBezTo>
                  <a:pt x="304920" y="66246"/>
                  <a:pt x="303331" y="65338"/>
                  <a:pt x="301364" y="64355"/>
                </a:cubicBezTo>
                <a:cubicBezTo>
                  <a:pt x="299396" y="63371"/>
                  <a:pt x="297051" y="62463"/>
                  <a:pt x="294327" y="61631"/>
                </a:cubicBezTo>
                <a:cubicBezTo>
                  <a:pt x="291603" y="60798"/>
                  <a:pt x="288462" y="60382"/>
                  <a:pt x="284906" y="60382"/>
                </a:cubicBezTo>
                <a:cubicBezTo>
                  <a:pt x="281350" y="60382"/>
                  <a:pt x="278228" y="60800"/>
                  <a:pt x="275542" y="61634"/>
                </a:cubicBezTo>
                <a:cubicBezTo>
                  <a:pt x="272856" y="62467"/>
                  <a:pt x="270643" y="63641"/>
                  <a:pt x="268902" y="65156"/>
                </a:cubicBezTo>
                <a:cubicBezTo>
                  <a:pt x="267162" y="66672"/>
                  <a:pt x="265857" y="68454"/>
                  <a:pt x="264987" y="70502"/>
                </a:cubicBezTo>
                <a:cubicBezTo>
                  <a:pt x="264117" y="72547"/>
                  <a:pt x="263681" y="74783"/>
                  <a:pt x="263681" y="77209"/>
                </a:cubicBezTo>
                <a:cubicBezTo>
                  <a:pt x="263681" y="80540"/>
                  <a:pt x="264438" y="83342"/>
                  <a:pt x="265951" y="85615"/>
                </a:cubicBezTo>
                <a:cubicBezTo>
                  <a:pt x="267465" y="87887"/>
                  <a:pt x="269470" y="89857"/>
                  <a:pt x="271967" y="91524"/>
                </a:cubicBezTo>
                <a:cubicBezTo>
                  <a:pt x="274464" y="93191"/>
                  <a:pt x="277302" y="94669"/>
                  <a:pt x="280480" y="95958"/>
                </a:cubicBezTo>
                <a:cubicBezTo>
                  <a:pt x="283658" y="97244"/>
                  <a:pt x="286892" y="98531"/>
                  <a:pt x="290184" y="99820"/>
                </a:cubicBezTo>
                <a:cubicBezTo>
                  <a:pt x="293475" y="101106"/>
                  <a:pt x="296710" y="102526"/>
                  <a:pt x="299888" y="104080"/>
                </a:cubicBezTo>
                <a:cubicBezTo>
                  <a:pt x="303066" y="105631"/>
                  <a:pt x="305904" y="107505"/>
                  <a:pt x="308401" y="109702"/>
                </a:cubicBezTo>
                <a:cubicBezTo>
                  <a:pt x="310898" y="111898"/>
                  <a:pt x="312903" y="114531"/>
                  <a:pt x="314416" y="117601"/>
                </a:cubicBezTo>
                <a:cubicBezTo>
                  <a:pt x="315929" y="120668"/>
                  <a:pt x="316686" y="124360"/>
                  <a:pt x="316686" y="128678"/>
                </a:cubicBezTo>
                <a:close/>
                <a:moveTo>
                  <a:pt x="471922" y="140854"/>
                </a:moveTo>
                <a:cubicBezTo>
                  <a:pt x="471922" y="141762"/>
                  <a:pt x="471884" y="142575"/>
                  <a:pt x="471808" y="143294"/>
                </a:cubicBezTo>
                <a:cubicBezTo>
                  <a:pt x="471732" y="144013"/>
                  <a:pt x="471619" y="144637"/>
                  <a:pt x="471468" y="145167"/>
                </a:cubicBezTo>
                <a:cubicBezTo>
                  <a:pt x="471316" y="145697"/>
                  <a:pt x="471108" y="146170"/>
                  <a:pt x="470843" y="146586"/>
                </a:cubicBezTo>
                <a:cubicBezTo>
                  <a:pt x="470579" y="147002"/>
                  <a:pt x="469954" y="147702"/>
                  <a:pt x="468971" y="148686"/>
                </a:cubicBezTo>
                <a:cubicBezTo>
                  <a:pt x="467987" y="149669"/>
                  <a:pt x="466341" y="150918"/>
                  <a:pt x="464033" y="152431"/>
                </a:cubicBezTo>
                <a:cubicBezTo>
                  <a:pt x="461726" y="153944"/>
                  <a:pt x="459134" y="155269"/>
                  <a:pt x="456259" y="156404"/>
                </a:cubicBezTo>
                <a:cubicBezTo>
                  <a:pt x="453383" y="157539"/>
                  <a:pt x="450281" y="158466"/>
                  <a:pt x="446952" y="159184"/>
                </a:cubicBezTo>
                <a:cubicBezTo>
                  <a:pt x="443622" y="159903"/>
                  <a:pt x="440179" y="160263"/>
                  <a:pt x="436623" y="160263"/>
                </a:cubicBezTo>
                <a:cubicBezTo>
                  <a:pt x="429510" y="160263"/>
                  <a:pt x="423211" y="159070"/>
                  <a:pt x="417725" y="156684"/>
                </a:cubicBezTo>
                <a:cubicBezTo>
                  <a:pt x="412239" y="154298"/>
                  <a:pt x="407643" y="150776"/>
                  <a:pt x="403935" y="146118"/>
                </a:cubicBezTo>
                <a:cubicBezTo>
                  <a:pt x="400227" y="141459"/>
                  <a:pt x="397409" y="135741"/>
                  <a:pt x="395479" y="128961"/>
                </a:cubicBezTo>
                <a:cubicBezTo>
                  <a:pt x="393550" y="122182"/>
                  <a:pt x="392585" y="114361"/>
                  <a:pt x="392585" y="105499"/>
                </a:cubicBezTo>
                <a:cubicBezTo>
                  <a:pt x="392585" y="95501"/>
                  <a:pt x="393777" y="86943"/>
                  <a:pt x="396160" y="79823"/>
                </a:cubicBezTo>
                <a:cubicBezTo>
                  <a:pt x="398544" y="72703"/>
                  <a:pt x="401816" y="66871"/>
                  <a:pt x="405978" y="62326"/>
                </a:cubicBezTo>
                <a:cubicBezTo>
                  <a:pt x="410140" y="57781"/>
                  <a:pt x="415001" y="54429"/>
                  <a:pt x="420563" y="52270"/>
                </a:cubicBezTo>
                <a:cubicBezTo>
                  <a:pt x="426124" y="50112"/>
                  <a:pt x="432083" y="49032"/>
                  <a:pt x="438439" y="49032"/>
                </a:cubicBezTo>
                <a:cubicBezTo>
                  <a:pt x="441844" y="49032"/>
                  <a:pt x="445098" y="49357"/>
                  <a:pt x="448200" y="50008"/>
                </a:cubicBezTo>
                <a:cubicBezTo>
                  <a:pt x="451302" y="50655"/>
                  <a:pt x="454159" y="51514"/>
                  <a:pt x="456769" y="52583"/>
                </a:cubicBezTo>
                <a:cubicBezTo>
                  <a:pt x="459380" y="53649"/>
                  <a:pt x="461707" y="54869"/>
                  <a:pt x="463750" y="56243"/>
                </a:cubicBezTo>
                <a:cubicBezTo>
                  <a:pt x="465793" y="57617"/>
                  <a:pt x="467287" y="58781"/>
                  <a:pt x="468233" y="59737"/>
                </a:cubicBezTo>
                <a:cubicBezTo>
                  <a:pt x="469179" y="60690"/>
                  <a:pt x="469822" y="61414"/>
                  <a:pt x="470162" y="61911"/>
                </a:cubicBezTo>
                <a:cubicBezTo>
                  <a:pt x="470503" y="62405"/>
                  <a:pt x="470768" y="62955"/>
                  <a:pt x="470957" y="63560"/>
                </a:cubicBezTo>
                <a:cubicBezTo>
                  <a:pt x="471146" y="64166"/>
                  <a:pt x="471278" y="64828"/>
                  <a:pt x="471354" y="65547"/>
                </a:cubicBezTo>
                <a:cubicBezTo>
                  <a:pt x="471430" y="66265"/>
                  <a:pt x="471468" y="67117"/>
                  <a:pt x="471468" y="68100"/>
                </a:cubicBezTo>
                <a:cubicBezTo>
                  <a:pt x="471468" y="70295"/>
                  <a:pt x="471146" y="71827"/>
                  <a:pt x="470503" y="72697"/>
                </a:cubicBezTo>
                <a:cubicBezTo>
                  <a:pt x="469860" y="73567"/>
                  <a:pt x="469160" y="74002"/>
                  <a:pt x="468403" y="74002"/>
                </a:cubicBezTo>
                <a:cubicBezTo>
                  <a:pt x="467344" y="74002"/>
                  <a:pt x="466039" y="73315"/>
                  <a:pt x="464487" y="71942"/>
                </a:cubicBezTo>
                <a:cubicBezTo>
                  <a:pt x="462936" y="70568"/>
                  <a:pt x="460950" y="69060"/>
                  <a:pt x="458529" y="67419"/>
                </a:cubicBezTo>
                <a:cubicBezTo>
                  <a:pt x="456107" y="65778"/>
                  <a:pt x="453175" y="64271"/>
                  <a:pt x="449732" y="62897"/>
                </a:cubicBezTo>
                <a:cubicBezTo>
                  <a:pt x="446289" y="61523"/>
                  <a:pt x="442185" y="60836"/>
                  <a:pt x="437417" y="60836"/>
                </a:cubicBezTo>
                <a:cubicBezTo>
                  <a:pt x="427581" y="60836"/>
                  <a:pt x="419995" y="64624"/>
                  <a:pt x="414661" y="72200"/>
                </a:cubicBezTo>
                <a:cubicBezTo>
                  <a:pt x="409326" y="79777"/>
                  <a:pt x="406659" y="90725"/>
                  <a:pt x="406659" y="105045"/>
                </a:cubicBezTo>
                <a:cubicBezTo>
                  <a:pt x="406659" y="112242"/>
                  <a:pt x="407378" y="118550"/>
                  <a:pt x="408815" y="123967"/>
                </a:cubicBezTo>
                <a:cubicBezTo>
                  <a:pt x="410253" y="129385"/>
                  <a:pt x="412315" y="133893"/>
                  <a:pt x="415001" y="137492"/>
                </a:cubicBezTo>
                <a:cubicBezTo>
                  <a:pt x="417687" y="141090"/>
                  <a:pt x="420960" y="143780"/>
                  <a:pt x="424819" y="145561"/>
                </a:cubicBezTo>
                <a:cubicBezTo>
                  <a:pt x="428678" y="147341"/>
                  <a:pt x="433029" y="148232"/>
                  <a:pt x="437871" y="148232"/>
                </a:cubicBezTo>
                <a:cubicBezTo>
                  <a:pt x="442412" y="148232"/>
                  <a:pt x="446422" y="147513"/>
                  <a:pt x="449903" y="146075"/>
                </a:cubicBezTo>
                <a:cubicBezTo>
                  <a:pt x="453383" y="144637"/>
                  <a:pt x="456410" y="143048"/>
                  <a:pt x="458983" y="141308"/>
                </a:cubicBezTo>
                <a:cubicBezTo>
                  <a:pt x="461555" y="139568"/>
                  <a:pt x="463693" y="137979"/>
                  <a:pt x="465395" y="136541"/>
                </a:cubicBezTo>
                <a:cubicBezTo>
                  <a:pt x="467098" y="135103"/>
                  <a:pt x="468365" y="134385"/>
                  <a:pt x="469198" y="134385"/>
                </a:cubicBezTo>
                <a:cubicBezTo>
                  <a:pt x="469652" y="134385"/>
                  <a:pt x="470049" y="134517"/>
                  <a:pt x="470389" y="134782"/>
                </a:cubicBezTo>
                <a:cubicBezTo>
                  <a:pt x="470730" y="135047"/>
                  <a:pt x="471014" y="135463"/>
                  <a:pt x="471241" y="136030"/>
                </a:cubicBezTo>
                <a:cubicBezTo>
                  <a:pt x="471468" y="136598"/>
                  <a:pt x="471638" y="137279"/>
                  <a:pt x="471751" y="138073"/>
                </a:cubicBezTo>
                <a:cubicBezTo>
                  <a:pt x="471865" y="138868"/>
                  <a:pt x="471922" y="139795"/>
                  <a:pt x="471922" y="140854"/>
                </a:cubicBezTo>
                <a:close/>
                <a:moveTo>
                  <a:pt x="513184" y="155950"/>
                </a:moveTo>
                <a:cubicBezTo>
                  <a:pt x="513184" y="156404"/>
                  <a:pt x="513070" y="156820"/>
                  <a:pt x="512843" y="157198"/>
                </a:cubicBezTo>
                <a:cubicBezTo>
                  <a:pt x="512616" y="157576"/>
                  <a:pt x="512257" y="157879"/>
                  <a:pt x="511765" y="158106"/>
                </a:cubicBezTo>
                <a:cubicBezTo>
                  <a:pt x="511273" y="158333"/>
                  <a:pt x="510592" y="158522"/>
                  <a:pt x="509722" y="158674"/>
                </a:cubicBezTo>
                <a:cubicBezTo>
                  <a:pt x="508852" y="158825"/>
                  <a:pt x="507736" y="158901"/>
                  <a:pt x="506374" y="158901"/>
                </a:cubicBezTo>
                <a:cubicBezTo>
                  <a:pt x="505087" y="158901"/>
                  <a:pt x="504009" y="158825"/>
                  <a:pt x="503139" y="158674"/>
                </a:cubicBezTo>
                <a:cubicBezTo>
                  <a:pt x="502269" y="158522"/>
                  <a:pt x="501569" y="158333"/>
                  <a:pt x="501039" y="158106"/>
                </a:cubicBezTo>
                <a:cubicBezTo>
                  <a:pt x="500510" y="157879"/>
                  <a:pt x="500150" y="157576"/>
                  <a:pt x="499961" y="157198"/>
                </a:cubicBezTo>
                <a:cubicBezTo>
                  <a:pt x="499772" y="156820"/>
                  <a:pt x="499677" y="156404"/>
                  <a:pt x="499677" y="155950"/>
                </a:cubicBezTo>
                <a:lnTo>
                  <a:pt x="499677" y="2951"/>
                </a:lnTo>
                <a:cubicBezTo>
                  <a:pt x="499677" y="2497"/>
                  <a:pt x="499772" y="2081"/>
                  <a:pt x="499961" y="1703"/>
                </a:cubicBezTo>
                <a:cubicBezTo>
                  <a:pt x="500150" y="1324"/>
                  <a:pt x="500510" y="1003"/>
                  <a:pt x="501039" y="738"/>
                </a:cubicBezTo>
                <a:cubicBezTo>
                  <a:pt x="501569" y="473"/>
                  <a:pt x="502269" y="284"/>
                  <a:pt x="503139" y="170"/>
                </a:cubicBezTo>
                <a:cubicBezTo>
                  <a:pt x="504009" y="57"/>
                  <a:pt x="505087" y="0"/>
                  <a:pt x="506374" y="0"/>
                </a:cubicBezTo>
                <a:cubicBezTo>
                  <a:pt x="507736" y="0"/>
                  <a:pt x="508852" y="57"/>
                  <a:pt x="509722" y="170"/>
                </a:cubicBezTo>
                <a:cubicBezTo>
                  <a:pt x="510592" y="284"/>
                  <a:pt x="511273" y="473"/>
                  <a:pt x="511765" y="738"/>
                </a:cubicBezTo>
                <a:cubicBezTo>
                  <a:pt x="512257" y="1003"/>
                  <a:pt x="512616" y="1324"/>
                  <a:pt x="512843" y="1703"/>
                </a:cubicBezTo>
                <a:cubicBezTo>
                  <a:pt x="513070" y="2081"/>
                  <a:pt x="513184" y="2497"/>
                  <a:pt x="513184" y="2951"/>
                </a:cubicBezTo>
                <a:lnTo>
                  <a:pt x="513184" y="155950"/>
                </a:lnTo>
                <a:close/>
                <a:moveTo>
                  <a:pt x="638530" y="99313"/>
                </a:moveTo>
                <a:cubicBezTo>
                  <a:pt x="638530" y="102037"/>
                  <a:pt x="637811" y="103910"/>
                  <a:pt x="636373" y="104931"/>
                </a:cubicBezTo>
                <a:cubicBezTo>
                  <a:pt x="634936" y="105953"/>
                  <a:pt x="633536" y="106463"/>
                  <a:pt x="632174" y="106463"/>
                </a:cubicBezTo>
                <a:lnTo>
                  <a:pt x="562144" y="106463"/>
                </a:lnTo>
                <a:cubicBezTo>
                  <a:pt x="562144" y="112836"/>
                  <a:pt x="562768" y="118602"/>
                  <a:pt x="564017" y="123762"/>
                </a:cubicBezTo>
                <a:cubicBezTo>
                  <a:pt x="565265" y="128921"/>
                  <a:pt x="567327" y="133341"/>
                  <a:pt x="570203" y="137020"/>
                </a:cubicBezTo>
                <a:cubicBezTo>
                  <a:pt x="573078" y="140699"/>
                  <a:pt x="576824" y="143526"/>
                  <a:pt x="581439" y="145500"/>
                </a:cubicBezTo>
                <a:cubicBezTo>
                  <a:pt x="586055" y="147473"/>
                  <a:pt x="591730" y="148459"/>
                  <a:pt x="598464" y="148459"/>
                </a:cubicBezTo>
                <a:cubicBezTo>
                  <a:pt x="603231" y="148459"/>
                  <a:pt x="607507" y="148036"/>
                  <a:pt x="611290" y="147192"/>
                </a:cubicBezTo>
                <a:cubicBezTo>
                  <a:pt x="615073" y="146348"/>
                  <a:pt x="618346" y="145408"/>
                  <a:pt x="621108" y="144373"/>
                </a:cubicBezTo>
                <a:cubicBezTo>
                  <a:pt x="623870" y="143337"/>
                  <a:pt x="626140" y="142397"/>
                  <a:pt x="627918" y="141553"/>
                </a:cubicBezTo>
                <a:cubicBezTo>
                  <a:pt x="629696" y="140709"/>
                  <a:pt x="630963" y="140287"/>
                  <a:pt x="631720" y="140287"/>
                </a:cubicBezTo>
                <a:cubicBezTo>
                  <a:pt x="632174" y="140287"/>
                  <a:pt x="632590" y="140401"/>
                  <a:pt x="632968" y="140631"/>
                </a:cubicBezTo>
                <a:cubicBezTo>
                  <a:pt x="633347" y="140860"/>
                  <a:pt x="633649" y="141223"/>
                  <a:pt x="633876" y="141719"/>
                </a:cubicBezTo>
                <a:cubicBezTo>
                  <a:pt x="634103" y="142216"/>
                  <a:pt x="634274" y="142846"/>
                  <a:pt x="634387" y="143610"/>
                </a:cubicBezTo>
                <a:cubicBezTo>
                  <a:pt x="634501" y="144374"/>
                  <a:pt x="634557" y="145328"/>
                  <a:pt x="634557" y="146472"/>
                </a:cubicBezTo>
                <a:cubicBezTo>
                  <a:pt x="634557" y="147009"/>
                  <a:pt x="634520" y="147526"/>
                  <a:pt x="634444" y="148022"/>
                </a:cubicBezTo>
                <a:cubicBezTo>
                  <a:pt x="634368" y="148519"/>
                  <a:pt x="634274" y="148978"/>
                  <a:pt x="634160" y="149398"/>
                </a:cubicBezTo>
                <a:cubicBezTo>
                  <a:pt x="634047" y="149817"/>
                  <a:pt x="633876" y="150218"/>
                  <a:pt x="633649" y="150601"/>
                </a:cubicBezTo>
                <a:cubicBezTo>
                  <a:pt x="633422" y="150982"/>
                  <a:pt x="633120" y="151363"/>
                  <a:pt x="632741" y="151747"/>
                </a:cubicBezTo>
                <a:cubicBezTo>
                  <a:pt x="632363" y="152127"/>
                  <a:pt x="631190" y="152791"/>
                  <a:pt x="629223" y="153736"/>
                </a:cubicBezTo>
                <a:cubicBezTo>
                  <a:pt x="627256" y="154682"/>
                  <a:pt x="624683" y="155628"/>
                  <a:pt x="621505" y="156574"/>
                </a:cubicBezTo>
                <a:cubicBezTo>
                  <a:pt x="618327" y="157520"/>
                  <a:pt x="614638" y="158371"/>
                  <a:pt x="610439" y="159128"/>
                </a:cubicBezTo>
                <a:cubicBezTo>
                  <a:pt x="606239" y="159884"/>
                  <a:pt x="601718" y="160263"/>
                  <a:pt x="596875" y="160263"/>
                </a:cubicBezTo>
                <a:cubicBezTo>
                  <a:pt x="588930" y="160263"/>
                  <a:pt x="581893" y="159070"/>
                  <a:pt x="575764" y="156684"/>
                </a:cubicBezTo>
                <a:cubicBezTo>
                  <a:pt x="569635" y="154298"/>
                  <a:pt x="564490" y="150776"/>
                  <a:pt x="560328" y="146118"/>
                </a:cubicBezTo>
                <a:cubicBezTo>
                  <a:pt x="556167" y="141459"/>
                  <a:pt x="553007" y="135684"/>
                  <a:pt x="550851" y="128791"/>
                </a:cubicBezTo>
                <a:cubicBezTo>
                  <a:pt x="548694" y="121898"/>
                  <a:pt x="547616" y="113907"/>
                  <a:pt x="547616" y="104818"/>
                </a:cubicBezTo>
                <a:cubicBezTo>
                  <a:pt x="547616" y="96106"/>
                  <a:pt x="548732" y="88305"/>
                  <a:pt x="550964" y="81412"/>
                </a:cubicBezTo>
                <a:cubicBezTo>
                  <a:pt x="553197" y="74519"/>
                  <a:pt x="556394" y="68668"/>
                  <a:pt x="560555" y="63858"/>
                </a:cubicBezTo>
                <a:cubicBezTo>
                  <a:pt x="564717" y="59049"/>
                  <a:pt x="569730" y="55375"/>
                  <a:pt x="575594" y="52838"/>
                </a:cubicBezTo>
                <a:cubicBezTo>
                  <a:pt x="581458" y="50301"/>
                  <a:pt x="587984" y="49032"/>
                  <a:pt x="595173" y="49032"/>
                </a:cubicBezTo>
                <a:cubicBezTo>
                  <a:pt x="602891" y="49032"/>
                  <a:pt x="609474" y="50319"/>
                  <a:pt x="614922" y="52891"/>
                </a:cubicBezTo>
                <a:cubicBezTo>
                  <a:pt x="620370" y="55464"/>
                  <a:pt x="624853" y="58926"/>
                  <a:pt x="628372" y="63276"/>
                </a:cubicBezTo>
                <a:cubicBezTo>
                  <a:pt x="631890" y="67627"/>
                  <a:pt x="634463" y="72678"/>
                  <a:pt x="636090" y="78429"/>
                </a:cubicBezTo>
                <a:cubicBezTo>
                  <a:pt x="637717" y="84179"/>
                  <a:pt x="638530" y="90233"/>
                  <a:pt x="638530" y="96589"/>
                </a:cubicBezTo>
                <a:lnTo>
                  <a:pt x="638530" y="99313"/>
                </a:lnTo>
                <a:moveTo>
                  <a:pt x="624569" y="95340"/>
                </a:moveTo>
                <a:cubicBezTo>
                  <a:pt x="624796" y="84444"/>
                  <a:pt x="622299" y="75932"/>
                  <a:pt x="617078" y="69803"/>
                </a:cubicBezTo>
                <a:cubicBezTo>
                  <a:pt x="611857" y="63674"/>
                  <a:pt x="604253" y="60609"/>
                  <a:pt x="594265" y="60609"/>
                </a:cubicBezTo>
                <a:cubicBezTo>
                  <a:pt x="589119" y="60609"/>
                  <a:pt x="584598" y="61574"/>
                  <a:pt x="580702" y="63503"/>
                </a:cubicBezTo>
                <a:cubicBezTo>
                  <a:pt x="576805" y="65433"/>
                  <a:pt x="573513" y="67987"/>
                  <a:pt x="570827" y="71165"/>
                </a:cubicBezTo>
                <a:cubicBezTo>
                  <a:pt x="568141" y="74343"/>
                  <a:pt x="566079" y="78032"/>
                  <a:pt x="564641" y="82231"/>
                </a:cubicBezTo>
                <a:cubicBezTo>
                  <a:pt x="563204" y="86431"/>
                  <a:pt x="562371" y="90800"/>
                  <a:pt x="562144" y="95340"/>
                </a:cubicBezTo>
                <a:lnTo>
                  <a:pt x="624569" y="95340"/>
                </a:lnTo>
                <a:close/>
                <a:moveTo>
                  <a:pt x="737604" y="155950"/>
                </a:moveTo>
                <a:cubicBezTo>
                  <a:pt x="737604" y="156706"/>
                  <a:pt x="737358" y="157293"/>
                  <a:pt x="736866" y="157709"/>
                </a:cubicBezTo>
                <a:cubicBezTo>
                  <a:pt x="736375" y="158125"/>
                  <a:pt x="735731" y="158428"/>
                  <a:pt x="734937" y="158617"/>
                </a:cubicBezTo>
                <a:cubicBezTo>
                  <a:pt x="734142" y="158806"/>
                  <a:pt x="733064" y="158901"/>
                  <a:pt x="731702" y="158901"/>
                </a:cubicBezTo>
                <a:cubicBezTo>
                  <a:pt x="730416" y="158901"/>
                  <a:pt x="729319" y="158806"/>
                  <a:pt x="728411" y="158617"/>
                </a:cubicBezTo>
                <a:cubicBezTo>
                  <a:pt x="727503" y="158428"/>
                  <a:pt x="726803" y="158125"/>
                  <a:pt x="726311" y="157709"/>
                </a:cubicBezTo>
                <a:cubicBezTo>
                  <a:pt x="725819" y="157293"/>
                  <a:pt x="725573" y="156706"/>
                  <a:pt x="725573" y="155950"/>
                </a:cubicBezTo>
                <a:lnTo>
                  <a:pt x="725573" y="144486"/>
                </a:lnTo>
                <a:cubicBezTo>
                  <a:pt x="720957" y="149480"/>
                  <a:pt x="715869" y="153358"/>
                  <a:pt x="710307" y="156120"/>
                </a:cubicBezTo>
                <a:cubicBezTo>
                  <a:pt x="704746" y="158882"/>
                  <a:pt x="698976" y="160263"/>
                  <a:pt x="692998" y="160263"/>
                </a:cubicBezTo>
                <a:cubicBezTo>
                  <a:pt x="687626" y="160263"/>
                  <a:pt x="682802" y="159563"/>
                  <a:pt x="678527" y="158163"/>
                </a:cubicBezTo>
                <a:cubicBezTo>
                  <a:pt x="674252" y="156763"/>
                  <a:pt x="670639" y="154758"/>
                  <a:pt x="667688" y="152147"/>
                </a:cubicBezTo>
                <a:cubicBezTo>
                  <a:pt x="664737" y="149537"/>
                  <a:pt x="662467" y="146378"/>
                  <a:pt x="660878" y="142670"/>
                </a:cubicBezTo>
                <a:cubicBezTo>
                  <a:pt x="659289" y="138962"/>
                  <a:pt x="658494" y="134801"/>
                  <a:pt x="658494" y="130185"/>
                </a:cubicBezTo>
                <a:cubicBezTo>
                  <a:pt x="658494" y="124510"/>
                  <a:pt x="659667" y="119573"/>
                  <a:pt x="662013" y="115373"/>
                </a:cubicBezTo>
                <a:cubicBezTo>
                  <a:pt x="664358" y="111174"/>
                  <a:pt x="667688" y="107674"/>
                  <a:pt x="672001" y="104874"/>
                </a:cubicBezTo>
                <a:cubicBezTo>
                  <a:pt x="676314" y="102075"/>
                  <a:pt x="681497" y="99975"/>
                  <a:pt x="687550" y="98575"/>
                </a:cubicBezTo>
                <a:cubicBezTo>
                  <a:pt x="693604" y="97175"/>
                  <a:pt x="700338" y="96475"/>
                  <a:pt x="707753" y="96475"/>
                </a:cubicBezTo>
                <a:lnTo>
                  <a:pt x="724098" y="96475"/>
                </a:lnTo>
                <a:lnTo>
                  <a:pt x="724098" y="87594"/>
                </a:lnTo>
                <a:cubicBezTo>
                  <a:pt x="724098" y="83191"/>
                  <a:pt x="723644" y="79301"/>
                  <a:pt x="722736" y="75925"/>
                </a:cubicBezTo>
                <a:cubicBezTo>
                  <a:pt x="721828" y="72546"/>
                  <a:pt x="720352" y="69718"/>
                  <a:pt x="718309" y="67441"/>
                </a:cubicBezTo>
                <a:cubicBezTo>
                  <a:pt x="716266" y="65163"/>
                  <a:pt x="713618" y="63456"/>
                  <a:pt x="710364" y="62319"/>
                </a:cubicBezTo>
                <a:cubicBezTo>
                  <a:pt x="707110" y="61179"/>
                  <a:pt x="703138" y="60609"/>
                  <a:pt x="698446" y="60609"/>
                </a:cubicBezTo>
                <a:cubicBezTo>
                  <a:pt x="693906" y="60609"/>
                  <a:pt x="689820" y="61158"/>
                  <a:pt x="686188" y="62255"/>
                </a:cubicBezTo>
                <a:cubicBezTo>
                  <a:pt x="682556" y="63352"/>
                  <a:pt x="679378" y="64582"/>
                  <a:pt x="676654" y="65944"/>
                </a:cubicBezTo>
                <a:cubicBezTo>
                  <a:pt x="673930" y="67306"/>
                  <a:pt x="671679" y="68535"/>
                  <a:pt x="669901" y="69633"/>
                </a:cubicBezTo>
                <a:cubicBezTo>
                  <a:pt x="668123" y="70730"/>
                  <a:pt x="666855" y="71278"/>
                  <a:pt x="666099" y="71278"/>
                </a:cubicBezTo>
                <a:cubicBezTo>
                  <a:pt x="665645" y="71278"/>
                  <a:pt x="665229" y="71203"/>
                  <a:pt x="664850" y="71051"/>
                </a:cubicBezTo>
                <a:cubicBezTo>
                  <a:pt x="664472" y="70898"/>
                  <a:pt x="664150" y="70611"/>
                  <a:pt x="663886" y="70193"/>
                </a:cubicBezTo>
                <a:cubicBezTo>
                  <a:pt x="663621" y="69772"/>
                  <a:pt x="663432" y="69238"/>
                  <a:pt x="663318" y="68590"/>
                </a:cubicBezTo>
                <a:cubicBezTo>
                  <a:pt x="663205" y="67939"/>
                  <a:pt x="663148" y="67157"/>
                  <a:pt x="663148" y="66242"/>
                </a:cubicBezTo>
                <a:cubicBezTo>
                  <a:pt x="663148" y="64638"/>
                  <a:pt x="663261" y="63360"/>
                  <a:pt x="663488" y="62408"/>
                </a:cubicBezTo>
                <a:cubicBezTo>
                  <a:pt x="663715" y="61452"/>
                  <a:pt x="664302" y="60498"/>
                  <a:pt x="665248" y="59545"/>
                </a:cubicBezTo>
                <a:cubicBezTo>
                  <a:pt x="666193" y="58590"/>
                  <a:pt x="667877" y="57477"/>
                  <a:pt x="670298" y="56208"/>
                </a:cubicBezTo>
                <a:cubicBezTo>
                  <a:pt x="672720" y="54935"/>
                  <a:pt x="675500" y="53758"/>
                  <a:pt x="678641" y="52675"/>
                </a:cubicBezTo>
                <a:cubicBezTo>
                  <a:pt x="681781" y="51592"/>
                  <a:pt x="685167" y="50715"/>
                  <a:pt x="688799" y="50043"/>
                </a:cubicBezTo>
                <a:cubicBezTo>
                  <a:pt x="692431" y="49369"/>
                  <a:pt x="696063" y="49032"/>
                  <a:pt x="699695" y="49032"/>
                </a:cubicBezTo>
                <a:cubicBezTo>
                  <a:pt x="706732" y="49032"/>
                  <a:pt x="712672" y="49883"/>
                  <a:pt x="717515" y="51586"/>
                </a:cubicBezTo>
                <a:cubicBezTo>
                  <a:pt x="722357" y="53288"/>
                  <a:pt x="726273" y="55729"/>
                  <a:pt x="729262" y="58907"/>
                </a:cubicBezTo>
                <a:cubicBezTo>
                  <a:pt x="732251" y="62085"/>
                  <a:pt x="734388" y="66001"/>
                  <a:pt x="735675" y="70654"/>
                </a:cubicBezTo>
                <a:cubicBezTo>
                  <a:pt x="736961" y="75308"/>
                  <a:pt x="737604" y="80585"/>
                  <a:pt x="737604" y="86487"/>
                </a:cubicBezTo>
                <a:lnTo>
                  <a:pt x="737604" y="155950"/>
                </a:lnTo>
                <a:moveTo>
                  <a:pt x="724098" y="107598"/>
                </a:moveTo>
                <a:lnTo>
                  <a:pt x="705370" y="107598"/>
                </a:lnTo>
                <a:cubicBezTo>
                  <a:pt x="699922" y="107598"/>
                  <a:pt x="695155" y="108090"/>
                  <a:pt x="691069" y="109074"/>
                </a:cubicBezTo>
                <a:cubicBezTo>
                  <a:pt x="686983" y="110058"/>
                  <a:pt x="683578" y="111495"/>
                  <a:pt x="680854" y="113387"/>
                </a:cubicBezTo>
                <a:cubicBezTo>
                  <a:pt x="678130" y="115279"/>
                  <a:pt x="676106" y="117549"/>
                  <a:pt x="674782" y="120197"/>
                </a:cubicBezTo>
                <a:cubicBezTo>
                  <a:pt x="673457" y="122845"/>
                  <a:pt x="672795" y="125872"/>
                  <a:pt x="672795" y="129277"/>
                </a:cubicBezTo>
                <a:cubicBezTo>
                  <a:pt x="672795" y="135179"/>
                  <a:pt x="674668" y="139889"/>
                  <a:pt x="678414" y="143408"/>
                </a:cubicBezTo>
                <a:cubicBezTo>
                  <a:pt x="682159" y="146926"/>
                  <a:pt x="687437" y="148686"/>
                  <a:pt x="694247" y="148686"/>
                </a:cubicBezTo>
                <a:cubicBezTo>
                  <a:pt x="699619" y="148686"/>
                  <a:pt x="704632" y="147305"/>
                  <a:pt x="709286" y="144543"/>
                </a:cubicBezTo>
                <a:cubicBezTo>
                  <a:pt x="713939" y="141781"/>
                  <a:pt x="718877" y="137525"/>
                  <a:pt x="724098" y="131774"/>
                </a:cubicBezTo>
                <a:lnTo>
                  <a:pt x="724098" y="107598"/>
                </a:lnTo>
                <a:close/>
                <a:moveTo>
                  <a:pt x="859600" y="155950"/>
                </a:moveTo>
                <a:cubicBezTo>
                  <a:pt x="859600" y="156404"/>
                  <a:pt x="859486" y="156820"/>
                  <a:pt x="859259" y="157198"/>
                </a:cubicBezTo>
                <a:cubicBezTo>
                  <a:pt x="859032" y="157576"/>
                  <a:pt x="858673" y="157879"/>
                  <a:pt x="858181" y="158106"/>
                </a:cubicBezTo>
                <a:cubicBezTo>
                  <a:pt x="857689" y="158333"/>
                  <a:pt x="857008" y="158522"/>
                  <a:pt x="856138" y="158674"/>
                </a:cubicBezTo>
                <a:cubicBezTo>
                  <a:pt x="855268" y="158825"/>
                  <a:pt x="854190" y="158901"/>
                  <a:pt x="852903" y="158901"/>
                </a:cubicBezTo>
                <a:cubicBezTo>
                  <a:pt x="851541" y="158901"/>
                  <a:pt x="850425" y="158825"/>
                  <a:pt x="849555" y="158674"/>
                </a:cubicBezTo>
                <a:cubicBezTo>
                  <a:pt x="848685" y="158522"/>
                  <a:pt x="848004" y="158333"/>
                  <a:pt x="847512" y="158106"/>
                </a:cubicBezTo>
                <a:cubicBezTo>
                  <a:pt x="847020" y="157879"/>
                  <a:pt x="846661" y="157576"/>
                  <a:pt x="846434" y="157198"/>
                </a:cubicBezTo>
                <a:cubicBezTo>
                  <a:pt x="846207" y="156820"/>
                  <a:pt x="846093" y="156404"/>
                  <a:pt x="846093" y="155950"/>
                </a:cubicBezTo>
                <a:lnTo>
                  <a:pt x="846093" y="95000"/>
                </a:lnTo>
                <a:cubicBezTo>
                  <a:pt x="846093" y="88644"/>
                  <a:pt x="845602" y="83480"/>
                  <a:pt x="844618" y="79507"/>
                </a:cubicBezTo>
                <a:cubicBezTo>
                  <a:pt x="843634" y="75535"/>
                  <a:pt x="842159" y="72130"/>
                  <a:pt x="840191" y="69292"/>
                </a:cubicBezTo>
                <a:cubicBezTo>
                  <a:pt x="838224" y="66455"/>
                  <a:pt x="835708" y="64260"/>
                  <a:pt x="832644" y="62709"/>
                </a:cubicBezTo>
                <a:cubicBezTo>
                  <a:pt x="829579" y="61158"/>
                  <a:pt x="826004" y="60382"/>
                  <a:pt x="821918" y="60382"/>
                </a:cubicBezTo>
                <a:cubicBezTo>
                  <a:pt x="816697" y="60382"/>
                  <a:pt x="811476" y="62236"/>
                  <a:pt x="806255" y="65944"/>
                </a:cubicBezTo>
                <a:cubicBezTo>
                  <a:pt x="801034" y="69651"/>
                  <a:pt x="795548" y="75099"/>
                  <a:pt x="789797" y="82288"/>
                </a:cubicBezTo>
                <a:lnTo>
                  <a:pt x="789797" y="155950"/>
                </a:lnTo>
                <a:cubicBezTo>
                  <a:pt x="789797" y="156404"/>
                  <a:pt x="789684" y="156820"/>
                  <a:pt x="789457" y="157198"/>
                </a:cubicBezTo>
                <a:cubicBezTo>
                  <a:pt x="789230" y="157576"/>
                  <a:pt x="788870" y="157879"/>
                  <a:pt x="788378" y="158106"/>
                </a:cubicBezTo>
                <a:cubicBezTo>
                  <a:pt x="787887" y="158333"/>
                  <a:pt x="787206" y="158522"/>
                  <a:pt x="786335" y="158674"/>
                </a:cubicBezTo>
                <a:cubicBezTo>
                  <a:pt x="785465" y="158825"/>
                  <a:pt x="784349" y="158901"/>
                  <a:pt x="782987" y="158901"/>
                </a:cubicBezTo>
                <a:cubicBezTo>
                  <a:pt x="781701" y="158901"/>
                  <a:pt x="780623" y="158825"/>
                  <a:pt x="779752" y="158674"/>
                </a:cubicBezTo>
                <a:cubicBezTo>
                  <a:pt x="778882" y="158522"/>
                  <a:pt x="778182" y="158333"/>
                  <a:pt x="777653" y="158106"/>
                </a:cubicBezTo>
                <a:cubicBezTo>
                  <a:pt x="777123" y="157879"/>
                  <a:pt x="776764" y="157576"/>
                  <a:pt x="776574" y="157198"/>
                </a:cubicBezTo>
                <a:cubicBezTo>
                  <a:pt x="776385" y="156817"/>
                  <a:pt x="776291" y="156400"/>
                  <a:pt x="776291" y="155946"/>
                </a:cubicBezTo>
                <a:lnTo>
                  <a:pt x="776291" y="53122"/>
                </a:lnTo>
                <a:cubicBezTo>
                  <a:pt x="776291" y="52668"/>
                  <a:pt x="776385" y="52252"/>
                  <a:pt x="776574" y="51873"/>
                </a:cubicBezTo>
                <a:cubicBezTo>
                  <a:pt x="776764" y="51493"/>
                  <a:pt x="777123" y="51170"/>
                  <a:pt x="777653" y="50905"/>
                </a:cubicBezTo>
                <a:cubicBezTo>
                  <a:pt x="778182" y="50640"/>
                  <a:pt x="778844" y="50451"/>
                  <a:pt x="779639" y="50337"/>
                </a:cubicBezTo>
                <a:cubicBezTo>
                  <a:pt x="780433" y="50224"/>
                  <a:pt x="781474" y="50167"/>
                  <a:pt x="782760" y="50167"/>
                </a:cubicBezTo>
                <a:cubicBezTo>
                  <a:pt x="784047" y="50167"/>
                  <a:pt x="785106" y="50224"/>
                  <a:pt x="785938" y="50337"/>
                </a:cubicBezTo>
                <a:cubicBezTo>
                  <a:pt x="786771" y="50451"/>
                  <a:pt x="787414" y="50640"/>
                  <a:pt x="787868" y="50905"/>
                </a:cubicBezTo>
                <a:cubicBezTo>
                  <a:pt x="788322" y="51170"/>
                  <a:pt x="788643" y="51493"/>
                  <a:pt x="788832" y="51873"/>
                </a:cubicBezTo>
                <a:cubicBezTo>
                  <a:pt x="789022" y="52252"/>
                  <a:pt x="789116" y="52668"/>
                  <a:pt x="789116" y="53122"/>
                </a:cubicBezTo>
                <a:lnTo>
                  <a:pt x="789116" y="67664"/>
                </a:lnTo>
                <a:cubicBezTo>
                  <a:pt x="795018" y="61114"/>
                  <a:pt x="800807" y="56372"/>
                  <a:pt x="806482" y="53437"/>
                </a:cubicBezTo>
                <a:cubicBezTo>
                  <a:pt x="812157" y="50501"/>
                  <a:pt x="817794" y="49032"/>
                  <a:pt x="823393" y="49032"/>
                </a:cubicBezTo>
                <a:cubicBezTo>
                  <a:pt x="830128" y="49032"/>
                  <a:pt x="835803" y="50167"/>
                  <a:pt x="840418" y="52437"/>
                </a:cubicBezTo>
                <a:cubicBezTo>
                  <a:pt x="845034" y="54707"/>
                  <a:pt x="848761" y="57772"/>
                  <a:pt x="851598" y="61631"/>
                </a:cubicBezTo>
                <a:cubicBezTo>
                  <a:pt x="854436" y="65490"/>
                  <a:pt x="856479" y="69992"/>
                  <a:pt x="857727" y="75137"/>
                </a:cubicBezTo>
                <a:cubicBezTo>
                  <a:pt x="858976" y="80283"/>
                  <a:pt x="859600" y="86487"/>
                  <a:pt x="859600" y="93751"/>
                </a:cubicBezTo>
                <a:lnTo>
                  <a:pt x="859600" y="155950"/>
                </a:lnTo>
                <a:close/>
                <a:moveTo>
                  <a:pt x="918070" y="144373"/>
                </a:moveTo>
                <a:cubicBezTo>
                  <a:pt x="918070" y="146416"/>
                  <a:pt x="917975" y="148269"/>
                  <a:pt x="917786" y="149934"/>
                </a:cubicBezTo>
                <a:cubicBezTo>
                  <a:pt x="917597" y="151599"/>
                  <a:pt x="917275" y="153188"/>
                  <a:pt x="916821" y="154701"/>
                </a:cubicBezTo>
                <a:cubicBezTo>
                  <a:pt x="916367" y="156214"/>
                  <a:pt x="915762" y="157728"/>
                  <a:pt x="915005" y="159241"/>
                </a:cubicBezTo>
                <a:cubicBezTo>
                  <a:pt x="914249" y="160754"/>
                  <a:pt x="913303" y="162343"/>
                  <a:pt x="912168" y="164008"/>
                </a:cubicBezTo>
                <a:lnTo>
                  <a:pt x="896391" y="188184"/>
                </a:lnTo>
                <a:cubicBezTo>
                  <a:pt x="896089" y="188638"/>
                  <a:pt x="895729" y="189035"/>
                  <a:pt x="895313" y="189375"/>
                </a:cubicBezTo>
                <a:cubicBezTo>
                  <a:pt x="894897" y="189716"/>
                  <a:pt x="894405" y="190000"/>
                  <a:pt x="893838" y="190227"/>
                </a:cubicBezTo>
                <a:cubicBezTo>
                  <a:pt x="893270" y="190454"/>
                  <a:pt x="892608" y="190624"/>
                  <a:pt x="891851" y="190737"/>
                </a:cubicBezTo>
                <a:cubicBezTo>
                  <a:pt x="891095" y="190851"/>
                  <a:pt x="890149" y="190908"/>
                  <a:pt x="889014" y="190908"/>
                </a:cubicBezTo>
                <a:cubicBezTo>
                  <a:pt x="888181" y="190908"/>
                  <a:pt x="887463" y="190870"/>
                  <a:pt x="886857" y="190794"/>
                </a:cubicBezTo>
                <a:cubicBezTo>
                  <a:pt x="886252" y="190719"/>
                  <a:pt x="885817" y="190567"/>
                  <a:pt x="885552" y="190340"/>
                </a:cubicBezTo>
                <a:cubicBezTo>
                  <a:pt x="885287" y="190113"/>
                  <a:pt x="885136" y="189829"/>
                  <a:pt x="885098" y="189489"/>
                </a:cubicBezTo>
                <a:cubicBezTo>
                  <a:pt x="885060" y="189148"/>
                  <a:pt x="885193" y="188713"/>
                  <a:pt x="885495" y="188184"/>
                </a:cubicBezTo>
                <a:lnTo>
                  <a:pt x="901272" y="157085"/>
                </a:lnTo>
                <a:lnTo>
                  <a:pt x="901272" y="144373"/>
                </a:lnTo>
                <a:cubicBezTo>
                  <a:pt x="901272" y="142708"/>
                  <a:pt x="901423" y="141365"/>
                  <a:pt x="901726" y="140343"/>
                </a:cubicBezTo>
                <a:cubicBezTo>
                  <a:pt x="902029" y="139322"/>
                  <a:pt x="902520" y="138546"/>
                  <a:pt x="903201" y="138017"/>
                </a:cubicBezTo>
                <a:cubicBezTo>
                  <a:pt x="903882" y="137487"/>
                  <a:pt x="904753" y="137127"/>
                  <a:pt x="905812" y="136938"/>
                </a:cubicBezTo>
                <a:cubicBezTo>
                  <a:pt x="906871" y="136749"/>
                  <a:pt x="908158" y="136655"/>
                  <a:pt x="909671" y="136655"/>
                </a:cubicBezTo>
                <a:cubicBezTo>
                  <a:pt x="911109" y="136655"/>
                  <a:pt x="912357" y="136749"/>
                  <a:pt x="913416" y="136938"/>
                </a:cubicBezTo>
                <a:cubicBezTo>
                  <a:pt x="914476" y="137127"/>
                  <a:pt x="915346" y="137487"/>
                  <a:pt x="916027" y="138017"/>
                </a:cubicBezTo>
                <a:cubicBezTo>
                  <a:pt x="916708" y="138546"/>
                  <a:pt x="917219" y="139322"/>
                  <a:pt x="917559" y="140343"/>
                </a:cubicBezTo>
                <a:cubicBezTo>
                  <a:pt x="917900" y="141365"/>
                  <a:pt x="918070" y="142708"/>
                  <a:pt x="918070" y="144373"/>
                </a:cubicBezTo>
                <a:close/>
                <a:moveTo>
                  <a:pt x="1098173" y="103342"/>
                </a:moveTo>
                <a:cubicBezTo>
                  <a:pt x="1098173" y="112127"/>
                  <a:pt x="1097227" y="120022"/>
                  <a:pt x="1095335" y="127028"/>
                </a:cubicBezTo>
                <a:cubicBezTo>
                  <a:pt x="1093444" y="134035"/>
                  <a:pt x="1090625" y="140000"/>
                  <a:pt x="1086879" y="144926"/>
                </a:cubicBezTo>
                <a:cubicBezTo>
                  <a:pt x="1083134" y="149849"/>
                  <a:pt x="1078518" y="153636"/>
                  <a:pt x="1073032" y="156287"/>
                </a:cubicBezTo>
                <a:cubicBezTo>
                  <a:pt x="1067547" y="158937"/>
                  <a:pt x="1061247" y="160263"/>
                  <a:pt x="1054135" y="160263"/>
                </a:cubicBezTo>
                <a:cubicBezTo>
                  <a:pt x="1050957" y="160263"/>
                  <a:pt x="1048024" y="159940"/>
                  <a:pt x="1045338" y="159294"/>
                </a:cubicBezTo>
                <a:cubicBezTo>
                  <a:pt x="1042652" y="158651"/>
                  <a:pt x="1040023" y="157611"/>
                  <a:pt x="1037450" y="156173"/>
                </a:cubicBezTo>
                <a:cubicBezTo>
                  <a:pt x="1034877" y="154733"/>
                  <a:pt x="1032248" y="152915"/>
                  <a:pt x="1029562" y="150718"/>
                </a:cubicBezTo>
                <a:cubicBezTo>
                  <a:pt x="1026876" y="148521"/>
                  <a:pt x="1023981" y="145871"/>
                  <a:pt x="1020879" y="142766"/>
                </a:cubicBezTo>
                <a:lnTo>
                  <a:pt x="1020879" y="155967"/>
                </a:lnTo>
                <a:cubicBezTo>
                  <a:pt x="1020879" y="156495"/>
                  <a:pt x="1020765" y="156946"/>
                  <a:pt x="1020538" y="157322"/>
                </a:cubicBezTo>
                <a:cubicBezTo>
                  <a:pt x="1020311" y="157698"/>
                  <a:pt x="1019933" y="157999"/>
                  <a:pt x="1019403" y="158223"/>
                </a:cubicBezTo>
                <a:cubicBezTo>
                  <a:pt x="1018874" y="158450"/>
                  <a:pt x="1018231" y="158619"/>
                  <a:pt x="1017474" y="158730"/>
                </a:cubicBezTo>
                <a:cubicBezTo>
                  <a:pt x="1016717" y="158844"/>
                  <a:pt x="1015771" y="158901"/>
                  <a:pt x="1014636" y="158901"/>
                </a:cubicBezTo>
                <a:cubicBezTo>
                  <a:pt x="1013501" y="158901"/>
                  <a:pt x="1012537" y="158844"/>
                  <a:pt x="1011742" y="158730"/>
                </a:cubicBezTo>
                <a:cubicBezTo>
                  <a:pt x="1010948" y="158617"/>
                  <a:pt x="1010304" y="158447"/>
                  <a:pt x="1009813" y="158220"/>
                </a:cubicBezTo>
                <a:cubicBezTo>
                  <a:pt x="1009321" y="157993"/>
                  <a:pt x="1008980" y="157690"/>
                  <a:pt x="1008791" y="157312"/>
                </a:cubicBezTo>
                <a:cubicBezTo>
                  <a:pt x="1008602" y="156933"/>
                  <a:pt x="1008507" y="156479"/>
                  <a:pt x="1008507" y="155950"/>
                </a:cubicBezTo>
                <a:lnTo>
                  <a:pt x="1008507" y="2951"/>
                </a:lnTo>
                <a:cubicBezTo>
                  <a:pt x="1008507" y="2497"/>
                  <a:pt x="1008602" y="2081"/>
                  <a:pt x="1008791" y="1703"/>
                </a:cubicBezTo>
                <a:cubicBezTo>
                  <a:pt x="1008980" y="1324"/>
                  <a:pt x="1009340" y="1003"/>
                  <a:pt x="1009869" y="738"/>
                </a:cubicBezTo>
                <a:cubicBezTo>
                  <a:pt x="1010399" y="473"/>
                  <a:pt x="1011099" y="284"/>
                  <a:pt x="1011969" y="170"/>
                </a:cubicBezTo>
                <a:cubicBezTo>
                  <a:pt x="1012839" y="57"/>
                  <a:pt x="1013918" y="0"/>
                  <a:pt x="1015204" y="0"/>
                </a:cubicBezTo>
                <a:cubicBezTo>
                  <a:pt x="1016566" y="0"/>
                  <a:pt x="1017682" y="57"/>
                  <a:pt x="1018552" y="170"/>
                </a:cubicBezTo>
                <a:cubicBezTo>
                  <a:pt x="1019422" y="284"/>
                  <a:pt x="1020103" y="473"/>
                  <a:pt x="1020595" y="738"/>
                </a:cubicBezTo>
                <a:cubicBezTo>
                  <a:pt x="1021087" y="1003"/>
                  <a:pt x="1021446" y="1324"/>
                  <a:pt x="1021673" y="1703"/>
                </a:cubicBezTo>
                <a:cubicBezTo>
                  <a:pt x="1021900" y="2081"/>
                  <a:pt x="1022014" y="2497"/>
                  <a:pt x="1022014" y="2951"/>
                </a:cubicBezTo>
                <a:lnTo>
                  <a:pt x="1022014" y="67096"/>
                </a:lnTo>
                <a:cubicBezTo>
                  <a:pt x="1025268" y="63689"/>
                  <a:pt x="1028370" y="60830"/>
                  <a:pt x="1031321" y="58520"/>
                </a:cubicBezTo>
                <a:cubicBezTo>
                  <a:pt x="1034272" y="56210"/>
                  <a:pt x="1037147" y="54355"/>
                  <a:pt x="1039947" y="52955"/>
                </a:cubicBezTo>
                <a:cubicBezTo>
                  <a:pt x="1042747" y="51553"/>
                  <a:pt x="1045527" y="50549"/>
                  <a:pt x="1048289" y="49944"/>
                </a:cubicBezTo>
                <a:cubicBezTo>
                  <a:pt x="1051051" y="49336"/>
                  <a:pt x="1053908" y="49032"/>
                  <a:pt x="1056859" y="49032"/>
                </a:cubicBezTo>
                <a:cubicBezTo>
                  <a:pt x="1064274" y="49032"/>
                  <a:pt x="1070611" y="50471"/>
                  <a:pt x="1075870" y="53349"/>
                </a:cubicBezTo>
                <a:cubicBezTo>
                  <a:pt x="1081129" y="56226"/>
                  <a:pt x="1085404" y="60128"/>
                  <a:pt x="1088695" y="65053"/>
                </a:cubicBezTo>
                <a:cubicBezTo>
                  <a:pt x="1091987" y="69977"/>
                  <a:pt x="1094389" y="75733"/>
                  <a:pt x="1095903" y="82323"/>
                </a:cubicBezTo>
                <a:cubicBezTo>
                  <a:pt x="1097416" y="88911"/>
                  <a:pt x="1098173" y="95917"/>
                  <a:pt x="1098173" y="103342"/>
                </a:cubicBezTo>
                <a:moveTo>
                  <a:pt x="1083985" y="105499"/>
                </a:moveTo>
                <a:cubicBezTo>
                  <a:pt x="1083985" y="99741"/>
                  <a:pt x="1083531" y="94172"/>
                  <a:pt x="1082623" y="88793"/>
                </a:cubicBezTo>
                <a:cubicBezTo>
                  <a:pt x="1081715" y="83413"/>
                  <a:pt x="1080164" y="78640"/>
                  <a:pt x="1077970" y="74474"/>
                </a:cubicBezTo>
                <a:cubicBezTo>
                  <a:pt x="1075775" y="70308"/>
                  <a:pt x="1072862" y="66956"/>
                  <a:pt x="1069230" y="64419"/>
                </a:cubicBezTo>
                <a:cubicBezTo>
                  <a:pt x="1065598" y="61879"/>
                  <a:pt x="1061058" y="60609"/>
                  <a:pt x="1055610" y="60609"/>
                </a:cubicBezTo>
                <a:cubicBezTo>
                  <a:pt x="1052962" y="60609"/>
                  <a:pt x="1050332" y="60989"/>
                  <a:pt x="1047722" y="61748"/>
                </a:cubicBezTo>
                <a:cubicBezTo>
                  <a:pt x="1045111" y="62504"/>
                  <a:pt x="1042444" y="63754"/>
                  <a:pt x="1039720" y="65497"/>
                </a:cubicBezTo>
                <a:cubicBezTo>
                  <a:pt x="1036996" y="67240"/>
                  <a:pt x="1034177" y="69494"/>
                  <a:pt x="1031264" y="72261"/>
                </a:cubicBezTo>
                <a:cubicBezTo>
                  <a:pt x="1028351" y="75027"/>
                  <a:pt x="1025268" y="78457"/>
                  <a:pt x="1022014" y="82550"/>
                </a:cubicBezTo>
                <a:lnTo>
                  <a:pt x="1022014" y="127316"/>
                </a:lnTo>
                <a:cubicBezTo>
                  <a:pt x="1027689" y="134211"/>
                  <a:pt x="1033156" y="139497"/>
                  <a:pt x="1038415" y="143174"/>
                </a:cubicBezTo>
                <a:cubicBezTo>
                  <a:pt x="1043674" y="146848"/>
                  <a:pt x="1049141" y="148686"/>
                  <a:pt x="1054816" y="148686"/>
                </a:cubicBezTo>
                <a:cubicBezTo>
                  <a:pt x="1060037" y="148686"/>
                  <a:pt x="1064501" y="147417"/>
                  <a:pt x="1068209" y="144880"/>
                </a:cubicBezTo>
                <a:cubicBezTo>
                  <a:pt x="1071916" y="142340"/>
                  <a:pt x="1074943" y="139025"/>
                  <a:pt x="1077289" y="134934"/>
                </a:cubicBezTo>
                <a:cubicBezTo>
                  <a:pt x="1079634" y="130844"/>
                  <a:pt x="1081337" y="126222"/>
                  <a:pt x="1082396" y="121069"/>
                </a:cubicBezTo>
                <a:cubicBezTo>
                  <a:pt x="1083455" y="115917"/>
                  <a:pt x="1083985" y="110727"/>
                  <a:pt x="1083985" y="105499"/>
                </a:cubicBezTo>
                <a:close/>
                <a:moveTo>
                  <a:pt x="1214074" y="99313"/>
                </a:moveTo>
                <a:cubicBezTo>
                  <a:pt x="1214074" y="102037"/>
                  <a:pt x="1213355" y="103910"/>
                  <a:pt x="1211917" y="104931"/>
                </a:cubicBezTo>
                <a:cubicBezTo>
                  <a:pt x="1210479" y="105953"/>
                  <a:pt x="1209080" y="106463"/>
                  <a:pt x="1207718" y="106463"/>
                </a:cubicBezTo>
                <a:lnTo>
                  <a:pt x="1137688" y="106463"/>
                </a:lnTo>
                <a:cubicBezTo>
                  <a:pt x="1137688" y="112836"/>
                  <a:pt x="1138312" y="118602"/>
                  <a:pt x="1139561" y="123762"/>
                </a:cubicBezTo>
                <a:cubicBezTo>
                  <a:pt x="1140809" y="128921"/>
                  <a:pt x="1142871" y="133341"/>
                  <a:pt x="1145746" y="137020"/>
                </a:cubicBezTo>
                <a:cubicBezTo>
                  <a:pt x="1148622" y="140699"/>
                  <a:pt x="1152367" y="143526"/>
                  <a:pt x="1156983" y="145500"/>
                </a:cubicBezTo>
                <a:cubicBezTo>
                  <a:pt x="1161599" y="147473"/>
                  <a:pt x="1167274" y="148459"/>
                  <a:pt x="1174008" y="148459"/>
                </a:cubicBezTo>
                <a:cubicBezTo>
                  <a:pt x="1178775" y="148459"/>
                  <a:pt x="1183050" y="148036"/>
                  <a:pt x="1186834" y="147192"/>
                </a:cubicBezTo>
                <a:cubicBezTo>
                  <a:pt x="1190617" y="146348"/>
                  <a:pt x="1193889" y="145408"/>
                  <a:pt x="1196651" y="144373"/>
                </a:cubicBezTo>
                <a:cubicBezTo>
                  <a:pt x="1199413" y="143337"/>
                  <a:pt x="1201683" y="142397"/>
                  <a:pt x="1203461" y="141553"/>
                </a:cubicBezTo>
                <a:cubicBezTo>
                  <a:pt x="1205240" y="140709"/>
                  <a:pt x="1206507" y="140287"/>
                  <a:pt x="1207264" y="140287"/>
                </a:cubicBezTo>
                <a:cubicBezTo>
                  <a:pt x="1207718" y="140287"/>
                  <a:pt x="1208134" y="140401"/>
                  <a:pt x="1208512" y="140631"/>
                </a:cubicBezTo>
                <a:cubicBezTo>
                  <a:pt x="1208890" y="140860"/>
                  <a:pt x="1209193" y="141223"/>
                  <a:pt x="1209420" y="141719"/>
                </a:cubicBezTo>
                <a:cubicBezTo>
                  <a:pt x="1209647" y="142216"/>
                  <a:pt x="1209817" y="142846"/>
                  <a:pt x="1209931" y="143610"/>
                </a:cubicBezTo>
                <a:cubicBezTo>
                  <a:pt x="1210044" y="144374"/>
                  <a:pt x="1210101" y="145328"/>
                  <a:pt x="1210101" y="146472"/>
                </a:cubicBezTo>
                <a:cubicBezTo>
                  <a:pt x="1210101" y="147009"/>
                  <a:pt x="1210063" y="147526"/>
                  <a:pt x="1209988" y="148022"/>
                </a:cubicBezTo>
                <a:cubicBezTo>
                  <a:pt x="1209912" y="148519"/>
                  <a:pt x="1209817" y="148978"/>
                  <a:pt x="1209704" y="149398"/>
                </a:cubicBezTo>
                <a:cubicBezTo>
                  <a:pt x="1209590" y="149817"/>
                  <a:pt x="1209420" y="150218"/>
                  <a:pt x="1209193" y="150601"/>
                </a:cubicBezTo>
                <a:cubicBezTo>
                  <a:pt x="1208966" y="150982"/>
                  <a:pt x="1208663" y="151363"/>
                  <a:pt x="1208285" y="151747"/>
                </a:cubicBezTo>
                <a:cubicBezTo>
                  <a:pt x="1207907" y="152127"/>
                  <a:pt x="1206734" y="152791"/>
                  <a:pt x="1204767" y="153736"/>
                </a:cubicBezTo>
                <a:cubicBezTo>
                  <a:pt x="1202799" y="154682"/>
                  <a:pt x="1200227" y="155628"/>
                  <a:pt x="1197049" y="156574"/>
                </a:cubicBezTo>
                <a:cubicBezTo>
                  <a:pt x="1193871" y="157520"/>
                  <a:pt x="1190182" y="158371"/>
                  <a:pt x="1185982" y="159128"/>
                </a:cubicBezTo>
                <a:cubicBezTo>
                  <a:pt x="1181783" y="159884"/>
                  <a:pt x="1177262" y="160263"/>
                  <a:pt x="1172419" y="160263"/>
                </a:cubicBezTo>
                <a:cubicBezTo>
                  <a:pt x="1164474" y="160263"/>
                  <a:pt x="1157437" y="159070"/>
                  <a:pt x="1151308" y="156684"/>
                </a:cubicBezTo>
                <a:cubicBezTo>
                  <a:pt x="1145179" y="154298"/>
                  <a:pt x="1140034" y="150776"/>
                  <a:pt x="1135872" y="146118"/>
                </a:cubicBezTo>
                <a:cubicBezTo>
                  <a:pt x="1131710" y="141459"/>
                  <a:pt x="1128551" y="135684"/>
                  <a:pt x="1126395" y="128791"/>
                </a:cubicBezTo>
                <a:cubicBezTo>
                  <a:pt x="1124238" y="121898"/>
                  <a:pt x="1123160" y="113907"/>
                  <a:pt x="1123160" y="104818"/>
                </a:cubicBezTo>
                <a:cubicBezTo>
                  <a:pt x="1123160" y="96106"/>
                  <a:pt x="1124276" y="88305"/>
                  <a:pt x="1126508" y="81412"/>
                </a:cubicBezTo>
                <a:cubicBezTo>
                  <a:pt x="1128740" y="74519"/>
                  <a:pt x="1131937" y="68668"/>
                  <a:pt x="1136099" y="63858"/>
                </a:cubicBezTo>
                <a:cubicBezTo>
                  <a:pt x="1140261" y="59049"/>
                  <a:pt x="1145273" y="55375"/>
                  <a:pt x="1151138" y="52838"/>
                </a:cubicBezTo>
                <a:cubicBezTo>
                  <a:pt x="1157002" y="50301"/>
                  <a:pt x="1163528" y="49032"/>
                  <a:pt x="1170716" y="49032"/>
                </a:cubicBezTo>
                <a:cubicBezTo>
                  <a:pt x="1178435" y="49032"/>
                  <a:pt x="1185018" y="50319"/>
                  <a:pt x="1190466" y="52891"/>
                </a:cubicBezTo>
                <a:cubicBezTo>
                  <a:pt x="1195914" y="55464"/>
                  <a:pt x="1200397" y="58926"/>
                  <a:pt x="1203915" y="63276"/>
                </a:cubicBezTo>
                <a:cubicBezTo>
                  <a:pt x="1207434" y="67627"/>
                  <a:pt x="1210007" y="72678"/>
                  <a:pt x="1211633" y="78429"/>
                </a:cubicBezTo>
                <a:cubicBezTo>
                  <a:pt x="1213260" y="84179"/>
                  <a:pt x="1214074" y="90233"/>
                  <a:pt x="1214074" y="96589"/>
                </a:cubicBezTo>
                <a:lnTo>
                  <a:pt x="1214074" y="99313"/>
                </a:lnTo>
                <a:moveTo>
                  <a:pt x="1200113" y="95340"/>
                </a:moveTo>
                <a:cubicBezTo>
                  <a:pt x="1200340" y="84444"/>
                  <a:pt x="1197843" y="75932"/>
                  <a:pt x="1192622" y="69803"/>
                </a:cubicBezTo>
                <a:cubicBezTo>
                  <a:pt x="1187401" y="63674"/>
                  <a:pt x="1179797" y="60609"/>
                  <a:pt x="1169808" y="60609"/>
                </a:cubicBezTo>
                <a:cubicBezTo>
                  <a:pt x="1164663" y="60609"/>
                  <a:pt x="1160142" y="61574"/>
                  <a:pt x="1156245" y="63503"/>
                </a:cubicBezTo>
                <a:cubicBezTo>
                  <a:pt x="1152348" y="65433"/>
                  <a:pt x="1149057" y="67987"/>
                  <a:pt x="1146371" y="71165"/>
                </a:cubicBezTo>
                <a:cubicBezTo>
                  <a:pt x="1143684" y="74343"/>
                  <a:pt x="1141623" y="78032"/>
                  <a:pt x="1140185" y="82231"/>
                </a:cubicBezTo>
                <a:cubicBezTo>
                  <a:pt x="1138747" y="86431"/>
                  <a:pt x="1137915" y="90800"/>
                  <a:pt x="1137688" y="95340"/>
                </a:cubicBezTo>
                <a:lnTo>
                  <a:pt x="1200113" y="95340"/>
                </a:lnTo>
                <a:close/>
                <a:moveTo>
                  <a:pt x="1323846" y="140854"/>
                </a:moveTo>
                <a:cubicBezTo>
                  <a:pt x="1323846" y="141762"/>
                  <a:pt x="1323809" y="142575"/>
                  <a:pt x="1323733" y="143294"/>
                </a:cubicBezTo>
                <a:cubicBezTo>
                  <a:pt x="1323657" y="144013"/>
                  <a:pt x="1323544" y="144637"/>
                  <a:pt x="1323392" y="145167"/>
                </a:cubicBezTo>
                <a:cubicBezTo>
                  <a:pt x="1323241" y="145697"/>
                  <a:pt x="1323033" y="146170"/>
                  <a:pt x="1322768" y="146586"/>
                </a:cubicBezTo>
                <a:cubicBezTo>
                  <a:pt x="1322503" y="147002"/>
                  <a:pt x="1321879" y="147702"/>
                  <a:pt x="1320895" y="148686"/>
                </a:cubicBezTo>
                <a:cubicBezTo>
                  <a:pt x="1319912" y="149669"/>
                  <a:pt x="1318266" y="150918"/>
                  <a:pt x="1315958" y="152431"/>
                </a:cubicBezTo>
                <a:cubicBezTo>
                  <a:pt x="1313650" y="153944"/>
                  <a:pt x="1311059" y="155269"/>
                  <a:pt x="1308183" y="156404"/>
                </a:cubicBezTo>
                <a:cubicBezTo>
                  <a:pt x="1305308" y="157539"/>
                  <a:pt x="1302206" y="158466"/>
                  <a:pt x="1298876" y="159184"/>
                </a:cubicBezTo>
                <a:cubicBezTo>
                  <a:pt x="1295547" y="159903"/>
                  <a:pt x="1292104" y="160263"/>
                  <a:pt x="1288548" y="160263"/>
                </a:cubicBezTo>
                <a:cubicBezTo>
                  <a:pt x="1281435" y="160263"/>
                  <a:pt x="1275136" y="159070"/>
                  <a:pt x="1269650" y="156684"/>
                </a:cubicBezTo>
                <a:cubicBezTo>
                  <a:pt x="1264164" y="154298"/>
                  <a:pt x="1259567" y="150776"/>
                  <a:pt x="1255860" y="146118"/>
                </a:cubicBezTo>
                <a:cubicBezTo>
                  <a:pt x="1252152" y="141459"/>
                  <a:pt x="1249333" y="135741"/>
                  <a:pt x="1247404" y="128961"/>
                </a:cubicBezTo>
                <a:cubicBezTo>
                  <a:pt x="1245474" y="122182"/>
                  <a:pt x="1244510" y="114361"/>
                  <a:pt x="1244510" y="105499"/>
                </a:cubicBezTo>
                <a:cubicBezTo>
                  <a:pt x="1244510" y="95501"/>
                  <a:pt x="1245701" y="86943"/>
                  <a:pt x="1248085" y="79823"/>
                </a:cubicBezTo>
                <a:cubicBezTo>
                  <a:pt x="1250468" y="72703"/>
                  <a:pt x="1253741" y="66871"/>
                  <a:pt x="1257903" y="62326"/>
                </a:cubicBezTo>
                <a:cubicBezTo>
                  <a:pt x="1262064" y="57781"/>
                  <a:pt x="1266926" y="54429"/>
                  <a:pt x="1272487" y="52270"/>
                </a:cubicBezTo>
                <a:cubicBezTo>
                  <a:pt x="1278049" y="50112"/>
                  <a:pt x="1284008" y="49032"/>
                  <a:pt x="1290364" y="49032"/>
                </a:cubicBezTo>
                <a:cubicBezTo>
                  <a:pt x="1293769" y="49032"/>
                  <a:pt x="1297022" y="49357"/>
                  <a:pt x="1300125" y="50008"/>
                </a:cubicBezTo>
                <a:cubicBezTo>
                  <a:pt x="1303227" y="50655"/>
                  <a:pt x="1306084" y="51514"/>
                  <a:pt x="1308694" y="52583"/>
                </a:cubicBezTo>
                <a:cubicBezTo>
                  <a:pt x="1311305" y="53649"/>
                  <a:pt x="1313631" y="54869"/>
                  <a:pt x="1315674" y="56243"/>
                </a:cubicBezTo>
                <a:cubicBezTo>
                  <a:pt x="1317717" y="57617"/>
                  <a:pt x="1319212" y="58781"/>
                  <a:pt x="1320158" y="59737"/>
                </a:cubicBezTo>
                <a:cubicBezTo>
                  <a:pt x="1321103" y="60690"/>
                  <a:pt x="1321747" y="61414"/>
                  <a:pt x="1322087" y="61911"/>
                </a:cubicBezTo>
                <a:cubicBezTo>
                  <a:pt x="1322428" y="62405"/>
                  <a:pt x="1322692" y="62955"/>
                  <a:pt x="1322882" y="63560"/>
                </a:cubicBezTo>
                <a:cubicBezTo>
                  <a:pt x="1323071" y="64166"/>
                  <a:pt x="1323203" y="64828"/>
                  <a:pt x="1323279" y="65547"/>
                </a:cubicBezTo>
                <a:cubicBezTo>
                  <a:pt x="1323355" y="66265"/>
                  <a:pt x="1323392" y="67117"/>
                  <a:pt x="1323392" y="68100"/>
                </a:cubicBezTo>
                <a:cubicBezTo>
                  <a:pt x="1323392" y="70295"/>
                  <a:pt x="1323071" y="71827"/>
                  <a:pt x="1322428" y="72697"/>
                </a:cubicBezTo>
                <a:cubicBezTo>
                  <a:pt x="1321784" y="73567"/>
                  <a:pt x="1321085" y="74002"/>
                  <a:pt x="1320328" y="74002"/>
                </a:cubicBezTo>
                <a:cubicBezTo>
                  <a:pt x="1319269" y="74002"/>
                  <a:pt x="1317963" y="73315"/>
                  <a:pt x="1316412" y="71942"/>
                </a:cubicBezTo>
                <a:cubicBezTo>
                  <a:pt x="1314861" y="70568"/>
                  <a:pt x="1312875" y="69060"/>
                  <a:pt x="1310453" y="67419"/>
                </a:cubicBezTo>
                <a:cubicBezTo>
                  <a:pt x="1308032" y="65778"/>
                  <a:pt x="1305100" y="64271"/>
                  <a:pt x="1301657" y="62897"/>
                </a:cubicBezTo>
                <a:cubicBezTo>
                  <a:pt x="1298214" y="61523"/>
                  <a:pt x="1294109" y="60836"/>
                  <a:pt x="1289342" y="60836"/>
                </a:cubicBezTo>
                <a:cubicBezTo>
                  <a:pt x="1279506" y="60836"/>
                  <a:pt x="1271920" y="64624"/>
                  <a:pt x="1266585" y="72200"/>
                </a:cubicBezTo>
                <a:cubicBezTo>
                  <a:pt x="1261251" y="79777"/>
                  <a:pt x="1258584" y="90725"/>
                  <a:pt x="1258584" y="105045"/>
                </a:cubicBezTo>
                <a:cubicBezTo>
                  <a:pt x="1258584" y="112242"/>
                  <a:pt x="1259302" y="118550"/>
                  <a:pt x="1260740" y="123967"/>
                </a:cubicBezTo>
                <a:cubicBezTo>
                  <a:pt x="1262178" y="129385"/>
                  <a:pt x="1264240" y="133893"/>
                  <a:pt x="1266926" y="137492"/>
                </a:cubicBezTo>
                <a:cubicBezTo>
                  <a:pt x="1269612" y="141090"/>
                  <a:pt x="1272885" y="143780"/>
                  <a:pt x="1276744" y="145561"/>
                </a:cubicBezTo>
                <a:cubicBezTo>
                  <a:pt x="1280603" y="147341"/>
                  <a:pt x="1284954" y="148232"/>
                  <a:pt x="1289796" y="148232"/>
                </a:cubicBezTo>
                <a:cubicBezTo>
                  <a:pt x="1294336" y="148232"/>
                  <a:pt x="1298347" y="147513"/>
                  <a:pt x="1301827" y="146075"/>
                </a:cubicBezTo>
                <a:cubicBezTo>
                  <a:pt x="1305308" y="144637"/>
                  <a:pt x="1308335" y="143048"/>
                  <a:pt x="1310907" y="141308"/>
                </a:cubicBezTo>
                <a:cubicBezTo>
                  <a:pt x="1313480" y="139568"/>
                  <a:pt x="1315618" y="137979"/>
                  <a:pt x="1317320" y="136541"/>
                </a:cubicBezTo>
                <a:cubicBezTo>
                  <a:pt x="1319023" y="135103"/>
                  <a:pt x="1320290" y="134385"/>
                  <a:pt x="1321122" y="134385"/>
                </a:cubicBezTo>
                <a:cubicBezTo>
                  <a:pt x="1321576" y="134385"/>
                  <a:pt x="1321974" y="134517"/>
                  <a:pt x="1322314" y="134782"/>
                </a:cubicBezTo>
                <a:cubicBezTo>
                  <a:pt x="1322655" y="135047"/>
                  <a:pt x="1322938" y="135463"/>
                  <a:pt x="1323165" y="136030"/>
                </a:cubicBezTo>
                <a:cubicBezTo>
                  <a:pt x="1323392" y="136598"/>
                  <a:pt x="1323563" y="137279"/>
                  <a:pt x="1323676" y="138073"/>
                </a:cubicBezTo>
                <a:cubicBezTo>
                  <a:pt x="1323790" y="138868"/>
                  <a:pt x="1323846" y="139795"/>
                  <a:pt x="1323846" y="140854"/>
                </a:cubicBezTo>
                <a:close/>
                <a:moveTo>
                  <a:pt x="1423560" y="155950"/>
                </a:moveTo>
                <a:cubicBezTo>
                  <a:pt x="1423560" y="156706"/>
                  <a:pt x="1423314" y="157293"/>
                  <a:pt x="1422822" y="157709"/>
                </a:cubicBezTo>
                <a:cubicBezTo>
                  <a:pt x="1422331" y="158125"/>
                  <a:pt x="1421687" y="158428"/>
                  <a:pt x="1420893" y="158617"/>
                </a:cubicBezTo>
                <a:cubicBezTo>
                  <a:pt x="1420098" y="158806"/>
                  <a:pt x="1419020" y="158901"/>
                  <a:pt x="1417658" y="158901"/>
                </a:cubicBezTo>
                <a:cubicBezTo>
                  <a:pt x="1416372" y="158901"/>
                  <a:pt x="1415275" y="158806"/>
                  <a:pt x="1414367" y="158617"/>
                </a:cubicBezTo>
                <a:cubicBezTo>
                  <a:pt x="1413459" y="158428"/>
                  <a:pt x="1412759" y="158125"/>
                  <a:pt x="1412267" y="157709"/>
                </a:cubicBezTo>
                <a:cubicBezTo>
                  <a:pt x="1411775" y="157293"/>
                  <a:pt x="1411529" y="156706"/>
                  <a:pt x="1411529" y="155950"/>
                </a:cubicBezTo>
                <a:lnTo>
                  <a:pt x="1411529" y="144486"/>
                </a:lnTo>
                <a:cubicBezTo>
                  <a:pt x="1406913" y="149480"/>
                  <a:pt x="1401825" y="153358"/>
                  <a:pt x="1396263" y="156120"/>
                </a:cubicBezTo>
                <a:cubicBezTo>
                  <a:pt x="1390702" y="158882"/>
                  <a:pt x="1384932" y="160263"/>
                  <a:pt x="1378954" y="160263"/>
                </a:cubicBezTo>
                <a:cubicBezTo>
                  <a:pt x="1373582" y="160263"/>
                  <a:pt x="1368758" y="159563"/>
                  <a:pt x="1364483" y="158163"/>
                </a:cubicBezTo>
                <a:cubicBezTo>
                  <a:pt x="1360208" y="156763"/>
                  <a:pt x="1356595" y="154758"/>
                  <a:pt x="1353644" y="152147"/>
                </a:cubicBezTo>
                <a:cubicBezTo>
                  <a:pt x="1350693" y="149537"/>
                  <a:pt x="1348423" y="146378"/>
                  <a:pt x="1346834" y="142670"/>
                </a:cubicBezTo>
                <a:cubicBezTo>
                  <a:pt x="1345245" y="138962"/>
                  <a:pt x="1344450" y="134801"/>
                  <a:pt x="1344450" y="130185"/>
                </a:cubicBezTo>
                <a:cubicBezTo>
                  <a:pt x="1344450" y="124510"/>
                  <a:pt x="1345623" y="119573"/>
                  <a:pt x="1347969" y="115373"/>
                </a:cubicBezTo>
                <a:cubicBezTo>
                  <a:pt x="1350314" y="111174"/>
                  <a:pt x="1353644" y="107674"/>
                  <a:pt x="1357957" y="104874"/>
                </a:cubicBezTo>
                <a:cubicBezTo>
                  <a:pt x="1362270" y="102075"/>
                  <a:pt x="1367453" y="99975"/>
                  <a:pt x="1373506" y="98575"/>
                </a:cubicBezTo>
                <a:cubicBezTo>
                  <a:pt x="1379560" y="97175"/>
                  <a:pt x="1386294" y="96475"/>
                  <a:pt x="1393709" y="96475"/>
                </a:cubicBezTo>
                <a:lnTo>
                  <a:pt x="1410054" y="96475"/>
                </a:lnTo>
                <a:lnTo>
                  <a:pt x="1410054" y="87594"/>
                </a:lnTo>
                <a:cubicBezTo>
                  <a:pt x="1410054" y="83191"/>
                  <a:pt x="1409600" y="79301"/>
                  <a:pt x="1408692" y="75925"/>
                </a:cubicBezTo>
                <a:cubicBezTo>
                  <a:pt x="1407784" y="72546"/>
                  <a:pt x="1406308" y="69718"/>
                  <a:pt x="1404265" y="67441"/>
                </a:cubicBezTo>
                <a:cubicBezTo>
                  <a:pt x="1402222" y="65163"/>
                  <a:pt x="1399574" y="63456"/>
                  <a:pt x="1396320" y="62319"/>
                </a:cubicBezTo>
                <a:cubicBezTo>
                  <a:pt x="1393066" y="61179"/>
                  <a:pt x="1389094" y="60609"/>
                  <a:pt x="1384402" y="60609"/>
                </a:cubicBezTo>
                <a:cubicBezTo>
                  <a:pt x="1379862" y="60609"/>
                  <a:pt x="1375776" y="61158"/>
                  <a:pt x="1372144" y="62255"/>
                </a:cubicBezTo>
                <a:cubicBezTo>
                  <a:pt x="1368512" y="63352"/>
                  <a:pt x="1365334" y="64582"/>
                  <a:pt x="1362610" y="65944"/>
                </a:cubicBezTo>
                <a:cubicBezTo>
                  <a:pt x="1359886" y="67306"/>
                  <a:pt x="1357635" y="68535"/>
                  <a:pt x="1355857" y="69633"/>
                </a:cubicBezTo>
                <a:cubicBezTo>
                  <a:pt x="1354079" y="70730"/>
                  <a:pt x="1352812" y="71278"/>
                  <a:pt x="1352055" y="71278"/>
                </a:cubicBezTo>
                <a:cubicBezTo>
                  <a:pt x="1351601" y="71278"/>
                  <a:pt x="1351185" y="71203"/>
                  <a:pt x="1350806" y="71051"/>
                </a:cubicBezTo>
                <a:cubicBezTo>
                  <a:pt x="1350428" y="70898"/>
                  <a:pt x="1350106" y="70611"/>
                  <a:pt x="1349842" y="70193"/>
                </a:cubicBezTo>
                <a:cubicBezTo>
                  <a:pt x="1349577" y="69772"/>
                  <a:pt x="1349388" y="69238"/>
                  <a:pt x="1349274" y="68590"/>
                </a:cubicBezTo>
                <a:cubicBezTo>
                  <a:pt x="1349161" y="67939"/>
                  <a:pt x="1349104" y="67157"/>
                  <a:pt x="1349104" y="66242"/>
                </a:cubicBezTo>
                <a:cubicBezTo>
                  <a:pt x="1349104" y="64638"/>
                  <a:pt x="1349217" y="63360"/>
                  <a:pt x="1349444" y="62408"/>
                </a:cubicBezTo>
                <a:cubicBezTo>
                  <a:pt x="1349671" y="61452"/>
                  <a:pt x="1350258" y="60498"/>
                  <a:pt x="1351204" y="59545"/>
                </a:cubicBezTo>
                <a:cubicBezTo>
                  <a:pt x="1352149" y="58590"/>
                  <a:pt x="1353833" y="57477"/>
                  <a:pt x="1356254" y="56208"/>
                </a:cubicBezTo>
                <a:cubicBezTo>
                  <a:pt x="1358676" y="54935"/>
                  <a:pt x="1361456" y="53758"/>
                  <a:pt x="1364597" y="52675"/>
                </a:cubicBezTo>
                <a:cubicBezTo>
                  <a:pt x="1367737" y="51592"/>
                  <a:pt x="1371123" y="50715"/>
                  <a:pt x="1374755" y="50043"/>
                </a:cubicBezTo>
                <a:cubicBezTo>
                  <a:pt x="1378387" y="49369"/>
                  <a:pt x="1382019" y="49032"/>
                  <a:pt x="1385651" y="49032"/>
                </a:cubicBezTo>
                <a:cubicBezTo>
                  <a:pt x="1392688" y="49032"/>
                  <a:pt x="1398628" y="49883"/>
                  <a:pt x="1403471" y="51586"/>
                </a:cubicBezTo>
                <a:cubicBezTo>
                  <a:pt x="1408313" y="53288"/>
                  <a:pt x="1412229" y="55729"/>
                  <a:pt x="1415218" y="58907"/>
                </a:cubicBezTo>
                <a:cubicBezTo>
                  <a:pt x="1418207" y="62085"/>
                  <a:pt x="1420344" y="66001"/>
                  <a:pt x="1421631" y="70654"/>
                </a:cubicBezTo>
                <a:cubicBezTo>
                  <a:pt x="1422917" y="75308"/>
                  <a:pt x="1423560" y="80585"/>
                  <a:pt x="1423560" y="86487"/>
                </a:cubicBezTo>
                <a:lnTo>
                  <a:pt x="1423560" y="155950"/>
                </a:lnTo>
                <a:moveTo>
                  <a:pt x="1410054" y="107598"/>
                </a:moveTo>
                <a:lnTo>
                  <a:pt x="1391326" y="107598"/>
                </a:lnTo>
                <a:cubicBezTo>
                  <a:pt x="1385878" y="107598"/>
                  <a:pt x="1381111" y="108090"/>
                  <a:pt x="1377025" y="109074"/>
                </a:cubicBezTo>
                <a:cubicBezTo>
                  <a:pt x="1372939" y="110058"/>
                  <a:pt x="1369534" y="111495"/>
                  <a:pt x="1366810" y="113387"/>
                </a:cubicBezTo>
                <a:cubicBezTo>
                  <a:pt x="1364086" y="115279"/>
                  <a:pt x="1362062" y="117549"/>
                  <a:pt x="1360738" y="120197"/>
                </a:cubicBezTo>
                <a:cubicBezTo>
                  <a:pt x="1359413" y="122845"/>
                  <a:pt x="1358751" y="125872"/>
                  <a:pt x="1358751" y="129277"/>
                </a:cubicBezTo>
                <a:cubicBezTo>
                  <a:pt x="1358751" y="135179"/>
                  <a:pt x="1360624" y="139889"/>
                  <a:pt x="1364370" y="143408"/>
                </a:cubicBezTo>
                <a:cubicBezTo>
                  <a:pt x="1368115" y="146926"/>
                  <a:pt x="1373393" y="148686"/>
                  <a:pt x="1380203" y="148686"/>
                </a:cubicBezTo>
                <a:cubicBezTo>
                  <a:pt x="1385575" y="148686"/>
                  <a:pt x="1390588" y="147305"/>
                  <a:pt x="1395242" y="144543"/>
                </a:cubicBezTo>
                <a:cubicBezTo>
                  <a:pt x="1399895" y="141781"/>
                  <a:pt x="1404833" y="137525"/>
                  <a:pt x="1410054" y="131774"/>
                </a:cubicBezTo>
                <a:lnTo>
                  <a:pt x="1410054" y="107598"/>
                </a:lnTo>
                <a:close/>
                <a:moveTo>
                  <a:pt x="1545102" y="155946"/>
                </a:moveTo>
                <a:cubicBezTo>
                  <a:pt x="1545102" y="156400"/>
                  <a:pt x="1545008" y="156817"/>
                  <a:pt x="1544819" y="157198"/>
                </a:cubicBezTo>
                <a:cubicBezTo>
                  <a:pt x="1544629" y="157576"/>
                  <a:pt x="1544270" y="157879"/>
                  <a:pt x="1543740" y="158106"/>
                </a:cubicBezTo>
                <a:cubicBezTo>
                  <a:pt x="1543211" y="158333"/>
                  <a:pt x="1542530" y="158522"/>
                  <a:pt x="1541697" y="158674"/>
                </a:cubicBezTo>
                <a:cubicBezTo>
                  <a:pt x="1540865" y="158825"/>
                  <a:pt x="1539843" y="158901"/>
                  <a:pt x="1538633" y="158901"/>
                </a:cubicBezTo>
                <a:cubicBezTo>
                  <a:pt x="1537271" y="158901"/>
                  <a:pt x="1536174" y="158825"/>
                  <a:pt x="1535341" y="158674"/>
                </a:cubicBezTo>
                <a:cubicBezTo>
                  <a:pt x="1534509" y="158522"/>
                  <a:pt x="1533866" y="158333"/>
                  <a:pt x="1533412" y="158106"/>
                </a:cubicBezTo>
                <a:cubicBezTo>
                  <a:pt x="1532958" y="157879"/>
                  <a:pt x="1532636" y="157576"/>
                  <a:pt x="1532447" y="157198"/>
                </a:cubicBezTo>
                <a:cubicBezTo>
                  <a:pt x="1532258" y="156817"/>
                  <a:pt x="1532163" y="156400"/>
                  <a:pt x="1532163" y="155946"/>
                </a:cubicBezTo>
                <a:lnTo>
                  <a:pt x="1532163" y="141404"/>
                </a:lnTo>
                <a:cubicBezTo>
                  <a:pt x="1526261" y="148034"/>
                  <a:pt x="1520492" y="152835"/>
                  <a:pt x="1514854" y="155808"/>
                </a:cubicBezTo>
                <a:cubicBezTo>
                  <a:pt x="1509217" y="158778"/>
                  <a:pt x="1503599" y="160263"/>
                  <a:pt x="1498000" y="160263"/>
                </a:cubicBezTo>
                <a:cubicBezTo>
                  <a:pt x="1491265" y="160263"/>
                  <a:pt x="1485590" y="159125"/>
                  <a:pt x="1480975" y="156851"/>
                </a:cubicBezTo>
                <a:cubicBezTo>
                  <a:pt x="1476359" y="154576"/>
                  <a:pt x="1472632" y="151486"/>
                  <a:pt x="1469795" y="147582"/>
                </a:cubicBezTo>
                <a:cubicBezTo>
                  <a:pt x="1466957" y="143676"/>
                  <a:pt x="1464914" y="139146"/>
                  <a:pt x="1463666" y="133991"/>
                </a:cubicBezTo>
                <a:cubicBezTo>
                  <a:pt x="1462417" y="128834"/>
                  <a:pt x="1461793" y="122616"/>
                  <a:pt x="1461793" y="115338"/>
                </a:cubicBezTo>
                <a:lnTo>
                  <a:pt x="1461793" y="53125"/>
                </a:lnTo>
                <a:cubicBezTo>
                  <a:pt x="1461793" y="52669"/>
                  <a:pt x="1461888" y="52252"/>
                  <a:pt x="1462077" y="51873"/>
                </a:cubicBezTo>
                <a:cubicBezTo>
                  <a:pt x="1462266" y="51495"/>
                  <a:pt x="1462625" y="51173"/>
                  <a:pt x="1463155" y="50908"/>
                </a:cubicBezTo>
                <a:cubicBezTo>
                  <a:pt x="1463685" y="50641"/>
                  <a:pt x="1464385" y="50451"/>
                  <a:pt x="1465255" y="50337"/>
                </a:cubicBezTo>
                <a:cubicBezTo>
                  <a:pt x="1466125" y="50224"/>
                  <a:pt x="1467203" y="50167"/>
                  <a:pt x="1468489" y="50167"/>
                </a:cubicBezTo>
                <a:cubicBezTo>
                  <a:pt x="1469851" y="50167"/>
                  <a:pt x="1470968" y="50224"/>
                  <a:pt x="1471838" y="50337"/>
                </a:cubicBezTo>
                <a:cubicBezTo>
                  <a:pt x="1472708" y="50451"/>
                  <a:pt x="1473389" y="50641"/>
                  <a:pt x="1473881" y="50908"/>
                </a:cubicBezTo>
                <a:cubicBezTo>
                  <a:pt x="1474373" y="51173"/>
                  <a:pt x="1474732" y="51495"/>
                  <a:pt x="1474959" y="51873"/>
                </a:cubicBezTo>
                <a:cubicBezTo>
                  <a:pt x="1475186" y="52252"/>
                  <a:pt x="1475299" y="52669"/>
                  <a:pt x="1475299" y="53125"/>
                </a:cubicBezTo>
                <a:lnTo>
                  <a:pt x="1475299" y="114100"/>
                </a:lnTo>
                <a:cubicBezTo>
                  <a:pt x="1475299" y="120472"/>
                  <a:pt x="1475791" y="125669"/>
                  <a:pt x="1476775" y="129688"/>
                </a:cubicBezTo>
                <a:cubicBezTo>
                  <a:pt x="1477759" y="133706"/>
                  <a:pt x="1479234" y="137137"/>
                  <a:pt x="1481202" y="139982"/>
                </a:cubicBezTo>
                <a:cubicBezTo>
                  <a:pt x="1483169" y="142826"/>
                  <a:pt x="1485685" y="145026"/>
                  <a:pt x="1488749" y="146582"/>
                </a:cubicBezTo>
                <a:cubicBezTo>
                  <a:pt x="1491814" y="148136"/>
                  <a:pt x="1495389" y="148913"/>
                  <a:pt x="1499475" y="148913"/>
                </a:cubicBezTo>
                <a:cubicBezTo>
                  <a:pt x="1504696" y="148913"/>
                  <a:pt x="1509898" y="147047"/>
                  <a:pt x="1515081" y="143316"/>
                </a:cubicBezTo>
                <a:cubicBezTo>
                  <a:pt x="1520265" y="139582"/>
                  <a:pt x="1525769" y="134097"/>
                  <a:pt x="1531596" y="126862"/>
                </a:cubicBezTo>
                <a:lnTo>
                  <a:pt x="1531596" y="53122"/>
                </a:lnTo>
                <a:cubicBezTo>
                  <a:pt x="1531596" y="52668"/>
                  <a:pt x="1531690" y="52252"/>
                  <a:pt x="1531879" y="51873"/>
                </a:cubicBezTo>
                <a:cubicBezTo>
                  <a:pt x="1532069" y="51493"/>
                  <a:pt x="1532428" y="51170"/>
                  <a:pt x="1532958" y="50905"/>
                </a:cubicBezTo>
                <a:cubicBezTo>
                  <a:pt x="1533487" y="50640"/>
                  <a:pt x="1534187" y="50451"/>
                  <a:pt x="1535057" y="50337"/>
                </a:cubicBezTo>
                <a:cubicBezTo>
                  <a:pt x="1535928" y="50224"/>
                  <a:pt x="1537044" y="50167"/>
                  <a:pt x="1538406" y="50167"/>
                </a:cubicBezTo>
                <a:cubicBezTo>
                  <a:pt x="1539692" y="50167"/>
                  <a:pt x="1540770" y="50224"/>
                  <a:pt x="1541640" y="50337"/>
                </a:cubicBezTo>
                <a:cubicBezTo>
                  <a:pt x="1542511" y="50451"/>
                  <a:pt x="1543192" y="50640"/>
                  <a:pt x="1543684" y="50905"/>
                </a:cubicBezTo>
                <a:cubicBezTo>
                  <a:pt x="1544175" y="51170"/>
                  <a:pt x="1544535" y="51493"/>
                  <a:pt x="1544762" y="51873"/>
                </a:cubicBezTo>
                <a:cubicBezTo>
                  <a:pt x="1544989" y="52252"/>
                  <a:pt x="1545102" y="52668"/>
                  <a:pt x="1545102" y="53122"/>
                </a:cubicBezTo>
                <a:lnTo>
                  <a:pt x="1545102" y="155946"/>
                </a:lnTo>
                <a:close/>
                <a:moveTo>
                  <a:pt x="1644432" y="128678"/>
                </a:moveTo>
                <a:cubicBezTo>
                  <a:pt x="1644432" y="133601"/>
                  <a:pt x="1643524" y="138013"/>
                  <a:pt x="1641708" y="141915"/>
                </a:cubicBezTo>
                <a:cubicBezTo>
                  <a:pt x="1639892" y="145814"/>
                  <a:pt x="1637301" y="149128"/>
                  <a:pt x="1633934" y="151856"/>
                </a:cubicBezTo>
                <a:cubicBezTo>
                  <a:pt x="1630566" y="154583"/>
                  <a:pt x="1626537" y="156666"/>
                  <a:pt x="1621846" y="158106"/>
                </a:cubicBezTo>
                <a:cubicBezTo>
                  <a:pt x="1617154" y="159544"/>
                  <a:pt x="1611971" y="160263"/>
                  <a:pt x="1606296" y="160263"/>
                </a:cubicBezTo>
                <a:cubicBezTo>
                  <a:pt x="1602740" y="160263"/>
                  <a:pt x="1599373" y="159979"/>
                  <a:pt x="1596195" y="159411"/>
                </a:cubicBezTo>
                <a:cubicBezTo>
                  <a:pt x="1593017" y="158844"/>
                  <a:pt x="1590141" y="158125"/>
                  <a:pt x="1587569" y="157255"/>
                </a:cubicBezTo>
                <a:cubicBezTo>
                  <a:pt x="1584996" y="156385"/>
                  <a:pt x="1582821" y="155458"/>
                  <a:pt x="1581042" y="154474"/>
                </a:cubicBezTo>
                <a:cubicBezTo>
                  <a:pt x="1579264" y="153490"/>
                  <a:pt x="1577959" y="152620"/>
                  <a:pt x="1577127" y="151864"/>
                </a:cubicBezTo>
                <a:cubicBezTo>
                  <a:pt x="1576294" y="151107"/>
                  <a:pt x="1575689" y="150156"/>
                  <a:pt x="1575311" y="149012"/>
                </a:cubicBezTo>
                <a:cubicBezTo>
                  <a:pt x="1574932" y="147865"/>
                  <a:pt x="1574743" y="146338"/>
                  <a:pt x="1574743" y="144429"/>
                </a:cubicBezTo>
                <a:cubicBezTo>
                  <a:pt x="1574743" y="143436"/>
                  <a:pt x="1574819" y="142558"/>
                  <a:pt x="1574970" y="141794"/>
                </a:cubicBezTo>
                <a:cubicBezTo>
                  <a:pt x="1575121" y="141030"/>
                  <a:pt x="1575311" y="140381"/>
                  <a:pt x="1575538" y="139847"/>
                </a:cubicBezTo>
                <a:cubicBezTo>
                  <a:pt x="1575765" y="139312"/>
                  <a:pt x="1576067" y="138912"/>
                  <a:pt x="1576446" y="138644"/>
                </a:cubicBezTo>
                <a:cubicBezTo>
                  <a:pt x="1576824" y="138377"/>
                  <a:pt x="1577240" y="138244"/>
                  <a:pt x="1577694" y="138244"/>
                </a:cubicBezTo>
                <a:cubicBezTo>
                  <a:pt x="1578526" y="138244"/>
                  <a:pt x="1579737" y="138779"/>
                  <a:pt x="1581326" y="139850"/>
                </a:cubicBezTo>
                <a:cubicBezTo>
                  <a:pt x="1582915" y="140921"/>
                  <a:pt x="1584901" y="142088"/>
                  <a:pt x="1587285" y="143351"/>
                </a:cubicBezTo>
                <a:cubicBezTo>
                  <a:pt x="1589668" y="144614"/>
                  <a:pt x="1592506" y="145781"/>
                  <a:pt x="1595797" y="146852"/>
                </a:cubicBezTo>
                <a:cubicBezTo>
                  <a:pt x="1599089" y="147923"/>
                  <a:pt x="1602891" y="148459"/>
                  <a:pt x="1607204" y="148459"/>
                </a:cubicBezTo>
                <a:cubicBezTo>
                  <a:pt x="1610685" y="148459"/>
                  <a:pt x="1613863" y="148080"/>
                  <a:pt x="1616738" y="147324"/>
                </a:cubicBezTo>
                <a:cubicBezTo>
                  <a:pt x="1619614" y="146565"/>
                  <a:pt x="1622111" y="145427"/>
                  <a:pt x="1624229" y="143911"/>
                </a:cubicBezTo>
                <a:cubicBezTo>
                  <a:pt x="1626348" y="142396"/>
                  <a:pt x="1627994" y="140444"/>
                  <a:pt x="1629167" y="138056"/>
                </a:cubicBezTo>
                <a:cubicBezTo>
                  <a:pt x="1630339" y="135667"/>
                  <a:pt x="1630926" y="132882"/>
                  <a:pt x="1630926" y="129699"/>
                </a:cubicBezTo>
                <a:cubicBezTo>
                  <a:pt x="1630926" y="126519"/>
                  <a:pt x="1630169" y="123830"/>
                  <a:pt x="1628656" y="121633"/>
                </a:cubicBezTo>
                <a:cubicBezTo>
                  <a:pt x="1627143" y="119437"/>
                  <a:pt x="1625156" y="117524"/>
                  <a:pt x="1622697" y="115895"/>
                </a:cubicBezTo>
                <a:cubicBezTo>
                  <a:pt x="1620238" y="114265"/>
                  <a:pt x="1617438" y="112827"/>
                  <a:pt x="1614298" y="111578"/>
                </a:cubicBezTo>
                <a:cubicBezTo>
                  <a:pt x="1611158" y="110327"/>
                  <a:pt x="1607942" y="109040"/>
                  <a:pt x="1604650" y="107715"/>
                </a:cubicBezTo>
                <a:cubicBezTo>
                  <a:pt x="1601359" y="106389"/>
                  <a:pt x="1598143" y="104931"/>
                  <a:pt x="1595003" y="103342"/>
                </a:cubicBezTo>
                <a:cubicBezTo>
                  <a:pt x="1591863" y="101751"/>
                  <a:pt x="1589063" y="99819"/>
                  <a:pt x="1586604" y="97547"/>
                </a:cubicBezTo>
                <a:cubicBezTo>
                  <a:pt x="1584145" y="95274"/>
                  <a:pt x="1582158" y="92548"/>
                  <a:pt x="1580645" y="89367"/>
                </a:cubicBezTo>
                <a:cubicBezTo>
                  <a:pt x="1579132" y="86185"/>
                  <a:pt x="1578375" y="82359"/>
                  <a:pt x="1578375" y="77890"/>
                </a:cubicBezTo>
                <a:cubicBezTo>
                  <a:pt x="1578375" y="74331"/>
                  <a:pt x="1579056" y="70829"/>
                  <a:pt x="1580418" y="67384"/>
                </a:cubicBezTo>
                <a:cubicBezTo>
                  <a:pt x="1581780" y="63936"/>
                  <a:pt x="1583880" y="60849"/>
                  <a:pt x="1586717" y="58123"/>
                </a:cubicBezTo>
                <a:cubicBezTo>
                  <a:pt x="1589555" y="55394"/>
                  <a:pt x="1593187" y="53197"/>
                  <a:pt x="1597613" y="51533"/>
                </a:cubicBezTo>
                <a:cubicBezTo>
                  <a:pt x="1602040" y="49866"/>
                  <a:pt x="1607280" y="49032"/>
                  <a:pt x="1613333" y="49032"/>
                </a:cubicBezTo>
                <a:cubicBezTo>
                  <a:pt x="1615906" y="49032"/>
                  <a:pt x="1618460" y="49240"/>
                  <a:pt x="1620995" y="49656"/>
                </a:cubicBezTo>
                <a:cubicBezTo>
                  <a:pt x="1623529" y="50073"/>
                  <a:pt x="1625837" y="50621"/>
                  <a:pt x="1627918" y="51302"/>
                </a:cubicBezTo>
                <a:cubicBezTo>
                  <a:pt x="1629999" y="51983"/>
                  <a:pt x="1631796" y="52721"/>
                  <a:pt x="1633309" y="53515"/>
                </a:cubicBezTo>
                <a:cubicBezTo>
                  <a:pt x="1634823" y="54310"/>
                  <a:pt x="1635977" y="55010"/>
                  <a:pt x="1636771" y="55615"/>
                </a:cubicBezTo>
                <a:cubicBezTo>
                  <a:pt x="1637566" y="56221"/>
                  <a:pt x="1638095" y="56731"/>
                  <a:pt x="1638360" y="57147"/>
                </a:cubicBezTo>
                <a:cubicBezTo>
                  <a:pt x="1638625" y="57564"/>
                  <a:pt x="1638814" y="57999"/>
                  <a:pt x="1638928" y="58453"/>
                </a:cubicBezTo>
                <a:cubicBezTo>
                  <a:pt x="1639041" y="58907"/>
                  <a:pt x="1639136" y="59455"/>
                  <a:pt x="1639211" y="60098"/>
                </a:cubicBezTo>
                <a:cubicBezTo>
                  <a:pt x="1639287" y="60742"/>
                  <a:pt x="1639325" y="61517"/>
                  <a:pt x="1639325" y="62425"/>
                </a:cubicBezTo>
                <a:cubicBezTo>
                  <a:pt x="1639325" y="63333"/>
                  <a:pt x="1639268" y="64147"/>
                  <a:pt x="1639155" y="64865"/>
                </a:cubicBezTo>
                <a:cubicBezTo>
                  <a:pt x="1639041" y="65584"/>
                  <a:pt x="1638871" y="66209"/>
                  <a:pt x="1638644" y="66738"/>
                </a:cubicBezTo>
                <a:cubicBezTo>
                  <a:pt x="1638417" y="67268"/>
                  <a:pt x="1638133" y="67665"/>
                  <a:pt x="1637793" y="67930"/>
                </a:cubicBezTo>
                <a:cubicBezTo>
                  <a:pt x="1637452" y="68195"/>
                  <a:pt x="1637055" y="68327"/>
                  <a:pt x="1636601" y="68327"/>
                </a:cubicBezTo>
                <a:cubicBezTo>
                  <a:pt x="1635996" y="68327"/>
                  <a:pt x="1635088" y="67911"/>
                  <a:pt x="1633877" y="67079"/>
                </a:cubicBezTo>
                <a:cubicBezTo>
                  <a:pt x="1632666" y="66246"/>
                  <a:pt x="1631077" y="65338"/>
                  <a:pt x="1629110" y="64355"/>
                </a:cubicBezTo>
                <a:cubicBezTo>
                  <a:pt x="1627143" y="63371"/>
                  <a:pt x="1624797" y="62463"/>
                  <a:pt x="1622073" y="61631"/>
                </a:cubicBezTo>
                <a:cubicBezTo>
                  <a:pt x="1619349" y="60798"/>
                  <a:pt x="1616209" y="60382"/>
                  <a:pt x="1612652" y="60382"/>
                </a:cubicBezTo>
                <a:cubicBezTo>
                  <a:pt x="1609096" y="60382"/>
                  <a:pt x="1605975" y="60800"/>
                  <a:pt x="1603288" y="61634"/>
                </a:cubicBezTo>
                <a:cubicBezTo>
                  <a:pt x="1600602" y="62467"/>
                  <a:pt x="1598389" y="63641"/>
                  <a:pt x="1596649" y="65156"/>
                </a:cubicBezTo>
                <a:cubicBezTo>
                  <a:pt x="1594908" y="66672"/>
                  <a:pt x="1593603" y="68454"/>
                  <a:pt x="1592733" y="70502"/>
                </a:cubicBezTo>
                <a:cubicBezTo>
                  <a:pt x="1591863" y="72547"/>
                  <a:pt x="1591428" y="74783"/>
                  <a:pt x="1591428" y="77209"/>
                </a:cubicBezTo>
                <a:cubicBezTo>
                  <a:pt x="1591428" y="80540"/>
                  <a:pt x="1592184" y="83342"/>
                  <a:pt x="1593698" y="85615"/>
                </a:cubicBezTo>
                <a:cubicBezTo>
                  <a:pt x="1595211" y="87887"/>
                  <a:pt x="1597216" y="89857"/>
                  <a:pt x="1599713" y="91524"/>
                </a:cubicBezTo>
                <a:cubicBezTo>
                  <a:pt x="1602210" y="93191"/>
                  <a:pt x="1605048" y="94669"/>
                  <a:pt x="1608226" y="95958"/>
                </a:cubicBezTo>
                <a:cubicBezTo>
                  <a:pt x="1611404" y="97244"/>
                  <a:pt x="1614639" y="98531"/>
                  <a:pt x="1617930" y="99820"/>
                </a:cubicBezTo>
                <a:cubicBezTo>
                  <a:pt x="1621222" y="101106"/>
                  <a:pt x="1624456" y="102526"/>
                  <a:pt x="1627634" y="104080"/>
                </a:cubicBezTo>
                <a:cubicBezTo>
                  <a:pt x="1630812" y="105631"/>
                  <a:pt x="1633650" y="107505"/>
                  <a:pt x="1636147" y="109702"/>
                </a:cubicBezTo>
                <a:cubicBezTo>
                  <a:pt x="1638644" y="111898"/>
                  <a:pt x="1640649" y="114531"/>
                  <a:pt x="1642162" y="117601"/>
                </a:cubicBezTo>
                <a:cubicBezTo>
                  <a:pt x="1643676" y="120668"/>
                  <a:pt x="1644432" y="124360"/>
                  <a:pt x="1644432" y="128678"/>
                </a:cubicBezTo>
                <a:close/>
                <a:moveTo>
                  <a:pt x="1756610" y="99313"/>
                </a:moveTo>
                <a:cubicBezTo>
                  <a:pt x="1756610" y="102037"/>
                  <a:pt x="1755891" y="103910"/>
                  <a:pt x="1754453" y="104931"/>
                </a:cubicBezTo>
                <a:cubicBezTo>
                  <a:pt x="1753016" y="105953"/>
                  <a:pt x="1751616" y="106463"/>
                  <a:pt x="1750254" y="106463"/>
                </a:cubicBezTo>
                <a:lnTo>
                  <a:pt x="1680224" y="106463"/>
                </a:lnTo>
                <a:cubicBezTo>
                  <a:pt x="1680224" y="112836"/>
                  <a:pt x="1680848" y="118602"/>
                  <a:pt x="1682097" y="123762"/>
                </a:cubicBezTo>
                <a:cubicBezTo>
                  <a:pt x="1683345" y="128921"/>
                  <a:pt x="1685407" y="133341"/>
                  <a:pt x="1688282" y="137020"/>
                </a:cubicBezTo>
                <a:cubicBezTo>
                  <a:pt x="1691158" y="140699"/>
                  <a:pt x="1694903" y="143526"/>
                  <a:pt x="1699519" y="145500"/>
                </a:cubicBezTo>
                <a:cubicBezTo>
                  <a:pt x="1704135" y="147473"/>
                  <a:pt x="1709810" y="148459"/>
                  <a:pt x="1716544" y="148459"/>
                </a:cubicBezTo>
                <a:cubicBezTo>
                  <a:pt x="1721311" y="148459"/>
                  <a:pt x="1725586" y="148036"/>
                  <a:pt x="1729370" y="147192"/>
                </a:cubicBezTo>
                <a:cubicBezTo>
                  <a:pt x="1733153" y="146348"/>
                  <a:pt x="1736426" y="145408"/>
                  <a:pt x="1739187" y="144373"/>
                </a:cubicBezTo>
                <a:cubicBezTo>
                  <a:pt x="1741949" y="143337"/>
                  <a:pt x="1744219" y="142397"/>
                  <a:pt x="1745997" y="141553"/>
                </a:cubicBezTo>
                <a:cubicBezTo>
                  <a:pt x="1747776" y="140709"/>
                  <a:pt x="1749043" y="140287"/>
                  <a:pt x="1749800" y="140287"/>
                </a:cubicBezTo>
                <a:cubicBezTo>
                  <a:pt x="1750254" y="140287"/>
                  <a:pt x="1750670" y="140401"/>
                  <a:pt x="1751048" y="140631"/>
                </a:cubicBezTo>
                <a:cubicBezTo>
                  <a:pt x="1751427" y="140860"/>
                  <a:pt x="1751729" y="141223"/>
                  <a:pt x="1751956" y="141719"/>
                </a:cubicBezTo>
                <a:cubicBezTo>
                  <a:pt x="1752183" y="142216"/>
                  <a:pt x="1752353" y="142846"/>
                  <a:pt x="1752467" y="143610"/>
                </a:cubicBezTo>
                <a:cubicBezTo>
                  <a:pt x="1752580" y="144374"/>
                  <a:pt x="1752637" y="145328"/>
                  <a:pt x="1752637" y="146472"/>
                </a:cubicBezTo>
                <a:cubicBezTo>
                  <a:pt x="1752637" y="147009"/>
                  <a:pt x="1752599" y="147526"/>
                  <a:pt x="1752524" y="148022"/>
                </a:cubicBezTo>
                <a:cubicBezTo>
                  <a:pt x="1752448" y="148519"/>
                  <a:pt x="1752353" y="148978"/>
                  <a:pt x="1752240" y="149398"/>
                </a:cubicBezTo>
                <a:cubicBezTo>
                  <a:pt x="1752126" y="149817"/>
                  <a:pt x="1751956" y="150218"/>
                  <a:pt x="1751729" y="150601"/>
                </a:cubicBezTo>
                <a:cubicBezTo>
                  <a:pt x="1751502" y="150982"/>
                  <a:pt x="1751200" y="151363"/>
                  <a:pt x="1750821" y="151747"/>
                </a:cubicBezTo>
                <a:cubicBezTo>
                  <a:pt x="1750443" y="152127"/>
                  <a:pt x="1749270" y="152791"/>
                  <a:pt x="1747303" y="153736"/>
                </a:cubicBezTo>
                <a:cubicBezTo>
                  <a:pt x="1745335" y="154682"/>
                  <a:pt x="1742763" y="155628"/>
                  <a:pt x="1739585" y="156574"/>
                </a:cubicBezTo>
                <a:cubicBezTo>
                  <a:pt x="1736407" y="157520"/>
                  <a:pt x="1732718" y="158371"/>
                  <a:pt x="1728518" y="159128"/>
                </a:cubicBezTo>
                <a:cubicBezTo>
                  <a:pt x="1724319" y="159884"/>
                  <a:pt x="1719798" y="160263"/>
                  <a:pt x="1714955" y="160263"/>
                </a:cubicBezTo>
                <a:cubicBezTo>
                  <a:pt x="1707010" y="160263"/>
                  <a:pt x="1699973" y="159070"/>
                  <a:pt x="1693844" y="156684"/>
                </a:cubicBezTo>
                <a:cubicBezTo>
                  <a:pt x="1687715" y="154298"/>
                  <a:pt x="1682570" y="150776"/>
                  <a:pt x="1678408" y="146118"/>
                </a:cubicBezTo>
                <a:cubicBezTo>
                  <a:pt x="1674246" y="141459"/>
                  <a:pt x="1671087" y="135684"/>
                  <a:pt x="1668931" y="128791"/>
                </a:cubicBezTo>
                <a:cubicBezTo>
                  <a:pt x="1666774" y="121898"/>
                  <a:pt x="1665696" y="113907"/>
                  <a:pt x="1665696" y="104818"/>
                </a:cubicBezTo>
                <a:cubicBezTo>
                  <a:pt x="1665696" y="96106"/>
                  <a:pt x="1666812" y="88305"/>
                  <a:pt x="1669044" y="81412"/>
                </a:cubicBezTo>
                <a:cubicBezTo>
                  <a:pt x="1671276" y="74519"/>
                  <a:pt x="1674473" y="68668"/>
                  <a:pt x="1678635" y="63858"/>
                </a:cubicBezTo>
                <a:cubicBezTo>
                  <a:pt x="1682797" y="59049"/>
                  <a:pt x="1687810" y="55375"/>
                  <a:pt x="1693674" y="52838"/>
                </a:cubicBezTo>
                <a:cubicBezTo>
                  <a:pt x="1699538" y="50301"/>
                  <a:pt x="1706064" y="49032"/>
                  <a:pt x="1713253" y="49032"/>
                </a:cubicBezTo>
                <a:cubicBezTo>
                  <a:pt x="1720971" y="49032"/>
                  <a:pt x="1727554" y="50319"/>
                  <a:pt x="1733002" y="52891"/>
                </a:cubicBezTo>
                <a:cubicBezTo>
                  <a:pt x="1738450" y="55464"/>
                  <a:pt x="1742933" y="58926"/>
                  <a:pt x="1746451" y="63276"/>
                </a:cubicBezTo>
                <a:cubicBezTo>
                  <a:pt x="1749970" y="67627"/>
                  <a:pt x="1752543" y="72678"/>
                  <a:pt x="1754169" y="78429"/>
                </a:cubicBezTo>
                <a:cubicBezTo>
                  <a:pt x="1755796" y="84179"/>
                  <a:pt x="1756610" y="90233"/>
                  <a:pt x="1756610" y="96589"/>
                </a:cubicBezTo>
                <a:lnTo>
                  <a:pt x="1756610" y="99313"/>
                </a:lnTo>
                <a:moveTo>
                  <a:pt x="1742649" y="95340"/>
                </a:moveTo>
                <a:cubicBezTo>
                  <a:pt x="1742876" y="84444"/>
                  <a:pt x="1740379" y="75932"/>
                  <a:pt x="1735158" y="69803"/>
                </a:cubicBezTo>
                <a:cubicBezTo>
                  <a:pt x="1729937" y="63674"/>
                  <a:pt x="1722333" y="60609"/>
                  <a:pt x="1712345" y="60609"/>
                </a:cubicBezTo>
                <a:cubicBezTo>
                  <a:pt x="1707199" y="60609"/>
                  <a:pt x="1702678" y="61574"/>
                  <a:pt x="1698781" y="63503"/>
                </a:cubicBezTo>
                <a:cubicBezTo>
                  <a:pt x="1694884" y="65433"/>
                  <a:pt x="1691593" y="67987"/>
                  <a:pt x="1688907" y="71165"/>
                </a:cubicBezTo>
                <a:cubicBezTo>
                  <a:pt x="1686221" y="74343"/>
                  <a:pt x="1684159" y="78032"/>
                  <a:pt x="1682721" y="82231"/>
                </a:cubicBezTo>
                <a:cubicBezTo>
                  <a:pt x="1681283" y="86431"/>
                  <a:pt x="1680451" y="90800"/>
                  <a:pt x="1680224" y="95340"/>
                </a:cubicBezTo>
                <a:lnTo>
                  <a:pt x="1742649" y="9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‘DGDSGNH’isin">
            <a:extLst xmlns:a="http://schemas.openxmlformats.org/drawingml/2006/main">
              <a:ext uri="{FF2B5EF4-FFF2-40B4-BE49-F238E27FC236}">
                <a16:creationId xmlns:a16="http://schemas.microsoft.com/office/drawing/2014/main" id="{4CB58FB3-F0A7-4F78-8B94-596BD6EC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014" y="1982939"/>
            <a:ext cx="1489250" cy="160944"/>
          </a:xfrm>
          <a:custGeom xmlns:a="http://schemas.openxmlformats.org/drawingml/2006/main">
            <a:pathLst>
              <a:path w="1489250" h="160944">
                <a:moveTo>
                  <a:pt x="16798" y="34008"/>
                </a:moveTo>
                <a:lnTo>
                  <a:pt x="16798" y="46631"/>
                </a:lnTo>
                <a:cubicBezTo>
                  <a:pt x="16798" y="48300"/>
                  <a:pt x="16628" y="49647"/>
                  <a:pt x="16287" y="50671"/>
                </a:cubicBezTo>
                <a:cubicBezTo>
                  <a:pt x="15947" y="51695"/>
                  <a:pt x="15436" y="52492"/>
                  <a:pt x="14755" y="53061"/>
                </a:cubicBezTo>
                <a:cubicBezTo>
                  <a:pt x="14074" y="53629"/>
                  <a:pt x="13204" y="54007"/>
                  <a:pt x="12145" y="54196"/>
                </a:cubicBezTo>
                <a:cubicBezTo>
                  <a:pt x="11085" y="54386"/>
                  <a:pt x="9837" y="54480"/>
                  <a:pt x="8399" y="54480"/>
                </a:cubicBezTo>
                <a:cubicBezTo>
                  <a:pt x="6961" y="54480"/>
                  <a:pt x="5713" y="54386"/>
                  <a:pt x="4654" y="54196"/>
                </a:cubicBezTo>
                <a:cubicBezTo>
                  <a:pt x="3594" y="54007"/>
                  <a:pt x="2724" y="53629"/>
                  <a:pt x="2043" y="53061"/>
                </a:cubicBezTo>
                <a:cubicBezTo>
                  <a:pt x="1362" y="52492"/>
                  <a:pt x="851" y="51695"/>
                  <a:pt x="511" y="50671"/>
                </a:cubicBezTo>
                <a:cubicBezTo>
                  <a:pt x="170" y="49647"/>
                  <a:pt x="0" y="48300"/>
                  <a:pt x="0" y="46631"/>
                </a:cubicBezTo>
                <a:cubicBezTo>
                  <a:pt x="0" y="44661"/>
                  <a:pt x="95" y="42843"/>
                  <a:pt x="284" y="41176"/>
                </a:cubicBezTo>
                <a:cubicBezTo>
                  <a:pt x="473" y="39506"/>
                  <a:pt x="795" y="37914"/>
                  <a:pt x="1249" y="36398"/>
                </a:cubicBezTo>
                <a:cubicBezTo>
                  <a:pt x="1703" y="34880"/>
                  <a:pt x="2308" y="33363"/>
                  <a:pt x="3065" y="31848"/>
                </a:cubicBezTo>
                <a:cubicBezTo>
                  <a:pt x="3821" y="30329"/>
                  <a:pt x="4767" y="28737"/>
                  <a:pt x="5902" y="27070"/>
                </a:cubicBezTo>
                <a:lnTo>
                  <a:pt x="21679" y="2731"/>
                </a:lnTo>
                <a:cubicBezTo>
                  <a:pt x="21981" y="2275"/>
                  <a:pt x="22322" y="1876"/>
                  <a:pt x="22700" y="1536"/>
                </a:cubicBezTo>
                <a:cubicBezTo>
                  <a:pt x="23078" y="1195"/>
                  <a:pt x="23551" y="912"/>
                  <a:pt x="24119" y="685"/>
                </a:cubicBezTo>
                <a:cubicBezTo>
                  <a:pt x="24686" y="455"/>
                  <a:pt x="25367" y="284"/>
                  <a:pt x="26162" y="170"/>
                </a:cubicBezTo>
                <a:cubicBezTo>
                  <a:pt x="26956" y="57"/>
                  <a:pt x="27883" y="0"/>
                  <a:pt x="28943" y="0"/>
                </a:cubicBezTo>
                <a:cubicBezTo>
                  <a:pt x="29775" y="0"/>
                  <a:pt x="30494" y="38"/>
                  <a:pt x="31099" y="114"/>
                </a:cubicBezTo>
                <a:cubicBezTo>
                  <a:pt x="31704" y="189"/>
                  <a:pt x="32158" y="342"/>
                  <a:pt x="32461" y="571"/>
                </a:cubicBezTo>
                <a:cubicBezTo>
                  <a:pt x="32764" y="798"/>
                  <a:pt x="32915" y="1082"/>
                  <a:pt x="32915" y="1422"/>
                </a:cubicBezTo>
                <a:cubicBezTo>
                  <a:pt x="32915" y="1763"/>
                  <a:pt x="32802" y="2199"/>
                  <a:pt x="32575" y="2731"/>
                </a:cubicBezTo>
                <a:lnTo>
                  <a:pt x="16798" y="34008"/>
                </a:lnTo>
                <a:close/>
                <a:moveTo>
                  <a:pt x="166780" y="83309"/>
                </a:moveTo>
                <a:cubicBezTo>
                  <a:pt x="166780" y="95643"/>
                  <a:pt x="165229" y="106520"/>
                  <a:pt x="162127" y="115941"/>
                </a:cubicBezTo>
                <a:cubicBezTo>
                  <a:pt x="159024" y="125361"/>
                  <a:pt x="154447" y="133250"/>
                  <a:pt x="148393" y="139606"/>
                </a:cubicBezTo>
                <a:cubicBezTo>
                  <a:pt x="142340" y="145962"/>
                  <a:pt x="134868" y="150766"/>
                  <a:pt x="125977" y="154020"/>
                </a:cubicBezTo>
                <a:cubicBezTo>
                  <a:pt x="117086" y="157274"/>
                  <a:pt x="106474" y="158901"/>
                  <a:pt x="94140" y="158901"/>
                </a:cubicBezTo>
                <a:lnTo>
                  <a:pt x="65197" y="158901"/>
                </a:lnTo>
                <a:cubicBezTo>
                  <a:pt x="63835" y="158901"/>
                  <a:pt x="62436" y="158390"/>
                  <a:pt x="60998" y="157368"/>
                </a:cubicBezTo>
                <a:cubicBezTo>
                  <a:pt x="59560" y="156347"/>
                  <a:pt x="58841" y="154474"/>
                  <a:pt x="58841" y="151750"/>
                </a:cubicBezTo>
                <a:lnTo>
                  <a:pt x="58841" y="19182"/>
                </a:lnTo>
                <a:cubicBezTo>
                  <a:pt x="58841" y="16458"/>
                  <a:pt x="59560" y="14585"/>
                  <a:pt x="60998" y="13563"/>
                </a:cubicBezTo>
                <a:cubicBezTo>
                  <a:pt x="62436" y="12542"/>
                  <a:pt x="63835" y="12031"/>
                  <a:pt x="65197" y="12031"/>
                </a:cubicBezTo>
                <a:lnTo>
                  <a:pt x="96070" y="12031"/>
                </a:lnTo>
                <a:cubicBezTo>
                  <a:pt x="108555" y="12031"/>
                  <a:pt x="119091" y="13734"/>
                  <a:pt x="127679" y="17139"/>
                </a:cubicBezTo>
                <a:cubicBezTo>
                  <a:pt x="136268" y="20544"/>
                  <a:pt x="143456" y="25367"/>
                  <a:pt x="149245" y="31610"/>
                </a:cubicBezTo>
                <a:cubicBezTo>
                  <a:pt x="155033" y="37852"/>
                  <a:pt x="159403" y="45343"/>
                  <a:pt x="162354" y="54083"/>
                </a:cubicBezTo>
                <a:cubicBezTo>
                  <a:pt x="165305" y="62822"/>
                  <a:pt x="166780" y="72565"/>
                  <a:pt x="166780" y="83309"/>
                </a:cubicBezTo>
                <a:moveTo>
                  <a:pt x="151912" y="83994"/>
                </a:moveTo>
                <a:cubicBezTo>
                  <a:pt x="151912" y="75458"/>
                  <a:pt x="150834" y="67546"/>
                  <a:pt x="148677" y="60258"/>
                </a:cubicBezTo>
                <a:cubicBezTo>
                  <a:pt x="146521" y="52970"/>
                  <a:pt x="143191" y="46683"/>
                  <a:pt x="138689" y="41396"/>
                </a:cubicBezTo>
                <a:cubicBezTo>
                  <a:pt x="134187" y="36109"/>
                  <a:pt x="128493" y="31974"/>
                  <a:pt x="121607" y="28992"/>
                </a:cubicBezTo>
                <a:cubicBezTo>
                  <a:pt x="114721" y="26008"/>
                  <a:pt x="105944" y="24516"/>
                  <a:pt x="95275" y="24516"/>
                </a:cubicBezTo>
                <a:lnTo>
                  <a:pt x="72688" y="24516"/>
                </a:lnTo>
                <a:lnTo>
                  <a:pt x="72688" y="146416"/>
                </a:lnTo>
                <a:lnTo>
                  <a:pt x="95389" y="146416"/>
                </a:lnTo>
                <a:cubicBezTo>
                  <a:pt x="105377" y="146416"/>
                  <a:pt x="113832" y="145188"/>
                  <a:pt x="120756" y="142734"/>
                </a:cubicBezTo>
                <a:cubicBezTo>
                  <a:pt x="127679" y="140279"/>
                  <a:pt x="133449" y="136484"/>
                  <a:pt x="138065" y="131348"/>
                </a:cubicBezTo>
                <a:cubicBezTo>
                  <a:pt x="142680" y="126212"/>
                  <a:pt x="146142" y="119736"/>
                  <a:pt x="148450" y="111919"/>
                </a:cubicBezTo>
                <a:cubicBezTo>
                  <a:pt x="150758" y="104101"/>
                  <a:pt x="151912" y="94793"/>
                  <a:pt x="151912" y="83994"/>
                </a:cubicBezTo>
                <a:close/>
                <a:moveTo>
                  <a:pt x="308964" y="30581"/>
                </a:moveTo>
                <a:cubicBezTo>
                  <a:pt x="308964" y="31574"/>
                  <a:pt x="308888" y="32492"/>
                  <a:pt x="308737" y="33334"/>
                </a:cubicBezTo>
                <a:cubicBezTo>
                  <a:pt x="308585" y="34173"/>
                  <a:pt x="308377" y="34880"/>
                  <a:pt x="308112" y="35455"/>
                </a:cubicBezTo>
                <a:cubicBezTo>
                  <a:pt x="307847" y="36027"/>
                  <a:pt x="307507" y="36466"/>
                  <a:pt x="307091" y="36771"/>
                </a:cubicBezTo>
                <a:cubicBezTo>
                  <a:pt x="306675" y="37076"/>
                  <a:pt x="306240" y="37228"/>
                  <a:pt x="305786" y="37228"/>
                </a:cubicBezTo>
                <a:cubicBezTo>
                  <a:pt x="304878" y="37228"/>
                  <a:pt x="303383" y="36466"/>
                  <a:pt x="301302" y="34940"/>
                </a:cubicBezTo>
                <a:cubicBezTo>
                  <a:pt x="299221" y="33415"/>
                  <a:pt x="296441" y="31756"/>
                  <a:pt x="292960" y="29964"/>
                </a:cubicBezTo>
                <a:cubicBezTo>
                  <a:pt x="289479" y="28172"/>
                  <a:pt x="285261" y="26513"/>
                  <a:pt x="280305" y="24988"/>
                </a:cubicBezTo>
                <a:cubicBezTo>
                  <a:pt x="275348" y="23463"/>
                  <a:pt x="269465" y="22700"/>
                  <a:pt x="262655" y="22700"/>
                </a:cubicBezTo>
                <a:cubicBezTo>
                  <a:pt x="253954" y="22700"/>
                  <a:pt x="246198" y="24308"/>
                  <a:pt x="239388" y="27524"/>
                </a:cubicBezTo>
                <a:cubicBezTo>
                  <a:pt x="232578" y="30740"/>
                  <a:pt x="226827" y="35147"/>
                  <a:pt x="222136" y="40747"/>
                </a:cubicBezTo>
                <a:cubicBezTo>
                  <a:pt x="217444" y="46346"/>
                  <a:pt x="213869" y="52986"/>
                  <a:pt x="211410" y="60666"/>
                </a:cubicBezTo>
                <a:cubicBezTo>
                  <a:pt x="208951" y="68346"/>
                  <a:pt x="207721" y="76613"/>
                  <a:pt x="207721" y="85466"/>
                </a:cubicBezTo>
                <a:cubicBezTo>
                  <a:pt x="207721" y="95378"/>
                  <a:pt x="209121" y="104212"/>
                  <a:pt x="211921" y="111968"/>
                </a:cubicBezTo>
                <a:cubicBezTo>
                  <a:pt x="214720" y="119724"/>
                  <a:pt x="218598" y="126269"/>
                  <a:pt x="223554" y="131604"/>
                </a:cubicBezTo>
                <a:cubicBezTo>
                  <a:pt x="228511" y="136938"/>
                  <a:pt x="234413" y="141005"/>
                  <a:pt x="241261" y="143805"/>
                </a:cubicBezTo>
                <a:cubicBezTo>
                  <a:pt x="248108" y="146605"/>
                  <a:pt x="255580" y="148005"/>
                  <a:pt x="263677" y="148005"/>
                </a:cubicBezTo>
                <a:cubicBezTo>
                  <a:pt x="268898" y="148005"/>
                  <a:pt x="274195" y="147361"/>
                  <a:pt x="279567" y="146075"/>
                </a:cubicBezTo>
                <a:cubicBezTo>
                  <a:pt x="284939" y="144789"/>
                  <a:pt x="289971" y="142821"/>
                  <a:pt x="294662" y="140173"/>
                </a:cubicBezTo>
                <a:lnTo>
                  <a:pt x="294662" y="92616"/>
                </a:lnTo>
                <a:lnTo>
                  <a:pt x="257207" y="92616"/>
                </a:lnTo>
                <a:cubicBezTo>
                  <a:pt x="255997" y="92616"/>
                  <a:pt x="255089" y="92082"/>
                  <a:pt x="254483" y="91013"/>
                </a:cubicBezTo>
                <a:cubicBezTo>
                  <a:pt x="253878" y="89944"/>
                  <a:pt x="253575" y="88417"/>
                  <a:pt x="253575" y="86431"/>
                </a:cubicBezTo>
                <a:cubicBezTo>
                  <a:pt x="253575" y="85362"/>
                  <a:pt x="253651" y="84427"/>
                  <a:pt x="253802" y="83625"/>
                </a:cubicBezTo>
                <a:cubicBezTo>
                  <a:pt x="253954" y="82823"/>
                  <a:pt x="254181" y="82174"/>
                  <a:pt x="254483" y="81678"/>
                </a:cubicBezTo>
                <a:cubicBezTo>
                  <a:pt x="254786" y="81181"/>
                  <a:pt x="255164" y="80799"/>
                  <a:pt x="255618" y="80532"/>
                </a:cubicBezTo>
                <a:cubicBezTo>
                  <a:pt x="256072" y="80265"/>
                  <a:pt x="256602" y="80131"/>
                  <a:pt x="257207" y="80131"/>
                </a:cubicBezTo>
                <a:lnTo>
                  <a:pt x="302154" y="80131"/>
                </a:lnTo>
                <a:cubicBezTo>
                  <a:pt x="302835" y="80131"/>
                  <a:pt x="303553" y="80246"/>
                  <a:pt x="304310" y="80475"/>
                </a:cubicBezTo>
                <a:cubicBezTo>
                  <a:pt x="305067" y="80702"/>
                  <a:pt x="305767" y="81082"/>
                  <a:pt x="306410" y="81614"/>
                </a:cubicBezTo>
                <a:cubicBezTo>
                  <a:pt x="307053" y="82144"/>
                  <a:pt x="307564" y="82883"/>
                  <a:pt x="307942" y="83831"/>
                </a:cubicBezTo>
                <a:cubicBezTo>
                  <a:pt x="308320" y="84779"/>
                  <a:pt x="308510" y="85936"/>
                  <a:pt x="308510" y="87303"/>
                </a:cubicBezTo>
                <a:lnTo>
                  <a:pt x="308510" y="142049"/>
                </a:lnTo>
                <a:cubicBezTo>
                  <a:pt x="308510" y="143870"/>
                  <a:pt x="308226" y="145426"/>
                  <a:pt x="307658" y="146717"/>
                </a:cubicBezTo>
                <a:cubicBezTo>
                  <a:pt x="307091" y="148006"/>
                  <a:pt x="305786" y="149239"/>
                  <a:pt x="303743" y="150416"/>
                </a:cubicBezTo>
                <a:cubicBezTo>
                  <a:pt x="301699" y="151592"/>
                  <a:pt x="298975" y="152882"/>
                  <a:pt x="295570" y="154286"/>
                </a:cubicBezTo>
                <a:cubicBezTo>
                  <a:pt x="292165" y="155691"/>
                  <a:pt x="288647" y="156867"/>
                  <a:pt x="285015" y="157815"/>
                </a:cubicBezTo>
                <a:cubicBezTo>
                  <a:pt x="281383" y="158763"/>
                  <a:pt x="277732" y="159483"/>
                  <a:pt x="274062" y="159975"/>
                </a:cubicBezTo>
                <a:cubicBezTo>
                  <a:pt x="270392" y="160470"/>
                  <a:pt x="266779" y="160717"/>
                  <a:pt x="263223" y="160717"/>
                </a:cubicBezTo>
                <a:cubicBezTo>
                  <a:pt x="252100" y="160717"/>
                  <a:pt x="242169" y="158917"/>
                  <a:pt x="233429" y="155318"/>
                </a:cubicBezTo>
                <a:cubicBezTo>
                  <a:pt x="224689" y="151717"/>
                  <a:pt x="217312" y="146639"/>
                  <a:pt x="211296" y="140084"/>
                </a:cubicBezTo>
                <a:cubicBezTo>
                  <a:pt x="205281" y="133530"/>
                  <a:pt x="200684" y="125724"/>
                  <a:pt x="197506" y="116668"/>
                </a:cubicBezTo>
                <a:cubicBezTo>
                  <a:pt x="194328" y="107611"/>
                  <a:pt x="192739" y="97628"/>
                  <a:pt x="192739" y="86718"/>
                </a:cubicBezTo>
                <a:cubicBezTo>
                  <a:pt x="192739" y="75273"/>
                  <a:pt x="194461" y="64834"/>
                  <a:pt x="197903" y="55399"/>
                </a:cubicBezTo>
                <a:cubicBezTo>
                  <a:pt x="201346" y="45964"/>
                  <a:pt x="206189" y="37913"/>
                  <a:pt x="212431" y="31245"/>
                </a:cubicBezTo>
                <a:cubicBezTo>
                  <a:pt x="218674" y="24576"/>
                  <a:pt x="226146" y="19405"/>
                  <a:pt x="234848" y="15730"/>
                </a:cubicBezTo>
                <a:cubicBezTo>
                  <a:pt x="243549" y="12054"/>
                  <a:pt x="253159" y="10215"/>
                  <a:pt x="263677" y="10215"/>
                </a:cubicBezTo>
                <a:cubicBezTo>
                  <a:pt x="268974" y="10215"/>
                  <a:pt x="273986" y="10710"/>
                  <a:pt x="278716" y="11701"/>
                </a:cubicBezTo>
                <a:cubicBezTo>
                  <a:pt x="283445" y="12692"/>
                  <a:pt x="287701" y="13893"/>
                  <a:pt x="291484" y="15305"/>
                </a:cubicBezTo>
                <a:cubicBezTo>
                  <a:pt x="295268" y="16714"/>
                  <a:pt x="298484" y="18239"/>
                  <a:pt x="301132" y="19880"/>
                </a:cubicBezTo>
                <a:cubicBezTo>
                  <a:pt x="303780" y="21519"/>
                  <a:pt x="305577" y="22815"/>
                  <a:pt x="306523" y="23768"/>
                </a:cubicBezTo>
                <a:cubicBezTo>
                  <a:pt x="307469" y="24721"/>
                  <a:pt x="308112" y="25656"/>
                  <a:pt x="308453" y="26573"/>
                </a:cubicBezTo>
                <a:cubicBezTo>
                  <a:pt x="308793" y="27488"/>
                  <a:pt x="308964" y="28824"/>
                  <a:pt x="308964" y="30581"/>
                </a:cubicBezTo>
                <a:close/>
                <a:moveTo>
                  <a:pt x="465477" y="83309"/>
                </a:moveTo>
                <a:cubicBezTo>
                  <a:pt x="465477" y="95643"/>
                  <a:pt x="463926" y="106520"/>
                  <a:pt x="460823" y="115941"/>
                </a:cubicBezTo>
                <a:cubicBezTo>
                  <a:pt x="457721" y="125361"/>
                  <a:pt x="453143" y="133250"/>
                  <a:pt x="447090" y="139606"/>
                </a:cubicBezTo>
                <a:cubicBezTo>
                  <a:pt x="441036" y="145962"/>
                  <a:pt x="433564" y="150766"/>
                  <a:pt x="424673" y="154020"/>
                </a:cubicBezTo>
                <a:cubicBezTo>
                  <a:pt x="415783" y="157274"/>
                  <a:pt x="405170" y="158901"/>
                  <a:pt x="392837" y="158901"/>
                </a:cubicBezTo>
                <a:lnTo>
                  <a:pt x="363894" y="158901"/>
                </a:lnTo>
                <a:cubicBezTo>
                  <a:pt x="362532" y="158901"/>
                  <a:pt x="361132" y="158390"/>
                  <a:pt x="359694" y="157368"/>
                </a:cubicBezTo>
                <a:cubicBezTo>
                  <a:pt x="358257" y="156347"/>
                  <a:pt x="357538" y="154474"/>
                  <a:pt x="357538" y="151750"/>
                </a:cubicBezTo>
                <a:lnTo>
                  <a:pt x="357538" y="19182"/>
                </a:lnTo>
                <a:cubicBezTo>
                  <a:pt x="357538" y="16458"/>
                  <a:pt x="358257" y="14585"/>
                  <a:pt x="359694" y="13563"/>
                </a:cubicBezTo>
                <a:cubicBezTo>
                  <a:pt x="361132" y="12542"/>
                  <a:pt x="362532" y="12031"/>
                  <a:pt x="363894" y="12031"/>
                </a:cubicBezTo>
                <a:lnTo>
                  <a:pt x="394766" y="12031"/>
                </a:lnTo>
                <a:cubicBezTo>
                  <a:pt x="407251" y="12031"/>
                  <a:pt x="417788" y="13734"/>
                  <a:pt x="426376" y="17139"/>
                </a:cubicBezTo>
                <a:cubicBezTo>
                  <a:pt x="434964" y="20544"/>
                  <a:pt x="442152" y="25367"/>
                  <a:pt x="447941" y="31610"/>
                </a:cubicBezTo>
                <a:cubicBezTo>
                  <a:pt x="453730" y="37852"/>
                  <a:pt x="458099" y="45343"/>
                  <a:pt x="461050" y="54083"/>
                </a:cubicBezTo>
                <a:cubicBezTo>
                  <a:pt x="464001" y="62822"/>
                  <a:pt x="465477" y="72565"/>
                  <a:pt x="465477" y="83309"/>
                </a:cubicBezTo>
                <a:moveTo>
                  <a:pt x="450608" y="83994"/>
                </a:moveTo>
                <a:cubicBezTo>
                  <a:pt x="450608" y="75458"/>
                  <a:pt x="449530" y="67546"/>
                  <a:pt x="447373" y="60258"/>
                </a:cubicBezTo>
                <a:cubicBezTo>
                  <a:pt x="445217" y="52970"/>
                  <a:pt x="441888" y="46683"/>
                  <a:pt x="437385" y="41396"/>
                </a:cubicBezTo>
                <a:cubicBezTo>
                  <a:pt x="432883" y="36109"/>
                  <a:pt x="427189" y="31974"/>
                  <a:pt x="420304" y="28992"/>
                </a:cubicBezTo>
                <a:cubicBezTo>
                  <a:pt x="413418" y="26008"/>
                  <a:pt x="404641" y="24516"/>
                  <a:pt x="393972" y="24516"/>
                </a:cubicBezTo>
                <a:lnTo>
                  <a:pt x="371385" y="24516"/>
                </a:lnTo>
                <a:lnTo>
                  <a:pt x="371385" y="146416"/>
                </a:lnTo>
                <a:lnTo>
                  <a:pt x="394085" y="146416"/>
                </a:lnTo>
                <a:cubicBezTo>
                  <a:pt x="404073" y="146416"/>
                  <a:pt x="412529" y="145188"/>
                  <a:pt x="419452" y="142734"/>
                </a:cubicBezTo>
                <a:cubicBezTo>
                  <a:pt x="426376" y="140279"/>
                  <a:pt x="432146" y="136484"/>
                  <a:pt x="436761" y="131348"/>
                </a:cubicBezTo>
                <a:cubicBezTo>
                  <a:pt x="441377" y="126212"/>
                  <a:pt x="444839" y="119736"/>
                  <a:pt x="447146" y="111919"/>
                </a:cubicBezTo>
                <a:cubicBezTo>
                  <a:pt x="449454" y="104101"/>
                  <a:pt x="450608" y="94793"/>
                  <a:pt x="450608" y="83994"/>
                </a:cubicBezTo>
                <a:close/>
                <a:moveTo>
                  <a:pt x="575766" y="119236"/>
                </a:moveTo>
                <a:cubicBezTo>
                  <a:pt x="575766" y="125753"/>
                  <a:pt x="574593" y="131587"/>
                  <a:pt x="572248" y="136740"/>
                </a:cubicBezTo>
                <a:cubicBezTo>
                  <a:pt x="569902" y="141890"/>
                  <a:pt x="566610" y="146264"/>
                  <a:pt x="562373" y="149863"/>
                </a:cubicBezTo>
                <a:cubicBezTo>
                  <a:pt x="558136" y="153462"/>
                  <a:pt x="553104" y="156209"/>
                  <a:pt x="547277" y="158103"/>
                </a:cubicBezTo>
                <a:cubicBezTo>
                  <a:pt x="541451" y="159997"/>
                  <a:pt x="535095" y="160944"/>
                  <a:pt x="528209" y="160944"/>
                </a:cubicBezTo>
                <a:cubicBezTo>
                  <a:pt x="523518" y="160944"/>
                  <a:pt x="519092" y="160504"/>
                  <a:pt x="514930" y="159624"/>
                </a:cubicBezTo>
                <a:cubicBezTo>
                  <a:pt x="510768" y="158747"/>
                  <a:pt x="507061" y="157698"/>
                  <a:pt x="503807" y="156478"/>
                </a:cubicBezTo>
                <a:cubicBezTo>
                  <a:pt x="500553" y="155256"/>
                  <a:pt x="497810" y="154015"/>
                  <a:pt x="495578" y="152757"/>
                </a:cubicBezTo>
                <a:cubicBezTo>
                  <a:pt x="493346" y="151497"/>
                  <a:pt x="491814" y="150428"/>
                  <a:pt x="490981" y="149551"/>
                </a:cubicBezTo>
                <a:cubicBezTo>
                  <a:pt x="490149" y="148671"/>
                  <a:pt x="489544" y="147645"/>
                  <a:pt x="489165" y="146472"/>
                </a:cubicBezTo>
                <a:cubicBezTo>
                  <a:pt x="488787" y="145299"/>
                  <a:pt x="488598" y="143843"/>
                  <a:pt x="488598" y="142103"/>
                </a:cubicBezTo>
                <a:cubicBezTo>
                  <a:pt x="488598" y="140816"/>
                  <a:pt x="488673" y="139757"/>
                  <a:pt x="488825" y="138925"/>
                </a:cubicBezTo>
                <a:cubicBezTo>
                  <a:pt x="488976" y="138092"/>
                  <a:pt x="489184" y="137411"/>
                  <a:pt x="489449" y="136882"/>
                </a:cubicBezTo>
                <a:cubicBezTo>
                  <a:pt x="489714" y="136352"/>
                  <a:pt x="490054" y="135992"/>
                  <a:pt x="490471" y="135803"/>
                </a:cubicBezTo>
                <a:cubicBezTo>
                  <a:pt x="490887" y="135614"/>
                  <a:pt x="491322" y="135520"/>
                  <a:pt x="491776" y="135520"/>
                </a:cubicBezTo>
                <a:cubicBezTo>
                  <a:pt x="492835" y="135520"/>
                  <a:pt x="494330" y="136188"/>
                  <a:pt x="496259" y="137524"/>
                </a:cubicBezTo>
                <a:cubicBezTo>
                  <a:pt x="498189" y="138860"/>
                  <a:pt x="500686" y="140310"/>
                  <a:pt x="503750" y="141876"/>
                </a:cubicBezTo>
                <a:cubicBezTo>
                  <a:pt x="506815" y="143441"/>
                  <a:pt x="510484" y="144892"/>
                  <a:pt x="514760" y="146228"/>
                </a:cubicBezTo>
                <a:cubicBezTo>
                  <a:pt x="519035" y="147564"/>
                  <a:pt x="524010" y="148232"/>
                  <a:pt x="529685" y="148232"/>
                </a:cubicBezTo>
                <a:cubicBezTo>
                  <a:pt x="534301" y="148232"/>
                  <a:pt x="538538" y="147606"/>
                  <a:pt x="542397" y="146355"/>
                </a:cubicBezTo>
                <a:cubicBezTo>
                  <a:pt x="546256" y="145104"/>
                  <a:pt x="549585" y="143304"/>
                  <a:pt x="552385" y="140953"/>
                </a:cubicBezTo>
                <a:cubicBezTo>
                  <a:pt x="555185" y="138601"/>
                  <a:pt x="557360" y="135699"/>
                  <a:pt x="558911" y="132249"/>
                </a:cubicBezTo>
                <a:cubicBezTo>
                  <a:pt x="560462" y="128799"/>
                  <a:pt x="561238" y="124875"/>
                  <a:pt x="561238" y="120477"/>
                </a:cubicBezTo>
                <a:cubicBezTo>
                  <a:pt x="561238" y="115930"/>
                  <a:pt x="560254" y="112027"/>
                  <a:pt x="558287" y="108769"/>
                </a:cubicBezTo>
                <a:cubicBezTo>
                  <a:pt x="556320" y="105508"/>
                  <a:pt x="553728" y="102647"/>
                  <a:pt x="550512" y="100185"/>
                </a:cubicBezTo>
                <a:cubicBezTo>
                  <a:pt x="547296" y="97722"/>
                  <a:pt x="543645" y="95486"/>
                  <a:pt x="539559" y="93478"/>
                </a:cubicBezTo>
                <a:cubicBezTo>
                  <a:pt x="535473" y="91468"/>
                  <a:pt x="531293" y="89460"/>
                  <a:pt x="527018" y="87452"/>
                </a:cubicBezTo>
                <a:cubicBezTo>
                  <a:pt x="522742" y="85442"/>
                  <a:pt x="518562" y="83263"/>
                  <a:pt x="514476" y="80915"/>
                </a:cubicBezTo>
                <a:cubicBezTo>
                  <a:pt x="510390" y="78565"/>
                  <a:pt x="506739" y="75817"/>
                  <a:pt x="503523" y="72672"/>
                </a:cubicBezTo>
                <a:cubicBezTo>
                  <a:pt x="500307" y="69525"/>
                  <a:pt x="497716" y="65829"/>
                  <a:pt x="495748" y="61585"/>
                </a:cubicBezTo>
                <a:cubicBezTo>
                  <a:pt x="493781" y="57340"/>
                  <a:pt x="492797" y="52301"/>
                  <a:pt x="492797" y="46468"/>
                </a:cubicBezTo>
                <a:cubicBezTo>
                  <a:pt x="492797" y="40786"/>
                  <a:pt x="493819" y="35691"/>
                  <a:pt x="495862" y="31184"/>
                </a:cubicBezTo>
                <a:cubicBezTo>
                  <a:pt x="497905" y="26675"/>
                  <a:pt x="500780" y="22849"/>
                  <a:pt x="504488" y="19707"/>
                </a:cubicBezTo>
                <a:cubicBezTo>
                  <a:pt x="508196" y="16562"/>
                  <a:pt x="512641" y="14156"/>
                  <a:pt x="517824" y="12489"/>
                </a:cubicBezTo>
                <a:cubicBezTo>
                  <a:pt x="523007" y="10822"/>
                  <a:pt x="528701" y="9988"/>
                  <a:pt x="534906" y="9988"/>
                </a:cubicBezTo>
                <a:cubicBezTo>
                  <a:pt x="538008" y="9988"/>
                  <a:pt x="541148" y="10287"/>
                  <a:pt x="544326" y="10885"/>
                </a:cubicBezTo>
                <a:cubicBezTo>
                  <a:pt x="547504" y="11484"/>
                  <a:pt x="550512" y="12251"/>
                  <a:pt x="553350" y="13187"/>
                </a:cubicBezTo>
                <a:cubicBezTo>
                  <a:pt x="556187" y="14124"/>
                  <a:pt x="558722" y="15172"/>
                  <a:pt x="560954" y="16333"/>
                </a:cubicBezTo>
                <a:cubicBezTo>
                  <a:pt x="563186" y="17492"/>
                  <a:pt x="564662" y="18427"/>
                  <a:pt x="565381" y="19139"/>
                </a:cubicBezTo>
                <a:cubicBezTo>
                  <a:pt x="566100" y="19848"/>
                  <a:pt x="566554" y="20376"/>
                  <a:pt x="566743" y="20721"/>
                </a:cubicBezTo>
                <a:cubicBezTo>
                  <a:pt x="566932" y="21064"/>
                  <a:pt x="567102" y="21502"/>
                  <a:pt x="567254" y="22037"/>
                </a:cubicBezTo>
                <a:cubicBezTo>
                  <a:pt x="567405" y="22571"/>
                  <a:pt x="567518" y="23201"/>
                  <a:pt x="567594" y="23927"/>
                </a:cubicBezTo>
                <a:cubicBezTo>
                  <a:pt x="567670" y="24651"/>
                  <a:pt x="567708" y="25547"/>
                  <a:pt x="567708" y="26616"/>
                </a:cubicBezTo>
                <a:cubicBezTo>
                  <a:pt x="567708" y="27609"/>
                  <a:pt x="567651" y="28506"/>
                  <a:pt x="567537" y="29308"/>
                </a:cubicBezTo>
                <a:cubicBezTo>
                  <a:pt x="567424" y="30107"/>
                  <a:pt x="567254" y="30794"/>
                  <a:pt x="567027" y="31369"/>
                </a:cubicBezTo>
                <a:cubicBezTo>
                  <a:pt x="566800" y="31941"/>
                  <a:pt x="566516" y="32380"/>
                  <a:pt x="566175" y="32685"/>
                </a:cubicBezTo>
                <a:cubicBezTo>
                  <a:pt x="565835" y="32990"/>
                  <a:pt x="565438" y="33142"/>
                  <a:pt x="564984" y="33142"/>
                </a:cubicBezTo>
                <a:cubicBezTo>
                  <a:pt x="564151" y="33142"/>
                  <a:pt x="562884" y="32594"/>
                  <a:pt x="561181" y="31496"/>
                </a:cubicBezTo>
                <a:cubicBezTo>
                  <a:pt x="559479" y="30399"/>
                  <a:pt x="557341" y="29170"/>
                  <a:pt x="554769" y="27808"/>
                </a:cubicBezTo>
                <a:cubicBezTo>
                  <a:pt x="552196" y="26446"/>
                  <a:pt x="549131" y="25216"/>
                  <a:pt x="545575" y="24119"/>
                </a:cubicBezTo>
                <a:cubicBezTo>
                  <a:pt x="542019" y="23022"/>
                  <a:pt x="537970" y="22473"/>
                  <a:pt x="533430" y="22473"/>
                </a:cubicBezTo>
                <a:cubicBezTo>
                  <a:pt x="528966" y="22473"/>
                  <a:pt x="525069" y="23080"/>
                  <a:pt x="521740" y="24293"/>
                </a:cubicBezTo>
                <a:cubicBezTo>
                  <a:pt x="518411" y="25506"/>
                  <a:pt x="515649" y="27155"/>
                  <a:pt x="513454" y="29241"/>
                </a:cubicBezTo>
                <a:cubicBezTo>
                  <a:pt x="511260" y="31326"/>
                  <a:pt x="509614" y="33772"/>
                  <a:pt x="508517" y="36579"/>
                </a:cubicBezTo>
                <a:cubicBezTo>
                  <a:pt x="507420" y="39386"/>
                  <a:pt x="506871" y="42344"/>
                  <a:pt x="506871" y="45453"/>
                </a:cubicBezTo>
                <a:cubicBezTo>
                  <a:pt x="506871" y="50000"/>
                  <a:pt x="507855" y="53904"/>
                  <a:pt x="509822" y="57165"/>
                </a:cubicBezTo>
                <a:cubicBezTo>
                  <a:pt x="511790" y="60424"/>
                  <a:pt x="514400" y="63304"/>
                  <a:pt x="517654" y="65805"/>
                </a:cubicBezTo>
                <a:cubicBezTo>
                  <a:pt x="520908" y="68305"/>
                  <a:pt x="524596" y="70559"/>
                  <a:pt x="528720" y="72569"/>
                </a:cubicBezTo>
                <a:cubicBezTo>
                  <a:pt x="532844" y="74577"/>
                  <a:pt x="537044" y="76586"/>
                  <a:pt x="541319" y="78596"/>
                </a:cubicBezTo>
                <a:cubicBezTo>
                  <a:pt x="545594" y="80603"/>
                  <a:pt x="549793" y="82763"/>
                  <a:pt x="553917" y="85076"/>
                </a:cubicBezTo>
                <a:cubicBezTo>
                  <a:pt x="558041" y="87388"/>
                  <a:pt x="561730" y="90117"/>
                  <a:pt x="564984" y="93262"/>
                </a:cubicBezTo>
                <a:cubicBezTo>
                  <a:pt x="568237" y="96407"/>
                  <a:pt x="570848" y="100083"/>
                  <a:pt x="572815" y="104289"/>
                </a:cubicBezTo>
                <a:cubicBezTo>
                  <a:pt x="574782" y="108496"/>
                  <a:pt x="575766" y="113478"/>
                  <a:pt x="575766" y="119236"/>
                </a:cubicBezTo>
                <a:close/>
                <a:moveTo>
                  <a:pt x="707380" y="30581"/>
                </a:moveTo>
                <a:cubicBezTo>
                  <a:pt x="707380" y="31574"/>
                  <a:pt x="707305" y="32492"/>
                  <a:pt x="707153" y="33334"/>
                </a:cubicBezTo>
                <a:cubicBezTo>
                  <a:pt x="707002" y="34173"/>
                  <a:pt x="706794" y="34880"/>
                  <a:pt x="706529" y="35455"/>
                </a:cubicBezTo>
                <a:cubicBezTo>
                  <a:pt x="706264" y="36027"/>
                  <a:pt x="705924" y="36466"/>
                  <a:pt x="705507" y="36771"/>
                </a:cubicBezTo>
                <a:cubicBezTo>
                  <a:pt x="705091" y="37076"/>
                  <a:pt x="704656" y="37228"/>
                  <a:pt x="704202" y="37228"/>
                </a:cubicBezTo>
                <a:cubicBezTo>
                  <a:pt x="703294" y="37228"/>
                  <a:pt x="701800" y="36466"/>
                  <a:pt x="699719" y="34940"/>
                </a:cubicBezTo>
                <a:cubicBezTo>
                  <a:pt x="697638" y="33415"/>
                  <a:pt x="694857" y="31756"/>
                  <a:pt x="691377" y="29964"/>
                </a:cubicBezTo>
                <a:cubicBezTo>
                  <a:pt x="687896" y="28172"/>
                  <a:pt x="683678" y="26513"/>
                  <a:pt x="678721" y="24988"/>
                </a:cubicBezTo>
                <a:cubicBezTo>
                  <a:pt x="673765" y="23463"/>
                  <a:pt x="667882" y="22700"/>
                  <a:pt x="661072" y="22700"/>
                </a:cubicBezTo>
                <a:cubicBezTo>
                  <a:pt x="652370" y="22700"/>
                  <a:pt x="644614" y="24308"/>
                  <a:pt x="637804" y="27524"/>
                </a:cubicBezTo>
                <a:cubicBezTo>
                  <a:pt x="630994" y="30740"/>
                  <a:pt x="625244" y="35147"/>
                  <a:pt x="620552" y="40747"/>
                </a:cubicBezTo>
                <a:cubicBezTo>
                  <a:pt x="615861" y="46346"/>
                  <a:pt x="612286" y="52986"/>
                  <a:pt x="609827" y="60666"/>
                </a:cubicBezTo>
                <a:cubicBezTo>
                  <a:pt x="607367" y="68346"/>
                  <a:pt x="606138" y="76613"/>
                  <a:pt x="606138" y="85466"/>
                </a:cubicBezTo>
                <a:cubicBezTo>
                  <a:pt x="606138" y="95378"/>
                  <a:pt x="607538" y="104212"/>
                  <a:pt x="610337" y="111968"/>
                </a:cubicBezTo>
                <a:cubicBezTo>
                  <a:pt x="613137" y="119724"/>
                  <a:pt x="617015" y="126269"/>
                  <a:pt x="621971" y="131604"/>
                </a:cubicBezTo>
                <a:cubicBezTo>
                  <a:pt x="626927" y="136938"/>
                  <a:pt x="632829" y="141005"/>
                  <a:pt x="639677" y="143805"/>
                </a:cubicBezTo>
                <a:cubicBezTo>
                  <a:pt x="646525" y="146605"/>
                  <a:pt x="653997" y="148005"/>
                  <a:pt x="662094" y="148005"/>
                </a:cubicBezTo>
                <a:cubicBezTo>
                  <a:pt x="667315" y="148005"/>
                  <a:pt x="672611" y="147361"/>
                  <a:pt x="677984" y="146075"/>
                </a:cubicBezTo>
                <a:cubicBezTo>
                  <a:pt x="683356" y="144789"/>
                  <a:pt x="688388" y="142821"/>
                  <a:pt x="693079" y="140173"/>
                </a:cubicBezTo>
                <a:lnTo>
                  <a:pt x="693079" y="92616"/>
                </a:lnTo>
                <a:lnTo>
                  <a:pt x="655624" y="92616"/>
                </a:lnTo>
                <a:cubicBezTo>
                  <a:pt x="654413" y="92616"/>
                  <a:pt x="653505" y="92082"/>
                  <a:pt x="652900" y="91013"/>
                </a:cubicBezTo>
                <a:cubicBezTo>
                  <a:pt x="652295" y="89944"/>
                  <a:pt x="651992" y="88417"/>
                  <a:pt x="651992" y="86431"/>
                </a:cubicBezTo>
                <a:cubicBezTo>
                  <a:pt x="651992" y="85362"/>
                  <a:pt x="652068" y="84427"/>
                  <a:pt x="652219" y="83625"/>
                </a:cubicBezTo>
                <a:cubicBezTo>
                  <a:pt x="652370" y="82823"/>
                  <a:pt x="652597" y="82174"/>
                  <a:pt x="652900" y="81678"/>
                </a:cubicBezTo>
                <a:cubicBezTo>
                  <a:pt x="653203" y="81181"/>
                  <a:pt x="653581" y="80799"/>
                  <a:pt x="654035" y="80532"/>
                </a:cubicBezTo>
                <a:cubicBezTo>
                  <a:pt x="654489" y="80265"/>
                  <a:pt x="655019" y="80131"/>
                  <a:pt x="655624" y="80131"/>
                </a:cubicBezTo>
                <a:lnTo>
                  <a:pt x="700570" y="80131"/>
                </a:lnTo>
                <a:cubicBezTo>
                  <a:pt x="701251" y="80131"/>
                  <a:pt x="701970" y="80246"/>
                  <a:pt x="702727" y="80475"/>
                </a:cubicBezTo>
                <a:cubicBezTo>
                  <a:pt x="703483" y="80702"/>
                  <a:pt x="704183" y="81082"/>
                  <a:pt x="704826" y="81614"/>
                </a:cubicBezTo>
                <a:cubicBezTo>
                  <a:pt x="705470" y="82144"/>
                  <a:pt x="705980" y="82883"/>
                  <a:pt x="706359" y="83831"/>
                </a:cubicBezTo>
                <a:cubicBezTo>
                  <a:pt x="706737" y="84779"/>
                  <a:pt x="706926" y="85936"/>
                  <a:pt x="706926" y="87303"/>
                </a:cubicBezTo>
                <a:lnTo>
                  <a:pt x="706926" y="142049"/>
                </a:lnTo>
                <a:cubicBezTo>
                  <a:pt x="706926" y="143870"/>
                  <a:pt x="706642" y="145426"/>
                  <a:pt x="706075" y="146717"/>
                </a:cubicBezTo>
                <a:cubicBezTo>
                  <a:pt x="705507" y="148006"/>
                  <a:pt x="704202" y="149239"/>
                  <a:pt x="702159" y="150416"/>
                </a:cubicBezTo>
                <a:cubicBezTo>
                  <a:pt x="700116" y="151592"/>
                  <a:pt x="697392" y="152882"/>
                  <a:pt x="693987" y="154286"/>
                </a:cubicBezTo>
                <a:cubicBezTo>
                  <a:pt x="690582" y="155691"/>
                  <a:pt x="687064" y="156867"/>
                  <a:pt x="683432" y="157815"/>
                </a:cubicBezTo>
                <a:cubicBezTo>
                  <a:pt x="679800" y="158763"/>
                  <a:pt x="676149" y="159483"/>
                  <a:pt x="672479" y="159975"/>
                </a:cubicBezTo>
                <a:cubicBezTo>
                  <a:pt x="668809" y="160470"/>
                  <a:pt x="665196" y="160717"/>
                  <a:pt x="661640" y="160717"/>
                </a:cubicBezTo>
                <a:cubicBezTo>
                  <a:pt x="650516" y="160717"/>
                  <a:pt x="640585" y="158917"/>
                  <a:pt x="631846" y="155318"/>
                </a:cubicBezTo>
                <a:cubicBezTo>
                  <a:pt x="623106" y="151717"/>
                  <a:pt x="615729" y="146639"/>
                  <a:pt x="609713" y="140084"/>
                </a:cubicBezTo>
                <a:cubicBezTo>
                  <a:pt x="603698" y="133530"/>
                  <a:pt x="599101" y="125724"/>
                  <a:pt x="595923" y="116668"/>
                </a:cubicBezTo>
                <a:cubicBezTo>
                  <a:pt x="592745" y="107611"/>
                  <a:pt x="591156" y="97628"/>
                  <a:pt x="591156" y="86718"/>
                </a:cubicBezTo>
                <a:cubicBezTo>
                  <a:pt x="591156" y="75273"/>
                  <a:pt x="592877" y="64834"/>
                  <a:pt x="596320" y="55399"/>
                </a:cubicBezTo>
                <a:cubicBezTo>
                  <a:pt x="599763" y="45964"/>
                  <a:pt x="604606" y="37913"/>
                  <a:pt x="610848" y="31245"/>
                </a:cubicBezTo>
                <a:cubicBezTo>
                  <a:pt x="617091" y="24576"/>
                  <a:pt x="624563" y="19405"/>
                  <a:pt x="633264" y="15730"/>
                </a:cubicBezTo>
                <a:cubicBezTo>
                  <a:pt x="641966" y="12054"/>
                  <a:pt x="651576" y="10215"/>
                  <a:pt x="662094" y="10215"/>
                </a:cubicBezTo>
                <a:cubicBezTo>
                  <a:pt x="667390" y="10215"/>
                  <a:pt x="672403" y="10710"/>
                  <a:pt x="677132" y="11701"/>
                </a:cubicBezTo>
                <a:cubicBezTo>
                  <a:pt x="681862" y="12692"/>
                  <a:pt x="686118" y="13893"/>
                  <a:pt x="689901" y="15305"/>
                </a:cubicBezTo>
                <a:cubicBezTo>
                  <a:pt x="693684" y="16714"/>
                  <a:pt x="696900" y="18239"/>
                  <a:pt x="699549" y="19880"/>
                </a:cubicBezTo>
                <a:cubicBezTo>
                  <a:pt x="702197" y="21519"/>
                  <a:pt x="703994" y="22815"/>
                  <a:pt x="704940" y="23768"/>
                </a:cubicBezTo>
                <a:cubicBezTo>
                  <a:pt x="705886" y="24721"/>
                  <a:pt x="706529" y="25656"/>
                  <a:pt x="706869" y="26573"/>
                </a:cubicBezTo>
                <a:cubicBezTo>
                  <a:pt x="707210" y="27488"/>
                  <a:pt x="707380" y="28824"/>
                  <a:pt x="707380" y="30581"/>
                </a:cubicBezTo>
                <a:close/>
                <a:moveTo>
                  <a:pt x="861397" y="152204"/>
                </a:moveTo>
                <a:cubicBezTo>
                  <a:pt x="861397" y="153566"/>
                  <a:pt x="861189" y="154701"/>
                  <a:pt x="860773" y="155609"/>
                </a:cubicBezTo>
                <a:cubicBezTo>
                  <a:pt x="860357" y="156517"/>
                  <a:pt x="859827" y="157255"/>
                  <a:pt x="859184" y="157822"/>
                </a:cubicBezTo>
                <a:cubicBezTo>
                  <a:pt x="858541" y="158390"/>
                  <a:pt x="857822" y="158787"/>
                  <a:pt x="857028" y="159014"/>
                </a:cubicBezTo>
                <a:cubicBezTo>
                  <a:pt x="856233" y="159241"/>
                  <a:pt x="855495" y="159355"/>
                  <a:pt x="854814" y="159355"/>
                </a:cubicBezTo>
                <a:lnTo>
                  <a:pt x="851977" y="159355"/>
                </a:lnTo>
                <a:cubicBezTo>
                  <a:pt x="850463" y="159355"/>
                  <a:pt x="849083" y="159165"/>
                  <a:pt x="847834" y="158787"/>
                </a:cubicBezTo>
                <a:cubicBezTo>
                  <a:pt x="846586" y="158409"/>
                  <a:pt x="845375" y="157747"/>
                  <a:pt x="844202" y="156801"/>
                </a:cubicBezTo>
                <a:cubicBezTo>
                  <a:pt x="843029" y="155855"/>
                  <a:pt x="841856" y="154588"/>
                  <a:pt x="840683" y="152999"/>
                </a:cubicBezTo>
                <a:cubicBezTo>
                  <a:pt x="839511" y="151410"/>
                  <a:pt x="838205" y="149367"/>
                  <a:pt x="836768" y="146870"/>
                </a:cubicBezTo>
                <a:lnTo>
                  <a:pt x="785012" y="55161"/>
                </a:lnTo>
                <a:cubicBezTo>
                  <a:pt x="782439" y="50697"/>
                  <a:pt x="779847" y="46100"/>
                  <a:pt x="777237" y="41371"/>
                </a:cubicBezTo>
                <a:cubicBezTo>
                  <a:pt x="774626" y="36642"/>
                  <a:pt x="772148" y="32045"/>
                  <a:pt x="769802" y="27581"/>
                </a:cubicBezTo>
                <a:lnTo>
                  <a:pt x="769689" y="27581"/>
                </a:lnTo>
                <a:cubicBezTo>
                  <a:pt x="769765" y="33104"/>
                  <a:pt x="769802" y="38760"/>
                  <a:pt x="769802" y="44549"/>
                </a:cubicBezTo>
                <a:cubicBezTo>
                  <a:pt x="769802" y="50337"/>
                  <a:pt x="769802" y="55994"/>
                  <a:pt x="769802" y="61517"/>
                </a:cubicBezTo>
                <a:lnTo>
                  <a:pt x="769802" y="156631"/>
                </a:lnTo>
                <a:cubicBezTo>
                  <a:pt x="769802" y="157085"/>
                  <a:pt x="769689" y="157501"/>
                  <a:pt x="769462" y="157879"/>
                </a:cubicBezTo>
                <a:cubicBezTo>
                  <a:pt x="769235" y="158257"/>
                  <a:pt x="768857" y="158560"/>
                  <a:pt x="768327" y="158787"/>
                </a:cubicBezTo>
                <a:cubicBezTo>
                  <a:pt x="767797" y="159014"/>
                  <a:pt x="767097" y="159203"/>
                  <a:pt x="766227" y="159355"/>
                </a:cubicBezTo>
                <a:cubicBezTo>
                  <a:pt x="765357" y="159506"/>
                  <a:pt x="764241" y="159582"/>
                  <a:pt x="762879" y="159582"/>
                </a:cubicBezTo>
                <a:cubicBezTo>
                  <a:pt x="761593" y="159582"/>
                  <a:pt x="760495" y="159506"/>
                  <a:pt x="759587" y="159355"/>
                </a:cubicBezTo>
                <a:cubicBezTo>
                  <a:pt x="758679" y="159203"/>
                  <a:pt x="757961" y="159014"/>
                  <a:pt x="757431" y="158787"/>
                </a:cubicBezTo>
                <a:cubicBezTo>
                  <a:pt x="756901" y="158560"/>
                  <a:pt x="756523" y="158257"/>
                  <a:pt x="756296" y="157879"/>
                </a:cubicBezTo>
                <a:cubicBezTo>
                  <a:pt x="756069" y="157501"/>
                  <a:pt x="755955" y="157085"/>
                  <a:pt x="755955" y="156631"/>
                </a:cubicBezTo>
                <a:lnTo>
                  <a:pt x="755955" y="19182"/>
                </a:lnTo>
                <a:cubicBezTo>
                  <a:pt x="755955" y="16458"/>
                  <a:pt x="756674" y="14585"/>
                  <a:pt x="758112" y="13563"/>
                </a:cubicBezTo>
                <a:cubicBezTo>
                  <a:pt x="759550" y="12542"/>
                  <a:pt x="760949" y="12031"/>
                  <a:pt x="762311" y="12031"/>
                </a:cubicBezTo>
                <a:lnTo>
                  <a:pt x="767986" y="12031"/>
                </a:lnTo>
                <a:cubicBezTo>
                  <a:pt x="769802" y="12031"/>
                  <a:pt x="771316" y="12182"/>
                  <a:pt x="772526" y="12485"/>
                </a:cubicBezTo>
                <a:cubicBezTo>
                  <a:pt x="773737" y="12788"/>
                  <a:pt x="774834" y="13298"/>
                  <a:pt x="775818" y="14017"/>
                </a:cubicBezTo>
                <a:cubicBezTo>
                  <a:pt x="776802" y="14736"/>
                  <a:pt x="777766" y="15758"/>
                  <a:pt x="778712" y="17082"/>
                </a:cubicBezTo>
                <a:cubicBezTo>
                  <a:pt x="779658" y="18406"/>
                  <a:pt x="780699" y="20090"/>
                  <a:pt x="781834" y="22133"/>
                </a:cubicBezTo>
                <a:lnTo>
                  <a:pt x="821445" y="92389"/>
                </a:lnTo>
                <a:cubicBezTo>
                  <a:pt x="823942" y="96778"/>
                  <a:pt x="826307" y="100996"/>
                  <a:pt x="828539" y="105045"/>
                </a:cubicBezTo>
                <a:cubicBezTo>
                  <a:pt x="830771" y="109093"/>
                  <a:pt x="832947" y="113065"/>
                  <a:pt x="835065" y="116962"/>
                </a:cubicBezTo>
                <a:cubicBezTo>
                  <a:pt x="837184" y="120859"/>
                  <a:pt x="839284" y="124699"/>
                  <a:pt x="841364" y="128482"/>
                </a:cubicBezTo>
                <a:cubicBezTo>
                  <a:pt x="843445" y="132266"/>
                  <a:pt x="845507" y="136087"/>
                  <a:pt x="847550" y="139946"/>
                </a:cubicBezTo>
                <a:lnTo>
                  <a:pt x="847664" y="139946"/>
                </a:lnTo>
                <a:cubicBezTo>
                  <a:pt x="847588" y="133590"/>
                  <a:pt x="847550" y="126969"/>
                  <a:pt x="847550" y="120083"/>
                </a:cubicBezTo>
                <a:cubicBezTo>
                  <a:pt x="847550" y="113198"/>
                  <a:pt x="847550" y="106577"/>
                  <a:pt x="847550" y="100221"/>
                </a:cubicBezTo>
                <a:lnTo>
                  <a:pt x="847550" y="14755"/>
                </a:lnTo>
                <a:cubicBezTo>
                  <a:pt x="847550" y="14301"/>
                  <a:pt x="847664" y="13885"/>
                  <a:pt x="847891" y="13507"/>
                </a:cubicBezTo>
                <a:cubicBezTo>
                  <a:pt x="848118" y="13128"/>
                  <a:pt x="848496" y="12807"/>
                  <a:pt x="849026" y="12542"/>
                </a:cubicBezTo>
                <a:cubicBezTo>
                  <a:pt x="849555" y="12277"/>
                  <a:pt x="850255" y="12088"/>
                  <a:pt x="851126" y="11974"/>
                </a:cubicBezTo>
                <a:cubicBezTo>
                  <a:pt x="851996" y="11861"/>
                  <a:pt x="853112" y="11804"/>
                  <a:pt x="854474" y="11804"/>
                </a:cubicBezTo>
                <a:cubicBezTo>
                  <a:pt x="855684" y="11804"/>
                  <a:pt x="856744" y="11861"/>
                  <a:pt x="857652" y="11974"/>
                </a:cubicBezTo>
                <a:cubicBezTo>
                  <a:pt x="858560" y="12088"/>
                  <a:pt x="859279" y="12277"/>
                  <a:pt x="859808" y="12542"/>
                </a:cubicBezTo>
                <a:cubicBezTo>
                  <a:pt x="860338" y="12807"/>
                  <a:pt x="860735" y="13128"/>
                  <a:pt x="861000" y="13507"/>
                </a:cubicBezTo>
                <a:cubicBezTo>
                  <a:pt x="861265" y="13885"/>
                  <a:pt x="861397" y="14301"/>
                  <a:pt x="861397" y="14755"/>
                </a:cubicBezTo>
                <a:lnTo>
                  <a:pt x="861397" y="152204"/>
                </a:lnTo>
                <a:close/>
                <a:moveTo>
                  <a:pt x="1001089" y="156631"/>
                </a:moveTo>
                <a:cubicBezTo>
                  <a:pt x="1001089" y="157085"/>
                  <a:pt x="1000976" y="157501"/>
                  <a:pt x="1000749" y="157879"/>
                </a:cubicBezTo>
                <a:cubicBezTo>
                  <a:pt x="1000522" y="158257"/>
                  <a:pt x="1000143" y="158560"/>
                  <a:pt x="999614" y="158787"/>
                </a:cubicBezTo>
                <a:cubicBezTo>
                  <a:pt x="999084" y="159014"/>
                  <a:pt x="998365" y="159203"/>
                  <a:pt x="997457" y="159355"/>
                </a:cubicBezTo>
                <a:cubicBezTo>
                  <a:pt x="996549" y="159506"/>
                  <a:pt x="995452" y="159582"/>
                  <a:pt x="994166" y="159582"/>
                </a:cubicBezTo>
                <a:cubicBezTo>
                  <a:pt x="992804" y="159582"/>
                  <a:pt x="991687" y="159506"/>
                  <a:pt x="990817" y="159355"/>
                </a:cubicBezTo>
                <a:cubicBezTo>
                  <a:pt x="989947" y="159203"/>
                  <a:pt x="989247" y="159014"/>
                  <a:pt x="988718" y="158787"/>
                </a:cubicBezTo>
                <a:cubicBezTo>
                  <a:pt x="988188" y="158558"/>
                  <a:pt x="987810" y="158254"/>
                  <a:pt x="987583" y="157876"/>
                </a:cubicBezTo>
                <a:cubicBezTo>
                  <a:pt x="987356" y="157497"/>
                  <a:pt x="987242" y="157081"/>
                  <a:pt x="987242" y="156627"/>
                </a:cubicBezTo>
                <a:lnTo>
                  <a:pt x="987242" y="88076"/>
                </a:lnTo>
                <a:lnTo>
                  <a:pt x="913921" y="88076"/>
                </a:lnTo>
                <a:lnTo>
                  <a:pt x="913921" y="156627"/>
                </a:lnTo>
                <a:cubicBezTo>
                  <a:pt x="913921" y="157081"/>
                  <a:pt x="913807" y="157497"/>
                  <a:pt x="913580" y="157876"/>
                </a:cubicBezTo>
                <a:cubicBezTo>
                  <a:pt x="913353" y="158254"/>
                  <a:pt x="912975" y="158558"/>
                  <a:pt x="912445" y="158787"/>
                </a:cubicBezTo>
                <a:cubicBezTo>
                  <a:pt x="911916" y="159014"/>
                  <a:pt x="911216" y="159203"/>
                  <a:pt x="910346" y="159355"/>
                </a:cubicBezTo>
                <a:cubicBezTo>
                  <a:pt x="909475" y="159506"/>
                  <a:pt x="908359" y="159582"/>
                  <a:pt x="906997" y="159582"/>
                </a:cubicBezTo>
                <a:cubicBezTo>
                  <a:pt x="905711" y="159582"/>
                  <a:pt x="904614" y="159506"/>
                  <a:pt x="903706" y="159355"/>
                </a:cubicBezTo>
                <a:cubicBezTo>
                  <a:pt x="902798" y="159203"/>
                  <a:pt x="902079" y="159014"/>
                  <a:pt x="901549" y="158787"/>
                </a:cubicBezTo>
                <a:cubicBezTo>
                  <a:pt x="901020" y="158560"/>
                  <a:pt x="900641" y="158257"/>
                  <a:pt x="900414" y="157879"/>
                </a:cubicBezTo>
                <a:cubicBezTo>
                  <a:pt x="900187" y="157501"/>
                  <a:pt x="900074" y="157085"/>
                  <a:pt x="900074" y="156631"/>
                </a:cubicBezTo>
                <a:lnTo>
                  <a:pt x="900074" y="14301"/>
                </a:lnTo>
                <a:cubicBezTo>
                  <a:pt x="900074" y="13847"/>
                  <a:pt x="900187" y="13431"/>
                  <a:pt x="900414" y="13053"/>
                </a:cubicBezTo>
                <a:cubicBezTo>
                  <a:pt x="900641" y="12674"/>
                  <a:pt x="901020" y="12372"/>
                  <a:pt x="901549" y="12145"/>
                </a:cubicBezTo>
                <a:cubicBezTo>
                  <a:pt x="902079" y="11918"/>
                  <a:pt x="902798" y="11728"/>
                  <a:pt x="903706" y="11577"/>
                </a:cubicBezTo>
                <a:cubicBezTo>
                  <a:pt x="904614" y="11426"/>
                  <a:pt x="905711" y="11350"/>
                  <a:pt x="906997" y="11350"/>
                </a:cubicBezTo>
                <a:cubicBezTo>
                  <a:pt x="908359" y="11350"/>
                  <a:pt x="909475" y="11426"/>
                  <a:pt x="910346" y="11577"/>
                </a:cubicBezTo>
                <a:cubicBezTo>
                  <a:pt x="911216" y="11728"/>
                  <a:pt x="911916" y="11918"/>
                  <a:pt x="912445" y="12145"/>
                </a:cubicBezTo>
                <a:cubicBezTo>
                  <a:pt x="912975" y="12369"/>
                  <a:pt x="913353" y="12671"/>
                  <a:pt x="913580" y="13049"/>
                </a:cubicBezTo>
                <a:cubicBezTo>
                  <a:pt x="913807" y="13425"/>
                  <a:pt x="913921" y="13839"/>
                  <a:pt x="913921" y="14290"/>
                </a:cubicBezTo>
                <a:lnTo>
                  <a:pt x="913921" y="75591"/>
                </a:lnTo>
                <a:lnTo>
                  <a:pt x="987242" y="75591"/>
                </a:lnTo>
                <a:lnTo>
                  <a:pt x="987242" y="14290"/>
                </a:lnTo>
                <a:cubicBezTo>
                  <a:pt x="987242" y="13839"/>
                  <a:pt x="987356" y="13425"/>
                  <a:pt x="987583" y="13049"/>
                </a:cubicBezTo>
                <a:cubicBezTo>
                  <a:pt x="987810" y="12671"/>
                  <a:pt x="988188" y="12369"/>
                  <a:pt x="988718" y="12145"/>
                </a:cubicBezTo>
                <a:cubicBezTo>
                  <a:pt x="989247" y="11918"/>
                  <a:pt x="989947" y="11728"/>
                  <a:pt x="990817" y="11577"/>
                </a:cubicBezTo>
                <a:cubicBezTo>
                  <a:pt x="991687" y="11426"/>
                  <a:pt x="992804" y="11350"/>
                  <a:pt x="994166" y="11350"/>
                </a:cubicBezTo>
                <a:cubicBezTo>
                  <a:pt x="995452" y="11350"/>
                  <a:pt x="996549" y="11426"/>
                  <a:pt x="997457" y="11577"/>
                </a:cubicBezTo>
                <a:cubicBezTo>
                  <a:pt x="998365" y="11728"/>
                  <a:pt x="999084" y="11918"/>
                  <a:pt x="999614" y="12145"/>
                </a:cubicBezTo>
                <a:cubicBezTo>
                  <a:pt x="1000143" y="12372"/>
                  <a:pt x="1000522" y="12674"/>
                  <a:pt x="1000749" y="13053"/>
                </a:cubicBezTo>
                <a:cubicBezTo>
                  <a:pt x="1000976" y="13431"/>
                  <a:pt x="1001089" y="13847"/>
                  <a:pt x="1001089" y="14301"/>
                </a:cubicBezTo>
                <a:lnTo>
                  <a:pt x="1001089" y="156631"/>
                </a:lnTo>
                <a:close/>
                <a:moveTo>
                  <a:pt x="1061438" y="7849"/>
                </a:moveTo>
                <a:cubicBezTo>
                  <a:pt x="1061438" y="9819"/>
                  <a:pt x="1061344" y="11639"/>
                  <a:pt x="1061155" y="13308"/>
                </a:cubicBezTo>
                <a:cubicBezTo>
                  <a:pt x="1060966" y="14975"/>
                  <a:pt x="1060644" y="16568"/>
                  <a:pt x="1060190" y="18086"/>
                </a:cubicBezTo>
                <a:cubicBezTo>
                  <a:pt x="1059736" y="19601"/>
                  <a:pt x="1059131" y="21118"/>
                  <a:pt x="1058374" y="22636"/>
                </a:cubicBezTo>
                <a:cubicBezTo>
                  <a:pt x="1057617" y="24152"/>
                  <a:pt x="1056671" y="25743"/>
                  <a:pt x="1055536" y="27410"/>
                </a:cubicBezTo>
                <a:lnTo>
                  <a:pt x="1039760" y="51636"/>
                </a:lnTo>
                <a:cubicBezTo>
                  <a:pt x="1039457" y="52092"/>
                  <a:pt x="1039098" y="52509"/>
                  <a:pt x="1038682" y="52888"/>
                </a:cubicBezTo>
                <a:cubicBezTo>
                  <a:pt x="1038265" y="53266"/>
                  <a:pt x="1037774" y="53570"/>
                  <a:pt x="1037206" y="53799"/>
                </a:cubicBezTo>
                <a:cubicBezTo>
                  <a:pt x="1036639" y="54026"/>
                  <a:pt x="1035977" y="54196"/>
                  <a:pt x="1035220" y="54310"/>
                </a:cubicBezTo>
                <a:cubicBezTo>
                  <a:pt x="1034463" y="54423"/>
                  <a:pt x="1033517" y="54480"/>
                  <a:pt x="1032382" y="54480"/>
                </a:cubicBezTo>
                <a:cubicBezTo>
                  <a:pt x="1031550" y="54480"/>
                  <a:pt x="1030831" y="54442"/>
                  <a:pt x="1030226" y="54367"/>
                </a:cubicBezTo>
                <a:cubicBezTo>
                  <a:pt x="1029621" y="54291"/>
                  <a:pt x="1029185" y="54140"/>
                  <a:pt x="1028921" y="53913"/>
                </a:cubicBezTo>
                <a:cubicBezTo>
                  <a:pt x="1028656" y="53683"/>
                  <a:pt x="1028504" y="53379"/>
                  <a:pt x="1028467" y="53001"/>
                </a:cubicBezTo>
                <a:cubicBezTo>
                  <a:pt x="1028429" y="52623"/>
                  <a:pt x="1028561" y="52168"/>
                  <a:pt x="1028864" y="51636"/>
                </a:cubicBezTo>
                <a:lnTo>
                  <a:pt x="1044640" y="20473"/>
                </a:lnTo>
                <a:lnTo>
                  <a:pt x="1044640" y="7849"/>
                </a:lnTo>
                <a:cubicBezTo>
                  <a:pt x="1044640" y="6180"/>
                  <a:pt x="1044792" y="4833"/>
                  <a:pt x="1045094" y="3809"/>
                </a:cubicBezTo>
                <a:cubicBezTo>
                  <a:pt x="1045397" y="2785"/>
                  <a:pt x="1045889" y="1990"/>
                  <a:pt x="1046570" y="1422"/>
                </a:cubicBezTo>
                <a:cubicBezTo>
                  <a:pt x="1047251" y="852"/>
                  <a:pt x="1048121" y="473"/>
                  <a:pt x="1049180" y="284"/>
                </a:cubicBezTo>
                <a:cubicBezTo>
                  <a:pt x="1050240" y="95"/>
                  <a:pt x="1051526" y="0"/>
                  <a:pt x="1053039" y="0"/>
                </a:cubicBezTo>
                <a:cubicBezTo>
                  <a:pt x="1054477" y="0"/>
                  <a:pt x="1055726" y="95"/>
                  <a:pt x="1056785" y="284"/>
                </a:cubicBezTo>
                <a:cubicBezTo>
                  <a:pt x="1057844" y="473"/>
                  <a:pt x="1058714" y="852"/>
                  <a:pt x="1059395" y="1422"/>
                </a:cubicBezTo>
                <a:cubicBezTo>
                  <a:pt x="1060076" y="1990"/>
                  <a:pt x="1060587" y="2785"/>
                  <a:pt x="1060928" y="3809"/>
                </a:cubicBezTo>
                <a:cubicBezTo>
                  <a:pt x="1061268" y="4833"/>
                  <a:pt x="1061438" y="6180"/>
                  <a:pt x="1061438" y="7849"/>
                </a:cubicBezTo>
                <a:close/>
                <a:moveTo>
                  <a:pt x="1165382" y="156627"/>
                </a:moveTo>
                <a:cubicBezTo>
                  <a:pt x="1165382" y="157081"/>
                  <a:pt x="1165269" y="157498"/>
                  <a:pt x="1165042" y="157879"/>
                </a:cubicBezTo>
                <a:cubicBezTo>
                  <a:pt x="1164815" y="158257"/>
                  <a:pt x="1164456" y="158560"/>
                  <a:pt x="1163964" y="158787"/>
                </a:cubicBezTo>
                <a:cubicBezTo>
                  <a:pt x="1163472" y="159014"/>
                  <a:pt x="1162791" y="159203"/>
                  <a:pt x="1161921" y="159355"/>
                </a:cubicBezTo>
                <a:cubicBezTo>
                  <a:pt x="1161051" y="159506"/>
                  <a:pt x="1159934" y="159582"/>
                  <a:pt x="1158572" y="159582"/>
                </a:cubicBezTo>
                <a:cubicBezTo>
                  <a:pt x="1157286" y="159582"/>
                  <a:pt x="1156208" y="159506"/>
                  <a:pt x="1155338" y="159355"/>
                </a:cubicBezTo>
                <a:cubicBezTo>
                  <a:pt x="1154468" y="159203"/>
                  <a:pt x="1153768" y="159014"/>
                  <a:pt x="1153238" y="158787"/>
                </a:cubicBezTo>
                <a:cubicBezTo>
                  <a:pt x="1152708" y="158560"/>
                  <a:pt x="1152349" y="158257"/>
                  <a:pt x="1152160" y="157879"/>
                </a:cubicBezTo>
                <a:cubicBezTo>
                  <a:pt x="1151970" y="157498"/>
                  <a:pt x="1151876" y="157081"/>
                  <a:pt x="1151876" y="156627"/>
                </a:cubicBezTo>
                <a:lnTo>
                  <a:pt x="1151876" y="53803"/>
                </a:lnTo>
                <a:cubicBezTo>
                  <a:pt x="1151876" y="53349"/>
                  <a:pt x="1151970" y="52933"/>
                  <a:pt x="1152160" y="52554"/>
                </a:cubicBezTo>
                <a:cubicBezTo>
                  <a:pt x="1152349" y="52174"/>
                  <a:pt x="1152708" y="51851"/>
                  <a:pt x="1153238" y="51586"/>
                </a:cubicBezTo>
                <a:cubicBezTo>
                  <a:pt x="1153768" y="51321"/>
                  <a:pt x="1154468" y="51132"/>
                  <a:pt x="1155338" y="51018"/>
                </a:cubicBezTo>
                <a:cubicBezTo>
                  <a:pt x="1156208" y="50905"/>
                  <a:pt x="1157286" y="50848"/>
                  <a:pt x="1158572" y="50848"/>
                </a:cubicBezTo>
                <a:cubicBezTo>
                  <a:pt x="1159934" y="50848"/>
                  <a:pt x="1161051" y="50905"/>
                  <a:pt x="1161921" y="51018"/>
                </a:cubicBezTo>
                <a:cubicBezTo>
                  <a:pt x="1162791" y="51132"/>
                  <a:pt x="1163472" y="51321"/>
                  <a:pt x="1163964" y="51586"/>
                </a:cubicBezTo>
                <a:cubicBezTo>
                  <a:pt x="1164456" y="51851"/>
                  <a:pt x="1164815" y="52174"/>
                  <a:pt x="1165042" y="52554"/>
                </a:cubicBezTo>
                <a:cubicBezTo>
                  <a:pt x="1165269" y="52933"/>
                  <a:pt x="1165382" y="53349"/>
                  <a:pt x="1165382" y="53803"/>
                </a:cubicBezTo>
                <a:lnTo>
                  <a:pt x="1165382" y="156627"/>
                </a:lnTo>
                <a:moveTo>
                  <a:pt x="1167425" y="19011"/>
                </a:moveTo>
                <a:cubicBezTo>
                  <a:pt x="1167425" y="22665"/>
                  <a:pt x="1166782" y="25139"/>
                  <a:pt x="1165496" y="26435"/>
                </a:cubicBezTo>
                <a:cubicBezTo>
                  <a:pt x="1164210" y="27728"/>
                  <a:pt x="1161864" y="28375"/>
                  <a:pt x="1158459" y="28375"/>
                </a:cubicBezTo>
                <a:cubicBezTo>
                  <a:pt x="1155130" y="28375"/>
                  <a:pt x="1152841" y="27747"/>
                  <a:pt x="1151592" y="26492"/>
                </a:cubicBezTo>
                <a:cubicBezTo>
                  <a:pt x="1150344" y="25236"/>
                  <a:pt x="1149719" y="22780"/>
                  <a:pt x="1149719" y="19125"/>
                </a:cubicBezTo>
                <a:cubicBezTo>
                  <a:pt x="1149719" y="15472"/>
                  <a:pt x="1150363" y="12998"/>
                  <a:pt x="1151649" y="11705"/>
                </a:cubicBezTo>
                <a:cubicBezTo>
                  <a:pt x="1152935" y="10409"/>
                  <a:pt x="1155281" y="9761"/>
                  <a:pt x="1158686" y="9761"/>
                </a:cubicBezTo>
                <a:cubicBezTo>
                  <a:pt x="1162015" y="9761"/>
                  <a:pt x="1164304" y="10389"/>
                  <a:pt x="1165553" y="11644"/>
                </a:cubicBezTo>
                <a:cubicBezTo>
                  <a:pt x="1166801" y="12900"/>
                  <a:pt x="1167425" y="15356"/>
                  <a:pt x="1167425" y="19011"/>
                </a:cubicBezTo>
                <a:close/>
                <a:moveTo>
                  <a:pt x="1267347" y="129359"/>
                </a:moveTo>
                <a:cubicBezTo>
                  <a:pt x="1267347" y="134282"/>
                  <a:pt x="1266439" y="138694"/>
                  <a:pt x="1264623" y="142596"/>
                </a:cubicBezTo>
                <a:cubicBezTo>
                  <a:pt x="1262807" y="146495"/>
                  <a:pt x="1260215" y="149809"/>
                  <a:pt x="1256848" y="152537"/>
                </a:cubicBezTo>
                <a:cubicBezTo>
                  <a:pt x="1253481" y="155264"/>
                  <a:pt x="1249452" y="157347"/>
                  <a:pt x="1244760" y="158787"/>
                </a:cubicBezTo>
                <a:cubicBezTo>
                  <a:pt x="1240069" y="160225"/>
                  <a:pt x="1234886" y="160944"/>
                  <a:pt x="1229211" y="160944"/>
                </a:cubicBezTo>
                <a:cubicBezTo>
                  <a:pt x="1225654" y="160944"/>
                  <a:pt x="1222287" y="160660"/>
                  <a:pt x="1219109" y="160092"/>
                </a:cubicBezTo>
                <a:cubicBezTo>
                  <a:pt x="1215931" y="159525"/>
                  <a:pt x="1213056" y="158806"/>
                  <a:pt x="1210483" y="157936"/>
                </a:cubicBezTo>
                <a:cubicBezTo>
                  <a:pt x="1207910" y="157066"/>
                  <a:pt x="1205735" y="156139"/>
                  <a:pt x="1203957" y="155155"/>
                </a:cubicBezTo>
                <a:cubicBezTo>
                  <a:pt x="1202179" y="154171"/>
                  <a:pt x="1200873" y="153301"/>
                  <a:pt x="1200041" y="152545"/>
                </a:cubicBezTo>
                <a:cubicBezTo>
                  <a:pt x="1199209" y="151788"/>
                  <a:pt x="1198603" y="150837"/>
                  <a:pt x="1198225" y="149693"/>
                </a:cubicBezTo>
                <a:cubicBezTo>
                  <a:pt x="1197847" y="148546"/>
                  <a:pt x="1197657" y="147019"/>
                  <a:pt x="1197657" y="145110"/>
                </a:cubicBezTo>
                <a:cubicBezTo>
                  <a:pt x="1197657" y="144117"/>
                  <a:pt x="1197733" y="143239"/>
                  <a:pt x="1197884" y="142475"/>
                </a:cubicBezTo>
                <a:cubicBezTo>
                  <a:pt x="1198036" y="141711"/>
                  <a:pt x="1198225" y="141062"/>
                  <a:pt x="1198452" y="140528"/>
                </a:cubicBezTo>
                <a:cubicBezTo>
                  <a:pt x="1198679" y="139993"/>
                  <a:pt x="1198982" y="139593"/>
                  <a:pt x="1199360" y="139325"/>
                </a:cubicBezTo>
                <a:cubicBezTo>
                  <a:pt x="1199738" y="139058"/>
                  <a:pt x="1200154" y="138925"/>
                  <a:pt x="1200608" y="138925"/>
                </a:cubicBezTo>
                <a:cubicBezTo>
                  <a:pt x="1201441" y="138925"/>
                  <a:pt x="1202651" y="139460"/>
                  <a:pt x="1204241" y="140531"/>
                </a:cubicBezTo>
                <a:cubicBezTo>
                  <a:pt x="1205830" y="141602"/>
                  <a:pt x="1207816" y="142769"/>
                  <a:pt x="1210199" y="144032"/>
                </a:cubicBezTo>
                <a:cubicBezTo>
                  <a:pt x="1212583" y="145295"/>
                  <a:pt x="1215420" y="146462"/>
                  <a:pt x="1218712" y="147533"/>
                </a:cubicBezTo>
                <a:cubicBezTo>
                  <a:pt x="1222003" y="148604"/>
                  <a:pt x="1225806" y="149140"/>
                  <a:pt x="1230119" y="149140"/>
                </a:cubicBezTo>
                <a:cubicBezTo>
                  <a:pt x="1233599" y="149140"/>
                  <a:pt x="1236777" y="148761"/>
                  <a:pt x="1239653" y="148005"/>
                </a:cubicBezTo>
                <a:cubicBezTo>
                  <a:pt x="1242528" y="147246"/>
                  <a:pt x="1245025" y="146108"/>
                  <a:pt x="1247144" y="144592"/>
                </a:cubicBezTo>
                <a:cubicBezTo>
                  <a:pt x="1249262" y="143077"/>
                  <a:pt x="1250908" y="141125"/>
                  <a:pt x="1252081" y="138737"/>
                </a:cubicBezTo>
                <a:cubicBezTo>
                  <a:pt x="1253254" y="136348"/>
                  <a:pt x="1253840" y="133563"/>
                  <a:pt x="1253840" y="130380"/>
                </a:cubicBezTo>
                <a:cubicBezTo>
                  <a:pt x="1253840" y="127200"/>
                  <a:pt x="1253084" y="124511"/>
                  <a:pt x="1251570" y="122314"/>
                </a:cubicBezTo>
                <a:cubicBezTo>
                  <a:pt x="1250057" y="120118"/>
                  <a:pt x="1248071" y="118205"/>
                  <a:pt x="1245611" y="116576"/>
                </a:cubicBezTo>
                <a:cubicBezTo>
                  <a:pt x="1243152" y="114946"/>
                  <a:pt x="1240353" y="113508"/>
                  <a:pt x="1237212" y="112259"/>
                </a:cubicBezTo>
                <a:cubicBezTo>
                  <a:pt x="1234072" y="111008"/>
                  <a:pt x="1230856" y="109721"/>
                  <a:pt x="1227565" y="108396"/>
                </a:cubicBezTo>
                <a:cubicBezTo>
                  <a:pt x="1224273" y="107070"/>
                  <a:pt x="1221057" y="105612"/>
                  <a:pt x="1217917" y="104023"/>
                </a:cubicBezTo>
                <a:cubicBezTo>
                  <a:pt x="1214777" y="102432"/>
                  <a:pt x="1211977" y="100500"/>
                  <a:pt x="1209518" y="98228"/>
                </a:cubicBezTo>
                <a:cubicBezTo>
                  <a:pt x="1207059" y="95955"/>
                  <a:pt x="1205073" y="93229"/>
                  <a:pt x="1203559" y="90048"/>
                </a:cubicBezTo>
                <a:cubicBezTo>
                  <a:pt x="1202046" y="86866"/>
                  <a:pt x="1201289" y="83040"/>
                  <a:pt x="1201289" y="78571"/>
                </a:cubicBezTo>
                <a:cubicBezTo>
                  <a:pt x="1201289" y="75012"/>
                  <a:pt x="1201970" y="71510"/>
                  <a:pt x="1203332" y="68065"/>
                </a:cubicBezTo>
                <a:cubicBezTo>
                  <a:pt x="1204695" y="64617"/>
                  <a:pt x="1206794" y="61530"/>
                  <a:pt x="1209632" y="58804"/>
                </a:cubicBezTo>
                <a:cubicBezTo>
                  <a:pt x="1212469" y="56075"/>
                  <a:pt x="1216101" y="53878"/>
                  <a:pt x="1220528" y="52214"/>
                </a:cubicBezTo>
                <a:cubicBezTo>
                  <a:pt x="1224954" y="50547"/>
                  <a:pt x="1230194" y="49713"/>
                  <a:pt x="1236248" y="49713"/>
                </a:cubicBezTo>
                <a:cubicBezTo>
                  <a:pt x="1238820" y="49713"/>
                  <a:pt x="1241374" y="49921"/>
                  <a:pt x="1243909" y="50337"/>
                </a:cubicBezTo>
                <a:cubicBezTo>
                  <a:pt x="1246444" y="50754"/>
                  <a:pt x="1248752" y="51302"/>
                  <a:pt x="1250832" y="51983"/>
                </a:cubicBezTo>
                <a:cubicBezTo>
                  <a:pt x="1252913" y="52664"/>
                  <a:pt x="1254710" y="53402"/>
                  <a:pt x="1256224" y="54196"/>
                </a:cubicBezTo>
                <a:cubicBezTo>
                  <a:pt x="1257737" y="54991"/>
                  <a:pt x="1258891" y="55691"/>
                  <a:pt x="1259685" y="56296"/>
                </a:cubicBezTo>
                <a:cubicBezTo>
                  <a:pt x="1260480" y="56902"/>
                  <a:pt x="1261010" y="57412"/>
                  <a:pt x="1261274" y="57828"/>
                </a:cubicBezTo>
                <a:cubicBezTo>
                  <a:pt x="1261539" y="58245"/>
                  <a:pt x="1261728" y="58680"/>
                  <a:pt x="1261842" y="59134"/>
                </a:cubicBezTo>
                <a:cubicBezTo>
                  <a:pt x="1261955" y="59588"/>
                  <a:pt x="1262050" y="60136"/>
                  <a:pt x="1262126" y="60779"/>
                </a:cubicBezTo>
                <a:cubicBezTo>
                  <a:pt x="1262201" y="61423"/>
                  <a:pt x="1262239" y="62198"/>
                  <a:pt x="1262239" y="63106"/>
                </a:cubicBezTo>
                <a:cubicBezTo>
                  <a:pt x="1262239" y="64014"/>
                  <a:pt x="1262182" y="64828"/>
                  <a:pt x="1262069" y="65547"/>
                </a:cubicBezTo>
                <a:cubicBezTo>
                  <a:pt x="1261955" y="66265"/>
                  <a:pt x="1261785" y="66890"/>
                  <a:pt x="1261558" y="67419"/>
                </a:cubicBezTo>
                <a:cubicBezTo>
                  <a:pt x="1261331" y="67949"/>
                  <a:pt x="1261047" y="68346"/>
                  <a:pt x="1260707" y="68611"/>
                </a:cubicBezTo>
                <a:cubicBezTo>
                  <a:pt x="1260366" y="68876"/>
                  <a:pt x="1259969" y="69008"/>
                  <a:pt x="1259515" y="69008"/>
                </a:cubicBezTo>
                <a:cubicBezTo>
                  <a:pt x="1258910" y="69008"/>
                  <a:pt x="1258002" y="68592"/>
                  <a:pt x="1256791" y="67760"/>
                </a:cubicBezTo>
                <a:cubicBezTo>
                  <a:pt x="1255581" y="66927"/>
                  <a:pt x="1253992" y="66019"/>
                  <a:pt x="1252024" y="65036"/>
                </a:cubicBezTo>
                <a:cubicBezTo>
                  <a:pt x="1250057" y="64052"/>
                  <a:pt x="1247711" y="63144"/>
                  <a:pt x="1244987" y="62312"/>
                </a:cubicBezTo>
                <a:cubicBezTo>
                  <a:pt x="1242263" y="61479"/>
                  <a:pt x="1239123" y="61063"/>
                  <a:pt x="1235567" y="61063"/>
                </a:cubicBezTo>
                <a:cubicBezTo>
                  <a:pt x="1232010" y="61063"/>
                  <a:pt x="1228889" y="61481"/>
                  <a:pt x="1226203" y="62315"/>
                </a:cubicBezTo>
                <a:cubicBezTo>
                  <a:pt x="1223517" y="63148"/>
                  <a:pt x="1221303" y="64322"/>
                  <a:pt x="1219563" y="65837"/>
                </a:cubicBezTo>
                <a:cubicBezTo>
                  <a:pt x="1217823" y="67353"/>
                  <a:pt x="1216517" y="69135"/>
                  <a:pt x="1215647" y="71183"/>
                </a:cubicBezTo>
                <a:cubicBezTo>
                  <a:pt x="1214777" y="73228"/>
                  <a:pt x="1214342" y="75464"/>
                  <a:pt x="1214342" y="77890"/>
                </a:cubicBezTo>
                <a:cubicBezTo>
                  <a:pt x="1214342" y="81221"/>
                  <a:pt x="1215099" y="84023"/>
                  <a:pt x="1216612" y="86296"/>
                </a:cubicBezTo>
                <a:cubicBezTo>
                  <a:pt x="1218125" y="88568"/>
                  <a:pt x="1220131" y="90538"/>
                  <a:pt x="1222628" y="92205"/>
                </a:cubicBezTo>
                <a:cubicBezTo>
                  <a:pt x="1225125" y="93872"/>
                  <a:pt x="1227962" y="95350"/>
                  <a:pt x="1231140" y="96639"/>
                </a:cubicBezTo>
                <a:cubicBezTo>
                  <a:pt x="1234318" y="97925"/>
                  <a:pt x="1237553" y="99212"/>
                  <a:pt x="1240844" y="100501"/>
                </a:cubicBezTo>
                <a:cubicBezTo>
                  <a:pt x="1244136" y="101787"/>
                  <a:pt x="1247371" y="103207"/>
                  <a:pt x="1250549" y="104761"/>
                </a:cubicBezTo>
                <a:cubicBezTo>
                  <a:pt x="1253727" y="106312"/>
                  <a:pt x="1256564" y="108186"/>
                  <a:pt x="1259061" y="110383"/>
                </a:cubicBezTo>
                <a:cubicBezTo>
                  <a:pt x="1261558" y="112579"/>
                  <a:pt x="1263563" y="115212"/>
                  <a:pt x="1265077" y="118282"/>
                </a:cubicBezTo>
                <a:cubicBezTo>
                  <a:pt x="1266590" y="121349"/>
                  <a:pt x="1267347" y="125041"/>
                  <a:pt x="1267347" y="129359"/>
                </a:cubicBezTo>
                <a:close/>
                <a:moveTo>
                  <a:pt x="1364357" y="156627"/>
                </a:moveTo>
                <a:cubicBezTo>
                  <a:pt x="1364357" y="157081"/>
                  <a:pt x="1364244" y="157498"/>
                  <a:pt x="1364017" y="157879"/>
                </a:cubicBezTo>
                <a:cubicBezTo>
                  <a:pt x="1363790" y="158257"/>
                  <a:pt x="1363430" y="158560"/>
                  <a:pt x="1362939" y="158787"/>
                </a:cubicBezTo>
                <a:cubicBezTo>
                  <a:pt x="1362447" y="159014"/>
                  <a:pt x="1361766" y="159203"/>
                  <a:pt x="1360896" y="159355"/>
                </a:cubicBezTo>
                <a:cubicBezTo>
                  <a:pt x="1360025" y="159506"/>
                  <a:pt x="1358909" y="159582"/>
                  <a:pt x="1357547" y="159582"/>
                </a:cubicBezTo>
                <a:cubicBezTo>
                  <a:pt x="1356261" y="159582"/>
                  <a:pt x="1355183" y="159506"/>
                  <a:pt x="1354313" y="159355"/>
                </a:cubicBezTo>
                <a:cubicBezTo>
                  <a:pt x="1353442" y="159203"/>
                  <a:pt x="1352742" y="159014"/>
                  <a:pt x="1352213" y="158787"/>
                </a:cubicBezTo>
                <a:cubicBezTo>
                  <a:pt x="1351683" y="158560"/>
                  <a:pt x="1351324" y="158257"/>
                  <a:pt x="1351135" y="157879"/>
                </a:cubicBezTo>
                <a:cubicBezTo>
                  <a:pt x="1350945" y="157498"/>
                  <a:pt x="1350851" y="157081"/>
                  <a:pt x="1350851" y="156627"/>
                </a:cubicBezTo>
                <a:lnTo>
                  <a:pt x="1350851" y="53803"/>
                </a:lnTo>
                <a:cubicBezTo>
                  <a:pt x="1350851" y="53349"/>
                  <a:pt x="1350945" y="52933"/>
                  <a:pt x="1351135" y="52554"/>
                </a:cubicBezTo>
                <a:cubicBezTo>
                  <a:pt x="1351324" y="52174"/>
                  <a:pt x="1351683" y="51851"/>
                  <a:pt x="1352213" y="51586"/>
                </a:cubicBezTo>
                <a:cubicBezTo>
                  <a:pt x="1352742" y="51321"/>
                  <a:pt x="1353442" y="51132"/>
                  <a:pt x="1354313" y="51018"/>
                </a:cubicBezTo>
                <a:cubicBezTo>
                  <a:pt x="1355183" y="50905"/>
                  <a:pt x="1356261" y="50848"/>
                  <a:pt x="1357547" y="50848"/>
                </a:cubicBezTo>
                <a:cubicBezTo>
                  <a:pt x="1358909" y="50848"/>
                  <a:pt x="1360025" y="50905"/>
                  <a:pt x="1360896" y="51018"/>
                </a:cubicBezTo>
                <a:cubicBezTo>
                  <a:pt x="1361766" y="51132"/>
                  <a:pt x="1362447" y="51321"/>
                  <a:pt x="1362939" y="51586"/>
                </a:cubicBezTo>
                <a:cubicBezTo>
                  <a:pt x="1363430" y="51851"/>
                  <a:pt x="1363790" y="52174"/>
                  <a:pt x="1364017" y="52554"/>
                </a:cubicBezTo>
                <a:cubicBezTo>
                  <a:pt x="1364244" y="52933"/>
                  <a:pt x="1364357" y="53349"/>
                  <a:pt x="1364357" y="53803"/>
                </a:cubicBezTo>
                <a:lnTo>
                  <a:pt x="1364357" y="156627"/>
                </a:lnTo>
                <a:moveTo>
                  <a:pt x="1366400" y="19011"/>
                </a:moveTo>
                <a:cubicBezTo>
                  <a:pt x="1366400" y="22665"/>
                  <a:pt x="1365757" y="25139"/>
                  <a:pt x="1364471" y="26435"/>
                </a:cubicBezTo>
                <a:cubicBezTo>
                  <a:pt x="1363184" y="27728"/>
                  <a:pt x="1360839" y="28375"/>
                  <a:pt x="1357434" y="28375"/>
                </a:cubicBezTo>
                <a:cubicBezTo>
                  <a:pt x="1354104" y="28375"/>
                  <a:pt x="1351816" y="27747"/>
                  <a:pt x="1350567" y="26492"/>
                </a:cubicBezTo>
                <a:cubicBezTo>
                  <a:pt x="1349319" y="25236"/>
                  <a:pt x="1348694" y="22780"/>
                  <a:pt x="1348694" y="19125"/>
                </a:cubicBezTo>
                <a:cubicBezTo>
                  <a:pt x="1348694" y="15472"/>
                  <a:pt x="1349337" y="12998"/>
                  <a:pt x="1350624" y="11705"/>
                </a:cubicBezTo>
                <a:cubicBezTo>
                  <a:pt x="1351910" y="10409"/>
                  <a:pt x="1354256" y="9761"/>
                  <a:pt x="1357661" y="9761"/>
                </a:cubicBezTo>
                <a:cubicBezTo>
                  <a:pt x="1360990" y="9761"/>
                  <a:pt x="1363279" y="10389"/>
                  <a:pt x="1364528" y="11644"/>
                </a:cubicBezTo>
                <a:cubicBezTo>
                  <a:pt x="1365776" y="12900"/>
                  <a:pt x="1366400" y="15356"/>
                  <a:pt x="1366400" y="19011"/>
                </a:cubicBezTo>
                <a:close/>
                <a:moveTo>
                  <a:pt x="1489250" y="156631"/>
                </a:moveTo>
                <a:cubicBezTo>
                  <a:pt x="1489250" y="157085"/>
                  <a:pt x="1489137" y="157501"/>
                  <a:pt x="1488910" y="157879"/>
                </a:cubicBezTo>
                <a:cubicBezTo>
                  <a:pt x="1488683" y="158257"/>
                  <a:pt x="1488323" y="158560"/>
                  <a:pt x="1487831" y="158787"/>
                </a:cubicBezTo>
                <a:cubicBezTo>
                  <a:pt x="1487340" y="159014"/>
                  <a:pt x="1486659" y="159203"/>
                  <a:pt x="1485788" y="159355"/>
                </a:cubicBezTo>
                <a:cubicBezTo>
                  <a:pt x="1484918" y="159506"/>
                  <a:pt x="1483840" y="159582"/>
                  <a:pt x="1482554" y="159582"/>
                </a:cubicBezTo>
                <a:cubicBezTo>
                  <a:pt x="1481192" y="159582"/>
                  <a:pt x="1480076" y="159506"/>
                  <a:pt x="1479205" y="159355"/>
                </a:cubicBezTo>
                <a:cubicBezTo>
                  <a:pt x="1478335" y="159203"/>
                  <a:pt x="1477654" y="159014"/>
                  <a:pt x="1477162" y="158787"/>
                </a:cubicBezTo>
                <a:cubicBezTo>
                  <a:pt x="1476671" y="158560"/>
                  <a:pt x="1476311" y="158257"/>
                  <a:pt x="1476084" y="157879"/>
                </a:cubicBezTo>
                <a:cubicBezTo>
                  <a:pt x="1475857" y="157501"/>
                  <a:pt x="1475744" y="157085"/>
                  <a:pt x="1475744" y="156631"/>
                </a:cubicBezTo>
                <a:lnTo>
                  <a:pt x="1475744" y="95681"/>
                </a:lnTo>
                <a:cubicBezTo>
                  <a:pt x="1475744" y="89325"/>
                  <a:pt x="1475252" y="84161"/>
                  <a:pt x="1474268" y="80188"/>
                </a:cubicBezTo>
                <a:cubicBezTo>
                  <a:pt x="1473284" y="76216"/>
                  <a:pt x="1471809" y="72811"/>
                  <a:pt x="1469842" y="69973"/>
                </a:cubicBezTo>
                <a:cubicBezTo>
                  <a:pt x="1467874" y="67136"/>
                  <a:pt x="1465358" y="64941"/>
                  <a:pt x="1462294" y="63390"/>
                </a:cubicBezTo>
                <a:cubicBezTo>
                  <a:pt x="1459229" y="61839"/>
                  <a:pt x="1455654" y="61063"/>
                  <a:pt x="1451568" y="61063"/>
                </a:cubicBezTo>
                <a:cubicBezTo>
                  <a:pt x="1446347" y="61063"/>
                  <a:pt x="1441126" y="62917"/>
                  <a:pt x="1435905" y="66625"/>
                </a:cubicBezTo>
                <a:cubicBezTo>
                  <a:pt x="1430684" y="70332"/>
                  <a:pt x="1425198" y="75780"/>
                  <a:pt x="1419447" y="82969"/>
                </a:cubicBezTo>
                <a:lnTo>
                  <a:pt x="1419447" y="156631"/>
                </a:lnTo>
                <a:cubicBezTo>
                  <a:pt x="1419447" y="157085"/>
                  <a:pt x="1419334" y="157501"/>
                  <a:pt x="1419107" y="157879"/>
                </a:cubicBezTo>
                <a:cubicBezTo>
                  <a:pt x="1418880" y="158257"/>
                  <a:pt x="1418520" y="158560"/>
                  <a:pt x="1418029" y="158787"/>
                </a:cubicBezTo>
                <a:cubicBezTo>
                  <a:pt x="1417537" y="159014"/>
                  <a:pt x="1416856" y="159203"/>
                  <a:pt x="1415986" y="159355"/>
                </a:cubicBezTo>
                <a:cubicBezTo>
                  <a:pt x="1415115" y="159506"/>
                  <a:pt x="1413999" y="159582"/>
                  <a:pt x="1412637" y="159582"/>
                </a:cubicBezTo>
                <a:cubicBezTo>
                  <a:pt x="1411351" y="159582"/>
                  <a:pt x="1410273" y="159506"/>
                  <a:pt x="1409403" y="159355"/>
                </a:cubicBezTo>
                <a:cubicBezTo>
                  <a:pt x="1408532" y="159203"/>
                  <a:pt x="1407832" y="159014"/>
                  <a:pt x="1407303" y="158787"/>
                </a:cubicBezTo>
                <a:cubicBezTo>
                  <a:pt x="1406773" y="158560"/>
                  <a:pt x="1406414" y="158257"/>
                  <a:pt x="1406225" y="157879"/>
                </a:cubicBezTo>
                <a:cubicBezTo>
                  <a:pt x="1406035" y="157498"/>
                  <a:pt x="1405941" y="157081"/>
                  <a:pt x="1405941" y="156627"/>
                </a:cubicBezTo>
                <a:lnTo>
                  <a:pt x="1405941" y="53803"/>
                </a:lnTo>
                <a:cubicBezTo>
                  <a:pt x="1405941" y="53349"/>
                  <a:pt x="1406035" y="52933"/>
                  <a:pt x="1406225" y="52554"/>
                </a:cubicBezTo>
                <a:cubicBezTo>
                  <a:pt x="1406414" y="52174"/>
                  <a:pt x="1406773" y="51851"/>
                  <a:pt x="1407303" y="51586"/>
                </a:cubicBezTo>
                <a:cubicBezTo>
                  <a:pt x="1407832" y="51321"/>
                  <a:pt x="1408495" y="51132"/>
                  <a:pt x="1409289" y="51018"/>
                </a:cubicBezTo>
                <a:cubicBezTo>
                  <a:pt x="1410084" y="50905"/>
                  <a:pt x="1411124" y="50848"/>
                  <a:pt x="1412410" y="50848"/>
                </a:cubicBezTo>
                <a:cubicBezTo>
                  <a:pt x="1413697" y="50848"/>
                  <a:pt x="1414756" y="50905"/>
                  <a:pt x="1415588" y="51018"/>
                </a:cubicBezTo>
                <a:cubicBezTo>
                  <a:pt x="1416421" y="51132"/>
                  <a:pt x="1417064" y="51321"/>
                  <a:pt x="1417518" y="51586"/>
                </a:cubicBezTo>
                <a:cubicBezTo>
                  <a:pt x="1417972" y="51851"/>
                  <a:pt x="1418293" y="52174"/>
                  <a:pt x="1418483" y="52554"/>
                </a:cubicBezTo>
                <a:cubicBezTo>
                  <a:pt x="1418672" y="52933"/>
                  <a:pt x="1418766" y="53349"/>
                  <a:pt x="1418766" y="53803"/>
                </a:cubicBezTo>
                <a:lnTo>
                  <a:pt x="1418766" y="68345"/>
                </a:lnTo>
                <a:cubicBezTo>
                  <a:pt x="1424668" y="61795"/>
                  <a:pt x="1430457" y="57053"/>
                  <a:pt x="1436132" y="54118"/>
                </a:cubicBezTo>
                <a:cubicBezTo>
                  <a:pt x="1441807" y="51182"/>
                  <a:pt x="1447444" y="49713"/>
                  <a:pt x="1453043" y="49713"/>
                </a:cubicBezTo>
                <a:cubicBezTo>
                  <a:pt x="1459778" y="49713"/>
                  <a:pt x="1465453" y="50848"/>
                  <a:pt x="1470069" y="53118"/>
                </a:cubicBezTo>
                <a:cubicBezTo>
                  <a:pt x="1474684" y="55388"/>
                  <a:pt x="1478411" y="58453"/>
                  <a:pt x="1481248" y="62312"/>
                </a:cubicBezTo>
                <a:cubicBezTo>
                  <a:pt x="1484086" y="66171"/>
                  <a:pt x="1486129" y="70673"/>
                  <a:pt x="1487377" y="75818"/>
                </a:cubicBezTo>
                <a:cubicBezTo>
                  <a:pt x="1488626" y="80964"/>
                  <a:pt x="1489250" y="87168"/>
                  <a:pt x="1489250" y="94432"/>
                </a:cubicBezTo>
                <a:lnTo>
                  <a:pt x="1489250" y="156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𝑔′(𝑠">
            <a:extLst xmlns:a="http://schemas.openxmlformats.org/drawingml/2006/main">
              <a:ext uri="{FF2B5EF4-FFF2-40B4-BE49-F238E27FC236}">
                <a16:creationId xmlns:a16="http://schemas.microsoft.com/office/drawing/2014/main" id="{27A5C6BB-8335-4982-9BB9-EF227B07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224" y="1980794"/>
            <a:ext cx="352537" cy="207470"/>
          </a:xfrm>
          <a:custGeom xmlns:a="http://schemas.openxmlformats.org/drawingml/2006/main">
            <a:pathLst>
              <a:path w="352537" h="207470">
                <a:moveTo>
                  <a:pt x="22082" y="169879"/>
                </a:moveTo>
                <a:cubicBezTo>
                  <a:pt x="20781" y="171454"/>
                  <a:pt x="19686" y="173012"/>
                  <a:pt x="18796" y="174552"/>
                </a:cubicBezTo>
                <a:cubicBezTo>
                  <a:pt x="17905" y="176093"/>
                  <a:pt x="17272" y="177582"/>
                  <a:pt x="16895" y="179020"/>
                </a:cubicBezTo>
                <a:cubicBezTo>
                  <a:pt x="16519" y="180458"/>
                  <a:pt x="16331" y="182170"/>
                  <a:pt x="16331" y="184155"/>
                </a:cubicBezTo>
                <a:cubicBezTo>
                  <a:pt x="16331" y="189291"/>
                  <a:pt x="18179" y="193040"/>
                  <a:pt x="21877" y="195402"/>
                </a:cubicBezTo>
                <a:cubicBezTo>
                  <a:pt x="25574" y="197764"/>
                  <a:pt x="31155" y="198945"/>
                  <a:pt x="38618" y="198945"/>
                </a:cubicBezTo>
                <a:cubicBezTo>
                  <a:pt x="47040" y="198945"/>
                  <a:pt x="53802" y="197045"/>
                  <a:pt x="58903" y="193245"/>
                </a:cubicBezTo>
                <a:cubicBezTo>
                  <a:pt x="64004" y="189445"/>
                  <a:pt x="68369" y="183334"/>
                  <a:pt x="71998" y="174912"/>
                </a:cubicBezTo>
                <a:cubicBezTo>
                  <a:pt x="75627" y="166490"/>
                  <a:pt x="79154" y="153754"/>
                  <a:pt x="82577" y="136704"/>
                </a:cubicBezTo>
                <a:lnTo>
                  <a:pt x="81139" y="136396"/>
                </a:lnTo>
                <a:cubicBezTo>
                  <a:pt x="74498" y="145503"/>
                  <a:pt x="68335" y="152145"/>
                  <a:pt x="62652" y="156322"/>
                </a:cubicBezTo>
                <a:cubicBezTo>
                  <a:pt x="56969" y="160498"/>
                  <a:pt x="50840" y="162587"/>
                  <a:pt x="44267" y="162587"/>
                </a:cubicBezTo>
                <a:cubicBezTo>
                  <a:pt x="36804" y="162587"/>
                  <a:pt x="31001" y="159779"/>
                  <a:pt x="26858" y="154165"/>
                </a:cubicBezTo>
                <a:cubicBezTo>
                  <a:pt x="22716" y="148550"/>
                  <a:pt x="20644" y="140539"/>
                  <a:pt x="20644" y="130131"/>
                </a:cubicBezTo>
                <a:cubicBezTo>
                  <a:pt x="20644" y="118422"/>
                  <a:pt x="22938" y="107176"/>
                  <a:pt x="27526" y="96391"/>
                </a:cubicBezTo>
                <a:cubicBezTo>
                  <a:pt x="32113" y="85607"/>
                  <a:pt x="38481" y="77031"/>
                  <a:pt x="46629" y="70663"/>
                </a:cubicBezTo>
                <a:cubicBezTo>
                  <a:pt x="54778" y="64295"/>
                  <a:pt x="63850" y="61111"/>
                  <a:pt x="73847" y="61111"/>
                </a:cubicBezTo>
                <a:cubicBezTo>
                  <a:pt x="78161" y="61111"/>
                  <a:pt x="82235" y="61625"/>
                  <a:pt x="86069" y="62652"/>
                </a:cubicBezTo>
                <a:cubicBezTo>
                  <a:pt x="89904" y="63679"/>
                  <a:pt x="93772" y="65425"/>
                  <a:pt x="97675" y="67890"/>
                </a:cubicBezTo>
                <a:lnTo>
                  <a:pt x="107124" y="61111"/>
                </a:lnTo>
                <a:lnTo>
                  <a:pt x="113698" y="62755"/>
                </a:lnTo>
                <a:lnTo>
                  <a:pt x="103119" y="110617"/>
                </a:lnTo>
                <a:cubicBezTo>
                  <a:pt x="102366" y="113972"/>
                  <a:pt x="100654" y="122428"/>
                  <a:pt x="97983" y="135985"/>
                </a:cubicBezTo>
                <a:cubicBezTo>
                  <a:pt x="95176" y="150365"/>
                  <a:pt x="92899" y="160533"/>
                  <a:pt x="91153" y="166490"/>
                </a:cubicBezTo>
                <a:cubicBezTo>
                  <a:pt x="89407" y="172447"/>
                  <a:pt x="87233" y="177873"/>
                  <a:pt x="84631" y="182769"/>
                </a:cubicBezTo>
                <a:cubicBezTo>
                  <a:pt x="82029" y="187665"/>
                  <a:pt x="78674" y="191927"/>
                  <a:pt x="74566" y="195556"/>
                </a:cubicBezTo>
                <a:cubicBezTo>
                  <a:pt x="70458" y="199185"/>
                  <a:pt x="65476" y="201992"/>
                  <a:pt x="59622" y="203978"/>
                </a:cubicBezTo>
                <a:cubicBezTo>
                  <a:pt x="53768" y="205964"/>
                  <a:pt x="46835" y="206957"/>
                  <a:pt x="38824" y="206957"/>
                </a:cubicBezTo>
                <a:cubicBezTo>
                  <a:pt x="12941" y="206957"/>
                  <a:pt x="0" y="199425"/>
                  <a:pt x="0" y="184361"/>
                </a:cubicBezTo>
                <a:cubicBezTo>
                  <a:pt x="0" y="180526"/>
                  <a:pt x="1164" y="177034"/>
                  <a:pt x="3492" y="173885"/>
                </a:cubicBezTo>
                <a:cubicBezTo>
                  <a:pt x="5820" y="170735"/>
                  <a:pt x="9552" y="167414"/>
                  <a:pt x="14687" y="163922"/>
                </a:cubicBezTo>
                <a:lnTo>
                  <a:pt x="22082" y="169879"/>
                </a:lnTo>
                <a:moveTo>
                  <a:pt x="51559" y="150467"/>
                </a:moveTo>
                <a:cubicBezTo>
                  <a:pt x="55051" y="150467"/>
                  <a:pt x="58526" y="149269"/>
                  <a:pt x="61984" y="146872"/>
                </a:cubicBezTo>
                <a:cubicBezTo>
                  <a:pt x="65442" y="144476"/>
                  <a:pt x="69140" y="140676"/>
                  <a:pt x="73077" y="135472"/>
                </a:cubicBezTo>
                <a:cubicBezTo>
                  <a:pt x="77014" y="130268"/>
                  <a:pt x="80078" y="125304"/>
                  <a:pt x="82269" y="120579"/>
                </a:cubicBezTo>
                <a:cubicBezTo>
                  <a:pt x="84460" y="115855"/>
                  <a:pt x="86326" y="109966"/>
                  <a:pt x="87867" y="102913"/>
                </a:cubicBezTo>
                <a:cubicBezTo>
                  <a:pt x="89407" y="95861"/>
                  <a:pt x="90178" y="89733"/>
                  <a:pt x="90178" y="84529"/>
                </a:cubicBezTo>
                <a:cubicBezTo>
                  <a:pt x="90178" y="79188"/>
                  <a:pt x="89048" y="75302"/>
                  <a:pt x="86788" y="72871"/>
                </a:cubicBezTo>
                <a:cubicBezTo>
                  <a:pt x="84529" y="70441"/>
                  <a:pt x="80763" y="69225"/>
                  <a:pt x="75490" y="69225"/>
                </a:cubicBezTo>
                <a:cubicBezTo>
                  <a:pt x="68506" y="69225"/>
                  <a:pt x="62241" y="72050"/>
                  <a:pt x="56695" y="77699"/>
                </a:cubicBezTo>
                <a:cubicBezTo>
                  <a:pt x="51149" y="83348"/>
                  <a:pt x="46783" y="90965"/>
                  <a:pt x="43600" y="100551"/>
                </a:cubicBezTo>
                <a:cubicBezTo>
                  <a:pt x="40416" y="110137"/>
                  <a:pt x="38824" y="119689"/>
                  <a:pt x="38824" y="129207"/>
                </a:cubicBezTo>
                <a:cubicBezTo>
                  <a:pt x="38824" y="136328"/>
                  <a:pt x="39851" y="141651"/>
                  <a:pt x="41905" y="145178"/>
                </a:cubicBezTo>
                <a:cubicBezTo>
                  <a:pt x="43959" y="148704"/>
                  <a:pt x="47177" y="150467"/>
                  <a:pt x="51559" y="150467"/>
                </a:cubicBezTo>
                <a:close/>
                <a:moveTo>
                  <a:pt x="174116" y="0"/>
                </a:moveTo>
                <a:lnTo>
                  <a:pt x="174116" y="5854"/>
                </a:lnTo>
                <a:lnTo>
                  <a:pt x="149363" y="65425"/>
                </a:lnTo>
                <a:lnTo>
                  <a:pt x="140633" y="62857"/>
                </a:lnTo>
                <a:lnTo>
                  <a:pt x="154909" y="0"/>
                </a:lnTo>
                <a:lnTo>
                  <a:pt x="174116" y="0"/>
                </a:lnTo>
                <a:close/>
                <a:moveTo>
                  <a:pt x="213682" y="109076"/>
                </a:moveTo>
                <a:cubicBezTo>
                  <a:pt x="213682" y="133041"/>
                  <a:pt x="217533" y="152795"/>
                  <a:pt x="225236" y="168338"/>
                </a:cubicBezTo>
                <a:cubicBezTo>
                  <a:pt x="232939" y="183882"/>
                  <a:pt x="244699" y="194289"/>
                  <a:pt x="260516" y="199562"/>
                </a:cubicBezTo>
                <a:lnTo>
                  <a:pt x="258051" y="207470"/>
                </a:lnTo>
                <a:cubicBezTo>
                  <a:pt x="237989" y="202198"/>
                  <a:pt x="222617" y="190849"/>
                  <a:pt x="211935" y="173422"/>
                </a:cubicBezTo>
                <a:cubicBezTo>
                  <a:pt x="201254" y="155996"/>
                  <a:pt x="195913" y="134890"/>
                  <a:pt x="195913" y="110103"/>
                </a:cubicBezTo>
                <a:cubicBezTo>
                  <a:pt x="195913" y="85385"/>
                  <a:pt x="201271" y="64278"/>
                  <a:pt x="211987" y="46783"/>
                </a:cubicBezTo>
                <a:cubicBezTo>
                  <a:pt x="222703" y="29289"/>
                  <a:pt x="238058" y="17905"/>
                  <a:pt x="258051" y="12633"/>
                </a:cubicBezTo>
                <a:lnTo>
                  <a:pt x="260825" y="20542"/>
                </a:lnTo>
                <a:cubicBezTo>
                  <a:pt x="244802" y="25814"/>
                  <a:pt x="232939" y="36102"/>
                  <a:pt x="225236" y="51405"/>
                </a:cubicBezTo>
                <a:cubicBezTo>
                  <a:pt x="217533" y="66709"/>
                  <a:pt x="213682" y="85932"/>
                  <a:pt x="213682" y="109076"/>
                </a:cubicBezTo>
                <a:close/>
                <a:moveTo>
                  <a:pt x="339596" y="87815"/>
                </a:moveTo>
                <a:cubicBezTo>
                  <a:pt x="338843" y="81721"/>
                  <a:pt x="336840" y="77099"/>
                  <a:pt x="333588" y="73950"/>
                </a:cubicBezTo>
                <a:cubicBezTo>
                  <a:pt x="330335" y="70800"/>
                  <a:pt x="325217" y="69225"/>
                  <a:pt x="318233" y="69225"/>
                </a:cubicBezTo>
                <a:cubicBezTo>
                  <a:pt x="312823" y="69225"/>
                  <a:pt x="308441" y="70612"/>
                  <a:pt x="305086" y="73385"/>
                </a:cubicBezTo>
                <a:cubicBezTo>
                  <a:pt x="301731" y="76158"/>
                  <a:pt x="300053" y="79804"/>
                  <a:pt x="300053" y="84323"/>
                </a:cubicBezTo>
                <a:cubicBezTo>
                  <a:pt x="300053" y="86788"/>
                  <a:pt x="300481" y="88962"/>
                  <a:pt x="301337" y="90845"/>
                </a:cubicBezTo>
                <a:cubicBezTo>
                  <a:pt x="302193" y="92728"/>
                  <a:pt x="303922" y="94799"/>
                  <a:pt x="306524" y="97059"/>
                </a:cubicBezTo>
                <a:cubicBezTo>
                  <a:pt x="309126" y="99319"/>
                  <a:pt x="313166" y="102092"/>
                  <a:pt x="318644" y="105378"/>
                </a:cubicBezTo>
                <a:cubicBezTo>
                  <a:pt x="322957" y="107980"/>
                  <a:pt x="326415" y="110360"/>
                  <a:pt x="329017" y="112517"/>
                </a:cubicBezTo>
                <a:cubicBezTo>
                  <a:pt x="331619" y="114673"/>
                  <a:pt x="333673" y="116813"/>
                  <a:pt x="335180" y="118936"/>
                </a:cubicBezTo>
                <a:cubicBezTo>
                  <a:pt x="336686" y="121058"/>
                  <a:pt x="337782" y="123301"/>
                  <a:pt x="338466" y="125663"/>
                </a:cubicBezTo>
                <a:cubicBezTo>
                  <a:pt x="339151" y="128026"/>
                  <a:pt x="339493" y="130884"/>
                  <a:pt x="339493" y="134239"/>
                </a:cubicBezTo>
                <a:cubicBezTo>
                  <a:pt x="339493" y="140333"/>
                  <a:pt x="337867" y="145554"/>
                  <a:pt x="334615" y="149902"/>
                </a:cubicBezTo>
                <a:cubicBezTo>
                  <a:pt x="331362" y="154250"/>
                  <a:pt x="326946" y="157486"/>
                  <a:pt x="321365" y="159608"/>
                </a:cubicBezTo>
                <a:cubicBezTo>
                  <a:pt x="315785" y="161731"/>
                  <a:pt x="309434" y="162792"/>
                  <a:pt x="302313" y="162792"/>
                </a:cubicBezTo>
                <a:cubicBezTo>
                  <a:pt x="296630" y="162792"/>
                  <a:pt x="291049" y="162364"/>
                  <a:pt x="285572" y="161508"/>
                </a:cubicBezTo>
                <a:cubicBezTo>
                  <a:pt x="280094" y="160652"/>
                  <a:pt x="274000" y="159197"/>
                  <a:pt x="267290" y="157143"/>
                </a:cubicBezTo>
                <a:lnTo>
                  <a:pt x="272220" y="134753"/>
                </a:lnTo>
                <a:lnTo>
                  <a:pt x="280231" y="134753"/>
                </a:lnTo>
                <a:cubicBezTo>
                  <a:pt x="280505" y="141326"/>
                  <a:pt x="282353" y="146290"/>
                  <a:pt x="285777" y="149646"/>
                </a:cubicBezTo>
                <a:cubicBezTo>
                  <a:pt x="289201" y="153001"/>
                  <a:pt x="294644" y="154678"/>
                  <a:pt x="302108" y="154678"/>
                </a:cubicBezTo>
                <a:cubicBezTo>
                  <a:pt x="308612" y="154678"/>
                  <a:pt x="313696" y="153223"/>
                  <a:pt x="317360" y="150313"/>
                </a:cubicBezTo>
                <a:cubicBezTo>
                  <a:pt x="321023" y="147403"/>
                  <a:pt x="322855" y="143278"/>
                  <a:pt x="322855" y="137937"/>
                </a:cubicBezTo>
                <a:cubicBezTo>
                  <a:pt x="322855" y="134856"/>
                  <a:pt x="322341" y="132202"/>
                  <a:pt x="321314" y="129977"/>
                </a:cubicBezTo>
                <a:cubicBezTo>
                  <a:pt x="320287" y="127752"/>
                  <a:pt x="318609" y="125612"/>
                  <a:pt x="316281" y="123558"/>
                </a:cubicBezTo>
                <a:cubicBezTo>
                  <a:pt x="313953" y="121504"/>
                  <a:pt x="310256" y="118936"/>
                  <a:pt x="305189" y="115855"/>
                </a:cubicBezTo>
                <a:cubicBezTo>
                  <a:pt x="299848" y="112636"/>
                  <a:pt x="295688" y="109726"/>
                  <a:pt x="292710" y="107124"/>
                </a:cubicBezTo>
                <a:cubicBezTo>
                  <a:pt x="289731" y="104523"/>
                  <a:pt x="287489" y="101698"/>
                  <a:pt x="285982" y="98651"/>
                </a:cubicBezTo>
                <a:cubicBezTo>
                  <a:pt x="284476" y="95604"/>
                  <a:pt x="283723" y="92095"/>
                  <a:pt x="283723" y="88123"/>
                </a:cubicBezTo>
                <a:cubicBezTo>
                  <a:pt x="283723" y="82714"/>
                  <a:pt x="285178" y="77972"/>
                  <a:pt x="288088" y="73898"/>
                </a:cubicBezTo>
                <a:cubicBezTo>
                  <a:pt x="290998" y="69824"/>
                  <a:pt x="295158" y="66692"/>
                  <a:pt x="300567" y="64501"/>
                </a:cubicBezTo>
                <a:cubicBezTo>
                  <a:pt x="305976" y="62310"/>
                  <a:pt x="312276" y="61214"/>
                  <a:pt x="319465" y="61214"/>
                </a:cubicBezTo>
                <a:cubicBezTo>
                  <a:pt x="325833" y="61214"/>
                  <a:pt x="331636" y="61591"/>
                  <a:pt x="336874" y="62344"/>
                </a:cubicBezTo>
                <a:cubicBezTo>
                  <a:pt x="342112" y="63097"/>
                  <a:pt x="347333" y="64398"/>
                  <a:pt x="352537" y="66247"/>
                </a:cubicBezTo>
                <a:lnTo>
                  <a:pt x="347915" y="87815"/>
                </a:lnTo>
                <a:lnTo>
                  <a:pt x="339596" y="87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𝑑">
            <a:extLst xmlns:a="http://schemas.openxmlformats.org/drawingml/2006/main">
              <a:ext uri="{FF2B5EF4-FFF2-40B4-BE49-F238E27FC236}">
                <a16:creationId xmlns:a16="http://schemas.microsoft.com/office/drawing/2014/main" id="{491341D1-6C26-4A75-9282-40F4F8BA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988" y="2080468"/>
            <a:ext cx="84284" cy="104730"/>
          </a:xfrm>
          <a:custGeom xmlns:a="http://schemas.openxmlformats.org/drawingml/2006/main">
            <a:pathLst>
              <a:path w="84284" h="104730">
                <a:moveTo>
                  <a:pt x="63308" y="77241"/>
                </a:moveTo>
                <a:cubicBezTo>
                  <a:pt x="62601" y="80220"/>
                  <a:pt x="62134" y="82593"/>
                  <a:pt x="61907" y="84360"/>
                </a:cubicBezTo>
                <a:cubicBezTo>
                  <a:pt x="61680" y="86127"/>
                  <a:pt x="61566" y="87717"/>
                  <a:pt x="61566" y="89131"/>
                </a:cubicBezTo>
                <a:cubicBezTo>
                  <a:pt x="61566" y="91049"/>
                  <a:pt x="61957" y="92437"/>
                  <a:pt x="62740" y="93296"/>
                </a:cubicBezTo>
                <a:cubicBezTo>
                  <a:pt x="63522" y="94154"/>
                  <a:pt x="64646" y="94583"/>
                  <a:pt x="66110" y="94583"/>
                </a:cubicBezTo>
                <a:cubicBezTo>
                  <a:pt x="67018" y="94583"/>
                  <a:pt x="67914" y="94406"/>
                  <a:pt x="68798" y="94053"/>
                </a:cubicBezTo>
                <a:cubicBezTo>
                  <a:pt x="69681" y="93699"/>
                  <a:pt x="70641" y="93144"/>
                  <a:pt x="71676" y="92387"/>
                </a:cubicBezTo>
                <a:cubicBezTo>
                  <a:pt x="72710" y="91630"/>
                  <a:pt x="73846" y="90658"/>
                  <a:pt x="75083" y="89471"/>
                </a:cubicBezTo>
                <a:cubicBezTo>
                  <a:pt x="76320" y="88285"/>
                  <a:pt x="77721" y="86859"/>
                  <a:pt x="79286" y="85193"/>
                </a:cubicBezTo>
                <a:cubicBezTo>
                  <a:pt x="80094" y="86051"/>
                  <a:pt x="80927" y="86897"/>
                  <a:pt x="81785" y="87730"/>
                </a:cubicBezTo>
                <a:cubicBezTo>
                  <a:pt x="82643" y="88563"/>
                  <a:pt x="83476" y="89383"/>
                  <a:pt x="84284" y="90191"/>
                </a:cubicBezTo>
                <a:cubicBezTo>
                  <a:pt x="81760" y="92765"/>
                  <a:pt x="79463" y="94974"/>
                  <a:pt x="77393" y="96817"/>
                </a:cubicBezTo>
                <a:cubicBezTo>
                  <a:pt x="75323" y="98660"/>
                  <a:pt x="73316" y="100174"/>
                  <a:pt x="71373" y="101360"/>
                </a:cubicBezTo>
                <a:cubicBezTo>
                  <a:pt x="69429" y="102547"/>
                  <a:pt x="67523" y="103405"/>
                  <a:pt x="65655" y="103935"/>
                </a:cubicBezTo>
                <a:cubicBezTo>
                  <a:pt x="63787" y="104465"/>
                  <a:pt x="61844" y="104730"/>
                  <a:pt x="59824" y="104730"/>
                </a:cubicBezTo>
                <a:cubicBezTo>
                  <a:pt x="56189" y="104730"/>
                  <a:pt x="53362" y="103557"/>
                  <a:pt x="51343" y="101209"/>
                </a:cubicBezTo>
                <a:cubicBezTo>
                  <a:pt x="49323" y="98861"/>
                  <a:pt x="48314" y="95643"/>
                  <a:pt x="48314" y="91554"/>
                </a:cubicBezTo>
                <a:cubicBezTo>
                  <a:pt x="48314" y="89282"/>
                  <a:pt x="48667" y="87111"/>
                  <a:pt x="49374" y="85041"/>
                </a:cubicBezTo>
                <a:lnTo>
                  <a:pt x="48314" y="84587"/>
                </a:lnTo>
                <a:cubicBezTo>
                  <a:pt x="45739" y="88171"/>
                  <a:pt x="43240" y="91226"/>
                  <a:pt x="40817" y="93750"/>
                </a:cubicBezTo>
                <a:cubicBezTo>
                  <a:pt x="38394" y="96274"/>
                  <a:pt x="35996" y="98357"/>
                  <a:pt x="33623" y="99997"/>
                </a:cubicBezTo>
                <a:cubicBezTo>
                  <a:pt x="31250" y="101638"/>
                  <a:pt x="28852" y="102837"/>
                  <a:pt x="26429" y="103594"/>
                </a:cubicBezTo>
                <a:cubicBezTo>
                  <a:pt x="24005" y="104352"/>
                  <a:pt x="21481" y="104730"/>
                  <a:pt x="18856" y="104730"/>
                </a:cubicBezTo>
                <a:cubicBezTo>
                  <a:pt x="12848" y="104730"/>
                  <a:pt x="8204" y="102572"/>
                  <a:pt x="4922" y="98256"/>
                </a:cubicBezTo>
                <a:cubicBezTo>
                  <a:pt x="1641" y="93939"/>
                  <a:pt x="0" y="87667"/>
                  <a:pt x="0" y="79438"/>
                </a:cubicBezTo>
                <a:cubicBezTo>
                  <a:pt x="0" y="74541"/>
                  <a:pt x="517" y="69833"/>
                  <a:pt x="1552" y="65314"/>
                </a:cubicBezTo>
                <a:cubicBezTo>
                  <a:pt x="2587" y="60796"/>
                  <a:pt x="4051" y="56555"/>
                  <a:pt x="5945" y="52592"/>
                </a:cubicBezTo>
                <a:cubicBezTo>
                  <a:pt x="7838" y="48629"/>
                  <a:pt x="10097" y="45020"/>
                  <a:pt x="12722" y="41763"/>
                </a:cubicBezTo>
                <a:cubicBezTo>
                  <a:pt x="15347" y="38507"/>
                  <a:pt x="18225" y="35718"/>
                  <a:pt x="21355" y="33396"/>
                </a:cubicBezTo>
                <a:cubicBezTo>
                  <a:pt x="24485" y="31073"/>
                  <a:pt x="27817" y="29268"/>
                  <a:pt x="31351" y="27981"/>
                </a:cubicBezTo>
                <a:cubicBezTo>
                  <a:pt x="34885" y="26694"/>
                  <a:pt x="38545" y="26050"/>
                  <a:pt x="42331" y="26050"/>
                </a:cubicBezTo>
                <a:cubicBezTo>
                  <a:pt x="45663" y="26050"/>
                  <a:pt x="48718" y="26378"/>
                  <a:pt x="51494" y="27035"/>
                </a:cubicBezTo>
                <a:cubicBezTo>
                  <a:pt x="54271" y="27691"/>
                  <a:pt x="56921" y="29003"/>
                  <a:pt x="59446" y="30972"/>
                </a:cubicBezTo>
                <a:cubicBezTo>
                  <a:pt x="60304" y="27792"/>
                  <a:pt x="60985" y="25078"/>
                  <a:pt x="61490" y="22832"/>
                </a:cubicBezTo>
                <a:cubicBezTo>
                  <a:pt x="61995" y="20585"/>
                  <a:pt x="62412" y="18515"/>
                  <a:pt x="62740" y="16622"/>
                </a:cubicBezTo>
                <a:cubicBezTo>
                  <a:pt x="63068" y="14729"/>
                  <a:pt x="63232" y="13151"/>
                  <a:pt x="63232" y="11889"/>
                </a:cubicBezTo>
                <a:cubicBezTo>
                  <a:pt x="63232" y="10829"/>
                  <a:pt x="63093" y="9945"/>
                  <a:pt x="62815" y="9239"/>
                </a:cubicBezTo>
                <a:cubicBezTo>
                  <a:pt x="62538" y="8532"/>
                  <a:pt x="62046" y="7951"/>
                  <a:pt x="61339" y="7497"/>
                </a:cubicBezTo>
                <a:cubicBezTo>
                  <a:pt x="60632" y="7043"/>
                  <a:pt x="59635" y="6714"/>
                  <a:pt x="58348" y="6513"/>
                </a:cubicBezTo>
                <a:cubicBezTo>
                  <a:pt x="57060" y="6311"/>
                  <a:pt x="55432" y="6159"/>
                  <a:pt x="53463" y="6058"/>
                </a:cubicBezTo>
                <a:lnTo>
                  <a:pt x="54448" y="909"/>
                </a:lnTo>
                <a:lnTo>
                  <a:pt x="77014" y="0"/>
                </a:lnTo>
                <a:lnTo>
                  <a:pt x="80876" y="0"/>
                </a:lnTo>
                <a:lnTo>
                  <a:pt x="63308" y="77241"/>
                </a:lnTo>
                <a:moveTo>
                  <a:pt x="53085" y="60506"/>
                </a:moveTo>
                <a:cubicBezTo>
                  <a:pt x="53640" y="57780"/>
                  <a:pt x="54145" y="55053"/>
                  <a:pt x="54599" y="52327"/>
                </a:cubicBezTo>
                <a:cubicBezTo>
                  <a:pt x="55053" y="49601"/>
                  <a:pt x="55281" y="47102"/>
                  <a:pt x="55281" y="44830"/>
                </a:cubicBezTo>
                <a:cubicBezTo>
                  <a:pt x="55281" y="40741"/>
                  <a:pt x="54359" y="37838"/>
                  <a:pt x="52517" y="36122"/>
                </a:cubicBezTo>
                <a:cubicBezTo>
                  <a:pt x="50674" y="34405"/>
                  <a:pt x="47733" y="33547"/>
                  <a:pt x="43694" y="33547"/>
                </a:cubicBezTo>
                <a:cubicBezTo>
                  <a:pt x="40716" y="33547"/>
                  <a:pt x="37952" y="34191"/>
                  <a:pt x="35402" y="35478"/>
                </a:cubicBezTo>
                <a:cubicBezTo>
                  <a:pt x="32853" y="36765"/>
                  <a:pt x="30518" y="38532"/>
                  <a:pt x="28398" y="40779"/>
                </a:cubicBezTo>
                <a:cubicBezTo>
                  <a:pt x="26277" y="43026"/>
                  <a:pt x="24384" y="45625"/>
                  <a:pt x="22718" y="48579"/>
                </a:cubicBezTo>
                <a:cubicBezTo>
                  <a:pt x="21052" y="51532"/>
                  <a:pt x="19651" y="54687"/>
                  <a:pt x="18515" y="58045"/>
                </a:cubicBezTo>
                <a:cubicBezTo>
                  <a:pt x="17379" y="61402"/>
                  <a:pt x="16521" y="64835"/>
                  <a:pt x="15941" y="68344"/>
                </a:cubicBezTo>
                <a:cubicBezTo>
                  <a:pt x="15360" y="71852"/>
                  <a:pt x="15070" y="75273"/>
                  <a:pt x="15070" y="78605"/>
                </a:cubicBezTo>
                <a:cubicBezTo>
                  <a:pt x="15070" y="84057"/>
                  <a:pt x="15840" y="88108"/>
                  <a:pt x="17379" y="90759"/>
                </a:cubicBezTo>
                <a:cubicBezTo>
                  <a:pt x="18919" y="93409"/>
                  <a:pt x="21405" y="94734"/>
                  <a:pt x="24838" y="94734"/>
                </a:cubicBezTo>
                <a:cubicBezTo>
                  <a:pt x="27161" y="94734"/>
                  <a:pt x="29735" y="93952"/>
                  <a:pt x="32563" y="92387"/>
                </a:cubicBezTo>
                <a:cubicBezTo>
                  <a:pt x="35390" y="90822"/>
                  <a:pt x="38128" y="88563"/>
                  <a:pt x="40779" y="85609"/>
                </a:cubicBezTo>
                <a:cubicBezTo>
                  <a:pt x="43429" y="82656"/>
                  <a:pt x="45865" y="79059"/>
                  <a:pt x="48087" y="74818"/>
                </a:cubicBezTo>
                <a:cubicBezTo>
                  <a:pt x="50308" y="70577"/>
                  <a:pt x="51974" y="65807"/>
                  <a:pt x="53085" y="605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||𝑥)">
            <a:extLst xmlns:a="http://schemas.openxmlformats.org/drawingml/2006/main">
              <a:ext uri="{FF2B5EF4-FFF2-40B4-BE49-F238E27FC236}">
                <a16:creationId xmlns:a16="http://schemas.microsoft.com/office/drawing/2014/main" id="{CC5015BB-A24F-4745-8569-1E74DD6F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0704" y="1993427"/>
            <a:ext cx="289525" cy="194837"/>
          </a:xfrm>
          <a:custGeom xmlns:a="http://schemas.openxmlformats.org/drawingml/2006/main">
            <a:pathLst>
              <a:path w="289525" h="194837">
                <a:moveTo>
                  <a:pt x="15817" y="192577"/>
                </a:moveTo>
                <a:lnTo>
                  <a:pt x="0" y="192577"/>
                </a:lnTo>
                <a:lnTo>
                  <a:pt x="0" y="1438"/>
                </a:lnTo>
                <a:lnTo>
                  <a:pt x="15817" y="1438"/>
                </a:lnTo>
                <a:lnTo>
                  <a:pt x="15817" y="192577"/>
                </a:lnTo>
                <a:close/>
                <a:moveTo>
                  <a:pt x="80210" y="192577"/>
                </a:moveTo>
                <a:lnTo>
                  <a:pt x="64393" y="192577"/>
                </a:lnTo>
                <a:lnTo>
                  <a:pt x="64393" y="1438"/>
                </a:lnTo>
                <a:lnTo>
                  <a:pt x="80210" y="1438"/>
                </a:lnTo>
                <a:lnTo>
                  <a:pt x="80210" y="192577"/>
                </a:lnTo>
                <a:close/>
                <a:moveTo>
                  <a:pt x="152556" y="101989"/>
                </a:moveTo>
                <a:cubicBezTo>
                  <a:pt x="151529" y="96580"/>
                  <a:pt x="150468" y="91376"/>
                  <a:pt x="149372" y="86377"/>
                </a:cubicBezTo>
                <a:cubicBezTo>
                  <a:pt x="148277" y="81379"/>
                  <a:pt x="147147" y="76723"/>
                  <a:pt x="145983" y="72409"/>
                </a:cubicBezTo>
                <a:cubicBezTo>
                  <a:pt x="144819" y="68095"/>
                  <a:pt x="143860" y="65271"/>
                  <a:pt x="143107" y="63936"/>
                </a:cubicBezTo>
                <a:cubicBezTo>
                  <a:pt x="142354" y="62601"/>
                  <a:pt x="141550" y="61676"/>
                  <a:pt x="140694" y="61163"/>
                </a:cubicBezTo>
                <a:cubicBezTo>
                  <a:pt x="139838" y="60649"/>
                  <a:pt x="138759" y="60392"/>
                  <a:pt x="137458" y="60392"/>
                </a:cubicBezTo>
                <a:cubicBezTo>
                  <a:pt x="136020" y="60392"/>
                  <a:pt x="134719" y="60718"/>
                  <a:pt x="133555" y="61368"/>
                </a:cubicBezTo>
                <a:cubicBezTo>
                  <a:pt x="132391" y="62019"/>
                  <a:pt x="131125" y="63148"/>
                  <a:pt x="129755" y="64757"/>
                </a:cubicBezTo>
                <a:cubicBezTo>
                  <a:pt x="128386" y="66366"/>
                  <a:pt x="126571" y="68883"/>
                  <a:pt x="124312" y="72306"/>
                </a:cubicBezTo>
                <a:lnTo>
                  <a:pt x="117636" y="67890"/>
                </a:lnTo>
                <a:cubicBezTo>
                  <a:pt x="121949" y="61385"/>
                  <a:pt x="126092" y="56524"/>
                  <a:pt x="130063" y="53305"/>
                </a:cubicBezTo>
                <a:cubicBezTo>
                  <a:pt x="134035" y="50087"/>
                  <a:pt x="138725" y="48478"/>
                  <a:pt x="144134" y="48478"/>
                </a:cubicBezTo>
                <a:cubicBezTo>
                  <a:pt x="146257" y="48478"/>
                  <a:pt x="148123" y="48718"/>
                  <a:pt x="149732" y="49197"/>
                </a:cubicBezTo>
                <a:cubicBezTo>
                  <a:pt x="151341" y="49676"/>
                  <a:pt x="152762" y="50413"/>
                  <a:pt x="153994" y="51405"/>
                </a:cubicBezTo>
                <a:cubicBezTo>
                  <a:pt x="155227" y="52398"/>
                  <a:pt x="156322" y="53682"/>
                  <a:pt x="157281" y="55257"/>
                </a:cubicBezTo>
                <a:cubicBezTo>
                  <a:pt x="158240" y="56832"/>
                  <a:pt x="159164" y="58972"/>
                  <a:pt x="160054" y="61676"/>
                </a:cubicBezTo>
                <a:cubicBezTo>
                  <a:pt x="160944" y="64381"/>
                  <a:pt x="161783" y="67736"/>
                  <a:pt x="162570" y="71742"/>
                </a:cubicBezTo>
                <a:cubicBezTo>
                  <a:pt x="163358" y="75747"/>
                  <a:pt x="164060" y="79907"/>
                  <a:pt x="164676" y="84221"/>
                </a:cubicBezTo>
                <a:lnTo>
                  <a:pt x="165703" y="84221"/>
                </a:lnTo>
                <a:cubicBezTo>
                  <a:pt x="172276" y="74977"/>
                  <a:pt x="177258" y="68215"/>
                  <a:pt x="180647" y="63936"/>
                </a:cubicBezTo>
                <a:cubicBezTo>
                  <a:pt x="184036" y="59656"/>
                  <a:pt x="186895" y="56472"/>
                  <a:pt x="189223" y="54384"/>
                </a:cubicBezTo>
                <a:cubicBezTo>
                  <a:pt x="191551" y="52295"/>
                  <a:pt x="193794" y="50823"/>
                  <a:pt x="195951" y="49967"/>
                </a:cubicBezTo>
                <a:cubicBezTo>
                  <a:pt x="198107" y="49112"/>
                  <a:pt x="200966" y="48684"/>
                  <a:pt x="204527" y="48684"/>
                </a:cubicBezTo>
                <a:cubicBezTo>
                  <a:pt x="207745" y="48684"/>
                  <a:pt x="210381" y="49094"/>
                  <a:pt x="212435" y="49916"/>
                </a:cubicBezTo>
                <a:lnTo>
                  <a:pt x="208327" y="68506"/>
                </a:lnTo>
                <a:lnTo>
                  <a:pt x="201137" y="68506"/>
                </a:lnTo>
                <a:cubicBezTo>
                  <a:pt x="200726" y="65630"/>
                  <a:pt x="199528" y="64192"/>
                  <a:pt x="197542" y="64192"/>
                </a:cubicBezTo>
                <a:cubicBezTo>
                  <a:pt x="196926" y="64192"/>
                  <a:pt x="196276" y="64295"/>
                  <a:pt x="195591" y="64501"/>
                </a:cubicBezTo>
                <a:cubicBezTo>
                  <a:pt x="194906" y="64706"/>
                  <a:pt x="194068" y="65151"/>
                  <a:pt x="193075" y="65836"/>
                </a:cubicBezTo>
                <a:cubicBezTo>
                  <a:pt x="192082" y="66521"/>
                  <a:pt x="190627" y="67856"/>
                  <a:pt x="188710" y="69841"/>
                </a:cubicBezTo>
                <a:cubicBezTo>
                  <a:pt x="186792" y="71827"/>
                  <a:pt x="184636" y="74258"/>
                  <a:pt x="182239" y="77134"/>
                </a:cubicBezTo>
                <a:cubicBezTo>
                  <a:pt x="179842" y="80010"/>
                  <a:pt x="177377" y="83022"/>
                  <a:pt x="174844" y="86172"/>
                </a:cubicBezTo>
                <a:lnTo>
                  <a:pt x="167860" y="94902"/>
                </a:lnTo>
                <a:cubicBezTo>
                  <a:pt x="169092" y="101475"/>
                  <a:pt x="170256" y="107159"/>
                  <a:pt x="171352" y="111952"/>
                </a:cubicBezTo>
                <a:cubicBezTo>
                  <a:pt x="172448" y="116745"/>
                  <a:pt x="173423" y="120733"/>
                  <a:pt x="174279" y="123917"/>
                </a:cubicBezTo>
                <a:cubicBezTo>
                  <a:pt x="175135" y="127101"/>
                  <a:pt x="175888" y="129617"/>
                  <a:pt x="176539" y="131466"/>
                </a:cubicBezTo>
                <a:cubicBezTo>
                  <a:pt x="177189" y="133315"/>
                  <a:pt x="177891" y="134702"/>
                  <a:pt x="178644" y="135626"/>
                </a:cubicBezTo>
                <a:cubicBezTo>
                  <a:pt x="179397" y="136550"/>
                  <a:pt x="180168" y="137201"/>
                  <a:pt x="180955" y="137577"/>
                </a:cubicBezTo>
                <a:cubicBezTo>
                  <a:pt x="181743" y="137954"/>
                  <a:pt x="182650" y="138142"/>
                  <a:pt x="183677" y="138142"/>
                </a:cubicBezTo>
                <a:cubicBezTo>
                  <a:pt x="185526" y="138142"/>
                  <a:pt x="187323" y="137423"/>
                  <a:pt x="189069" y="135985"/>
                </a:cubicBezTo>
                <a:cubicBezTo>
                  <a:pt x="190815" y="134547"/>
                  <a:pt x="193331" y="131295"/>
                  <a:pt x="196618" y="126228"/>
                </a:cubicBezTo>
                <a:lnTo>
                  <a:pt x="203294" y="130645"/>
                </a:lnTo>
                <a:cubicBezTo>
                  <a:pt x="198501" y="137766"/>
                  <a:pt x="194170" y="142781"/>
                  <a:pt x="190302" y="145691"/>
                </a:cubicBezTo>
                <a:cubicBezTo>
                  <a:pt x="186433" y="148601"/>
                  <a:pt x="181828" y="150056"/>
                  <a:pt x="176487" y="150056"/>
                </a:cubicBezTo>
                <a:cubicBezTo>
                  <a:pt x="173543" y="150056"/>
                  <a:pt x="171044" y="149526"/>
                  <a:pt x="168990" y="148464"/>
                </a:cubicBezTo>
                <a:cubicBezTo>
                  <a:pt x="166936" y="147403"/>
                  <a:pt x="165155" y="145708"/>
                  <a:pt x="163649" y="143380"/>
                </a:cubicBezTo>
                <a:cubicBezTo>
                  <a:pt x="162142" y="141052"/>
                  <a:pt x="160807" y="137423"/>
                  <a:pt x="159643" y="132493"/>
                </a:cubicBezTo>
                <a:cubicBezTo>
                  <a:pt x="157521" y="123729"/>
                  <a:pt x="156220" y="117019"/>
                  <a:pt x="155740" y="112363"/>
                </a:cubicBezTo>
                <a:lnTo>
                  <a:pt x="154713" y="112363"/>
                </a:lnTo>
                <a:cubicBezTo>
                  <a:pt x="147455" y="122565"/>
                  <a:pt x="142063" y="129891"/>
                  <a:pt x="138537" y="134342"/>
                </a:cubicBezTo>
                <a:cubicBezTo>
                  <a:pt x="135010" y="138793"/>
                  <a:pt x="132100" y="142079"/>
                  <a:pt x="129807" y="144202"/>
                </a:cubicBezTo>
                <a:cubicBezTo>
                  <a:pt x="127513" y="146325"/>
                  <a:pt x="125287" y="147814"/>
                  <a:pt x="123131" y="148670"/>
                </a:cubicBezTo>
                <a:cubicBezTo>
                  <a:pt x="120974" y="149526"/>
                  <a:pt x="118115" y="149954"/>
                  <a:pt x="114554" y="149954"/>
                </a:cubicBezTo>
                <a:cubicBezTo>
                  <a:pt x="111336" y="149954"/>
                  <a:pt x="108700" y="149543"/>
                  <a:pt x="106646" y="148721"/>
                </a:cubicBezTo>
                <a:lnTo>
                  <a:pt x="110754" y="130131"/>
                </a:lnTo>
                <a:lnTo>
                  <a:pt x="117944" y="130131"/>
                </a:lnTo>
                <a:cubicBezTo>
                  <a:pt x="118355" y="133007"/>
                  <a:pt x="119553" y="134445"/>
                  <a:pt x="121539" y="134445"/>
                </a:cubicBezTo>
                <a:cubicBezTo>
                  <a:pt x="122497" y="134445"/>
                  <a:pt x="123507" y="134188"/>
                  <a:pt x="124568" y="133674"/>
                </a:cubicBezTo>
                <a:cubicBezTo>
                  <a:pt x="125630" y="133161"/>
                  <a:pt x="127153" y="131928"/>
                  <a:pt x="129139" y="129977"/>
                </a:cubicBezTo>
                <a:cubicBezTo>
                  <a:pt x="131125" y="128026"/>
                  <a:pt x="133864" y="124961"/>
                  <a:pt x="137356" y="120785"/>
                </a:cubicBezTo>
                <a:cubicBezTo>
                  <a:pt x="140848" y="116608"/>
                  <a:pt x="145915" y="110343"/>
                  <a:pt x="152556" y="101989"/>
                </a:cubicBezTo>
                <a:close/>
                <a:moveTo>
                  <a:pt x="271756" y="96443"/>
                </a:moveTo>
                <a:cubicBezTo>
                  <a:pt x="271756" y="73299"/>
                  <a:pt x="267922" y="54076"/>
                  <a:pt x="260253" y="38772"/>
                </a:cubicBezTo>
                <a:cubicBezTo>
                  <a:pt x="252584" y="23469"/>
                  <a:pt x="240704" y="13181"/>
                  <a:pt x="224613" y="7909"/>
                </a:cubicBezTo>
                <a:lnTo>
                  <a:pt x="227386" y="0"/>
                </a:lnTo>
                <a:cubicBezTo>
                  <a:pt x="247380" y="5272"/>
                  <a:pt x="262735" y="16656"/>
                  <a:pt x="273451" y="34150"/>
                </a:cubicBezTo>
                <a:cubicBezTo>
                  <a:pt x="284167" y="51645"/>
                  <a:pt x="289525" y="72751"/>
                  <a:pt x="289525" y="97470"/>
                </a:cubicBezTo>
                <a:cubicBezTo>
                  <a:pt x="289525" y="122257"/>
                  <a:pt x="284184" y="143363"/>
                  <a:pt x="273502" y="160789"/>
                </a:cubicBezTo>
                <a:cubicBezTo>
                  <a:pt x="262820" y="178215"/>
                  <a:pt x="247448" y="189565"/>
                  <a:pt x="227386" y="194837"/>
                </a:cubicBezTo>
                <a:lnTo>
                  <a:pt x="224921" y="186929"/>
                </a:lnTo>
                <a:cubicBezTo>
                  <a:pt x="240738" y="181656"/>
                  <a:pt x="252498" y="171248"/>
                  <a:pt x="260201" y="155705"/>
                </a:cubicBezTo>
                <a:cubicBezTo>
                  <a:pt x="267904" y="140162"/>
                  <a:pt x="271756" y="120408"/>
                  <a:pt x="271756" y="964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9B44F-BA9C-40BD-92B6-EA4A7BE5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71" y="2970993"/>
            <a:ext cx="3061252" cy="806756"/>
          </a:xfrm>
          <a:custGeom xmlns:a="http://schemas.openxmlformats.org/drawingml/2006/main">
            <a:pathLst>
              <a:path w="3061252" h="806756" fill="none">
                <a:moveTo>
                  <a:pt x="0" y="806756"/>
                </a:moveTo>
                <a:lnTo>
                  <a:pt x="3061252" y="806756"/>
                </a:lnTo>
                <a:lnTo>
                  <a:pt x="3061252" y="0"/>
                </a:lnTo>
                <a:lnTo>
                  <a:pt x="0" y="0"/>
                </a:lnTo>
                <a:lnTo>
                  <a:pt x="0" y="80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34" name="Text 𝑥iscontaminated,because">
            <a:extLst xmlns:a="http://schemas.openxmlformats.org/drawingml/2006/main">
              <a:ext uri="{FF2B5EF4-FFF2-40B4-BE49-F238E27FC236}">
                <a16:creationId xmlns:a16="http://schemas.microsoft.com/office/drawing/2014/main" id="{16FE4775-FE2B-4CF1-B24F-5BBD2A0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619" y="3122465"/>
            <a:ext cx="2558345" cy="190605"/>
          </a:xfrm>
          <a:custGeom xmlns:a="http://schemas.openxmlformats.org/drawingml/2006/main">
            <a:pathLst>
              <a:path w="2558345" h="190605">
                <a:moveTo>
                  <a:pt x="50654" y="106748"/>
                </a:moveTo>
                <a:cubicBezTo>
                  <a:pt x="49521" y="100780"/>
                  <a:pt x="48350" y="95038"/>
                  <a:pt x="47141" y="89523"/>
                </a:cubicBezTo>
                <a:cubicBezTo>
                  <a:pt x="45933" y="84008"/>
                  <a:pt x="44686" y="78871"/>
                  <a:pt x="43402" y="74112"/>
                </a:cubicBezTo>
                <a:cubicBezTo>
                  <a:pt x="42117" y="69352"/>
                  <a:pt x="41060" y="66236"/>
                  <a:pt x="40229" y="64763"/>
                </a:cubicBezTo>
                <a:cubicBezTo>
                  <a:pt x="39398" y="63290"/>
                  <a:pt x="38510" y="62270"/>
                  <a:pt x="37566" y="61703"/>
                </a:cubicBezTo>
                <a:cubicBezTo>
                  <a:pt x="36621" y="61136"/>
                  <a:pt x="35432" y="60853"/>
                  <a:pt x="33996" y="60853"/>
                </a:cubicBezTo>
                <a:cubicBezTo>
                  <a:pt x="32410" y="60853"/>
                  <a:pt x="30974" y="61212"/>
                  <a:pt x="29690" y="61930"/>
                </a:cubicBezTo>
                <a:cubicBezTo>
                  <a:pt x="28406" y="62647"/>
                  <a:pt x="27008" y="63894"/>
                  <a:pt x="25497" y="65669"/>
                </a:cubicBezTo>
                <a:cubicBezTo>
                  <a:pt x="23986" y="67445"/>
                  <a:pt x="21984" y="70221"/>
                  <a:pt x="19491" y="73998"/>
                </a:cubicBezTo>
                <a:lnTo>
                  <a:pt x="12125" y="69126"/>
                </a:lnTo>
                <a:cubicBezTo>
                  <a:pt x="16885" y="61949"/>
                  <a:pt x="21455" y="56585"/>
                  <a:pt x="25837" y="53034"/>
                </a:cubicBezTo>
                <a:cubicBezTo>
                  <a:pt x="30219" y="49483"/>
                  <a:pt x="35394" y="47708"/>
                  <a:pt x="41362" y="47708"/>
                </a:cubicBezTo>
                <a:cubicBezTo>
                  <a:pt x="43704" y="47708"/>
                  <a:pt x="45763" y="47972"/>
                  <a:pt x="47538" y="48501"/>
                </a:cubicBezTo>
                <a:cubicBezTo>
                  <a:pt x="49313" y="49030"/>
                  <a:pt x="50881" y="49842"/>
                  <a:pt x="52241" y="50938"/>
                </a:cubicBezTo>
                <a:cubicBezTo>
                  <a:pt x="53601" y="52033"/>
                  <a:pt x="54809" y="53450"/>
                  <a:pt x="55867" y="55187"/>
                </a:cubicBezTo>
                <a:cubicBezTo>
                  <a:pt x="56925" y="56925"/>
                  <a:pt x="57945" y="59286"/>
                  <a:pt x="58927" y="62270"/>
                </a:cubicBezTo>
                <a:cubicBezTo>
                  <a:pt x="59909" y="65254"/>
                  <a:pt x="60834" y="68956"/>
                  <a:pt x="61703" y="73375"/>
                </a:cubicBezTo>
                <a:cubicBezTo>
                  <a:pt x="62572" y="77795"/>
                  <a:pt x="63346" y="82384"/>
                  <a:pt x="64026" y="87144"/>
                </a:cubicBezTo>
                <a:lnTo>
                  <a:pt x="65159" y="87144"/>
                </a:lnTo>
                <a:cubicBezTo>
                  <a:pt x="72412" y="76945"/>
                  <a:pt x="77908" y="69484"/>
                  <a:pt x="81647" y="64763"/>
                </a:cubicBezTo>
                <a:cubicBezTo>
                  <a:pt x="85387" y="60041"/>
                  <a:pt x="88541" y="56528"/>
                  <a:pt x="91110" y="54224"/>
                </a:cubicBezTo>
                <a:cubicBezTo>
                  <a:pt x="93678" y="51920"/>
                  <a:pt x="96152" y="50295"/>
                  <a:pt x="98532" y="49351"/>
                </a:cubicBezTo>
                <a:cubicBezTo>
                  <a:pt x="100912" y="48407"/>
                  <a:pt x="104066" y="47935"/>
                  <a:pt x="107994" y="47935"/>
                </a:cubicBezTo>
                <a:cubicBezTo>
                  <a:pt x="111545" y="47935"/>
                  <a:pt x="114454" y="48388"/>
                  <a:pt x="116720" y="49294"/>
                </a:cubicBezTo>
                <a:lnTo>
                  <a:pt x="112187" y="69805"/>
                </a:lnTo>
                <a:lnTo>
                  <a:pt x="104255" y="69805"/>
                </a:lnTo>
                <a:cubicBezTo>
                  <a:pt x="103802" y="66632"/>
                  <a:pt x="102480" y="65046"/>
                  <a:pt x="100289" y="65046"/>
                </a:cubicBezTo>
                <a:cubicBezTo>
                  <a:pt x="99609" y="65046"/>
                  <a:pt x="98891" y="65159"/>
                  <a:pt x="98136" y="65386"/>
                </a:cubicBezTo>
                <a:cubicBezTo>
                  <a:pt x="97380" y="65613"/>
                  <a:pt x="96455" y="66104"/>
                  <a:pt x="95359" y="66859"/>
                </a:cubicBezTo>
                <a:cubicBezTo>
                  <a:pt x="94264" y="67615"/>
                  <a:pt x="92658" y="69088"/>
                  <a:pt x="90543" y="71279"/>
                </a:cubicBezTo>
                <a:cubicBezTo>
                  <a:pt x="88428" y="73469"/>
                  <a:pt x="86048" y="76151"/>
                  <a:pt x="83404" y="79324"/>
                </a:cubicBezTo>
                <a:cubicBezTo>
                  <a:pt x="80760" y="82497"/>
                  <a:pt x="78040" y="85821"/>
                  <a:pt x="75245" y="89297"/>
                </a:cubicBezTo>
                <a:lnTo>
                  <a:pt x="67539" y="98929"/>
                </a:lnTo>
                <a:cubicBezTo>
                  <a:pt x="68899" y="106181"/>
                  <a:pt x="70183" y="112452"/>
                  <a:pt x="71392" y="117740"/>
                </a:cubicBezTo>
                <a:cubicBezTo>
                  <a:pt x="72601" y="123028"/>
                  <a:pt x="73677" y="127429"/>
                  <a:pt x="74622" y="130942"/>
                </a:cubicBezTo>
                <a:cubicBezTo>
                  <a:pt x="75566" y="134455"/>
                  <a:pt x="76397" y="137231"/>
                  <a:pt x="77115" y="139271"/>
                </a:cubicBezTo>
                <a:cubicBezTo>
                  <a:pt x="77832" y="141311"/>
                  <a:pt x="78607" y="142841"/>
                  <a:pt x="79438" y="143860"/>
                </a:cubicBezTo>
                <a:cubicBezTo>
                  <a:pt x="80269" y="144880"/>
                  <a:pt x="81119" y="145598"/>
                  <a:pt x="81987" y="146014"/>
                </a:cubicBezTo>
                <a:cubicBezTo>
                  <a:pt x="82856" y="146429"/>
                  <a:pt x="83857" y="146637"/>
                  <a:pt x="84990" y="146637"/>
                </a:cubicBezTo>
                <a:cubicBezTo>
                  <a:pt x="87030" y="146637"/>
                  <a:pt x="89013" y="145844"/>
                  <a:pt x="90940" y="144257"/>
                </a:cubicBezTo>
                <a:cubicBezTo>
                  <a:pt x="92866" y="142671"/>
                  <a:pt x="95643" y="139082"/>
                  <a:pt x="99269" y="133492"/>
                </a:cubicBezTo>
                <a:lnTo>
                  <a:pt x="106635" y="138364"/>
                </a:lnTo>
                <a:cubicBezTo>
                  <a:pt x="101346" y="146221"/>
                  <a:pt x="96568" y="151755"/>
                  <a:pt x="92300" y="154966"/>
                </a:cubicBezTo>
                <a:cubicBezTo>
                  <a:pt x="88031" y="158177"/>
                  <a:pt x="82951" y="159782"/>
                  <a:pt x="77058" y="159782"/>
                </a:cubicBezTo>
                <a:cubicBezTo>
                  <a:pt x="73809" y="159782"/>
                  <a:pt x="71052" y="159196"/>
                  <a:pt x="68786" y="158026"/>
                </a:cubicBezTo>
                <a:cubicBezTo>
                  <a:pt x="66519" y="156855"/>
                  <a:pt x="64555" y="154985"/>
                  <a:pt x="62893" y="152416"/>
                </a:cubicBezTo>
                <a:cubicBezTo>
                  <a:pt x="61231" y="149848"/>
                  <a:pt x="59758" y="145844"/>
                  <a:pt x="58473" y="140404"/>
                </a:cubicBezTo>
                <a:cubicBezTo>
                  <a:pt x="56131" y="130734"/>
                  <a:pt x="54696" y="123331"/>
                  <a:pt x="54167" y="118193"/>
                </a:cubicBezTo>
                <a:lnTo>
                  <a:pt x="53034" y="118193"/>
                </a:lnTo>
                <a:cubicBezTo>
                  <a:pt x="45026" y="129450"/>
                  <a:pt x="39077" y="137533"/>
                  <a:pt x="35186" y="142444"/>
                </a:cubicBezTo>
                <a:cubicBezTo>
                  <a:pt x="31295" y="147354"/>
                  <a:pt x="28085" y="150981"/>
                  <a:pt x="25554" y="153323"/>
                </a:cubicBezTo>
                <a:cubicBezTo>
                  <a:pt x="23023" y="155665"/>
                  <a:pt x="20568" y="157308"/>
                  <a:pt x="18188" y="158252"/>
                </a:cubicBezTo>
                <a:cubicBezTo>
                  <a:pt x="15808" y="159196"/>
                  <a:pt x="12654" y="159669"/>
                  <a:pt x="8726" y="159669"/>
                </a:cubicBezTo>
                <a:cubicBezTo>
                  <a:pt x="5175" y="159669"/>
                  <a:pt x="2266" y="159215"/>
                  <a:pt x="0" y="158309"/>
                </a:cubicBezTo>
                <a:lnTo>
                  <a:pt x="4533" y="137798"/>
                </a:lnTo>
                <a:lnTo>
                  <a:pt x="12465" y="137798"/>
                </a:lnTo>
                <a:cubicBezTo>
                  <a:pt x="12919" y="140971"/>
                  <a:pt x="14241" y="142557"/>
                  <a:pt x="16431" y="142557"/>
                </a:cubicBezTo>
                <a:cubicBezTo>
                  <a:pt x="17489" y="142557"/>
                  <a:pt x="18603" y="142274"/>
                  <a:pt x="19774" y="141707"/>
                </a:cubicBezTo>
                <a:cubicBezTo>
                  <a:pt x="20945" y="141141"/>
                  <a:pt x="22626" y="139781"/>
                  <a:pt x="24817" y="137628"/>
                </a:cubicBezTo>
                <a:cubicBezTo>
                  <a:pt x="27008" y="135475"/>
                  <a:pt x="30030" y="132094"/>
                  <a:pt x="33883" y="127486"/>
                </a:cubicBezTo>
                <a:cubicBezTo>
                  <a:pt x="37736" y="122877"/>
                  <a:pt x="43326" y="115965"/>
                  <a:pt x="50654" y="106748"/>
                </a:cubicBezTo>
                <a:close/>
                <a:moveTo>
                  <a:pt x="214969" y="155699"/>
                </a:moveTo>
                <a:cubicBezTo>
                  <a:pt x="214969" y="156152"/>
                  <a:pt x="214856" y="156569"/>
                  <a:pt x="214629" y="156949"/>
                </a:cubicBezTo>
                <a:cubicBezTo>
                  <a:pt x="214402" y="157327"/>
                  <a:pt x="214044" y="157629"/>
                  <a:pt x="213553" y="157856"/>
                </a:cubicBezTo>
                <a:cubicBezTo>
                  <a:pt x="213061" y="158082"/>
                  <a:pt x="212382" y="158271"/>
                  <a:pt x="211513" y="158422"/>
                </a:cubicBezTo>
                <a:cubicBezTo>
                  <a:pt x="210644" y="158573"/>
                  <a:pt x="209530" y="158649"/>
                  <a:pt x="208170" y="158649"/>
                </a:cubicBezTo>
                <a:cubicBezTo>
                  <a:pt x="206885" y="158649"/>
                  <a:pt x="205809" y="158573"/>
                  <a:pt x="204940" y="158422"/>
                </a:cubicBezTo>
                <a:cubicBezTo>
                  <a:pt x="204071" y="158271"/>
                  <a:pt x="203373" y="158082"/>
                  <a:pt x="202844" y="157856"/>
                </a:cubicBezTo>
                <a:cubicBezTo>
                  <a:pt x="202315" y="157629"/>
                  <a:pt x="201956" y="157327"/>
                  <a:pt x="201767" y="156949"/>
                </a:cubicBezTo>
                <a:cubicBezTo>
                  <a:pt x="201578" y="156569"/>
                  <a:pt x="201484" y="156152"/>
                  <a:pt x="201484" y="155699"/>
                </a:cubicBezTo>
                <a:lnTo>
                  <a:pt x="201484" y="53038"/>
                </a:lnTo>
                <a:cubicBezTo>
                  <a:pt x="201484" y="52584"/>
                  <a:pt x="201578" y="52169"/>
                  <a:pt x="201767" y="51791"/>
                </a:cubicBezTo>
                <a:cubicBezTo>
                  <a:pt x="201956" y="51411"/>
                  <a:pt x="202315" y="51089"/>
                  <a:pt x="202844" y="50824"/>
                </a:cubicBezTo>
                <a:cubicBezTo>
                  <a:pt x="203373" y="50560"/>
                  <a:pt x="204071" y="50371"/>
                  <a:pt x="204940" y="50258"/>
                </a:cubicBezTo>
                <a:cubicBezTo>
                  <a:pt x="205809" y="50144"/>
                  <a:pt x="206885" y="50088"/>
                  <a:pt x="208170" y="50088"/>
                </a:cubicBezTo>
                <a:cubicBezTo>
                  <a:pt x="209530" y="50088"/>
                  <a:pt x="210644" y="50144"/>
                  <a:pt x="211513" y="50258"/>
                </a:cubicBezTo>
                <a:cubicBezTo>
                  <a:pt x="212382" y="50371"/>
                  <a:pt x="213061" y="50560"/>
                  <a:pt x="213553" y="50824"/>
                </a:cubicBezTo>
                <a:cubicBezTo>
                  <a:pt x="214044" y="51089"/>
                  <a:pt x="214402" y="51411"/>
                  <a:pt x="214629" y="51791"/>
                </a:cubicBezTo>
                <a:cubicBezTo>
                  <a:pt x="214856" y="52169"/>
                  <a:pt x="214969" y="52584"/>
                  <a:pt x="214969" y="53038"/>
                </a:cubicBezTo>
                <a:lnTo>
                  <a:pt x="214969" y="155699"/>
                </a:lnTo>
                <a:moveTo>
                  <a:pt x="217009" y="18301"/>
                </a:moveTo>
                <a:cubicBezTo>
                  <a:pt x="217009" y="21949"/>
                  <a:pt x="216367" y="24419"/>
                  <a:pt x="215082" y="25713"/>
                </a:cubicBezTo>
                <a:cubicBezTo>
                  <a:pt x="213798" y="27005"/>
                  <a:pt x="211456" y="27650"/>
                  <a:pt x="208056" y="27650"/>
                </a:cubicBezTo>
                <a:cubicBezTo>
                  <a:pt x="204732" y="27650"/>
                  <a:pt x="202447" y="27023"/>
                  <a:pt x="201201" y="25770"/>
                </a:cubicBezTo>
                <a:cubicBezTo>
                  <a:pt x="199954" y="24516"/>
                  <a:pt x="199331" y="22064"/>
                  <a:pt x="199331" y="18415"/>
                </a:cubicBezTo>
                <a:cubicBezTo>
                  <a:pt x="199331" y="14767"/>
                  <a:pt x="199973" y="12298"/>
                  <a:pt x="201257" y="11006"/>
                </a:cubicBezTo>
                <a:cubicBezTo>
                  <a:pt x="202542" y="9713"/>
                  <a:pt x="204883" y="9066"/>
                  <a:pt x="208283" y="9066"/>
                </a:cubicBezTo>
                <a:cubicBezTo>
                  <a:pt x="211607" y="9066"/>
                  <a:pt x="213892" y="9692"/>
                  <a:pt x="215139" y="10946"/>
                </a:cubicBezTo>
                <a:cubicBezTo>
                  <a:pt x="216386" y="12200"/>
                  <a:pt x="217009" y="14651"/>
                  <a:pt x="217009" y="18301"/>
                </a:cubicBezTo>
                <a:close/>
                <a:moveTo>
                  <a:pt x="316773" y="128474"/>
                </a:moveTo>
                <a:cubicBezTo>
                  <a:pt x="316773" y="133389"/>
                  <a:pt x="315867" y="137794"/>
                  <a:pt x="314054" y="141690"/>
                </a:cubicBezTo>
                <a:cubicBezTo>
                  <a:pt x="312240" y="145583"/>
                  <a:pt x="309653" y="148891"/>
                  <a:pt x="306291" y="151616"/>
                </a:cubicBezTo>
                <a:cubicBezTo>
                  <a:pt x="302929" y="154338"/>
                  <a:pt x="298906" y="156418"/>
                  <a:pt x="294222" y="157856"/>
                </a:cubicBezTo>
                <a:cubicBezTo>
                  <a:pt x="289539" y="159291"/>
                  <a:pt x="284364" y="160009"/>
                  <a:pt x="278698" y="160009"/>
                </a:cubicBezTo>
                <a:cubicBezTo>
                  <a:pt x="275147" y="160009"/>
                  <a:pt x="271785" y="159725"/>
                  <a:pt x="268612" y="159159"/>
                </a:cubicBezTo>
                <a:cubicBezTo>
                  <a:pt x="265439" y="158592"/>
                  <a:pt x="262568" y="157874"/>
                  <a:pt x="260000" y="157006"/>
                </a:cubicBezTo>
                <a:cubicBezTo>
                  <a:pt x="257431" y="156137"/>
                  <a:pt x="255259" y="155211"/>
                  <a:pt x="253484" y="154229"/>
                </a:cubicBezTo>
                <a:cubicBezTo>
                  <a:pt x="251708" y="153247"/>
                  <a:pt x="250405" y="152378"/>
                  <a:pt x="249574" y="151623"/>
                </a:cubicBezTo>
                <a:cubicBezTo>
                  <a:pt x="248743" y="150867"/>
                  <a:pt x="248139" y="149918"/>
                  <a:pt x="247761" y="148776"/>
                </a:cubicBezTo>
                <a:cubicBezTo>
                  <a:pt x="247383" y="147631"/>
                  <a:pt x="247194" y="146106"/>
                  <a:pt x="247194" y="144200"/>
                </a:cubicBezTo>
                <a:cubicBezTo>
                  <a:pt x="247194" y="143209"/>
                  <a:pt x="247270" y="142332"/>
                  <a:pt x="247421" y="141569"/>
                </a:cubicBezTo>
                <a:cubicBezTo>
                  <a:pt x="247572" y="140807"/>
                  <a:pt x="247761" y="140159"/>
                  <a:pt x="247988" y="139625"/>
                </a:cubicBezTo>
                <a:cubicBezTo>
                  <a:pt x="248214" y="139092"/>
                  <a:pt x="248517" y="138691"/>
                  <a:pt x="248894" y="138425"/>
                </a:cubicBezTo>
                <a:cubicBezTo>
                  <a:pt x="249272" y="138158"/>
                  <a:pt x="249688" y="138024"/>
                  <a:pt x="250141" y="138024"/>
                </a:cubicBezTo>
                <a:cubicBezTo>
                  <a:pt x="250972" y="138024"/>
                  <a:pt x="252181" y="138559"/>
                  <a:pt x="253767" y="139629"/>
                </a:cubicBezTo>
                <a:cubicBezTo>
                  <a:pt x="255354" y="140698"/>
                  <a:pt x="257337" y="141863"/>
                  <a:pt x="259716" y="143124"/>
                </a:cubicBezTo>
                <a:cubicBezTo>
                  <a:pt x="262096" y="144385"/>
                  <a:pt x="264929" y="145550"/>
                  <a:pt x="268215" y="146619"/>
                </a:cubicBezTo>
                <a:cubicBezTo>
                  <a:pt x="271502" y="147689"/>
                  <a:pt x="275298" y="148223"/>
                  <a:pt x="279604" y="148223"/>
                </a:cubicBezTo>
                <a:cubicBezTo>
                  <a:pt x="283079" y="148223"/>
                  <a:pt x="286252" y="147846"/>
                  <a:pt x="289123" y="147090"/>
                </a:cubicBezTo>
                <a:cubicBezTo>
                  <a:pt x="291994" y="146332"/>
                  <a:pt x="294487" y="145197"/>
                  <a:pt x="296602" y="143683"/>
                </a:cubicBezTo>
                <a:cubicBezTo>
                  <a:pt x="298718" y="142170"/>
                  <a:pt x="300361" y="140221"/>
                  <a:pt x="301532" y="137837"/>
                </a:cubicBezTo>
                <a:cubicBezTo>
                  <a:pt x="302703" y="135452"/>
                  <a:pt x="303288" y="132671"/>
                  <a:pt x="303288" y="129494"/>
                </a:cubicBezTo>
                <a:cubicBezTo>
                  <a:pt x="303288" y="126318"/>
                  <a:pt x="302533" y="123634"/>
                  <a:pt x="301022" y="121441"/>
                </a:cubicBezTo>
                <a:cubicBezTo>
                  <a:pt x="299511" y="119247"/>
                  <a:pt x="297528" y="117338"/>
                  <a:pt x="295072" y="115711"/>
                </a:cubicBezTo>
                <a:cubicBezTo>
                  <a:pt x="292617" y="114084"/>
                  <a:pt x="289822" y="112648"/>
                  <a:pt x="286687" y="111401"/>
                </a:cubicBezTo>
                <a:cubicBezTo>
                  <a:pt x="283551" y="110152"/>
                  <a:pt x="280341" y="108867"/>
                  <a:pt x="277054" y="107545"/>
                </a:cubicBezTo>
                <a:cubicBezTo>
                  <a:pt x="273768" y="106220"/>
                  <a:pt x="270557" y="104765"/>
                  <a:pt x="267422" y="103178"/>
                </a:cubicBezTo>
                <a:cubicBezTo>
                  <a:pt x="264287" y="101590"/>
                  <a:pt x="261492" y="99661"/>
                  <a:pt x="259036" y="97392"/>
                </a:cubicBezTo>
                <a:cubicBezTo>
                  <a:pt x="256581" y="95123"/>
                  <a:pt x="254598" y="92401"/>
                  <a:pt x="253087" y="89226"/>
                </a:cubicBezTo>
                <a:cubicBezTo>
                  <a:pt x="251576" y="86048"/>
                  <a:pt x="250821" y="82228"/>
                  <a:pt x="250821" y="77766"/>
                </a:cubicBezTo>
                <a:cubicBezTo>
                  <a:pt x="250821" y="74213"/>
                  <a:pt x="251501" y="70717"/>
                  <a:pt x="252860" y="67277"/>
                </a:cubicBezTo>
                <a:cubicBezTo>
                  <a:pt x="254220" y="63835"/>
                  <a:pt x="256317" y="60753"/>
                  <a:pt x="259150" y="58031"/>
                </a:cubicBezTo>
                <a:cubicBezTo>
                  <a:pt x="261983" y="55306"/>
                  <a:pt x="265609" y="53113"/>
                  <a:pt x="270029" y="51451"/>
                </a:cubicBezTo>
                <a:cubicBezTo>
                  <a:pt x="274448" y="49787"/>
                  <a:pt x="279680" y="48954"/>
                  <a:pt x="285723" y="48954"/>
                </a:cubicBezTo>
                <a:cubicBezTo>
                  <a:pt x="288292" y="48954"/>
                  <a:pt x="290842" y="49162"/>
                  <a:pt x="293373" y="49578"/>
                </a:cubicBezTo>
                <a:cubicBezTo>
                  <a:pt x="295903" y="49993"/>
                  <a:pt x="298208" y="50541"/>
                  <a:pt x="300285" y="51221"/>
                </a:cubicBezTo>
                <a:cubicBezTo>
                  <a:pt x="302363" y="51901"/>
                  <a:pt x="304157" y="52637"/>
                  <a:pt x="305668" y="53431"/>
                </a:cubicBezTo>
                <a:cubicBezTo>
                  <a:pt x="307179" y="54224"/>
                  <a:pt x="308331" y="54923"/>
                  <a:pt x="309124" y="55527"/>
                </a:cubicBezTo>
                <a:cubicBezTo>
                  <a:pt x="309917" y="56131"/>
                  <a:pt x="310446" y="56641"/>
                  <a:pt x="310711" y="57057"/>
                </a:cubicBezTo>
                <a:cubicBezTo>
                  <a:pt x="310975" y="57472"/>
                  <a:pt x="311164" y="57907"/>
                  <a:pt x="311277" y="58360"/>
                </a:cubicBezTo>
                <a:cubicBezTo>
                  <a:pt x="311391" y="58813"/>
                  <a:pt x="311485" y="59361"/>
                  <a:pt x="311561" y="60003"/>
                </a:cubicBezTo>
                <a:cubicBezTo>
                  <a:pt x="311636" y="60645"/>
                  <a:pt x="311674" y="61420"/>
                  <a:pt x="311674" y="62326"/>
                </a:cubicBezTo>
                <a:cubicBezTo>
                  <a:pt x="311674" y="63233"/>
                  <a:pt x="311617" y="64045"/>
                  <a:pt x="311504" y="64763"/>
                </a:cubicBezTo>
                <a:cubicBezTo>
                  <a:pt x="311391" y="65480"/>
                  <a:pt x="311221" y="66104"/>
                  <a:pt x="310994" y="66632"/>
                </a:cubicBezTo>
                <a:cubicBezTo>
                  <a:pt x="310767" y="67161"/>
                  <a:pt x="310484" y="67558"/>
                  <a:pt x="310144" y="67822"/>
                </a:cubicBezTo>
                <a:cubicBezTo>
                  <a:pt x="309804" y="68087"/>
                  <a:pt x="309407" y="68219"/>
                  <a:pt x="308954" y="68219"/>
                </a:cubicBezTo>
                <a:cubicBezTo>
                  <a:pt x="308350" y="68219"/>
                  <a:pt x="307443" y="67803"/>
                  <a:pt x="306234" y="66972"/>
                </a:cubicBezTo>
                <a:cubicBezTo>
                  <a:pt x="305026" y="66141"/>
                  <a:pt x="303439" y="65235"/>
                  <a:pt x="301475" y="64253"/>
                </a:cubicBezTo>
                <a:cubicBezTo>
                  <a:pt x="299511" y="63271"/>
                  <a:pt x="297169" y="62364"/>
                  <a:pt x="294449" y="61533"/>
                </a:cubicBezTo>
                <a:cubicBezTo>
                  <a:pt x="291729" y="60702"/>
                  <a:pt x="288594" y="60287"/>
                  <a:pt x="285044" y="60287"/>
                </a:cubicBezTo>
                <a:cubicBezTo>
                  <a:pt x="281493" y="60287"/>
                  <a:pt x="278376" y="60703"/>
                  <a:pt x="275695" y="61537"/>
                </a:cubicBezTo>
                <a:cubicBezTo>
                  <a:pt x="273013" y="62368"/>
                  <a:pt x="270803" y="63540"/>
                  <a:pt x="269065" y="65053"/>
                </a:cubicBezTo>
                <a:cubicBezTo>
                  <a:pt x="267328" y="66566"/>
                  <a:pt x="266025" y="68345"/>
                  <a:pt x="265156" y="70390"/>
                </a:cubicBezTo>
                <a:cubicBezTo>
                  <a:pt x="264287" y="72432"/>
                  <a:pt x="263853" y="74664"/>
                  <a:pt x="263853" y="77086"/>
                </a:cubicBezTo>
                <a:cubicBezTo>
                  <a:pt x="263853" y="80413"/>
                  <a:pt x="264608" y="83210"/>
                  <a:pt x="266119" y="85479"/>
                </a:cubicBezTo>
                <a:cubicBezTo>
                  <a:pt x="267630" y="87748"/>
                  <a:pt x="269632" y="89714"/>
                  <a:pt x="272125" y="91379"/>
                </a:cubicBezTo>
                <a:cubicBezTo>
                  <a:pt x="274618" y="93043"/>
                  <a:pt x="277451" y="94519"/>
                  <a:pt x="280624" y="95805"/>
                </a:cubicBezTo>
                <a:cubicBezTo>
                  <a:pt x="283797" y="97090"/>
                  <a:pt x="287027" y="98375"/>
                  <a:pt x="290313" y="99662"/>
                </a:cubicBezTo>
                <a:cubicBezTo>
                  <a:pt x="293599" y="100946"/>
                  <a:pt x="296829" y="102364"/>
                  <a:pt x="300002" y="103915"/>
                </a:cubicBezTo>
                <a:cubicBezTo>
                  <a:pt x="303175" y="105464"/>
                  <a:pt x="306008" y="107335"/>
                  <a:pt x="308501" y="109528"/>
                </a:cubicBezTo>
                <a:cubicBezTo>
                  <a:pt x="310994" y="111721"/>
                  <a:pt x="312996" y="114350"/>
                  <a:pt x="314507" y="117414"/>
                </a:cubicBezTo>
                <a:cubicBezTo>
                  <a:pt x="316018" y="120476"/>
                  <a:pt x="316773" y="124163"/>
                  <a:pt x="316773" y="128474"/>
                </a:cubicBezTo>
                <a:close/>
                <a:moveTo>
                  <a:pt x="471532" y="140631"/>
                </a:moveTo>
                <a:cubicBezTo>
                  <a:pt x="471532" y="141537"/>
                  <a:pt x="471494" y="142350"/>
                  <a:pt x="471419" y="143067"/>
                </a:cubicBezTo>
                <a:cubicBezTo>
                  <a:pt x="471343" y="143785"/>
                  <a:pt x="471230" y="144408"/>
                  <a:pt x="471079" y="144937"/>
                </a:cubicBezTo>
                <a:cubicBezTo>
                  <a:pt x="470928" y="145466"/>
                  <a:pt x="470720" y="145938"/>
                  <a:pt x="470456" y="146354"/>
                </a:cubicBezTo>
                <a:cubicBezTo>
                  <a:pt x="470191" y="146769"/>
                  <a:pt x="469568" y="147468"/>
                  <a:pt x="468586" y="148450"/>
                </a:cubicBezTo>
                <a:cubicBezTo>
                  <a:pt x="467604" y="149432"/>
                  <a:pt x="465961" y="150679"/>
                  <a:pt x="463656" y="152190"/>
                </a:cubicBezTo>
                <a:cubicBezTo>
                  <a:pt x="461352" y="153700"/>
                  <a:pt x="458765" y="155023"/>
                  <a:pt x="455894" y="156156"/>
                </a:cubicBezTo>
                <a:cubicBezTo>
                  <a:pt x="453023" y="157289"/>
                  <a:pt x="449926" y="158214"/>
                  <a:pt x="446602" y="158932"/>
                </a:cubicBezTo>
                <a:cubicBezTo>
                  <a:pt x="443278" y="159650"/>
                  <a:pt x="439840" y="160009"/>
                  <a:pt x="436289" y="160009"/>
                </a:cubicBezTo>
                <a:cubicBezTo>
                  <a:pt x="429188" y="160009"/>
                  <a:pt x="422899" y="158818"/>
                  <a:pt x="417422" y="156435"/>
                </a:cubicBezTo>
                <a:cubicBezTo>
                  <a:pt x="411944" y="154053"/>
                  <a:pt x="407355" y="150537"/>
                  <a:pt x="403653" y="145886"/>
                </a:cubicBezTo>
                <a:cubicBezTo>
                  <a:pt x="399951" y="141235"/>
                  <a:pt x="397137" y="135525"/>
                  <a:pt x="395211" y="128757"/>
                </a:cubicBezTo>
                <a:cubicBezTo>
                  <a:pt x="393284" y="121988"/>
                  <a:pt x="392321" y="114180"/>
                  <a:pt x="392321" y="105331"/>
                </a:cubicBezTo>
                <a:cubicBezTo>
                  <a:pt x="392321" y="95350"/>
                  <a:pt x="393511" y="86805"/>
                  <a:pt x="395891" y="79696"/>
                </a:cubicBezTo>
                <a:cubicBezTo>
                  <a:pt x="398270" y="72588"/>
                  <a:pt x="401538" y="66765"/>
                  <a:pt x="405693" y="62227"/>
                </a:cubicBezTo>
                <a:cubicBezTo>
                  <a:pt x="409848" y="57690"/>
                  <a:pt x="414702" y="54343"/>
                  <a:pt x="420255" y="52188"/>
                </a:cubicBezTo>
                <a:cubicBezTo>
                  <a:pt x="425807" y="50032"/>
                  <a:pt x="431757" y="48954"/>
                  <a:pt x="438103" y="48954"/>
                </a:cubicBezTo>
                <a:cubicBezTo>
                  <a:pt x="441502" y="48954"/>
                  <a:pt x="444751" y="49279"/>
                  <a:pt x="447848" y="49928"/>
                </a:cubicBezTo>
                <a:cubicBezTo>
                  <a:pt x="450946" y="50575"/>
                  <a:pt x="453797" y="51432"/>
                  <a:pt x="456404" y="52499"/>
                </a:cubicBezTo>
                <a:cubicBezTo>
                  <a:pt x="459010" y="53564"/>
                  <a:pt x="461333" y="54782"/>
                  <a:pt x="463373" y="56154"/>
                </a:cubicBezTo>
                <a:cubicBezTo>
                  <a:pt x="465413" y="57526"/>
                  <a:pt x="466905" y="58688"/>
                  <a:pt x="467849" y="59642"/>
                </a:cubicBezTo>
                <a:cubicBezTo>
                  <a:pt x="468794" y="60593"/>
                  <a:pt x="469436" y="61317"/>
                  <a:pt x="469776" y="61813"/>
                </a:cubicBezTo>
                <a:cubicBezTo>
                  <a:pt x="470116" y="62306"/>
                  <a:pt x="470380" y="62855"/>
                  <a:pt x="470569" y="63460"/>
                </a:cubicBezTo>
                <a:cubicBezTo>
                  <a:pt x="470758" y="64064"/>
                  <a:pt x="470890" y="64725"/>
                  <a:pt x="470966" y="65443"/>
                </a:cubicBezTo>
                <a:cubicBezTo>
                  <a:pt x="471041" y="66160"/>
                  <a:pt x="471079" y="67010"/>
                  <a:pt x="471079" y="67992"/>
                </a:cubicBezTo>
                <a:cubicBezTo>
                  <a:pt x="471079" y="70183"/>
                  <a:pt x="470758" y="71713"/>
                  <a:pt x="470116" y="72582"/>
                </a:cubicBezTo>
                <a:cubicBezTo>
                  <a:pt x="469473" y="73451"/>
                  <a:pt x="468775" y="73885"/>
                  <a:pt x="468019" y="73885"/>
                </a:cubicBezTo>
                <a:cubicBezTo>
                  <a:pt x="466962" y="73885"/>
                  <a:pt x="465658" y="73199"/>
                  <a:pt x="464110" y="71828"/>
                </a:cubicBezTo>
                <a:cubicBezTo>
                  <a:pt x="462561" y="70456"/>
                  <a:pt x="460578" y="68951"/>
                  <a:pt x="458160" y="67312"/>
                </a:cubicBezTo>
                <a:cubicBezTo>
                  <a:pt x="455743" y="65674"/>
                  <a:pt x="452815" y="64169"/>
                  <a:pt x="449378" y="62797"/>
                </a:cubicBezTo>
                <a:cubicBezTo>
                  <a:pt x="445941" y="61426"/>
                  <a:pt x="441842" y="60740"/>
                  <a:pt x="437083" y="60740"/>
                </a:cubicBezTo>
                <a:cubicBezTo>
                  <a:pt x="427262" y="60740"/>
                  <a:pt x="419688" y="64522"/>
                  <a:pt x="414362" y="72086"/>
                </a:cubicBezTo>
                <a:cubicBezTo>
                  <a:pt x="409036" y="79650"/>
                  <a:pt x="406373" y="90581"/>
                  <a:pt x="406373" y="104878"/>
                </a:cubicBezTo>
                <a:cubicBezTo>
                  <a:pt x="406373" y="112065"/>
                  <a:pt x="407090" y="118362"/>
                  <a:pt x="408526" y="123771"/>
                </a:cubicBezTo>
                <a:cubicBezTo>
                  <a:pt x="409961" y="129180"/>
                  <a:pt x="412020" y="133680"/>
                  <a:pt x="414702" y="137274"/>
                </a:cubicBezTo>
                <a:cubicBezTo>
                  <a:pt x="417384" y="140867"/>
                  <a:pt x="420651" y="143552"/>
                  <a:pt x="424504" y="145330"/>
                </a:cubicBezTo>
                <a:cubicBezTo>
                  <a:pt x="428357" y="147108"/>
                  <a:pt x="432701" y="147997"/>
                  <a:pt x="437536" y="147997"/>
                </a:cubicBezTo>
                <a:cubicBezTo>
                  <a:pt x="442069" y="147997"/>
                  <a:pt x="446073" y="147279"/>
                  <a:pt x="449548" y="145844"/>
                </a:cubicBezTo>
                <a:cubicBezTo>
                  <a:pt x="453023" y="144408"/>
                  <a:pt x="456045" y="142822"/>
                  <a:pt x="458614" y="141084"/>
                </a:cubicBezTo>
                <a:cubicBezTo>
                  <a:pt x="461182" y="139347"/>
                  <a:pt x="463316" y="137760"/>
                  <a:pt x="465016" y="136325"/>
                </a:cubicBezTo>
                <a:cubicBezTo>
                  <a:pt x="466716" y="134889"/>
                  <a:pt x="467981" y="134172"/>
                  <a:pt x="468812" y="134172"/>
                </a:cubicBezTo>
                <a:cubicBezTo>
                  <a:pt x="469266" y="134172"/>
                  <a:pt x="469662" y="134304"/>
                  <a:pt x="470002" y="134568"/>
                </a:cubicBezTo>
                <a:cubicBezTo>
                  <a:pt x="470342" y="134833"/>
                  <a:pt x="470626" y="135248"/>
                  <a:pt x="470852" y="135815"/>
                </a:cubicBezTo>
                <a:cubicBezTo>
                  <a:pt x="471079" y="136381"/>
                  <a:pt x="471249" y="137061"/>
                  <a:pt x="471362" y="137854"/>
                </a:cubicBezTo>
                <a:cubicBezTo>
                  <a:pt x="471475" y="138648"/>
                  <a:pt x="471532" y="139573"/>
                  <a:pt x="471532" y="140631"/>
                </a:cubicBezTo>
                <a:close/>
                <a:moveTo>
                  <a:pt x="590014" y="103405"/>
                </a:moveTo>
                <a:cubicBezTo>
                  <a:pt x="590014" y="111571"/>
                  <a:pt x="588957" y="119095"/>
                  <a:pt x="586841" y="125977"/>
                </a:cubicBezTo>
                <a:cubicBezTo>
                  <a:pt x="584726" y="132859"/>
                  <a:pt x="581572" y="138834"/>
                  <a:pt x="577379" y="143903"/>
                </a:cubicBezTo>
                <a:cubicBezTo>
                  <a:pt x="573186" y="148969"/>
                  <a:pt x="567955" y="152920"/>
                  <a:pt x="561684" y="155756"/>
                </a:cubicBezTo>
                <a:cubicBezTo>
                  <a:pt x="555414" y="158591"/>
                  <a:pt x="548123" y="160009"/>
                  <a:pt x="539813" y="160009"/>
                </a:cubicBezTo>
                <a:cubicBezTo>
                  <a:pt x="531805" y="160009"/>
                  <a:pt x="524798" y="158742"/>
                  <a:pt x="518792" y="156209"/>
                </a:cubicBezTo>
                <a:cubicBezTo>
                  <a:pt x="512786" y="153676"/>
                  <a:pt x="507762" y="150046"/>
                  <a:pt x="503721" y="145319"/>
                </a:cubicBezTo>
                <a:cubicBezTo>
                  <a:pt x="499679" y="140593"/>
                  <a:pt x="496657" y="134864"/>
                  <a:pt x="494655" y="128134"/>
                </a:cubicBezTo>
                <a:cubicBezTo>
                  <a:pt x="492653" y="121403"/>
                  <a:pt x="491652" y="113802"/>
                  <a:pt x="491652" y="105331"/>
                </a:cubicBezTo>
                <a:cubicBezTo>
                  <a:pt x="491652" y="97165"/>
                  <a:pt x="492691" y="89641"/>
                  <a:pt x="494768" y="82759"/>
                </a:cubicBezTo>
                <a:cubicBezTo>
                  <a:pt x="496846" y="75878"/>
                  <a:pt x="499981" y="69922"/>
                  <a:pt x="504174" y="64894"/>
                </a:cubicBezTo>
                <a:cubicBezTo>
                  <a:pt x="508367" y="59863"/>
                  <a:pt x="513598" y="55948"/>
                  <a:pt x="519869" y="53151"/>
                </a:cubicBezTo>
                <a:cubicBezTo>
                  <a:pt x="526139" y="50353"/>
                  <a:pt x="533467" y="48954"/>
                  <a:pt x="541853" y="48954"/>
                </a:cubicBezTo>
                <a:cubicBezTo>
                  <a:pt x="549861" y="48954"/>
                  <a:pt x="556868" y="50202"/>
                  <a:pt x="562874" y="52698"/>
                </a:cubicBezTo>
                <a:cubicBezTo>
                  <a:pt x="568880" y="55193"/>
                  <a:pt x="573885" y="58804"/>
                  <a:pt x="577889" y="63530"/>
                </a:cubicBezTo>
                <a:cubicBezTo>
                  <a:pt x="581893" y="68257"/>
                  <a:pt x="584915" y="73985"/>
                  <a:pt x="586955" y="80716"/>
                </a:cubicBezTo>
                <a:cubicBezTo>
                  <a:pt x="588994" y="87447"/>
                  <a:pt x="590014" y="95010"/>
                  <a:pt x="590014" y="103405"/>
                </a:cubicBezTo>
                <a:moveTo>
                  <a:pt x="575736" y="104652"/>
                </a:moveTo>
                <a:cubicBezTo>
                  <a:pt x="575736" y="98827"/>
                  <a:pt x="575169" y="93268"/>
                  <a:pt x="574036" y="87972"/>
                </a:cubicBezTo>
                <a:cubicBezTo>
                  <a:pt x="572903" y="82677"/>
                  <a:pt x="571014" y="78006"/>
                  <a:pt x="568370" y="73959"/>
                </a:cubicBezTo>
                <a:cubicBezTo>
                  <a:pt x="565726" y="69913"/>
                  <a:pt x="562175" y="66699"/>
                  <a:pt x="557718" y="64316"/>
                </a:cubicBezTo>
                <a:cubicBezTo>
                  <a:pt x="553261" y="61932"/>
                  <a:pt x="547708" y="60740"/>
                  <a:pt x="541060" y="60740"/>
                </a:cubicBezTo>
                <a:cubicBezTo>
                  <a:pt x="534940" y="60740"/>
                  <a:pt x="529652" y="61836"/>
                  <a:pt x="525195" y="64030"/>
                </a:cubicBezTo>
                <a:cubicBezTo>
                  <a:pt x="520738" y="66223"/>
                  <a:pt x="517093" y="69268"/>
                  <a:pt x="514259" y="73166"/>
                </a:cubicBezTo>
                <a:cubicBezTo>
                  <a:pt x="511426" y="77062"/>
                  <a:pt x="509330" y="81657"/>
                  <a:pt x="507970" y="86952"/>
                </a:cubicBezTo>
                <a:cubicBezTo>
                  <a:pt x="506610" y="92248"/>
                  <a:pt x="505930" y="97959"/>
                  <a:pt x="505930" y="104085"/>
                </a:cubicBezTo>
                <a:cubicBezTo>
                  <a:pt x="505930" y="109985"/>
                  <a:pt x="506497" y="115601"/>
                  <a:pt x="507630" y="120934"/>
                </a:cubicBezTo>
                <a:cubicBezTo>
                  <a:pt x="508763" y="126267"/>
                  <a:pt x="510652" y="130938"/>
                  <a:pt x="513296" y="134947"/>
                </a:cubicBezTo>
                <a:cubicBezTo>
                  <a:pt x="515940" y="138956"/>
                  <a:pt x="519491" y="142133"/>
                  <a:pt x="523948" y="144480"/>
                </a:cubicBezTo>
                <a:cubicBezTo>
                  <a:pt x="528406" y="146824"/>
                  <a:pt x="533958" y="147997"/>
                  <a:pt x="540607" y="147997"/>
                </a:cubicBezTo>
                <a:cubicBezTo>
                  <a:pt x="546726" y="147997"/>
                  <a:pt x="552014" y="146900"/>
                  <a:pt x="556471" y="144707"/>
                </a:cubicBezTo>
                <a:cubicBezTo>
                  <a:pt x="560929" y="142514"/>
                  <a:pt x="564574" y="139488"/>
                  <a:pt x="567407" y="135631"/>
                </a:cubicBezTo>
                <a:cubicBezTo>
                  <a:pt x="570240" y="131771"/>
                  <a:pt x="572336" y="127194"/>
                  <a:pt x="573696" y="121901"/>
                </a:cubicBezTo>
                <a:cubicBezTo>
                  <a:pt x="575056" y="116606"/>
                  <a:pt x="575736" y="110856"/>
                  <a:pt x="575736" y="104652"/>
                </a:cubicBezTo>
                <a:close/>
                <a:moveTo>
                  <a:pt x="703335" y="155702"/>
                </a:moveTo>
                <a:cubicBezTo>
                  <a:pt x="703335" y="156156"/>
                  <a:pt x="703222" y="156571"/>
                  <a:pt x="702995" y="156949"/>
                </a:cubicBezTo>
                <a:cubicBezTo>
                  <a:pt x="702769" y="157327"/>
                  <a:pt x="702410" y="157629"/>
                  <a:pt x="701919" y="157856"/>
                </a:cubicBezTo>
                <a:cubicBezTo>
                  <a:pt x="701428" y="158082"/>
                  <a:pt x="700748" y="158271"/>
                  <a:pt x="699879" y="158422"/>
                </a:cubicBezTo>
                <a:cubicBezTo>
                  <a:pt x="699010" y="158573"/>
                  <a:pt x="697934" y="158649"/>
                  <a:pt x="696649" y="158649"/>
                </a:cubicBezTo>
                <a:cubicBezTo>
                  <a:pt x="695289" y="158649"/>
                  <a:pt x="694175" y="158573"/>
                  <a:pt x="693306" y="158422"/>
                </a:cubicBezTo>
                <a:cubicBezTo>
                  <a:pt x="692438" y="158271"/>
                  <a:pt x="691758" y="158082"/>
                  <a:pt x="691267" y="157856"/>
                </a:cubicBezTo>
                <a:cubicBezTo>
                  <a:pt x="690776" y="157629"/>
                  <a:pt x="690417" y="157327"/>
                  <a:pt x="690190" y="156949"/>
                </a:cubicBezTo>
                <a:cubicBezTo>
                  <a:pt x="689963" y="156571"/>
                  <a:pt x="689850" y="156156"/>
                  <a:pt x="689850" y="155702"/>
                </a:cubicBezTo>
                <a:lnTo>
                  <a:pt x="689850" y="94849"/>
                </a:lnTo>
                <a:cubicBezTo>
                  <a:pt x="689850" y="88503"/>
                  <a:pt x="689359" y="83347"/>
                  <a:pt x="688377" y="79381"/>
                </a:cubicBezTo>
                <a:cubicBezTo>
                  <a:pt x="687395" y="75415"/>
                  <a:pt x="685922" y="72015"/>
                  <a:pt x="683957" y="69182"/>
                </a:cubicBezTo>
                <a:cubicBezTo>
                  <a:pt x="681993" y="66349"/>
                  <a:pt x="679481" y="64158"/>
                  <a:pt x="676422" y="62610"/>
                </a:cubicBezTo>
                <a:cubicBezTo>
                  <a:pt x="673362" y="61061"/>
                  <a:pt x="669792" y="60287"/>
                  <a:pt x="665713" y="60287"/>
                </a:cubicBezTo>
                <a:cubicBezTo>
                  <a:pt x="660500" y="60287"/>
                  <a:pt x="655287" y="62137"/>
                  <a:pt x="650075" y="65839"/>
                </a:cubicBezTo>
                <a:cubicBezTo>
                  <a:pt x="644862" y="69541"/>
                  <a:pt x="639385" y="74980"/>
                  <a:pt x="633643" y="82157"/>
                </a:cubicBezTo>
                <a:lnTo>
                  <a:pt x="633643" y="155702"/>
                </a:lnTo>
                <a:cubicBezTo>
                  <a:pt x="633643" y="156156"/>
                  <a:pt x="633530" y="156571"/>
                  <a:pt x="633303" y="156949"/>
                </a:cubicBezTo>
                <a:cubicBezTo>
                  <a:pt x="633076" y="157327"/>
                  <a:pt x="632718" y="157629"/>
                  <a:pt x="632227" y="157856"/>
                </a:cubicBezTo>
                <a:cubicBezTo>
                  <a:pt x="631735" y="158082"/>
                  <a:pt x="631056" y="158271"/>
                  <a:pt x="630187" y="158422"/>
                </a:cubicBezTo>
                <a:cubicBezTo>
                  <a:pt x="629318" y="158573"/>
                  <a:pt x="628204" y="158649"/>
                  <a:pt x="626844" y="158649"/>
                </a:cubicBezTo>
                <a:cubicBezTo>
                  <a:pt x="625560" y="158649"/>
                  <a:pt x="624483" y="158573"/>
                  <a:pt x="623614" y="158422"/>
                </a:cubicBezTo>
                <a:cubicBezTo>
                  <a:pt x="622745" y="158271"/>
                  <a:pt x="622047" y="158082"/>
                  <a:pt x="621518" y="157856"/>
                </a:cubicBezTo>
                <a:cubicBezTo>
                  <a:pt x="620989" y="157629"/>
                  <a:pt x="620630" y="157327"/>
                  <a:pt x="620441" y="156949"/>
                </a:cubicBezTo>
                <a:cubicBezTo>
                  <a:pt x="620252" y="156569"/>
                  <a:pt x="620158" y="156152"/>
                  <a:pt x="620158" y="155699"/>
                </a:cubicBezTo>
                <a:lnTo>
                  <a:pt x="620158" y="53038"/>
                </a:lnTo>
                <a:cubicBezTo>
                  <a:pt x="620158" y="52584"/>
                  <a:pt x="620252" y="52169"/>
                  <a:pt x="620441" y="51791"/>
                </a:cubicBezTo>
                <a:cubicBezTo>
                  <a:pt x="620630" y="51411"/>
                  <a:pt x="620989" y="51089"/>
                  <a:pt x="621518" y="50824"/>
                </a:cubicBezTo>
                <a:cubicBezTo>
                  <a:pt x="622047" y="50560"/>
                  <a:pt x="622708" y="50371"/>
                  <a:pt x="623501" y="50258"/>
                </a:cubicBezTo>
                <a:cubicBezTo>
                  <a:pt x="624294" y="50144"/>
                  <a:pt x="625333" y="50088"/>
                  <a:pt x="626617" y="50088"/>
                </a:cubicBezTo>
                <a:cubicBezTo>
                  <a:pt x="627901" y="50088"/>
                  <a:pt x="628959" y="50144"/>
                  <a:pt x="629790" y="50258"/>
                </a:cubicBezTo>
                <a:cubicBezTo>
                  <a:pt x="630621" y="50371"/>
                  <a:pt x="631263" y="50560"/>
                  <a:pt x="631717" y="50824"/>
                </a:cubicBezTo>
                <a:cubicBezTo>
                  <a:pt x="632170" y="51089"/>
                  <a:pt x="632491" y="51411"/>
                  <a:pt x="632680" y="51791"/>
                </a:cubicBezTo>
                <a:cubicBezTo>
                  <a:pt x="632869" y="52169"/>
                  <a:pt x="632963" y="52584"/>
                  <a:pt x="632963" y="53038"/>
                </a:cubicBezTo>
                <a:lnTo>
                  <a:pt x="632963" y="67557"/>
                </a:lnTo>
                <a:cubicBezTo>
                  <a:pt x="638856" y="61017"/>
                  <a:pt x="644635" y="56283"/>
                  <a:pt x="650301" y="53353"/>
                </a:cubicBezTo>
                <a:cubicBezTo>
                  <a:pt x="655967" y="50421"/>
                  <a:pt x="661595" y="48954"/>
                  <a:pt x="667186" y="48954"/>
                </a:cubicBezTo>
                <a:cubicBezTo>
                  <a:pt x="673910" y="48954"/>
                  <a:pt x="679576" y="50088"/>
                  <a:pt x="684184" y="52354"/>
                </a:cubicBezTo>
                <a:cubicBezTo>
                  <a:pt x="688792" y="54621"/>
                  <a:pt x="692513" y="57680"/>
                  <a:pt x="695346" y="61533"/>
                </a:cubicBezTo>
                <a:cubicBezTo>
                  <a:pt x="698179" y="65386"/>
                  <a:pt x="700219" y="69881"/>
                  <a:pt x="701465" y="75018"/>
                </a:cubicBezTo>
                <a:cubicBezTo>
                  <a:pt x="702712" y="80155"/>
                  <a:pt x="703335" y="86350"/>
                  <a:pt x="703335" y="93603"/>
                </a:cubicBezTo>
                <a:lnTo>
                  <a:pt x="703335" y="155702"/>
                </a:lnTo>
                <a:close/>
                <a:moveTo>
                  <a:pt x="791640" y="149696"/>
                </a:moveTo>
                <a:cubicBezTo>
                  <a:pt x="791640" y="151283"/>
                  <a:pt x="791508" y="152567"/>
                  <a:pt x="791243" y="153549"/>
                </a:cubicBezTo>
                <a:cubicBezTo>
                  <a:pt x="790979" y="154531"/>
                  <a:pt x="790564" y="155306"/>
                  <a:pt x="789997" y="155872"/>
                </a:cubicBezTo>
                <a:cubicBezTo>
                  <a:pt x="789430" y="156439"/>
                  <a:pt x="788599" y="156968"/>
                  <a:pt x="787504" y="157459"/>
                </a:cubicBezTo>
                <a:cubicBezTo>
                  <a:pt x="786408" y="157950"/>
                  <a:pt x="785143" y="158365"/>
                  <a:pt x="783708" y="158705"/>
                </a:cubicBezTo>
                <a:cubicBezTo>
                  <a:pt x="782272" y="159045"/>
                  <a:pt x="780761" y="159310"/>
                  <a:pt x="779175" y="159499"/>
                </a:cubicBezTo>
                <a:cubicBezTo>
                  <a:pt x="777588" y="159688"/>
                  <a:pt x="776040" y="159782"/>
                  <a:pt x="774529" y="159782"/>
                </a:cubicBezTo>
                <a:cubicBezTo>
                  <a:pt x="769467" y="159782"/>
                  <a:pt x="765161" y="159102"/>
                  <a:pt x="761610" y="157742"/>
                </a:cubicBezTo>
                <a:cubicBezTo>
                  <a:pt x="758059" y="156382"/>
                  <a:pt x="755151" y="154324"/>
                  <a:pt x="752884" y="151566"/>
                </a:cubicBezTo>
                <a:cubicBezTo>
                  <a:pt x="750618" y="148809"/>
                  <a:pt x="748975" y="145315"/>
                  <a:pt x="747955" y="141084"/>
                </a:cubicBezTo>
                <a:cubicBezTo>
                  <a:pt x="746935" y="136853"/>
                  <a:pt x="746425" y="131867"/>
                  <a:pt x="746425" y="126126"/>
                </a:cubicBezTo>
                <a:lnTo>
                  <a:pt x="746425" y="62326"/>
                </a:lnTo>
                <a:lnTo>
                  <a:pt x="731127" y="62326"/>
                </a:lnTo>
                <a:cubicBezTo>
                  <a:pt x="730069" y="62326"/>
                  <a:pt x="729238" y="61849"/>
                  <a:pt x="728634" y="60896"/>
                </a:cubicBezTo>
                <a:cubicBezTo>
                  <a:pt x="728029" y="59942"/>
                  <a:pt x="727727" y="58511"/>
                  <a:pt x="727727" y="56604"/>
                </a:cubicBezTo>
                <a:cubicBezTo>
                  <a:pt x="727727" y="55612"/>
                  <a:pt x="727803" y="54754"/>
                  <a:pt x="727954" y="54029"/>
                </a:cubicBezTo>
                <a:cubicBezTo>
                  <a:pt x="728105" y="53304"/>
                  <a:pt x="728332" y="52694"/>
                  <a:pt x="728634" y="52198"/>
                </a:cubicBezTo>
                <a:cubicBezTo>
                  <a:pt x="728936" y="51703"/>
                  <a:pt x="729295" y="51340"/>
                  <a:pt x="729710" y="51111"/>
                </a:cubicBezTo>
                <a:cubicBezTo>
                  <a:pt x="730126" y="50882"/>
                  <a:pt x="730598" y="50768"/>
                  <a:pt x="731127" y="50768"/>
                </a:cubicBezTo>
                <a:lnTo>
                  <a:pt x="746425" y="50768"/>
                </a:lnTo>
                <a:lnTo>
                  <a:pt x="746425" y="25610"/>
                </a:lnTo>
                <a:cubicBezTo>
                  <a:pt x="746425" y="25157"/>
                  <a:pt x="746520" y="24742"/>
                  <a:pt x="746708" y="24364"/>
                </a:cubicBezTo>
                <a:cubicBezTo>
                  <a:pt x="746897" y="23986"/>
                  <a:pt x="747256" y="23665"/>
                  <a:pt x="747785" y="23401"/>
                </a:cubicBezTo>
                <a:cubicBezTo>
                  <a:pt x="748314" y="23136"/>
                  <a:pt x="749013" y="22947"/>
                  <a:pt x="749881" y="22834"/>
                </a:cubicBezTo>
                <a:cubicBezTo>
                  <a:pt x="750750" y="22721"/>
                  <a:pt x="751827" y="22664"/>
                  <a:pt x="753111" y="22664"/>
                </a:cubicBezTo>
                <a:cubicBezTo>
                  <a:pt x="754471" y="22664"/>
                  <a:pt x="755585" y="22721"/>
                  <a:pt x="756454" y="22834"/>
                </a:cubicBezTo>
                <a:cubicBezTo>
                  <a:pt x="757323" y="22947"/>
                  <a:pt x="758003" y="23136"/>
                  <a:pt x="758494" y="23401"/>
                </a:cubicBezTo>
                <a:cubicBezTo>
                  <a:pt x="758985" y="23665"/>
                  <a:pt x="759344" y="23986"/>
                  <a:pt x="759570" y="24364"/>
                </a:cubicBezTo>
                <a:cubicBezTo>
                  <a:pt x="759797" y="24742"/>
                  <a:pt x="759910" y="25157"/>
                  <a:pt x="759910" y="25610"/>
                </a:cubicBezTo>
                <a:lnTo>
                  <a:pt x="759910" y="50768"/>
                </a:lnTo>
                <a:lnTo>
                  <a:pt x="788240" y="50768"/>
                </a:lnTo>
                <a:cubicBezTo>
                  <a:pt x="788769" y="50768"/>
                  <a:pt x="789241" y="50882"/>
                  <a:pt x="789657" y="51111"/>
                </a:cubicBezTo>
                <a:cubicBezTo>
                  <a:pt x="790072" y="51340"/>
                  <a:pt x="790431" y="51703"/>
                  <a:pt x="790734" y="52198"/>
                </a:cubicBezTo>
                <a:cubicBezTo>
                  <a:pt x="791036" y="52694"/>
                  <a:pt x="791262" y="53304"/>
                  <a:pt x="791413" y="54029"/>
                </a:cubicBezTo>
                <a:cubicBezTo>
                  <a:pt x="791565" y="54754"/>
                  <a:pt x="791640" y="55612"/>
                  <a:pt x="791640" y="56604"/>
                </a:cubicBezTo>
                <a:cubicBezTo>
                  <a:pt x="791640" y="58511"/>
                  <a:pt x="791319" y="59942"/>
                  <a:pt x="790677" y="60896"/>
                </a:cubicBezTo>
                <a:cubicBezTo>
                  <a:pt x="790035" y="61849"/>
                  <a:pt x="789223" y="62326"/>
                  <a:pt x="788240" y="62326"/>
                </a:cubicBezTo>
                <a:lnTo>
                  <a:pt x="759910" y="62326"/>
                </a:lnTo>
                <a:lnTo>
                  <a:pt x="759910" y="124313"/>
                </a:lnTo>
                <a:cubicBezTo>
                  <a:pt x="759910" y="132094"/>
                  <a:pt x="761025" y="138024"/>
                  <a:pt x="763253" y="142104"/>
                </a:cubicBezTo>
                <a:cubicBezTo>
                  <a:pt x="765482" y="146184"/>
                  <a:pt x="769543" y="148223"/>
                  <a:pt x="775435" y="148223"/>
                </a:cubicBezTo>
                <a:cubicBezTo>
                  <a:pt x="777248" y="148223"/>
                  <a:pt x="778892" y="148034"/>
                  <a:pt x="780365" y="147657"/>
                </a:cubicBezTo>
                <a:cubicBezTo>
                  <a:pt x="781838" y="147279"/>
                  <a:pt x="783141" y="146863"/>
                  <a:pt x="784274" y="146410"/>
                </a:cubicBezTo>
                <a:cubicBezTo>
                  <a:pt x="785407" y="145957"/>
                  <a:pt x="786371" y="145541"/>
                  <a:pt x="787164" y="145164"/>
                </a:cubicBezTo>
                <a:cubicBezTo>
                  <a:pt x="787957" y="144786"/>
                  <a:pt x="788656" y="144597"/>
                  <a:pt x="789260" y="144597"/>
                </a:cubicBezTo>
                <a:cubicBezTo>
                  <a:pt x="789638" y="144597"/>
                  <a:pt x="789978" y="144673"/>
                  <a:pt x="790280" y="144824"/>
                </a:cubicBezTo>
                <a:cubicBezTo>
                  <a:pt x="790582" y="144975"/>
                  <a:pt x="790828" y="145258"/>
                  <a:pt x="791017" y="145674"/>
                </a:cubicBezTo>
                <a:cubicBezTo>
                  <a:pt x="791206" y="146089"/>
                  <a:pt x="791357" y="146618"/>
                  <a:pt x="791470" y="147260"/>
                </a:cubicBezTo>
                <a:cubicBezTo>
                  <a:pt x="791583" y="147902"/>
                  <a:pt x="791640" y="148714"/>
                  <a:pt x="791640" y="149696"/>
                </a:cubicBezTo>
                <a:close/>
                <a:moveTo>
                  <a:pt x="880453" y="155702"/>
                </a:moveTo>
                <a:cubicBezTo>
                  <a:pt x="880453" y="156458"/>
                  <a:pt x="880207" y="157043"/>
                  <a:pt x="879716" y="157459"/>
                </a:cubicBezTo>
                <a:cubicBezTo>
                  <a:pt x="879225" y="157874"/>
                  <a:pt x="878583" y="158177"/>
                  <a:pt x="877790" y="158365"/>
                </a:cubicBezTo>
                <a:cubicBezTo>
                  <a:pt x="876996" y="158554"/>
                  <a:pt x="875920" y="158649"/>
                  <a:pt x="874560" y="158649"/>
                </a:cubicBezTo>
                <a:cubicBezTo>
                  <a:pt x="873276" y="158649"/>
                  <a:pt x="872180" y="158554"/>
                  <a:pt x="871274" y="158365"/>
                </a:cubicBezTo>
                <a:cubicBezTo>
                  <a:pt x="870367" y="158177"/>
                  <a:pt x="869668" y="157874"/>
                  <a:pt x="869177" y="157459"/>
                </a:cubicBezTo>
                <a:cubicBezTo>
                  <a:pt x="868686" y="157043"/>
                  <a:pt x="868441" y="156458"/>
                  <a:pt x="868441" y="155702"/>
                </a:cubicBezTo>
                <a:lnTo>
                  <a:pt x="868441" y="144257"/>
                </a:lnTo>
                <a:cubicBezTo>
                  <a:pt x="863832" y="149243"/>
                  <a:pt x="858752" y="153115"/>
                  <a:pt x="853199" y="155872"/>
                </a:cubicBezTo>
                <a:cubicBezTo>
                  <a:pt x="847646" y="158630"/>
                  <a:pt x="841886" y="160009"/>
                  <a:pt x="835918" y="160009"/>
                </a:cubicBezTo>
                <a:cubicBezTo>
                  <a:pt x="830554" y="160009"/>
                  <a:pt x="825738" y="159310"/>
                  <a:pt x="821469" y="157912"/>
                </a:cubicBezTo>
                <a:cubicBezTo>
                  <a:pt x="817201" y="156515"/>
                  <a:pt x="813594" y="154513"/>
                  <a:pt x="810647" y="151906"/>
                </a:cubicBezTo>
                <a:cubicBezTo>
                  <a:pt x="807701" y="149300"/>
                  <a:pt x="805434" y="146146"/>
                  <a:pt x="803848" y="142444"/>
                </a:cubicBezTo>
                <a:cubicBezTo>
                  <a:pt x="802262" y="138742"/>
                  <a:pt x="801468" y="134587"/>
                  <a:pt x="801468" y="129979"/>
                </a:cubicBezTo>
                <a:cubicBezTo>
                  <a:pt x="801468" y="124313"/>
                  <a:pt x="802639" y="119383"/>
                  <a:pt x="804981" y="115190"/>
                </a:cubicBezTo>
                <a:cubicBezTo>
                  <a:pt x="807323" y="110997"/>
                  <a:pt x="810647" y="107503"/>
                  <a:pt x="814953" y="104708"/>
                </a:cubicBezTo>
                <a:cubicBezTo>
                  <a:pt x="819260" y="101913"/>
                  <a:pt x="824435" y="99817"/>
                  <a:pt x="830478" y="98419"/>
                </a:cubicBezTo>
                <a:cubicBezTo>
                  <a:pt x="836522" y="97021"/>
                  <a:pt x="843246" y="96322"/>
                  <a:pt x="850649" y="96322"/>
                </a:cubicBezTo>
                <a:lnTo>
                  <a:pt x="866968" y="96322"/>
                </a:lnTo>
                <a:lnTo>
                  <a:pt x="866968" y="87455"/>
                </a:lnTo>
                <a:cubicBezTo>
                  <a:pt x="866968" y="83059"/>
                  <a:pt x="866514" y="79176"/>
                  <a:pt x="865608" y="75804"/>
                </a:cubicBezTo>
                <a:cubicBezTo>
                  <a:pt x="864701" y="72431"/>
                  <a:pt x="863228" y="69607"/>
                  <a:pt x="861188" y="67334"/>
                </a:cubicBezTo>
                <a:cubicBezTo>
                  <a:pt x="859148" y="65060"/>
                  <a:pt x="856504" y="63356"/>
                  <a:pt x="853256" y="62220"/>
                </a:cubicBezTo>
                <a:cubicBezTo>
                  <a:pt x="850007" y="61082"/>
                  <a:pt x="846041" y="60513"/>
                  <a:pt x="841357" y="60513"/>
                </a:cubicBezTo>
                <a:cubicBezTo>
                  <a:pt x="836824" y="60513"/>
                  <a:pt x="832745" y="61061"/>
                  <a:pt x="829118" y="62156"/>
                </a:cubicBezTo>
                <a:cubicBezTo>
                  <a:pt x="825492" y="63252"/>
                  <a:pt x="822319" y="64479"/>
                  <a:pt x="819600" y="65839"/>
                </a:cubicBezTo>
                <a:cubicBezTo>
                  <a:pt x="816880" y="67199"/>
                  <a:pt x="814632" y="68427"/>
                  <a:pt x="812857" y="69522"/>
                </a:cubicBezTo>
                <a:cubicBezTo>
                  <a:pt x="811082" y="70618"/>
                  <a:pt x="809816" y="71165"/>
                  <a:pt x="809061" y="71165"/>
                </a:cubicBezTo>
                <a:cubicBezTo>
                  <a:pt x="808607" y="71165"/>
                  <a:pt x="808192" y="71090"/>
                  <a:pt x="807814" y="70939"/>
                </a:cubicBezTo>
                <a:cubicBezTo>
                  <a:pt x="807436" y="70785"/>
                  <a:pt x="807115" y="70500"/>
                  <a:pt x="806851" y="70082"/>
                </a:cubicBezTo>
                <a:cubicBezTo>
                  <a:pt x="806587" y="69661"/>
                  <a:pt x="806398" y="69128"/>
                  <a:pt x="806284" y="68481"/>
                </a:cubicBezTo>
                <a:cubicBezTo>
                  <a:pt x="806171" y="67832"/>
                  <a:pt x="806114" y="67050"/>
                  <a:pt x="806114" y="66137"/>
                </a:cubicBezTo>
                <a:cubicBezTo>
                  <a:pt x="806114" y="64536"/>
                  <a:pt x="806228" y="63260"/>
                  <a:pt x="806454" y="62309"/>
                </a:cubicBezTo>
                <a:cubicBezTo>
                  <a:pt x="806681" y="61355"/>
                  <a:pt x="807267" y="60402"/>
                  <a:pt x="808211" y="59451"/>
                </a:cubicBezTo>
                <a:cubicBezTo>
                  <a:pt x="809155" y="58497"/>
                  <a:pt x="810836" y="57386"/>
                  <a:pt x="813254" y="56118"/>
                </a:cubicBezTo>
                <a:cubicBezTo>
                  <a:pt x="815671" y="54848"/>
                  <a:pt x="818447" y="53673"/>
                  <a:pt x="821583" y="52591"/>
                </a:cubicBezTo>
                <a:cubicBezTo>
                  <a:pt x="824718" y="51510"/>
                  <a:pt x="828099" y="50634"/>
                  <a:pt x="831725" y="49964"/>
                </a:cubicBezTo>
                <a:cubicBezTo>
                  <a:pt x="835351" y="49291"/>
                  <a:pt x="838977" y="48954"/>
                  <a:pt x="842604" y="48954"/>
                </a:cubicBezTo>
                <a:cubicBezTo>
                  <a:pt x="849630" y="48954"/>
                  <a:pt x="855560" y="49804"/>
                  <a:pt x="860395" y="51504"/>
                </a:cubicBezTo>
                <a:cubicBezTo>
                  <a:pt x="865230" y="53204"/>
                  <a:pt x="869140" y="55640"/>
                  <a:pt x="872124" y="58813"/>
                </a:cubicBezTo>
                <a:cubicBezTo>
                  <a:pt x="875108" y="61986"/>
                  <a:pt x="877242" y="65896"/>
                  <a:pt x="878526" y="70542"/>
                </a:cubicBezTo>
                <a:cubicBezTo>
                  <a:pt x="879811" y="75188"/>
                  <a:pt x="880453" y="80458"/>
                  <a:pt x="880453" y="86350"/>
                </a:cubicBezTo>
                <a:lnTo>
                  <a:pt x="880453" y="155702"/>
                </a:lnTo>
                <a:moveTo>
                  <a:pt x="866968" y="107428"/>
                </a:moveTo>
                <a:lnTo>
                  <a:pt x="848270" y="107428"/>
                </a:lnTo>
                <a:cubicBezTo>
                  <a:pt x="842830" y="107428"/>
                  <a:pt x="838071" y="107919"/>
                  <a:pt x="833991" y="108901"/>
                </a:cubicBezTo>
                <a:cubicBezTo>
                  <a:pt x="829912" y="109883"/>
                  <a:pt x="826512" y="111319"/>
                  <a:pt x="823792" y="113207"/>
                </a:cubicBezTo>
                <a:cubicBezTo>
                  <a:pt x="821073" y="115096"/>
                  <a:pt x="819052" y="117362"/>
                  <a:pt x="817730" y="120006"/>
                </a:cubicBezTo>
                <a:cubicBezTo>
                  <a:pt x="816408" y="122651"/>
                  <a:pt x="815747" y="125672"/>
                  <a:pt x="815747" y="129072"/>
                </a:cubicBezTo>
                <a:cubicBezTo>
                  <a:pt x="815747" y="134965"/>
                  <a:pt x="817616" y="139668"/>
                  <a:pt x="821356" y="143181"/>
                </a:cubicBezTo>
                <a:cubicBezTo>
                  <a:pt x="825096" y="146693"/>
                  <a:pt x="830365" y="148450"/>
                  <a:pt x="837164" y="148450"/>
                </a:cubicBezTo>
                <a:cubicBezTo>
                  <a:pt x="842528" y="148450"/>
                  <a:pt x="847533" y="147071"/>
                  <a:pt x="852179" y="144314"/>
                </a:cubicBezTo>
                <a:cubicBezTo>
                  <a:pt x="856825" y="141556"/>
                  <a:pt x="861755" y="137307"/>
                  <a:pt x="866968" y="131565"/>
                </a:cubicBezTo>
                <a:lnTo>
                  <a:pt x="866968" y="107428"/>
                </a:lnTo>
                <a:close/>
                <a:moveTo>
                  <a:pt x="1065029" y="155702"/>
                </a:moveTo>
                <a:cubicBezTo>
                  <a:pt x="1065029" y="156156"/>
                  <a:pt x="1064916" y="156571"/>
                  <a:pt x="1064689" y="156949"/>
                </a:cubicBezTo>
                <a:cubicBezTo>
                  <a:pt x="1064462" y="157327"/>
                  <a:pt x="1064104" y="157629"/>
                  <a:pt x="1063613" y="157856"/>
                </a:cubicBezTo>
                <a:cubicBezTo>
                  <a:pt x="1063121" y="158082"/>
                  <a:pt x="1062442" y="158271"/>
                  <a:pt x="1061573" y="158422"/>
                </a:cubicBezTo>
                <a:cubicBezTo>
                  <a:pt x="1060704" y="158573"/>
                  <a:pt x="1059627" y="158649"/>
                  <a:pt x="1058343" y="158649"/>
                </a:cubicBezTo>
                <a:cubicBezTo>
                  <a:pt x="1056983" y="158649"/>
                  <a:pt x="1055869" y="158573"/>
                  <a:pt x="1055000" y="158422"/>
                </a:cubicBezTo>
                <a:cubicBezTo>
                  <a:pt x="1054131" y="158271"/>
                  <a:pt x="1053433" y="158082"/>
                  <a:pt x="1052904" y="157856"/>
                </a:cubicBezTo>
                <a:cubicBezTo>
                  <a:pt x="1052375" y="157629"/>
                  <a:pt x="1052016" y="157327"/>
                  <a:pt x="1051827" y="156949"/>
                </a:cubicBezTo>
                <a:cubicBezTo>
                  <a:pt x="1051638" y="156571"/>
                  <a:pt x="1051544" y="156156"/>
                  <a:pt x="1051544" y="155702"/>
                </a:cubicBezTo>
                <a:lnTo>
                  <a:pt x="1051544" y="92583"/>
                </a:lnTo>
                <a:cubicBezTo>
                  <a:pt x="1051544" y="87748"/>
                  <a:pt x="1051110" y="83347"/>
                  <a:pt x="1050241" y="79381"/>
                </a:cubicBezTo>
                <a:cubicBezTo>
                  <a:pt x="1049372" y="75415"/>
                  <a:pt x="1048012" y="72015"/>
                  <a:pt x="1046161" y="69182"/>
                </a:cubicBezTo>
                <a:cubicBezTo>
                  <a:pt x="1044310" y="66349"/>
                  <a:pt x="1041968" y="64158"/>
                  <a:pt x="1039135" y="62610"/>
                </a:cubicBezTo>
                <a:cubicBezTo>
                  <a:pt x="1036302" y="61061"/>
                  <a:pt x="1032959" y="60287"/>
                  <a:pt x="1029106" y="60287"/>
                </a:cubicBezTo>
                <a:cubicBezTo>
                  <a:pt x="1024347" y="60287"/>
                  <a:pt x="1019531" y="62137"/>
                  <a:pt x="1014658" y="65839"/>
                </a:cubicBezTo>
                <a:cubicBezTo>
                  <a:pt x="1009785" y="69541"/>
                  <a:pt x="1004440" y="74980"/>
                  <a:pt x="998623" y="82157"/>
                </a:cubicBezTo>
                <a:lnTo>
                  <a:pt x="998623" y="155702"/>
                </a:lnTo>
                <a:cubicBezTo>
                  <a:pt x="998623" y="156156"/>
                  <a:pt x="998510" y="156571"/>
                  <a:pt x="998283" y="156949"/>
                </a:cubicBezTo>
                <a:cubicBezTo>
                  <a:pt x="998057" y="157327"/>
                  <a:pt x="997698" y="157629"/>
                  <a:pt x="997207" y="157856"/>
                </a:cubicBezTo>
                <a:cubicBezTo>
                  <a:pt x="996716" y="158082"/>
                  <a:pt x="996036" y="158271"/>
                  <a:pt x="995167" y="158422"/>
                </a:cubicBezTo>
                <a:cubicBezTo>
                  <a:pt x="994298" y="158573"/>
                  <a:pt x="993222" y="158649"/>
                  <a:pt x="991937" y="158649"/>
                </a:cubicBezTo>
                <a:cubicBezTo>
                  <a:pt x="990653" y="158649"/>
                  <a:pt x="989576" y="158573"/>
                  <a:pt x="988708" y="158422"/>
                </a:cubicBezTo>
                <a:cubicBezTo>
                  <a:pt x="987839" y="158271"/>
                  <a:pt x="987140" y="158082"/>
                  <a:pt x="986611" y="157856"/>
                </a:cubicBezTo>
                <a:cubicBezTo>
                  <a:pt x="986082" y="157629"/>
                  <a:pt x="985724" y="157327"/>
                  <a:pt x="985535" y="156949"/>
                </a:cubicBezTo>
                <a:cubicBezTo>
                  <a:pt x="985346" y="156571"/>
                  <a:pt x="985251" y="156156"/>
                  <a:pt x="985251" y="155702"/>
                </a:cubicBezTo>
                <a:lnTo>
                  <a:pt x="985251" y="92583"/>
                </a:lnTo>
                <a:cubicBezTo>
                  <a:pt x="985251" y="87748"/>
                  <a:pt x="984798" y="83347"/>
                  <a:pt x="983892" y="79381"/>
                </a:cubicBezTo>
                <a:cubicBezTo>
                  <a:pt x="982985" y="75415"/>
                  <a:pt x="981606" y="72015"/>
                  <a:pt x="979755" y="69182"/>
                </a:cubicBezTo>
                <a:cubicBezTo>
                  <a:pt x="977904" y="66349"/>
                  <a:pt x="975562" y="64158"/>
                  <a:pt x="972729" y="62610"/>
                </a:cubicBezTo>
                <a:cubicBezTo>
                  <a:pt x="969896" y="61061"/>
                  <a:pt x="966553" y="60287"/>
                  <a:pt x="962701" y="60287"/>
                </a:cubicBezTo>
                <a:cubicBezTo>
                  <a:pt x="957941" y="60287"/>
                  <a:pt x="953125" y="62137"/>
                  <a:pt x="948252" y="65839"/>
                </a:cubicBezTo>
                <a:cubicBezTo>
                  <a:pt x="943379" y="69541"/>
                  <a:pt x="938072" y="74980"/>
                  <a:pt x="932331" y="82157"/>
                </a:cubicBezTo>
                <a:lnTo>
                  <a:pt x="932331" y="155702"/>
                </a:lnTo>
                <a:cubicBezTo>
                  <a:pt x="932331" y="156156"/>
                  <a:pt x="932217" y="156571"/>
                  <a:pt x="931991" y="156949"/>
                </a:cubicBezTo>
                <a:cubicBezTo>
                  <a:pt x="931764" y="157327"/>
                  <a:pt x="931405" y="157629"/>
                  <a:pt x="930914" y="157856"/>
                </a:cubicBezTo>
                <a:cubicBezTo>
                  <a:pt x="930423" y="158082"/>
                  <a:pt x="929743" y="158271"/>
                  <a:pt x="928874" y="158422"/>
                </a:cubicBezTo>
                <a:cubicBezTo>
                  <a:pt x="928006" y="158573"/>
                  <a:pt x="926891" y="158649"/>
                  <a:pt x="925531" y="158649"/>
                </a:cubicBezTo>
                <a:cubicBezTo>
                  <a:pt x="924247" y="158649"/>
                  <a:pt x="923171" y="158573"/>
                  <a:pt x="922302" y="158422"/>
                </a:cubicBezTo>
                <a:cubicBezTo>
                  <a:pt x="921433" y="158271"/>
                  <a:pt x="920734" y="158082"/>
                  <a:pt x="920205" y="157856"/>
                </a:cubicBezTo>
                <a:cubicBezTo>
                  <a:pt x="919677" y="157629"/>
                  <a:pt x="919318" y="157327"/>
                  <a:pt x="919129" y="156949"/>
                </a:cubicBezTo>
                <a:cubicBezTo>
                  <a:pt x="918940" y="156569"/>
                  <a:pt x="918846" y="156152"/>
                  <a:pt x="918846" y="155699"/>
                </a:cubicBezTo>
                <a:lnTo>
                  <a:pt x="918846" y="53038"/>
                </a:lnTo>
                <a:cubicBezTo>
                  <a:pt x="918846" y="52584"/>
                  <a:pt x="918940" y="52169"/>
                  <a:pt x="919129" y="51791"/>
                </a:cubicBezTo>
                <a:cubicBezTo>
                  <a:pt x="919318" y="51411"/>
                  <a:pt x="919677" y="51089"/>
                  <a:pt x="920205" y="50824"/>
                </a:cubicBezTo>
                <a:cubicBezTo>
                  <a:pt x="920734" y="50560"/>
                  <a:pt x="921395" y="50371"/>
                  <a:pt x="922188" y="50258"/>
                </a:cubicBezTo>
                <a:cubicBezTo>
                  <a:pt x="922982" y="50144"/>
                  <a:pt x="924021" y="50088"/>
                  <a:pt x="925305" y="50088"/>
                </a:cubicBezTo>
                <a:cubicBezTo>
                  <a:pt x="926589" y="50088"/>
                  <a:pt x="927647" y="50144"/>
                  <a:pt x="928478" y="50258"/>
                </a:cubicBezTo>
                <a:cubicBezTo>
                  <a:pt x="929309" y="50371"/>
                  <a:pt x="929951" y="50560"/>
                  <a:pt x="930404" y="50824"/>
                </a:cubicBezTo>
                <a:cubicBezTo>
                  <a:pt x="930858" y="51089"/>
                  <a:pt x="931179" y="51411"/>
                  <a:pt x="931367" y="51791"/>
                </a:cubicBezTo>
                <a:cubicBezTo>
                  <a:pt x="931556" y="52169"/>
                  <a:pt x="931651" y="52584"/>
                  <a:pt x="931651" y="53038"/>
                </a:cubicBezTo>
                <a:lnTo>
                  <a:pt x="931651" y="67557"/>
                </a:lnTo>
                <a:cubicBezTo>
                  <a:pt x="937543" y="61017"/>
                  <a:pt x="943134" y="56283"/>
                  <a:pt x="948422" y="53353"/>
                </a:cubicBezTo>
                <a:cubicBezTo>
                  <a:pt x="953710" y="50421"/>
                  <a:pt x="958961" y="48954"/>
                  <a:pt x="964174" y="48954"/>
                </a:cubicBezTo>
                <a:cubicBezTo>
                  <a:pt x="968480" y="48954"/>
                  <a:pt x="972314" y="49462"/>
                  <a:pt x="975676" y="50477"/>
                </a:cubicBezTo>
                <a:cubicBezTo>
                  <a:pt x="979038" y="51492"/>
                  <a:pt x="982003" y="52922"/>
                  <a:pt x="984571" y="54766"/>
                </a:cubicBezTo>
                <a:cubicBezTo>
                  <a:pt x="987140" y="56607"/>
                  <a:pt x="989331" y="58807"/>
                  <a:pt x="991144" y="61367"/>
                </a:cubicBezTo>
                <a:cubicBezTo>
                  <a:pt x="992957" y="63923"/>
                  <a:pt x="994430" y="66743"/>
                  <a:pt x="995564" y="69827"/>
                </a:cubicBezTo>
                <a:cubicBezTo>
                  <a:pt x="999114" y="65915"/>
                  <a:pt x="1002457" y="62624"/>
                  <a:pt x="1005592" y="59954"/>
                </a:cubicBezTo>
                <a:cubicBezTo>
                  <a:pt x="1008728" y="57284"/>
                  <a:pt x="1011712" y="55140"/>
                  <a:pt x="1014545" y="53523"/>
                </a:cubicBezTo>
                <a:cubicBezTo>
                  <a:pt x="1017378" y="51906"/>
                  <a:pt x="1020116" y="50740"/>
                  <a:pt x="1022760" y="50027"/>
                </a:cubicBezTo>
                <a:cubicBezTo>
                  <a:pt x="1025405" y="49312"/>
                  <a:pt x="1028011" y="48954"/>
                  <a:pt x="1030580" y="48954"/>
                </a:cubicBezTo>
                <a:cubicBezTo>
                  <a:pt x="1037001" y="48954"/>
                  <a:pt x="1042422" y="50088"/>
                  <a:pt x="1046841" y="52354"/>
                </a:cubicBezTo>
                <a:cubicBezTo>
                  <a:pt x="1051261" y="54621"/>
                  <a:pt x="1054811" y="57680"/>
                  <a:pt x="1057493" y="61533"/>
                </a:cubicBezTo>
                <a:cubicBezTo>
                  <a:pt x="1060175" y="65386"/>
                  <a:pt x="1062102" y="69881"/>
                  <a:pt x="1063273" y="75018"/>
                </a:cubicBezTo>
                <a:cubicBezTo>
                  <a:pt x="1064444" y="80155"/>
                  <a:pt x="1065029" y="85595"/>
                  <a:pt x="1065029" y="91336"/>
                </a:cubicBezTo>
                <a:lnTo>
                  <a:pt x="1065029" y="155702"/>
                </a:lnTo>
                <a:close/>
                <a:moveTo>
                  <a:pt x="1120316" y="155699"/>
                </a:moveTo>
                <a:cubicBezTo>
                  <a:pt x="1120316" y="156152"/>
                  <a:pt x="1120203" y="156569"/>
                  <a:pt x="1119976" y="156949"/>
                </a:cubicBezTo>
                <a:cubicBezTo>
                  <a:pt x="1119750" y="157327"/>
                  <a:pt x="1119391" y="157629"/>
                  <a:pt x="1118900" y="157856"/>
                </a:cubicBezTo>
                <a:cubicBezTo>
                  <a:pt x="1118409" y="158082"/>
                  <a:pt x="1117729" y="158271"/>
                  <a:pt x="1116860" y="158422"/>
                </a:cubicBezTo>
                <a:cubicBezTo>
                  <a:pt x="1115991" y="158573"/>
                  <a:pt x="1114877" y="158649"/>
                  <a:pt x="1113517" y="158649"/>
                </a:cubicBezTo>
                <a:cubicBezTo>
                  <a:pt x="1112233" y="158649"/>
                  <a:pt x="1111156" y="158573"/>
                  <a:pt x="1110288" y="158422"/>
                </a:cubicBezTo>
                <a:cubicBezTo>
                  <a:pt x="1109419" y="158271"/>
                  <a:pt x="1108720" y="158082"/>
                  <a:pt x="1108191" y="157856"/>
                </a:cubicBezTo>
                <a:cubicBezTo>
                  <a:pt x="1107662" y="157629"/>
                  <a:pt x="1107303" y="157327"/>
                  <a:pt x="1107115" y="156949"/>
                </a:cubicBezTo>
                <a:cubicBezTo>
                  <a:pt x="1106926" y="156569"/>
                  <a:pt x="1106831" y="156152"/>
                  <a:pt x="1106831" y="155699"/>
                </a:cubicBezTo>
                <a:lnTo>
                  <a:pt x="1106831" y="53038"/>
                </a:lnTo>
                <a:cubicBezTo>
                  <a:pt x="1106831" y="52584"/>
                  <a:pt x="1106926" y="52169"/>
                  <a:pt x="1107115" y="51791"/>
                </a:cubicBezTo>
                <a:cubicBezTo>
                  <a:pt x="1107303" y="51411"/>
                  <a:pt x="1107662" y="51089"/>
                  <a:pt x="1108191" y="50824"/>
                </a:cubicBezTo>
                <a:cubicBezTo>
                  <a:pt x="1108720" y="50560"/>
                  <a:pt x="1109419" y="50371"/>
                  <a:pt x="1110288" y="50258"/>
                </a:cubicBezTo>
                <a:cubicBezTo>
                  <a:pt x="1111156" y="50144"/>
                  <a:pt x="1112233" y="50088"/>
                  <a:pt x="1113517" y="50088"/>
                </a:cubicBezTo>
                <a:cubicBezTo>
                  <a:pt x="1114877" y="50088"/>
                  <a:pt x="1115991" y="50144"/>
                  <a:pt x="1116860" y="50258"/>
                </a:cubicBezTo>
                <a:cubicBezTo>
                  <a:pt x="1117729" y="50371"/>
                  <a:pt x="1118409" y="50560"/>
                  <a:pt x="1118900" y="50824"/>
                </a:cubicBezTo>
                <a:cubicBezTo>
                  <a:pt x="1119391" y="51089"/>
                  <a:pt x="1119750" y="51411"/>
                  <a:pt x="1119976" y="51791"/>
                </a:cubicBezTo>
                <a:cubicBezTo>
                  <a:pt x="1120203" y="52169"/>
                  <a:pt x="1120316" y="52584"/>
                  <a:pt x="1120316" y="53038"/>
                </a:cubicBezTo>
                <a:lnTo>
                  <a:pt x="1120316" y="155699"/>
                </a:lnTo>
                <a:moveTo>
                  <a:pt x="1122356" y="18301"/>
                </a:moveTo>
                <a:cubicBezTo>
                  <a:pt x="1122356" y="21949"/>
                  <a:pt x="1121714" y="24419"/>
                  <a:pt x="1120430" y="25713"/>
                </a:cubicBezTo>
                <a:cubicBezTo>
                  <a:pt x="1119145" y="27005"/>
                  <a:pt x="1116804" y="27650"/>
                  <a:pt x="1113404" y="27650"/>
                </a:cubicBezTo>
                <a:cubicBezTo>
                  <a:pt x="1110080" y="27650"/>
                  <a:pt x="1107795" y="27023"/>
                  <a:pt x="1106548" y="25770"/>
                </a:cubicBezTo>
                <a:cubicBezTo>
                  <a:pt x="1105301" y="24516"/>
                  <a:pt x="1104678" y="22064"/>
                  <a:pt x="1104678" y="18415"/>
                </a:cubicBezTo>
                <a:cubicBezTo>
                  <a:pt x="1104678" y="14767"/>
                  <a:pt x="1105320" y="12298"/>
                  <a:pt x="1106605" y="11006"/>
                </a:cubicBezTo>
                <a:cubicBezTo>
                  <a:pt x="1107889" y="9713"/>
                  <a:pt x="1110231" y="9066"/>
                  <a:pt x="1113631" y="9066"/>
                </a:cubicBezTo>
                <a:cubicBezTo>
                  <a:pt x="1116955" y="9066"/>
                  <a:pt x="1119240" y="9692"/>
                  <a:pt x="1120486" y="10946"/>
                </a:cubicBezTo>
                <a:cubicBezTo>
                  <a:pt x="1121733" y="12200"/>
                  <a:pt x="1122356" y="14651"/>
                  <a:pt x="1122356" y="18301"/>
                </a:cubicBezTo>
                <a:close/>
                <a:moveTo>
                  <a:pt x="1245012" y="155702"/>
                </a:moveTo>
                <a:cubicBezTo>
                  <a:pt x="1245012" y="156156"/>
                  <a:pt x="1244898" y="156571"/>
                  <a:pt x="1244672" y="156949"/>
                </a:cubicBezTo>
                <a:cubicBezTo>
                  <a:pt x="1244445" y="157327"/>
                  <a:pt x="1244086" y="157629"/>
                  <a:pt x="1243595" y="157856"/>
                </a:cubicBezTo>
                <a:cubicBezTo>
                  <a:pt x="1243104" y="158082"/>
                  <a:pt x="1242424" y="158271"/>
                  <a:pt x="1241555" y="158422"/>
                </a:cubicBezTo>
                <a:cubicBezTo>
                  <a:pt x="1240687" y="158573"/>
                  <a:pt x="1239610" y="158649"/>
                  <a:pt x="1238326" y="158649"/>
                </a:cubicBezTo>
                <a:cubicBezTo>
                  <a:pt x="1236966" y="158649"/>
                  <a:pt x="1235852" y="158573"/>
                  <a:pt x="1234983" y="158422"/>
                </a:cubicBezTo>
                <a:cubicBezTo>
                  <a:pt x="1234114" y="158271"/>
                  <a:pt x="1233434" y="158082"/>
                  <a:pt x="1232943" y="157856"/>
                </a:cubicBezTo>
                <a:cubicBezTo>
                  <a:pt x="1232452" y="157629"/>
                  <a:pt x="1232093" y="157327"/>
                  <a:pt x="1231867" y="156949"/>
                </a:cubicBezTo>
                <a:cubicBezTo>
                  <a:pt x="1231640" y="156571"/>
                  <a:pt x="1231527" y="156156"/>
                  <a:pt x="1231527" y="155702"/>
                </a:cubicBezTo>
                <a:lnTo>
                  <a:pt x="1231527" y="94849"/>
                </a:lnTo>
                <a:cubicBezTo>
                  <a:pt x="1231527" y="88503"/>
                  <a:pt x="1231036" y="83347"/>
                  <a:pt x="1230053" y="79381"/>
                </a:cubicBezTo>
                <a:cubicBezTo>
                  <a:pt x="1229071" y="75415"/>
                  <a:pt x="1227598" y="72015"/>
                  <a:pt x="1225634" y="69182"/>
                </a:cubicBezTo>
                <a:cubicBezTo>
                  <a:pt x="1223670" y="66349"/>
                  <a:pt x="1221158" y="64158"/>
                  <a:pt x="1218098" y="62610"/>
                </a:cubicBezTo>
                <a:cubicBezTo>
                  <a:pt x="1215038" y="61061"/>
                  <a:pt x="1211469" y="60287"/>
                  <a:pt x="1207389" y="60287"/>
                </a:cubicBezTo>
                <a:cubicBezTo>
                  <a:pt x="1202177" y="60287"/>
                  <a:pt x="1196964" y="62137"/>
                  <a:pt x="1191751" y="65839"/>
                </a:cubicBezTo>
                <a:cubicBezTo>
                  <a:pt x="1186538" y="69541"/>
                  <a:pt x="1181061" y="74980"/>
                  <a:pt x="1175320" y="82157"/>
                </a:cubicBezTo>
                <a:lnTo>
                  <a:pt x="1175320" y="155702"/>
                </a:lnTo>
                <a:cubicBezTo>
                  <a:pt x="1175320" y="156156"/>
                  <a:pt x="1175206" y="156571"/>
                  <a:pt x="1174980" y="156949"/>
                </a:cubicBezTo>
                <a:cubicBezTo>
                  <a:pt x="1174753" y="157327"/>
                  <a:pt x="1174394" y="157629"/>
                  <a:pt x="1173903" y="157856"/>
                </a:cubicBezTo>
                <a:cubicBezTo>
                  <a:pt x="1173412" y="158082"/>
                  <a:pt x="1172732" y="158271"/>
                  <a:pt x="1171863" y="158422"/>
                </a:cubicBezTo>
                <a:cubicBezTo>
                  <a:pt x="1170995" y="158573"/>
                  <a:pt x="1169880" y="158649"/>
                  <a:pt x="1168520" y="158649"/>
                </a:cubicBezTo>
                <a:cubicBezTo>
                  <a:pt x="1167236" y="158649"/>
                  <a:pt x="1166160" y="158573"/>
                  <a:pt x="1165291" y="158422"/>
                </a:cubicBezTo>
                <a:cubicBezTo>
                  <a:pt x="1164422" y="158271"/>
                  <a:pt x="1163723" y="158082"/>
                  <a:pt x="1163194" y="157856"/>
                </a:cubicBezTo>
                <a:cubicBezTo>
                  <a:pt x="1162665" y="157629"/>
                  <a:pt x="1162307" y="157327"/>
                  <a:pt x="1162118" y="156949"/>
                </a:cubicBezTo>
                <a:cubicBezTo>
                  <a:pt x="1161929" y="156569"/>
                  <a:pt x="1161834" y="156152"/>
                  <a:pt x="1161834" y="155699"/>
                </a:cubicBezTo>
                <a:lnTo>
                  <a:pt x="1161834" y="53038"/>
                </a:lnTo>
                <a:cubicBezTo>
                  <a:pt x="1161834" y="52584"/>
                  <a:pt x="1161929" y="52169"/>
                  <a:pt x="1162118" y="51791"/>
                </a:cubicBezTo>
                <a:cubicBezTo>
                  <a:pt x="1162307" y="51411"/>
                  <a:pt x="1162665" y="51089"/>
                  <a:pt x="1163194" y="50824"/>
                </a:cubicBezTo>
                <a:cubicBezTo>
                  <a:pt x="1163723" y="50560"/>
                  <a:pt x="1164384" y="50371"/>
                  <a:pt x="1165177" y="50258"/>
                </a:cubicBezTo>
                <a:cubicBezTo>
                  <a:pt x="1165971" y="50144"/>
                  <a:pt x="1167009" y="50088"/>
                  <a:pt x="1168294" y="50088"/>
                </a:cubicBezTo>
                <a:cubicBezTo>
                  <a:pt x="1169578" y="50088"/>
                  <a:pt x="1170636" y="50144"/>
                  <a:pt x="1171467" y="50258"/>
                </a:cubicBezTo>
                <a:cubicBezTo>
                  <a:pt x="1172298" y="50371"/>
                  <a:pt x="1172940" y="50560"/>
                  <a:pt x="1173393" y="50824"/>
                </a:cubicBezTo>
                <a:cubicBezTo>
                  <a:pt x="1173846" y="51089"/>
                  <a:pt x="1174168" y="51411"/>
                  <a:pt x="1174356" y="51791"/>
                </a:cubicBezTo>
                <a:cubicBezTo>
                  <a:pt x="1174545" y="52169"/>
                  <a:pt x="1174640" y="52584"/>
                  <a:pt x="1174640" y="53038"/>
                </a:cubicBezTo>
                <a:lnTo>
                  <a:pt x="1174640" y="67557"/>
                </a:lnTo>
                <a:cubicBezTo>
                  <a:pt x="1180532" y="61017"/>
                  <a:pt x="1186312" y="56283"/>
                  <a:pt x="1191978" y="53353"/>
                </a:cubicBezTo>
                <a:cubicBezTo>
                  <a:pt x="1197644" y="50421"/>
                  <a:pt x="1203272" y="48954"/>
                  <a:pt x="1208863" y="48954"/>
                </a:cubicBezTo>
                <a:cubicBezTo>
                  <a:pt x="1215586" y="48954"/>
                  <a:pt x="1221252" y="50088"/>
                  <a:pt x="1225861" y="52354"/>
                </a:cubicBezTo>
                <a:cubicBezTo>
                  <a:pt x="1230469" y="54621"/>
                  <a:pt x="1234190" y="57680"/>
                  <a:pt x="1237023" y="61533"/>
                </a:cubicBezTo>
                <a:cubicBezTo>
                  <a:pt x="1239856" y="65386"/>
                  <a:pt x="1241895" y="69881"/>
                  <a:pt x="1243142" y="75018"/>
                </a:cubicBezTo>
                <a:cubicBezTo>
                  <a:pt x="1244388" y="80155"/>
                  <a:pt x="1245012" y="86350"/>
                  <a:pt x="1245012" y="93603"/>
                </a:cubicBezTo>
                <a:lnTo>
                  <a:pt x="1245012" y="155702"/>
                </a:lnTo>
                <a:close/>
                <a:moveTo>
                  <a:pt x="1355058" y="155702"/>
                </a:moveTo>
                <a:cubicBezTo>
                  <a:pt x="1355058" y="156458"/>
                  <a:pt x="1354812" y="157043"/>
                  <a:pt x="1354321" y="157459"/>
                </a:cubicBezTo>
                <a:cubicBezTo>
                  <a:pt x="1353830" y="157874"/>
                  <a:pt x="1353188" y="158177"/>
                  <a:pt x="1352395" y="158365"/>
                </a:cubicBezTo>
                <a:cubicBezTo>
                  <a:pt x="1351601" y="158554"/>
                  <a:pt x="1350525" y="158649"/>
                  <a:pt x="1349165" y="158649"/>
                </a:cubicBezTo>
                <a:cubicBezTo>
                  <a:pt x="1347881" y="158649"/>
                  <a:pt x="1346785" y="158554"/>
                  <a:pt x="1345879" y="158365"/>
                </a:cubicBezTo>
                <a:cubicBezTo>
                  <a:pt x="1344972" y="158177"/>
                  <a:pt x="1344273" y="157874"/>
                  <a:pt x="1343782" y="157459"/>
                </a:cubicBezTo>
                <a:cubicBezTo>
                  <a:pt x="1343291" y="157043"/>
                  <a:pt x="1343046" y="156458"/>
                  <a:pt x="1343046" y="155702"/>
                </a:cubicBezTo>
                <a:lnTo>
                  <a:pt x="1343046" y="144257"/>
                </a:lnTo>
                <a:cubicBezTo>
                  <a:pt x="1338437" y="149243"/>
                  <a:pt x="1333357" y="153115"/>
                  <a:pt x="1327804" y="155872"/>
                </a:cubicBezTo>
                <a:cubicBezTo>
                  <a:pt x="1322251" y="158630"/>
                  <a:pt x="1316491" y="160009"/>
                  <a:pt x="1310523" y="160009"/>
                </a:cubicBezTo>
                <a:cubicBezTo>
                  <a:pt x="1305159" y="160009"/>
                  <a:pt x="1300343" y="159310"/>
                  <a:pt x="1296074" y="157912"/>
                </a:cubicBezTo>
                <a:cubicBezTo>
                  <a:pt x="1291806" y="156515"/>
                  <a:pt x="1288199" y="154513"/>
                  <a:pt x="1285252" y="151906"/>
                </a:cubicBezTo>
                <a:cubicBezTo>
                  <a:pt x="1282306" y="149300"/>
                  <a:pt x="1280040" y="146146"/>
                  <a:pt x="1278453" y="142444"/>
                </a:cubicBezTo>
                <a:cubicBezTo>
                  <a:pt x="1276867" y="138742"/>
                  <a:pt x="1276073" y="134587"/>
                  <a:pt x="1276073" y="129979"/>
                </a:cubicBezTo>
                <a:cubicBezTo>
                  <a:pt x="1276073" y="124313"/>
                  <a:pt x="1277244" y="119383"/>
                  <a:pt x="1279586" y="115190"/>
                </a:cubicBezTo>
                <a:cubicBezTo>
                  <a:pt x="1281928" y="110997"/>
                  <a:pt x="1285252" y="107503"/>
                  <a:pt x="1289558" y="104708"/>
                </a:cubicBezTo>
                <a:cubicBezTo>
                  <a:pt x="1293865" y="101913"/>
                  <a:pt x="1299040" y="99817"/>
                  <a:pt x="1305083" y="98419"/>
                </a:cubicBezTo>
                <a:cubicBezTo>
                  <a:pt x="1311127" y="97021"/>
                  <a:pt x="1317851" y="96322"/>
                  <a:pt x="1325254" y="96322"/>
                </a:cubicBezTo>
                <a:lnTo>
                  <a:pt x="1341573" y="96322"/>
                </a:lnTo>
                <a:lnTo>
                  <a:pt x="1341573" y="87455"/>
                </a:lnTo>
                <a:cubicBezTo>
                  <a:pt x="1341573" y="83059"/>
                  <a:pt x="1341119" y="79176"/>
                  <a:pt x="1340213" y="75804"/>
                </a:cubicBezTo>
                <a:cubicBezTo>
                  <a:pt x="1339306" y="72431"/>
                  <a:pt x="1337833" y="69607"/>
                  <a:pt x="1335793" y="67334"/>
                </a:cubicBezTo>
                <a:cubicBezTo>
                  <a:pt x="1333753" y="65060"/>
                  <a:pt x="1331109" y="63356"/>
                  <a:pt x="1327861" y="62220"/>
                </a:cubicBezTo>
                <a:cubicBezTo>
                  <a:pt x="1324612" y="61082"/>
                  <a:pt x="1320646" y="60513"/>
                  <a:pt x="1315962" y="60513"/>
                </a:cubicBezTo>
                <a:cubicBezTo>
                  <a:pt x="1311429" y="60513"/>
                  <a:pt x="1307350" y="61061"/>
                  <a:pt x="1303724" y="62156"/>
                </a:cubicBezTo>
                <a:cubicBezTo>
                  <a:pt x="1300097" y="63252"/>
                  <a:pt x="1296924" y="64479"/>
                  <a:pt x="1294205" y="65839"/>
                </a:cubicBezTo>
                <a:cubicBezTo>
                  <a:pt x="1291485" y="67199"/>
                  <a:pt x="1289237" y="68427"/>
                  <a:pt x="1287462" y="69522"/>
                </a:cubicBezTo>
                <a:cubicBezTo>
                  <a:pt x="1285687" y="70618"/>
                  <a:pt x="1284421" y="71165"/>
                  <a:pt x="1283666" y="71165"/>
                </a:cubicBezTo>
                <a:cubicBezTo>
                  <a:pt x="1283212" y="71165"/>
                  <a:pt x="1282797" y="71090"/>
                  <a:pt x="1282419" y="70939"/>
                </a:cubicBezTo>
                <a:cubicBezTo>
                  <a:pt x="1282042" y="70785"/>
                  <a:pt x="1281720" y="70500"/>
                  <a:pt x="1281456" y="70082"/>
                </a:cubicBezTo>
                <a:cubicBezTo>
                  <a:pt x="1281192" y="69661"/>
                  <a:pt x="1281003" y="69128"/>
                  <a:pt x="1280889" y="68481"/>
                </a:cubicBezTo>
                <a:cubicBezTo>
                  <a:pt x="1280776" y="67832"/>
                  <a:pt x="1280719" y="67050"/>
                  <a:pt x="1280719" y="66137"/>
                </a:cubicBezTo>
                <a:cubicBezTo>
                  <a:pt x="1280719" y="64536"/>
                  <a:pt x="1280833" y="63260"/>
                  <a:pt x="1281059" y="62309"/>
                </a:cubicBezTo>
                <a:cubicBezTo>
                  <a:pt x="1281286" y="61355"/>
                  <a:pt x="1281872" y="60402"/>
                  <a:pt x="1282816" y="59451"/>
                </a:cubicBezTo>
                <a:cubicBezTo>
                  <a:pt x="1283760" y="58497"/>
                  <a:pt x="1285441" y="57386"/>
                  <a:pt x="1287859" y="56118"/>
                </a:cubicBezTo>
                <a:cubicBezTo>
                  <a:pt x="1290276" y="54848"/>
                  <a:pt x="1293053" y="53673"/>
                  <a:pt x="1296188" y="52591"/>
                </a:cubicBezTo>
                <a:cubicBezTo>
                  <a:pt x="1299323" y="51510"/>
                  <a:pt x="1302704" y="50634"/>
                  <a:pt x="1306330" y="49964"/>
                </a:cubicBezTo>
                <a:cubicBezTo>
                  <a:pt x="1309956" y="49291"/>
                  <a:pt x="1313582" y="48954"/>
                  <a:pt x="1317209" y="48954"/>
                </a:cubicBezTo>
                <a:cubicBezTo>
                  <a:pt x="1324235" y="48954"/>
                  <a:pt x="1330165" y="49804"/>
                  <a:pt x="1335000" y="51504"/>
                </a:cubicBezTo>
                <a:cubicBezTo>
                  <a:pt x="1339835" y="53204"/>
                  <a:pt x="1343745" y="55640"/>
                  <a:pt x="1346729" y="58813"/>
                </a:cubicBezTo>
                <a:cubicBezTo>
                  <a:pt x="1349713" y="61986"/>
                  <a:pt x="1351847" y="65896"/>
                  <a:pt x="1353131" y="70542"/>
                </a:cubicBezTo>
                <a:cubicBezTo>
                  <a:pt x="1354416" y="75188"/>
                  <a:pt x="1355058" y="80458"/>
                  <a:pt x="1355058" y="86350"/>
                </a:cubicBezTo>
                <a:lnTo>
                  <a:pt x="1355058" y="155702"/>
                </a:lnTo>
                <a:moveTo>
                  <a:pt x="1341573" y="107428"/>
                </a:moveTo>
                <a:lnTo>
                  <a:pt x="1322875" y="107428"/>
                </a:lnTo>
                <a:cubicBezTo>
                  <a:pt x="1317435" y="107428"/>
                  <a:pt x="1312676" y="107919"/>
                  <a:pt x="1308596" y="108901"/>
                </a:cubicBezTo>
                <a:cubicBezTo>
                  <a:pt x="1304517" y="109883"/>
                  <a:pt x="1301117" y="111319"/>
                  <a:pt x="1298397" y="113207"/>
                </a:cubicBezTo>
                <a:cubicBezTo>
                  <a:pt x="1295678" y="115096"/>
                  <a:pt x="1293657" y="117362"/>
                  <a:pt x="1292335" y="120006"/>
                </a:cubicBezTo>
                <a:cubicBezTo>
                  <a:pt x="1291013" y="122651"/>
                  <a:pt x="1290352" y="125672"/>
                  <a:pt x="1290352" y="129072"/>
                </a:cubicBezTo>
                <a:cubicBezTo>
                  <a:pt x="1290352" y="134965"/>
                  <a:pt x="1292221" y="139668"/>
                  <a:pt x="1295961" y="143181"/>
                </a:cubicBezTo>
                <a:cubicBezTo>
                  <a:pt x="1299701" y="146693"/>
                  <a:pt x="1304970" y="148450"/>
                  <a:pt x="1311769" y="148450"/>
                </a:cubicBezTo>
                <a:cubicBezTo>
                  <a:pt x="1317133" y="148450"/>
                  <a:pt x="1322138" y="147071"/>
                  <a:pt x="1326784" y="144314"/>
                </a:cubicBezTo>
                <a:cubicBezTo>
                  <a:pt x="1331430" y="141556"/>
                  <a:pt x="1336360" y="137307"/>
                  <a:pt x="1341573" y="131565"/>
                </a:cubicBezTo>
                <a:lnTo>
                  <a:pt x="1341573" y="107428"/>
                </a:lnTo>
                <a:close/>
                <a:moveTo>
                  <a:pt x="1442859" y="149696"/>
                </a:moveTo>
                <a:cubicBezTo>
                  <a:pt x="1442859" y="151283"/>
                  <a:pt x="1442727" y="152567"/>
                  <a:pt x="1442463" y="153549"/>
                </a:cubicBezTo>
                <a:cubicBezTo>
                  <a:pt x="1442198" y="154531"/>
                  <a:pt x="1441783" y="155306"/>
                  <a:pt x="1441216" y="155872"/>
                </a:cubicBezTo>
                <a:cubicBezTo>
                  <a:pt x="1440649" y="156439"/>
                  <a:pt x="1439818" y="156968"/>
                  <a:pt x="1438723" y="157459"/>
                </a:cubicBezTo>
                <a:cubicBezTo>
                  <a:pt x="1437628" y="157950"/>
                  <a:pt x="1436362" y="158365"/>
                  <a:pt x="1434927" y="158705"/>
                </a:cubicBezTo>
                <a:cubicBezTo>
                  <a:pt x="1433491" y="159045"/>
                  <a:pt x="1431980" y="159310"/>
                  <a:pt x="1430394" y="159499"/>
                </a:cubicBezTo>
                <a:cubicBezTo>
                  <a:pt x="1428807" y="159688"/>
                  <a:pt x="1427259" y="159782"/>
                  <a:pt x="1425748" y="159782"/>
                </a:cubicBezTo>
                <a:cubicBezTo>
                  <a:pt x="1420686" y="159782"/>
                  <a:pt x="1416380" y="159102"/>
                  <a:pt x="1412829" y="157742"/>
                </a:cubicBezTo>
                <a:cubicBezTo>
                  <a:pt x="1409279" y="156382"/>
                  <a:pt x="1406370" y="154324"/>
                  <a:pt x="1404104" y="151566"/>
                </a:cubicBezTo>
                <a:cubicBezTo>
                  <a:pt x="1401837" y="148809"/>
                  <a:pt x="1400194" y="145315"/>
                  <a:pt x="1399174" y="141084"/>
                </a:cubicBezTo>
                <a:cubicBezTo>
                  <a:pt x="1398154" y="136853"/>
                  <a:pt x="1397644" y="131867"/>
                  <a:pt x="1397644" y="126126"/>
                </a:cubicBezTo>
                <a:lnTo>
                  <a:pt x="1397644" y="62326"/>
                </a:lnTo>
                <a:lnTo>
                  <a:pt x="1382346" y="62326"/>
                </a:lnTo>
                <a:cubicBezTo>
                  <a:pt x="1381288" y="62326"/>
                  <a:pt x="1380457" y="61849"/>
                  <a:pt x="1379853" y="60896"/>
                </a:cubicBezTo>
                <a:cubicBezTo>
                  <a:pt x="1379249" y="59942"/>
                  <a:pt x="1378946" y="58511"/>
                  <a:pt x="1378946" y="56604"/>
                </a:cubicBezTo>
                <a:cubicBezTo>
                  <a:pt x="1378946" y="55612"/>
                  <a:pt x="1379022" y="54754"/>
                  <a:pt x="1379173" y="54029"/>
                </a:cubicBezTo>
                <a:cubicBezTo>
                  <a:pt x="1379324" y="53304"/>
                  <a:pt x="1379551" y="52694"/>
                  <a:pt x="1379853" y="52198"/>
                </a:cubicBezTo>
                <a:cubicBezTo>
                  <a:pt x="1380155" y="51703"/>
                  <a:pt x="1380514" y="51340"/>
                  <a:pt x="1380929" y="51111"/>
                </a:cubicBezTo>
                <a:cubicBezTo>
                  <a:pt x="1381345" y="50882"/>
                  <a:pt x="1381817" y="50768"/>
                  <a:pt x="1382346" y="50768"/>
                </a:cubicBezTo>
                <a:lnTo>
                  <a:pt x="1397644" y="50768"/>
                </a:lnTo>
                <a:lnTo>
                  <a:pt x="1397644" y="25610"/>
                </a:lnTo>
                <a:cubicBezTo>
                  <a:pt x="1397644" y="25157"/>
                  <a:pt x="1397739" y="24742"/>
                  <a:pt x="1397928" y="24364"/>
                </a:cubicBezTo>
                <a:cubicBezTo>
                  <a:pt x="1398116" y="23986"/>
                  <a:pt x="1398475" y="23665"/>
                  <a:pt x="1399004" y="23401"/>
                </a:cubicBezTo>
                <a:cubicBezTo>
                  <a:pt x="1399533" y="23136"/>
                  <a:pt x="1400232" y="22947"/>
                  <a:pt x="1401101" y="22834"/>
                </a:cubicBezTo>
                <a:cubicBezTo>
                  <a:pt x="1401969" y="22721"/>
                  <a:pt x="1403046" y="22664"/>
                  <a:pt x="1404330" y="22664"/>
                </a:cubicBezTo>
                <a:cubicBezTo>
                  <a:pt x="1405690" y="22664"/>
                  <a:pt x="1406804" y="22721"/>
                  <a:pt x="1407673" y="22834"/>
                </a:cubicBezTo>
                <a:cubicBezTo>
                  <a:pt x="1408542" y="22947"/>
                  <a:pt x="1409222" y="23136"/>
                  <a:pt x="1409713" y="23401"/>
                </a:cubicBezTo>
                <a:cubicBezTo>
                  <a:pt x="1410204" y="23665"/>
                  <a:pt x="1410563" y="23986"/>
                  <a:pt x="1410789" y="24364"/>
                </a:cubicBezTo>
                <a:cubicBezTo>
                  <a:pt x="1411016" y="24742"/>
                  <a:pt x="1411129" y="25157"/>
                  <a:pt x="1411129" y="25610"/>
                </a:cubicBezTo>
                <a:lnTo>
                  <a:pt x="1411129" y="50768"/>
                </a:lnTo>
                <a:lnTo>
                  <a:pt x="1439460" y="50768"/>
                </a:lnTo>
                <a:cubicBezTo>
                  <a:pt x="1439988" y="50768"/>
                  <a:pt x="1440461" y="50882"/>
                  <a:pt x="1440876" y="51111"/>
                </a:cubicBezTo>
                <a:cubicBezTo>
                  <a:pt x="1441292" y="51340"/>
                  <a:pt x="1441650" y="51703"/>
                  <a:pt x="1441953" y="52198"/>
                </a:cubicBezTo>
                <a:cubicBezTo>
                  <a:pt x="1442255" y="52694"/>
                  <a:pt x="1442481" y="53304"/>
                  <a:pt x="1442633" y="54029"/>
                </a:cubicBezTo>
                <a:cubicBezTo>
                  <a:pt x="1442784" y="54754"/>
                  <a:pt x="1442859" y="55612"/>
                  <a:pt x="1442859" y="56604"/>
                </a:cubicBezTo>
                <a:cubicBezTo>
                  <a:pt x="1442859" y="58511"/>
                  <a:pt x="1442538" y="59942"/>
                  <a:pt x="1441896" y="60896"/>
                </a:cubicBezTo>
                <a:cubicBezTo>
                  <a:pt x="1441254" y="61849"/>
                  <a:pt x="1440442" y="62326"/>
                  <a:pt x="1439460" y="62326"/>
                </a:cubicBezTo>
                <a:lnTo>
                  <a:pt x="1411129" y="62326"/>
                </a:lnTo>
                <a:lnTo>
                  <a:pt x="1411129" y="124313"/>
                </a:lnTo>
                <a:cubicBezTo>
                  <a:pt x="1411129" y="132094"/>
                  <a:pt x="1412244" y="138024"/>
                  <a:pt x="1414472" y="142104"/>
                </a:cubicBezTo>
                <a:cubicBezTo>
                  <a:pt x="1416701" y="146184"/>
                  <a:pt x="1420762" y="148223"/>
                  <a:pt x="1426654" y="148223"/>
                </a:cubicBezTo>
                <a:cubicBezTo>
                  <a:pt x="1428467" y="148223"/>
                  <a:pt x="1430111" y="148034"/>
                  <a:pt x="1431584" y="147657"/>
                </a:cubicBezTo>
                <a:cubicBezTo>
                  <a:pt x="1433057" y="147279"/>
                  <a:pt x="1434360" y="146863"/>
                  <a:pt x="1435493" y="146410"/>
                </a:cubicBezTo>
                <a:cubicBezTo>
                  <a:pt x="1436627" y="145957"/>
                  <a:pt x="1437590" y="145541"/>
                  <a:pt x="1438383" y="145164"/>
                </a:cubicBezTo>
                <a:cubicBezTo>
                  <a:pt x="1439176" y="144786"/>
                  <a:pt x="1439875" y="144597"/>
                  <a:pt x="1440479" y="144597"/>
                </a:cubicBezTo>
                <a:cubicBezTo>
                  <a:pt x="1440857" y="144597"/>
                  <a:pt x="1441197" y="144673"/>
                  <a:pt x="1441499" y="144824"/>
                </a:cubicBezTo>
                <a:cubicBezTo>
                  <a:pt x="1441802" y="144975"/>
                  <a:pt x="1442047" y="145258"/>
                  <a:pt x="1442236" y="145674"/>
                </a:cubicBezTo>
                <a:cubicBezTo>
                  <a:pt x="1442425" y="146089"/>
                  <a:pt x="1442576" y="146618"/>
                  <a:pt x="1442689" y="147260"/>
                </a:cubicBezTo>
                <a:cubicBezTo>
                  <a:pt x="1442803" y="147902"/>
                  <a:pt x="1442859" y="148714"/>
                  <a:pt x="1442859" y="149696"/>
                </a:cubicBezTo>
                <a:close/>
                <a:moveTo>
                  <a:pt x="1554132" y="99155"/>
                </a:moveTo>
                <a:cubicBezTo>
                  <a:pt x="1554132" y="101875"/>
                  <a:pt x="1553414" y="103745"/>
                  <a:pt x="1551979" y="104765"/>
                </a:cubicBezTo>
                <a:cubicBezTo>
                  <a:pt x="1550544" y="105785"/>
                  <a:pt x="1549146" y="106295"/>
                  <a:pt x="1547786" y="106295"/>
                </a:cubicBezTo>
                <a:lnTo>
                  <a:pt x="1477867" y="106295"/>
                </a:lnTo>
                <a:cubicBezTo>
                  <a:pt x="1477867" y="112657"/>
                  <a:pt x="1478491" y="118414"/>
                  <a:pt x="1479737" y="123565"/>
                </a:cubicBezTo>
                <a:cubicBezTo>
                  <a:pt x="1480984" y="128717"/>
                  <a:pt x="1483042" y="133129"/>
                  <a:pt x="1485913" y="136803"/>
                </a:cubicBezTo>
                <a:cubicBezTo>
                  <a:pt x="1488784" y="140476"/>
                  <a:pt x="1492524" y="143299"/>
                  <a:pt x="1497132" y="145270"/>
                </a:cubicBezTo>
                <a:cubicBezTo>
                  <a:pt x="1501740" y="147239"/>
                  <a:pt x="1507406" y="148223"/>
                  <a:pt x="1514130" y="148223"/>
                </a:cubicBezTo>
                <a:cubicBezTo>
                  <a:pt x="1518889" y="148223"/>
                  <a:pt x="1523158" y="147802"/>
                  <a:pt x="1526935" y="146959"/>
                </a:cubicBezTo>
                <a:cubicBezTo>
                  <a:pt x="1530713" y="146116"/>
                  <a:pt x="1533980" y="145178"/>
                  <a:pt x="1536737" y="144144"/>
                </a:cubicBezTo>
                <a:cubicBezTo>
                  <a:pt x="1539495" y="143110"/>
                  <a:pt x="1541761" y="142171"/>
                  <a:pt x="1543537" y="141328"/>
                </a:cubicBezTo>
                <a:cubicBezTo>
                  <a:pt x="1545312" y="140486"/>
                  <a:pt x="1546577" y="140064"/>
                  <a:pt x="1547333" y="140064"/>
                </a:cubicBezTo>
                <a:cubicBezTo>
                  <a:pt x="1547786" y="140064"/>
                  <a:pt x="1548202" y="140179"/>
                  <a:pt x="1548579" y="140408"/>
                </a:cubicBezTo>
                <a:cubicBezTo>
                  <a:pt x="1548957" y="140637"/>
                  <a:pt x="1549259" y="140999"/>
                  <a:pt x="1549486" y="141495"/>
                </a:cubicBezTo>
                <a:cubicBezTo>
                  <a:pt x="1549713" y="141991"/>
                  <a:pt x="1549883" y="142620"/>
                  <a:pt x="1549996" y="143382"/>
                </a:cubicBezTo>
                <a:cubicBezTo>
                  <a:pt x="1550109" y="144145"/>
                  <a:pt x="1550166" y="145098"/>
                  <a:pt x="1550166" y="146240"/>
                </a:cubicBezTo>
                <a:cubicBezTo>
                  <a:pt x="1550166" y="146776"/>
                  <a:pt x="1550128" y="147292"/>
                  <a:pt x="1550053" y="147788"/>
                </a:cubicBezTo>
                <a:cubicBezTo>
                  <a:pt x="1549977" y="148283"/>
                  <a:pt x="1549883" y="148741"/>
                  <a:pt x="1549769" y="149162"/>
                </a:cubicBezTo>
                <a:cubicBezTo>
                  <a:pt x="1549656" y="149580"/>
                  <a:pt x="1549486" y="149980"/>
                  <a:pt x="1549259" y="150362"/>
                </a:cubicBezTo>
                <a:cubicBezTo>
                  <a:pt x="1549033" y="150742"/>
                  <a:pt x="1548731" y="151124"/>
                  <a:pt x="1548353" y="151506"/>
                </a:cubicBezTo>
                <a:cubicBezTo>
                  <a:pt x="1547975" y="151886"/>
                  <a:pt x="1546804" y="152548"/>
                  <a:pt x="1544840" y="153493"/>
                </a:cubicBezTo>
                <a:cubicBezTo>
                  <a:pt x="1542876" y="154437"/>
                  <a:pt x="1540307" y="155381"/>
                  <a:pt x="1537134" y="156326"/>
                </a:cubicBezTo>
                <a:cubicBezTo>
                  <a:pt x="1533961" y="157270"/>
                  <a:pt x="1530278" y="158120"/>
                  <a:pt x="1526085" y="158875"/>
                </a:cubicBezTo>
                <a:cubicBezTo>
                  <a:pt x="1521892" y="159631"/>
                  <a:pt x="1517379" y="160009"/>
                  <a:pt x="1512544" y="160009"/>
                </a:cubicBezTo>
                <a:cubicBezTo>
                  <a:pt x="1504611" y="160009"/>
                  <a:pt x="1497585" y="158818"/>
                  <a:pt x="1491466" y="156435"/>
                </a:cubicBezTo>
                <a:cubicBezTo>
                  <a:pt x="1485347" y="154053"/>
                  <a:pt x="1480209" y="150537"/>
                  <a:pt x="1476054" y="145886"/>
                </a:cubicBezTo>
                <a:cubicBezTo>
                  <a:pt x="1471899" y="141235"/>
                  <a:pt x="1468745" y="135469"/>
                  <a:pt x="1466592" y="128587"/>
                </a:cubicBezTo>
                <a:cubicBezTo>
                  <a:pt x="1464439" y="121705"/>
                  <a:pt x="1463362" y="113727"/>
                  <a:pt x="1463362" y="104652"/>
                </a:cubicBezTo>
                <a:cubicBezTo>
                  <a:pt x="1463362" y="95954"/>
                  <a:pt x="1464477" y="88165"/>
                  <a:pt x="1466705" y="81283"/>
                </a:cubicBezTo>
                <a:cubicBezTo>
                  <a:pt x="1468934" y="74401"/>
                  <a:pt x="1472126" y="68559"/>
                  <a:pt x="1476281" y="63757"/>
                </a:cubicBezTo>
                <a:cubicBezTo>
                  <a:pt x="1480436" y="58955"/>
                  <a:pt x="1485441" y="55287"/>
                  <a:pt x="1491296" y="52754"/>
                </a:cubicBezTo>
                <a:cubicBezTo>
                  <a:pt x="1497151" y="50221"/>
                  <a:pt x="1503667" y="48954"/>
                  <a:pt x="1510844" y="48954"/>
                </a:cubicBezTo>
                <a:cubicBezTo>
                  <a:pt x="1518550" y="48954"/>
                  <a:pt x="1525122" y="50239"/>
                  <a:pt x="1530562" y="52807"/>
                </a:cubicBezTo>
                <a:cubicBezTo>
                  <a:pt x="1536001" y="55376"/>
                  <a:pt x="1540477" y="58832"/>
                  <a:pt x="1543990" y="63176"/>
                </a:cubicBezTo>
                <a:cubicBezTo>
                  <a:pt x="1547503" y="67520"/>
                  <a:pt x="1550072" y="72563"/>
                  <a:pt x="1551696" y="78305"/>
                </a:cubicBezTo>
                <a:cubicBezTo>
                  <a:pt x="1553320" y="84046"/>
                  <a:pt x="1554132" y="90090"/>
                  <a:pt x="1554132" y="96436"/>
                </a:cubicBezTo>
                <a:lnTo>
                  <a:pt x="1554132" y="99155"/>
                </a:lnTo>
                <a:moveTo>
                  <a:pt x="1540194" y="95189"/>
                </a:moveTo>
                <a:cubicBezTo>
                  <a:pt x="1540420" y="84311"/>
                  <a:pt x="1537927" y="75811"/>
                  <a:pt x="1532715" y="69692"/>
                </a:cubicBezTo>
                <a:cubicBezTo>
                  <a:pt x="1527502" y="63573"/>
                  <a:pt x="1519909" y="60513"/>
                  <a:pt x="1509937" y="60513"/>
                </a:cubicBezTo>
                <a:cubicBezTo>
                  <a:pt x="1504800" y="60513"/>
                  <a:pt x="1500286" y="61476"/>
                  <a:pt x="1496395" y="63403"/>
                </a:cubicBezTo>
                <a:cubicBezTo>
                  <a:pt x="1492505" y="65329"/>
                  <a:pt x="1489218" y="67879"/>
                  <a:pt x="1486536" y="71052"/>
                </a:cubicBezTo>
                <a:cubicBezTo>
                  <a:pt x="1483855" y="74225"/>
                  <a:pt x="1481796" y="77908"/>
                  <a:pt x="1480361" y="82101"/>
                </a:cubicBezTo>
                <a:cubicBezTo>
                  <a:pt x="1478925" y="86294"/>
                  <a:pt x="1478094" y="90656"/>
                  <a:pt x="1477867" y="95189"/>
                </a:cubicBezTo>
                <a:lnTo>
                  <a:pt x="1540194" y="95189"/>
                </a:lnTo>
                <a:close/>
                <a:moveTo>
                  <a:pt x="1663696" y="155699"/>
                </a:moveTo>
                <a:cubicBezTo>
                  <a:pt x="1663696" y="156230"/>
                  <a:pt x="1663602" y="156685"/>
                  <a:pt x="1663413" y="157062"/>
                </a:cubicBezTo>
                <a:cubicBezTo>
                  <a:pt x="1663224" y="157440"/>
                  <a:pt x="1662884" y="157742"/>
                  <a:pt x="1662393" y="157969"/>
                </a:cubicBezTo>
                <a:cubicBezTo>
                  <a:pt x="1661902" y="158195"/>
                  <a:pt x="1661279" y="158365"/>
                  <a:pt x="1660523" y="158479"/>
                </a:cubicBezTo>
                <a:cubicBezTo>
                  <a:pt x="1659768" y="158592"/>
                  <a:pt x="1658824" y="158649"/>
                  <a:pt x="1657690" y="158649"/>
                </a:cubicBezTo>
                <a:cubicBezTo>
                  <a:pt x="1656482" y="158649"/>
                  <a:pt x="1655481" y="158592"/>
                  <a:pt x="1654687" y="158479"/>
                </a:cubicBezTo>
                <a:cubicBezTo>
                  <a:pt x="1653894" y="158368"/>
                  <a:pt x="1653252" y="158199"/>
                  <a:pt x="1652761" y="157972"/>
                </a:cubicBezTo>
                <a:cubicBezTo>
                  <a:pt x="1652270" y="157748"/>
                  <a:pt x="1651892" y="157448"/>
                  <a:pt x="1651628" y="157073"/>
                </a:cubicBezTo>
                <a:cubicBezTo>
                  <a:pt x="1651363" y="156695"/>
                  <a:pt x="1651231" y="156244"/>
                  <a:pt x="1651231" y="155720"/>
                </a:cubicBezTo>
                <a:lnTo>
                  <a:pt x="1651231" y="141066"/>
                </a:lnTo>
                <a:cubicBezTo>
                  <a:pt x="1645792" y="146964"/>
                  <a:pt x="1640163" y="151596"/>
                  <a:pt x="1634346" y="154962"/>
                </a:cubicBezTo>
                <a:cubicBezTo>
                  <a:pt x="1628529" y="158327"/>
                  <a:pt x="1622183" y="160009"/>
                  <a:pt x="1615308" y="160009"/>
                </a:cubicBezTo>
                <a:cubicBezTo>
                  <a:pt x="1607905" y="160009"/>
                  <a:pt x="1601597" y="158572"/>
                  <a:pt x="1596384" y="155699"/>
                </a:cubicBezTo>
                <a:cubicBezTo>
                  <a:pt x="1591171" y="152826"/>
                  <a:pt x="1586922" y="148932"/>
                  <a:pt x="1583635" y="144016"/>
                </a:cubicBezTo>
                <a:cubicBezTo>
                  <a:pt x="1580349" y="139099"/>
                  <a:pt x="1577950" y="133332"/>
                  <a:pt x="1576439" y="126717"/>
                </a:cubicBezTo>
                <a:cubicBezTo>
                  <a:pt x="1574929" y="120100"/>
                  <a:pt x="1574173" y="113084"/>
                  <a:pt x="1574173" y="105671"/>
                </a:cubicBezTo>
                <a:cubicBezTo>
                  <a:pt x="1574173" y="96976"/>
                  <a:pt x="1575117" y="89131"/>
                  <a:pt x="1577006" y="82136"/>
                </a:cubicBezTo>
                <a:cubicBezTo>
                  <a:pt x="1578895" y="75141"/>
                  <a:pt x="1581690" y="69186"/>
                  <a:pt x="1585392" y="64270"/>
                </a:cubicBezTo>
                <a:cubicBezTo>
                  <a:pt x="1589094" y="59353"/>
                  <a:pt x="1593664" y="55571"/>
                  <a:pt x="1599104" y="52924"/>
                </a:cubicBezTo>
                <a:cubicBezTo>
                  <a:pt x="1604543" y="50278"/>
                  <a:pt x="1610851" y="48954"/>
                  <a:pt x="1618028" y="48954"/>
                </a:cubicBezTo>
                <a:cubicBezTo>
                  <a:pt x="1624223" y="48954"/>
                  <a:pt x="1629889" y="50336"/>
                  <a:pt x="1635026" y="53098"/>
                </a:cubicBezTo>
                <a:cubicBezTo>
                  <a:pt x="1640163" y="55858"/>
                  <a:pt x="1645225" y="59922"/>
                  <a:pt x="1650211" y="65290"/>
                </a:cubicBezTo>
                <a:lnTo>
                  <a:pt x="1650211" y="3407"/>
                </a:lnTo>
                <a:cubicBezTo>
                  <a:pt x="1650211" y="2951"/>
                  <a:pt x="1650306" y="2534"/>
                  <a:pt x="1650494" y="2157"/>
                </a:cubicBezTo>
                <a:cubicBezTo>
                  <a:pt x="1650683" y="1779"/>
                  <a:pt x="1651042" y="1477"/>
                  <a:pt x="1651571" y="1250"/>
                </a:cubicBezTo>
                <a:cubicBezTo>
                  <a:pt x="1652100" y="1021"/>
                  <a:pt x="1652799" y="831"/>
                  <a:pt x="1653667" y="680"/>
                </a:cubicBezTo>
                <a:cubicBezTo>
                  <a:pt x="1654536" y="529"/>
                  <a:pt x="1655613" y="453"/>
                  <a:pt x="1656897" y="453"/>
                </a:cubicBezTo>
                <a:cubicBezTo>
                  <a:pt x="1658257" y="453"/>
                  <a:pt x="1659371" y="529"/>
                  <a:pt x="1660240" y="680"/>
                </a:cubicBezTo>
                <a:cubicBezTo>
                  <a:pt x="1661109" y="831"/>
                  <a:pt x="1661789" y="1020"/>
                  <a:pt x="1662280" y="1247"/>
                </a:cubicBezTo>
                <a:cubicBezTo>
                  <a:pt x="1662771" y="1473"/>
                  <a:pt x="1663130" y="1775"/>
                  <a:pt x="1663356" y="2153"/>
                </a:cubicBezTo>
                <a:cubicBezTo>
                  <a:pt x="1663583" y="2531"/>
                  <a:pt x="1663696" y="2948"/>
                  <a:pt x="1663696" y="3403"/>
                </a:cubicBezTo>
                <a:lnTo>
                  <a:pt x="1663696" y="155699"/>
                </a:lnTo>
                <a:moveTo>
                  <a:pt x="1650211" y="81736"/>
                </a:moveTo>
                <a:cubicBezTo>
                  <a:pt x="1644545" y="74852"/>
                  <a:pt x="1639087" y="69594"/>
                  <a:pt x="1633836" y="65963"/>
                </a:cubicBezTo>
                <a:cubicBezTo>
                  <a:pt x="1628586" y="62330"/>
                  <a:pt x="1623090" y="60513"/>
                  <a:pt x="1617348" y="60513"/>
                </a:cubicBezTo>
                <a:cubicBezTo>
                  <a:pt x="1612135" y="60513"/>
                  <a:pt x="1607678" y="61762"/>
                  <a:pt x="1603976" y="64260"/>
                </a:cubicBezTo>
                <a:cubicBezTo>
                  <a:pt x="1600275" y="66755"/>
                  <a:pt x="1597253" y="70045"/>
                  <a:pt x="1594911" y="74129"/>
                </a:cubicBezTo>
                <a:cubicBezTo>
                  <a:pt x="1592569" y="78214"/>
                  <a:pt x="1590869" y="82828"/>
                  <a:pt x="1589811" y="87972"/>
                </a:cubicBezTo>
                <a:cubicBezTo>
                  <a:pt x="1588754" y="93116"/>
                  <a:pt x="1588225" y="98336"/>
                  <a:pt x="1588225" y="103632"/>
                </a:cubicBezTo>
                <a:cubicBezTo>
                  <a:pt x="1588225" y="109305"/>
                  <a:pt x="1588678" y="114827"/>
                  <a:pt x="1589585" y="120198"/>
                </a:cubicBezTo>
                <a:cubicBezTo>
                  <a:pt x="1590491" y="125569"/>
                  <a:pt x="1592040" y="130353"/>
                  <a:pt x="1594231" y="134550"/>
                </a:cubicBezTo>
                <a:cubicBezTo>
                  <a:pt x="1596422" y="138748"/>
                  <a:pt x="1599330" y="142115"/>
                  <a:pt x="1602956" y="144650"/>
                </a:cubicBezTo>
                <a:cubicBezTo>
                  <a:pt x="1606583" y="147183"/>
                  <a:pt x="1611116" y="148450"/>
                  <a:pt x="1616555" y="148450"/>
                </a:cubicBezTo>
                <a:cubicBezTo>
                  <a:pt x="1619275" y="148450"/>
                  <a:pt x="1621919" y="148072"/>
                  <a:pt x="1624487" y="147317"/>
                </a:cubicBezTo>
                <a:cubicBezTo>
                  <a:pt x="1627056" y="146559"/>
                  <a:pt x="1629700" y="145310"/>
                  <a:pt x="1632420" y="143570"/>
                </a:cubicBezTo>
                <a:cubicBezTo>
                  <a:pt x="1635140" y="141830"/>
                  <a:pt x="1637954" y="139579"/>
                  <a:pt x="1640862" y="136817"/>
                </a:cubicBezTo>
                <a:cubicBezTo>
                  <a:pt x="1643771" y="134055"/>
                  <a:pt x="1646887" y="130630"/>
                  <a:pt x="1650211" y="126544"/>
                </a:cubicBezTo>
                <a:lnTo>
                  <a:pt x="1650211" y="81736"/>
                </a:lnTo>
                <a:close/>
                <a:moveTo>
                  <a:pt x="1722295" y="144144"/>
                </a:moveTo>
                <a:cubicBezTo>
                  <a:pt x="1722295" y="146184"/>
                  <a:pt x="1722201" y="148034"/>
                  <a:pt x="1722012" y="149696"/>
                </a:cubicBezTo>
                <a:cubicBezTo>
                  <a:pt x="1721823" y="151358"/>
                  <a:pt x="1721502" y="152945"/>
                  <a:pt x="1721048" y="154456"/>
                </a:cubicBezTo>
                <a:cubicBezTo>
                  <a:pt x="1720595" y="155967"/>
                  <a:pt x="1719991" y="157478"/>
                  <a:pt x="1719235" y="158989"/>
                </a:cubicBezTo>
                <a:cubicBezTo>
                  <a:pt x="1718480" y="160500"/>
                  <a:pt x="1717536" y="162086"/>
                  <a:pt x="1716402" y="163748"/>
                </a:cubicBezTo>
                <a:lnTo>
                  <a:pt x="1700651" y="187885"/>
                </a:lnTo>
                <a:cubicBezTo>
                  <a:pt x="1700349" y="188339"/>
                  <a:pt x="1699990" y="188735"/>
                  <a:pt x="1699574" y="189075"/>
                </a:cubicBezTo>
                <a:cubicBezTo>
                  <a:pt x="1699159" y="189415"/>
                  <a:pt x="1698668" y="189699"/>
                  <a:pt x="1698101" y="189925"/>
                </a:cubicBezTo>
                <a:cubicBezTo>
                  <a:pt x="1697534" y="190152"/>
                  <a:pt x="1696873" y="190322"/>
                  <a:pt x="1696118" y="190435"/>
                </a:cubicBezTo>
                <a:cubicBezTo>
                  <a:pt x="1695362" y="190549"/>
                  <a:pt x="1694418" y="190605"/>
                  <a:pt x="1693285" y="190605"/>
                </a:cubicBezTo>
                <a:cubicBezTo>
                  <a:pt x="1692454" y="190605"/>
                  <a:pt x="1691736" y="190567"/>
                  <a:pt x="1691132" y="190492"/>
                </a:cubicBezTo>
                <a:cubicBezTo>
                  <a:pt x="1690527" y="190416"/>
                  <a:pt x="1690093" y="190265"/>
                  <a:pt x="1689829" y="190039"/>
                </a:cubicBezTo>
                <a:cubicBezTo>
                  <a:pt x="1689564" y="189812"/>
                  <a:pt x="1689413" y="189529"/>
                  <a:pt x="1689375" y="189189"/>
                </a:cubicBezTo>
                <a:cubicBezTo>
                  <a:pt x="1689338" y="188849"/>
                  <a:pt x="1689470" y="188414"/>
                  <a:pt x="1689772" y="187885"/>
                </a:cubicBezTo>
                <a:lnTo>
                  <a:pt x="1705524" y="156836"/>
                </a:lnTo>
                <a:lnTo>
                  <a:pt x="1705524" y="144144"/>
                </a:lnTo>
                <a:cubicBezTo>
                  <a:pt x="1705524" y="142482"/>
                  <a:pt x="1705675" y="141141"/>
                  <a:pt x="1705977" y="140121"/>
                </a:cubicBezTo>
                <a:cubicBezTo>
                  <a:pt x="1706279" y="139101"/>
                  <a:pt x="1706770" y="138327"/>
                  <a:pt x="1707450" y="137798"/>
                </a:cubicBezTo>
                <a:cubicBezTo>
                  <a:pt x="1708130" y="137269"/>
                  <a:pt x="1708999" y="136910"/>
                  <a:pt x="1710056" y="136721"/>
                </a:cubicBezTo>
                <a:cubicBezTo>
                  <a:pt x="1711114" y="136532"/>
                  <a:pt x="1712398" y="136438"/>
                  <a:pt x="1713909" y="136438"/>
                </a:cubicBezTo>
                <a:cubicBezTo>
                  <a:pt x="1715345" y="136438"/>
                  <a:pt x="1716591" y="136532"/>
                  <a:pt x="1717649" y="136721"/>
                </a:cubicBezTo>
                <a:cubicBezTo>
                  <a:pt x="1718707" y="136910"/>
                  <a:pt x="1719575" y="137269"/>
                  <a:pt x="1720255" y="137798"/>
                </a:cubicBezTo>
                <a:cubicBezTo>
                  <a:pt x="1720935" y="138327"/>
                  <a:pt x="1721445" y="139101"/>
                  <a:pt x="1721785" y="140121"/>
                </a:cubicBezTo>
                <a:cubicBezTo>
                  <a:pt x="1722125" y="141141"/>
                  <a:pt x="1722295" y="142482"/>
                  <a:pt x="1722295" y="144144"/>
                </a:cubicBezTo>
                <a:close/>
                <a:moveTo>
                  <a:pt x="1902112" y="103178"/>
                </a:moveTo>
                <a:cubicBezTo>
                  <a:pt x="1902112" y="111949"/>
                  <a:pt x="1901168" y="119832"/>
                  <a:pt x="1899279" y="126827"/>
                </a:cubicBezTo>
                <a:cubicBezTo>
                  <a:pt x="1897390" y="133822"/>
                  <a:pt x="1894576" y="139779"/>
                  <a:pt x="1890837" y="144696"/>
                </a:cubicBezTo>
                <a:cubicBezTo>
                  <a:pt x="1887097" y="149611"/>
                  <a:pt x="1882489" y="153392"/>
                  <a:pt x="1877011" y="156039"/>
                </a:cubicBezTo>
                <a:cubicBezTo>
                  <a:pt x="1871534" y="158685"/>
                  <a:pt x="1865245" y="160009"/>
                  <a:pt x="1858144" y="160009"/>
                </a:cubicBezTo>
                <a:cubicBezTo>
                  <a:pt x="1854971" y="160009"/>
                  <a:pt x="1852043" y="159686"/>
                  <a:pt x="1849361" y="159042"/>
                </a:cubicBezTo>
                <a:cubicBezTo>
                  <a:pt x="1846679" y="158400"/>
                  <a:pt x="1844054" y="157361"/>
                  <a:pt x="1841485" y="155926"/>
                </a:cubicBezTo>
                <a:cubicBezTo>
                  <a:pt x="1838917" y="154488"/>
                  <a:pt x="1836292" y="152672"/>
                  <a:pt x="1833610" y="150479"/>
                </a:cubicBezTo>
                <a:cubicBezTo>
                  <a:pt x="1830928" y="148286"/>
                  <a:pt x="1828038" y="145639"/>
                  <a:pt x="1824941" y="142540"/>
                </a:cubicBezTo>
                <a:lnTo>
                  <a:pt x="1824941" y="155720"/>
                </a:lnTo>
                <a:cubicBezTo>
                  <a:pt x="1824941" y="156247"/>
                  <a:pt x="1824827" y="156698"/>
                  <a:pt x="1824601" y="157073"/>
                </a:cubicBezTo>
                <a:cubicBezTo>
                  <a:pt x="1824374" y="157448"/>
                  <a:pt x="1823996" y="157748"/>
                  <a:pt x="1823467" y="157972"/>
                </a:cubicBezTo>
                <a:cubicBezTo>
                  <a:pt x="1822939" y="158199"/>
                  <a:pt x="1822296" y="158368"/>
                  <a:pt x="1821541" y="158479"/>
                </a:cubicBezTo>
                <a:cubicBezTo>
                  <a:pt x="1820786" y="158592"/>
                  <a:pt x="1819841" y="158649"/>
                  <a:pt x="1818708" y="158649"/>
                </a:cubicBezTo>
                <a:cubicBezTo>
                  <a:pt x="1817575" y="158649"/>
                  <a:pt x="1816612" y="158592"/>
                  <a:pt x="1815818" y="158479"/>
                </a:cubicBezTo>
                <a:cubicBezTo>
                  <a:pt x="1815025" y="158365"/>
                  <a:pt x="1814383" y="158195"/>
                  <a:pt x="1813892" y="157969"/>
                </a:cubicBezTo>
                <a:cubicBezTo>
                  <a:pt x="1813401" y="157742"/>
                  <a:pt x="1813061" y="157440"/>
                  <a:pt x="1812872" y="157062"/>
                </a:cubicBezTo>
                <a:cubicBezTo>
                  <a:pt x="1812683" y="156685"/>
                  <a:pt x="1812589" y="156231"/>
                  <a:pt x="1812589" y="155702"/>
                </a:cubicBezTo>
                <a:lnTo>
                  <a:pt x="1812589" y="2946"/>
                </a:lnTo>
                <a:cubicBezTo>
                  <a:pt x="1812589" y="2493"/>
                  <a:pt x="1812683" y="2078"/>
                  <a:pt x="1812872" y="1700"/>
                </a:cubicBezTo>
                <a:cubicBezTo>
                  <a:pt x="1813061" y="1322"/>
                  <a:pt x="1813420" y="1001"/>
                  <a:pt x="1813949" y="737"/>
                </a:cubicBezTo>
                <a:cubicBezTo>
                  <a:pt x="1814477" y="472"/>
                  <a:pt x="1815176" y="283"/>
                  <a:pt x="1816045" y="170"/>
                </a:cubicBezTo>
                <a:cubicBezTo>
                  <a:pt x="1816914" y="57"/>
                  <a:pt x="1817990" y="0"/>
                  <a:pt x="1819275" y="0"/>
                </a:cubicBezTo>
                <a:cubicBezTo>
                  <a:pt x="1820634" y="0"/>
                  <a:pt x="1821749" y="57"/>
                  <a:pt x="1822618" y="170"/>
                </a:cubicBezTo>
                <a:cubicBezTo>
                  <a:pt x="1823486" y="283"/>
                  <a:pt x="1824166" y="472"/>
                  <a:pt x="1824657" y="737"/>
                </a:cubicBezTo>
                <a:cubicBezTo>
                  <a:pt x="1825148" y="1001"/>
                  <a:pt x="1825507" y="1322"/>
                  <a:pt x="1825734" y="1700"/>
                </a:cubicBezTo>
                <a:cubicBezTo>
                  <a:pt x="1825960" y="2078"/>
                  <a:pt x="1826074" y="2493"/>
                  <a:pt x="1826074" y="2946"/>
                </a:cubicBezTo>
                <a:lnTo>
                  <a:pt x="1826074" y="66990"/>
                </a:lnTo>
                <a:cubicBezTo>
                  <a:pt x="1829322" y="63588"/>
                  <a:pt x="1832420" y="60734"/>
                  <a:pt x="1835366" y="58427"/>
                </a:cubicBezTo>
                <a:cubicBezTo>
                  <a:pt x="1838312" y="56121"/>
                  <a:pt x="1841183" y="54269"/>
                  <a:pt x="1843978" y="52871"/>
                </a:cubicBezTo>
                <a:cubicBezTo>
                  <a:pt x="1846774" y="51471"/>
                  <a:pt x="1849550" y="50469"/>
                  <a:pt x="1852308" y="49865"/>
                </a:cubicBezTo>
                <a:cubicBezTo>
                  <a:pt x="1855065" y="49258"/>
                  <a:pt x="1857917" y="48954"/>
                  <a:pt x="1860863" y="48954"/>
                </a:cubicBezTo>
                <a:cubicBezTo>
                  <a:pt x="1868267" y="48954"/>
                  <a:pt x="1874594" y="50391"/>
                  <a:pt x="1879844" y="53264"/>
                </a:cubicBezTo>
                <a:cubicBezTo>
                  <a:pt x="1885095" y="56137"/>
                  <a:pt x="1889363" y="60033"/>
                  <a:pt x="1892650" y="64950"/>
                </a:cubicBezTo>
                <a:cubicBezTo>
                  <a:pt x="1895936" y="69866"/>
                  <a:pt x="1898335" y="75613"/>
                  <a:pt x="1899845" y="82193"/>
                </a:cubicBezTo>
                <a:cubicBezTo>
                  <a:pt x="1901356" y="88770"/>
                  <a:pt x="1902112" y="95765"/>
                  <a:pt x="1902112" y="103178"/>
                </a:cubicBezTo>
                <a:moveTo>
                  <a:pt x="1887947" y="105331"/>
                </a:moveTo>
                <a:cubicBezTo>
                  <a:pt x="1887947" y="99583"/>
                  <a:pt x="1887494" y="94023"/>
                  <a:pt x="1886587" y="88652"/>
                </a:cubicBezTo>
                <a:cubicBezTo>
                  <a:pt x="1885680" y="83281"/>
                  <a:pt x="1884132" y="78516"/>
                  <a:pt x="1881941" y="74356"/>
                </a:cubicBezTo>
                <a:cubicBezTo>
                  <a:pt x="1879750" y="70196"/>
                  <a:pt x="1876841" y="66850"/>
                  <a:pt x="1873215" y="64316"/>
                </a:cubicBezTo>
                <a:cubicBezTo>
                  <a:pt x="1869589" y="61781"/>
                  <a:pt x="1865056" y="60513"/>
                  <a:pt x="1859617" y="60513"/>
                </a:cubicBezTo>
                <a:cubicBezTo>
                  <a:pt x="1856973" y="60513"/>
                  <a:pt x="1854347" y="60892"/>
                  <a:pt x="1851741" y="61650"/>
                </a:cubicBezTo>
                <a:cubicBezTo>
                  <a:pt x="1849135" y="62405"/>
                  <a:pt x="1846472" y="63653"/>
                  <a:pt x="1843752" y="65393"/>
                </a:cubicBezTo>
                <a:cubicBezTo>
                  <a:pt x="1841032" y="67133"/>
                  <a:pt x="1838218" y="69384"/>
                  <a:pt x="1835309" y="72146"/>
                </a:cubicBezTo>
                <a:cubicBezTo>
                  <a:pt x="1832401" y="74908"/>
                  <a:pt x="1829322" y="78333"/>
                  <a:pt x="1826074" y="82419"/>
                </a:cubicBezTo>
                <a:lnTo>
                  <a:pt x="1826074" y="127114"/>
                </a:lnTo>
                <a:cubicBezTo>
                  <a:pt x="1831740" y="133998"/>
                  <a:pt x="1837198" y="139276"/>
                  <a:pt x="1842449" y="142947"/>
                </a:cubicBezTo>
                <a:cubicBezTo>
                  <a:pt x="1847699" y="146616"/>
                  <a:pt x="1853157" y="148450"/>
                  <a:pt x="1858823" y="148450"/>
                </a:cubicBezTo>
                <a:cubicBezTo>
                  <a:pt x="1864036" y="148450"/>
                  <a:pt x="1868493" y="147183"/>
                  <a:pt x="1872195" y="144650"/>
                </a:cubicBezTo>
                <a:cubicBezTo>
                  <a:pt x="1875897" y="142115"/>
                  <a:pt x="1878919" y="138805"/>
                  <a:pt x="1881261" y="134720"/>
                </a:cubicBezTo>
                <a:cubicBezTo>
                  <a:pt x="1883603" y="130636"/>
                  <a:pt x="1885303" y="126022"/>
                  <a:pt x="1886360" y="120878"/>
                </a:cubicBezTo>
                <a:cubicBezTo>
                  <a:pt x="1887418" y="115733"/>
                  <a:pt x="1887947" y="110551"/>
                  <a:pt x="1887947" y="105331"/>
                </a:cubicBezTo>
                <a:close/>
                <a:moveTo>
                  <a:pt x="2028505" y="99155"/>
                </a:moveTo>
                <a:cubicBezTo>
                  <a:pt x="2028505" y="101875"/>
                  <a:pt x="2027788" y="103745"/>
                  <a:pt x="2026352" y="104765"/>
                </a:cubicBezTo>
                <a:cubicBezTo>
                  <a:pt x="2024917" y="105785"/>
                  <a:pt x="2023519" y="106295"/>
                  <a:pt x="2022159" y="106295"/>
                </a:cubicBezTo>
                <a:lnTo>
                  <a:pt x="1952240" y="106295"/>
                </a:lnTo>
                <a:cubicBezTo>
                  <a:pt x="1952240" y="112657"/>
                  <a:pt x="1952864" y="118414"/>
                  <a:pt x="1954110" y="123565"/>
                </a:cubicBezTo>
                <a:cubicBezTo>
                  <a:pt x="1955357" y="128717"/>
                  <a:pt x="1957415" y="133129"/>
                  <a:pt x="1960286" y="136803"/>
                </a:cubicBezTo>
                <a:cubicBezTo>
                  <a:pt x="1963157" y="140476"/>
                  <a:pt x="1966897" y="143299"/>
                  <a:pt x="1971505" y="145270"/>
                </a:cubicBezTo>
                <a:cubicBezTo>
                  <a:pt x="1976113" y="147239"/>
                  <a:pt x="1981779" y="148223"/>
                  <a:pt x="1988503" y="148223"/>
                </a:cubicBezTo>
                <a:cubicBezTo>
                  <a:pt x="1993263" y="148223"/>
                  <a:pt x="1997531" y="147802"/>
                  <a:pt x="2001308" y="146959"/>
                </a:cubicBezTo>
                <a:cubicBezTo>
                  <a:pt x="2005086" y="146116"/>
                  <a:pt x="2008353" y="145178"/>
                  <a:pt x="2011110" y="144144"/>
                </a:cubicBezTo>
                <a:cubicBezTo>
                  <a:pt x="2013868" y="143110"/>
                  <a:pt x="2016134" y="142171"/>
                  <a:pt x="2017910" y="141328"/>
                </a:cubicBezTo>
                <a:cubicBezTo>
                  <a:pt x="2019685" y="140486"/>
                  <a:pt x="2020950" y="140064"/>
                  <a:pt x="2021706" y="140064"/>
                </a:cubicBezTo>
                <a:cubicBezTo>
                  <a:pt x="2022159" y="140064"/>
                  <a:pt x="2022575" y="140179"/>
                  <a:pt x="2022952" y="140408"/>
                </a:cubicBezTo>
                <a:cubicBezTo>
                  <a:pt x="2023330" y="140637"/>
                  <a:pt x="2023632" y="140999"/>
                  <a:pt x="2023859" y="141495"/>
                </a:cubicBezTo>
                <a:cubicBezTo>
                  <a:pt x="2024086" y="141991"/>
                  <a:pt x="2024256" y="142620"/>
                  <a:pt x="2024369" y="143382"/>
                </a:cubicBezTo>
                <a:cubicBezTo>
                  <a:pt x="2024482" y="144145"/>
                  <a:pt x="2024539" y="145098"/>
                  <a:pt x="2024539" y="146240"/>
                </a:cubicBezTo>
                <a:cubicBezTo>
                  <a:pt x="2024539" y="146776"/>
                  <a:pt x="2024501" y="147292"/>
                  <a:pt x="2024426" y="147788"/>
                </a:cubicBezTo>
                <a:cubicBezTo>
                  <a:pt x="2024350" y="148283"/>
                  <a:pt x="2024256" y="148741"/>
                  <a:pt x="2024142" y="149162"/>
                </a:cubicBezTo>
                <a:cubicBezTo>
                  <a:pt x="2024029" y="149580"/>
                  <a:pt x="2023859" y="149980"/>
                  <a:pt x="2023632" y="150362"/>
                </a:cubicBezTo>
                <a:cubicBezTo>
                  <a:pt x="2023406" y="150742"/>
                  <a:pt x="2023104" y="151124"/>
                  <a:pt x="2022726" y="151506"/>
                </a:cubicBezTo>
                <a:cubicBezTo>
                  <a:pt x="2022348" y="151886"/>
                  <a:pt x="2021177" y="152548"/>
                  <a:pt x="2019213" y="153493"/>
                </a:cubicBezTo>
                <a:cubicBezTo>
                  <a:pt x="2017249" y="154437"/>
                  <a:pt x="2014680" y="155381"/>
                  <a:pt x="2011507" y="156326"/>
                </a:cubicBezTo>
                <a:cubicBezTo>
                  <a:pt x="2008334" y="157270"/>
                  <a:pt x="2004651" y="158120"/>
                  <a:pt x="2000458" y="158875"/>
                </a:cubicBezTo>
                <a:cubicBezTo>
                  <a:pt x="1996265" y="159631"/>
                  <a:pt x="1991752" y="160009"/>
                  <a:pt x="1986917" y="160009"/>
                </a:cubicBezTo>
                <a:cubicBezTo>
                  <a:pt x="1978984" y="160009"/>
                  <a:pt x="1971958" y="158818"/>
                  <a:pt x="1965839" y="156435"/>
                </a:cubicBezTo>
                <a:cubicBezTo>
                  <a:pt x="1959720" y="154053"/>
                  <a:pt x="1954582" y="150537"/>
                  <a:pt x="1950427" y="145886"/>
                </a:cubicBezTo>
                <a:cubicBezTo>
                  <a:pt x="1946272" y="141235"/>
                  <a:pt x="1943118" y="135469"/>
                  <a:pt x="1940965" y="128587"/>
                </a:cubicBezTo>
                <a:cubicBezTo>
                  <a:pt x="1938812" y="121705"/>
                  <a:pt x="1937735" y="113727"/>
                  <a:pt x="1937735" y="104652"/>
                </a:cubicBezTo>
                <a:cubicBezTo>
                  <a:pt x="1937735" y="95954"/>
                  <a:pt x="1938850" y="88165"/>
                  <a:pt x="1941078" y="81283"/>
                </a:cubicBezTo>
                <a:cubicBezTo>
                  <a:pt x="1943307" y="74401"/>
                  <a:pt x="1946499" y="68559"/>
                  <a:pt x="1950654" y="63757"/>
                </a:cubicBezTo>
                <a:cubicBezTo>
                  <a:pt x="1954809" y="58955"/>
                  <a:pt x="1959814" y="55287"/>
                  <a:pt x="1965669" y="52754"/>
                </a:cubicBezTo>
                <a:cubicBezTo>
                  <a:pt x="1971524" y="50221"/>
                  <a:pt x="1978040" y="48954"/>
                  <a:pt x="1985217" y="48954"/>
                </a:cubicBezTo>
                <a:cubicBezTo>
                  <a:pt x="1992923" y="48954"/>
                  <a:pt x="1999495" y="50239"/>
                  <a:pt x="2004935" y="52807"/>
                </a:cubicBezTo>
                <a:cubicBezTo>
                  <a:pt x="2010374" y="55376"/>
                  <a:pt x="2014850" y="58832"/>
                  <a:pt x="2018363" y="63176"/>
                </a:cubicBezTo>
                <a:cubicBezTo>
                  <a:pt x="2021876" y="67520"/>
                  <a:pt x="2024445" y="72563"/>
                  <a:pt x="2026069" y="78305"/>
                </a:cubicBezTo>
                <a:cubicBezTo>
                  <a:pt x="2027693" y="84046"/>
                  <a:pt x="2028505" y="90090"/>
                  <a:pt x="2028505" y="96436"/>
                </a:cubicBezTo>
                <a:lnTo>
                  <a:pt x="2028505" y="99155"/>
                </a:lnTo>
                <a:moveTo>
                  <a:pt x="2014567" y="95189"/>
                </a:moveTo>
                <a:cubicBezTo>
                  <a:pt x="2014793" y="84311"/>
                  <a:pt x="2012300" y="75811"/>
                  <a:pt x="2007088" y="69692"/>
                </a:cubicBezTo>
                <a:cubicBezTo>
                  <a:pt x="2001875" y="63573"/>
                  <a:pt x="1994282" y="60513"/>
                  <a:pt x="1984310" y="60513"/>
                </a:cubicBezTo>
                <a:cubicBezTo>
                  <a:pt x="1979173" y="60513"/>
                  <a:pt x="1974659" y="61476"/>
                  <a:pt x="1970768" y="63403"/>
                </a:cubicBezTo>
                <a:cubicBezTo>
                  <a:pt x="1966878" y="65329"/>
                  <a:pt x="1963591" y="67879"/>
                  <a:pt x="1960909" y="71052"/>
                </a:cubicBezTo>
                <a:cubicBezTo>
                  <a:pt x="1958228" y="74225"/>
                  <a:pt x="1956169" y="77908"/>
                  <a:pt x="1954734" y="82101"/>
                </a:cubicBezTo>
                <a:cubicBezTo>
                  <a:pt x="1953298" y="86294"/>
                  <a:pt x="1952467" y="90656"/>
                  <a:pt x="1952240" y="95189"/>
                </a:cubicBezTo>
                <a:lnTo>
                  <a:pt x="2014567" y="95189"/>
                </a:lnTo>
                <a:close/>
                <a:moveTo>
                  <a:pt x="2126964" y="140631"/>
                </a:moveTo>
                <a:cubicBezTo>
                  <a:pt x="2126964" y="141537"/>
                  <a:pt x="2126926" y="142350"/>
                  <a:pt x="2126851" y="143067"/>
                </a:cubicBezTo>
                <a:cubicBezTo>
                  <a:pt x="2126775" y="143785"/>
                  <a:pt x="2126662" y="144408"/>
                  <a:pt x="2126511" y="144937"/>
                </a:cubicBezTo>
                <a:cubicBezTo>
                  <a:pt x="2126360" y="145466"/>
                  <a:pt x="2126152" y="145938"/>
                  <a:pt x="2125887" y="146354"/>
                </a:cubicBezTo>
                <a:cubicBezTo>
                  <a:pt x="2125623" y="146769"/>
                  <a:pt x="2125000" y="147468"/>
                  <a:pt x="2124018" y="148450"/>
                </a:cubicBezTo>
                <a:cubicBezTo>
                  <a:pt x="2123035" y="149432"/>
                  <a:pt x="2121392" y="150679"/>
                  <a:pt x="2119088" y="152190"/>
                </a:cubicBezTo>
                <a:cubicBezTo>
                  <a:pt x="2116784" y="153700"/>
                  <a:pt x="2114196" y="155023"/>
                  <a:pt x="2111326" y="156156"/>
                </a:cubicBezTo>
                <a:cubicBezTo>
                  <a:pt x="2108455" y="157289"/>
                  <a:pt x="2105357" y="158214"/>
                  <a:pt x="2102033" y="158932"/>
                </a:cubicBezTo>
                <a:cubicBezTo>
                  <a:pt x="2098709" y="159650"/>
                  <a:pt x="2095272" y="160009"/>
                  <a:pt x="2091721" y="160009"/>
                </a:cubicBezTo>
                <a:cubicBezTo>
                  <a:pt x="2084620" y="160009"/>
                  <a:pt x="2078330" y="158818"/>
                  <a:pt x="2072853" y="156435"/>
                </a:cubicBezTo>
                <a:cubicBezTo>
                  <a:pt x="2067376" y="154053"/>
                  <a:pt x="2062787" y="150537"/>
                  <a:pt x="2059085" y="145886"/>
                </a:cubicBezTo>
                <a:cubicBezTo>
                  <a:pt x="2055383" y="141235"/>
                  <a:pt x="2052569" y="135525"/>
                  <a:pt x="2050642" y="128757"/>
                </a:cubicBezTo>
                <a:cubicBezTo>
                  <a:pt x="2048716" y="121988"/>
                  <a:pt x="2047753" y="114180"/>
                  <a:pt x="2047753" y="105331"/>
                </a:cubicBezTo>
                <a:cubicBezTo>
                  <a:pt x="2047753" y="95350"/>
                  <a:pt x="2048943" y="86805"/>
                  <a:pt x="2051322" y="79696"/>
                </a:cubicBezTo>
                <a:cubicBezTo>
                  <a:pt x="2053702" y="72588"/>
                  <a:pt x="2056970" y="66765"/>
                  <a:pt x="2061125" y="62227"/>
                </a:cubicBezTo>
                <a:cubicBezTo>
                  <a:pt x="2065280" y="57690"/>
                  <a:pt x="2070134" y="54343"/>
                  <a:pt x="2075686" y="52188"/>
                </a:cubicBezTo>
                <a:cubicBezTo>
                  <a:pt x="2081239" y="50032"/>
                  <a:pt x="2087188" y="48954"/>
                  <a:pt x="2093534" y="48954"/>
                </a:cubicBezTo>
                <a:cubicBezTo>
                  <a:pt x="2096934" y="48954"/>
                  <a:pt x="2100182" y="49279"/>
                  <a:pt x="2103280" y="49928"/>
                </a:cubicBezTo>
                <a:cubicBezTo>
                  <a:pt x="2106377" y="50575"/>
                  <a:pt x="2109229" y="51432"/>
                  <a:pt x="2111836" y="52499"/>
                </a:cubicBezTo>
                <a:cubicBezTo>
                  <a:pt x="2114442" y="53564"/>
                  <a:pt x="2116765" y="54782"/>
                  <a:pt x="2118805" y="56154"/>
                </a:cubicBezTo>
                <a:cubicBezTo>
                  <a:pt x="2120845" y="57526"/>
                  <a:pt x="2122337" y="58688"/>
                  <a:pt x="2123281" y="59642"/>
                </a:cubicBezTo>
                <a:cubicBezTo>
                  <a:pt x="2124225" y="60593"/>
                  <a:pt x="2124867" y="61317"/>
                  <a:pt x="2125207" y="61813"/>
                </a:cubicBezTo>
                <a:cubicBezTo>
                  <a:pt x="2125547" y="62306"/>
                  <a:pt x="2125812" y="62855"/>
                  <a:pt x="2126001" y="63460"/>
                </a:cubicBezTo>
                <a:cubicBezTo>
                  <a:pt x="2126190" y="64064"/>
                  <a:pt x="2126322" y="64725"/>
                  <a:pt x="2126397" y="65443"/>
                </a:cubicBezTo>
                <a:cubicBezTo>
                  <a:pt x="2126473" y="66160"/>
                  <a:pt x="2126511" y="67010"/>
                  <a:pt x="2126511" y="67992"/>
                </a:cubicBezTo>
                <a:cubicBezTo>
                  <a:pt x="2126511" y="70183"/>
                  <a:pt x="2126190" y="71713"/>
                  <a:pt x="2125547" y="72582"/>
                </a:cubicBezTo>
                <a:cubicBezTo>
                  <a:pt x="2124905" y="73451"/>
                  <a:pt x="2124206" y="73885"/>
                  <a:pt x="2123451" y="73885"/>
                </a:cubicBezTo>
                <a:cubicBezTo>
                  <a:pt x="2122393" y="73885"/>
                  <a:pt x="2121090" y="73199"/>
                  <a:pt x="2119541" y="71828"/>
                </a:cubicBezTo>
                <a:cubicBezTo>
                  <a:pt x="2117993" y="70456"/>
                  <a:pt x="2116010" y="68951"/>
                  <a:pt x="2113592" y="67312"/>
                </a:cubicBezTo>
                <a:cubicBezTo>
                  <a:pt x="2111175" y="65674"/>
                  <a:pt x="2108247" y="64169"/>
                  <a:pt x="2104810" y="62797"/>
                </a:cubicBezTo>
                <a:cubicBezTo>
                  <a:pt x="2101372" y="61426"/>
                  <a:pt x="2097274" y="60740"/>
                  <a:pt x="2092514" y="60740"/>
                </a:cubicBezTo>
                <a:cubicBezTo>
                  <a:pt x="2082693" y="60740"/>
                  <a:pt x="2075120" y="64522"/>
                  <a:pt x="2069794" y="72086"/>
                </a:cubicBezTo>
                <a:cubicBezTo>
                  <a:pt x="2064468" y="79650"/>
                  <a:pt x="2061805" y="90581"/>
                  <a:pt x="2061805" y="104878"/>
                </a:cubicBezTo>
                <a:cubicBezTo>
                  <a:pt x="2061805" y="112065"/>
                  <a:pt x="2062522" y="118362"/>
                  <a:pt x="2063958" y="123771"/>
                </a:cubicBezTo>
                <a:cubicBezTo>
                  <a:pt x="2065393" y="129180"/>
                  <a:pt x="2067452" y="133680"/>
                  <a:pt x="2070134" y="137274"/>
                </a:cubicBezTo>
                <a:cubicBezTo>
                  <a:pt x="2072816" y="140867"/>
                  <a:pt x="2076083" y="143552"/>
                  <a:pt x="2079936" y="145330"/>
                </a:cubicBezTo>
                <a:cubicBezTo>
                  <a:pt x="2083789" y="147108"/>
                  <a:pt x="2088133" y="147997"/>
                  <a:pt x="2092968" y="147997"/>
                </a:cubicBezTo>
                <a:cubicBezTo>
                  <a:pt x="2097501" y="147997"/>
                  <a:pt x="2101505" y="147279"/>
                  <a:pt x="2104980" y="145844"/>
                </a:cubicBezTo>
                <a:cubicBezTo>
                  <a:pt x="2108455" y="144408"/>
                  <a:pt x="2111477" y="142822"/>
                  <a:pt x="2114045" y="141084"/>
                </a:cubicBezTo>
                <a:cubicBezTo>
                  <a:pt x="2116614" y="139347"/>
                  <a:pt x="2118748" y="137760"/>
                  <a:pt x="2120448" y="136325"/>
                </a:cubicBezTo>
                <a:cubicBezTo>
                  <a:pt x="2122148" y="134889"/>
                  <a:pt x="2123413" y="134172"/>
                  <a:pt x="2124244" y="134172"/>
                </a:cubicBezTo>
                <a:cubicBezTo>
                  <a:pt x="2124697" y="134172"/>
                  <a:pt x="2125094" y="134304"/>
                  <a:pt x="2125434" y="134568"/>
                </a:cubicBezTo>
                <a:cubicBezTo>
                  <a:pt x="2125774" y="134833"/>
                  <a:pt x="2126057" y="135248"/>
                  <a:pt x="2126284" y="135815"/>
                </a:cubicBezTo>
                <a:cubicBezTo>
                  <a:pt x="2126511" y="136381"/>
                  <a:pt x="2126681" y="137061"/>
                  <a:pt x="2126794" y="137854"/>
                </a:cubicBezTo>
                <a:cubicBezTo>
                  <a:pt x="2126907" y="138648"/>
                  <a:pt x="2126964" y="139573"/>
                  <a:pt x="2126964" y="140631"/>
                </a:cubicBezTo>
                <a:close/>
                <a:moveTo>
                  <a:pt x="2226520" y="155702"/>
                </a:moveTo>
                <a:cubicBezTo>
                  <a:pt x="2226520" y="156458"/>
                  <a:pt x="2226275" y="157043"/>
                  <a:pt x="2225784" y="157459"/>
                </a:cubicBezTo>
                <a:cubicBezTo>
                  <a:pt x="2225293" y="157874"/>
                  <a:pt x="2224651" y="158177"/>
                  <a:pt x="2223857" y="158365"/>
                </a:cubicBezTo>
                <a:cubicBezTo>
                  <a:pt x="2223064" y="158554"/>
                  <a:pt x="2221988" y="158649"/>
                  <a:pt x="2220628" y="158649"/>
                </a:cubicBezTo>
                <a:cubicBezTo>
                  <a:pt x="2219343" y="158649"/>
                  <a:pt x="2218248" y="158554"/>
                  <a:pt x="2217341" y="158365"/>
                </a:cubicBezTo>
                <a:cubicBezTo>
                  <a:pt x="2216435" y="158177"/>
                  <a:pt x="2215736" y="157874"/>
                  <a:pt x="2215245" y="157459"/>
                </a:cubicBezTo>
                <a:cubicBezTo>
                  <a:pt x="2214754" y="157043"/>
                  <a:pt x="2214508" y="156458"/>
                  <a:pt x="2214508" y="155702"/>
                </a:cubicBezTo>
                <a:lnTo>
                  <a:pt x="2214508" y="144257"/>
                </a:lnTo>
                <a:cubicBezTo>
                  <a:pt x="2209900" y="149243"/>
                  <a:pt x="2204819" y="153115"/>
                  <a:pt x="2199267" y="155872"/>
                </a:cubicBezTo>
                <a:cubicBezTo>
                  <a:pt x="2193714" y="158630"/>
                  <a:pt x="2187954" y="160009"/>
                  <a:pt x="2181985" y="160009"/>
                </a:cubicBezTo>
                <a:cubicBezTo>
                  <a:pt x="2176622" y="160009"/>
                  <a:pt x="2171805" y="159310"/>
                  <a:pt x="2167537" y="157912"/>
                </a:cubicBezTo>
                <a:cubicBezTo>
                  <a:pt x="2163269" y="156515"/>
                  <a:pt x="2159661" y="154513"/>
                  <a:pt x="2156715" y="151906"/>
                </a:cubicBezTo>
                <a:cubicBezTo>
                  <a:pt x="2153769" y="149300"/>
                  <a:pt x="2151502" y="146146"/>
                  <a:pt x="2149916" y="142444"/>
                </a:cubicBezTo>
                <a:cubicBezTo>
                  <a:pt x="2148329" y="138742"/>
                  <a:pt x="2147536" y="134587"/>
                  <a:pt x="2147536" y="129979"/>
                </a:cubicBezTo>
                <a:cubicBezTo>
                  <a:pt x="2147536" y="124313"/>
                  <a:pt x="2148707" y="119383"/>
                  <a:pt x="2151049" y="115190"/>
                </a:cubicBezTo>
                <a:cubicBezTo>
                  <a:pt x="2153391" y="110997"/>
                  <a:pt x="2156715" y="107503"/>
                  <a:pt x="2161021" y="104708"/>
                </a:cubicBezTo>
                <a:cubicBezTo>
                  <a:pt x="2165327" y="101913"/>
                  <a:pt x="2170502" y="99817"/>
                  <a:pt x="2176546" y="98419"/>
                </a:cubicBezTo>
                <a:cubicBezTo>
                  <a:pt x="2182590" y="97021"/>
                  <a:pt x="2189313" y="96322"/>
                  <a:pt x="2196717" y="96322"/>
                </a:cubicBezTo>
                <a:lnTo>
                  <a:pt x="2213035" y="96322"/>
                </a:lnTo>
                <a:lnTo>
                  <a:pt x="2213035" y="87455"/>
                </a:lnTo>
                <a:cubicBezTo>
                  <a:pt x="2213035" y="83059"/>
                  <a:pt x="2212582" y="79176"/>
                  <a:pt x="2211675" y="75804"/>
                </a:cubicBezTo>
                <a:cubicBezTo>
                  <a:pt x="2210769" y="72431"/>
                  <a:pt x="2209296" y="69607"/>
                  <a:pt x="2207256" y="67334"/>
                </a:cubicBezTo>
                <a:cubicBezTo>
                  <a:pt x="2205216" y="65060"/>
                  <a:pt x="2202572" y="63356"/>
                  <a:pt x="2199323" y="62220"/>
                </a:cubicBezTo>
                <a:cubicBezTo>
                  <a:pt x="2196075" y="61082"/>
                  <a:pt x="2192109" y="60513"/>
                  <a:pt x="2187425" y="60513"/>
                </a:cubicBezTo>
                <a:cubicBezTo>
                  <a:pt x="2182892" y="60513"/>
                  <a:pt x="2178812" y="61061"/>
                  <a:pt x="2175186" y="62156"/>
                </a:cubicBezTo>
                <a:cubicBezTo>
                  <a:pt x="2171560" y="63252"/>
                  <a:pt x="2168387" y="64479"/>
                  <a:pt x="2165667" y="65839"/>
                </a:cubicBezTo>
                <a:cubicBezTo>
                  <a:pt x="2162948" y="67199"/>
                  <a:pt x="2160700" y="68427"/>
                  <a:pt x="2158925" y="69522"/>
                </a:cubicBezTo>
                <a:cubicBezTo>
                  <a:pt x="2157149" y="70618"/>
                  <a:pt x="2155884" y="71165"/>
                  <a:pt x="2155128" y="71165"/>
                </a:cubicBezTo>
                <a:cubicBezTo>
                  <a:pt x="2154675" y="71165"/>
                  <a:pt x="2154260" y="71090"/>
                  <a:pt x="2153882" y="70939"/>
                </a:cubicBezTo>
                <a:cubicBezTo>
                  <a:pt x="2153504" y="70785"/>
                  <a:pt x="2153183" y="70500"/>
                  <a:pt x="2152919" y="70082"/>
                </a:cubicBezTo>
                <a:cubicBezTo>
                  <a:pt x="2152654" y="69661"/>
                  <a:pt x="2152465" y="69128"/>
                  <a:pt x="2152352" y="68481"/>
                </a:cubicBezTo>
                <a:cubicBezTo>
                  <a:pt x="2152239" y="67832"/>
                  <a:pt x="2152182" y="67050"/>
                  <a:pt x="2152182" y="66137"/>
                </a:cubicBezTo>
                <a:cubicBezTo>
                  <a:pt x="2152182" y="64536"/>
                  <a:pt x="2152295" y="63260"/>
                  <a:pt x="2152522" y="62309"/>
                </a:cubicBezTo>
                <a:cubicBezTo>
                  <a:pt x="2152749" y="61355"/>
                  <a:pt x="2153334" y="60402"/>
                  <a:pt x="2154279" y="59451"/>
                </a:cubicBezTo>
                <a:cubicBezTo>
                  <a:pt x="2155223" y="58497"/>
                  <a:pt x="2156904" y="57386"/>
                  <a:pt x="2159321" y="56118"/>
                </a:cubicBezTo>
                <a:cubicBezTo>
                  <a:pt x="2161739" y="54848"/>
                  <a:pt x="2164515" y="53673"/>
                  <a:pt x="2167650" y="52591"/>
                </a:cubicBezTo>
                <a:cubicBezTo>
                  <a:pt x="2170786" y="51510"/>
                  <a:pt x="2174166" y="50634"/>
                  <a:pt x="2177793" y="49964"/>
                </a:cubicBezTo>
                <a:cubicBezTo>
                  <a:pt x="2181419" y="49291"/>
                  <a:pt x="2185045" y="48954"/>
                  <a:pt x="2188671" y="48954"/>
                </a:cubicBezTo>
                <a:cubicBezTo>
                  <a:pt x="2195697" y="48954"/>
                  <a:pt x="2201628" y="49804"/>
                  <a:pt x="2206463" y="51504"/>
                </a:cubicBezTo>
                <a:cubicBezTo>
                  <a:pt x="2211298" y="53204"/>
                  <a:pt x="2215207" y="55640"/>
                  <a:pt x="2218191" y="58813"/>
                </a:cubicBezTo>
                <a:cubicBezTo>
                  <a:pt x="2221175" y="61986"/>
                  <a:pt x="2223310" y="65896"/>
                  <a:pt x="2224594" y="70542"/>
                </a:cubicBezTo>
                <a:cubicBezTo>
                  <a:pt x="2225878" y="75188"/>
                  <a:pt x="2226520" y="80458"/>
                  <a:pt x="2226520" y="86350"/>
                </a:cubicBezTo>
                <a:lnTo>
                  <a:pt x="2226520" y="155702"/>
                </a:lnTo>
                <a:moveTo>
                  <a:pt x="2213035" y="107428"/>
                </a:moveTo>
                <a:lnTo>
                  <a:pt x="2194337" y="107428"/>
                </a:lnTo>
                <a:cubicBezTo>
                  <a:pt x="2188898" y="107428"/>
                  <a:pt x="2184138" y="107919"/>
                  <a:pt x="2180059" y="108901"/>
                </a:cubicBezTo>
                <a:cubicBezTo>
                  <a:pt x="2175979" y="109883"/>
                  <a:pt x="2172580" y="111319"/>
                  <a:pt x="2169860" y="113207"/>
                </a:cubicBezTo>
                <a:cubicBezTo>
                  <a:pt x="2167140" y="115096"/>
                  <a:pt x="2165120" y="117362"/>
                  <a:pt x="2163797" y="120006"/>
                </a:cubicBezTo>
                <a:cubicBezTo>
                  <a:pt x="2162475" y="122651"/>
                  <a:pt x="2161814" y="125672"/>
                  <a:pt x="2161814" y="129072"/>
                </a:cubicBezTo>
                <a:cubicBezTo>
                  <a:pt x="2161814" y="134965"/>
                  <a:pt x="2163684" y="139668"/>
                  <a:pt x="2167424" y="143181"/>
                </a:cubicBezTo>
                <a:cubicBezTo>
                  <a:pt x="2171163" y="146693"/>
                  <a:pt x="2176433" y="148450"/>
                  <a:pt x="2183232" y="148450"/>
                </a:cubicBezTo>
                <a:cubicBezTo>
                  <a:pt x="2188596" y="148450"/>
                  <a:pt x="2193601" y="147071"/>
                  <a:pt x="2198247" y="144314"/>
                </a:cubicBezTo>
                <a:cubicBezTo>
                  <a:pt x="2202893" y="141556"/>
                  <a:pt x="2207822" y="137307"/>
                  <a:pt x="2213035" y="131565"/>
                </a:cubicBezTo>
                <a:lnTo>
                  <a:pt x="2213035" y="107428"/>
                </a:lnTo>
                <a:close/>
                <a:moveTo>
                  <a:pt x="2347637" y="155699"/>
                </a:moveTo>
                <a:cubicBezTo>
                  <a:pt x="2347637" y="156152"/>
                  <a:pt x="2347543" y="156569"/>
                  <a:pt x="2347354" y="156949"/>
                </a:cubicBezTo>
                <a:cubicBezTo>
                  <a:pt x="2347165" y="157327"/>
                  <a:pt x="2346806" y="157629"/>
                  <a:pt x="2346277" y="157856"/>
                </a:cubicBezTo>
                <a:cubicBezTo>
                  <a:pt x="2345749" y="158082"/>
                  <a:pt x="2345069" y="158271"/>
                  <a:pt x="2344238" y="158422"/>
                </a:cubicBezTo>
                <a:cubicBezTo>
                  <a:pt x="2343407" y="158573"/>
                  <a:pt x="2342387" y="158649"/>
                  <a:pt x="2341178" y="158649"/>
                </a:cubicBezTo>
                <a:cubicBezTo>
                  <a:pt x="2339818" y="158649"/>
                  <a:pt x="2338723" y="158573"/>
                  <a:pt x="2337892" y="158422"/>
                </a:cubicBezTo>
                <a:cubicBezTo>
                  <a:pt x="2337061" y="158271"/>
                  <a:pt x="2336418" y="158082"/>
                  <a:pt x="2335965" y="157856"/>
                </a:cubicBezTo>
                <a:cubicBezTo>
                  <a:pt x="2335512" y="157629"/>
                  <a:pt x="2335191" y="157327"/>
                  <a:pt x="2335002" y="156949"/>
                </a:cubicBezTo>
                <a:cubicBezTo>
                  <a:pt x="2334813" y="156569"/>
                  <a:pt x="2334719" y="156152"/>
                  <a:pt x="2334719" y="155699"/>
                </a:cubicBezTo>
                <a:lnTo>
                  <a:pt x="2334719" y="141180"/>
                </a:lnTo>
                <a:cubicBezTo>
                  <a:pt x="2328826" y="147800"/>
                  <a:pt x="2323066" y="152593"/>
                  <a:pt x="2317437" y="155561"/>
                </a:cubicBezTo>
                <a:cubicBezTo>
                  <a:pt x="2311809" y="158526"/>
                  <a:pt x="2306200" y="160009"/>
                  <a:pt x="2300609" y="160009"/>
                </a:cubicBezTo>
                <a:cubicBezTo>
                  <a:pt x="2293885" y="160009"/>
                  <a:pt x="2288219" y="158873"/>
                  <a:pt x="2283611" y="156602"/>
                </a:cubicBezTo>
                <a:cubicBezTo>
                  <a:pt x="2279003" y="154331"/>
                  <a:pt x="2275282" y="151246"/>
                  <a:pt x="2272449" y="147349"/>
                </a:cubicBezTo>
                <a:cubicBezTo>
                  <a:pt x="2269616" y="143448"/>
                  <a:pt x="2267576" y="138925"/>
                  <a:pt x="2266330" y="133778"/>
                </a:cubicBezTo>
                <a:cubicBezTo>
                  <a:pt x="2265083" y="128629"/>
                  <a:pt x="2264460" y="122422"/>
                  <a:pt x="2264460" y="115155"/>
                </a:cubicBezTo>
                <a:lnTo>
                  <a:pt x="2264460" y="53041"/>
                </a:lnTo>
                <a:cubicBezTo>
                  <a:pt x="2264460" y="52585"/>
                  <a:pt x="2264554" y="52169"/>
                  <a:pt x="2264743" y="51791"/>
                </a:cubicBezTo>
                <a:cubicBezTo>
                  <a:pt x="2264932" y="51413"/>
                  <a:pt x="2265291" y="51092"/>
                  <a:pt x="2265820" y="50828"/>
                </a:cubicBezTo>
                <a:cubicBezTo>
                  <a:pt x="2266349" y="50561"/>
                  <a:pt x="2267047" y="50371"/>
                  <a:pt x="2267916" y="50258"/>
                </a:cubicBezTo>
                <a:cubicBezTo>
                  <a:pt x="2268785" y="50144"/>
                  <a:pt x="2269862" y="50088"/>
                  <a:pt x="2271146" y="50088"/>
                </a:cubicBezTo>
                <a:cubicBezTo>
                  <a:pt x="2272506" y="50088"/>
                  <a:pt x="2273620" y="50144"/>
                  <a:pt x="2274489" y="50258"/>
                </a:cubicBezTo>
                <a:cubicBezTo>
                  <a:pt x="2275358" y="50371"/>
                  <a:pt x="2276037" y="50561"/>
                  <a:pt x="2276529" y="50828"/>
                </a:cubicBezTo>
                <a:cubicBezTo>
                  <a:pt x="2277020" y="51092"/>
                  <a:pt x="2277378" y="51413"/>
                  <a:pt x="2277605" y="51791"/>
                </a:cubicBezTo>
                <a:cubicBezTo>
                  <a:pt x="2277832" y="52169"/>
                  <a:pt x="2277945" y="52585"/>
                  <a:pt x="2277945" y="53041"/>
                </a:cubicBezTo>
                <a:lnTo>
                  <a:pt x="2277945" y="113919"/>
                </a:lnTo>
                <a:cubicBezTo>
                  <a:pt x="2277945" y="120282"/>
                  <a:pt x="2278436" y="125469"/>
                  <a:pt x="2279418" y="129483"/>
                </a:cubicBezTo>
                <a:cubicBezTo>
                  <a:pt x="2280400" y="133494"/>
                  <a:pt x="2281874" y="136920"/>
                  <a:pt x="2283838" y="139760"/>
                </a:cubicBezTo>
                <a:cubicBezTo>
                  <a:pt x="2285802" y="142600"/>
                  <a:pt x="2288314" y="144797"/>
                  <a:pt x="2291374" y="146350"/>
                </a:cubicBezTo>
                <a:cubicBezTo>
                  <a:pt x="2294433" y="147901"/>
                  <a:pt x="2298003" y="148677"/>
                  <a:pt x="2302082" y="148677"/>
                </a:cubicBezTo>
                <a:cubicBezTo>
                  <a:pt x="2307295" y="148677"/>
                  <a:pt x="2312489" y="146814"/>
                  <a:pt x="2317664" y="143088"/>
                </a:cubicBezTo>
                <a:cubicBezTo>
                  <a:pt x="2322839" y="139361"/>
                  <a:pt x="2328335" y="133885"/>
                  <a:pt x="2334152" y="126661"/>
                </a:cubicBezTo>
                <a:lnTo>
                  <a:pt x="2334152" y="53038"/>
                </a:lnTo>
                <a:cubicBezTo>
                  <a:pt x="2334152" y="52584"/>
                  <a:pt x="2334246" y="52169"/>
                  <a:pt x="2334435" y="51791"/>
                </a:cubicBezTo>
                <a:cubicBezTo>
                  <a:pt x="2334624" y="51411"/>
                  <a:pt x="2334983" y="51089"/>
                  <a:pt x="2335512" y="50824"/>
                </a:cubicBezTo>
                <a:cubicBezTo>
                  <a:pt x="2336041" y="50560"/>
                  <a:pt x="2336740" y="50371"/>
                  <a:pt x="2337608" y="50258"/>
                </a:cubicBezTo>
                <a:cubicBezTo>
                  <a:pt x="2338477" y="50144"/>
                  <a:pt x="2339591" y="50088"/>
                  <a:pt x="2340951" y="50088"/>
                </a:cubicBezTo>
                <a:cubicBezTo>
                  <a:pt x="2342236" y="50088"/>
                  <a:pt x="2343312" y="50144"/>
                  <a:pt x="2344181" y="50258"/>
                </a:cubicBezTo>
                <a:cubicBezTo>
                  <a:pt x="2345050" y="50371"/>
                  <a:pt x="2345730" y="50560"/>
                  <a:pt x="2346221" y="50824"/>
                </a:cubicBezTo>
                <a:cubicBezTo>
                  <a:pt x="2346712" y="51089"/>
                  <a:pt x="2347071" y="51411"/>
                  <a:pt x="2347297" y="51791"/>
                </a:cubicBezTo>
                <a:cubicBezTo>
                  <a:pt x="2347524" y="52169"/>
                  <a:pt x="2347637" y="52584"/>
                  <a:pt x="2347637" y="53038"/>
                </a:cubicBezTo>
                <a:lnTo>
                  <a:pt x="2347637" y="155699"/>
                </a:lnTo>
                <a:close/>
                <a:moveTo>
                  <a:pt x="2446578" y="128474"/>
                </a:moveTo>
                <a:cubicBezTo>
                  <a:pt x="2446578" y="133389"/>
                  <a:pt x="2445671" y="137794"/>
                  <a:pt x="2443858" y="141690"/>
                </a:cubicBezTo>
                <a:cubicBezTo>
                  <a:pt x="2442045" y="145583"/>
                  <a:pt x="2439458" y="148891"/>
                  <a:pt x="2436096" y="151616"/>
                </a:cubicBezTo>
                <a:cubicBezTo>
                  <a:pt x="2432734" y="154338"/>
                  <a:pt x="2428711" y="156418"/>
                  <a:pt x="2424027" y="157856"/>
                </a:cubicBezTo>
                <a:cubicBezTo>
                  <a:pt x="2419343" y="159291"/>
                  <a:pt x="2414168" y="160009"/>
                  <a:pt x="2408502" y="160009"/>
                </a:cubicBezTo>
                <a:cubicBezTo>
                  <a:pt x="2404952" y="160009"/>
                  <a:pt x="2401590" y="159725"/>
                  <a:pt x="2398417" y="159159"/>
                </a:cubicBezTo>
                <a:cubicBezTo>
                  <a:pt x="2395244" y="158592"/>
                  <a:pt x="2392373" y="157874"/>
                  <a:pt x="2389804" y="157006"/>
                </a:cubicBezTo>
                <a:cubicBezTo>
                  <a:pt x="2387236" y="156137"/>
                  <a:pt x="2385064" y="155211"/>
                  <a:pt x="2383289" y="154229"/>
                </a:cubicBezTo>
                <a:cubicBezTo>
                  <a:pt x="2381513" y="153247"/>
                  <a:pt x="2380210" y="152378"/>
                  <a:pt x="2379379" y="151623"/>
                </a:cubicBezTo>
                <a:cubicBezTo>
                  <a:pt x="2378548" y="150867"/>
                  <a:pt x="2377944" y="149918"/>
                  <a:pt x="2377566" y="148776"/>
                </a:cubicBezTo>
                <a:cubicBezTo>
                  <a:pt x="2377188" y="147631"/>
                  <a:pt x="2376999" y="146106"/>
                  <a:pt x="2376999" y="144200"/>
                </a:cubicBezTo>
                <a:cubicBezTo>
                  <a:pt x="2376999" y="143209"/>
                  <a:pt x="2377075" y="142332"/>
                  <a:pt x="2377226" y="141569"/>
                </a:cubicBezTo>
                <a:cubicBezTo>
                  <a:pt x="2377377" y="140807"/>
                  <a:pt x="2377566" y="140159"/>
                  <a:pt x="2377792" y="139625"/>
                </a:cubicBezTo>
                <a:cubicBezTo>
                  <a:pt x="2378019" y="139092"/>
                  <a:pt x="2378321" y="138691"/>
                  <a:pt x="2378699" y="138425"/>
                </a:cubicBezTo>
                <a:cubicBezTo>
                  <a:pt x="2379077" y="138158"/>
                  <a:pt x="2379492" y="138024"/>
                  <a:pt x="2379946" y="138024"/>
                </a:cubicBezTo>
                <a:cubicBezTo>
                  <a:pt x="2380777" y="138024"/>
                  <a:pt x="2381985" y="138559"/>
                  <a:pt x="2383572" y="139629"/>
                </a:cubicBezTo>
                <a:cubicBezTo>
                  <a:pt x="2385158" y="140698"/>
                  <a:pt x="2387141" y="141863"/>
                  <a:pt x="2389521" y="143124"/>
                </a:cubicBezTo>
                <a:cubicBezTo>
                  <a:pt x="2391901" y="144385"/>
                  <a:pt x="2394734" y="145550"/>
                  <a:pt x="2398020" y="146619"/>
                </a:cubicBezTo>
                <a:cubicBezTo>
                  <a:pt x="2401306" y="147689"/>
                  <a:pt x="2405103" y="148223"/>
                  <a:pt x="2409409" y="148223"/>
                </a:cubicBezTo>
                <a:cubicBezTo>
                  <a:pt x="2412884" y="148223"/>
                  <a:pt x="2416057" y="147846"/>
                  <a:pt x="2418928" y="147090"/>
                </a:cubicBezTo>
                <a:cubicBezTo>
                  <a:pt x="2421799" y="146332"/>
                  <a:pt x="2424292" y="145197"/>
                  <a:pt x="2426407" y="143683"/>
                </a:cubicBezTo>
                <a:cubicBezTo>
                  <a:pt x="2428522" y="142170"/>
                  <a:pt x="2430165" y="140221"/>
                  <a:pt x="2431336" y="137837"/>
                </a:cubicBezTo>
                <a:cubicBezTo>
                  <a:pt x="2432507" y="135452"/>
                  <a:pt x="2433093" y="132671"/>
                  <a:pt x="2433093" y="129494"/>
                </a:cubicBezTo>
                <a:cubicBezTo>
                  <a:pt x="2433093" y="126318"/>
                  <a:pt x="2432337" y="123634"/>
                  <a:pt x="2430826" y="121441"/>
                </a:cubicBezTo>
                <a:cubicBezTo>
                  <a:pt x="2429316" y="119247"/>
                  <a:pt x="2427332" y="117338"/>
                  <a:pt x="2424877" y="115711"/>
                </a:cubicBezTo>
                <a:cubicBezTo>
                  <a:pt x="2422422" y="114084"/>
                  <a:pt x="2419627" y="112648"/>
                  <a:pt x="2416491" y="111401"/>
                </a:cubicBezTo>
                <a:cubicBezTo>
                  <a:pt x="2413356" y="110152"/>
                  <a:pt x="2410145" y="108867"/>
                  <a:pt x="2406859" y="107545"/>
                </a:cubicBezTo>
                <a:cubicBezTo>
                  <a:pt x="2403573" y="106220"/>
                  <a:pt x="2400362" y="104765"/>
                  <a:pt x="2397227" y="103178"/>
                </a:cubicBezTo>
                <a:cubicBezTo>
                  <a:pt x="2394092" y="101590"/>
                  <a:pt x="2391297" y="99661"/>
                  <a:pt x="2388841" y="97392"/>
                </a:cubicBezTo>
                <a:cubicBezTo>
                  <a:pt x="2386386" y="95123"/>
                  <a:pt x="2384403" y="92401"/>
                  <a:pt x="2382892" y="89226"/>
                </a:cubicBezTo>
                <a:cubicBezTo>
                  <a:pt x="2381381" y="86048"/>
                  <a:pt x="2380625" y="82228"/>
                  <a:pt x="2380625" y="77766"/>
                </a:cubicBezTo>
                <a:cubicBezTo>
                  <a:pt x="2380625" y="74213"/>
                  <a:pt x="2381305" y="70717"/>
                  <a:pt x="2382665" y="67277"/>
                </a:cubicBezTo>
                <a:cubicBezTo>
                  <a:pt x="2384025" y="63835"/>
                  <a:pt x="2386122" y="60753"/>
                  <a:pt x="2388955" y="58031"/>
                </a:cubicBezTo>
                <a:cubicBezTo>
                  <a:pt x="2391788" y="55306"/>
                  <a:pt x="2395414" y="53113"/>
                  <a:pt x="2399833" y="51451"/>
                </a:cubicBezTo>
                <a:cubicBezTo>
                  <a:pt x="2404253" y="49787"/>
                  <a:pt x="2409484" y="48954"/>
                  <a:pt x="2415528" y="48954"/>
                </a:cubicBezTo>
                <a:cubicBezTo>
                  <a:pt x="2418097" y="48954"/>
                  <a:pt x="2420647" y="49162"/>
                  <a:pt x="2423177" y="49578"/>
                </a:cubicBezTo>
                <a:cubicBezTo>
                  <a:pt x="2425708" y="49993"/>
                  <a:pt x="2428012" y="50541"/>
                  <a:pt x="2430090" y="51221"/>
                </a:cubicBezTo>
                <a:cubicBezTo>
                  <a:pt x="2432167" y="51901"/>
                  <a:pt x="2433962" y="52637"/>
                  <a:pt x="2435473" y="53431"/>
                </a:cubicBezTo>
                <a:cubicBezTo>
                  <a:pt x="2436984" y="54224"/>
                  <a:pt x="2438136" y="54923"/>
                  <a:pt x="2438929" y="55527"/>
                </a:cubicBezTo>
                <a:cubicBezTo>
                  <a:pt x="2439722" y="56131"/>
                  <a:pt x="2440251" y="56641"/>
                  <a:pt x="2440515" y="57057"/>
                </a:cubicBezTo>
                <a:cubicBezTo>
                  <a:pt x="2440780" y="57472"/>
                  <a:pt x="2440969" y="57907"/>
                  <a:pt x="2441082" y="58360"/>
                </a:cubicBezTo>
                <a:cubicBezTo>
                  <a:pt x="2441195" y="58813"/>
                  <a:pt x="2441290" y="59361"/>
                  <a:pt x="2441365" y="60003"/>
                </a:cubicBezTo>
                <a:cubicBezTo>
                  <a:pt x="2441441" y="60645"/>
                  <a:pt x="2441479" y="61420"/>
                  <a:pt x="2441479" y="62326"/>
                </a:cubicBezTo>
                <a:cubicBezTo>
                  <a:pt x="2441479" y="63233"/>
                  <a:pt x="2441422" y="64045"/>
                  <a:pt x="2441309" y="64763"/>
                </a:cubicBezTo>
                <a:cubicBezTo>
                  <a:pt x="2441195" y="65480"/>
                  <a:pt x="2441025" y="66104"/>
                  <a:pt x="2440799" y="66632"/>
                </a:cubicBezTo>
                <a:cubicBezTo>
                  <a:pt x="2440572" y="67161"/>
                  <a:pt x="2440289" y="67558"/>
                  <a:pt x="2439949" y="67822"/>
                </a:cubicBezTo>
                <a:cubicBezTo>
                  <a:pt x="2439609" y="68087"/>
                  <a:pt x="2439212" y="68219"/>
                  <a:pt x="2438759" y="68219"/>
                </a:cubicBezTo>
                <a:cubicBezTo>
                  <a:pt x="2438155" y="68219"/>
                  <a:pt x="2437248" y="67803"/>
                  <a:pt x="2436039" y="66972"/>
                </a:cubicBezTo>
                <a:cubicBezTo>
                  <a:pt x="2434830" y="66141"/>
                  <a:pt x="2433244" y="65235"/>
                  <a:pt x="2431280" y="64253"/>
                </a:cubicBezTo>
                <a:cubicBezTo>
                  <a:pt x="2429316" y="63271"/>
                  <a:pt x="2426974" y="62364"/>
                  <a:pt x="2424254" y="61533"/>
                </a:cubicBezTo>
                <a:cubicBezTo>
                  <a:pt x="2421534" y="60702"/>
                  <a:pt x="2418399" y="60287"/>
                  <a:pt x="2414848" y="60287"/>
                </a:cubicBezTo>
                <a:cubicBezTo>
                  <a:pt x="2411298" y="60287"/>
                  <a:pt x="2408181" y="60703"/>
                  <a:pt x="2405499" y="61537"/>
                </a:cubicBezTo>
                <a:cubicBezTo>
                  <a:pt x="2402817" y="62368"/>
                  <a:pt x="2400608" y="63540"/>
                  <a:pt x="2398870" y="65053"/>
                </a:cubicBezTo>
                <a:cubicBezTo>
                  <a:pt x="2397133" y="66566"/>
                  <a:pt x="2395829" y="68345"/>
                  <a:pt x="2394961" y="70390"/>
                </a:cubicBezTo>
                <a:cubicBezTo>
                  <a:pt x="2394092" y="72432"/>
                  <a:pt x="2393657" y="74664"/>
                  <a:pt x="2393657" y="77086"/>
                </a:cubicBezTo>
                <a:cubicBezTo>
                  <a:pt x="2393657" y="80413"/>
                  <a:pt x="2394413" y="83210"/>
                  <a:pt x="2395924" y="85479"/>
                </a:cubicBezTo>
                <a:cubicBezTo>
                  <a:pt x="2397435" y="87748"/>
                  <a:pt x="2399437" y="89714"/>
                  <a:pt x="2401930" y="91379"/>
                </a:cubicBezTo>
                <a:cubicBezTo>
                  <a:pt x="2404423" y="93043"/>
                  <a:pt x="2407256" y="94519"/>
                  <a:pt x="2410429" y="95805"/>
                </a:cubicBezTo>
                <a:cubicBezTo>
                  <a:pt x="2413602" y="97090"/>
                  <a:pt x="2416831" y="98375"/>
                  <a:pt x="2420118" y="99662"/>
                </a:cubicBezTo>
                <a:cubicBezTo>
                  <a:pt x="2423404" y="100946"/>
                  <a:pt x="2426634" y="102364"/>
                  <a:pt x="2429807" y="103915"/>
                </a:cubicBezTo>
                <a:cubicBezTo>
                  <a:pt x="2432980" y="105464"/>
                  <a:pt x="2435813" y="107335"/>
                  <a:pt x="2438306" y="109528"/>
                </a:cubicBezTo>
                <a:cubicBezTo>
                  <a:pt x="2440799" y="111721"/>
                  <a:pt x="2442801" y="114350"/>
                  <a:pt x="2444312" y="117414"/>
                </a:cubicBezTo>
                <a:cubicBezTo>
                  <a:pt x="2445823" y="120476"/>
                  <a:pt x="2446578" y="124163"/>
                  <a:pt x="2446578" y="128474"/>
                </a:cubicBezTo>
                <a:close/>
                <a:moveTo>
                  <a:pt x="2558345" y="99155"/>
                </a:moveTo>
                <a:cubicBezTo>
                  <a:pt x="2558345" y="101875"/>
                  <a:pt x="2557627" y="103745"/>
                  <a:pt x="2556192" y="104765"/>
                </a:cubicBezTo>
                <a:cubicBezTo>
                  <a:pt x="2554757" y="105785"/>
                  <a:pt x="2553359" y="106295"/>
                  <a:pt x="2551999" y="106295"/>
                </a:cubicBezTo>
                <a:lnTo>
                  <a:pt x="2482080" y="106295"/>
                </a:lnTo>
                <a:cubicBezTo>
                  <a:pt x="2482080" y="112657"/>
                  <a:pt x="2482704" y="118414"/>
                  <a:pt x="2483950" y="123565"/>
                </a:cubicBezTo>
                <a:cubicBezTo>
                  <a:pt x="2485197" y="128717"/>
                  <a:pt x="2487255" y="133129"/>
                  <a:pt x="2490126" y="136803"/>
                </a:cubicBezTo>
                <a:cubicBezTo>
                  <a:pt x="2492997" y="140476"/>
                  <a:pt x="2496737" y="143299"/>
                  <a:pt x="2501345" y="145270"/>
                </a:cubicBezTo>
                <a:cubicBezTo>
                  <a:pt x="2505953" y="147239"/>
                  <a:pt x="2511619" y="148223"/>
                  <a:pt x="2518343" y="148223"/>
                </a:cubicBezTo>
                <a:cubicBezTo>
                  <a:pt x="2523102" y="148223"/>
                  <a:pt x="2527371" y="147802"/>
                  <a:pt x="2531148" y="146959"/>
                </a:cubicBezTo>
                <a:cubicBezTo>
                  <a:pt x="2534926" y="146116"/>
                  <a:pt x="2538193" y="145178"/>
                  <a:pt x="2540950" y="144144"/>
                </a:cubicBezTo>
                <a:cubicBezTo>
                  <a:pt x="2543708" y="143110"/>
                  <a:pt x="2545974" y="142171"/>
                  <a:pt x="2547750" y="141328"/>
                </a:cubicBezTo>
                <a:cubicBezTo>
                  <a:pt x="2549525" y="140486"/>
                  <a:pt x="2550790" y="140064"/>
                  <a:pt x="2551546" y="140064"/>
                </a:cubicBezTo>
                <a:cubicBezTo>
                  <a:pt x="2551999" y="140064"/>
                  <a:pt x="2552415" y="140179"/>
                  <a:pt x="2552792" y="140408"/>
                </a:cubicBezTo>
                <a:cubicBezTo>
                  <a:pt x="2553170" y="140637"/>
                  <a:pt x="2553472" y="140999"/>
                  <a:pt x="2553699" y="141495"/>
                </a:cubicBezTo>
                <a:cubicBezTo>
                  <a:pt x="2553926" y="141991"/>
                  <a:pt x="2554096" y="142620"/>
                  <a:pt x="2554209" y="143382"/>
                </a:cubicBezTo>
                <a:cubicBezTo>
                  <a:pt x="2554322" y="144145"/>
                  <a:pt x="2554379" y="145098"/>
                  <a:pt x="2554379" y="146240"/>
                </a:cubicBezTo>
                <a:cubicBezTo>
                  <a:pt x="2554379" y="146776"/>
                  <a:pt x="2554341" y="147292"/>
                  <a:pt x="2554266" y="147788"/>
                </a:cubicBezTo>
                <a:cubicBezTo>
                  <a:pt x="2554190" y="148283"/>
                  <a:pt x="2554096" y="148741"/>
                  <a:pt x="2553982" y="149162"/>
                </a:cubicBezTo>
                <a:cubicBezTo>
                  <a:pt x="2553869" y="149580"/>
                  <a:pt x="2553699" y="149980"/>
                  <a:pt x="2553472" y="150362"/>
                </a:cubicBezTo>
                <a:cubicBezTo>
                  <a:pt x="2553246" y="150742"/>
                  <a:pt x="2552944" y="151124"/>
                  <a:pt x="2552566" y="151506"/>
                </a:cubicBezTo>
                <a:cubicBezTo>
                  <a:pt x="2552188" y="151886"/>
                  <a:pt x="2551017" y="152548"/>
                  <a:pt x="2549053" y="153493"/>
                </a:cubicBezTo>
                <a:cubicBezTo>
                  <a:pt x="2547089" y="154437"/>
                  <a:pt x="2544520" y="155381"/>
                  <a:pt x="2541347" y="156326"/>
                </a:cubicBezTo>
                <a:cubicBezTo>
                  <a:pt x="2538174" y="157270"/>
                  <a:pt x="2534491" y="158120"/>
                  <a:pt x="2530298" y="158875"/>
                </a:cubicBezTo>
                <a:cubicBezTo>
                  <a:pt x="2526105" y="159631"/>
                  <a:pt x="2521592" y="160009"/>
                  <a:pt x="2516756" y="160009"/>
                </a:cubicBezTo>
                <a:cubicBezTo>
                  <a:pt x="2508824" y="160009"/>
                  <a:pt x="2501798" y="158818"/>
                  <a:pt x="2495679" y="156435"/>
                </a:cubicBezTo>
                <a:cubicBezTo>
                  <a:pt x="2489560" y="154053"/>
                  <a:pt x="2484422" y="150537"/>
                  <a:pt x="2480267" y="145886"/>
                </a:cubicBezTo>
                <a:cubicBezTo>
                  <a:pt x="2476112" y="141235"/>
                  <a:pt x="2472958" y="135469"/>
                  <a:pt x="2470805" y="128587"/>
                </a:cubicBezTo>
                <a:cubicBezTo>
                  <a:pt x="2468652" y="121705"/>
                  <a:pt x="2467575" y="113727"/>
                  <a:pt x="2467575" y="104652"/>
                </a:cubicBezTo>
                <a:cubicBezTo>
                  <a:pt x="2467575" y="95954"/>
                  <a:pt x="2468690" y="88165"/>
                  <a:pt x="2470918" y="81283"/>
                </a:cubicBezTo>
                <a:cubicBezTo>
                  <a:pt x="2473147" y="74401"/>
                  <a:pt x="2476339" y="68559"/>
                  <a:pt x="2480494" y="63757"/>
                </a:cubicBezTo>
                <a:cubicBezTo>
                  <a:pt x="2484649" y="58955"/>
                  <a:pt x="2489654" y="55287"/>
                  <a:pt x="2495509" y="52754"/>
                </a:cubicBezTo>
                <a:cubicBezTo>
                  <a:pt x="2501364" y="50221"/>
                  <a:pt x="2507880" y="48954"/>
                  <a:pt x="2515057" y="48954"/>
                </a:cubicBezTo>
                <a:cubicBezTo>
                  <a:pt x="2522762" y="48954"/>
                  <a:pt x="2529335" y="50239"/>
                  <a:pt x="2534774" y="52807"/>
                </a:cubicBezTo>
                <a:cubicBezTo>
                  <a:pt x="2540214" y="55376"/>
                  <a:pt x="2544690" y="58832"/>
                  <a:pt x="2548203" y="63176"/>
                </a:cubicBezTo>
                <a:cubicBezTo>
                  <a:pt x="2551716" y="67520"/>
                  <a:pt x="2554284" y="72563"/>
                  <a:pt x="2555909" y="78305"/>
                </a:cubicBezTo>
                <a:cubicBezTo>
                  <a:pt x="2557533" y="84046"/>
                  <a:pt x="2558345" y="90090"/>
                  <a:pt x="2558345" y="96436"/>
                </a:cubicBezTo>
                <a:lnTo>
                  <a:pt x="2558345" y="99155"/>
                </a:lnTo>
                <a:moveTo>
                  <a:pt x="2544407" y="95189"/>
                </a:moveTo>
                <a:cubicBezTo>
                  <a:pt x="2544633" y="84311"/>
                  <a:pt x="2542140" y="75811"/>
                  <a:pt x="2536928" y="69692"/>
                </a:cubicBezTo>
                <a:cubicBezTo>
                  <a:pt x="2531715" y="63573"/>
                  <a:pt x="2524122" y="60513"/>
                  <a:pt x="2514150" y="60513"/>
                </a:cubicBezTo>
                <a:cubicBezTo>
                  <a:pt x="2509013" y="60513"/>
                  <a:pt x="2504499" y="61476"/>
                  <a:pt x="2500608" y="63403"/>
                </a:cubicBezTo>
                <a:cubicBezTo>
                  <a:pt x="2496718" y="65329"/>
                  <a:pt x="2493431" y="67879"/>
                  <a:pt x="2490749" y="71052"/>
                </a:cubicBezTo>
                <a:cubicBezTo>
                  <a:pt x="2488068" y="74225"/>
                  <a:pt x="2486009" y="77908"/>
                  <a:pt x="2484573" y="82101"/>
                </a:cubicBezTo>
                <a:cubicBezTo>
                  <a:pt x="2483138" y="86294"/>
                  <a:pt x="2482307" y="90656"/>
                  <a:pt x="2482080" y="95189"/>
                </a:cubicBezTo>
                <a:lnTo>
                  <a:pt x="2544407" y="95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‘DGDSGNH’isn’tin">
            <a:extLst xmlns:a="http://schemas.openxmlformats.org/drawingml/2006/main">
              <a:ext uri="{FF2B5EF4-FFF2-40B4-BE49-F238E27FC236}">
                <a16:creationId xmlns:a16="http://schemas.microsoft.com/office/drawing/2014/main" id="{A9038186-53E5-49BE-8C22-43186AF9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153" y="3409166"/>
            <a:ext cx="1740297" cy="160944"/>
          </a:xfrm>
          <a:custGeom xmlns:a="http://schemas.openxmlformats.org/drawingml/2006/main">
            <a:pathLst>
              <a:path w="1740297" h="160944">
                <a:moveTo>
                  <a:pt x="16798" y="34008"/>
                </a:moveTo>
                <a:lnTo>
                  <a:pt x="16798" y="46631"/>
                </a:lnTo>
                <a:cubicBezTo>
                  <a:pt x="16798" y="48300"/>
                  <a:pt x="16628" y="49647"/>
                  <a:pt x="16287" y="50671"/>
                </a:cubicBezTo>
                <a:cubicBezTo>
                  <a:pt x="15947" y="51695"/>
                  <a:pt x="15436" y="52492"/>
                  <a:pt x="14755" y="53061"/>
                </a:cubicBezTo>
                <a:cubicBezTo>
                  <a:pt x="14074" y="53629"/>
                  <a:pt x="13204" y="54007"/>
                  <a:pt x="12145" y="54196"/>
                </a:cubicBezTo>
                <a:cubicBezTo>
                  <a:pt x="11085" y="54386"/>
                  <a:pt x="9837" y="54480"/>
                  <a:pt x="8399" y="54480"/>
                </a:cubicBezTo>
                <a:cubicBezTo>
                  <a:pt x="6961" y="54480"/>
                  <a:pt x="5713" y="54386"/>
                  <a:pt x="4654" y="54196"/>
                </a:cubicBezTo>
                <a:cubicBezTo>
                  <a:pt x="3594" y="54007"/>
                  <a:pt x="2724" y="53629"/>
                  <a:pt x="2043" y="53061"/>
                </a:cubicBezTo>
                <a:cubicBezTo>
                  <a:pt x="1362" y="52492"/>
                  <a:pt x="851" y="51695"/>
                  <a:pt x="511" y="50671"/>
                </a:cubicBezTo>
                <a:cubicBezTo>
                  <a:pt x="170" y="49647"/>
                  <a:pt x="0" y="48300"/>
                  <a:pt x="0" y="46631"/>
                </a:cubicBezTo>
                <a:cubicBezTo>
                  <a:pt x="0" y="44661"/>
                  <a:pt x="95" y="42843"/>
                  <a:pt x="284" y="41176"/>
                </a:cubicBezTo>
                <a:cubicBezTo>
                  <a:pt x="473" y="39506"/>
                  <a:pt x="795" y="37914"/>
                  <a:pt x="1249" y="36398"/>
                </a:cubicBezTo>
                <a:cubicBezTo>
                  <a:pt x="1703" y="34880"/>
                  <a:pt x="2308" y="33363"/>
                  <a:pt x="3065" y="31848"/>
                </a:cubicBezTo>
                <a:cubicBezTo>
                  <a:pt x="3821" y="30329"/>
                  <a:pt x="4767" y="28737"/>
                  <a:pt x="5902" y="27070"/>
                </a:cubicBezTo>
                <a:lnTo>
                  <a:pt x="21679" y="2731"/>
                </a:lnTo>
                <a:cubicBezTo>
                  <a:pt x="21981" y="2275"/>
                  <a:pt x="22322" y="1876"/>
                  <a:pt x="22700" y="1536"/>
                </a:cubicBezTo>
                <a:cubicBezTo>
                  <a:pt x="23078" y="1195"/>
                  <a:pt x="23551" y="912"/>
                  <a:pt x="24119" y="685"/>
                </a:cubicBezTo>
                <a:cubicBezTo>
                  <a:pt x="24686" y="455"/>
                  <a:pt x="25367" y="284"/>
                  <a:pt x="26162" y="170"/>
                </a:cubicBezTo>
                <a:cubicBezTo>
                  <a:pt x="26956" y="57"/>
                  <a:pt x="27883" y="0"/>
                  <a:pt x="28943" y="0"/>
                </a:cubicBezTo>
                <a:cubicBezTo>
                  <a:pt x="29775" y="0"/>
                  <a:pt x="30494" y="38"/>
                  <a:pt x="31099" y="114"/>
                </a:cubicBezTo>
                <a:cubicBezTo>
                  <a:pt x="31704" y="189"/>
                  <a:pt x="32158" y="342"/>
                  <a:pt x="32461" y="571"/>
                </a:cubicBezTo>
                <a:cubicBezTo>
                  <a:pt x="32764" y="798"/>
                  <a:pt x="32915" y="1082"/>
                  <a:pt x="32915" y="1422"/>
                </a:cubicBezTo>
                <a:cubicBezTo>
                  <a:pt x="32915" y="1763"/>
                  <a:pt x="32802" y="2199"/>
                  <a:pt x="32575" y="2731"/>
                </a:cubicBezTo>
                <a:lnTo>
                  <a:pt x="16798" y="34008"/>
                </a:lnTo>
                <a:close/>
                <a:moveTo>
                  <a:pt x="166780" y="83309"/>
                </a:moveTo>
                <a:cubicBezTo>
                  <a:pt x="166780" y="95643"/>
                  <a:pt x="165229" y="106520"/>
                  <a:pt x="162127" y="115941"/>
                </a:cubicBezTo>
                <a:cubicBezTo>
                  <a:pt x="159024" y="125361"/>
                  <a:pt x="154447" y="133250"/>
                  <a:pt x="148393" y="139606"/>
                </a:cubicBezTo>
                <a:cubicBezTo>
                  <a:pt x="142340" y="145962"/>
                  <a:pt x="134868" y="150766"/>
                  <a:pt x="125977" y="154020"/>
                </a:cubicBezTo>
                <a:cubicBezTo>
                  <a:pt x="117086" y="157274"/>
                  <a:pt x="106474" y="158901"/>
                  <a:pt x="94140" y="158901"/>
                </a:cubicBezTo>
                <a:lnTo>
                  <a:pt x="65197" y="158901"/>
                </a:lnTo>
                <a:cubicBezTo>
                  <a:pt x="63835" y="158901"/>
                  <a:pt x="62436" y="158390"/>
                  <a:pt x="60998" y="157368"/>
                </a:cubicBezTo>
                <a:cubicBezTo>
                  <a:pt x="59560" y="156347"/>
                  <a:pt x="58841" y="154474"/>
                  <a:pt x="58841" y="151750"/>
                </a:cubicBezTo>
                <a:lnTo>
                  <a:pt x="58841" y="19182"/>
                </a:lnTo>
                <a:cubicBezTo>
                  <a:pt x="58841" y="16458"/>
                  <a:pt x="59560" y="14585"/>
                  <a:pt x="60998" y="13563"/>
                </a:cubicBezTo>
                <a:cubicBezTo>
                  <a:pt x="62436" y="12542"/>
                  <a:pt x="63835" y="12031"/>
                  <a:pt x="65197" y="12031"/>
                </a:cubicBezTo>
                <a:lnTo>
                  <a:pt x="96070" y="12031"/>
                </a:lnTo>
                <a:cubicBezTo>
                  <a:pt x="108555" y="12031"/>
                  <a:pt x="119091" y="13734"/>
                  <a:pt x="127679" y="17139"/>
                </a:cubicBezTo>
                <a:cubicBezTo>
                  <a:pt x="136268" y="20544"/>
                  <a:pt x="143456" y="25367"/>
                  <a:pt x="149245" y="31610"/>
                </a:cubicBezTo>
                <a:cubicBezTo>
                  <a:pt x="155033" y="37852"/>
                  <a:pt x="159403" y="45343"/>
                  <a:pt x="162354" y="54083"/>
                </a:cubicBezTo>
                <a:cubicBezTo>
                  <a:pt x="165305" y="62822"/>
                  <a:pt x="166780" y="72565"/>
                  <a:pt x="166780" y="83309"/>
                </a:cubicBezTo>
                <a:moveTo>
                  <a:pt x="151912" y="83994"/>
                </a:moveTo>
                <a:cubicBezTo>
                  <a:pt x="151912" y="75458"/>
                  <a:pt x="150834" y="67546"/>
                  <a:pt x="148677" y="60258"/>
                </a:cubicBezTo>
                <a:cubicBezTo>
                  <a:pt x="146521" y="52970"/>
                  <a:pt x="143191" y="46683"/>
                  <a:pt x="138689" y="41396"/>
                </a:cubicBezTo>
                <a:cubicBezTo>
                  <a:pt x="134187" y="36109"/>
                  <a:pt x="128493" y="31974"/>
                  <a:pt x="121607" y="28992"/>
                </a:cubicBezTo>
                <a:cubicBezTo>
                  <a:pt x="114721" y="26008"/>
                  <a:pt x="105944" y="24516"/>
                  <a:pt x="95275" y="24516"/>
                </a:cubicBezTo>
                <a:lnTo>
                  <a:pt x="72688" y="24516"/>
                </a:lnTo>
                <a:lnTo>
                  <a:pt x="72688" y="146416"/>
                </a:lnTo>
                <a:lnTo>
                  <a:pt x="95389" y="146416"/>
                </a:lnTo>
                <a:cubicBezTo>
                  <a:pt x="105377" y="146416"/>
                  <a:pt x="113832" y="145188"/>
                  <a:pt x="120756" y="142734"/>
                </a:cubicBezTo>
                <a:cubicBezTo>
                  <a:pt x="127679" y="140279"/>
                  <a:pt x="133449" y="136484"/>
                  <a:pt x="138065" y="131348"/>
                </a:cubicBezTo>
                <a:cubicBezTo>
                  <a:pt x="142680" y="126212"/>
                  <a:pt x="146142" y="119736"/>
                  <a:pt x="148450" y="111919"/>
                </a:cubicBezTo>
                <a:cubicBezTo>
                  <a:pt x="150758" y="104101"/>
                  <a:pt x="151912" y="94793"/>
                  <a:pt x="151912" y="83994"/>
                </a:cubicBezTo>
                <a:close/>
                <a:moveTo>
                  <a:pt x="308499" y="30581"/>
                </a:moveTo>
                <a:cubicBezTo>
                  <a:pt x="308499" y="31574"/>
                  <a:pt x="308423" y="32492"/>
                  <a:pt x="308272" y="33334"/>
                </a:cubicBezTo>
                <a:cubicBezTo>
                  <a:pt x="308121" y="34173"/>
                  <a:pt x="307912" y="34880"/>
                  <a:pt x="307648" y="35455"/>
                </a:cubicBezTo>
                <a:cubicBezTo>
                  <a:pt x="307383" y="36027"/>
                  <a:pt x="307042" y="36466"/>
                  <a:pt x="306626" y="36771"/>
                </a:cubicBezTo>
                <a:cubicBezTo>
                  <a:pt x="306210" y="37076"/>
                  <a:pt x="305775" y="37228"/>
                  <a:pt x="305321" y="37228"/>
                </a:cubicBezTo>
                <a:cubicBezTo>
                  <a:pt x="304413" y="37228"/>
                  <a:pt x="302918" y="36466"/>
                  <a:pt x="300838" y="34940"/>
                </a:cubicBezTo>
                <a:cubicBezTo>
                  <a:pt x="298757" y="33415"/>
                  <a:pt x="295976" y="31756"/>
                  <a:pt x="292495" y="29964"/>
                </a:cubicBezTo>
                <a:cubicBezTo>
                  <a:pt x="289015" y="28172"/>
                  <a:pt x="284796" y="26513"/>
                  <a:pt x="279840" y="24988"/>
                </a:cubicBezTo>
                <a:cubicBezTo>
                  <a:pt x="274884" y="23463"/>
                  <a:pt x="269001" y="22700"/>
                  <a:pt x="262191" y="22700"/>
                </a:cubicBezTo>
                <a:cubicBezTo>
                  <a:pt x="253489" y="22700"/>
                  <a:pt x="245733" y="24308"/>
                  <a:pt x="238923" y="27524"/>
                </a:cubicBezTo>
                <a:cubicBezTo>
                  <a:pt x="232113" y="30740"/>
                  <a:pt x="226362" y="35147"/>
                  <a:pt x="221671" y="40747"/>
                </a:cubicBezTo>
                <a:cubicBezTo>
                  <a:pt x="216980" y="46346"/>
                  <a:pt x="213404" y="52986"/>
                  <a:pt x="210945" y="60666"/>
                </a:cubicBezTo>
                <a:cubicBezTo>
                  <a:pt x="208486" y="68346"/>
                  <a:pt x="207257" y="76613"/>
                  <a:pt x="207257" y="85466"/>
                </a:cubicBezTo>
                <a:cubicBezTo>
                  <a:pt x="207257" y="95378"/>
                  <a:pt x="208656" y="104212"/>
                  <a:pt x="211456" y="111968"/>
                </a:cubicBezTo>
                <a:cubicBezTo>
                  <a:pt x="214256" y="119724"/>
                  <a:pt x="218134" y="126269"/>
                  <a:pt x="223090" y="131604"/>
                </a:cubicBezTo>
                <a:cubicBezTo>
                  <a:pt x="228046" y="136938"/>
                  <a:pt x="233948" y="141005"/>
                  <a:pt x="240796" y="143805"/>
                </a:cubicBezTo>
                <a:cubicBezTo>
                  <a:pt x="247644" y="146605"/>
                  <a:pt x="255116" y="148005"/>
                  <a:pt x="263212" y="148005"/>
                </a:cubicBezTo>
                <a:cubicBezTo>
                  <a:pt x="268433" y="148005"/>
                  <a:pt x="273730" y="147361"/>
                  <a:pt x="279102" y="146075"/>
                </a:cubicBezTo>
                <a:cubicBezTo>
                  <a:pt x="284475" y="144789"/>
                  <a:pt x="289506" y="142821"/>
                  <a:pt x="294198" y="140173"/>
                </a:cubicBezTo>
                <a:lnTo>
                  <a:pt x="294198" y="92616"/>
                </a:lnTo>
                <a:lnTo>
                  <a:pt x="256743" y="92616"/>
                </a:lnTo>
                <a:cubicBezTo>
                  <a:pt x="255532" y="92616"/>
                  <a:pt x="254624" y="92082"/>
                  <a:pt x="254019" y="91013"/>
                </a:cubicBezTo>
                <a:cubicBezTo>
                  <a:pt x="253413" y="89944"/>
                  <a:pt x="253111" y="88417"/>
                  <a:pt x="253111" y="86431"/>
                </a:cubicBezTo>
                <a:cubicBezTo>
                  <a:pt x="253111" y="85362"/>
                  <a:pt x="253186" y="84427"/>
                  <a:pt x="253338" y="83625"/>
                </a:cubicBezTo>
                <a:cubicBezTo>
                  <a:pt x="253489" y="82823"/>
                  <a:pt x="253716" y="82174"/>
                  <a:pt x="254019" y="81678"/>
                </a:cubicBezTo>
                <a:cubicBezTo>
                  <a:pt x="254321" y="81181"/>
                  <a:pt x="254700" y="80799"/>
                  <a:pt x="255154" y="80532"/>
                </a:cubicBezTo>
                <a:cubicBezTo>
                  <a:pt x="255608" y="80265"/>
                  <a:pt x="256137" y="80131"/>
                  <a:pt x="256743" y="80131"/>
                </a:cubicBezTo>
                <a:lnTo>
                  <a:pt x="301689" y="80131"/>
                </a:lnTo>
                <a:cubicBezTo>
                  <a:pt x="302370" y="80131"/>
                  <a:pt x="303089" y="80246"/>
                  <a:pt x="303845" y="80475"/>
                </a:cubicBezTo>
                <a:cubicBezTo>
                  <a:pt x="304602" y="80702"/>
                  <a:pt x="305302" y="81082"/>
                  <a:pt x="305945" y="81614"/>
                </a:cubicBezTo>
                <a:cubicBezTo>
                  <a:pt x="306588" y="82144"/>
                  <a:pt x="307099" y="82883"/>
                  <a:pt x="307477" y="83831"/>
                </a:cubicBezTo>
                <a:cubicBezTo>
                  <a:pt x="307856" y="84779"/>
                  <a:pt x="308045" y="85936"/>
                  <a:pt x="308045" y="87303"/>
                </a:cubicBezTo>
                <a:lnTo>
                  <a:pt x="308045" y="142049"/>
                </a:lnTo>
                <a:cubicBezTo>
                  <a:pt x="308045" y="143870"/>
                  <a:pt x="307761" y="145426"/>
                  <a:pt x="307194" y="146717"/>
                </a:cubicBezTo>
                <a:cubicBezTo>
                  <a:pt x="306626" y="148006"/>
                  <a:pt x="305321" y="149239"/>
                  <a:pt x="303278" y="150416"/>
                </a:cubicBezTo>
                <a:cubicBezTo>
                  <a:pt x="301235" y="151592"/>
                  <a:pt x="298511" y="152882"/>
                  <a:pt x="295106" y="154286"/>
                </a:cubicBezTo>
                <a:cubicBezTo>
                  <a:pt x="291701" y="155691"/>
                  <a:pt x="288182" y="156867"/>
                  <a:pt x="284550" y="157815"/>
                </a:cubicBezTo>
                <a:cubicBezTo>
                  <a:pt x="280918" y="158763"/>
                  <a:pt x="277267" y="159483"/>
                  <a:pt x="273598" y="159975"/>
                </a:cubicBezTo>
                <a:cubicBezTo>
                  <a:pt x="269928" y="160470"/>
                  <a:pt x="266315" y="160717"/>
                  <a:pt x="262758" y="160717"/>
                </a:cubicBezTo>
                <a:cubicBezTo>
                  <a:pt x="251635" y="160717"/>
                  <a:pt x="241704" y="158917"/>
                  <a:pt x="232964" y="155318"/>
                </a:cubicBezTo>
                <a:cubicBezTo>
                  <a:pt x="224225" y="151717"/>
                  <a:pt x="216847" y="146639"/>
                  <a:pt x="210832" y="140084"/>
                </a:cubicBezTo>
                <a:cubicBezTo>
                  <a:pt x="204816" y="133530"/>
                  <a:pt x="200219" y="125724"/>
                  <a:pt x="197041" y="116668"/>
                </a:cubicBezTo>
                <a:cubicBezTo>
                  <a:pt x="193863" y="107611"/>
                  <a:pt x="192274" y="97628"/>
                  <a:pt x="192274" y="86718"/>
                </a:cubicBezTo>
                <a:cubicBezTo>
                  <a:pt x="192274" y="75273"/>
                  <a:pt x="193996" y="64834"/>
                  <a:pt x="197439" y="55399"/>
                </a:cubicBezTo>
                <a:cubicBezTo>
                  <a:pt x="200882" y="45964"/>
                  <a:pt x="205724" y="37913"/>
                  <a:pt x="211967" y="31245"/>
                </a:cubicBezTo>
                <a:cubicBezTo>
                  <a:pt x="218209" y="24576"/>
                  <a:pt x="225681" y="19405"/>
                  <a:pt x="234383" y="15730"/>
                </a:cubicBezTo>
                <a:cubicBezTo>
                  <a:pt x="243085" y="12054"/>
                  <a:pt x="252695" y="10215"/>
                  <a:pt x="263212" y="10215"/>
                </a:cubicBezTo>
                <a:cubicBezTo>
                  <a:pt x="268509" y="10215"/>
                  <a:pt x="273522" y="10710"/>
                  <a:pt x="278251" y="11701"/>
                </a:cubicBezTo>
                <a:cubicBezTo>
                  <a:pt x="282980" y="12692"/>
                  <a:pt x="287236" y="13893"/>
                  <a:pt x="291020" y="15305"/>
                </a:cubicBezTo>
                <a:cubicBezTo>
                  <a:pt x="294803" y="16714"/>
                  <a:pt x="298019" y="18239"/>
                  <a:pt x="300667" y="19880"/>
                </a:cubicBezTo>
                <a:cubicBezTo>
                  <a:pt x="303316" y="21519"/>
                  <a:pt x="305113" y="22815"/>
                  <a:pt x="306059" y="23768"/>
                </a:cubicBezTo>
                <a:cubicBezTo>
                  <a:pt x="307004" y="24721"/>
                  <a:pt x="307648" y="25656"/>
                  <a:pt x="307988" y="26573"/>
                </a:cubicBezTo>
                <a:cubicBezTo>
                  <a:pt x="308329" y="27488"/>
                  <a:pt x="308499" y="28824"/>
                  <a:pt x="308499" y="30581"/>
                </a:cubicBezTo>
                <a:close/>
                <a:moveTo>
                  <a:pt x="464779" y="83309"/>
                </a:moveTo>
                <a:cubicBezTo>
                  <a:pt x="464779" y="95643"/>
                  <a:pt x="463228" y="106520"/>
                  <a:pt x="460126" y="115941"/>
                </a:cubicBezTo>
                <a:cubicBezTo>
                  <a:pt x="457023" y="125361"/>
                  <a:pt x="452446" y="133250"/>
                  <a:pt x="446392" y="139606"/>
                </a:cubicBezTo>
                <a:cubicBezTo>
                  <a:pt x="440339" y="145962"/>
                  <a:pt x="432867" y="150766"/>
                  <a:pt x="423976" y="154020"/>
                </a:cubicBezTo>
                <a:cubicBezTo>
                  <a:pt x="415085" y="157274"/>
                  <a:pt x="404473" y="158901"/>
                  <a:pt x="392139" y="158901"/>
                </a:cubicBezTo>
                <a:lnTo>
                  <a:pt x="363196" y="158901"/>
                </a:lnTo>
                <a:cubicBezTo>
                  <a:pt x="361834" y="158901"/>
                  <a:pt x="360435" y="158390"/>
                  <a:pt x="358997" y="157368"/>
                </a:cubicBezTo>
                <a:cubicBezTo>
                  <a:pt x="357559" y="156347"/>
                  <a:pt x="356840" y="154474"/>
                  <a:pt x="356840" y="151750"/>
                </a:cubicBezTo>
                <a:lnTo>
                  <a:pt x="356840" y="19182"/>
                </a:lnTo>
                <a:cubicBezTo>
                  <a:pt x="356840" y="16458"/>
                  <a:pt x="357559" y="14585"/>
                  <a:pt x="358997" y="13563"/>
                </a:cubicBezTo>
                <a:cubicBezTo>
                  <a:pt x="360435" y="12542"/>
                  <a:pt x="361834" y="12031"/>
                  <a:pt x="363196" y="12031"/>
                </a:cubicBezTo>
                <a:lnTo>
                  <a:pt x="394069" y="12031"/>
                </a:lnTo>
                <a:cubicBezTo>
                  <a:pt x="406554" y="12031"/>
                  <a:pt x="417090" y="13734"/>
                  <a:pt x="425678" y="17139"/>
                </a:cubicBezTo>
                <a:cubicBezTo>
                  <a:pt x="434267" y="20544"/>
                  <a:pt x="441455" y="25367"/>
                  <a:pt x="447243" y="31610"/>
                </a:cubicBezTo>
                <a:cubicBezTo>
                  <a:pt x="453032" y="37852"/>
                  <a:pt x="457402" y="45343"/>
                  <a:pt x="460353" y="54083"/>
                </a:cubicBezTo>
                <a:cubicBezTo>
                  <a:pt x="463304" y="62822"/>
                  <a:pt x="464779" y="72565"/>
                  <a:pt x="464779" y="83309"/>
                </a:cubicBezTo>
                <a:moveTo>
                  <a:pt x="449911" y="83994"/>
                </a:moveTo>
                <a:cubicBezTo>
                  <a:pt x="449911" y="75458"/>
                  <a:pt x="448832" y="67546"/>
                  <a:pt x="446676" y="60258"/>
                </a:cubicBezTo>
                <a:cubicBezTo>
                  <a:pt x="444519" y="52970"/>
                  <a:pt x="441190" y="46683"/>
                  <a:pt x="436688" y="41396"/>
                </a:cubicBezTo>
                <a:cubicBezTo>
                  <a:pt x="432186" y="36109"/>
                  <a:pt x="426492" y="31974"/>
                  <a:pt x="419606" y="28992"/>
                </a:cubicBezTo>
                <a:cubicBezTo>
                  <a:pt x="412720" y="26008"/>
                  <a:pt x="403943" y="24516"/>
                  <a:pt x="393274" y="24516"/>
                </a:cubicBezTo>
                <a:lnTo>
                  <a:pt x="370687" y="24516"/>
                </a:lnTo>
                <a:lnTo>
                  <a:pt x="370687" y="146416"/>
                </a:lnTo>
                <a:lnTo>
                  <a:pt x="393388" y="146416"/>
                </a:lnTo>
                <a:cubicBezTo>
                  <a:pt x="403376" y="146416"/>
                  <a:pt x="411831" y="145188"/>
                  <a:pt x="418755" y="142734"/>
                </a:cubicBezTo>
                <a:cubicBezTo>
                  <a:pt x="425678" y="140279"/>
                  <a:pt x="431448" y="136484"/>
                  <a:pt x="436064" y="131348"/>
                </a:cubicBezTo>
                <a:cubicBezTo>
                  <a:pt x="440679" y="126212"/>
                  <a:pt x="444141" y="119736"/>
                  <a:pt x="446449" y="111919"/>
                </a:cubicBezTo>
                <a:cubicBezTo>
                  <a:pt x="448757" y="104101"/>
                  <a:pt x="449911" y="94793"/>
                  <a:pt x="449911" y="83994"/>
                </a:cubicBezTo>
                <a:close/>
                <a:moveTo>
                  <a:pt x="574606" y="119236"/>
                </a:moveTo>
                <a:cubicBezTo>
                  <a:pt x="574606" y="125753"/>
                  <a:pt x="573433" y="131587"/>
                  <a:pt x="571087" y="136740"/>
                </a:cubicBezTo>
                <a:cubicBezTo>
                  <a:pt x="568741" y="141890"/>
                  <a:pt x="565450" y="146264"/>
                  <a:pt x="561213" y="149863"/>
                </a:cubicBezTo>
                <a:cubicBezTo>
                  <a:pt x="556975" y="153462"/>
                  <a:pt x="551943" y="156209"/>
                  <a:pt x="546117" y="158103"/>
                </a:cubicBezTo>
                <a:cubicBezTo>
                  <a:pt x="540291" y="159997"/>
                  <a:pt x="533935" y="160944"/>
                  <a:pt x="527049" y="160944"/>
                </a:cubicBezTo>
                <a:cubicBezTo>
                  <a:pt x="522358" y="160944"/>
                  <a:pt x="517931" y="160504"/>
                  <a:pt x="513769" y="159624"/>
                </a:cubicBezTo>
                <a:cubicBezTo>
                  <a:pt x="509608" y="158747"/>
                  <a:pt x="505900" y="157698"/>
                  <a:pt x="502646" y="156478"/>
                </a:cubicBezTo>
                <a:cubicBezTo>
                  <a:pt x="499393" y="155256"/>
                  <a:pt x="496650" y="154015"/>
                  <a:pt x="494418" y="152757"/>
                </a:cubicBezTo>
                <a:cubicBezTo>
                  <a:pt x="492185" y="151497"/>
                  <a:pt x="490653" y="150428"/>
                  <a:pt x="489821" y="149551"/>
                </a:cubicBezTo>
                <a:cubicBezTo>
                  <a:pt x="488989" y="148671"/>
                  <a:pt x="488383" y="147645"/>
                  <a:pt x="488005" y="146472"/>
                </a:cubicBezTo>
                <a:cubicBezTo>
                  <a:pt x="487627" y="145299"/>
                  <a:pt x="487437" y="143843"/>
                  <a:pt x="487437" y="142103"/>
                </a:cubicBezTo>
                <a:cubicBezTo>
                  <a:pt x="487437" y="140816"/>
                  <a:pt x="487513" y="139757"/>
                  <a:pt x="487664" y="138925"/>
                </a:cubicBezTo>
                <a:cubicBezTo>
                  <a:pt x="487816" y="138092"/>
                  <a:pt x="488024" y="137411"/>
                  <a:pt x="488289" y="136882"/>
                </a:cubicBezTo>
                <a:cubicBezTo>
                  <a:pt x="488553" y="136352"/>
                  <a:pt x="488894" y="135992"/>
                  <a:pt x="489310" y="135803"/>
                </a:cubicBezTo>
                <a:cubicBezTo>
                  <a:pt x="489726" y="135614"/>
                  <a:pt x="490161" y="135520"/>
                  <a:pt x="490615" y="135520"/>
                </a:cubicBezTo>
                <a:cubicBezTo>
                  <a:pt x="491675" y="135520"/>
                  <a:pt x="493169" y="136188"/>
                  <a:pt x="495099" y="137524"/>
                </a:cubicBezTo>
                <a:cubicBezTo>
                  <a:pt x="497028" y="138860"/>
                  <a:pt x="499525" y="140310"/>
                  <a:pt x="502590" y="141876"/>
                </a:cubicBezTo>
                <a:cubicBezTo>
                  <a:pt x="505654" y="143441"/>
                  <a:pt x="509324" y="144892"/>
                  <a:pt x="513599" y="146228"/>
                </a:cubicBezTo>
                <a:cubicBezTo>
                  <a:pt x="517874" y="147564"/>
                  <a:pt x="522849" y="148232"/>
                  <a:pt x="528524" y="148232"/>
                </a:cubicBezTo>
                <a:cubicBezTo>
                  <a:pt x="533140" y="148232"/>
                  <a:pt x="537378" y="147606"/>
                  <a:pt x="541237" y="146355"/>
                </a:cubicBezTo>
                <a:cubicBezTo>
                  <a:pt x="545096" y="145104"/>
                  <a:pt x="548425" y="143304"/>
                  <a:pt x="551225" y="140953"/>
                </a:cubicBezTo>
                <a:cubicBezTo>
                  <a:pt x="554024" y="138601"/>
                  <a:pt x="556200" y="135699"/>
                  <a:pt x="557751" y="132249"/>
                </a:cubicBezTo>
                <a:cubicBezTo>
                  <a:pt x="559302" y="128799"/>
                  <a:pt x="560078" y="124875"/>
                  <a:pt x="560078" y="120477"/>
                </a:cubicBezTo>
                <a:cubicBezTo>
                  <a:pt x="560078" y="115930"/>
                  <a:pt x="559094" y="112027"/>
                  <a:pt x="557127" y="108769"/>
                </a:cubicBezTo>
                <a:cubicBezTo>
                  <a:pt x="555159" y="105508"/>
                  <a:pt x="552568" y="102647"/>
                  <a:pt x="549352" y="100185"/>
                </a:cubicBezTo>
                <a:cubicBezTo>
                  <a:pt x="546136" y="97722"/>
                  <a:pt x="542485" y="95486"/>
                  <a:pt x="538399" y="93478"/>
                </a:cubicBezTo>
                <a:cubicBezTo>
                  <a:pt x="534313" y="91468"/>
                  <a:pt x="530132" y="89460"/>
                  <a:pt x="525857" y="87452"/>
                </a:cubicBezTo>
                <a:cubicBezTo>
                  <a:pt x="521582" y="85442"/>
                  <a:pt x="517401" y="83263"/>
                  <a:pt x="513315" y="80915"/>
                </a:cubicBezTo>
                <a:cubicBezTo>
                  <a:pt x="509229" y="78565"/>
                  <a:pt x="505578" y="75817"/>
                  <a:pt x="502363" y="72672"/>
                </a:cubicBezTo>
                <a:cubicBezTo>
                  <a:pt x="499147" y="69525"/>
                  <a:pt x="496555" y="65829"/>
                  <a:pt x="494588" y="61585"/>
                </a:cubicBezTo>
                <a:cubicBezTo>
                  <a:pt x="492621" y="57340"/>
                  <a:pt x="491637" y="52301"/>
                  <a:pt x="491637" y="46468"/>
                </a:cubicBezTo>
                <a:cubicBezTo>
                  <a:pt x="491637" y="40786"/>
                  <a:pt x="492658" y="35691"/>
                  <a:pt x="494701" y="31184"/>
                </a:cubicBezTo>
                <a:cubicBezTo>
                  <a:pt x="496744" y="26675"/>
                  <a:pt x="499620" y="22849"/>
                  <a:pt x="503327" y="19707"/>
                </a:cubicBezTo>
                <a:cubicBezTo>
                  <a:pt x="507035" y="16562"/>
                  <a:pt x="511481" y="14156"/>
                  <a:pt x="516664" y="12489"/>
                </a:cubicBezTo>
                <a:cubicBezTo>
                  <a:pt x="521847" y="10822"/>
                  <a:pt x="527541" y="9988"/>
                  <a:pt x="533746" y="9988"/>
                </a:cubicBezTo>
                <a:cubicBezTo>
                  <a:pt x="536848" y="9988"/>
                  <a:pt x="539988" y="10287"/>
                  <a:pt x="543166" y="10885"/>
                </a:cubicBezTo>
                <a:cubicBezTo>
                  <a:pt x="546344" y="11484"/>
                  <a:pt x="549352" y="12251"/>
                  <a:pt x="552189" y="13187"/>
                </a:cubicBezTo>
                <a:cubicBezTo>
                  <a:pt x="555027" y="14124"/>
                  <a:pt x="557562" y="15172"/>
                  <a:pt x="559794" y="16333"/>
                </a:cubicBezTo>
                <a:cubicBezTo>
                  <a:pt x="562026" y="17492"/>
                  <a:pt x="563502" y="18427"/>
                  <a:pt x="564220" y="19139"/>
                </a:cubicBezTo>
                <a:cubicBezTo>
                  <a:pt x="564939" y="19848"/>
                  <a:pt x="565393" y="20376"/>
                  <a:pt x="565582" y="20721"/>
                </a:cubicBezTo>
                <a:cubicBezTo>
                  <a:pt x="565772" y="21064"/>
                  <a:pt x="565942" y="21502"/>
                  <a:pt x="566093" y="22037"/>
                </a:cubicBezTo>
                <a:cubicBezTo>
                  <a:pt x="566244" y="22571"/>
                  <a:pt x="566358" y="23201"/>
                  <a:pt x="566434" y="23927"/>
                </a:cubicBezTo>
                <a:cubicBezTo>
                  <a:pt x="566509" y="24651"/>
                  <a:pt x="566547" y="25547"/>
                  <a:pt x="566547" y="26616"/>
                </a:cubicBezTo>
                <a:cubicBezTo>
                  <a:pt x="566547" y="27609"/>
                  <a:pt x="566490" y="28506"/>
                  <a:pt x="566377" y="29308"/>
                </a:cubicBezTo>
                <a:cubicBezTo>
                  <a:pt x="566263" y="30107"/>
                  <a:pt x="566093" y="30794"/>
                  <a:pt x="565866" y="31369"/>
                </a:cubicBezTo>
                <a:cubicBezTo>
                  <a:pt x="565639" y="31941"/>
                  <a:pt x="565355" y="32380"/>
                  <a:pt x="565015" y="32685"/>
                </a:cubicBezTo>
                <a:cubicBezTo>
                  <a:pt x="564674" y="32990"/>
                  <a:pt x="564277" y="33142"/>
                  <a:pt x="563823" y="33142"/>
                </a:cubicBezTo>
                <a:cubicBezTo>
                  <a:pt x="562991" y="33142"/>
                  <a:pt x="561723" y="32594"/>
                  <a:pt x="560021" y="31496"/>
                </a:cubicBezTo>
                <a:cubicBezTo>
                  <a:pt x="558318" y="30399"/>
                  <a:pt x="556181" y="29170"/>
                  <a:pt x="553608" y="27808"/>
                </a:cubicBezTo>
                <a:cubicBezTo>
                  <a:pt x="551035" y="26446"/>
                  <a:pt x="547971" y="25216"/>
                  <a:pt x="544415" y="24119"/>
                </a:cubicBezTo>
                <a:cubicBezTo>
                  <a:pt x="540858" y="23022"/>
                  <a:pt x="536810" y="22473"/>
                  <a:pt x="532270" y="22473"/>
                </a:cubicBezTo>
                <a:cubicBezTo>
                  <a:pt x="527806" y="22473"/>
                  <a:pt x="523909" y="23080"/>
                  <a:pt x="520579" y="24293"/>
                </a:cubicBezTo>
                <a:cubicBezTo>
                  <a:pt x="517250" y="25506"/>
                  <a:pt x="514488" y="27155"/>
                  <a:pt x="512294" y="29241"/>
                </a:cubicBezTo>
                <a:cubicBezTo>
                  <a:pt x="510100" y="31326"/>
                  <a:pt x="508454" y="33772"/>
                  <a:pt x="507357" y="36579"/>
                </a:cubicBezTo>
                <a:cubicBezTo>
                  <a:pt x="506259" y="39386"/>
                  <a:pt x="505711" y="42344"/>
                  <a:pt x="505711" y="45453"/>
                </a:cubicBezTo>
                <a:cubicBezTo>
                  <a:pt x="505711" y="50000"/>
                  <a:pt x="506695" y="53904"/>
                  <a:pt x="508662" y="57165"/>
                </a:cubicBezTo>
                <a:cubicBezTo>
                  <a:pt x="510629" y="60424"/>
                  <a:pt x="513240" y="63304"/>
                  <a:pt x="516493" y="65805"/>
                </a:cubicBezTo>
                <a:cubicBezTo>
                  <a:pt x="519747" y="68305"/>
                  <a:pt x="523436" y="70559"/>
                  <a:pt x="527560" y="72569"/>
                </a:cubicBezTo>
                <a:cubicBezTo>
                  <a:pt x="531684" y="74577"/>
                  <a:pt x="535883" y="76586"/>
                  <a:pt x="540158" y="78596"/>
                </a:cubicBezTo>
                <a:cubicBezTo>
                  <a:pt x="544433" y="80603"/>
                  <a:pt x="548633" y="82763"/>
                  <a:pt x="552757" y="85076"/>
                </a:cubicBezTo>
                <a:cubicBezTo>
                  <a:pt x="556881" y="87388"/>
                  <a:pt x="560569" y="90117"/>
                  <a:pt x="563823" y="93262"/>
                </a:cubicBezTo>
                <a:cubicBezTo>
                  <a:pt x="567077" y="96407"/>
                  <a:pt x="569687" y="100083"/>
                  <a:pt x="571655" y="104289"/>
                </a:cubicBezTo>
                <a:cubicBezTo>
                  <a:pt x="573622" y="108496"/>
                  <a:pt x="574606" y="113478"/>
                  <a:pt x="574606" y="119236"/>
                </a:cubicBezTo>
                <a:close/>
                <a:moveTo>
                  <a:pt x="705987" y="30581"/>
                </a:moveTo>
                <a:cubicBezTo>
                  <a:pt x="705987" y="31574"/>
                  <a:pt x="705911" y="32492"/>
                  <a:pt x="705760" y="33334"/>
                </a:cubicBezTo>
                <a:cubicBezTo>
                  <a:pt x="705609" y="34173"/>
                  <a:pt x="705400" y="34880"/>
                  <a:pt x="705136" y="35455"/>
                </a:cubicBezTo>
                <a:cubicBezTo>
                  <a:pt x="704871" y="36027"/>
                  <a:pt x="704530" y="36466"/>
                  <a:pt x="704114" y="36771"/>
                </a:cubicBezTo>
                <a:cubicBezTo>
                  <a:pt x="703698" y="37076"/>
                  <a:pt x="703263" y="37228"/>
                  <a:pt x="702809" y="37228"/>
                </a:cubicBezTo>
                <a:cubicBezTo>
                  <a:pt x="701901" y="37228"/>
                  <a:pt x="700406" y="36466"/>
                  <a:pt x="698326" y="34940"/>
                </a:cubicBezTo>
                <a:cubicBezTo>
                  <a:pt x="696245" y="33415"/>
                  <a:pt x="693464" y="31756"/>
                  <a:pt x="689983" y="29964"/>
                </a:cubicBezTo>
                <a:cubicBezTo>
                  <a:pt x="686503" y="28172"/>
                  <a:pt x="682284" y="26513"/>
                  <a:pt x="677328" y="24988"/>
                </a:cubicBezTo>
                <a:cubicBezTo>
                  <a:pt x="672372" y="23463"/>
                  <a:pt x="666489" y="22700"/>
                  <a:pt x="659679" y="22700"/>
                </a:cubicBezTo>
                <a:cubicBezTo>
                  <a:pt x="650977" y="22700"/>
                  <a:pt x="643221" y="24308"/>
                  <a:pt x="636411" y="27524"/>
                </a:cubicBezTo>
                <a:cubicBezTo>
                  <a:pt x="629601" y="30740"/>
                  <a:pt x="623850" y="35147"/>
                  <a:pt x="619159" y="40747"/>
                </a:cubicBezTo>
                <a:cubicBezTo>
                  <a:pt x="614468" y="46346"/>
                  <a:pt x="610892" y="52986"/>
                  <a:pt x="608433" y="60666"/>
                </a:cubicBezTo>
                <a:cubicBezTo>
                  <a:pt x="605974" y="68346"/>
                  <a:pt x="604744" y="76613"/>
                  <a:pt x="604744" y="85466"/>
                </a:cubicBezTo>
                <a:cubicBezTo>
                  <a:pt x="604744" y="95378"/>
                  <a:pt x="606144" y="104212"/>
                  <a:pt x="608944" y="111968"/>
                </a:cubicBezTo>
                <a:cubicBezTo>
                  <a:pt x="611744" y="119724"/>
                  <a:pt x="615622" y="126269"/>
                  <a:pt x="620578" y="131604"/>
                </a:cubicBezTo>
                <a:cubicBezTo>
                  <a:pt x="625534" y="136938"/>
                  <a:pt x="631436" y="141005"/>
                  <a:pt x="638284" y="143805"/>
                </a:cubicBezTo>
                <a:cubicBezTo>
                  <a:pt x="645132" y="146605"/>
                  <a:pt x="652604" y="148005"/>
                  <a:pt x="660700" y="148005"/>
                </a:cubicBezTo>
                <a:cubicBezTo>
                  <a:pt x="665921" y="148005"/>
                  <a:pt x="671218" y="147361"/>
                  <a:pt x="676590" y="146075"/>
                </a:cubicBezTo>
                <a:cubicBezTo>
                  <a:pt x="681963" y="144789"/>
                  <a:pt x="686994" y="142821"/>
                  <a:pt x="691686" y="140173"/>
                </a:cubicBezTo>
                <a:lnTo>
                  <a:pt x="691686" y="92616"/>
                </a:lnTo>
                <a:lnTo>
                  <a:pt x="654231" y="92616"/>
                </a:lnTo>
                <a:cubicBezTo>
                  <a:pt x="653020" y="92616"/>
                  <a:pt x="652112" y="92082"/>
                  <a:pt x="651507" y="91013"/>
                </a:cubicBezTo>
                <a:cubicBezTo>
                  <a:pt x="650901" y="89944"/>
                  <a:pt x="650599" y="88417"/>
                  <a:pt x="650599" y="86431"/>
                </a:cubicBezTo>
                <a:cubicBezTo>
                  <a:pt x="650599" y="85362"/>
                  <a:pt x="650674" y="84427"/>
                  <a:pt x="650826" y="83625"/>
                </a:cubicBezTo>
                <a:cubicBezTo>
                  <a:pt x="650977" y="82823"/>
                  <a:pt x="651204" y="82174"/>
                  <a:pt x="651507" y="81678"/>
                </a:cubicBezTo>
                <a:cubicBezTo>
                  <a:pt x="651809" y="81181"/>
                  <a:pt x="652188" y="80799"/>
                  <a:pt x="652642" y="80532"/>
                </a:cubicBezTo>
                <a:cubicBezTo>
                  <a:pt x="653096" y="80265"/>
                  <a:pt x="653625" y="80131"/>
                  <a:pt x="654231" y="80131"/>
                </a:cubicBezTo>
                <a:lnTo>
                  <a:pt x="699177" y="80131"/>
                </a:lnTo>
                <a:cubicBezTo>
                  <a:pt x="699858" y="80131"/>
                  <a:pt x="700577" y="80246"/>
                  <a:pt x="701333" y="80475"/>
                </a:cubicBezTo>
                <a:cubicBezTo>
                  <a:pt x="702090" y="80702"/>
                  <a:pt x="702790" y="81082"/>
                  <a:pt x="703433" y="81614"/>
                </a:cubicBezTo>
                <a:cubicBezTo>
                  <a:pt x="704076" y="82144"/>
                  <a:pt x="704587" y="82883"/>
                  <a:pt x="704965" y="83831"/>
                </a:cubicBezTo>
                <a:cubicBezTo>
                  <a:pt x="705344" y="84779"/>
                  <a:pt x="705533" y="85936"/>
                  <a:pt x="705533" y="87303"/>
                </a:cubicBezTo>
                <a:lnTo>
                  <a:pt x="705533" y="142049"/>
                </a:lnTo>
                <a:cubicBezTo>
                  <a:pt x="705533" y="143870"/>
                  <a:pt x="705249" y="145426"/>
                  <a:pt x="704682" y="146717"/>
                </a:cubicBezTo>
                <a:cubicBezTo>
                  <a:pt x="704114" y="148006"/>
                  <a:pt x="702809" y="149239"/>
                  <a:pt x="700766" y="150416"/>
                </a:cubicBezTo>
                <a:cubicBezTo>
                  <a:pt x="698723" y="151592"/>
                  <a:pt x="695999" y="152882"/>
                  <a:pt x="692594" y="154286"/>
                </a:cubicBezTo>
                <a:cubicBezTo>
                  <a:pt x="689189" y="155691"/>
                  <a:pt x="685670" y="156867"/>
                  <a:pt x="682038" y="157815"/>
                </a:cubicBezTo>
                <a:cubicBezTo>
                  <a:pt x="678406" y="158763"/>
                  <a:pt x="674755" y="159483"/>
                  <a:pt x="671085" y="159975"/>
                </a:cubicBezTo>
                <a:cubicBezTo>
                  <a:pt x="667416" y="160470"/>
                  <a:pt x="663803" y="160717"/>
                  <a:pt x="660246" y="160717"/>
                </a:cubicBezTo>
                <a:cubicBezTo>
                  <a:pt x="649123" y="160717"/>
                  <a:pt x="639192" y="158917"/>
                  <a:pt x="630452" y="155318"/>
                </a:cubicBezTo>
                <a:cubicBezTo>
                  <a:pt x="621713" y="151717"/>
                  <a:pt x="614335" y="146639"/>
                  <a:pt x="608320" y="140084"/>
                </a:cubicBezTo>
                <a:cubicBezTo>
                  <a:pt x="602304" y="133530"/>
                  <a:pt x="597707" y="125724"/>
                  <a:pt x="594529" y="116668"/>
                </a:cubicBezTo>
                <a:cubicBezTo>
                  <a:pt x="591351" y="107611"/>
                  <a:pt x="589762" y="97628"/>
                  <a:pt x="589762" y="86718"/>
                </a:cubicBezTo>
                <a:cubicBezTo>
                  <a:pt x="589762" y="75273"/>
                  <a:pt x="591484" y="64834"/>
                  <a:pt x="594927" y="55399"/>
                </a:cubicBezTo>
                <a:cubicBezTo>
                  <a:pt x="598370" y="45964"/>
                  <a:pt x="603212" y="37913"/>
                  <a:pt x="609455" y="31245"/>
                </a:cubicBezTo>
                <a:cubicBezTo>
                  <a:pt x="615697" y="24576"/>
                  <a:pt x="623169" y="19405"/>
                  <a:pt x="631871" y="15730"/>
                </a:cubicBezTo>
                <a:cubicBezTo>
                  <a:pt x="640573" y="12054"/>
                  <a:pt x="650182" y="10215"/>
                  <a:pt x="660700" y="10215"/>
                </a:cubicBezTo>
                <a:cubicBezTo>
                  <a:pt x="665997" y="10215"/>
                  <a:pt x="671010" y="10710"/>
                  <a:pt x="675739" y="11701"/>
                </a:cubicBezTo>
                <a:cubicBezTo>
                  <a:pt x="680468" y="12692"/>
                  <a:pt x="684724" y="13893"/>
                  <a:pt x="688508" y="15305"/>
                </a:cubicBezTo>
                <a:cubicBezTo>
                  <a:pt x="692291" y="16714"/>
                  <a:pt x="695507" y="18239"/>
                  <a:pt x="698155" y="19880"/>
                </a:cubicBezTo>
                <a:cubicBezTo>
                  <a:pt x="700804" y="21519"/>
                  <a:pt x="702601" y="22815"/>
                  <a:pt x="703547" y="23768"/>
                </a:cubicBezTo>
                <a:cubicBezTo>
                  <a:pt x="704492" y="24721"/>
                  <a:pt x="705136" y="25656"/>
                  <a:pt x="705476" y="26573"/>
                </a:cubicBezTo>
                <a:cubicBezTo>
                  <a:pt x="705817" y="27488"/>
                  <a:pt x="705987" y="28824"/>
                  <a:pt x="705987" y="30581"/>
                </a:cubicBezTo>
                <a:close/>
                <a:moveTo>
                  <a:pt x="859771" y="152204"/>
                </a:moveTo>
                <a:cubicBezTo>
                  <a:pt x="859771" y="153566"/>
                  <a:pt x="859563" y="154701"/>
                  <a:pt x="859147" y="155609"/>
                </a:cubicBezTo>
                <a:cubicBezTo>
                  <a:pt x="858730" y="156517"/>
                  <a:pt x="858201" y="157255"/>
                  <a:pt x="857558" y="157822"/>
                </a:cubicBezTo>
                <a:cubicBezTo>
                  <a:pt x="856914" y="158390"/>
                  <a:pt x="856196" y="158787"/>
                  <a:pt x="855401" y="159014"/>
                </a:cubicBezTo>
                <a:cubicBezTo>
                  <a:pt x="854607" y="159241"/>
                  <a:pt x="853869" y="159355"/>
                  <a:pt x="853188" y="159355"/>
                </a:cubicBezTo>
                <a:lnTo>
                  <a:pt x="850350" y="159355"/>
                </a:lnTo>
                <a:cubicBezTo>
                  <a:pt x="848837" y="159355"/>
                  <a:pt x="847456" y="159165"/>
                  <a:pt x="846208" y="158787"/>
                </a:cubicBezTo>
                <a:cubicBezTo>
                  <a:pt x="844959" y="158409"/>
                  <a:pt x="843748" y="157747"/>
                  <a:pt x="842576" y="156801"/>
                </a:cubicBezTo>
                <a:cubicBezTo>
                  <a:pt x="841403" y="155855"/>
                  <a:pt x="840230" y="154588"/>
                  <a:pt x="839057" y="152999"/>
                </a:cubicBezTo>
                <a:cubicBezTo>
                  <a:pt x="837884" y="151410"/>
                  <a:pt x="836579" y="149367"/>
                  <a:pt x="835141" y="146870"/>
                </a:cubicBezTo>
                <a:lnTo>
                  <a:pt x="783385" y="55161"/>
                </a:lnTo>
                <a:cubicBezTo>
                  <a:pt x="780812" y="50697"/>
                  <a:pt x="778221" y="46100"/>
                  <a:pt x="775610" y="41371"/>
                </a:cubicBezTo>
                <a:cubicBezTo>
                  <a:pt x="773000" y="36642"/>
                  <a:pt x="770522" y="32045"/>
                  <a:pt x="768176" y="27581"/>
                </a:cubicBezTo>
                <a:lnTo>
                  <a:pt x="768062" y="27581"/>
                </a:lnTo>
                <a:cubicBezTo>
                  <a:pt x="768138" y="33104"/>
                  <a:pt x="768176" y="38760"/>
                  <a:pt x="768176" y="44549"/>
                </a:cubicBezTo>
                <a:cubicBezTo>
                  <a:pt x="768176" y="50337"/>
                  <a:pt x="768176" y="55994"/>
                  <a:pt x="768176" y="61517"/>
                </a:cubicBezTo>
                <a:lnTo>
                  <a:pt x="768176" y="156631"/>
                </a:lnTo>
                <a:cubicBezTo>
                  <a:pt x="768176" y="157085"/>
                  <a:pt x="768062" y="157501"/>
                  <a:pt x="767835" y="157879"/>
                </a:cubicBezTo>
                <a:cubicBezTo>
                  <a:pt x="767608" y="158257"/>
                  <a:pt x="767230" y="158560"/>
                  <a:pt x="766700" y="158787"/>
                </a:cubicBezTo>
                <a:cubicBezTo>
                  <a:pt x="766171" y="159014"/>
                  <a:pt x="765471" y="159203"/>
                  <a:pt x="764601" y="159355"/>
                </a:cubicBezTo>
                <a:cubicBezTo>
                  <a:pt x="763731" y="159506"/>
                  <a:pt x="762614" y="159582"/>
                  <a:pt x="761252" y="159582"/>
                </a:cubicBezTo>
                <a:cubicBezTo>
                  <a:pt x="759966" y="159582"/>
                  <a:pt x="758869" y="159506"/>
                  <a:pt x="757961" y="159355"/>
                </a:cubicBezTo>
                <a:cubicBezTo>
                  <a:pt x="757053" y="159203"/>
                  <a:pt x="756334" y="159014"/>
                  <a:pt x="755804" y="158787"/>
                </a:cubicBezTo>
                <a:cubicBezTo>
                  <a:pt x="755275" y="158560"/>
                  <a:pt x="754896" y="158257"/>
                  <a:pt x="754669" y="157879"/>
                </a:cubicBezTo>
                <a:cubicBezTo>
                  <a:pt x="754442" y="157501"/>
                  <a:pt x="754329" y="157085"/>
                  <a:pt x="754329" y="156631"/>
                </a:cubicBezTo>
                <a:lnTo>
                  <a:pt x="754329" y="19182"/>
                </a:lnTo>
                <a:cubicBezTo>
                  <a:pt x="754329" y="16458"/>
                  <a:pt x="755048" y="14585"/>
                  <a:pt x="756485" y="13563"/>
                </a:cubicBezTo>
                <a:cubicBezTo>
                  <a:pt x="757923" y="12542"/>
                  <a:pt x="759323" y="12031"/>
                  <a:pt x="760685" y="12031"/>
                </a:cubicBezTo>
                <a:lnTo>
                  <a:pt x="766360" y="12031"/>
                </a:lnTo>
                <a:cubicBezTo>
                  <a:pt x="768176" y="12031"/>
                  <a:pt x="769689" y="12182"/>
                  <a:pt x="770900" y="12485"/>
                </a:cubicBezTo>
                <a:cubicBezTo>
                  <a:pt x="772111" y="12788"/>
                  <a:pt x="773208" y="13298"/>
                  <a:pt x="774192" y="14017"/>
                </a:cubicBezTo>
                <a:cubicBezTo>
                  <a:pt x="775175" y="14736"/>
                  <a:pt x="776140" y="15758"/>
                  <a:pt x="777086" y="17082"/>
                </a:cubicBezTo>
                <a:cubicBezTo>
                  <a:pt x="778032" y="18406"/>
                  <a:pt x="779072" y="20090"/>
                  <a:pt x="780207" y="22133"/>
                </a:cubicBezTo>
                <a:lnTo>
                  <a:pt x="819819" y="92389"/>
                </a:lnTo>
                <a:cubicBezTo>
                  <a:pt x="822316" y="96778"/>
                  <a:pt x="824680" y="100996"/>
                  <a:pt x="826912" y="105045"/>
                </a:cubicBezTo>
                <a:cubicBezTo>
                  <a:pt x="829145" y="109093"/>
                  <a:pt x="831320" y="113065"/>
                  <a:pt x="833439" y="116962"/>
                </a:cubicBezTo>
                <a:cubicBezTo>
                  <a:pt x="835557" y="120859"/>
                  <a:pt x="837657" y="124699"/>
                  <a:pt x="839738" y="128482"/>
                </a:cubicBezTo>
                <a:cubicBezTo>
                  <a:pt x="841819" y="132266"/>
                  <a:pt x="843881" y="136087"/>
                  <a:pt x="845924" y="139946"/>
                </a:cubicBezTo>
                <a:lnTo>
                  <a:pt x="846037" y="139946"/>
                </a:lnTo>
                <a:cubicBezTo>
                  <a:pt x="845962" y="133590"/>
                  <a:pt x="845924" y="126969"/>
                  <a:pt x="845924" y="120083"/>
                </a:cubicBezTo>
                <a:cubicBezTo>
                  <a:pt x="845924" y="113198"/>
                  <a:pt x="845924" y="106577"/>
                  <a:pt x="845924" y="100221"/>
                </a:cubicBezTo>
                <a:lnTo>
                  <a:pt x="845924" y="14755"/>
                </a:lnTo>
                <a:cubicBezTo>
                  <a:pt x="845924" y="14301"/>
                  <a:pt x="846037" y="13885"/>
                  <a:pt x="846264" y="13507"/>
                </a:cubicBezTo>
                <a:cubicBezTo>
                  <a:pt x="846491" y="13128"/>
                  <a:pt x="846870" y="12807"/>
                  <a:pt x="847399" y="12542"/>
                </a:cubicBezTo>
                <a:cubicBezTo>
                  <a:pt x="847929" y="12277"/>
                  <a:pt x="848629" y="12088"/>
                  <a:pt x="849499" y="11974"/>
                </a:cubicBezTo>
                <a:cubicBezTo>
                  <a:pt x="850369" y="11861"/>
                  <a:pt x="851485" y="11804"/>
                  <a:pt x="852847" y="11804"/>
                </a:cubicBezTo>
                <a:cubicBezTo>
                  <a:pt x="854058" y="11804"/>
                  <a:pt x="855117" y="11861"/>
                  <a:pt x="856025" y="11974"/>
                </a:cubicBezTo>
                <a:cubicBezTo>
                  <a:pt x="856933" y="12088"/>
                  <a:pt x="857652" y="12277"/>
                  <a:pt x="858182" y="12542"/>
                </a:cubicBezTo>
                <a:cubicBezTo>
                  <a:pt x="858711" y="12807"/>
                  <a:pt x="859109" y="13128"/>
                  <a:pt x="859374" y="13507"/>
                </a:cubicBezTo>
                <a:cubicBezTo>
                  <a:pt x="859638" y="13885"/>
                  <a:pt x="859771" y="14301"/>
                  <a:pt x="859771" y="14755"/>
                </a:cubicBezTo>
                <a:lnTo>
                  <a:pt x="859771" y="152204"/>
                </a:lnTo>
                <a:close/>
                <a:moveTo>
                  <a:pt x="998998" y="156631"/>
                </a:moveTo>
                <a:cubicBezTo>
                  <a:pt x="998998" y="157085"/>
                  <a:pt x="998884" y="157501"/>
                  <a:pt x="998657" y="157879"/>
                </a:cubicBezTo>
                <a:cubicBezTo>
                  <a:pt x="998430" y="158257"/>
                  <a:pt x="998052" y="158560"/>
                  <a:pt x="997522" y="158787"/>
                </a:cubicBezTo>
                <a:cubicBezTo>
                  <a:pt x="996993" y="159014"/>
                  <a:pt x="996274" y="159203"/>
                  <a:pt x="995366" y="159355"/>
                </a:cubicBezTo>
                <a:cubicBezTo>
                  <a:pt x="994458" y="159506"/>
                  <a:pt x="993361" y="159582"/>
                  <a:pt x="992074" y="159582"/>
                </a:cubicBezTo>
                <a:cubicBezTo>
                  <a:pt x="990712" y="159582"/>
                  <a:pt x="989596" y="159506"/>
                  <a:pt x="988726" y="159355"/>
                </a:cubicBezTo>
                <a:cubicBezTo>
                  <a:pt x="987856" y="159203"/>
                  <a:pt x="987156" y="159014"/>
                  <a:pt x="986626" y="158787"/>
                </a:cubicBezTo>
                <a:cubicBezTo>
                  <a:pt x="986096" y="158558"/>
                  <a:pt x="985718" y="158254"/>
                  <a:pt x="985491" y="157876"/>
                </a:cubicBezTo>
                <a:cubicBezTo>
                  <a:pt x="985264" y="157497"/>
                  <a:pt x="985151" y="157081"/>
                  <a:pt x="985151" y="156627"/>
                </a:cubicBezTo>
                <a:lnTo>
                  <a:pt x="985151" y="88076"/>
                </a:lnTo>
                <a:lnTo>
                  <a:pt x="911829" y="88076"/>
                </a:lnTo>
                <a:lnTo>
                  <a:pt x="911829" y="156627"/>
                </a:lnTo>
                <a:cubicBezTo>
                  <a:pt x="911829" y="157081"/>
                  <a:pt x="911716" y="157497"/>
                  <a:pt x="911489" y="157876"/>
                </a:cubicBezTo>
                <a:cubicBezTo>
                  <a:pt x="911262" y="158254"/>
                  <a:pt x="910884" y="158558"/>
                  <a:pt x="910354" y="158787"/>
                </a:cubicBezTo>
                <a:cubicBezTo>
                  <a:pt x="909824" y="159014"/>
                  <a:pt x="909124" y="159203"/>
                  <a:pt x="908254" y="159355"/>
                </a:cubicBezTo>
                <a:cubicBezTo>
                  <a:pt x="907384" y="159506"/>
                  <a:pt x="906268" y="159582"/>
                  <a:pt x="904906" y="159582"/>
                </a:cubicBezTo>
                <a:cubicBezTo>
                  <a:pt x="903619" y="159582"/>
                  <a:pt x="902522" y="159506"/>
                  <a:pt x="901614" y="159355"/>
                </a:cubicBezTo>
                <a:cubicBezTo>
                  <a:pt x="900706" y="159203"/>
                  <a:pt x="899987" y="159014"/>
                  <a:pt x="899458" y="158787"/>
                </a:cubicBezTo>
                <a:cubicBezTo>
                  <a:pt x="898928" y="158560"/>
                  <a:pt x="898550" y="158257"/>
                  <a:pt x="898323" y="157879"/>
                </a:cubicBezTo>
                <a:cubicBezTo>
                  <a:pt x="898096" y="157501"/>
                  <a:pt x="897982" y="157085"/>
                  <a:pt x="897982" y="156631"/>
                </a:cubicBezTo>
                <a:lnTo>
                  <a:pt x="897982" y="14301"/>
                </a:lnTo>
                <a:cubicBezTo>
                  <a:pt x="897982" y="13847"/>
                  <a:pt x="898096" y="13431"/>
                  <a:pt x="898323" y="13053"/>
                </a:cubicBezTo>
                <a:cubicBezTo>
                  <a:pt x="898550" y="12674"/>
                  <a:pt x="898928" y="12372"/>
                  <a:pt x="899458" y="12145"/>
                </a:cubicBezTo>
                <a:cubicBezTo>
                  <a:pt x="899987" y="11918"/>
                  <a:pt x="900706" y="11728"/>
                  <a:pt x="901614" y="11577"/>
                </a:cubicBezTo>
                <a:cubicBezTo>
                  <a:pt x="902522" y="11426"/>
                  <a:pt x="903619" y="11350"/>
                  <a:pt x="904906" y="11350"/>
                </a:cubicBezTo>
                <a:cubicBezTo>
                  <a:pt x="906268" y="11350"/>
                  <a:pt x="907384" y="11426"/>
                  <a:pt x="908254" y="11577"/>
                </a:cubicBezTo>
                <a:cubicBezTo>
                  <a:pt x="909124" y="11728"/>
                  <a:pt x="909824" y="11918"/>
                  <a:pt x="910354" y="12145"/>
                </a:cubicBezTo>
                <a:cubicBezTo>
                  <a:pt x="910884" y="12369"/>
                  <a:pt x="911262" y="12671"/>
                  <a:pt x="911489" y="13049"/>
                </a:cubicBezTo>
                <a:cubicBezTo>
                  <a:pt x="911716" y="13425"/>
                  <a:pt x="911829" y="13839"/>
                  <a:pt x="911829" y="14290"/>
                </a:cubicBezTo>
                <a:lnTo>
                  <a:pt x="911829" y="75591"/>
                </a:lnTo>
                <a:lnTo>
                  <a:pt x="985151" y="75591"/>
                </a:lnTo>
                <a:lnTo>
                  <a:pt x="985151" y="14290"/>
                </a:lnTo>
                <a:cubicBezTo>
                  <a:pt x="985151" y="13839"/>
                  <a:pt x="985264" y="13425"/>
                  <a:pt x="985491" y="13049"/>
                </a:cubicBezTo>
                <a:cubicBezTo>
                  <a:pt x="985718" y="12671"/>
                  <a:pt x="986096" y="12369"/>
                  <a:pt x="986626" y="12145"/>
                </a:cubicBezTo>
                <a:cubicBezTo>
                  <a:pt x="987156" y="11918"/>
                  <a:pt x="987856" y="11728"/>
                  <a:pt x="988726" y="11577"/>
                </a:cubicBezTo>
                <a:cubicBezTo>
                  <a:pt x="989596" y="11426"/>
                  <a:pt x="990712" y="11350"/>
                  <a:pt x="992074" y="11350"/>
                </a:cubicBezTo>
                <a:cubicBezTo>
                  <a:pt x="993361" y="11350"/>
                  <a:pt x="994458" y="11426"/>
                  <a:pt x="995366" y="11577"/>
                </a:cubicBezTo>
                <a:cubicBezTo>
                  <a:pt x="996274" y="11728"/>
                  <a:pt x="996993" y="11918"/>
                  <a:pt x="997522" y="12145"/>
                </a:cubicBezTo>
                <a:cubicBezTo>
                  <a:pt x="998052" y="12372"/>
                  <a:pt x="998430" y="12674"/>
                  <a:pt x="998657" y="13053"/>
                </a:cubicBezTo>
                <a:cubicBezTo>
                  <a:pt x="998884" y="13431"/>
                  <a:pt x="998998" y="13847"/>
                  <a:pt x="998998" y="14301"/>
                </a:cubicBezTo>
                <a:lnTo>
                  <a:pt x="998998" y="156631"/>
                </a:lnTo>
                <a:close/>
                <a:moveTo>
                  <a:pt x="1059348" y="7849"/>
                </a:moveTo>
                <a:cubicBezTo>
                  <a:pt x="1059348" y="9819"/>
                  <a:pt x="1059253" y="11639"/>
                  <a:pt x="1059064" y="13308"/>
                </a:cubicBezTo>
                <a:cubicBezTo>
                  <a:pt x="1058875" y="14975"/>
                  <a:pt x="1058553" y="16568"/>
                  <a:pt x="1058099" y="18086"/>
                </a:cubicBezTo>
                <a:cubicBezTo>
                  <a:pt x="1057645" y="19601"/>
                  <a:pt x="1057040" y="21118"/>
                  <a:pt x="1056283" y="22636"/>
                </a:cubicBezTo>
                <a:cubicBezTo>
                  <a:pt x="1055526" y="24152"/>
                  <a:pt x="1054581" y="25743"/>
                  <a:pt x="1053446" y="27410"/>
                </a:cubicBezTo>
                <a:lnTo>
                  <a:pt x="1037669" y="51636"/>
                </a:lnTo>
                <a:cubicBezTo>
                  <a:pt x="1037366" y="52092"/>
                  <a:pt x="1037007" y="52509"/>
                  <a:pt x="1036591" y="52888"/>
                </a:cubicBezTo>
                <a:cubicBezTo>
                  <a:pt x="1036175" y="53266"/>
                  <a:pt x="1035683" y="53570"/>
                  <a:pt x="1035115" y="53799"/>
                </a:cubicBezTo>
                <a:cubicBezTo>
                  <a:pt x="1034548" y="54026"/>
                  <a:pt x="1033886" y="54196"/>
                  <a:pt x="1033129" y="54310"/>
                </a:cubicBezTo>
                <a:cubicBezTo>
                  <a:pt x="1032372" y="54423"/>
                  <a:pt x="1031427" y="54480"/>
                  <a:pt x="1030292" y="54480"/>
                </a:cubicBezTo>
                <a:cubicBezTo>
                  <a:pt x="1029459" y="54480"/>
                  <a:pt x="1028740" y="54442"/>
                  <a:pt x="1028135" y="54367"/>
                </a:cubicBezTo>
                <a:cubicBezTo>
                  <a:pt x="1027530" y="54291"/>
                  <a:pt x="1027095" y="54140"/>
                  <a:pt x="1026830" y="53913"/>
                </a:cubicBezTo>
                <a:cubicBezTo>
                  <a:pt x="1026565" y="53683"/>
                  <a:pt x="1026414" y="53379"/>
                  <a:pt x="1026376" y="53001"/>
                </a:cubicBezTo>
                <a:cubicBezTo>
                  <a:pt x="1026338" y="52623"/>
                  <a:pt x="1026470" y="52168"/>
                  <a:pt x="1026773" y="51636"/>
                </a:cubicBezTo>
                <a:lnTo>
                  <a:pt x="1042550" y="20473"/>
                </a:lnTo>
                <a:lnTo>
                  <a:pt x="1042550" y="7849"/>
                </a:lnTo>
                <a:cubicBezTo>
                  <a:pt x="1042550" y="6180"/>
                  <a:pt x="1042701" y="4833"/>
                  <a:pt x="1043004" y="3809"/>
                </a:cubicBezTo>
                <a:cubicBezTo>
                  <a:pt x="1043306" y="2785"/>
                  <a:pt x="1043798" y="1990"/>
                  <a:pt x="1044479" y="1422"/>
                </a:cubicBezTo>
                <a:cubicBezTo>
                  <a:pt x="1045160" y="852"/>
                  <a:pt x="1046030" y="473"/>
                  <a:pt x="1047090" y="284"/>
                </a:cubicBezTo>
                <a:cubicBezTo>
                  <a:pt x="1048149" y="95"/>
                  <a:pt x="1049435" y="0"/>
                  <a:pt x="1050949" y="0"/>
                </a:cubicBezTo>
                <a:cubicBezTo>
                  <a:pt x="1052386" y="0"/>
                  <a:pt x="1053635" y="95"/>
                  <a:pt x="1054694" y="284"/>
                </a:cubicBezTo>
                <a:cubicBezTo>
                  <a:pt x="1055753" y="473"/>
                  <a:pt x="1056624" y="852"/>
                  <a:pt x="1057305" y="1422"/>
                </a:cubicBezTo>
                <a:cubicBezTo>
                  <a:pt x="1057986" y="1990"/>
                  <a:pt x="1058496" y="2785"/>
                  <a:pt x="1058837" y="3809"/>
                </a:cubicBezTo>
                <a:cubicBezTo>
                  <a:pt x="1059177" y="4833"/>
                  <a:pt x="1059348" y="6180"/>
                  <a:pt x="1059348" y="7849"/>
                </a:cubicBezTo>
                <a:close/>
                <a:moveTo>
                  <a:pt x="1162826" y="156627"/>
                </a:moveTo>
                <a:cubicBezTo>
                  <a:pt x="1162826" y="157081"/>
                  <a:pt x="1162712" y="157498"/>
                  <a:pt x="1162485" y="157879"/>
                </a:cubicBezTo>
                <a:cubicBezTo>
                  <a:pt x="1162258" y="158257"/>
                  <a:pt x="1161899" y="158560"/>
                  <a:pt x="1161407" y="158787"/>
                </a:cubicBezTo>
                <a:cubicBezTo>
                  <a:pt x="1160915" y="159014"/>
                  <a:pt x="1160234" y="159203"/>
                  <a:pt x="1159364" y="159355"/>
                </a:cubicBezTo>
                <a:cubicBezTo>
                  <a:pt x="1158494" y="159506"/>
                  <a:pt x="1157378" y="159582"/>
                  <a:pt x="1156016" y="159582"/>
                </a:cubicBezTo>
                <a:cubicBezTo>
                  <a:pt x="1154729" y="159582"/>
                  <a:pt x="1153651" y="159506"/>
                  <a:pt x="1152781" y="159355"/>
                </a:cubicBezTo>
                <a:cubicBezTo>
                  <a:pt x="1151911" y="159203"/>
                  <a:pt x="1151211" y="159014"/>
                  <a:pt x="1150681" y="158787"/>
                </a:cubicBezTo>
                <a:cubicBezTo>
                  <a:pt x="1150151" y="158560"/>
                  <a:pt x="1149792" y="158257"/>
                  <a:pt x="1149603" y="157879"/>
                </a:cubicBezTo>
                <a:cubicBezTo>
                  <a:pt x="1149414" y="157498"/>
                  <a:pt x="1149319" y="157081"/>
                  <a:pt x="1149319" y="156627"/>
                </a:cubicBezTo>
                <a:lnTo>
                  <a:pt x="1149319" y="53803"/>
                </a:lnTo>
                <a:cubicBezTo>
                  <a:pt x="1149319" y="53349"/>
                  <a:pt x="1149414" y="52933"/>
                  <a:pt x="1149603" y="52554"/>
                </a:cubicBezTo>
                <a:cubicBezTo>
                  <a:pt x="1149792" y="52174"/>
                  <a:pt x="1150151" y="51851"/>
                  <a:pt x="1150681" y="51586"/>
                </a:cubicBezTo>
                <a:cubicBezTo>
                  <a:pt x="1151211" y="51321"/>
                  <a:pt x="1151911" y="51132"/>
                  <a:pt x="1152781" y="51018"/>
                </a:cubicBezTo>
                <a:cubicBezTo>
                  <a:pt x="1153651" y="50905"/>
                  <a:pt x="1154729" y="50848"/>
                  <a:pt x="1156016" y="50848"/>
                </a:cubicBezTo>
                <a:cubicBezTo>
                  <a:pt x="1157378" y="50848"/>
                  <a:pt x="1158494" y="50905"/>
                  <a:pt x="1159364" y="51018"/>
                </a:cubicBezTo>
                <a:cubicBezTo>
                  <a:pt x="1160234" y="51132"/>
                  <a:pt x="1160915" y="51321"/>
                  <a:pt x="1161407" y="51586"/>
                </a:cubicBezTo>
                <a:cubicBezTo>
                  <a:pt x="1161899" y="51851"/>
                  <a:pt x="1162258" y="52174"/>
                  <a:pt x="1162485" y="52554"/>
                </a:cubicBezTo>
                <a:cubicBezTo>
                  <a:pt x="1162712" y="52933"/>
                  <a:pt x="1162826" y="53349"/>
                  <a:pt x="1162826" y="53803"/>
                </a:cubicBezTo>
                <a:lnTo>
                  <a:pt x="1162826" y="156627"/>
                </a:lnTo>
                <a:moveTo>
                  <a:pt x="1164869" y="19011"/>
                </a:moveTo>
                <a:cubicBezTo>
                  <a:pt x="1164869" y="22665"/>
                  <a:pt x="1164225" y="25139"/>
                  <a:pt x="1162939" y="26435"/>
                </a:cubicBezTo>
                <a:cubicBezTo>
                  <a:pt x="1161653" y="27728"/>
                  <a:pt x="1159307" y="28375"/>
                  <a:pt x="1155902" y="28375"/>
                </a:cubicBezTo>
                <a:cubicBezTo>
                  <a:pt x="1152573" y="28375"/>
                  <a:pt x="1150284" y="27747"/>
                  <a:pt x="1149035" y="26492"/>
                </a:cubicBezTo>
                <a:cubicBezTo>
                  <a:pt x="1147787" y="25236"/>
                  <a:pt x="1147163" y="22780"/>
                  <a:pt x="1147163" y="19125"/>
                </a:cubicBezTo>
                <a:cubicBezTo>
                  <a:pt x="1147163" y="15472"/>
                  <a:pt x="1147806" y="12998"/>
                  <a:pt x="1149092" y="11705"/>
                </a:cubicBezTo>
                <a:cubicBezTo>
                  <a:pt x="1150378" y="10409"/>
                  <a:pt x="1152724" y="9761"/>
                  <a:pt x="1156129" y="9761"/>
                </a:cubicBezTo>
                <a:cubicBezTo>
                  <a:pt x="1159458" y="9761"/>
                  <a:pt x="1161747" y="10389"/>
                  <a:pt x="1162996" y="11644"/>
                </a:cubicBezTo>
                <a:cubicBezTo>
                  <a:pt x="1164244" y="12900"/>
                  <a:pt x="1164869" y="15356"/>
                  <a:pt x="1164869" y="19011"/>
                </a:cubicBezTo>
                <a:close/>
                <a:moveTo>
                  <a:pt x="1264792" y="129359"/>
                </a:moveTo>
                <a:cubicBezTo>
                  <a:pt x="1264792" y="134282"/>
                  <a:pt x="1263884" y="138694"/>
                  <a:pt x="1262068" y="142596"/>
                </a:cubicBezTo>
                <a:cubicBezTo>
                  <a:pt x="1260252" y="146495"/>
                  <a:pt x="1257660" y="149809"/>
                  <a:pt x="1254293" y="152537"/>
                </a:cubicBezTo>
                <a:cubicBezTo>
                  <a:pt x="1250926" y="155264"/>
                  <a:pt x="1246896" y="157347"/>
                  <a:pt x="1242205" y="158787"/>
                </a:cubicBezTo>
                <a:cubicBezTo>
                  <a:pt x="1237514" y="160225"/>
                  <a:pt x="1232330" y="160944"/>
                  <a:pt x="1226655" y="160944"/>
                </a:cubicBezTo>
                <a:cubicBezTo>
                  <a:pt x="1223099" y="160944"/>
                  <a:pt x="1219732" y="160660"/>
                  <a:pt x="1216554" y="160092"/>
                </a:cubicBezTo>
                <a:cubicBezTo>
                  <a:pt x="1213376" y="159525"/>
                  <a:pt x="1210501" y="158806"/>
                  <a:pt x="1207928" y="157936"/>
                </a:cubicBezTo>
                <a:cubicBezTo>
                  <a:pt x="1205355" y="157066"/>
                  <a:pt x="1203180" y="156139"/>
                  <a:pt x="1201402" y="155155"/>
                </a:cubicBezTo>
                <a:cubicBezTo>
                  <a:pt x="1199623" y="154171"/>
                  <a:pt x="1198318" y="153301"/>
                  <a:pt x="1197486" y="152545"/>
                </a:cubicBezTo>
                <a:cubicBezTo>
                  <a:pt x="1196653" y="151788"/>
                  <a:pt x="1196048" y="150837"/>
                  <a:pt x="1195670" y="149693"/>
                </a:cubicBezTo>
                <a:cubicBezTo>
                  <a:pt x="1195291" y="148546"/>
                  <a:pt x="1195102" y="147019"/>
                  <a:pt x="1195102" y="145110"/>
                </a:cubicBezTo>
                <a:cubicBezTo>
                  <a:pt x="1195102" y="144117"/>
                  <a:pt x="1195178" y="143239"/>
                  <a:pt x="1195329" y="142475"/>
                </a:cubicBezTo>
                <a:cubicBezTo>
                  <a:pt x="1195481" y="141711"/>
                  <a:pt x="1195670" y="141062"/>
                  <a:pt x="1195897" y="140528"/>
                </a:cubicBezTo>
                <a:cubicBezTo>
                  <a:pt x="1196124" y="139993"/>
                  <a:pt x="1196426" y="139593"/>
                  <a:pt x="1196805" y="139325"/>
                </a:cubicBezTo>
                <a:cubicBezTo>
                  <a:pt x="1197183" y="139058"/>
                  <a:pt x="1197599" y="138925"/>
                  <a:pt x="1198053" y="138925"/>
                </a:cubicBezTo>
                <a:cubicBezTo>
                  <a:pt x="1198886" y="138925"/>
                  <a:pt x="1200096" y="139460"/>
                  <a:pt x="1201685" y="140531"/>
                </a:cubicBezTo>
                <a:cubicBezTo>
                  <a:pt x="1203274" y="141602"/>
                  <a:pt x="1205261" y="142769"/>
                  <a:pt x="1207644" y="144032"/>
                </a:cubicBezTo>
                <a:cubicBezTo>
                  <a:pt x="1210028" y="145295"/>
                  <a:pt x="1212865" y="146462"/>
                  <a:pt x="1216157" y="147533"/>
                </a:cubicBezTo>
                <a:cubicBezTo>
                  <a:pt x="1219448" y="148604"/>
                  <a:pt x="1223250" y="149140"/>
                  <a:pt x="1227563" y="149140"/>
                </a:cubicBezTo>
                <a:cubicBezTo>
                  <a:pt x="1231044" y="149140"/>
                  <a:pt x="1234222" y="148761"/>
                  <a:pt x="1237097" y="148005"/>
                </a:cubicBezTo>
                <a:cubicBezTo>
                  <a:pt x="1239973" y="147246"/>
                  <a:pt x="1242470" y="146108"/>
                  <a:pt x="1244588" y="144592"/>
                </a:cubicBezTo>
                <a:cubicBezTo>
                  <a:pt x="1246707" y="143077"/>
                  <a:pt x="1248353" y="141125"/>
                  <a:pt x="1249526" y="138737"/>
                </a:cubicBezTo>
                <a:cubicBezTo>
                  <a:pt x="1250699" y="136348"/>
                  <a:pt x="1251285" y="133563"/>
                  <a:pt x="1251285" y="130380"/>
                </a:cubicBezTo>
                <a:cubicBezTo>
                  <a:pt x="1251285" y="127200"/>
                  <a:pt x="1250528" y="124511"/>
                  <a:pt x="1249015" y="122314"/>
                </a:cubicBezTo>
                <a:cubicBezTo>
                  <a:pt x="1247502" y="120118"/>
                  <a:pt x="1245515" y="118205"/>
                  <a:pt x="1243056" y="116576"/>
                </a:cubicBezTo>
                <a:cubicBezTo>
                  <a:pt x="1240597" y="114946"/>
                  <a:pt x="1237797" y="113508"/>
                  <a:pt x="1234657" y="112259"/>
                </a:cubicBezTo>
                <a:cubicBezTo>
                  <a:pt x="1231517" y="111008"/>
                  <a:pt x="1228301" y="109721"/>
                  <a:pt x="1225010" y="108396"/>
                </a:cubicBezTo>
                <a:cubicBezTo>
                  <a:pt x="1221718" y="107070"/>
                  <a:pt x="1218502" y="105612"/>
                  <a:pt x="1215362" y="104023"/>
                </a:cubicBezTo>
                <a:cubicBezTo>
                  <a:pt x="1212222" y="102432"/>
                  <a:pt x="1209422" y="100500"/>
                  <a:pt x="1206963" y="98228"/>
                </a:cubicBezTo>
                <a:cubicBezTo>
                  <a:pt x="1204504" y="95955"/>
                  <a:pt x="1202518" y="93229"/>
                  <a:pt x="1201004" y="90048"/>
                </a:cubicBezTo>
                <a:cubicBezTo>
                  <a:pt x="1199491" y="86866"/>
                  <a:pt x="1198734" y="83040"/>
                  <a:pt x="1198734" y="78571"/>
                </a:cubicBezTo>
                <a:cubicBezTo>
                  <a:pt x="1198734" y="75012"/>
                  <a:pt x="1199415" y="71510"/>
                  <a:pt x="1200777" y="68065"/>
                </a:cubicBezTo>
                <a:cubicBezTo>
                  <a:pt x="1202139" y="64617"/>
                  <a:pt x="1204239" y="61530"/>
                  <a:pt x="1207077" y="58804"/>
                </a:cubicBezTo>
                <a:cubicBezTo>
                  <a:pt x="1209914" y="56075"/>
                  <a:pt x="1213546" y="53878"/>
                  <a:pt x="1217973" y="52214"/>
                </a:cubicBezTo>
                <a:cubicBezTo>
                  <a:pt x="1222399" y="50547"/>
                  <a:pt x="1227639" y="49713"/>
                  <a:pt x="1233692" y="49713"/>
                </a:cubicBezTo>
                <a:cubicBezTo>
                  <a:pt x="1236265" y="49713"/>
                  <a:pt x="1238819" y="49921"/>
                  <a:pt x="1241354" y="50337"/>
                </a:cubicBezTo>
                <a:cubicBezTo>
                  <a:pt x="1243889" y="50754"/>
                  <a:pt x="1246196" y="51302"/>
                  <a:pt x="1248277" y="51983"/>
                </a:cubicBezTo>
                <a:cubicBezTo>
                  <a:pt x="1250358" y="52664"/>
                  <a:pt x="1252155" y="53402"/>
                  <a:pt x="1253669" y="54196"/>
                </a:cubicBezTo>
                <a:cubicBezTo>
                  <a:pt x="1255182" y="54991"/>
                  <a:pt x="1256336" y="55691"/>
                  <a:pt x="1257130" y="56296"/>
                </a:cubicBezTo>
                <a:cubicBezTo>
                  <a:pt x="1257925" y="56902"/>
                  <a:pt x="1258454" y="57412"/>
                  <a:pt x="1258719" y="57828"/>
                </a:cubicBezTo>
                <a:cubicBezTo>
                  <a:pt x="1258984" y="58245"/>
                  <a:pt x="1259173" y="58680"/>
                  <a:pt x="1259287" y="59134"/>
                </a:cubicBezTo>
                <a:cubicBezTo>
                  <a:pt x="1259400" y="59588"/>
                  <a:pt x="1259495" y="60136"/>
                  <a:pt x="1259571" y="60779"/>
                </a:cubicBezTo>
                <a:cubicBezTo>
                  <a:pt x="1259646" y="61423"/>
                  <a:pt x="1259684" y="62198"/>
                  <a:pt x="1259684" y="63106"/>
                </a:cubicBezTo>
                <a:cubicBezTo>
                  <a:pt x="1259684" y="64014"/>
                  <a:pt x="1259627" y="64828"/>
                  <a:pt x="1259514" y="65547"/>
                </a:cubicBezTo>
                <a:cubicBezTo>
                  <a:pt x="1259400" y="66265"/>
                  <a:pt x="1259230" y="66890"/>
                  <a:pt x="1259003" y="67419"/>
                </a:cubicBezTo>
                <a:cubicBezTo>
                  <a:pt x="1258776" y="67949"/>
                  <a:pt x="1258492" y="68346"/>
                  <a:pt x="1258152" y="68611"/>
                </a:cubicBezTo>
                <a:cubicBezTo>
                  <a:pt x="1257811" y="68876"/>
                  <a:pt x="1257414" y="69008"/>
                  <a:pt x="1256960" y="69008"/>
                </a:cubicBezTo>
                <a:cubicBezTo>
                  <a:pt x="1256355" y="69008"/>
                  <a:pt x="1255447" y="68592"/>
                  <a:pt x="1254236" y="67760"/>
                </a:cubicBezTo>
                <a:cubicBezTo>
                  <a:pt x="1253025" y="66927"/>
                  <a:pt x="1251436" y="66019"/>
                  <a:pt x="1249469" y="65036"/>
                </a:cubicBezTo>
                <a:cubicBezTo>
                  <a:pt x="1247502" y="64052"/>
                  <a:pt x="1245156" y="63144"/>
                  <a:pt x="1242432" y="62312"/>
                </a:cubicBezTo>
                <a:cubicBezTo>
                  <a:pt x="1239708" y="61479"/>
                  <a:pt x="1236568" y="61063"/>
                  <a:pt x="1233011" y="61063"/>
                </a:cubicBezTo>
                <a:cubicBezTo>
                  <a:pt x="1229455" y="61063"/>
                  <a:pt x="1226334" y="61481"/>
                  <a:pt x="1223648" y="62315"/>
                </a:cubicBezTo>
                <a:cubicBezTo>
                  <a:pt x="1220961" y="63148"/>
                  <a:pt x="1218748" y="64322"/>
                  <a:pt x="1217008" y="65837"/>
                </a:cubicBezTo>
                <a:cubicBezTo>
                  <a:pt x="1215268" y="67353"/>
                  <a:pt x="1213962" y="69135"/>
                  <a:pt x="1213092" y="71183"/>
                </a:cubicBezTo>
                <a:cubicBezTo>
                  <a:pt x="1212222" y="73228"/>
                  <a:pt x="1211787" y="75464"/>
                  <a:pt x="1211787" y="77890"/>
                </a:cubicBezTo>
                <a:cubicBezTo>
                  <a:pt x="1211787" y="81221"/>
                  <a:pt x="1212544" y="84023"/>
                  <a:pt x="1214057" y="86296"/>
                </a:cubicBezTo>
                <a:cubicBezTo>
                  <a:pt x="1215570" y="88568"/>
                  <a:pt x="1217575" y="90538"/>
                  <a:pt x="1220072" y="92205"/>
                </a:cubicBezTo>
                <a:cubicBezTo>
                  <a:pt x="1222569" y="93872"/>
                  <a:pt x="1225407" y="95350"/>
                  <a:pt x="1228585" y="96639"/>
                </a:cubicBezTo>
                <a:cubicBezTo>
                  <a:pt x="1231763" y="97925"/>
                  <a:pt x="1234998" y="99212"/>
                  <a:pt x="1238289" y="100501"/>
                </a:cubicBezTo>
                <a:cubicBezTo>
                  <a:pt x="1241581" y="101787"/>
                  <a:pt x="1244815" y="103207"/>
                  <a:pt x="1247994" y="104761"/>
                </a:cubicBezTo>
                <a:cubicBezTo>
                  <a:pt x="1251172" y="106312"/>
                  <a:pt x="1254009" y="108186"/>
                  <a:pt x="1256506" y="110383"/>
                </a:cubicBezTo>
                <a:cubicBezTo>
                  <a:pt x="1259003" y="112579"/>
                  <a:pt x="1261008" y="115212"/>
                  <a:pt x="1262522" y="118282"/>
                </a:cubicBezTo>
                <a:cubicBezTo>
                  <a:pt x="1264035" y="121349"/>
                  <a:pt x="1264792" y="125041"/>
                  <a:pt x="1264792" y="129359"/>
                </a:cubicBezTo>
                <a:close/>
                <a:moveTo>
                  <a:pt x="1376049" y="156631"/>
                </a:moveTo>
                <a:cubicBezTo>
                  <a:pt x="1376049" y="157085"/>
                  <a:pt x="1375936" y="157501"/>
                  <a:pt x="1375709" y="157879"/>
                </a:cubicBezTo>
                <a:cubicBezTo>
                  <a:pt x="1375482" y="158257"/>
                  <a:pt x="1375122" y="158560"/>
                  <a:pt x="1374631" y="158787"/>
                </a:cubicBezTo>
                <a:cubicBezTo>
                  <a:pt x="1374139" y="159014"/>
                  <a:pt x="1373458" y="159203"/>
                  <a:pt x="1372588" y="159355"/>
                </a:cubicBezTo>
                <a:cubicBezTo>
                  <a:pt x="1371717" y="159506"/>
                  <a:pt x="1370639" y="159582"/>
                  <a:pt x="1369353" y="159582"/>
                </a:cubicBezTo>
                <a:cubicBezTo>
                  <a:pt x="1367991" y="159582"/>
                  <a:pt x="1366875" y="159506"/>
                  <a:pt x="1366005" y="159355"/>
                </a:cubicBezTo>
                <a:cubicBezTo>
                  <a:pt x="1365134" y="159203"/>
                  <a:pt x="1364453" y="159014"/>
                  <a:pt x="1363962" y="158787"/>
                </a:cubicBezTo>
                <a:cubicBezTo>
                  <a:pt x="1363470" y="158560"/>
                  <a:pt x="1363110" y="158257"/>
                  <a:pt x="1362883" y="157879"/>
                </a:cubicBezTo>
                <a:cubicBezTo>
                  <a:pt x="1362656" y="157501"/>
                  <a:pt x="1362543" y="157085"/>
                  <a:pt x="1362543" y="156631"/>
                </a:cubicBezTo>
                <a:lnTo>
                  <a:pt x="1362543" y="95681"/>
                </a:lnTo>
                <a:cubicBezTo>
                  <a:pt x="1362543" y="89325"/>
                  <a:pt x="1362051" y="84161"/>
                  <a:pt x="1361067" y="80188"/>
                </a:cubicBezTo>
                <a:cubicBezTo>
                  <a:pt x="1360084" y="76216"/>
                  <a:pt x="1358608" y="72811"/>
                  <a:pt x="1356641" y="69973"/>
                </a:cubicBezTo>
                <a:cubicBezTo>
                  <a:pt x="1354673" y="67136"/>
                  <a:pt x="1352158" y="64941"/>
                  <a:pt x="1349093" y="63390"/>
                </a:cubicBezTo>
                <a:cubicBezTo>
                  <a:pt x="1346029" y="61839"/>
                  <a:pt x="1342453" y="61063"/>
                  <a:pt x="1338367" y="61063"/>
                </a:cubicBezTo>
                <a:cubicBezTo>
                  <a:pt x="1333146" y="61063"/>
                  <a:pt x="1327925" y="62917"/>
                  <a:pt x="1322704" y="66625"/>
                </a:cubicBezTo>
                <a:cubicBezTo>
                  <a:pt x="1317483" y="70332"/>
                  <a:pt x="1311997" y="75780"/>
                  <a:pt x="1306247" y="82969"/>
                </a:cubicBezTo>
                <a:lnTo>
                  <a:pt x="1306247" y="156631"/>
                </a:lnTo>
                <a:cubicBezTo>
                  <a:pt x="1306247" y="157085"/>
                  <a:pt x="1306133" y="157501"/>
                  <a:pt x="1305906" y="157879"/>
                </a:cubicBezTo>
                <a:cubicBezTo>
                  <a:pt x="1305679" y="158257"/>
                  <a:pt x="1305320" y="158560"/>
                  <a:pt x="1304828" y="158787"/>
                </a:cubicBezTo>
                <a:cubicBezTo>
                  <a:pt x="1304336" y="159014"/>
                  <a:pt x="1303655" y="159203"/>
                  <a:pt x="1302785" y="159355"/>
                </a:cubicBezTo>
                <a:cubicBezTo>
                  <a:pt x="1301915" y="159506"/>
                  <a:pt x="1300799" y="159582"/>
                  <a:pt x="1299437" y="159582"/>
                </a:cubicBezTo>
                <a:cubicBezTo>
                  <a:pt x="1298150" y="159582"/>
                  <a:pt x="1297072" y="159506"/>
                  <a:pt x="1296202" y="159355"/>
                </a:cubicBezTo>
                <a:cubicBezTo>
                  <a:pt x="1295332" y="159203"/>
                  <a:pt x="1294632" y="159014"/>
                  <a:pt x="1294102" y="158787"/>
                </a:cubicBezTo>
                <a:cubicBezTo>
                  <a:pt x="1293572" y="158560"/>
                  <a:pt x="1293213" y="158257"/>
                  <a:pt x="1293024" y="157879"/>
                </a:cubicBezTo>
                <a:cubicBezTo>
                  <a:pt x="1292835" y="157498"/>
                  <a:pt x="1292740" y="157081"/>
                  <a:pt x="1292740" y="156627"/>
                </a:cubicBezTo>
                <a:lnTo>
                  <a:pt x="1292740" y="53803"/>
                </a:lnTo>
                <a:cubicBezTo>
                  <a:pt x="1292740" y="53349"/>
                  <a:pt x="1292835" y="52933"/>
                  <a:pt x="1293024" y="52554"/>
                </a:cubicBezTo>
                <a:cubicBezTo>
                  <a:pt x="1293213" y="52174"/>
                  <a:pt x="1293572" y="51851"/>
                  <a:pt x="1294102" y="51586"/>
                </a:cubicBezTo>
                <a:cubicBezTo>
                  <a:pt x="1294632" y="51321"/>
                  <a:pt x="1295294" y="51132"/>
                  <a:pt x="1296088" y="51018"/>
                </a:cubicBezTo>
                <a:cubicBezTo>
                  <a:pt x="1296883" y="50905"/>
                  <a:pt x="1297923" y="50848"/>
                  <a:pt x="1299210" y="50848"/>
                </a:cubicBezTo>
                <a:cubicBezTo>
                  <a:pt x="1300496" y="50848"/>
                  <a:pt x="1301555" y="50905"/>
                  <a:pt x="1302388" y="51018"/>
                </a:cubicBezTo>
                <a:cubicBezTo>
                  <a:pt x="1303220" y="51132"/>
                  <a:pt x="1303863" y="51321"/>
                  <a:pt x="1304317" y="51586"/>
                </a:cubicBezTo>
                <a:cubicBezTo>
                  <a:pt x="1304771" y="51851"/>
                  <a:pt x="1305093" y="52174"/>
                  <a:pt x="1305282" y="52554"/>
                </a:cubicBezTo>
                <a:cubicBezTo>
                  <a:pt x="1305471" y="52933"/>
                  <a:pt x="1305566" y="53349"/>
                  <a:pt x="1305566" y="53803"/>
                </a:cubicBezTo>
                <a:lnTo>
                  <a:pt x="1305566" y="68345"/>
                </a:lnTo>
                <a:cubicBezTo>
                  <a:pt x="1311468" y="61795"/>
                  <a:pt x="1317256" y="57053"/>
                  <a:pt x="1322931" y="54118"/>
                </a:cubicBezTo>
                <a:cubicBezTo>
                  <a:pt x="1328606" y="51182"/>
                  <a:pt x="1334243" y="49713"/>
                  <a:pt x="1339843" y="49713"/>
                </a:cubicBezTo>
                <a:cubicBezTo>
                  <a:pt x="1346577" y="49713"/>
                  <a:pt x="1352252" y="50848"/>
                  <a:pt x="1356868" y="53118"/>
                </a:cubicBezTo>
                <a:cubicBezTo>
                  <a:pt x="1361484" y="55388"/>
                  <a:pt x="1365210" y="58453"/>
                  <a:pt x="1368048" y="62312"/>
                </a:cubicBezTo>
                <a:cubicBezTo>
                  <a:pt x="1370885" y="66171"/>
                  <a:pt x="1372928" y="70673"/>
                  <a:pt x="1374177" y="75818"/>
                </a:cubicBezTo>
                <a:cubicBezTo>
                  <a:pt x="1375425" y="80964"/>
                  <a:pt x="1376049" y="87168"/>
                  <a:pt x="1376049" y="94432"/>
                </a:cubicBezTo>
                <a:lnTo>
                  <a:pt x="1376049" y="156631"/>
                </a:lnTo>
                <a:close/>
                <a:moveTo>
                  <a:pt x="1445212" y="7849"/>
                </a:moveTo>
                <a:cubicBezTo>
                  <a:pt x="1445212" y="9819"/>
                  <a:pt x="1445118" y="11639"/>
                  <a:pt x="1444928" y="13308"/>
                </a:cubicBezTo>
                <a:cubicBezTo>
                  <a:pt x="1444739" y="14975"/>
                  <a:pt x="1444418" y="16568"/>
                  <a:pt x="1443964" y="18086"/>
                </a:cubicBezTo>
                <a:cubicBezTo>
                  <a:pt x="1443510" y="19601"/>
                  <a:pt x="1442904" y="21118"/>
                  <a:pt x="1442148" y="22636"/>
                </a:cubicBezTo>
                <a:cubicBezTo>
                  <a:pt x="1441391" y="24152"/>
                  <a:pt x="1440445" y="25743"/>
                  <a:pt x="1439310" y="27410"/>
                </a:cubicBezTo>
                <a:lnTo>
                  <a:pt x="1423534" y="51636"/>
                </a:lnTo>
                <a:cubicBezTo>
                  <a:pt x="1423231" y="52092"/>
                  <a:pt x="1422871" y="52509"/>
                  <a:pt x="1422455" y="52888"/>
                </a:cubicBezTo>
                <a:cubicBezTo>
                  <a:pt x="1422039" y="53266"/>
                  <a:pt x="1421547" y="53570"/>
                  <a:pt x="1420980" y="53799"/>
                </a:cubicBezTo>
                <a:cubicBezTo>
                  <a:pt x="1420412" y="54026"/>
                  <a:pt x="1419750" y="54196"/>
                  <a:pt x="1418994" y="54310"/>
                </a:cubicBezTo>
                <a:cubicBezTo>
                  <a:pt x="1418237" y="54423"/>
                  <a:pt x="1417291" y="54480"/>
                  <a:pt x="1416156" y="54480"/>
                </a:cubicBezTo>
                <a:cubicBezTo>
                  <a:pt x="1415324" y="54480"/>
                  <a:pt x="1414605" y="54442"/>
                  <a:pt x="1414000" y="54367"/>
                </a:cubicBezTo>
                <a:cubicBezTo>
                  <a:pt x="1413394" y="54291"/>
                  <a:pt x="1412959" y="54140"/>
                  <a:pt x="1412694" y="53913"/>
                </a:cubicBezTo>
                <a:cubicBezTo>
                  <a:pt x="1412429" y="53683"/>
                  <a:pt x="1412278" y="53379"/>
                  <a:pt x="1412240" y="53001"/>
                </a:cubicBezTo>
                <a:cubicBezTo>
                  <a:pt x="1412202" y="52623"/>
                  <a:pt x="1412335" y="52168"/>
                  <a:pt x="1412638" y="51636"/>
                </a:cubicBezTo>
                <a:lnTo>
                  <a:pt x="1428414" y="20473"/>
                </a:lnTo>
                <a:lnTo>
                  <a:pt x="1428414" y="7849"/>
                </a:lnTo>
                <a:cubicBezTo>
                  <a:pt x="1428414" y="6180"/>
                  <a:pt x="1428565" y="4833"/>
                  <a:pt x="1428868" y="3809"/>
                </a:cubicBezTo>
                <a:cubicBezTo>
                  <a:pt x="1429171" y="2785"/>
                  <a:pt x="1429663" y="1990"/>
                  <a:pt x="1430344" y="1422"/>
                </a:cubicBezTo>
                <a:cubicBezTo>
                  <a:pt x="1431025" y="852"/>
                  <a:pt x="1431895" y="473"/>
                  <a:pt x="1432954" y="284"/>
                </a:cubicBezTo>
                <a:cubicBezTo>
                  <a:pt x="1434013" y="95"/>
                  <a:pt x="1435300" y="0"/>
                  <a:pt x="1436813" y="0"/>
                </a:cubicBezTo>
                <a:cubicBezTo>
                  <a:pt x="1438251" y="0"/>
                  <a:pt x="1439499" y="95"/>
                  <a:pt x="1440559" y="284"/>
                </a:cubicBezTo>
                <a:cubicBezTo>
                  <a:pt x="1441618" y="473"/>
                  <a:pt x="1442488" y="852"/>
                  <a:pt x="1443169" y="1422"/>
                </a:cubicBezTo>
                <a:cubicBezTo>
                  <a:pt x="1443850" y="1990"/>
                  <a:pt x="1444361" y="2785"/>
                  <a:pt x="1444701" y="3809"/>
                </a:cubicBezTo>
                <a:cubicBezTo>
                  <a:pt x="1445042" y="4833"/>
                  <a:pt x="1445212" y="6180"/>
                  <a:pt x="1445212" y="7849"/>
                </a:cubicBezTo>
                <a:close/>
                <a:moveTo>
                  <a:pt x="1530045" y="150615"/>
                </a:moveTo>
                <a:cubicBezTo>
                  <a:pt x="1530045" y="152204"/>
                  <a:pt x="1529912" y="153490"/>
                  <a:pt x="1529647" y="154474"/>
                </a:cubicBezTo>
                <a:cubicBezTo>
                  <a:pt x="1529383" y="155458"/>
                  <a:pt x="1528966" y="156233"/>
                  <a:pt x="1528399" y="156801"/>
                </a:cubicBezTo>
                <a:cubicBezTo>
                  <a:pt x="1527831" y="157368"/>
                  <a:pt x="1526999" y="157898"/>
                  <a:pt x="1525902" y="158390"/>
                </a:cubicBezTo>
                <a:cubicBezTo>
                  <a:pt x="1524805" y="158882"/>
                  <a:pt x="1523537" y="159298"/>
                  <a:pt x="1522100" y="159638"/>
                </a:cubicBezTo>
                <a:cubicBezTo>
                  <a:pt x="1520662" y="159979"/>
                  <a:pt x="1519149" y="160244"/>
                  <a:pt x="1517560" y="160433"/>
                </a:cubicBezTo>
                <a:cubicBezTo>
                  <a:pt x="1515971" y="160622"/>
                  <a:pt x="1514419" y="160717"/>
                  <a:pt x="1512906" y="160717"/>
                </a:cubicBezTo>
                <a:cubicBezTo>
                  <a:pt x="1507836" y="160717"/>
                  <a:pt x="1503523" y="160036"/>
                  <a:pt x="1499967" y="158674"/>
                </a:cubicBezTo>
                <a:cubicBezTo>
                  <a:pt x="1496411" y="157312"/>
                  <a:pt x="1493497" y="155250"/>
                  <a:pt x="1491227" y="152488"/>
                </a:cubicBezTo>
                <a:cubicBezTo>
                  <a:pt x="1488957" y="149726"/>
                  <a:pt x="1487312" y="146226"/>
                  <a:pt x="1486290" y="141989"/>
                </a:cubicBezTo>
                <a:cubicBezTo>
                  <a:pt x="1485269" y="137752"/>
                  <a:pt x="1484758" y="132758"/>
                  <a:pt x="1484758" y="127007"/>
                </a:cubicBezTo>
                <a:lnTo>
                  <a:pt x="1484758" y="63106"/>
                </a:lnTo>
                <a:lnTo>
                  <a:pt x="1469435" y="63106"/>
                </a:lnTo>
                <a:cubicBezTo>
                  <a:pt x="1468376" y="63106"/>
                  <a:pt x="1467544" y="62629"/>
                  <a:pt x="1466938" y="61673"/>
                </a:cubicBezTo>
                <a:cubicBezTo>
                  <a:pt x="1466333" y="60718"/>
                  <a:pt x="1466030" y="59285"/>
                  <a:pt x="1466030" y="57374"/>
                </a:cubicBezTo>
                <a:cubicBezTo>
                  <a:pt x="1466030" y="56381"/>
                  <a:pt x="1466106" y="55522"/>
                  <a:pt x="1466257" y="54796"/>
                </a:cubicBezTo>
                <a:cubicBezTo>
                  <a:pt x="1466409" y="54070"/>
                  <a:pt x="1466636" y="53459"/>
                  <a:pt x="1466938" y="52962"/>
                </a:cubicBezTo>
                <a:cubicBezTo>
                  <a:pt x="1467241" y="52466"/>
                  <a:pt x="1467600" y="52103"/>
                  <a:pt x="1468017" y="51873"/>
                </a:cubicBezTo>
                <a:cubicBezTo>
                  <a:pt x="1468433" y="51644"/>
                  <a:pt x="1468906" y="51529"/>
                  <a:pt x="1469435" y="51529"/>
                </a:cubicBezTo>
                <a:lnTo>
                  <a:pt x="1484758" y="51529"/>
                </a:lnTo>
                <a:lnTo>
                  <a:pt x="1484758" y="26332"/>
                </a:lnTo>
                <a:cubicBezTo>
                  <a:pt x="1484758" y="25878"/>
                  <a:pt x="1484853" y="25462"/>
                  <a:pt x="1485042" y="25084"/>
                </a:cubicBezTo>
                <a:cubicBezTo>
                  <a:pt x="1485231" y="24705"/>
                  <a:pt x="1485590" y="24384"/>
                  <a:pt x="1486120" y="24119"/>
                </a:cubicBezTo>
                <a:cubicBezTo>
                  <a:pt x="1486650" y="23854"/>
                  <a:pt x="1487350" y="23665"/>
                  <a:pt x="1488220" y="23551"/>
                </a:cubicBezTo>
                <a:cubicBezTo>
                  <a:pt x="1489090" y="23438"/>
                  <a:pt x="1490168" y="23381"/>
                  <a:pt x="1491454" y="23381"/>
                </a:cubicBezTo>
                <a:cubicBezTo>
                  <a:pt x="1492816" y="23381"/>
                  <a:pt x="1493933" y="23438"/>
                  <a:pt x="1494803" y="23551"/>
                </a:cubicBezTo>
                <a:cubicBezTo>
                  <a:pt x="1495673" y="23665"/>
                  <a:pt x="1496354" y="23854"/>
                  <a:pt x="1496846" y="24119"/>
                </a:cubicBezTo>
                <a:cubicBezTo>
                  <a:pt x="1497338" y="24384"/>
                  <a:pt x="1497697" y="24705"/>
                  <a:pt x="1497924" y="25084"/>
                </a:cubicBezTo>
                <a:cubicBezTo>
                  <a:pt x="1498151" y="25462"/>
                  <a:pt x="1498264" y="25878"/>
                  <a:pt x="1498264" y="26332"/>
                </a:cubicBezTo>
                <a:lnTo>
                  <a:pt x="1498264" y="51529"/>
                </a:lnTo>
                <a:lnTo>
                  <a:pt x="1526640" y="51529"/>
                </a:lnTo>
                <a:cubicBezTo>
                  <a:pt x="1527169" y="51529"/>
                  <a:pt x="1527642" y="51644"/>
                  <a:pt x="1528058" y="51873"/>
                </a:cubicBezTo>
                <a:cubicBezTo>
                  <a:pt x="1528475" y="52103"/>
                  <a:pt x="1528834" y="52466"/>
                  <a:pt x="1529137" y="52962"/>
                </a:cubicBezTo>
                <a:cubicBezTo>
                  <a:pt x="1529439" y="53459"/>
                  <a:pt x="1529666" y="54070"/>
                  <a:pt x="1529818" y="54796"/>
                </a:cubicBezTo>
                <a:cubicBezTo>
                  <a:pt x="1529969" y="55522"/>
                  <a:pt x="1530045" y="56381"/>
                  <a:pt x="1530045" y="57374"/>
                </a:cubicBezTo>
                <a:cubicBezTo>
                  <a:pt x="1530045" y="59285"/>
                  <a:pt x="1529723" y="60718"/>
                  <a:pt x="1529080" y="61673"/>
                </a:cubicBezTo>
                <a:cubicBezTo>
                  <a:pt x="1528437" y="62629"/>
                  <a:pt x="1527623" y="63106"/>
                  <a:pt x="1526640" y="63106"/>
                </a:cubicBezTo>
                <a:lnTo>
                  <a:pt x="1498264" y="63106"/>
                </a:lnTo>
                <a:lnTo>
                  <a:pt x="1498264" y="125191"/>
                </a:lnTo>
                <a:cubicBezTo>
                  <a:pt x="1498264" y="132985"/>
                  <a:pt x="1499381" y="138925"/>
                  <a:pt x="1501613" y="143011"/>
                </a:cubicBezTo>
                <a:cubicBezTo>
                  <a:pt x="1503845" y="147097"/>
                  <a:pt x="1507912" y="149140"/>
                  <a:pt x="1513814" y="149140"/>
                </a:cubicBezTo>
                <a:cubicBezTo>
                  <a:pt x="1515630" y="149140"/>
                  <a:pt x="1517276" y="148950"/>
                  <a:pt x="1518751" y="148572"/>
                </a:cubicBezTo>
                <a:cubicBezTo>
                  <a:pt x="1520227" y="148194"/>
                  <a:pt x="1521532" y="147778"/>
                  <a:pt x="1522667" y="147324"/>
                </a:cubicBezTo>
                <a:cubicBezTo>
                  <a:pt x="1523802" y="146870"/>
                  <a:pt x="1524767" y="146453"/>
                  <a:pt x="1525561" y="146075"/>
                </a:cubicBezTo>
                <a:cubicBezTo>
                  <a:pt x="1526356" y="145697"/>
                  <a:pt x="1527056" y="145508"/>
                  <a:pt x="1527661" y="145508"/>
                </a:cubicBezTo>
                <a:cubicBezTo>
                  <a:pt x="1528039" y="145508"/>
                  <a:pt x="1528380" y="145583"/>
                  <a:pt x="1528683" y="145735"/>
                </a:cubicBezTo>
                <a:cubicBezTo>
                  <a:pt x="1528985" y="145886"/>
                  <a:pt x="1529231" y="146170"/>
                  <a:pt x="1529420" y="146586"/>
                </a:cubicBezTo>
                <a:cubicBezTo>
                  <a:pt x="1529610" y="147002"/>
                  <a:pt x="1529761" y="147532"/>
                  <a:pt x="1529874" y="148175"/>
                </a:cubicBezTo>
                <a:cubicBezTo>
                  <a:pt x="1529988" y="148818"/>
                  <a:pt x="1530045" y="149631"/>
                  <a:pt x="1530045" y="150615"/>
                </a:cubicBezTo>
                <a:close/>
                <a:moveTo>
                  <a:pt x="1626329" y="156627"/>
                </a:moveTo>
                <a:cubicBezTo>
                  <a:pt x="1626329" y="157081"/>
                  <a:pt x="1626215" y="157498"/>
                  <a:pt x="1625988" y="157879"/>
                </a:cubicBezTo>
                <a:cubicBezTo>
                  <a:pt x="1625761" y="158257"/>
                  <a:pt x="1625402" y="158560"/>
                  <a:pt x="1624910" y="158787"/>
                </a:cubicBezTo>
                <a:cubicBezTo>
                  <a:pt x="1624418" y="159014"/>
                  <a:pt x="1623737" y="159203"/>
                  <a:pt x="1622867" y="159355"/>
                </a:cubicBezTo>
                <a:cubicBezTo>
                  <a:pt x="1621997" y="159506"/>
                  <a:pt x="1620881" y="159582"/>
                  <a:pt x="1619519" y="159582"/>
                </a:cubicBezTo>
                <a:cubicBezTo>
                  <a:pt x="1618232" y="159582"/>
                  <a:pt x="1617154" y="159506"/>
                  <a:pt x="1616284" y="159355"/>
                </a:cubicBezTo>
                <a:cubicBezTo>
                  <a:pt x="1615414" y="159203"/>
                  <a:pt x="1614714" y="159014"/>
                  <a:pt x="1614184" y="158787"/>
                </a:cubicBezTo>
                <a:cubicBezTo>
                  <a:pt x="1613654" y="158560"/>
                  <a:pt x="1613295" y="158257"/>
                  <a:pt x="1613106" y="157879"/>
                </a:cubicBezTo>
                <a:cubicBezTo>
                  <a:pt x="1612917" y="157498"/>
                  <a:pt x="1612822" y="157081"/>
                  <a:pt x="1612822" y="156627"/>
                </a:cubicBezTo>
                <a:lnTo>
                  <a:pt x="1612822" y="53803"/>
                </a:lnTo>
                <a:cubicBezTo>
                  <a:pt x="1612822" y="53349"/>
                  <a:pt x="1612917" y="52933"/>
                  <a:pt x="1613106" y="52554"/>
                </a:cubicBezTo>
                <a:cubicBezTo>
                  <a:pt x="1613295" y="52174"/>
                  <a:pt x="1613654" y="51851"/>
                  <a:pt x="1614184" y="51586"/>
                </a:cubicBezTo>
                <a:cubicBezTo>
                  <a:pt x="1614714" y="51321"/>
                  <a:pt x="1615414" y="51132"/>
                  <a:pt x="1616284" y="51018"/>
                </a:cubicBezTo>
                <a:cubicBezTo>
                  <a:pt x="1617154" y="50905"/>
                  <a:pt x="1618232" y="50848"/>
                  <a:pt x="1619519" y="50848"/>
                </a:cubicBezTo>
                <a:cubicBezTo>
                  <a:pt x="1620881" y="50848"/>
                  <a:pt x="1621997" y="50905"/>
                  <a:pt x="1622867" y="51018"/>
                </a:cubicBezTo>
                <a:cubicBezTo>
                  <a:pt x="1623737" y="51132"/>
                  <a:pt x="1624418" y="51321"/>
                  <a:pt x="1624910" y="51586"/>
                </a:cubicBezTo>
                <a:cubicBezTo>
                  <a:pt x="1625402" y="51851"/>
                  <a:pt x="1625761" y="52174"/>
                  <a:pt x="1625988" y="52554"/>
                </a:cubicBezTo>
                <a:cubicBezTo>
                  <a:pt x="1626215" y="52933"/>
                  <a:pt x="1626329" y="53349"/>
                  <a:pt x="1626329" y="53803"/>
                </a:cubicBezTo>
                <a:lnTo>
                  <a:pt x="1626329" y="156627"/>
                </a:lnTo>
                <a:moveTo>
                  <a:pt x="1628372" y="19011"/>
                </a:moveTo>
                <a:cubicBezTo>
                  <a:pt x="1628372" y="22665"/>
                  <a:pt x="1627728" y="25139"/>
                  <a:pt x="1626442" y="26435"/>
                </a:cubicBezTo>
                <a:cubicBezTo>
                  <a:pt x="1625156" y="27728"/>
                  <a:pt x="1622810" y="28375"/>
                  <a:pt x="1619405" y="28375"/>
                </a:cubicBezTo>
                <a:cubicBezTo>
                  <a:pt x="1616076" y="28375"/>
                  <a:pt x="1613787" y="27747"/>
                  <a:pt x="1612538" y="26492"/>
                </a:cubicBezTo>
                <a:cubicBezTo>
                  <a:pt x="1611290" y="25236"/>
                  <a:pt x="1610666" y="22780"/>
                  <a:pt x="1610666" y="19125"/>
                </a:cubicBezTo>
                <a:cubicBezTo>
                  <a:pt x="1610666" y="15472"/>
                  <a:pt x="1611309" y="12998"/>
                  <a:pt x="1612595" y="11705"/>
                </a:cubicBezTo>
                <a:cubicBezTo>
                  <a:pt x="1613881" y="10409"/>
                  <a:pt x="1616227" y="9761"/>
                  <a:pt x="1619632" y="9761"/>
                </a:cubicBezTo>
                <a:cubicBezTo>
                  <a:pt x="1622961" y="9761"/>
                  <a:pt x="1625250" y="10389"/>
                  <a:pt x="1626499" y="11644"/>
                </a:cubicBezTo>
                <a:cubicBezTo>
                  <a:pt x="1627747" y="12900"/>
                  <a:pt x="1628372" y="15356"/>
                  <a:pt x="1628372" y="19011"/>
                </a:cubicBezTo>
                <a:close/>
                <a:moveTo>
                  <a:pt x="1740297" y="156631"/>
                </a:moveTo>
                <a:cubicBezTo>
                  <a:pt x="1740297" y="157085"/>
                  <a:pt x="1740183" y="157501"/>
                  <a:pt x="1739956" y="157879"/>
                </a:cubicBezTo>
                <a:cubicBezTo>
                  <a:pt x="1739729" y="158257"/>
                  <a:pt x="1739370" y="158560"/>
                  <a:pt x="1738878" y="158787"/>
                </a:cubicBezTo>
                <a:cubicBezTo>
                  <a:pt x="1738386" y="159014"/>
                  <a:pt x="1737705" y="159203"/>
                  <a:pt x="1736835" y="159355"/>
                </a:cubicBezTo>
                <a:cubicBezTo>
                  <a:pt x="1735965" y="159506"/>
                  <a:pt x="1734887" y="159582"/>
                  <a:pt x="1733600" y="159582"/>
                </a:cubicBezTo>
                <a:cubicBezTo>
                  <a:pt x="1732238" y="159582"/>
                  <a:pt x="1731122" y="159506"/>
                  <a:pt x="1730252" y="159355"/>
                </a:cubicBezTo>
                <a:cubicBezTo>
                  <a:pt x="1729382" y="159203"/>
                  <a:pt x="1728701" y="159014"/>
                  <a:pt x="1728209" y="158787"/>
                </a:cubicBezTo>
                <a:cubicBezTo>
                  <a:pt x="1727717" y="158560"/>
                  <a:pt x="1727358" y="158257"/>
                  <a:pt x="1727131" y="157879"/>
                </a:cubicBezTo>
                <a:cubicBezTo>
                  <a:pt x="1726904" y="157501"/>
                  <a:pt x="1726790" y="157085"/>
                  <a:pt x="1726790" y="156631"/>
                </a:cubicBezTo>
                <a:lnTo>
                  <a:pt x="1726790" y="95681"/>
                </a:lnTo>
                <a:cubicBezTo>
                  <a:pt x="1726790" y="89325"/>
                  <a:pt x="1726299" y="84161"/>
                  <a:pt x="1725315" y="80188"/>
                </a:cubicBezTo>
                <a:cubicBezTo>
                  <a:pt x="1724331" y="76216"/>
                  <a:pt x="1722856" y="72811"/>
                  <a:pt x="1720888" y="69973"/>
                </a:cubicBezTo>
                <a:cubicBezTo>
                  <a:pt x="1718921" y="67136"/>
                  <a:pt x="1716405" y="64941"/>
                  <a:pt x="1713341" y="63390"/>
                </a:cubicBezTo>
                <a:cubicBezTo>
                  <a:pt x="1710276" y="61839"/>
                  <a:pt x="1706701" y="61063"/>
                  <a:pt x="1702615" y="61063"/>
                </a:cubicBezTo>
                <a:cubicBezTo>
                  <a:pt x="1697394" y="61063"/>
                  <a:pt x="1692173" y="62917"/>
                  <a:pt x="1686952" y="66625"/>
                </a:cubicBezTo>
                <a:cubicBezTo>
                  <a:pt x="1681731" y="70332"/>
                  <a:pt x="1676245" y="75780"/>
                  <a:pt x="1670494" y="82969"/>
                </a:cubicBezTo>
                <a:lnTo>
                  <a:pt x="1670494" y="156631"/>
                </a:lnTo>
                <a:cubicBezTo>
                  <a:pt x="1670494" y="157085"/>
                  <a:pt x="1670381" y="157501"/>
                  <a:pt x="1670154" y="157879"/>
                </a:cubicBezTo>
                <a:cubicBezTo>
                  <a:pt x="1669927" y="158257"/>
                  <a:pt x="1669567" y="158560"/>
                  <a:pt x="1669075" y="158787"/>
                </a:cubicBezTo>
                <a:cubicBezTo>
                  <a:pt x="1668584" y="159014"/>
                  <a:pt x="1667903" y="159203"/>
                  <a:pt x="1667032" y="159355"/>
                </a:cubicBezTo>
                <a:cubicBezTo>
                  <a:pt x="1666162" y="159506"/>
                  <a:pt x="1665046" y="159582"/>
                  <a:pt x="1663684" y="159582"/>
                </a:cubicBezTo>
                <a:cubicBezTo>
                  <a:pt x="1662398" y="159582"/>
                  <a:pt x="1661320" y="159506"/>
                  <a:pt x="1660449" y="159355"/>
                </a:cubicBezTo>
                <a:cubicBezTo>
                  <a:pt x="1659579" y="159203"/>
                  <a:pt x="1658879" y="159014"/>
                  <a:pt x="1658350" y="158787"/>
                </a:cubicBezTo>
                <a:cubicBezTo>
                  <a:pt x="1657820" y="158560"/>
                  <a:pt x="1657461" y="158257"/>
                  <a:pt x="1657271" y="157879"/>
                </a:cubicBezTo>
                <a:cubicBezTo>
                  <a:pt x="1657082" y="157498"/>
                  <a:pt x="1656988" y="157081"/>
                  <a:pt x="1656988" y="156627"/>
                </a:cubicBezTo>
                <a:lnTo>
                  <a:pt x="1656988" y="53803"/>
                </a:lnTo>
                <a:cubicBezTo>
                  <a:pt x="1656988" y="53349"/>
                  <a:pt x="1657082" y="52933"/>
                  <a:pt x="1657271" y="52554"/>
                </a:cubicBezTo>
                <a:cubicBezTo>
                  <a:pt x="1657461" y="52174"/>
                  <a:pt x="1657820" y="51851"/>
                  <a:pt x="1658350" y="51586"/>
                </a:cubicBezTo>
                <a:cubicBezTo>
                  <a:pt x="1658879" y="51321"/>
                  <a:pt x="1659541" y="51132"/>
                  <a:pt x="1660336" y="51018"/>
                </a:cubicBezTo>
                <a:cubicBezTo>
                  <a:pt x="1661130" y="50905"/>
                  <a:pt x="1662171" y="50848"/>
                  <a:pt x="1663457" y="50848"/>
                </a:cubicBezTo>
                <a:cubicBezTo>
                  <a:pt x="1664743" y="50848"/>
                  <a:pt x="1665803" y="50905"/>
                  <a:pt x="1666635" y="51018"/>
                </a:cubicBezTo>
                <a:cubicBezTo>
                  <a:pt x="1667467" y="51132"/>
                  <a:pt x="1668111" y="51321"/>
                  <a:pt x="1668565" y="51586"/>
                </a:cubicBezTo>
                <a:cubicBezTo>
                  <a:pt x="1669019" y="51851"/>
                  <a:pt x="1669340" y="52174"/>
                  <a:pt x="1669529" y="52554"/>
                </a:cubicBezTo>
                <a:cubicBezTo>
                  <a:pt x="1669719" y="52933"/>
                  <a:pt x="1669813" y="53349"/>
                  <a:pt x="1669813" y="53803"/>
                </a:cubicBezTo>
                <a:lnTo>
                  <a:pt x="1669813" y="68345"/>
                </a:lnTo>
                <a:cubicBezTo>
                  <a:pt x="1675715" y="61795"/>
                  <a:pt x="1681504" y="57053"/>
                  <a:pt x="1687179" y="54118"/>
                </a:cubicBezTo>
                <a:cubicBezTo>
                  <a:pt x="1692854" y="51182"/>
                  <a:pt x="1698491" y="49713"/>
                  <a:pt x="1704090" y="49713"/>
                </a:cubicBezTo>
                <a:cubicBezTo>
                  <a:pt x="1710825" y="49713"/>
                  <a:pt x="1716500" y="50848"/>
                  <a:pt x="1721115" y="53118"/>
                </a:cubicBezTo>
                <a:cubicBezTo>
                  <a:pt x="1725731" y="55388"/>
                  <a:pt x="1729458" y="58453"/>
                  <a:pt x="1732295" y="62312"/>
                </a:cubicBezTo>
                <a:cubicBezTo>
                  <a:pt x="1735133" y="66171"/>
                  <a:pt x="1737176" y="70673"/>
                  <a:pt x="1738424" y="75818"/>
                </a:cubicBezTo>
                <a:cubicBezTo>
                  <a:pt x="1739673" y="80964"/>
                  <a:pt x="1740297" y="87168"/>
                  <a:pt x="1740297" y="94432"/>
                </a:cubicBezTo>
                <a:lnTo>
                  <a:pt x="1740297" y="156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𝑔(𝑠">
            <a:extLst xmlns:a="http://schemas.openxmlformats.org/drawingml/2006/main">
              <a:ext uri="{FF2B5EF4-FFF2-40B4-BE49-F238E27FC236}">
                <a16:creationId xmlns:a16="http://schemas.microsoft.com/office/drawing/2014/main" id="{FE843ECE-89BA-4597-92D0-4649C87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77" y="3419913"/>
            <a:ext cx="302579" cy="194496"/>
          </a:xfrm>
          <a:custGeom xmlns:a="http://schemas.openxmlformats.org/drawingml/2006/main">
            <a:pathLst>
              <a:path w="302579" h="194496">
                <a:moveTo>
                  <a:pt x="22044" y="156971"/>
                </a:moveTo>
                <a:cubicBezTo>
                  <a:pt x="20745" y="158543"/>
                  <a:pt x="19651" y="160098"/>
                  <a:pt x="18763" y="161636"/>
                </a:cubicBezTo>
                <a:cubicBezTo>
                  <a:pt x="17874" y="163174"/>
                  <a:pt x="17242" y="164660"/>
                  <a:pt x="16866" y="166096"/>
                </a:cubicBezTo>
                <a:cubicBezTo>
                  <a:pt x="16490" y="167531"/>
                  <a:pt x="16302" y="169240"/>
                  <a:pt x="16302" y="171222"/>
                </a:cubicBezTo>
                <a:cubicBezTo>
                  <a:pt x="16302" y="176348"/>
                  <a:pt x="18147" y="180091"/>
                  <a:pt x="21838" y="182449"/>
                </a:cubicBezTo>
                <a:cubicBezTo>
                  <a:pt x="25530" y="184807"/>
                  <a:pt x="31100" y="185986"/>
                  <a:pt x="38551" y="185986"/>
                </a:cubicBezTo>
                <a:cubicBezTo>
                  <a:pt x="46958" y="185986"/>
                  <a:pt x="53708" y="184089"/>
                  <a:pt x="58800" y="180296"/>
                </a:cubicBezTo>
                <a:cubicBezTo>
                  <a:pt x="63892" y="176502"/>
                  <a:pt x="68250" y="170402"/>
                  <a:pt x="71872" y="161994"/>
                </a:cubicBezTo>
                <a:cubicBezTo>
                  <a:pt x="75495" y="153587"/>
                  <a:pt x="79015" y="140874"/>
                  <a:pt x="82433" y="123854"/>
                </a:cubicBezTo>
                <a:lnTo>
                  <a:pt x="80997" y="123546"/>
                </a:lnTo>
                <a:cubicBezTo>
                  <a:pt x="74367" y="132637"/>
                  <a:pt x="68215" y="139267"/>
                  <a:pt x="62542" y="143437"/>
                </a:cubicBezTo>
                <a:cubicBezTo>
                  <a:pt x="56869" y="147606"/>
                  <a:pt x="50751" y="149691"/>
                  <a:pt x="44190" y="149691"/>
                </a:cubicBezTo>
                <a:cubicBezTo>
                  <a:pt x="36739" y="149691"/>
                  <a:pt x="30946" y="146889"/>
                  <a:pt x="26811" y="141284"/>
                </a:cubicBezTo>
                <a:cubicBezTo>
                  <a:pt x="22676" y="135679"/>
                  <a:pt x="20608" y="127682"/>
                  <a:pt x="20608" y="117292"/>
                </a:cubicBezTo>
                <a:cubicBezTo>
                  <a:pt x="20608" y="105604"/>
                  <a:pt x="22898" y="94377"/>
                  <a:pt x="27478" y="83612"/>
                </a:cubicBezTo>
                <a:cubicBezTo>
                  <a:pt x="32057" y="72846"/>
                  <a:pt x="38414" y="64285"/>
                  <a:pt x="46548" y="57928"/>
                </a:cubicBezTo>
                <a:cubicBezTo>
                  <a:pt x="54682" y="51572"/>
                  <a:pt x="63738" y="48393"/>
                  <a:pt x="73718" y="48393"/>
                </a:cubicBezTo>
                <a:cubicBezTo>
                  <a:pt x="78024" y="48393"/>
                  <a:pt x="82091" y="48906"/>
                  <a:pt x="85919" y="49931"/>
                </a:cubicBezTo>
                <a:cubicBezTo>
                  <a:pt x="89746" y="50956"/>
                  <a:pt x="93608" y="52699"/>
                  <a:pt x="97504" y="55160"/>
                </a:cubicBezTo>
                <a:lnTo>
                  <a:pt x="106937" y="48393"/>
                </a:lnTo>
                <a:lnTo>
                  <a:pt x="113499" y="50034"/>
                </a:lnTo>
                <a:lnTo>
                  <a:pt x="102938" y="97812"/>
                </a:lnTo>
                <a:cubicBezTo>
                  <a:pt x="102186" y="101161"/>
                  <a:pt x="100478" y="109603"/>
                  <a:pt x="97812" y="123136"/>
                </a:cubicBezTo>
                <a:cubicBezTo>
                  <a:pt x="95009" y="137490"/>
                  <a:pt x="92737" y="147641"/>
                  <a:pt x="90994" y="153587"/>
                </a:cubicBezTo>
                <a:cubicBezTo>
                  <a:pt x="89251" y="159534"/>
                  <a:pt x="87081" y="164951"/>
                  <a:pt x="84483" y="169838"/>
                </a:cubicBezTo>
                <a:cubicBezTo>
                  <a:pt x="81886" y="174725"/>
                  <a:pt x="78537" y="178980"/>
                  <a:pt x="74435" y="182603"/>
                </a:cubicBezTo>
                <a:cubicBezTo>
                  <a:pt x="70334" y="186225"/>
                  <a:pt x="65362" y="189028"/>
                  <a:pt x="59518" y="191010"/>
                </a:cubicBezTo>
                <a:cubicBezTo>
                  <a:pt x="53673" y="192992"/>
                  <a:pt x="46753" y="193983"/>
                  <a:pt x="38756" y="193983"/>
                </a:cubicBezTo>
                <a:cubicBezTo>
                  <a:pt x="12919" y="193983"/>
                  <a:pt x="0" y="186464"/>
                  <a:pt x="0" y="171427"/>
                </a:cubicBezTo>
                <a:cubicBezTo>
                  <a:pt x="0" y="167599"/>
                  <a:pt x="1162" y="164113"/>
                  <a:pt x="3486" y="160969"/>
                </a:cubicBezTo>
                <a:cubicBezTo>
                  <a:pt x="5810" y="157825"/>
                  <a:pt x="9535" y="154510"/>
                  <a:pt x="14662" y="151024"/>
                </a:cubicBezTo>
                <a:lnTo>
                  <a:pt x="22044" y="156971"/>
                </a:lnTo>
                <a:moveTo>
                  <a:pt x="51469" y="137593"/>
                </a:moveTo>
                <a:cubicBezTo>
                  <a:pt x="54955" y="137593"/>
                  <a:pt x="58424" y="136397"/>
                  <a:pt x="61876" y="134004"/>
                </a:cubicBezTo>
                <a:cubicBezTo>
                  <a:pt x="65328" y="131612"/>
                  <a:pt x="69019" y="127818"/>
                  <a:pt x="72949" y="122624"/>
                </a:cubicBezTo>
                <a:cubicBezTo>
                  <a:pt x="76879" y="117429"/>
                  <a:pt x="79938" y="112473"/>
                  <a:pt x="82125" y="107757"/>
                </a:cubicBezTo>
                <a:cubicBezTo>
                  <a:pt x="84312" y="103041"/>
                  <a:pt x="86175" y="97162"/>
                  <a:pt x="87713" y="90122"/>
                </a:cubicBezTo>
                <a:cubicBezTo>
                  <a:pt x="89251" y="83082"/>
                  <a:pt x="90020" y="76964"/>
                  <a:pt x="90020" y="71770"/>
                </a:cubicBezTo>
                <a:cubicBezTo>
                  <a:pt x="90020" y="66438"/>
                  <a:pt x="88892" y="62559"/>
                  <a:pt x="86636" y="60133"/>
                </a:cubicBezTo>
                <a:cubicBezTo>
                  <a:pt x="84381" y="57706"/>
                  <a:pt x="80621" y="56493"/>
                  <a:pt x="75358" y="56493"/>
                </a:cubicBezTo>
                <a:cubicBezTo>
                  <a:pt x="68386" y="56493"/>
                  <a:pt x="62132" y="59313"/>
                  <a:pt x="56596" y="64952"/>
                </a:cubicBezTo>
                <a:cubicBezTo>
                  <a:pt x="51059" y="70591"/>
                  <a:pt x="46702" y="78195"/>
                  <a:pt x="43523" y="87764"/>
                </a:cubicBezTo>
                <a:cubicBezTo>
                  <a:pt x="40345" y="97333"/>
                  <a:pt x="38756" y="106868"/>
                  <a:pt x="38756" y="116369"/>
                </a:cubicBezTo>
                <a:cubicBezTo>
                  <a:pt x="38756" y="123478"/>
                  <a:pt x="39781" y="128792"/>
                  <a:pt x="41831" y="132313"/>
                </a:cubicBezTo>
                <a:cubicBezTo>
                  <a:pt x="43882" y="135833"/>
                  <a:pt x="47095" y="137593"/>
                  <a:pt x="51469" y="137593"/>
                </a:cubicBezTo>
                <a:close/>
                <a:moveTo>
                  <a:pt x="163966" y="96274"/>
                </a:moveTo>
                <a:cubicBezTo>
                  <a:pt x="163966" y="120197"/>
                  <a:pt x="167811" y="139917"/>
                  <a:pt x="175501" y="155433"/>
                </a:cubicBezTo>
                <a:cubicBezTo>
                  <a:pt x="183190" y="170949"/>
                  <a:pt x="194930" y="181338"/>
                  <a:pt x="210719" y="186601"/>
                </a:cubicBezTo>
                <a:lnTo>
                  <a:pt x="208259" y="194496"/>
                </a:lnTo>
                <a:cubicBezTo>
                  <a:pt x="188231" y="189233"/>
                  <a:pt x="172886" y="177903"/>
                  <a:pt x="162223" y="160508"/>
                </a:cubicBezTo>
                <a:cubicBezTo>
                  <a:pt x="151560" y="143112"/>
                  <a:pt x="146229" y="122043"/>
                  <a:pt x="146229" y="97299"/>
                </a:cubicBezTo>
                <a:cubicBezTo>
                  <a:pt x="146229" y="72624"/>
                  <a:pt x="151578" y="51555"/>
                  <a:pt x="162275" y="34091"/>
                </a:cubicBezTo>
                <a:cubicBezTo>
                  <a:pt x="172972" y="16627"/>
                  <a:pt x="188300" y="5263"/>
                  <a:pt x="208259" y="0"/>
                </a:cubicBezTo>
                <a:lnTo>
                  <a:pt x="211027" y="7895"/>
                </a:lnTo>
                <a:cubicBezTo>
                  <a:pt x="195032" y="13158"/>
                  <a:pt x="183190" y="23428"/>
                  <a:pt x="175501" y="38704"/>
                </a:cubicBezTo>
                <a:cubicBezTo>
                  <a:pt x="167811" y="53981"/>
                  <a:pt x="163966" y="73171"/>
                  <a:pt x="163966" y="96274"/>
                </a:cubicBezTo>
                <a:close/>
                <a:moveTo>
                  <a:pt x="289660" y="75051"/>
                </a:moveTo>
                <a:cubicBezTo>
                  <a:pt x="288908" y="68967"/>
                  <a:pt x="286909" y="64353"/>
                  <a:pt x="283662" y="61209"/>
                </a:cubicBezTo>
                <a:cubicBezTo>
                  <a:pt x="280416" y="58065"/>
                  <a:pt x="275306" y="56493"/>
                  <a:pt x="268334" y="56493"/>
                </a:cubicBezTo>
                <a:cubicBezTo>
                  <a:pt x="262934" y="56493"/>
                  <a:pt x="258560" y="57877"/>
                  <a:pt x="255211" y="60645"/>
                </a:cubicBezTo>
                <a:cubicBezTo>
                  <a:pt x="251861" y="63414"/>
                  <a:pt x="250187" y="67053"/>
                  <a:pt x="250187" y="71565"/>
                </a:cubicBezTo>
                <a:cubicBezTo>
                  <a:pt x="250187" y="74025"/>
                  <a:pt x="250614" y="76195"/>
                  <a:pt x="251468" y="78075"/>
                </a:cubicBezTo>
                <a:cubicBezTo>
                  <a:pt x="252323" y="79955"/>
                  <a:pt x="254049" y="82023"/>
                  <a:pt x="256646" y="84278"/>
                </a:cubicBezTo>
                <a:cubicBezTo>
                  <a:pt x="259243" y="86534"/>
                  <a:pt x="263276" y="89302"/>
                  <a:pt x="268744" y="92583"/>
                </a:cubicBezTo>
                <a:cubicBezTo>
                  <a:pt x="273051" y="95180"/>
                  <a:pt x="276502" y="97556"/>
                  <a:pt x="279100" y="99709"/>
                </a:cubicBezTo>
                <a:cubicBezTo>
                  <a:pt x="281697" y="101862"/>
                  <a:pt x="283748" y="103998"/>
                  <a:pt x="285251" y="106117"/>
                </a:cubicBezTo>
                <a:cubicBezTo>
                  <a:pt x="286755" y="108236"/>
                  <a:pt x="287849" y="110474"/>
                  <a:pt x="288532" y="112832"/>
                </a:cubicBezTo>
                <a:cubicBezTo>
                  <a:pt x="289216" y="115190"/>
                  <a:pt x="289558" y="118044"/>
                  <a:pt x="289558" y="121393"/>
                </a:cubicBezTo>
                <a:cubicBezTo>
                  <a:pt x="289558" y="127477"/>
                  <a:pt x="287934" y="132688"/>
                  <a:pt x="284688" y="137029"/>
                </a:cubicBezTo>
                <a:cubicBezTo>
                  <a:pt x="281441" y="141369"/>
                  <a:pt x="277032" y="144599"/>
                  <a:pt x="271461" y="146718"/>
                </a:cubicBezTo>
                <a:cubicBezTo>
                  <a:pt x="265891" y="148837"/>
                  <a:pt x="259551" y="149896"/>
                  <a:pt x="252442" y="149896"/>
                </a:cubicBezTo>
                <a:cubicBezTo>
                  <a:pt x="246769" y="149896"/>
                  <a:pt x="241199" y="149469"/>
                  <a:pt x="235730" y="148615"/>
                </a:cubicBezTo>
                <a:cubicBezTo>
                  <a:pt x="230262" y="147760"/>
                  <a:pt x="224179" y="146308"/>
                  <a:pt x="217480" y="144257"/>
                </a:cubicBezTo>
                <a:lnTo>
                  <a:pt x="222402" y="121906"/>
                </a:lnTo>
                <a:lnTo>
                  <a:pt x="230399" y="121906"/>
                </a:lnTo>
                <a:cubicBezTo>
                  <a:pt x="230672" y="128468"/>
                  <a:pt x="232518" y="133423"/>
                  <a:pt x="235935" y="136773"/>
                </a:cubicBezTo>
                <a:cubicBezTo>
                  <a:pt x="239353" y="140122"/>
                  <a:pt x="244787" y="141796"/>
                  <a:pt x="252237" y="141796"/>
                </a:cubicBezTo>
                <a:cubicBezTo>
                  <a:pt x="258731" y="141796"/>
                  <a:pt x="263806" y="140344"/>
                  <a:pt x="267463" y="137439"/>
                </a:cubicBezTo>
                <a:cubicBezTo>
                  <a:pt x="271120" y="134534"/>
                  <a:pt x="272948" y="130416"/>
                  <a:pt x="272948" y="125084"/>
                </a:cubicBezTo>
                <a:cubicBezTo>
                  <a:pt x="272948" y="122008"/>
                  <a:pt x="272435" y="119360"/>
                  <a:pt x="271410" y="117138"/>
                </a:cubicBezTo>
                <a:cubicBezTo>
                  <a:pt x="270385" y="114917"/>
                  <a:pt x="268710" y="112781"/>
                  <a:pt x="266386" y="110730"/>
                </a:cubicBezTo>
                <a:cubicBezTo>
                  <a:pt x="264062" y="108680"/>
                  <a:pt x="260371" y="106117"/>
                  <a:pt x="255313" y="103041"/>
                </a:cubicBezTo>
                <a:cubicBezTo>
                  <a:pt x="249982" y="99828"/>
                  <a:pt x="245829" y="96923"/>
                  <a:pt x="242856" y="94326"/>
                </a:cubicBezTo>
                <a:cubicBezTo>
                  <a:pt x="239883" y="91728"/>
                  <a:pt x="237644" y="88909"/>
                  <a:pt x="236140" y="85867"/>
                </a:cubicBezTo>
                <a:cubicBezTo>
                  <a:pt x="234637" y="82826"/>
                  <a:pt x="233885" y="79323"/>
                  <a:pt x="233885" y="75358"/>
                </a:cubicBezTo>
                <a:cubicBezTo>
                  <a:pt x="233885" y="69958"/>
                  <a:pt x="235337" y="65225"/>
                  <a:pt x="238242" y="61158"/>
                </a:cubicBezTo>
                <a:cubicBezTo>
                  <a:pt x="241147" y="57091"/>
                  <a:pt x="245300" y="53964"/>
                  <a:pt x="250699" y="51777"/>
                </a:cubicBezTo>
                <a:cubicBezTo>
                  <a:pt x="256099" y="49589"/>
                  <a:pt x="262388" y="48496"/>
                  <a:pt x="269565" y="48496"/>
                </a:cubicBezTo>
                <a:cubicBezTo>
                  <a:pt x="275921" y="48496"/>
                  <a:pt x="281714" y="48872"/>
                  <a:pt x="286943" y="49624"/>
                </a:cubicBezTo>
                <a:cubicBezTo>
                  <a:pt x="292172" y="50375"/>
                  <a:pt x="297384" y="51674"/>
                  <a:pt x="302579" y="53520"/>
                </a:cubicBezTo>
                <a:lnTo>
                  <a:pt x="297965" y="75051"/>
                </a:lnTo>
                <a:lnTo>
                  <a:pt x="289660" y="75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𝑑">
            <a:extLst xmlns:a="http://schemas.openxmlformats.org/drawingml/2006/main">
              <a:ext uri="{FF2B5EF4-FFF2-40B4-BE49-F238E27FC236}">
                <a16:creationId xmlns:a16="http://schemas.microsoft.com/office/drawing/2014/main" id="{92A4FAE5-5501-43FE-B6F0-C1CF5F88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190" y="3506694"/>
            <a:ext cx="84284" cy="104730"/>
          </a:xfrm>
          <a:custGeom xmlns:a="http://schemas.openxmlformats.org/drawingml/2006/main">
            <a:pathLst>
              <a:path w="84284" h="104730">
                <a:moveTo>
                  <a:pt x="63308" y="77241"/>
                </a:moveTo>
                <a:cubicBezTo>
                  <a:pt x="62601" y="80220"/>
                  <a:pt x="62134" y="82593"/>
                  <a:pt x="61907" y="84360"/>
                </a:cubicBezTo>
                <a:cubicBezTo>
                  <a:pt x="61680" y="86127"/>
                  <a:pt x="61566" y="87717"/>
                  <a:pt x="61566" y="89131"/>
                </a:cubicBezTo>
                <a:cubicBezTo>
                  <a:pt x="61566" y="91049"/>
                  <a:pt x="61957" y="92437"/>
                  <a:pt x="62740" y="93296"/>
                </a:cubicBezTo>
                <a:cubicBezTo>
                  <a:pt x="63522" y="94154"/>
                  <a:pt x="64646" y="94583"/>
                  <a:pt x="66110" y="94583"/>
                </a:cubicBezTo>
                <a:cubicBezTo>
                  <a:pt x="67018" y="94583"/>
                  <a:pt x="67914" y="94406"/>
                  <a:pt x="68798" y="94053"/>
                </a:cubicBezTo>
                <a:cubicBezTo>
                  <a:pt x="69681" y="93699"/>
                  <a:pt x="70641" y="93144"/>
                  <a:pt x="71676" y="92387"/>
                </a:cubicBezTo>
                <a:cubicBezTo>
                  <a:pt x="72710" y="91630"/>
                  <a:pt x="73846" y="90658"/>
                  <a:pt x="75083" y="89471"/>
                </a:cubicBezTo>
                <a:cubicBezTo>
                  <a:pt x="76320" y="88285"/>
                  <a:pt x="77721" y="86859"/>
                  <a:pt x="79286" y="85193"/>
                </a:cubicBezTo>
                <a:cubicBezTo>
                  <a:pt x="80094" y="86051"/>
                  <a:pt x="80927" y="86897"/>
                  <a:pt x="81785" y="87730"/>
                </a:cubicBezTo>
                <a:cubicBezTo>
                  <a:pt x="82643" y="88563"/>
                  <a:pt x="83476" y="89383"/>
                  <a:pt x="84284" y="90191"/>
                </a:cubicBezTo>
                <a:cubicBezTo>
                  <a:pt x="81760" y="92765"/>
                  <a:pt x="79463" y="94974"/>
                  <a:pt x="77393" y="96817"/>
                </a:cubicBezTo>
                <a:cubicBezTo>
                  <a:pt x="75323" y="98660"/>
                  <a:pt x="73316" y="100174"/>
                  <a:pt x="71373" y="101360"/>
                </a:cubicBezTo>
                <a:cubicBezTo>
                  <a:pt x="69429" y="102547"/>
                  <a:pt x="67523" y="103405"/>
                  <a:pt x="65655" y="103935"/>
                </a:cubicBezTo>
                <a:cubicBezTo>
                  <a:pt x="63787" y="104465"/>
                  <a:pt x="61844" y="104730"/>
                  <a:pt x="59824" y="104730"/>
                </a:cubicBezTo>
                <a:cubicBezTo>
                  <a:pt x="56189" y="104730"/>
                  <a:pt x="53362" y="103557"/>
                  <a:pt x="51343" y="101209"/>
                </a:cubicBezTo>
                <a:cubicBezTo>
                  <a:pt x="49323" y="98861"/>
                  <a:pt x="48314" y="95643"/>
                  <a:pt x="48314" y="91554"/>
                </a:cubicBezTo>
                <a:cubicBezTo>
                  <a:pt x="48314" y="89282"/>
                  <a:pt x="48667" y="87111"/>
                  <a:pt x="49374" y="85041"/>
                </a:cubicBezTo>
                <a:lnTo>
                  <a:pt x="48314" y="84587"/>
                </a:lnTo>
                <a:cubicBezTo>
                  <a:pt x="45739" y="88171"/>
                  <a:pt x="43240" y="91226"/>
                  <a:pt x="40817" y="93750"/>
                </a:cubicBezTo>
                <a:cubicBezTo>
                  <a:pt x="38394" y="96274"/>
                  <a:pt x="35996" y="98357"/>
                  <a:pt x="33623" y="99997"/>
                </a:cubicBezTo>
                <a:cubicBezTo>
                  <a:pt x="31250" y="101638"/>
                  <a:pt x="28852" y="102837"/>
                  <a:pt x="26429" y="103594"/>
                </a:cubicBezTo>
                <a:cubicBezTo>
                  <a:pt x="24005" y="104352"/>
                  <a:pt x="21481" y="104730"/>
                  <a:pt x="18856" y="104730"/>
                </a:cubicBezTo>
                <a:cubicBezTo>
                  <a:pt x="12848" y="104730"/>
                  <a:pt x="8204" y="102572"/>
                  <a:pt x="4922" y="98256"/>
                </a:cubicBezTo>
                <a:cubicBezTo>
                  <a:pt x="1641" y="93939"/>
                  <a:pt x="0" y="87667"/>
                  <a:pt x="0" y="79438"/>
                </a:cubicBezTo>
                <a:cubicBezTo>
                  <a:pt x="0" y="74541"/>
                  <a:pt x="517" y="69833"/>
                  <a:pt x="1552" y="65314"/>
                </a:cubicBezTo>
                <a:cubicBezTo>
                  <a:pt x="2587" y="60796"/>
                  <a:pt x="4051" y="56555"/>
                  <a:pt x="5945" y="52592"/>
                </a:cubicBezTo>
                <a:cubicBezTo>
                  <a:pt x="7838" y="48629"/>
                  <a:pt x="10097" y="45020"/>
                  <a:pt x="12722" y="41763"/>
                </a:cubicBezTo>
                <a:cubicBezTo>
                  <a:pt x="15347" y="38507"/>
                  <a:pt x="18225" y="35718"/>
                  <a:pt x="21355" y="33396"/>
                </a:cubicBezTo>
                <a:cubicBezTo>
                  <a:pt x="24485" y="31073"/>
                  <a:pt x="27817" y="29268"/>
                  <a:pt x="31351" y="27981"/>
                </a:cubicBezTo>
                <a:cubicBezTo>
                  <a:pt x="34885" y="26694"/>
                  <a:pt x="38545" y="26050"/>
                  <a:pt x="42331" y="26050"/>
                </a:cubicBezTo>
                <a:cubicBezTo>
                  <a:pt x="45663" y="26050"/>
                  <a:pt x="48718" y="26378"/>
                  <a:pt x="51494" y="27035"/>
                </a:cubicBezTo>
                <a:cubicBezTo>
                  <a:pt x="54271" y="27691"/>
                  <a:pt x="56921" y="29003"/>
                  <a:pt x="59446" y="30972"/>
                </a:cubicBezTo>
                <a:cubicBezTo>
                  <a:pt x="60304" y="27792"/>
                  <a:pt x="60985" y="25078"/>
                  <a:pt x="61490" y="22832"/>
                </a:cubicBezTo>
                <a:cubicBezTo>
                  <a:pt x="61995" y="20585"/>
                  <a:pt x="62412" y="18515"/>
                  <a:pt x="62740" y="16622"/>
                </a:cubicBezTo>
                <a:cubicBezTo>
                  <a:pt x="63068" y="14729"/>
                  <a:pt x="63232" y="13151"/>
                  <a:pt x="63232" y="11889"/>
                </a:cubicBezTo>
                <a:cubicBezTo>
                  <a:pt x="63232" y="10829"/>
                  <a:pt x="63093" y="9945"/>
                  <a:pt x="62815" y="9239"/>
                </a:cubicBezTo>
                <a:cubicBezTo>
                  <a:pt x="62538" y="8532"/>
                  <a:pt x="62046" y="7951"/>
                  <a:pt x="61339" y="7497"/>
                </a:cubicBezTo>
                <a:cubicBezTo>
                  <a:pt x="60632" y="7043"/>
                  <a:pt x="59635" y="6714"/>
                  <a:pt x="58348" y="6513"/>
                </a:cubicBezTo>
                <a:cubicBezTo>
                  <a:pt x="57060" y="6311"/>
                  <a:pt x="55432" y="6159"/>
                  <a:pt x="53463" y="6058"/>
                </a:cubicBezTo>
                <a:lnTo>
                  <a:pt x="54448" y="909"/>
                </a:lnTo>
                <a:lnTo>
                  <a:pt x="77014" y="0"/>
                </a:lnTo>
                <a:lnTo>
                  <a:pt x="80876" y="0"/>
                </a:lnTo>
                <a:lnTo>
                  <a:pt x="63308" y="77241"/>
                </a:lnTo>
                <a:moveTo>
                  <a:pt x="53085" y="60506"/>
                </a:moveTo>
                <a:cubicBezTo>
                  <a:pt x="53640" y="57780"/>
                  <a:pt x="54145" y="55053"/>
                  <a:pt x="54599" y="52327"/>
                </a:cubicBezTo>
                <a:cubicBezTo>
                  <a:pt x="55053" y="49601"/>
                  <a:pt x="55281" y="47102"/>
                  <a:pt x="55281" y="44830"/>
                </a:cubicBezTo>
                <a:cubicBezTo>
                  <a:pt x="55281" y="40741"/>
                  <a:pt x="54359" y="37838"/>
                  <a:pt x="52517" y="36122"/>
                </a:cubicBezTo>
                <a:cubicBezTo>
                  <a:pt x="50674" y="34405"/>
                  <a:pt x="47733" y="33547"/>
                  <a:pt x="43694" y="33547"/>
                </a:cubicBezTo>
                <a:cubicBezTo>
                  <a:pt x="40716" y="33547"/>
                  <a:pt x="37952" y="34191"/>
                  <a:pt x="35402" y="35478"/>
                </a:cubicBezTo>
                <a:cubicBezTo>
                  <a:pt x="32853" y="36765"/>
                  <a:pt x="30518" y="38532"/>
                  <a:pt x="28398" y="40779"/>
                </a:cubicBezTo>
                <a:cubicBezTo>
                  <a:pt x="26277" y="43026"/>
                  <a:pt x="24384" y="45625"/>
                  <a:pt x="22718" y="48579"/>
                </a:cubicBezTo>
                <a:cubicBezTo>
                  <a:pt x="21052" y="51532"/>
                  <a:pt x="19651" y="54687"/>
                  <a:pt x="18515" y="58045"/>
                </a:cubicBezTo>
                <a:cubicBezTo>
                  <a:pt x="17379" y="61402"/>
                  <a:pt x="16521" y="64835"/>
                  <a:pt x="15941" y="68344"/>
                </a:cubicBezTo>
                <a:cubicBezTo>
                  <a:pt x="15360" y="71852"/>
                  <a:pt x="15070" y="75273"/>
                  <a:pt x="15070" y="78605"/>
                </a:cubicBezTo>
                <a:cubicBezTo>
                  <a:pt x="15070" y="84057"/>
                  <a:pt x="15840" y="88108"/>
                  <a:pt x="17379" y="90759"/>
                </a:cubicBezTo>
                <a:cubicBezTo>
                  <a:pt x="18919" y="93409"/>
                  <a:pt x="21405" y="94734"/>
                  <a:pt x="24838" y="94734"/>
                </a:cubicBezTo>
                <a:cubicBezTo>
                  <a:pt x="27161" y="94734"/>
                  <a:pt x="29735" y="93952"/>
                  <a:pt x="32563" y="92387"/>
                </a:cubicBezTo>
                <a:cubicBezTo>
                  <a:pt x="35390" y="90822"/>
                  <a:pt x="38128" y="88563"/>
                  <a:pt x="40779" y="85609"/>
                </a:cubicBezTo>
                <a:cubicBezTo>
                  <a:pt x="43429" y="82656"/>
                  <a:pt x="45865" y="79059"/>
                  <a:pt x="48087" y="74818"/>
                </a:cubicBezTo>
                <a:cubicBezTo>
                  <a:pt x="50308" y="70577"/>
                  <a:pt x="51974" y="65807"/>
                  <a:pt x="53085" y="605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||𝑥)">
            <a:extLst xmlns:a="http://schemas.openxmlformats.org/drawingml/2006/main">
              <a:ext uri="{FF2B5EF4-FFF2-40B4-BE49-F238E27FC236}">
                <a16:creationId xmlns:a16="http://schemas.microsoft.com/office/drawing/2014/main" id="{13753A42-9FE2-42CE-9B4E-A228A9E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861" y="3419913"/>
            <a:ext cx="289449" cy="194496"/>
          </a:xfrm>
          <a:custGeom xmlns:a="http://schemas.openxmlformats.org/drawingml/2006/main">
            <a:pathLst>
              <a:path w="289449" h="194496">
                <a:moveTo>
                  <a:pt x="15789" y="192240"/>
                </a:moveTo>
                <a:lnTo>
                  <a:pt x="0" y="192240"/>
                </a:lnTo>
                <a:lnTo>
                  <a:pt x="0" y="1435"/>
                </a:lnTo>
                <a:lnTo>
                  <a:pt x="15789" y="1435"/>
                </a:lnTo>
                <a:lnTo>
                  <a:pt x="15789" y="192240"/>
                </a:lnTo>
                <a:close/>
                <a:moveTo>
                  <a:pt x="80183" y="192240"/>
                </a:moveTo>
                <a:lnTo>
                  <a:pt x="64393" y="192240"/>
                </a:lnTo>
                <a:lnTo>
                  <a:pt x="64393" y="1435"/>
                </a:lnTo>
                <a:lnTo>
                  <a:pt x="80183" y="1435"/>
                </a:lnTo>
                <a:lnTo>
                  <a:pt x="80183" y="192240"/>
                </a:lnTo>
                <a:close/>
                <a:moveTo>
                  <a:pt x="152515" y="101810"/>
                </a:moveTo>
                <a:cubicBezTo>
                  <a:pt x="151489" y="96411"/>
                  <a:pt x="150430" y="91216"/>
                  <a:pt x="149336" y="86226"/>
                </a:cubicBezTo>
                <a:cubicBezTo>
                  <a:pt x="148243" y="81236"/>
                  <a:pt x="147115" y="76589"/>
                  <a:pt x="145953" y="72282"/>
                </a:cubicBezTo>
                <a:cubicBezTo>
                  <a:pt x="144791" y="67976"/>
                  <a:pt x="143834" y="65157"/>
                  <a:pt x="143082" y="63824"/>
                </a:cubicBezTo>
                <a:cubicBezTo>
                  <a:pt x="142330" y="62491"/>
                  <a:pt x="141527" y="61568"/>
                  <a:pt x="140673" y="61055"/>
                </a:cubicBezTo>
                <a:cubicBezTo>
                  <a:pt x="139818" y="60543"/>
                  <a:pt x="138742" y="60287"/>
                  <a:pt x="137443" y="60287"/>
                </a:cubicBezTo>
                <a:cubicBezTo>
                  <a:pt x="136008" y="60287"/>
                  <a:pt x="134709" y="60611"/>
                  <a:pt x="133547" y="61261"/>
                </a:cubicBezTo>
                <a:cubicBezTo>
                  <a:pt x="132385" y="61910"/>
                  <a:pt x="131121" y="63038"/>
                  <a:pt x="129753" y="64644"/>
                </a:cubicBezTo>
                <a:cubicBezTo>
                  <a:pt x="128386" y="66250"/>
                  <a:pt x="126575" y="68762"/>
                  <a:pt x="124319" y="72180"/>
                </a:cubicBezTo>
                <a:lnTo>
                  <a:pt x="117655" y="67771"/>
                </a:lnTo>
                <a:cubicBezTo>
                  <a:pt x="121961" y="61278"/>
                  <a:pt x="126097" y="56425"/>
                  <a:pt x="130061" y="53212"/>
                </a:cubicBezTo>
                <a:cubicBezTo>
                  <a:pt x="134025" y="50000"/>
                  <a:pt x="138708" y="48393"/>
                  <a:pt x="144107" y="48393"/>
                </a:cubicBezTo>
                <a:cubicBezTo>
                  <a:pt x="146226" y="48393"/>
                  <a:pt x="148089" y="48633"/>
                  <a:pt x="149695" y="49111"/>
                </a:cubicBezTo>
                <a:cubicBezTo>
                  <a:pt x="151301" y="49589"/>
                  <a:pt x="152720" y="50324"/>
                  <a:pt x="153950" y="51315"/>
                </a:cubicBezTo>
                <a:cubicBezTo>
                  <a:pt x="155180" y="52306"/>
                  <a:pt x="156274" y="53588"/>
                  <a:pt x="157231" y="55160"/>
                </a:cubicBezTo>
                <a:cubicBezTo>
                  <a:pt x="158188" y="56732"/>
                  <a:pt x="159111" y="58868"/>
                  <a:pt x="159999" y="61568"/>
                </a:cubicBezTo>
                <a:cubicBezTo>
                  <a:pt x="160888" y="64268"/>
                  <a:pt x="161725" y="67617"/>
                  <a:pt x="162511" y="71616"/>
                </a:cubicBezTo>
                <a:cubicBezTo>
                  <a:pt x="163297" y="75614"/>
                  <a:pt x="163998" y="79767"/>
                  <a:pt x="164613" y="84073"/>
                </a:cubicBezTo>
                <a:lnTo>
                  <a:pt x="165638" y="84073"/>
                </a:lnTo>
                <a:cubicBezTo>
                  <a:pt x="172200" y="74846"/>
                  <a:pt x="177173" y="68096"/>
                  <a:pt x="180556" y="63824"/>
                </a:cubicBezTo>
                <a:cubicBezTo>
                  <a:pt x="183940" y="59552"/>
                  <a:pt x="186793" y="56373"/>
                  <a:pt x="189117" y="54289"/>
                </a:cubicBezTo>
                <a:cubicBezTo>
                  <a:pt x="191441" y="52204"/>
                  <a:pt x="193680" y="50734"/>
                  <a:pt x="195833" y="49880"/>
                </a:cubicBezTo>
                <a:cubicBezTo>
                  <a:pt x="197986" y="49026"/>
                  <a:pt x="200840" y="48598"/>
                  <a:pt x="204394" y="48598"/>
                </a:cubicBezTo>
                <a:cubicBezTo>
                  <a:pt x="207607" y="48598"/>
                  <a:pt x="210238" y="49008"/>
                  <a:pt x="212289" y="49829"/>
                </a:cubicBezTo>
                <a:lnTo>
                  <a:pt x="208188" y="68386"/>
                </a:lnTo>
                <a:lnTo>
                  <a:pt x="201011" y="68386"/>
                </a:lnTo>
                <a:cubicBezTo>
                  <a:pt x="200600" y="65515"/>
                  <a:pt x="199404" y="64080"/>
                  <a:pt x="197422" y="64080"/>
                </a:cubicBezTo>
                <a:cubicBezTo>
                  <a:pt x="196807" y="64080"/>
                  <a:pt x="196158" y="64183"/>
                  <a:pt x="195474" y="64388"/>
                </a:cubicBezTo>
                <a:cubicBezTo>
                  <a:pt x="194790" y="64593"/>
                  <a:pt x="193953" y="65037"/>
                  <a:pt x="192962" y="65721"/>
                </a:cubicBezTo>
                <a:cubicBezTo>
                  <a:pt x="191971" y="66404"/>
                  <a:pt x="190518" y="67737"/>
                  <a:pt x="188605" y="69719"/>
                </a:cubicBezTo>
                <a:cubicBezTo>
                  <a:pt x="186691" y="71701"/>
                  <a:pt x="184538" y="74128"/>
                  <a:pt x="182145" y="76999"/>
                </a:cubicBezTo>
                <a:cubicBezTo>
                  <a:pt x="179753" y="79869"/>
                  <a:pt x="177292" y="82877"/>
                  <a:pt x="174763" y="86021"/>
                </a:cubicBezTo>
                <a:lnTo>
                  <a:pt x="167791" y="94736"/>
                </a:lnTo>
                <a:cubicBezTo>
                  <a:pt x="169022" y="101298"/>
                  <a:pt x="170184" y="106971"/>
                  <a:pt x="171277" y="111756"/>
                </a:cubicBezTo>
                <a:cubicBezTo>
                  <a:pt x="172371" y="116540"/>
                  <a:pt x="173345" y="120522"/>
                  <a:pt x="174199" y="123700"/>
                </a:cubicBezTo>
                <a:cubicBezTo>
                  <a:pt x="175054" y="126879"/>
                  <a:pt x="175806" y="129390"/>
                  <a:pt x="176455" y="131236"/>
                </a:cubicBezTo>
                <a:cubicBezTo>
                  <a:pt x="177104" y="133082"/>
                  <a:pt x="177805" y="134466"/>
                  <a:pt x="178557" y="135388"/>
                </a:cubicBezTo>
                <a:cubicBezTo>
                  <a:pt x="179309" y="136311"/>
                  <a:pt x="180078" y="136960"/>
                  <a:pt x="180864" y="137336"/>
                </a:cubicBezTo>
                <a:cubicBezTo>
                  <a:pt x="181650" y="137712"/>
                  <a:pt x="182555" y="137900"/>
                  <a:pt x="183581" y="137900"/>
                </a:cubicBezTo>
                <a:cubicBezTo>
                  <a:pt x="185426" y="137900"/>
                  <a:pt x="187221" y="137183"/>
                  <a:pt x="188963" y="135747"/>
                </a:cubicBezTo>
                <a:cubicBezTo>
                  <a:pt x="190706" y="134312"/>
                  <a:pt x="193218" y="131065"/>
                  <a:pt x="196499" y="126007"/>
                </a:cubicBezTo>
                <a:lnTo>
                  <a:pt x="203164" y="130416"/>
                </a:lnTo>
                <a:cubicBezTo>
                  <a:pt x="198379" y="137524"/>
                  <a:pt x="194056" y="142531"/>
                  <a:pt x="190194" y="145436"/>
                </a:cubicBezTo>
                <a:cubicBezTo>
                  <a:pt x="186332" y="148341"/>
                  <a:pt x="181735" y="149794"/>
                  <a:pt x="176404" y="149794"/>
                </a:cubicBezTo>
                <a:cubicBezTo>
                  <a:pt x="173465" y="149794"/>
                  <a:pt x="170970" y="149264"/>
                  <a:pt x="168919" y="148204"/>
                </a:cubicBezTo>
                <a:cubicBezTo>
                  <a:pt x="166869" y="147145"/>
                  <a:pt x="165092" y="145453"/>
                  <a:pt x="163588" y="143129"/>
                </a:cubicBezTo>
                <a:cubicBezTo>
                  <a:pt x="162084" y="140805"/>
                  <a:pt x="160751" y="137183"/>
                  <a:pt x="159589" y="132261"/>
                </a:cubicBezTo>
                <a:cubicBezTo>
                  <a:pt x="157470" y="123512"/>
                  <a:pt x="156172" y="116814"/>
                  <a:pt x="155693" y="112166"/>
                </a:cubicBezTo>
                <a:lnTo>
                  <a:pt x="154668" y="112166"/>
                </a:lnTo>
                <a:cubicBezTo>
                  <a:pt x="147422" y="122350"/>
                  <a:pt x="142040" y="129664"/>
                  <a:pt x="138520" y="134107"/>
                </a:cubicBezTo>
                <a:cubicBezTo>
                  <a:pt x="135000" y="138550"/>
                  <a:pt x="132095" y="141831"/>
                  <a:pt x="129805" y="143949"/>
                </a:cubicBezTo>
                <a:cubicBezTo>
                  <a:pt x="127515" y="146068"/>
                  <a:pt x="125294" y="147555"/>
                  <a:pt x="123140" y="148409"/>
                </a:cubicBezTo>
                <a:cubicBezTo>
                  <a:pt x="120987" y="149264"/>
                  <a:pt x="118134" y="149691"/>
                  <a:pt x="114579" y="149691"/>
                </a:cubicBezTo>
                <a:cubicBezTo>
                  <a:pt x="111367" y="149691"/>
                  <a:pt x="108735" y="149281"/>
                  <a:pt x="106685" y="148461"/>
                </a:cubicBezTo>
                <a:lnTo>
                  <a:pt x="110786" y="129903"/>
                </a:lnTo>
                <a:lnTo>
                  <a:pt x="117963" y="129903"/>
                </a:lnTo>
                <a:cubicBezTo>
                  <a:pt x="118373" y="132774"/>
                  <a:pt x="119569" y="134209"/>
                  <a:pt x="121551" y="134209"/>
                </a:cubicBezTo>
                <a:cubicBezTo>
                  <a:pt x="122508" y="134209"/>
                  <a:pt x="123516" y="133953"/>
                  <a:pt x="124576" y="133440"/>
                </a:cubicBezTo>
                <a:cubicBezTo>
                  <a:pt x="125635" y="132928"/>
                  <a:pt x="127156" y="131697"/>
                  <a:pt x="129138" y="129749"/>
                </a:cubicBezTo>
                <a:cubicBezTo>
                  <a:pt x="131121" y="127801"/>
                  <a:pt x="133855" y="124743"/>
                  <a:pt x="137341" y="120573"/>
                </a:cubicBezTo>
                <a:cubicBezTo>
                  <a:pt x="140827" y="116404"/>
                  <a:pt x="145885" y="110149"/>
                  <a:pt x="152515" y="101810"/>
                </a:cubicBezTo>
                <a:close/>
                <a:moveTo>
                  <a:pt x="271711" y="96274"/>
                </a:moveTo>
                <a:cubicBezTo>
                  <a:pt x="271711" y="73171"/>
                  <a:pt x="267884" y="53981"/>
                  <a:pt x="260228" y="38704"/>
                </a:cubicBezTo>
                <a:cubicBezTo>
                  <a:pt x="252573" y="23428"/>
                  <a:pt x="240714" y="13158"/>
                  <a:pt x="224651" y="7895"/>
                </a:cubicBezTo>
                <a:lnTo>
                  <a:pt x="227419" y="0"/>
                </a:lnTo>
                <a:cubicBezTo>
                  <a:pt x="247378" y="5263"/>
                  <a:pt x="262706" y="16627"/>
                  <a:pt x="273403" y="34091"/>
                </a:cubicBezTo>
                <a:cubicBezTo>
                  <a:pt x="284100" y="51555"/>
                  <a:pt x="289449" y="72624"/>
                  <a:pt x="289449" y="97299"/>
                </a:cubicBezTo>
                <a:cubicBezTo>
                  <a:pt x="289449" y="122043"/>
                  <a:pt x="284117" y="143112"/>
                  <a:pt x="273454" y="160508"/>
                </a:cubicBezTo>
                <a:cubicBezTo>
                  <a:pt x="262791" y="177903"/>
                  <a:pt x="247446" y="189233"/>
                  <a:pt x="227419" y="194496"/>
                </a:cubicBezTo>
                <a:lnTo>
                  <a:pt x="224959" y="186601"/>
                </a:lnTo>
                <a:cubicBezTo>
                  <a:pt x="240748" y="181338"/>
                  <a:pt x="252487" y="170949"/>
                  <a:pt x="260177" y="155433"/>
                </a:cubicBezTo>
                <a:cubicBezTo>
                  <a:pt x="267867" y="139917"/>
                  <a:pt x="271711" y="120197"/>
                  <a:pt x="271711" y="962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71a5d115b4a42"/>
          <a:stretch xmlns:a="http://schemas.openxmlformats.org/drawingml/2006/main"/>
        </p:blipFill>
        <p:spPr>
          <a:xfrm xmlns:a="http://schemas.openxmlformats.org/drawingml/2006/main">
            <a:off x="11839167" y="1412941"/>
            <a:ext cx="873064" cy="883712"/>
          </a:xfrm>
          <a:prstGeom xmlns:a="http://schemas.openxmlformats.org/drawingml/2006/main" prst="rect">
            <a:avLst/>
          </a:prstGeom>
        </p:spPr>
      </p:pic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7458285ff42a0"/>
          <a:stretch xmlns:a="http://schemas.openxmlformats.org/drawingml/2006/main"/>
        </p:blipFill>
        <p:spPr>
          <a:xfrm xmlns:a="http://schemas.openxmlformats.org/drawingml/2006/main">
            <a:off x="11839167" y="2904880"/>
            <a:ext cx="906219" cy="916880"/>
          </a:xfrm>
          <a:prstGeom xmlns:a="http://schemas.openxmlformats.org/drawingml/2006/main" prst="rect">
            <a:avLst/>
          </a:prstGeom>
        </p:spPr>
      </p:pic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74751-270C-4CF6-8A42-3651262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" y="4628711"/>
            <a:ext cx="2574988" cy="685190"/>
          </a:xfrm>
          <a:custGeom xmlns:a="http://schemas.openxmlformats.org/drawingml/2006/main">
            <a:pathLst>
              <a:path w="2574988" h="685190" fill="none">
                <a:moveTo>
                  <a:pt x="0" y="685190"/>
                </a:moveTo>
                <a:lnTo>
                  <a:pt x="2574988" y="685190"/>
                </a:lnTo>
                <a:lnTo>
                  <a:pt x="2574988" y="0"/>
                </a:lnTo>
                <a:lnTo>
                  <a:pt x="0" y="0"/>
                </a:lnTo>
                <a:lnTo>
                  <a:pt x="0" y="6851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42" name="Text Targetdata𝑥">
            <a:extLst xmlns:a="http://schemas.openxmlformats.org/drawingml/2006/main">
              <a:ext uri="{FF2B5EF4-FFF2-40B4-BE49-F238E27FC236}">
                <a16:creationId xmlns:a16="http://schemas.microsoft.com/office/drawing/2014/main" id="{68C9B3F9-04D5-4EFE-BFD7-689B30EF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95" y="4820580"/>
            <a:ext cx="1691823" cy="275113"/>
          </a:xfrm>
          <a:custGeom xmlns:a="http://schemas.openxmlformats.org/drawingml/2006/main">
            <a:pathLst>
              <a:path w="1691823" h="275113">
                <a:moveTo>
                  <a:pt x="149777" y="23892"/>
                </a:moveTo>
                <a:cubicBezTo>
                  <a:pt x="149777" y="25263"/>
                  <a:pt x="149672" y="26476"/>
                  <a:pt x="149463" y="27530"/>
                </a:cubicBezTo>
                <a:cubicBezTo>
                  <a:pt x="149254" y="28584"/>
                  <a:pt x="148941" y="29454"/>
                  <a:pt x="148523" y="30139"/>
                </a:cubicBezTo>
                <a:cubicBezTo>
                  <a:pt x="148106" y="30825"/>
                  <a:pt x="147583" y="31352"/>
                  <a:pt x="146957" y="31721"/>
                </a:cubicBezTo>
                <a:cubicBezTo>
                  <a:pt x="146330" y="32090"/>
                  <a:pt x="145651" y="32274"/>
                  <a:pt x="144920" y="32274"/>
                </a:cubicBezTo>
                <a:lnTo>
                  <a:pt x="84445" y="32274"/>
                </a:lnTo>
                <a:lnTo>
                  <a:pt x="84445" y="214643"/>
                </a:lnTo>
                <a:cubicBezTo>
                  <a:pt x="84445" y="215270"/>
                  <a:pt x="84289" y="215844"/>
                  <a:pt x="83975" y="216366"/>
                </a:cubicBezTo>
                <a:cubicBezTo>
                  <a:pt x="83662" y="216885"/>
                  <a:pt x="83140" y="217302"/>
                  <a:pt x="82409" y="217615"/>
                </a:cubicBezTo>
                <a:cubicBezTo>
                  <a:pt x="81677" y="217928"/>
                  <a:pt x="80685" y="218189"/>
                  <a:pt x="79432" y="218398"/>
                </a:cubicBezTo>
                <a:cubicBezTo>
                  <a:pt x="78178" y="218607"/>
                  <a:pt x="76664" y="218712"/>
                  <a:pt x="74888" y="218712"/>
                </a:cubicBezTo>
                <a:cubicBezTo>
                  <a:pt x="73113" y="218712"/>
                  <a:pt x="71598" y="218607"/>
                  <a:pt x="70345" y="218398"/>
                </a:cubicBezTo>
                <a:cubicBezTo>
                  <a:pt x="69092" y="218189"/>
                  <a:pt x="68099" y="217928"/>
                  <a:pt x="67368" y="217615"/>
                </a:cubicBezTo>
                <a:cubicBezTo>
                  <a:pt x="66637" y="217302"/>
                  <a:pt x="66115" y="216885"/>
                  <a:pt x="65801" y="216366"/>
                </a:cubicBezTo>
                <a:cubicBezTo>
                  <a:pt x="65488" y="215844"/>
                  <a:pt x="65331" y="215270"/>
                  <a:pt x="65331" y="214643"/>
                </a:cubicBezTo>
                <a:lnTo>
                  <a:pt x="65331" y="32274"/>
                </a:lnTo>
                <a:lnTo>
                  <a:pt x="4857" y="32274"/>
                </a:lnTo>
                <a:cubicBezTo>
                  <a:pt x="4021" y="32274"/>
                  <a:pt x="3316" y="32090"/>
                  <a:pt x="2742" y="31721"/>
                </a:cubicBezTo>
                <a:cubicBezTo>
                  <a:pt x="2167" y="31352"/>
                  <a:pt x="1671" y="30825"/>
                  <a:pt x="1253" y="30139"/>
                </a:cubicBezTo>
                <a:cubicBezTo>
                  <a:pt x="836" y="29454"/>
                  <a:pt x="522" y="28584"/>
                  <a:pt x="313" y="27530"/>
                </a:cubicBezTo>
                <a:cubicBezTo>
                  <a:pt x="104" y="26476"/>
                  <a:pt x="0" y="25263"/>
                  <a:pt x="0" y="23892"/>
                </a:cubicBezTo>
                <a:cubicBezTo>
                  <a:pt x="0" y="22417"/>
                  <a:pt x="104" y="21126"/>
                  <a:pt x="313" y="20020"/>
                </a:cubicBezTo>
                <a:cubicBezTo>
                  <a:pt x="522" y="18913"/>
                  <a:pt x="836" y="17991"/>
                  <a:pt x="1253" y="17253"/>
                </a:cubicBezTo>
                <a:cubicBezTo>
                  <a:pt x="1671" y="16516"/>
                  <a:pt x="2167" y="15962"/>
                  <a:pt x="2742" y="15594"/>
                </a:cubicBezTo>
                <a:cubicBezTo>
                  <a:pt x="3316" y="15225"/>
                  <a:pt x="4021" y="15040"/>
                  <a:pt x="4857" y="15040"/>
                </a:cubicBezTo>
                <a:lnTo>
                  <a:pt x="144920" y="15040"/>
                </a:lnTo>
                <a:cubicBezTo>
                  <a:pt x="145651" y="15040"/>
                  <a:pt x="146330" y="15225"/>
                  <a:pt x="146957" y="15594"/>
                </a:cubicBezTo>
                <a:cubicBezTo>
                  <a:pt x="147583" y="15962"/>
                  <a:pt x="148106" y="16516"/>
                  <a:pt x="148523" y="17253"/>
                </a:cubicBezTo>
                <a:cubicBezTo>
                  <a:pt x="148941" y="17991"/>
                  <a:pt x="149254" y="18913"/>
                  <a:pt x="149463" y="20020"/>
                </a:cubicBezTo>
                <a:cubicBezTo>
                  <a:pt x="149672" y="21126"/>
                  <a:pt x="149777" y="22417"/>
                  <a:pt x="149777" y="23892"/>
                </a:cubicBezTo>
                <a:close/>
                <a:moveTo>
                  <a:pt x="255345" y="214638"/>
                </a:moveTo>
                <a:cubicBezTo>
                  <a:pt x="255345" y="215683"/>
                  <a:pt x="255005" y="216492"/>
                  <a:pt x="254326" y="217067"/>
                </a:cubicBezTo>
                <a:cubicBezTo>
                  <a:pt x="253648" y="217641"/>
                  <a:pt x="252760" y="218059"/>
                  <a:pt x="251663" y="218320"/>
                </a:cubicBezTo>
                <a:cubicBezTo>
                  <a:pt x="250566" y="218581"/>
                  <a:pt x="249078" y="218712"/>
                  <a:pt x="247198" y="218712"/>
                </a:cubicBezTo>
                <a:cubicBezTo>
                  <a:pt x="245422" y="218712"/>
                  <a:pt x="243908" y="218581"/>
                  <a:pt x="242655" y="218320"/>
                </a:cubicBezTo>
                <a:cubicBezTo>
                  <a:pt x="241401" y="218059"/>
                  <a:pt x="240435" y="217641"/>
                  <a:pt x="239756" y="217067"/>
                </a:cubicBezTo>
                <a:cubicBezTo>
                  <a:pt x="239077" y="216492"/>
                  <a:pt x="238738" y="215683"/>
                  <a:pt x="238738" y="214638"/>
                </a:cubicBezTo>
                <a:lnTo>
                  <a:pt x="238738" y="198814"/>
                </a:lnTo>
                <a:cubicBezTo>
                  <a:pt x="232367" y="205708"/>
                  <a:pt x="225342" y="211061"/>
                  <a:pt x="217666" y="214873"/>
                </a:cubicBezTo>
                <a:cubicBezTo>
                  <a:pt x="209989" y="218685"/>
                  <a:pt x="202025" y="220592"/>
                  <a:pt x="193773" y="220592"/>
                </a:cubicBezTo>
                <a:cubicBezTo>
                  <a:pt x="186358" y="220592"/>
                  <a:pt x="179699" y="219625"/>
                  <a:pt x="173798" y="217693"/>
                </a:cubicBezTo>
                <a:cubicBezTo>
                  <a:pt x="167897" y="215761"/>
                  <a:pt x="162909" y="212993"/>
                  <a:pt x="158836" y="209390"/>
                </a:cubicBezTo>
                <a:cubicBezTo>
                  <a:pt x="154763" y="205786"/>
                  <a:pt x="151629" y="201426"/>
                  <a:pt x="149436" y="196308"/>
                </a:cubicBezTo>
                <a:cubicBezTo>
                  <a:pt x="147242" y="191190"/>
                  <a:pt x="146146" y="185445"/>
                  <a:pt x="146146" y="179074"/>
                </a:cubicBezTo>
                <a:cubicBezTo>
                  <a:pt x="146146" y="171241"/>
                  <a:pt x="147765" y="164425"/>
                  <a:pt x="151002" y="158629"/>
                </a:cubicBezTo>
                <a:cubicBezTo>
                  <a:pt x="154240" y="152832"/>
                  <a:pt x="158836" y="148001"/>
                  <a:pt x="164789" y="144137"/>
                </a:cubicBezTo>
                <a:cubicBezTo>
                  <a:pt x="170743" y="140272"/>
                  <a:pt x="177898" y="137374"/>
                  <a:pt x="186253" y="135441"/>
                </a:cubicBezTo>
                <a:cubicBezTo>
                  <a:pt x="194609" y="133509"/>
                  <a:pt x="203905" y="132543"/>
                  <a:pt x="214141" y="132543"/>
                </a:cubicBezTo>
                <a:lnTo>
                  <a:pt x="236701" y="132543"/>
                </a:lnTo>
                <a:lnTo>
                  <a:pt x="236701" y="120284"/>
                </a:lnTo>
                <a:cubicBezTo>
                  <a:pt x="236701" y="114206"/>
                  <a:pt x="236074" y="108837"/>
                  <a:pt x="234821" y="104176"/>
                </a:cubicBezTo>
                <a:cubicBezTo>
                  <a:pt x="233568" y="99512"/>
                  <a:pt x="231531" y="95608"/>
                  <a:pt x="228711" y="92465"/>
                </a:cubicBezTo>
                <a:cubicBezTo>
                  <a:pt x="225891" y="89322"/>
                  <a:pt x="222235" y="86965"/>
                  <a:pt x="217744" y="85395"/>
                </a:cubicBezTo>
                <a:cubicBezTo>
                  <a:pt x="213253" y="83822"/>
                  <a:pt x="207769" y="83035"/>
                  <a:pt x="201294" y="83035"/>
                </a:cubicBezTo>
                <a:cubicBezTo>
                  <a:pt x="195027" y="83035"/>
                  <a:pt x="189387" y="83792"/>
                  <a:pt x="184373" y="85307"/>
                </a:cubicBezTo>
                <a:cubicBezTo>
                  <a:pt x="179360" y="86821"/>
                  <a:pt x="174973" y="88519"/>
                  <a:pt x="171213" y="90399"/>
                </a:cubicBezTo>
                <a:cubicBezTo>
                  <a:pt x="167453" y="92279"/>
                  <a:pt x="164346" y="93976"/>
                  <a:pt x="161891" y="95490"/>
                </a:cubicBezTo>
                <a:cubicBezTo>
                  <a:pt x="159437" y="97005"/>
                  <a:pt x="157687" y="97762"/>
                  <a:pt x="156643" y="97762"/>
                </a:cubicBezTo>
                <a:cubicBezTo>
                  <a:pt x="156016" y="97762"/>
                  <a:pt x="155441" y="97658"/>
                  <a:pt x="154919" y="97449"/>
                </a:cubicBezTo>
                <a:cubicBezTo>
                  <a:pt x="154397" y="97237"/>
                  <a:pt x="153953" y="96842"/>
                  <a:pt x="153588" y="96264"/>
                </a:cubicBezTo>
                <a:cubicBezTo>
                  <a:pt x="153222" y="95683"/>
                  <a:pt x="152961" y="94945"/>
                  <a:pt x="152804" y="94051"/>
                </a:cubicBezTo>
                <a:cubicBezTo>
                  <a:pt x="152648" y="93153"/>
                  <a:pt x="152569" y="92073"/>
                  <a:pt x="152569" y="90810"/>
                </a:cubicBezTo>
                <a:cubicBezTo>
                  <a:pt x="152569" y="88597"/>
                  <a:pt x="152726" y="86833"/>
                  <a:pt x="153039" y="85517"/>
                </a:cubicBezTo>
                <a:cubicBezTo>
                  <a:pt x="153353" y="84199"/>
                  <a:pt x="154162" y="82882"/>
                  <a:pt x="155468" y="81566"/>
                </a:cubicBezTo>
                <a:cubicBezTo>
                  <a:pt x="156773" y="80248"/>
                  <a:pt x="159097" y="78712"/>
                  <a:pt x="162439" y="76959"/>
                </a:cubicBezTo>
                <a:cubicBezTo>
                  <a:pt x="165782" y="75203"/>
                  <a:pt x="169620" y="73578"/>
                  <a:pt x="173955" y="72083"/>
                </a:cubicBezTo>
                <a:cubicBezTo>
                  <a:pt x="178289" y="70588"/>
                  <a:pt x="182963" y="69377"/>
                  <a:pt x="187977" y="68450"/>
                </a:cubicBezTo>
                <a:cubicBezTo>
                  <a:pt x="192990" y="67520"/>
                  <a:pt x="198004" y="67055"/>
                  <a:pt x="203017" y="67055"/>
                </a:cubicBezTo>
                <a:cubicBezTo>
                  <a:pt x="212731" y="67055"/>
                  <a:pt x="220930" y="68230"/>
                  <a:pt x="227614" y="70580"/>
                </a:cubicBezTo>
                <a:cubicBezTo>
                  <a:pt x="234299" y="72930"/>
                  <a:pt x="239704" y="76298"/>
                  <a:pt x="243830" y="80685"/>
                </a:cubicBezTo>
                <a:cubicBezTo>
                  <a:pt x="247955" y="85072"/>
                  <a:pt x="250906" y="90477"/>
                  <a:pt x="252681" y="96901"/>
                </a:cubicBezTo>
                <a:cubicBezTo>
                  <a:pt x="254457" y="103324"/>
                  <a:pt x="255345" y="110609"/>
                  <a:pt x="255345" y="118756"/>
                </a:cubicBezTo>
                <a:lnTo>
                  <a:pt x="255345" y="214638"/>
                </a:lnTo>
                <a:moveTo>
                  <a:pt x="236701" y="147897"/>
                </a:moveTo>
                <a:lnTo>
                  <a:pt x="210851" y="147897"/>
                </a:lnTo>
                <a:cubicBezTo>
                  <a:pt x="203330" y="147897"/>
                  <a:pt x="196750" y="148576"/>
                  <a:pt x="191110" y="149933"/>
                </a:cubicBezTo>
                <a:cubicBezTo>
                  <a:pt x="185470" y="151291"/>
                  <a:pt x="180770" y="153276"/>
                  <a:pt x="177010" y="155887"/>
                </a:cubicBezTo>
                <a:cubicBezTo>
                  <a:pt x="173250" y="158498"/>
                  <a:pt x="170456" y="161631"/>
                  <a:pt x="168628" y="165287"/>
                </a:cubicBezTo>
                <a:cubicBezTo>
                  <a:pt x="166800" y="168943"/>
                  <a:pt x="165886" y="173121"/>
                  <a:pt x="165886" y="177821"/>
                </a:cubicBezTo>
                <a:cubicBezTo>
                  <a:pt x="165886" y="185967"/>
                  <a:pt x="168471" y="192469"/>
                  <a:pt x="173641" y="197326"/>
                </a:cubicBezTo>
                <a:cubicBezTo>
                  <a:pt x="178811" y="202183"/>
                  <a:pt x="186097" y="204611"/>
                  <a:pt x="195497" y="204611"/>
                </a:cubicBezTo>
                <a:cubicBezTo>
                  <a:pt x="202913" y="204611"/>
                  <a:pt x="209832" y="202705"/>
                  <a:pt x="216256" y="198893"/>
                </a:cubicBezTo>
                <a:cubicBezTo>
                  <a:pt x="222679" y="195080"/>
                  <a:pt x="229494" y="189205"/>
                  <a:pt x="236701" y="181267"/>
                </a:cubicBezTo>
                <a:lnTo>
                  <a:pt x="236701" y="147897"/>
                </a:lnTo>
                <a:close/>
                <a:moveTo>
                  <a:pt x="388998" y="80176"/>
                </a:moveTo>
                <a:cubicBezTo>
                  <a:pt x="388998" y="81756"/>
                  <a:pt x="388946" y="83097"/>
                  <a:pt x="388842" y="84200"/>
                </a:cubicBezTo>
                <a:cubicBezTo>
                  <a:pt x="388737" y="85304"/>
                  <a:pt x="388555" y="86195"/>
                  <a:pt x="388293" y="86874"/>
                </a:cubicBezTo>
                <a:cubicBezTo>
                  <a:pt x="388032" y="87553"/>
                  <a:pt x="387719" y="88075"/>
                  <a:pt x="387353" y="88440"/>
                </a:cubicBezTo>
                <a:cubicBezTo>
                  <a:pt x="386988" y="88806"/>
                  <a:pt x="386492" y="88989"/>
                  <a:pt x="385865" y="88989"/>
                </a:cubicBezTo>
                <a:cubicBezTo>
                  <a:pt x="384925" y="88989"/>
                  <a:pt x="383828" y="88754"/>
                  <a:pt x="382575" y="88284"/>
                </a:cubicBezTo>
                <a:cubicBezTo>
                  <a:pt x="381322" y="87814"/>
                  <a:pt x="379859" y="87318"/>
                  <a:pt x="378188" y="86795"/>
                </a:cubicBezTo>
                <a:cubicBezTo>
                  <a:pt x="376517" y="86273"/>
                  <a:pt x="374689" y="85777"/>
                  <a:pt x="372705" y="85307"/>
                </a:cubicBezTo>
                <a:cubicBezTo>
                  <a:pt x="370720" y="84837"/>
                  <a:pt x="368527" y="84602"/>
                  <a:pt x="366125" y="84602"/>
                </a:cubicBezTo>
                <a:cubicBezTo>
                  <a:pt x="363305" y="84602"/>
                  <a:pt x="360537" y="85198"/>
                  <a:pt x="357821" y="86389"/>
                </a:cubicBezTo>
                <a:cubicBezTo>
                  <a:pt x="355106" y="87580"/>
                  <a:pt x="352259" y="89498"/>
                  <a:pt x="349283" y="92142"/>
                </a:cubicBezTo>
                <a:cubicBezTo>
                  <a:pt x="346306" y="94785"/>
                  <a:pt x="343172" y="98284"/>
                  <a:pt x="339882" y="102639"/>
                </a:cubicBezTo>
                <a:cubicBezTo>
                  <a:pt x="336592" y="106993"/>
                  <a:pt x="332963" y="112331"/>
                  <a:pt x="328994" y="118653"/>
                </a:cubicBezTo>
                <a:lnTo>
                  <a:pt x="328994" y="214633"/>
                </a:lnTo>
                <a:cubicBezTo>
                  <a:pt x="328994" y="215260"/>
                  <a:pt x="328837" y="215836"/>
                  <a:pt x="328524" y="216362"/>
                </a:cubicBezTo>
                <a:cubicBezTo>
                  <a:pt x="328210" y="216884"/>
                  <a:pt x="327714" y="217302"/>
                  <a:pt x="327035" y="217615"/>
                </a:cubicBezTo>
                <a:cubicBezTo>
                  <a:pt x="326357" y="217928"/>
                  <a:pt x="325417" y="218189"/>
                  <a:pt x="324215" y="218398"/>
                </a:cubicBezTo>
                <a:cubicBezTo>
                  <a:pt x="323014" y="218607"/>
                  <a:pt x="321474" y="218712"/>
                  <a:pt x="319594" y="218712"/>
                </a:cubicBezTo>
                <a:cubicBezTo>
                  <a:pt x="317818" y="218712"/>
                  <a:pt x="316330" y="218607"/>
                  <a:pt x="315129" y="218398"/>
                </a:cubicBezTo>
                <a:cubicBezTo>
                  <a:pt x="313927" y="218189"/>
                  <a:pt x="312961" y="217928"/>
                  <a:pt x="312230" y="217615"/>
                </a:cubicBezTo>
                <a:cubicBezTo>
                  <a:pt x="311499" y="217302"/>
                  <a:pt x="311003" y="216884"/>
                  <a:pt x="310742" y="216362"/>
                </a:cubicBezTo>
                <a:cubicBezTo>
                  <a:pt x="310481" y="215836"/>
                  <a:pt x="310350" y="215260"/>
                  <a:pt x="310350" y="214633"/>
                </a:cubicBezTo>
                <a:lnTo>
                  <a:pt x="310350" y="72700"/>
                </a:lnTo>
                <a:cubicBezTo>
                  <a:pt x="310350" y="72073"/>
                  <a:pt x="310481" y="71499"/>
                  <a:pt x="310742" y="70976"/>
                </a:cubicBezTo>
                <a:cubicBezTo>
                  <a:pt x="311003" y="70451"/>
                  <a:pt x="311499" y="70005"/>
                  <a:pt x="312230" y="69640"/>
                </a:cubicBezTo>
                <a:cubicBezTo>
                  <a:pt x="312961" y="69274"/>
                  <a:pt x="313875" y="69013"/>
                  <a:pt x="314972" y="68857"/>
                </a:cubicBezTo>
                <a:cubicBezTo>
                  <a:pt x="316069" y="68700"/>
                  <a:pt x="317505" y="68622"/>
                  <a:pt x="319280" y="68622"/>
                </a:cubicBezTo>
                <a:cubicBezTo>
                  <a:pt x="321056" y="68622"/>
                  <a:pt x="322518" y="68700"/>
                  <a:pt x="323667" y="68857"/>
                </a:cubicBezTo>
                <a:cubicBezTo>
                  <a:pt x="324816" y="69013"/>
                  <a:pt x="325704" y="69274"/>
                  <a:pt x="326330" y="69640"/>
                </a:cubicBezTo>
                <a:cubicBezTo>
                  <a:pt x="326957" y="70005"/>
                  <a:pt x="327401" y="70451"/>
                  <a:pt x="327662" y="70976"/>
                </a:cubicBezTo>
                <a:cubicBezTo>
                  <a:pt x="327923" y="71499"/>
                  <a:pt x="328054" y="72073"/>
                  <a:pt x="328054" y="72700"/>
                </a:cubicBezTo>
                <a:lnTo>
                  <a:pt x="328054" y="95128"/>
                </a:lnTo>
                <a:cubicBezTo>
                  <a:pt x="332127" y="89201"/>
                  <a:pt x="335887" y="84417"/>
                  <a:pt x="339334" y="80778"/>
                </a:cubicBezTo>
                <a:cubicBezTo>
                  <a:pt x="342781" y="77139"/>
                  <a:pt x="346071" y="74306"/>
                  <a:pt x="349204" y="72279"/>
                </a:cubicBezTo>
                <a:cubicBezTo>
                  <a:pt x="352338" y="70252"/>
                  <a:pt x="355393" y="68874"/>
                  <a:pt x="358369" y="68147"/>
                </a:cubicBezTo>
                <a:cubicBezTo>
                  <a:pt x="361346" y="67419"/>
                  <a:pt x="364401" y="67055"/>
                  <a:pt x="367535" y="67055"/>
                </a:cubicBezTo>
                <a:cubicBezTo>
                  <a:pt x="368892" y="67055"/>
                  <a:pt x="370459" y="67135"/>
                  <a:pt x="372235" y="67295"/>
                </a:cubicBezTo>
                <a:cubicBezTo>
                  <a:pt x="374010" y="67451"/>
                  <a:pt x="375917" y="67740"/>
                  <a:pt x="377953" y="68161"/>
                </a:cubicBezTo>
                <a:cubicBezTo>
                  <a:pt x="379990" y="68582"/>
                  <a:pt x="381818" y="69083"/>
                  <a:pt x="383437" y="69664"/>
                </a:cubicBezTo>
                <a:cubicBezTo>
                  <a:pt x="385056" y="70242"/>
                  <a:pt x="386178" y="70769"/>
                  <a:pt x="386805" y="71246"/>
                </a:cubicBezTo>
                <a:cubicBezTo>
                  <a:pt x="387432" y="71719"/>
                  <a:pt x="387850" y="72140"/>
                  <a:pt x="388058" y="72509"/>
                </a:cubicBezTo>
                <a:cubicBezTo>
                  <a:pt x="388267" y="72878"/>
                  <a:pt x="388450" y="73353"/>
                  <a:pt x="388607" y="73934"/>
                </a:cubicBezTo>
                <a:cubicBezTo>
                  <a:pt x="388763" y="74511"/>
                  <a:pt x="388868" y="75301"/>
                  <a:pt x="388920" y="76303"/>
                </a:cubicBezTo>
                <a:cubicBezTo>
                  <a:pt x="388972" y="77305"/>
                  <a:pt x="388998" y="78596"/>
                  <a:pt x="388998" y="80176"/>
                </a:cubicBezTo>
                <a:close/>
                <a:moveTo>
                  <a:pt x="523403" y="77630"/>
                </a:moveTo>
                <a:cubicBezTo>
                  <a:pt x="523403" y="80584"/>
                  <a:pt x="522933" y="82642"/>
                  <a:pt x="521993" y="83804"/>
                </a:cubicBezTo>
                <a:cubicBezTo>
                  <a:pt x="521052" y="84963"/>
                  <a:pt x="519851" y="85542"/>
                  <a:pt x="518389" y="85542"/>
                </a:cubicBezTo>
                <a:lnTo>
                  <a:pt x="495985" y="85542"/>
                </a:lnTo>
                <a:cubicBezTo>
                  <a:pt x="500372" y="90000"/>
                  <a:pt x="503427" y="94847"/>
                  <a:pt x="505150" y="100083"/>
                </a:cubicBezTo>
                <a:cubicBezTo>
                  <a:pt x="506874" y="105315"/>
                  <a:pt x="507736" y="110834"/>
                  <a:pt x="507736" y="116641"/>
                </a:cubicBezTo>
                <a:cubicBezTo>
                  <a:pt x="507736" y="124670"/>
                  <a:pt x="506456" y="131813"/>
                  <a:pt x="503897" y="138070"/>
                </a:cubicBezTo>
                <a:cubicBezTo>
                  <a:pt x="501338" y="144328"/>
                  <a:pt x="497709" y="149620"/>
                  <a:pt x="493009" y="153948"/>
                </a:cubicBezTo>
                <a:cubicBezTo>
                  <a:pt x="488308" y="158276"/>
                  <a:pt x="482721" y="161587"/>
                  <a:pt x="476245" y="163882"/>
                </a:cubicBezTo>
                <a:cubicBezTo>
                  <a:pt x="469769" y="166176"/>
                  <a:pt x="462615" y="167324"/>
                  <a:pt x="454781" y="167324"/>
                </a:cubicBezTo>
                <a:cubicBezTo>
                  <a:pt x="448410" y="167324"/>
                  <a:pt x="442352" y="166438"/>
                  <a:pt x="436607" y="164665"/>
                </a:cubicBezTo>
                <a:cubicBezTo>
                  <a:pt x="430863" y="162893"/>
                  <a:pt x="426371" y="160703"/>
                  <a:pt x="423134" y="158095"/>
                </a:cubicBezTo>
                <a:cubicBezTo>
                  <a:pt x="421045" y="160194"/>
                  <a:pt x="419321" y="162607"/>
                  <a:pt x="417964" y="165336"/>
                </a:cubicBezTo>
                <a:cubicBezTo>
                  <a:pt x="416606" y="168065"/>
                  <a:pt x="415927" y="171213"/>
                  <a:pt x="415927" y="174780"/>
                </a:cubicBezTo>
                <a:cubicBezTo>
                  <a:pt x="415927" y="178766"/>
                  <a:pt x="417833" y="182123"/>
                  <a:pt x="421645" y="184851"/>
                </a:cubicBezTo>
                <a:cubicBezTo>
                  <a:pt x="425458" y="187580"/>
                  <a:pt x="430393" y="189049"/>
                  <a:pt x="436451" y="189258"/>
                </a:cubicBezTo>
                <a:lnTo>
                  <a:pt x="474835" y="190829"/>
                </a:lnTo>
                <a:cubicBezTo>
                  <a:pt x="481310" y="191038"/>
                  <a:pt x="487395" y="191927"/>
                  <a:pt x="493087" y="193497"/>
                </a:cubicBezTo>
                <a:cubicBezTo>
                  <a:pt x="498779" y="195064"/>
                  <a:pt x="503767" y="197391"/>
                  <a:pt x="508049" y="200479"/>
                </a:cubicBezTo>
                <a:cubicBezTo>
                  <a:pt x="512331" y="203567"/>
                  <a:pt x="515726" y="207361"/>
                  <a:pt x="518232" y="211862"/>
                </a:cubicBezTo>
                <a:cubicBezTo>
                  <a:pt x="520739" y="216360"/>
                  <a:pt x="521993" y="221643"/>
                  <a:pt x="521993" y="227710"/>
                </a:cubicBezTo>
                <a:cubicBezTo>
                  <a:pt x="521993" y="233990"/>
                  <a:pt x="520713" y="240007"/>
                  <a:pt x="518154" y="245762"/>
                </a:cubicBezTo>
                <a:cubicBezTo>
                  <a:pt x="515595" y="251516"/>
                  <a:pt x="511626" y="256564"/>
                  <a:pt x="506247" y="260905"/>
                </a:cubicBezTo>
                <a:cubicBezTo>
                  <a:pt x="500868" y="265249"/>
                  <a:pt x="494001" y="268702"/>
                  <a:pt x="485645" y="271265"/>
                </a:cubicBezTo>
                <a:cubicBezTo>
                  <a:pt x="477289" y="273830"/>
                  <a:pt x="467315" y="275113"/>
                  <a:pt x="455721" y="275113"/>
                </a:cubicBezTo>
                <a:cubicBezTo>
                  <a:pt x="444650" y="275113"/>
                  <a:pt x="435223" y="274145"/>
                  <a:pt x="427442" y="272210"/>
                </a:cubicBezTo>
                <a:cubicBezTo>
                  <a:pt x="419661" y="270277"/>
                  <a:pt x="413290" y="267612"/>
                  <a:pt x="408328" y="264214"/>
                </a:cubicBezTo>
                <a:cubicBezTo>
                  <a:pt x="403367" y="260820"/>
                  <a:pt x="399764" y="256823"/>
                  <a:pt x="397518" y="252224"/>
                </a:cubicBezTo>
                <a:cubicBezTo>
                  <a:pt x="395272" y="247625"/>
                  <a:pt x="394150" y="242659"/>
                  <a:pt x="394150" y="237326"/>
                </a:cubicBezTo>
                <a:cubicBezTo>
                  <a:pt x="394150" y="233670"/>
                  <a:pt x="394567" y="230222"/>
                  <a:pt x="395403" y="226981"/>
                </a:cubicBezTo>
                <a:cubicBezTo>
                  <a:pt x="396239" y="223740"/>
                  <a:pt x="397518" y="220657"/>
                  <a:pt x="399241" y="217732"/>
                </a:cubicBezTo>
                <a:cubicBezTo>
                  <a:pt x="400965" y="214805"/>
                  <a:pt x="403106" y="211983"/>
                  <a:pt x="405665" y="209267"/>
                </a:cubicBezTo>
                <a:cubicBezTo>
                  <a:pt x="408224" y="206548"/>
                  <a:pt x="411174" y="203777"/>
                  <a:pt x="414517" y="200954"/>
                </a:cubicBezTo>
                <a:cubicBezTo>
                  <a:pt x="409190" y="198225"/>
                  <a:pt x="405273" y="194921"/>
                  <a:pt x="402767" y="191040"/>
                </a:cubicBezTo>
                <a:cubicBezTo>
                  <a:pt x="400260" y="187159"/>
                  <a:pt x="399006" y="183015"/>
                  <a:pt x="399006" y="178609"/>
                </a:cubicBezTo>
                <a:cubicBezTo>
                  <a:pt x="399006" y="172107"/>
                  <a:pt x="400260" y="166364"/>
                  <a:pt x="402767" y="161380"/>
                </a:cubicBezTo>
                <a:cubicBezTo>
                  <a:pt x="405273" y="156396"/>
                  <a:pt x="408302" y="151911"/>
                  <a:pt x="411853" y="147926"/>
                </a:cubicBezTo>
                <a:cubicBezTo>
                  <a:pt x="408824" y="143964"/>
                  <a:pt x="406474" y="139636"/>
                  <a:pt x="404803" y="134942"/>
                </a:cubicBezTo>
                <a:cubicBezTo>
                  <a:pt x="403132" y="130248"/>
                  <a:pt x="402296" y="124618"/>
                  <a:pt x="402296" y="118051"/>
                </a:cubicBezTo>
                <a:cubicBezTo>
                  <a:pt x="402296" y="110123"/>
                  <a:pt x="403602" y="103006"/>
                  <a:pt x="406213" y="96700"/>
                </a:cubicBezTo>
                <a:cubicBezTo>
                  <a:pt x="408824" y="90391"/>
                  <a:pt x="412454" y="85046"/>
                  <a:pt x="417102" y="80666"/>
                </a:cubicBezTo>
                <a:cubicBezTo>
                  <a:pt x="421750" y="76285"/>
                  <a:pt x="427311" y="72922"/>
                  <a:pt x="433787" y="70575"/>
                </a:cubicBezTo>
                <a:cubicBezTo>
                  <a:pt x="440263" y="68228"/>
                  <a:pt x="447365" y="67055"/>
                  <a:pt x="455094" y="67055"/>
                </a:cubicBezTo>
                <a:cubicBezTo>
                  <a:pt x="459168" y="67055"/>
                  <a:pt x="463006" y="67290"/>
                  <a:pt x="466610" y="67760"/>
                </a:cubicBezTo>
                <a:cubicBezTo>
                  <a:pt x="470213" y="68230"/>
                  <a:pt x="473529" y="68830"/>
                  <a:pt x="476558" y="69562"/>
                </a:cubicBezTo>
                <a:lnTo>
                  <a:pt x="518389" y="69562"/>
                </a:lnTo>
                <a:cubicBezTo>
                  <a:pt x="520165" y="69562"/>
                  <a:pt x="521444" y="70247"/>
                  <a:pt x="522228" y="71618"/>
                </a:cubicBezTo>
                <a:cubicBezTo>
                  <a:pt x="523011" y="72989"/>
                  <a:pt x="523403" y="74993"/>
                  <a:pt x="523403" y="77630"/>
                </a:cubicBezTo>
                <a:moveTo>
                  <a:pt x="488465" y="116954"/>
                </a:moveTo>
                <a:cubicBezTo>
                  <a:pt x="488465" y="106222"/>
                  <a:pt x="485514" y="97834"/>
                  <a:pt x="479613" y="91789"/>
                </a:cubicBezTo>
                <a:cubicBezTo>
                  <a:pt x="473712" y="85744"/>
                  <a:pt x="465330" y="82722"/>
                  <a:pt x="454468" y="82722"/>
                </a:cubicBezTo>
                <a:cubicBezTo>
                  <a:pt x="448932" y="82722"/>
                  <a:pt x="444075" y="83660"/>
                  <a:pt x="439897" y="85537"/>
                </a:cubicBezTo>
                <a:cubicBezTo>
                  <a:pt x="435719" y="87411"/>
                  <a:pt x="432273" y="89963"/>
                  <a:pt x="429557" y="93194"/>
                </a:cubicBezTo>
                <a:cubicBezTo>
                  <a:pt x="426841" y="96426"/>
                  <a:pt x="424805" y="100178"/>
                  <a:pt x="423447" y="104450"/>
                </a:cubicBezTo>
                <a:cubicBezTo>
                  <a:pt x="422089" y="108723"/>
                  <a:pt x="421410" y="113256"/>
                  <a:pt x="421410" y="118051"/>
                </a:cubicBezTo>
                <a:cubicBezTo>
                  <a:pt x="421410" y="128470"/>
                  <a:pt x="424361" y="136675"/>
                  <a:pt x="430262" y="142668"/>
                </a:cubicBezTo>
                <a:cubicBezTo>
                  <a:pt x="436163" y="148660"/>
                  <a:pt x="444441" y="151657"/>
                  <a:pt x="455094" y="151657"/>
                </a:cubicBezTo>
                <a:cubicBezTo>
                  <a:pt x="460734" y="151657"/>
                  <a:pt x="465670" y="150720"/>
                  <a:pt x="469900" y="148846"/>
                </a:cubicBezTo>
                <a:cubicBezTo>
                  <a:pt x="474130" y="146970"/>
                  <a:pt x="477603" y="144442"/>
                  <a:pt x="480318" y="141263"/>
                </a:cubicBezTo>
                <a:cubicBezTo>
                  <a:pt x="483034" y="138084"/>
                  <a:pt x="485071" y="134384"/>
                  <a:pt x="486428" y="130164"/>
                </a:cubicBezTo>
                <a:cubicBezTo>
                  <a:pt x="487786" y="125943"/>
                  <a:pt x="488465" y="121540"/>
                  <a:pt x="488465" y="116954"/>
                </a:cubicBezTo>
                <a:moveTo>
                  <a:pt x="503349" y="228807"/>
                </a:moveTo>
                <a:cubicBezTo>
                  <a:pt x="503349" y="221894"/>
                  <a:pt x="500555" y="216605"/>
                  <a:pt x="494967" y="212939"/>
                </a:cubicBezTo>
                <a:cubicBezTo>
                  <a:pt x="489379" y="209271"/>
                  <a:pt x="481885" y="207280"/>
                  <a:pt x="472485" y="206966"/>
                </a:cubicBezTo>
                <a:lnTo>
                  <a:pt x="431280" y="205551"/>
                </a:lnTo>
                <a:cubicBezTo>
                  <a:pt x="427520" y="208486"/>
                  <a:pt x="424439" y="211262"/>
                  <a:pt x="422037" y="213879"/>
                </a:cubicBezTo>
                <a:cubicBezTo>
                  <a:pt x="419635" y="216497"/>
                  <a:pt x="417729" y="219036"/>
                  <a:pt x="416318" y="221497"/>
                </a:cubicBezTo>
                <a:cubicBezTo>
                  <a:pt x="414908" y="223962"/>
                  <a:pt x="413942" y="226372"/>
                  <a:pt x="413420" y="228729"/>
                </a:cubicBezTo>
                <a:cubicBezTo>
                  <a:pt x="412898" y="231085"/>
                  <a:pt x="412637" y="233468"/>
                  <a:pt x="412637" y="235877"/>
                </a:cubicBezTo>
                <a:cubicBezTo>
                  <a:pt x="412637" y="243629"/>
                  <a:pt x="416527" y="249494"/>
                  <a:pt x="424309" y="253473"/>
                </a:cubicBezTo>
                <a:cubicBezTo>
                  <a:pt x="432090" y="257455"/>
                  <a:pt x="442926" y="259446"/>
                  <a:pt x="456818" y="259446"/>
                </a:cubicBezTo>
                <a:cubicBezTo>
                  <a:pt x="465591" y="259446"/>
                  <a:pt x="472929" y="258581"/>
                  <a:pt x="478830" y="256851"/>
                </a:cubicBezTo>
                <a:cubicBezTo>
                  <a:pt x="484731" y="255124"/>
                  <a:pt x="489510" y="252846"/>
                  <a:pt x="493165" y="250016"/>
                </a:cubicBezTo>
                <a:cubicBezTo>
                  <a:pt x="496821" y="247190"/>
                  <a:pt x="499432" y="243942"/>
                  <a:pt x="500999" y="240273"/>
                </a:cubicBezTo>
                <a:cubicBezTo>
                  <a:pt x="502565" y="236608"/>
                  <a:pt x="503349" y="232786"/>
                  <a:pt x="503349" y="228807"/>
                </a:cubicBezTo>
                <a:close/>
                <a:moveTo>
                  <a:pt x="679773" y="136460"/>
                </a:moveTo>
                <a:cubicBezTo>
                  <a:pt x="679773" y="140220"/>
                  <a:pt x="678781" y="142805"/>
                  <a:pt x="676797" y="144215"/>
                </a:cubicBezTo>
                <a:cubicBezTo>
                  <a:pt x="674812" y="145625"/>
                  <a:pt x="672880" y="146330"/>
                  <a:pt x="671000" y="146330"/>
                </a:cubicBezTo>
                <a:lnTo>
                  <a:pt x="574334" y="146330"/>
                </a:lnTo>
                <a:cubicBezTo>
                  <a:pt x="574334" y="155126"/>
                  <a:pt x="575196" y="163085"/>
                  <a:pt x="576919" y="170207"/>
                </a:cubicBezTo>
                <a:cubicBezTo>
                  <a:pt x="578643" y="177329"/>
                  <a:pt x="581489" y="183430"/>
                  <a:pt x="585458" y="188508"/>
                </a:cubicBezTo>
                <a:cubicBezTo>
                  <a:pt x="589427" y="193587"/>
                  <a:pt x="594597" y="197489"/>
                  <a:pt x="600968" y="200215"/>
                </a:cubicBezTo>
                <a:cubicBezTo>
                  <a:pt x="607339" y="202937"/>
                  <a:pt x="615173" y="204298"/>
                  <a:pt x="624469" y="204298"/>
                </a:cubicBezTo>
                <a:cubicBezTo>
                  <a:pt x="631049" y="204298"/>
                  <a:pt x="636950" y="203715"/>
                  <a:pt x="642172" y="202550"/>
                </a:cubicBezTo>
                <a:cubicBezTo>
                  <a:pt x="647395" y="201385"/>
                  <a:pt x="651912" y="200087"/>
                  <a:pt x="655724" y="198658"/>
                </a:cubicBezTo>
                <a:cubicBezTo>
                  <a:pt x="659537" y="197228"/>
                  <a:pt x="662670" y="195931"/>
                  <a:pt x="665125" y="194766"/>
                </a:cubicBezTo>
                <a:cubicBezTo>
                  <a:pt x="667579" y="193600"/>
                  <a:pt x="669329" y="193018"/>
                  <a:pt x="670373" y="193018"/>
                </a:cubicBezTo>
                <a:cubicBezTo>
                  <a:pt x="671000" y="193018"/>
                  <a:pt x="671574" y="193176"/>
                  <a:pt x="672096" y="193493"/>
                </a:cubicBezTo>
                <a:cubicBezTo>
                  <a:pt x="672619" y="193809"/>
                  <a:pt x="673036" y="194310"/>
                  <a:pt x="673350" y="194996"/>
                </a:cubicBezTo>
                <a:cubicBezTo>
                  <a:pt x="673663" y="195681"/>
                  <a:pt x="673898" y="196551"/>
                  <a:pt x="674055" y="197605"/>
                </a:cubicBezTo>
                <a:cubicBezTo>
                  <a:pt x="674211" y="198659"/>
                  <a:pt x="674290" y="199976"/>
                  <a:pt x="674290" y="201556"/>
                </a:cubicBezTo>
                <a:cubicBezTo>
                  <a:pt x="674290" y="202297"/>
                  <a:pt x="674238" y="203010"/>
                  <a:pt x="674133" y="203696"/>
                </a:cubicBezTo>
                <a:cubicBezTo>
                  <a:pt x="674029" y="204381"/>
                  <a:pt x="673898" y="205014"/>
                  <a:pt x="673741" y="205595"/>
                </a:cubicBezTo>
                <a:cubicBezTo>
                  <a:pt x="673585" y="206173"/>
                  <a:pt x="673350" y="206726"/>
                  <a:pt x="673036" y="207255"/>
                </a:cubicBezTo>
                <a:cubicBezTo>
                  <a:pt x="672723" y="207781"/>
                  <a:pt x="672305" y="208308"/>
                  <a:pt x="671783" y="208836"/>
                </a:cubicBezTo>
                <a:cubicBezTo>
                  <a:pt x="671261" y="209362"/>
                  <a:pt x="669642" y="210277"/>
                  <a:pt x="666926" y="211583"/>
                </a:cubicBezTo>
                <a:cubicBezTo>
                  <a:pt x="664211" y="212889"/>
                  <a:pt x="660659" y="214194"/>
                  <a:pt x="656273" y="215500"/>
                </a:cubicBezTo>
                <a:cubicBezTo>
                  <a:pt x="651886" y="216805"/>
                  <a:pt x="646794" y="217980"/>
                  <a:pt x="640997" y="219025"/>
                </a:cubicBezTo>
                <a:cubicBezTo>
                  <a:pt x="635201" y="220069"/>
                  <a:pt x="628960" y="220592"/>
                  <a:pt x="622275" y="220592"/>
                </a:cubicBezTo>
                <a:cubicBezTo>
                  <a:pt x="611308" y="220592"/>
                  <a:pt x="601595" y="218945"/>
                  <a:pt x="593135" y="215652"/>
                </a:cubicBezTo>
                <a:cubicBezTo>
                  <a:pt x="584674" y="212358"/>
                  <a:pt x="577572" y="207497"/>
                  <a:pt x="571828" y="201067"/>
                </a:cubicBezTo>
                <a:cubicBezTo>
                  <a:pt x="566083" y="194637"/>
                  <a:pt x="561722" y="186664"/>
                  <a:pt x="558746" y="177150"/>
                </a:cubicBezTo>
                <a:cubicBezTo>
                  <a:pt x="555769" y="167635"/>
                  <a:pt x="554280" y="156605"/>
                  <a:pt x="554280" y="144058"/>
                </a:cubicBezTo>
                <a:cubicBezTo>
                  <a:pt x="554280" y="132034"/>
                  <a:pt x="555821" y="121264"/>
                  <a:pt x="558902" y="111750"/>
                </a:cubicBezTo>
                <a:cubicBezTo>
                  <a:pt x="561983" y="102235"/>
                  <a:pt x="566396" y="94159"/>
                  <a:pt x="572141" y="87520"/>
                </a:cubicBezTo>
                <a:cubicBezTo>
                  <a:pt x="577885" y="80881"/>
                  <a:pt x="584805" y="75810"/>
                  <a:pt x="592900" y="72308"/>
                </a:cubicBezTo>
                <a:cubicBezTo>
                  <a:pt x="600994" y="68806"/>
                  <a:pt x="610003" y="67055"/>
                  <a:pt x="619925" y="67055"/>
                </a:cubicBezTo>
                <a:cubicBezTo>
                  <a:pt x="630579" y="67055"/>
                  <a:pt x="639666" y="68830"/>
                  <a:pt x="647186" y="72382"/>
                </a:cubicBezTo>
                <a:cubicBezTo>
                  <a:pt x="654706" y="75933"/>
                  <a:pt x="660895" y="80711"/>
                  <a:pt x="665751" y="86717"/>
                </a:cubicBezTo>
                <a:cubicBezTo>
                  <a:pt x="670608" y="92723"/>
                  <a:pt x="674159" y="99694"/>
                  <a:pt x="676405" y="107632"/>
                </a:cubicBezTo>
                <a:cubicBezTo>
                  <a:pt x="678650" y="115570"/>
                  <a:pt x="679773" y="123926"/>
                  <a:pt x="679773" y="132700"/>
                </a:cubicBezTo>
                <a:lnTo>
                  <a:pt x="679773" y="136460"/>
                </a:lnTo>
                <a:moveTo>
                  <a:pt x="660503" y="130976"/>
                </a:moveTo>
                <a:cubicBezTo>
                  <a:pt x="660816" y="115936"/>
                  <a:pt x="657369" y="104186"/>
                  <a:pt x="650163" y="95725"/>
                </a:cubicBezTo>
                <a:cubicBezTo>
                  <a:pt x="642956" y="87265"/>
                  <a:pt x="632459" y="83035"/>
                  <a:pt x="618672" y="83035"/>
                </a:cubicBezTo>
                <a:cubicBezTo>
                  <a:pt x="611570" y="83035"/>
                  <a:pt x="605329" y="84367"/>
                  <a:pt x="599950" y="87030"/>
                </a:cubicBezTo>
                <a:cubicBezTo>
                  <a:pt x="594571" y="89694"/>
                  <a:pt x="590027" y="93219"/>
                  <a:pt x="586319" y="97606"/>
                </a:cubicBezTo>
                <a:cubicBezTo>
                  <a:pt x="582612" y="101992"/>
                  <a:pt x="579765" y="107084"/>
                  <a:pt x="577781" y="112881"/>
                </a:cubicBezTo>
                <a:cubicBezTo>
                  <a:pt x="575796" y="118678"/>
                  <a:pt x="574648" y="124709"/>
                  <a:pt x="574334" y="130976"/>
                </a:cubicBezTo>
                <a:lnTo>
                  <a:pt x="660503" y="130976"/>
                </a:lnTo>
                <a:close/>
                <a:moveTo>
                  <a:pt x="787114" y="206335"/>
                </a:moveTo>
                <a:cubicBezTo>
                  <a:pt x="787114" y="208528"/>
                  <a:pt x="786931" y="210304"/>
                  <a:pt x="786565" y="211661"/>
                </a:cubicBezTo>
                <a:cubicBezTo>
                  <a:pt x="786200" y="213019"/>
                  <a:pt x="785625" y="214090"/>
                  <a:pt x="784842" y="214873"/>
                </a:cubicBezTo>
                <a:cubicBezTo>
                  <a:pt x="784059" y="215656"/>
                  <a:pt x="782910" y="216388"/>
                  <a:pt x="781395" y="217067"/>
                </a:cubicBezTo>
                <a:cubicBezTo>
                  <a:pt x="779881" y="217745"/>
                  <a:pt x="778131" y="218320"/>
                  <a:pt x="776147" y="218790"/>
                </a:cubicBezTo>
                <a:cubicBezTo>
                  <a:pt x="774162" y="219260"/>
                  <a:pt x="772073" y="219625"/>
                  <a:pt x="769880" y="219887"/>
                </a:cubicBezTo>
                <a:cubicBezTo>
                  <a:pt x="767687" y="220148"/>
                  <a:pt x="765545" y="220278"/>
                  <a:pt x="763456" y="220278"/>
                </a:cubicBezTo>
                <a:cubicBezTo>
                  <a:pt x="756458" y="220278"/>
                  <a:pt x="750505" y="219338"/>
                  <a:pt x="745596" y="217458"/>
                </a:cubicBezTo>
                <a:cubicBezTo>
                  <a:pt x="740687" y="215578"/>
                  <a:pt x="736666" y="212732"/>
                  <a:pt x="733532" y="208920"/>
                </a:cubicBezTo>
                <a:cubicBezTo>
                  <a:pt x="730399" y="205107"/>
                  <a:pt x="728127" y="200277"/>
                  <a:pt x="726717" y="194428"/>
                </a:cubicBezTo>
                <a:cubicBezTo>
                  <a:pt x="725307" y="188579"/>
                  <a:pt x="724602" y="181685"/>
                  <a:pt x="724602" y="173747"/>
                </a:cubicBezTo>
                <a:lnTo>
                  <a:pt x="724602" y="85542"/>
                </a:lnTo>
                <a:lnTo>
                  <a:pt x="703452" y="85542"/>
                </a:lnTo>
                <a:cubicBezTo>
                  <a:pt x="701989" y="85542"/>
                  <a:pt x="700841" y="84883"/>
                  <a:pt x="700005" y="83564"/>
                </a:cubicBezTo>
                <a:cubicBezTo>
                  <a:pt x="699169" y="82245"/>
                  <a:pt x="698752" y="80267"/>
                  <a:pt x="698752" y="77630"/>
                </a:cubicBezTo>
                <a:cubicBezTo>
                  <a:pt x="698752" y="76259"/>
                  <a:pt x="698856" y="75073"/>
                  <a:pt x="699065" y="74071"/>
                </a:cubicBezTo>
                <a:cubicBezTo>
                  <a:pt x="699274" y="73069"/>
                  <a:pt x="699587" y="72225"/>
                  <a:pt x="700005" y="71540"/>
                </a:cubicBezTo>
                <a:cubicBezTo>
                  <a:pt x="700423" y="70854"/>
                  <a:pt x="700919" y="70353"/>
                  <a:pt x="701493" y="70036"/>
                </a:cubicBezTo>
                <a:cubicBezTo>
                  <a:pt x="702068" y="69720"/>
                  <a:pt x="702721" y="69562"/>
                  <a:pt x="703452" y="69562"/>
                </a:cubicBezTo>
                <a:lnTo>
                  <a:pt x="724602" y="69562"/>
                </a:lnTo>
                <a:lnTo>
                  <a:pt x="724602" y="34781"/>
                </a:lnTo>
                <a:cubicBezTo>
                  <a:pt x="724602" y="34154"/>
                  <a:pt x="724733" y="33580"/>
                  <a:pt x="724994" y="33057"/>
                </a:cubicBezTo>
                <a:cubicBezTo>
                  <a:pt x="725255" y="32535"/>
                  <a:pt x="725751" y="32091"/>
                  <a:pt x="726482" y="31726"/>
                </a:cubicBezTo>
                <a:cubicBezTo>
                  <a:pt x="727213" y="31360"/>
                  <a:pt x="728180" y="31099"/>
                  <a:pt x="729381" y="30942"/>
                </a:cubicBezTo>
                <a:cubicBezTo>
                  <a:pt x="730582" y="30786"/>
                  <a:pt x="732070" y="30707"/>
                  <a:pt x="733846" y="30707"/>
                </a:cubicBezTo>
                <a:cubicBezTo>
                  <a:pt x="735726" y="30707"/>
                  <a:pt x="737266" y="30786"/>
                  <a:pt x="738468" y="30942"/>
                </a:cubicBezTo>
                <a:cubicBezTo>
                  <a:pt x="739669" y="31099"/>
                  <a:pt x="740609" y="31360"/>
                  <a:pt x="741288" y="31726"/>
                </a:cubicBezTo>
                <a:cubicBezTo>
                  <a:pt x="741967" y="32091"/>
                  <a:pt x="742463" y="32535"/>
                  <a:pt x="742776" y="33057"/>
                </a:cubicBezTo>
                <a:cubicBezTo>
                  <a:pt x="743089" y="33580"/>
                  <a:pt x="743246" y="34154"/>
                  <a:pt x="743246" y="34781"/>
                </a:cubicBezTo>
                <a:lnTo>
                  <a:pt x="743246" y="69562"/>
                </a:lnTo>
                <a:lnTo>
                  <a:pt x="782414" y="69562"/>
                </a:lnTo>
                <a:cubicBezTo>
                  <a:pt x="783145" y="69562"/>
                  <a:pt x="783797" y="69720"/>
                  <a:pt x="784372" y="70036"/>
                </a:cubicBezTo>
                <a:cubicBezTo>
                  <a:pt x="784946" y="70353"/>
                  <a:pt x="785442" y="70854"/>
                  <a:pt x="785860" y="71540"/>
                </a:cubicBezTo>
                <a:cubicBezTo>
                  <a:pt x="786278" y="72225"/>
                  <a:pt x="786591" y="73069"/>
                  <a:pt x="786800" y="74071"/>
                </a:cubicBezTo>
                <a:cubicBezTo>
                  <a:pt x="787009" y="75073"/>
                  <a:pt x="787114" y="76259"/>
                  <a:pt x="787114" y="77630"/>
                </a:cubicBezTo>
                <a:cubicBezTo>
                  <a:pt x="787114" y="80267"/>
                  <a:pt x="786670" y="82245"/>
                  <a:pt x="785782" y="83564"/>
                </a:cubicBezTo>
                <a:cubicBezTo>
                  <a:pt x="784894" y="84883"/>
                  <a:pt x="783771" y="85542"/>
                  <a:pt x="782414" y="85542"/>
                </a:cubicBezTo>
                <a:lnTo>
                  <a:pt x="743246" y="85542"/>
                </a:lnTo>
                <a:lnTo>
                  <a:pt x="743246" y="171241"/>
                </a:lnTo>
                <a:cubicBezTo>
                  <a:pt x="743246" y="181999"/>
                  <a:pt x="744787" y="190198"/>
                  <a:pt x="747868" y="195838"/>
                </a:cubicBezTo>
                <a:cubicBezTo>
                  <a:pt x="750949" y="201478"/>
                  <a:pt x="756563" y="204298"/>
                  <a:pt x="764710" y="204298"/>
                </a:cubicBezTo>
                <a:cubicBezTo>
                  <a:pt x="767217" y="204298"/>
                  <a:pt x="769488" y="204037"/>
                  <a:pt x="771525" y="203515"/>
                </a:cubicBezTo>
                <a:cubicBezTo>
                  <a:pt x="773562" y="202992"/>
                  <a:pt x="775363" y="202418"/>
                  <a:pt x="776930" y="201791"/>
                </a:cubicBezTo>
                <a:cubicBezTo>
                  <a:pt x="778497" y="201165"/>
                  <a:pt x="779828" y="200590"/>
                  <a:pt x="780925" y="200068"/>
                </a:cubicBezTo>
                <a:cubicBezTo>
                  <a:pt x="782022" y="199546"/>
                  <a:pt x="782988" y="199284"/>
                  <a:pt x="783824" y="199284"/>
                </a:cubicBezTo>
                <a:cubicBezTo>
                  <a:pt x="784346" y="199284"/>
                  <a:pt x="784816" y="199389"/>
                  <a:pt x="785234" y="199598"/>
                </a:cubicBezTo>
                <a:cubicBezTo>
                  <a:pt x="785651" y="199807"/>
                  <a:pt x="785991" y="200198"/>
                  <a:pt x="786252" y="200773"/>
                </a:cubicBezTo>
                <a:cubicBezTo>
                  <a:pt x="786513" y="201347"/>
                  <a:pt x="786722" y="202078"/>
                  <a:pt x="786879" y="202966"/>
                </a:cubicBezTo>
                <a:cubicBezTo>
                  <a:pt x="787035" y="203854"/>
                  <a:pt x="787114" y="204977"/>
                  <a:pt x="787114" y="206335"/>
                </a:cubicBezTo>
                <a:close/>
                <a:moveTo>
                  <a:pt x="1020236" y="214633"/>
                </a:moveTo>
                <a:cubicBezTo>
                  <a:pt x="1020236" y="215368"/>
                  <a:pt x="1020106" y="215996"/>
                  <a:pt x="1019845" y="216518"/>
                </a:cubicBezTo>
                <a:cubicBezTo>
                  <a:pt x="1019584" y="217040"/>
                  <a:pt x="1019114" y="217458"/>
                  <a:pt x="1018435" y="217772"/>
                </a:cubicBezTo>
                <a:cubicBezTo>
                  <a:pt x="1017756" y="218085"/>
                  <a:pt x="1016894" y="218320"/>
                  <a:pt x="1015850" y="218477"/>
                </a:cubicBezTo>
                <a:cubicBezTo>
                  <a:pt x="1014805" y="218633"/>
                  <a:pt x="1013500" y="218712"/>
                  <a:pt x="1011933" y="218712"/>
                </a:cubicBezTo>
                <a:cubicBezTo>
                  <a:pt x="1010262" y="218712"/>
                  <a:pt x="1008878" y="218633"/>
                  <a:pt x="1007781" y="218477"/>
                </a:cubicBezTo>
                <a:cubicBezTo>
                  <a:pt x="1006684" y="218323"/>
                  <a:pt x="1005797" y="218090"/>
                  <a:pt x="1005118" y="217776"/>
                </a:cubicBezTo>
                <a:cubicBezTo>
                  <a:pt x="1004439" y="217466"/>
                  <a:pt x="1003917" y="217052"/>
                  <a:pt x="1003551" y="216533"/>
                </a:cubicBezTo>
                <a:cubicBezTo>
                  <a:pt x="1003185" y="216011"/>
                  <a:pt x="1003003" y="215387"/>
                  <a:pt x="1003003" y="214663"/>
                </a:cubicBezTo>
                <a:lnTo>
                  <a:pt x="1003003" y="194403"/>
                </a:lnTo>
                <a:cubicBezTo>
                  <a:pt x="995482" y="202557"/>
                  <a:pt x="987701" y="208960"/>
                  <a:pt x="979659" y="213615"/>
                </a:cubicBezTo>
                <a:cubicBezTo>
                  <a:pt x="971616" y="218266"/>
                  <a:pt x="962843" y="220592"/>
                  <a:pt x="953338" y="220592"/>
                </a:cubicBezTo>
                <a:cubicBezTo>
                  <a:pt x="943102" y="220592"/>
                  <a:pt x="934381" y="218605"/>
                  <a:pt x="927174" y="214633"/>
                </a:cubicBezTo>
                <a:cubicBezTo>
                  <a:pt x="919967" y="210661"/>
                  <a:pt x="914092" y="205277"/>
                  <a:pt x="909549" y="198482"/>
                </a:cubicBezTo>
                <a:cubicBezTo>
                  <a:pt x="905005" y="191683"/>
                  <a:pt x="901689" y="183710"/>
                  <a:pt x="899600" y="174565"/>
                </a:cubicBezTo>
                <a:cubicBezTo>
                  <a:pt x="897511" y="165416"/>
                  <a:pt x="896467" y="155717"/>
                  <a:pt x="896467" y="145468"/>
                </a:cubicBezTo>
                <a:cubicBezTo>
                  <a:pt x="896467" y="133447"/>
                  <a:pt x="897772" y="122601"/>
                  <a:pt x="900384" y="112930"/>
                </a:cubicBezTo>
                <a:cubicBezTo>
                  <a:pt x="902995" y="103259"/>
                  <a:pt x="906859" y="95025"/>
                  <a:pt x="911977" y="88230"/>
                </a:cubicBezTo>
                <a:cubicBezTo>
                  <a:pt x="917095" y="81431"/>
                  <a:pt x="923414" y="76202"/>
                  <a:pt x="930934" y="72543"/>
                </a:cubicBezTo>
                <a:cubicBezTo>
                  <a:pt x="938454" y="68884"/>
                  <a:pt x="947176" y="67055"/>
                  <a:pt x="957098" y="67055"/>
                </a:cubicBezTo>
                <a:cubicBezTo>
                  <a:pt x="965663" y="67055"/>
                  <a:pt x="973496" y="68964"/>
                  <a:pt x="980599" y="72783"/>
                </a:cubicBezTo>
                <a:cubicBezTo>
                  <a:pt x="987701" y="76599"/>
                  <a:pt x="994699" y="82218"/>
                  <a:pt x="1001593" y="89640"/>
                </a:cubicBezTo>
                <a:lnTo>
                  <a:pt x="1001593" y="4083"/>
                </a:lnTo>
                <a:cubicBezTo>
                  <a:pt x="1001593" y="3453"/>
                  <a:pt x="1001723" y="2877"/>
                  <a:pt x="1001984" y="2355"/>
                </a:cubicBezTo>
                <a:cubicBezTo>
                  <a:pt x="1002245" y="1833"/>
                  <a:pt x="1002741" y="1415"/>
                  <a:pt x="1003473" y="1102"/>
                </a:cubicBezTo>
                <a:cubicBezTo>
                  <a:pt x="1004204" y="785"/>
                  <a:pt x="1005170" y="522"/>
                  <a:pt x="1006371" y="313"/>
                </a:cubicBezTo>
                <a:cubicBezTo>
                  <a:pt x="1007572" y="104"/>
                  <a:pt x="1009061" y="0"/>
                  <a:pt x="1010836" y="0"/>
                </a:cubicBezTo>
                <a:cubicBezTo>
                  <a:pt x="1012716" y="0"/>
                  <a:pt x="1014257" y="104"/>
                  <a:pt x="1015458" y="313"/>
                </a:cubicBezTo>
                <a:cubicBezTo>
                  <a:pt x="1016659" y="522"/>
                  <a:pt x="1017599" y="783"/>
                  <a:pt x="1018278" y="1097"/>
                </a:cubicBezTo>
                <a:cubicBezTo>
                  <a:pt x="1018957" y="1410"/>
                  <a:pt x="1019453" y="1828"/>
                  <a:pt x="1019766" y="2350"/>
                </a:cubicBezTo>
                <a:cubicBezTo>
                  <a:pt x="1020080" y="2872"/>
                  <a:pt x="1020236" y="3448"/>
                  <a:pt x="1020236" y="4078"/>
                </a:cubicBezTo>
                <a:lnTo>
                  <a:pt x="1020236" y="214633"/>
                </a:lnTo>
                <a:moveTo>
                  <a:pt x="1001593" y="112377"/>
                </a:moveTo>
                <a:cubicBezTo>
                  <a:pt x="993759" y="102859"/>
                  <a:pt x="986213" y="95590"/>
                  <a:pt x="978954" y="90570"/>
                </a:cubicBezTo>
                <a:cubicBezTo>
                  <a:pt x="971695" y="85547"/>
                  <a:pt x="964096" y="83035"/>
                  <a:pt x="956158" y="83035"/>
                </a:cubicBezTo>
                <a:cubicBezTo>
                  <a:pt x="948951" y="83035"/>
                  <a:pt x="942789" y="84762"/>
                  <a:pt x="937671" y="88215"/>
                </a:cubicBezTo>
                <a:cubicBezTo>
                  <a:pt x="932553" y="91665"/>
                  <a:pt x="928375" y="96213"/>
                  <a:pt x="925138" y="101860"/>
                </a:cubicBezTo>
                <a:cubicBezTo>
                  <a:pt x="921900" y="107507"/>
                  <a:pt x="919550" y="113886"/>
                  <a:pt x="918087" y="120998"/>
                </a:cubicBezTo>
                <a:cubicBezTo>
                  <a:pt x="916625" y="128111"/>
                  <a:pt x="915894" y="135327"/>
                  <a:pt x="915894" y="142648"/>
                </a:cubicBezTo>
                <a:cubicBezTo>
                  <a:pt x="915894" y="150491"/>
                  <a:pt x="916521" y="158126"/>
                  <a:pt x="917774" y="165551"/>
                </a:cubicBezTo>
                <a:cubicBezTo>
                  <a:pt x="919027" y="172977"/>
                  <a:pt x="921169" y="179591"/>
                  <a:pt x="924198" y="185395"/>
                </a:cubicBezTo>
                <a:cubicBezTo>
                  <a:pt x="927226" y="191198"/>
                  <a:pt x="931248" y="195852"/>
                  <a:pt x="936261" y="199358"/>
                </a:cubicBezTo>
                <a:cubicBezTo>
                  <a:pt x="941275" y="202860"/>
                  <a:pt x="947541" y="204611"/>
                  <a:pt x="955062" y="204611"/>
                </a:cubicBezTo>
                <a:cubicBezTo>
                  <a:pt x="958822" y="204611"/>
                  <a:pt x="962477" y="204089"/>
                  <a:pt x="966028" y="203045"/>
                </a:cubicBezTo>
                <a:cubicBezTo>
                  <a:pt x="969580" y="201997"/>
                  <a:pt x="973235" y="200270"/>
                  <a:pt x="976995" y="197865"/>
                </a:cubicBezTo>
                <a:cubicBezTo>
                  <a:pt x="980755" y="195459"/>
                  <a:pt x="984646" y="192347"/>
                  <a:pt x="988667" y="188528"/>
                </a:cubicBezTo>
                <a:cubicBezTo>
                  <a:pt x="992688" y="184709"/>
                  <a:pt x="996997" y="179975"/>
                  <a:pt x="1001593" y="174325"/>
                </a:cubicBezTo>
                <a:lnTo>
                  <a:pt x="1001593" y="112377"/>
                </a:lnTo>
                <a:close/>
                <a:moveTo>
                  <a:pt x="1171081" y="214638"/>
                </a:moveTo>
                <a:cubicBezTo>
                  <a:pt x="1171081" y="215683"/>
                  <a:pt x="1170741" y="216492"/>
                  <a:pt x="1170063" y="217067"/>
                </a:cubicBezTo>
                <a:cubicBezTo>
                  <a:pt x="1169384" y="217641"/>
                  <a:pt x="1168496" y="218059"/>
                  <a:pt x="1167399" y="218320"/>
                </a:cubicBezTo>
                <a:cubicBezTo>
                  <a:pt x="1166302" y="218581"/>
                  <a:pt x="1164814" y="218712"/>
                  <a:pt x="1162934" y="218712"/>
                </a:cubicBezTo>
                <a:cubicBezTo>
                  <a:pt x="1161158" y="218712"/>
                  <a:pt x="1159644" y="218581"/>
                  <a:pt x="1158391" y="218320"/>
                </a:cubicBezTo>
                <a:cubicBezTo>
                  <a:pt x="1157137" y="218059"/>
                  <a:pt x="1156171" y="217641"/>
                  <a:pt x="1155492" y="217067"/>
                </a:cubicBezTo>
                <a:cubicBezTo>
                  <a:pt x="1154813" y="216492"/>
                  <a:pt x="1154474" y="215683"/>
                  <a:pt x="1154474" y="214638"/>
                </a:cubicBezTo>
                <a:lnTo>
                  <a:pt x="1154474" y="198814"/>
                </a:lnTo>
                <a:cubicBezTo>
                  <a:pt x="1148103" y="205708"/>
                  <a:pt x="1141079" y="211061"/>
                  <a:pt x="1133402" y="214873"/>
                </a:cubicBezTo>
                <a:cubicBezTo>
                  <a:pt x="1125725" y="218685"/>
                  <a:pt x="1117761" y="220592"/>
                  <a:pt x="1109510" y="220592"/>
                </a:cubicBezTo>
                <a:cubicBezTo>
                  <a:pt x="1102094" y="220592"/>
                  <a:pt x="1095435" y="219625"/>
                  <a:pt x="1089534" y="217693"/>
                </a:cubicBezTo>
                <a:cubicBezTo>
                  <a:pt x="1083633" y="215761"/>
                  <a:pt x="1078646" y="212993"/>
                  <a:pt x="1074572" y="209390"/>
                </a:cubicBezTo>
                <a:cubicBezTo>
                  <a:pt x="1070499" y="205786"/>
                  <a:pt x="1067365" y="201426"/>
                  <a:pt x="1065172" y="196308"/>
                </a:cubicBezTo>
                <a:cubicBezTo>
                  <a:pt x="1062978" y="191190"/>
                  <a:pt x="1061882" y="185445"/>
                  <a:pt x="1061882" y="179074"/>
                </a:cubicBezTo>
                <a:cubicBezTo>
                  <a:pt x="1061882" y="171241"/>
                  <a:pt x="1063501" y="164425"/>
                  <a:pt x="1066739" y="158629"/>
                </a:cubicBezTo>
                <a:cubicBezTo>
                  <a:pt x="1069976" y="152832"/>
                  <a:pt x="1074572" y="148001"/>
                  <a:pt x="1080526" y="144137"/>
                </a:cubicBezTo>
                <a:cubicBezTo>
                  <a:pt x="1086479" y="140272"/>
                  <a:pt x="1093634" y="137374"/>
                  <a:pt x="1101989" y="135441"/>
                </a:cubicBezTo>
                <a:cubicBezTo>
                  <a:pt x="1110345" y="133509"/>
                  <a:pt x="1119641" y="132543"/>
                  <a:pt x="1129877" y="132543"/>
                </a:cubicBezTo>
                <a:lnTo>
                  <a:pt x="1152437" y="132543"/>
                </a:lnTo>
                <a:lnTo>
                  <a:pt x="1152437" y="120284"/>
                </a:lnTo>
                <a:cubicBezTo>
                  <a:pt x="1152437" y="114206"/>
                  <a:pt x="1151810" y="108837"/>
                  <a:pt x="1150557" y="104176"/>
                </a:cubicBezTo>
                <a:cubicBezTo>
                  <a:pt x="1149304" y="99512"/>
                  <a:pt x="1147267" y="95608"/>
                  <a:pt x="1144447" y="92465"/>
                </a:cubicBezTo>
                <a:cubicBezTo>
                  <a:pt x="1141627" y="89322"/>
                  <a:pt x="1137971" y="86965"/>
                  <a:pt x="1133480" y="85395"/>
                </a:cubicBezTo>
                <a:cubicBezTo>
                  <a:pt x="1128989" y="83822"/>
                  <a:pt x="1123505" y="83035"/>
                  <a:pt x="1117030" y="83035"/>
                </a:cubicBezTo>
                <a:cubicBezTo>
                  <a:pt x="1110763" y="83035"/>
                  <a:pt x="1105123" y="83792"/>
                  <a:pt x="1100109" y="85307"/>
                </a:cubicBezTo>
                <a:cubicBezTo>
                  <a:pt x="1095096" y="86821"/>
                  <a:pt x="1090709" y="88519"/>
                  <a:pt x="1086949" y="90399"/>
                </a:cubicBezTo>
                <a:cubicBezTo>
                  <a:pt x="1083189" y="92279"/>
                  <a:pt x="1080082" y="93976"/>
                  <a:pt x="1077627" y="95490"/>
                </a:cubicBezTo>
                <a:cubicBezTo>
                  <a:pt x="1075173" y="97005"/>
                  <a:pt x="1073423" y="97762"/>
                  <a:pt x="1072379" y="97762"/>
                </a:cubicBezTo>
                <a:cubicBezTo>
                  <a:pt x="1071752" y="97762"/>
                  <a:pt x="1071178" y="97658"/>
                  <a:pt x="1070655" y="97449"/>
                </a:cubicBezTo>
                <a:cubicBezTo>
                  <a:pt x="1070133" y="97237"/>
                  <a:pt x="1069689" y="96842"/>
                  <a:pt x="1069324" y="96264"/>
                </a:cubicBezTo>
                <a:cubicBezTo>
                  <a:pt x="1068958" y="95683"/>
                  <a:pt x="1068697" y="94945"/>
                  <a:pt x="1068540" y="94051"/>
                </a:cubicBezTo>
                <a:cubicBezTo>
                  <a:pt x="1068384" y="93153"/>
                  <a:pt x="1068305" y="92073"/>
                  <a:pt x="1068305" y="90810"/>
                </a:cubicBezTo>
                <a:cubicBezTo>
                  <a:pt x="1068305" y="88597"/>
                  <a:pt x="1068462" y="86833"/>
                  <a:pt x="1068775" y="85517"/>
                </a:cubicBezTo>
                <a:cubicBezTo>
                  <a:pt x="1069089" y="84199"/>
                  <a:pt x="1069898" y="82882"/>
                  <a:pt x="1071204" y="81566"/>
                </a:cubicBezTo>
                <a:cubicBezTo>
                  <a:pt x="1072509" y="80248"/>
                  <a:pt x="1074833" y="78712"/>
                  <a:pt x="1078176" y="76959"/>
                </a:cubicBezTo>
                <a:cubicBezTo>
                  <a:pt x="1081518" y="75203"/>
                  <a:pt x="1085356" y="73578"/>
                  <a:pt x="1089691" y="72083"/>
                </a:cubicBezTo>
                <a:cubicBezTo>
                  <a:pt x="1094025" y="70588"/>
                  <a:pt x="1098699" y="69377"/>
                  <a:pt x="1103713" y="68450"/>
                </a:cubicBezTo>
                <a:cubicBezTo>
                  <a:pt x="1108726" y="67520"/>
                  <a:pt x="1113740" y="67055"/>
                  <a:pt x="1118753" y="67055"/>
                </a:cubicBezTo>
                <a:cubicBezTo>
                  <a:pt x="1128467" y="67055"/>
                  <a:pt x="1136666" y="68230"/>
                  <a:pt x="1143350" y="70580"/>
                </a:cubicBezTo>
                <a:cubicBezTo>
                  <a:pt x="1150035" y="72930"/>
                  <a:pt x="1155440" y="76298"/>
                  <a:pt x="1159566" y="80685"/>
                </a:cubicBezTo>
                <a:cubicBezTo>
                  <a:pt x="1163691" y="85072"/>
                  <a:pt x="1166642" y="90477"/>
                  <a:pt x="1168418" y="96901"/>
                </a:cubicBezTo>
                <a:cubicBezTo>
                  <a:pt x="1170193" y="103324"/>
                  <a:pt x="1171081" y="110609"/>
                  <a:pt x="1171081" y="118756"/>
                </a:cubicBezTo>
                <a:lnTo>
                  <a:pt x="1171081" y="214638"/>
                </a:lnTo>
                <a:moveTo>
                  <a:pt x="1152437" y="147897"/>
                </a:moveTo>
                <a:lnTo>
                  <a:pt x="1126587" y="147897"/>
                </a:lnTo>
                <a:cubicBezTo>
                  <a:pt x="1119066" y="147897"/>
                  <a:pt x="1112486" y="148576"/>
                  <a:pt x="1106846" y="149933"/>
                </a:cubicBezTo>
                <a:cubicBezTo>
                  <a:pt x="1101206" y="151291"/>
                  <a:pt x="1096506" y="153276"/>
                  <a:pt x="1092746" y="155887"/>
                </a:cubicBezTo>
                <a:cubicBezTo>
                  <a:pt x="1088986" y="158498"/>
                  <a:pt x="1086192" y="161631"/>
                  <a:pt x="1084364" y="165287"/>
                </a:cubicBezTo>
                <a:cubicBezTo>
                  <a:pt x="1082536" y="168943"/>
                  <a:pt x="1081622" y="173121"/>
                  <a:pt x="1081622" y="177821"/>
                </a:cubicBezTo>
                <a:cubicBezTo>
                  <a:pt x="1081622" y="185967"/>
                  <a:pt x="1084207" y="192469"/>
                  <a:pt x="1089377" y="197326"/>
                </a:cubicBezTo>
                <a:cubicBezTo>
                  <a:pt x="1094548" y="202183"/>
                  <a:pt x="1101833" y="204611"/>
                  <a:pt x="1111233" y="204611"/>
                </a:cubicBezTo>
                <a:cubicBezTo>
                  <a:pt x="1118649" y="204611"/>
                  <a:pt x="1125568" y="202705"/>
                  <a:pt x="1131992" y="198893"/>
                </a:cubicBezTo>
                <a:cubicBezTo>
                  <a:pt x="1138415" y="195080"/>
                  <a:pt x="1145230" y="189205"/>
                  <a:pt x="1152437" y="181267"/>
                </a:cubicBezTo>
                <a:lnTo>
                  <a:pt x="1152437" y="147897"/>
                </a:lnTo>
                <a:close/>
                <a:moveTo>
                  <a:pt x="1283806" y="206335"/>
                </a:moveTo>
                <a:cubicBezTo>
                  <a:pt x="1283806" y="208528"/>
                  <a:pt x="1283623" y="210304"/>
                  <a:pt x="1283257" y="211661"/>
                </a:cubicBezTo>
                <a:cubicBezTo>
                  <a:pt x="1282892" y="213019"/>
                  <a:pt x="1282317" y="214090"/>
                  <a:pt x="1281534" y="214873"/>
                </a:cubicBezTo>
                <a:cubicBezTo>
                  <a:pt x="1280751" y="215656"/>
                  <a:pt x="1279602" y="216388"/>
                  <a:pt x="1278087" y="217067"/>
                </a:cubicBezTo>
                <a:cubicBezTo>
                  <a:pt x="1276573" y="217745"/>
                  <a:pt x="1274823" y="218320"/>
                  <a:pt x="1272839" y="218790"/>
                </a:cubicBezTo>
                <a:cubicBezTo>
                  <a:pt x="1270854" y="219260"/>
                  <a:pt x="1268765" y="219625"/>
                  <a:pt x="1266572" y="219887"/>
                </a:cubicBezTo>
                <a:cubicBezTo>
                  <a:pt x="1264379" y="220148"/>
                  <a:pt x="1262237" y="220278"/>
                  <a:pt x="1260149" y="220278"/>
                </a:cubicBezTo>
                <a:cubicBezTo>
                  <a:pt x="1253151" y="220278"/>
                  <a:pt x="1247197" y="219338"/>
                  <a:pt x="1242288" y="217458"/>
                </a:cubicBezTo>
                <a:cubicBezTo>
                  <a:pt x="1237379" y="215578"/>
                  <a:pt x="1233358" y="212732"/>
                  <a:pt x="1230224" y="208920"/>
                </a:cubicBezTo>
                <a:cubicBezTo>
                  <a:pt x="1227091" y="205107"/>
                  <a:pt x="1224819" y="200277"/>
                  <a:pt x="1223409" y="194428"/>
                </a:cubicBezTo>
                <a:cubicBezTo>
                  <a:pt x="1221999" y="188579"/>
                  <a:pt x="1221294" y="181685"/>
                  <a:pt x="1221294" y="173747"/>
                </a:cubicBezTo>
                <a:lnTo>
                  <a:pt x="1221294" y="85542"/>
                </a:lnTo>
                <a:lnTo>
                  <a:pt x="1200144" y="85542"/>
                </a:lnTo>
                <a:cubicBezTo>
                  <a:pt x="1198682" y="85542"/>
                  <a:pt x="1197533" y="84883"/>
                  <a:pt x="1196697" y="83564"/>
                </a:cubicBezTo>
                <a:cubicBezTo>
                  <a:pt x="1195862" y="82245"/>
                  <a:pt x="1195444" y="80267"/>
                  <a:pt x="1195444" y="77630"/>
                </a:cubicBezTo>
                <a:cubicBezTo>
                  <a:pt x="1195444" y="76259"/>
                  <a:pt x="1195548" y="75073"/>
                  <a:pt x="1195757" y="74071"/>
                </a:cubicBezTo>
                <a:cubicBezTo>
                  <a:pt x="1195966" y="73069"/>
                  <a:pt x="1196279" y="72225"/>
                  <a:pt x="1196697" y="71540"/>
                </a:cubicBezTo>
                <a:cubicBezTo>
                  <a:pt x="1197115" y="70854"/>
                  <a:pt x="1197611" y="70353"/>
                  <a:pt x="1198185" y="70036"/>
                </a:cubicBezTo>
                <a:cubicBezTo>
                  <a:pt x="1198760" y="69720"/>
                  <a:pt x="1199413" y="69562"/>
                  <a:pt x="1200144" y="69562"/>
                </a:cubicBezTo>
                <a:lnTo>
                  <a:pt x="1221294" y="69562"/>
                </a:lnTo>
                <a:lnTo>
                  <a:pt x="1221294" y="34781"/>
                </a:lnTo>
                <a:cubicBezTo>
                  <a:pt x="1221294" y="34154"/>
                  <a:pt x="1221425" y="33580"/>
                  <a:pt x="1221686" y="33057"/>
                </a:cubicBezTo>
                <a:cubicBezTo>
                  <a:pt x="1221947" y="32535"/>
                  <a:pt x="1222443" y="32091"/>
                  <a:pt x="1223174" y="31726"/>
                </a:cubicBezTo>
                <a:cubicBezTo>
                  <a:pt x="1223905" y="31360"/>
                  <a:pt x="1224872" y="31099"/>
                  <a:pt x="1226073" y="30942"/>
                </a:cubicBezTo>
                <a:cubicBezTo>
                  <a:pt x="1227274" y="30786"/>
                  <a:pt x="1228762" y="30707"/>
                  <a:pt x="1230538" y="30707"/>
                </a:cubicBezTo>
                <a:cubicBezTo>
                  <a:pt x="1232418" y="30707"/>
                  <a:pt x="1233958" y="30786"/>
                  <a:pt x="1235160" y="30942"/>
                </a:cubicBezTo>
                <a:cubicBezTo>
                  <a:pt x="1236361" y="31099"/>
                  <a:pt x="1237301" y="31360"/>
                  <a:pt x="1237980" y="31726"/>
                </a:cubicBezTo>
                <a:cubicBezTo>
                  <a:pt x="1238659" y="32091"/>
                  <a:pt x="1239155" y="32535"/>
                  <a:pt x="1239468" y="33057"/>
                </a:cubicBezTo>
                <a:cubicBezTo>
                  <a:pt x="1239781" y="33580"/>
                  <a:pt x="1239938" y="34154"/>
                  <a:pt x="1239938" y="34781"/>
                </a:cubicBezTo>
                <a:lnTo>
                  <a:pt x="1239938" y="69562"/>
                </a:lnTo>
                <a:lnTo>
                  <a:pt x="1279106" y="69562"/>
                </a:lnTo>
                <a:cubicBezTo>
                  <a:pt x="1279837" y="69562"/>
                  <a:pt x="1280490" y="69720"/>
                  <a:pt x="1281064" y="70036"/>
                </a:cubicBezTo>
                <a:cubicBezTo>
                  <a:pt x="1281638" y="70353"/>
                  <a:pt x="1282135" y="70854"/>
                  <a:pt x="1282552" y="71540"/>
                </a:cubicBezTo>
                <a:cubicBezTo>
                  <a:pt x="1282970" y="72225"/>
                  <a:pt x="1283283" y="73069"/>
                  <a:pt x="1283492" y="74071"/>
                </a:cubicBezTo>
                <a:cubicBezTo>
                  <a:pt x="1283701" y="75073"/>
                  <a:pt x="1283806" y="76259"/>
                  <a:pt x="1283806" y="77630"/>
                </a:cubicBezTo>
                <a:cubicBezTo>
                  <a:pt x="1283806" y="80267"/>
                  <a:pt x="1283362" y="82245"/>
                  <a:pt x="1282474" y="83564"/>
                </a:cubicBezTo>
                <a:cubicBezTo>
                  <a:pt x="1281586" y="84883"/>
                  <a:pt x="1280463" y="85542"/>
                  <a:pt x="1279106" y="85542"/>
                </a:cubicBezTo>
                <a:lnTo>
                  <a:pt x="1239938" y="85542"/>
                </a:lnTo>
                <a:lnTo>
                  <a:pt x="1239938" y="171241"/>
                </a:lnTo>
                <a:cubicBezTo>
                  <a:pt x="1239938" y="181999"/>
                  <a:pt x="1241479" y="190198"/>
                  <a:pt x="1244560" y="195838"/>
                </a:cubicBezTo>
                <a:cubicBezTo>
                  <a:pt x="1247641" y="201478"/>
                  <a:pt x="1253255" y="204298"/>
                  <a:pt x="1261402" y="204298"/>
                </a:cubicBezTo>
                <a:cubicBezTo>
                  <a:pt x="1263909" y="204298"/>
                  <a:pt x="1266180" y="204037"/>
                  <a:pt x="1268217" y="203515"/>
                </a:cubicBezTo>
                <a:cubicBezTo>
                  <a:pt x="1270254" y="202992"/>
                  <a:pt x="1272055" y="202418"/>
                  <a:pt x="1273622" y="201791"/>
                </a:cubicBezTo>
                <a:cubicBezTo>
                  <a:pt x="1275189" y="201165"/>
                  <a:pt x="1276521" y="200590"/>
                  <a:pt x="1277617" y="200068"/>
                </a:cubicBezTo>
                <a:cubicBezTo>
                  <a:pt x="1278714" y="199546"/>
                  <a:pt x="1279680" y="199284"/>
                  <a:pt x="1280516" y="199284"/>
                </a:cubicBezTo>
                <a:cubicBezTo>
                  <a:pt x="1281038" y="199284"/>
                  <a:pt x="1281508" y="199389"/>
                  <a:pt x="1281926" y="199598"/>
                </a:cubicBezTo>
                <a:cubicBezTo>
                  <a:pt x="1282343" y="199807"/>
                  <a:pt x="1282683" y="200198"/>
                  <a:pt x="1282944" y="200773"/>
                </a:cubicBezTo>
                <a:cubicBezTo>
                  <a:pt x="1283205" y="201347"/>
                  <a:pt x="1283414" y="202078"/>
                  <a:pt x="1283571" y="202966"/>
                </a:cubicBezTo>
                <a:cubicBezTo>
                  <a:pt x="1283727" y="203854"/>
                  <a:pt x="1283806" y="204977"/>
                  <a:pt x="1283806" y="206335"/>
                </a:cubicBezTo>
                <a:close/>
                <a:moveTo>
                  <a:pt x="1424882" y="214638"/>
                </a:moveTo>
                <a:cubicBezTo>
                  <a:pt x="1424882" y="215683"/>
                  <a:pt x="1424542" y="216492"/>
                  <a:pt x="1423863" y="217067"/>
                </a:cubicBezTo>
                <a:cubicBezTo>
                  <a:pt x="1423184" y="217641"/>
                  <a:pt x="1422297" y="218059"/>
                  <a:pt x="1421200" y="218320"/>
                </a:cubicBezTo>
                <a:cubicBezTo>
                  <a:pt x="1420103" y="218581"/>
                  <a:pt x="1418615" y="218712"/>
                  <a:pt x="1416735" y="218712"/>
                </a:cubicBezTo>
                <a:cubicBezTo>
                  <a:pt x="1414959" y="218712"/>
                  <a:pt x="1413445" y="218581"/>
                  <a:pt x="1412191" y="218320"/>
                </a:cubicBezTo>
                <a:cubicBezTo>
                  <a:pt x="1410938" y="218059"/>
                  <a:pt x="1409972" y="217641"/>
                  <a:pt x="1409293" y="217067"/>
                </a:cubicBezTo>
                <a:cubicBezTo>
                  <a:pt x="1408614" y="216492"/>
                  <a:pt x="1408275" y="215683"/>
                  <a:pt x="1408275" y="214638"/>
                </a:cubicBezTo>
                <a:lnTo>
                  <a:pt x="1408275" y="198814"/>
                </a:lnTo>
                <a:cubicBezTo>
                  <a:pt x="1401903" y="205708"/>
                  <a:pt x="1394879" y="211061"/>
                  <a:pt x="1387202" y="214873"/>
                </a:cubicBezTo>
                <a:cubicBezTo>
                  <a:pt x="1379526" y="218685"/>
                  <a:pt x="1371561" y="220592"/>
                  <a:pt x="1363310" y="220592"/>
                </a:cubicBezTo>
                <a:cubicBezTo>
                  <a:pt x="1355894" y="220592"/>
                  <a:pt x="1349236" y="219625"/>
                  <a:pt x="1343335" y="217693"/>
                </a:cubicBezTo>
                <a:cubicBezTo>
                  <a:pt x="1337434" y="215761"/>
                  <a:pt x="1332446" y="212993"/>
                  <a:pt x="1328373" y="209390"/>
                </a:cubicBezTo>
                <a:cubicBezTo>
                  <a:pt x="1324299" y="205786"/>
                  <a:pt x="1321166" y="201426"/>
                  <a:pt x="1318973" y="196308"/>
                </a:cubicBezTo>
                <a:cubicBezTo>
                  <a:pt x="1316779" y="191190"/>
                  <a:pt x="1315682" y="185445"/>
                  <a:pt x="1315682" y="179074"/>
                </a:cubicBezTo>
                <a:cubicBezTo>
                  <a:pt x="1315682" y="171241"/>
                  <a:pt x="1317301" y="164425"/>
                  <a:pt x="1320539" y="158629"/>
                </a:cubicBezTo>
                <a:cubicBezTo>
                  <a:pt x="1323777" y="152832"/>
                  <a:pt x="1328373" y="148001"/>
                  <a:pt x="1334326" y="144137"/>
                </a:cubicBezTo>
                <a:cubicBezTo>
                  <a:pt x="1340280" y="140272"/>
                  <a:pt x="1347434" y="137374"/>
                  <a:pt x="1355790" y="135441"/>
                </a:cubicBezTo>
                <a:cubicBezTo>
                  <a:pt x="1364146" y="133509"/>
                  <a:pt x="1373442" y="132543"/>
                  <a:pt x="1383677" y="132543"/>
                </a:cubicBezTo>
                <a:lnTo>
                  <a:pt x="1406238" y="132543"/>
                </a:lnTo>
                <a:lnTo>
                  <a:pt x="1406238" y="120284"/>
                </a:lnTo>
                <a:cubicBezTo>
                  <a:pt x="1406238" y="114206"/>
                  <a:pt x="1405611" y="108837"/>
                  <a:pt x="1404358" y="104176"/>
                </a:cubicBezTo>
                <a:cubicBezTo>
                  <a:pt x="1403104" y="99512"/>
                  <a:pt x="1401068" y="95608"/>
                  <a:pt x="1398248" y="92465"/>
                </a:cubicBezTo>
                <a:cubicBezTo>
                  <a:pt x="1395428" y="89322"/>
                  <a:pt x="1391772" y="86965"/>
                  <a:pt x="1387281" y="85395"/>
                </a:cubicBezTo>
                <a:cubicBezTo>
                  <a:pt x="1382790" y="83822"/>
                  <a:pt x="1377306" y="83035"/>
                  <a:pt x="1370830" y="83035"/>
                </a:cubicBezTo>
                <a:cubicBezTo>
                  <a:pt x="1364564" y="83035"/>
                  <a:pt x="1358923" y="83792"/>
                  <a:pt x="1353910" y="85307"/>
                </a:cubicBezTo>
                <a:cubicBezTo>
                  <a:pt x="1348897" y="86821"/>
                  <a:pt x="1344510" y="88519"/>
                  <a:pt x="1340750" y="90399"/>
                </a:cubicBezTo>
                <a:cubicBezTo>
                  <a:pt x="1336990" y="92279"/>
                  <a:pt x="1333882" y="93976"/>
                  <a:pt x="1331428" y="95490"/>
                </a:cubicBezTo>
                <a:cubicBezTo>
                  <a:pt x="1328973" y="97005"/>
                  <a:pt x="1327224" y="97762"/>
                  <a:pt x="1326179" y="97762"/>
                </a:cubicBezTo>
                <a:cubicBezTo>
                  <a:pt x="1325553" y="97762"/>
                  <a:pt x="1324978" y="97658"/>
                  <a:pt x="1324456" y="97449"/>
                </a:cubicBezTo>
                <a:cubicBezTo>
                  <a:pt x="1323934" y="97237"/>
                  <a:pt x="1323490" y="96842"/>
                  <a:pt x="1323124" y="96264"/>
                </a:cubicBezTo>
                <a:cubicBezTo>
                  <a:pt x="1322759" y="95683"/>
                  <a:pt x="1322498" y="94945"/>
                  <a:pt x="1322341" y="94051"/>
                </a:cubicBezTo>
                <a:cubicBezTo>
                  <a:pt x="1322184" y="93153"/>
                  <a:pt x="1322106" y="92073"/>
                  <a:pt x="1322106" y="90810"/>
                </a:cubicBezTo>
                <a:cubicBezTo>
                  <a:pt x="1322106" y="88597"/>
                  <a:pt x="1322263" y="86833"/>
                  <a:pt x="1322576" y="85517"/>
                </a:cubicBezTo>
                <a:cubicBezTo>
                  <a:pt x="1322889" y="84199"/>
                  <a:pt x="1323699" y="82882"/>
                  <a:pt x="1325004" y="81566"/>
                </a:cubicBezTo>
                <a:cubicBezTo>
                  <a:pt x="1326310" y="80248"/>
                  <a:pt x="1328634" y="78712"/>
                  <a:pt x="1331976" y="76959"/>
                </a:cubicBezTo>
                <a:cubicBezTo>
                  <a:pt x="1335318" y="75203"/>
                  <a:pt x="1339157" y="73578"/>
                  <a:pt x="1343491" y="72083"/>
                </a:cubicBezTo>
                <a:cubicBezTo>
                  <a:pt x="1347826" y="70588"/>
                  <a:pt x="1352500" y="69377"/>
                  <a:pt x="1357513" y="68450"/>
                </a:cubicBezTo>
                <a:cubicBezTo>
                  <a:pt x="1362527" y="67520"/>
                  <a:pt x="1367540" y="67055"/>
                  <a:pt x="1372554" y="67055"/>
                </a:cubicBezTo>
                <a:cubicBezTo>
                  <a:pt x="1382267" y="67055"/>
                  <a:pt x="1390466" y="68230"/>
                  <a:pt x="1397151" y="70580"/>
                </a:cubicBezTo>
                <a:cubicBezTo>
                  <a:pt x="1403836" y="72930"/>
                  <a:pt x="1409241" y="76298"/>
                  <a:pt x="1413366" y="80685"/>
                </a:cubicBezTo>
                <a:cubicBezTo>
                  <a:pt x="1417492" y="85072"/>
                  <a:pt x="1420443" y="90477"/>
                  <a:pt x="1422218" y="96901"/>
                </a:cubicBezTo>
                <a:cubicBezTo>
                  <a:pt x="1423994" y="103324"/>
                  <a:pt x="1424882" y="110609"/>
                  <a:pt x="1424882" y="118756"/>
                </a:cubicBezTo>
                <a:lnTo>
                  <a:pt x="1424882" y="214638"/>
                </a:lnTo>
                <a:moveTo>
                  <a:pt x="1406238" y="147897"/>
                </a:moveTo>
                <a:lnTo>
                  <a:pt x="1380387" y="147897"/>
                </a:lnTo>
                <a:cubicBezTo>
                  <a:pt x="1372867" y="147897"/>
                  <a:pt x="1366287" y="148576"/>
                  <a:pt x="1360647" y="149933"/>
                </a:cubicBezTo>
                <a:cubicBezTo>
                  <a:pt x="1355007" y="151291"/>
                  <a:pt x="1350307" y="153276"/>
                  <a:pt x="1346546" y="155887"/>
                </a:cubicBezTo>
                <a:cubicBezTo>
                  <a:pt x="1342786" y="158498"/>
                  <a:pt x="1339992" y="161631"/>
                  <a:pt x="1338165" y="165287"/>
                </a:cubicBezTo>
                <a:cubicBezTo>
                  <a:pt x="1336337" y="168943"/>
                  <a:pt x="1335423" y="173121"/>
                  <a:pt x="1335423" y="177821"/>
                </a:cubicBezTo>
                <a:cubicBezTo>
                  <a:pt x="1335423" y="185967"/>
                  <a:pt x="1338008" y="192469"/>
                  <a:pt x="1343178" y="197326"/>
                </a:cubicBezTo>
                <a:cubicBezTo>
                  <a:pt x="1348348" y="202183"/>
                  <a:pt x="1355633" y="204611"/>
                  <a:pt x="1365034" y="204611"/>
                </a:cubicBezTo>
                <a:cubicBezTo>
                  <a:pt x="1372449" y="204611"/>
                  <a:pt x="1379369" y="202705"/>
                  <a:pt x="1385792" y="198893"/>
                </a:cubicBezTo>
                <a:cubicBezTo>
                  <a:pt x="1392216" y="195080"/>
                  <a:pt x="1399031" y="189205"/>
                  <a:pt x="1406238" y="181267"/>
                </a:cubicBezTo>
                <a:lnTo>
                  <a:pt x="1406238" y="147897"/>
                </a:lnTo>
                <a:close/>
                <a:moveTo>
                  <a:pt x="1600484" y="146957"/>
                </a:moveTo>
                <a:cubicBezTo>
                  <a:pt x="1598917" y="138705"/>
                  <a:pt x="1597298" y="130767"/>
                  <a:pt x="1595627" y="123143"/>
                </a:cubicBezTo>
                <a:cubicBezTo>
                  <a:pt x="1593956" y="115518"/>
                  <a:pt x="1592233" y="108416"/>
                  <a:pt x="1590457" y="101836"/>
                </a:cubicBezTo>
                <a:cubicBezTo>
                  <a:pt x="1588682" y="95255"/>
                  <a:pt x="1587219" y="90947"/>
                  <a:pt x="1586070" y="88910"/>
                </a:cubicBezTo>
                <a:cubicBezTo>
                  <a:pt x="1584922" y="86874"/>
                  <a:pt x="1583694" y="85464"/>
                  <a:pt x="1582389" y="84680"/>
                </a:cubicBezTo>
                <a:cubicBezTo>
                  <a:pt x="1581083" y="83897"/>
                  <a:pt x="1579438" y="83505"/>
                  <a:pt x="1577454" y="83505"/>
                </a:cubicBezTo>
                <a:cubicBezTo>
                  <a:pt x="1575260" y="83505"/>
                  <a:pt x="1573276" y="84001"/>
                  <a:pt x="1571500" y="84994"/>
                </a:cubicBezTo>
                <a:cubicBezTo>
                  <a:pt x="1569725" y="85986"/>
                  <a:pt x="1567792" y="87709"/>
                  <a:pt x="1565703" y="90164"/>
                </a:cubicBezTo>
                <a:cubicBezTo>
                  <a:pt x="1563614" y="92618"/>
                  <a:pt x="1560847" y="96457"/>
                  <a:pt x="1557400" y="101679"/>
                </a:cubicBezTo>
                <a:lnTo>
                  <a:pt x="1547216" y="94942"/>
                </a:lnTo>
                <a:cubicBezTo>
                  <a:pt x="1553796" y="85020"/>
                  <a:pt x="1560115" y="77604"/>
                  <a:pt x="1566173" y="72695"/>
                </a:cubicBezTo>
                <a:cubicBezTo>
                  <a:pt x="1572231" y="67786"/>
                  <a:pt x="1579386" y="65331"/>
                  <a:pt x="1587637" y="65331"/>
                </a:cubicBezTo>
                <a:cubicBezTo>
                  <a:pt x="1590875" y="65331"/>
                  <a:pt x="1593721" y="65697"/>
                  <a:pt x="1596176" y="66428"/>
                </a:cubicBezTo>
                <a:cubicBezTo>
                  <a:pt x="1598630" y="67159"/>
                  <a:pt x="1600797" y="68282"/>
                  <a:pt x="1602677" y="69797"/>
                </a:cubicBezTo>
                <a:cubicBezTo>
                  <a:pt x="1604558" y="71311"/>
                  <a:pt x="1606229" y="73269"/>
                  <a:pt x="1607691" y="75672"/>
                </a:cubicBezTo>
                <a:cubicBezTo>
                  <a:pt x="1609153" y="78074"/>
                  <a:pt x="1610563" y="81338"/>
                  <a:pt x="1611921" y="85464"/>
                </a:cubicBezTo>
                <a:cubicBezTo>
                  <a:pt x="1613279" y="89589"/>
                  <a:pt x="1614558" y="94707"/>
                  <a:pt x="1615759" y="100817"/>
                </a:cubicBezTo>
                <a:cubicBezTo>
                  <a:pt x="1616961" y="106927"/>
                  <a:pt x="1618031" y="113273"/>
                  <a:pt x="1618971" y="119853"/>
                </a:cubicBezTo>
                <a:lnTo>
                  <a:pt x="1620538" y="119853"/>
                </a:lnTo>
                <a:cubicBezTo>
                  <a:pt x="1630565" y="105752"/>
                  <a:pt x="1638163" y="95438"/>
                  <a:pt x="1643333" y="88910"/>
                </a:cubicBezTo>
                <a:cubicBezTo>
                  <a:pt x="1648503" y="82382"/>
                  <a:pt x="1652864" y="77526"/>
                  <a:pt x="1656415" y="74340"/>
                </a:cubicBezTo>
                <a:cubicBezTo>
                  <a:pt x="1659967" y="71154"/>
                  <a:pt x="1663387" y="68909"/>
                  <a:pt x="1666677" y="67603"/>
                </a:cubicBezTo>
                <a:cubicBezTo>
                  <a:pt x="1669967" y="66298"/>
                  <a:pt x="1674328" y="65645"/>
                  <a:pt x="1679759" y="65645"/>
                </a:cubicBezTo>
                <a:cubicBezTo>
                  <a:pt x="1684668" y="65645"/>
                  <a:pt x="1688689" y="66271"/>
                  <a:pt x="1691823" y="67525"/>
                </a:cubicBezTo>
                <a:lnTo>
                  <a:pt x="1685556" y="95882"/>
                </a:lnTo>
                <a:lnTo>
                  <a:pt x="1674589" y="95882"/>
                </a:lnTo>
                <a:cubicBezTo>
                  <a:pt x="1673962" y="91495"/>
                  <a:pt x="1672135" y="89302"/>
                  <a:pt x="1669106" y="89302"/>
                </a:cubicBezTo>
                <a:cubicBezTo>
                  <a:pt x="1668166" y="89302"/>
                  <a:pt x="1667173" y="89459"/>
                  <a:pt x="1666129" y="89772"/>
                </a:cubicBezTo>
                <a:cubicBezTo>
                  <a:pt x="1665084" y="90085"/>
                  <a:pt x="1663805" y="90764"/>
                  <a:pt x="1662290" y="91809"/>
                </a:cubicBezTo>
                <a:cubicBezTo>
                  <a:pt x="1660776" y="92853"/>
                  <a:pt x="1658556" y="94890"/>
                  <a:pt x="1655632" y="97919"/>
                </a:cubicBezTo>
                <a:cubicBezTo>
                  <a:pt x="1652707" y="100948"/>
                  <a:pt x="1649417" y="104656"/>
                  <a:pt x="1645762" y="109042"/>
                </a:cubicBezTo>
                <a:cubicBezTo>
                  <a:pt x="1642106" y="113429"/>
                  <a:pt x="1638346" y="118025"/>
                  <a:pt x="1634482" y="122829"/>
                </a:cubicBezTo>
                <a:lnTo>
                  <a:pt x="1623828" y="136146"/>
                </a:lnTo>
                <a:cubicBezTo>
                  <a:pt x="1625708" y="146173"/>
                  <a:pt x="1627484" y="154842"/>
                  <a:pt x="1629155" y="162154"/>
                </a:cubicBezTo>
                <a:cubicBezTo>
                  <a:pt x="1630826" y="169465"/>
                  <a:pt x="1632314" y="175549"/>
                  <a:pt x="1633620" y="180406"/>
                </a:cubicBezTo>
                <a:cubicBezTo>
                  <a:pt x="1634925" y="185262"/>
                  <a:pt x="1636074" y="189101"/>
                  <a:pt x="1637067" y="191921"/>
                </a:cubicBezTo>
                <a:cubicBezTo>
                  <a:pt x="1638059" y="194741"/>
                  <a:pt x="1639129" y="196856"/>
                  <a:pt x="1640278" y="198266"/>
                </a:cubicBezTo>
                <a:cubicBezTo>
                  <a:pt x="1641427" y="199676"/>
                  <a:pt x="1642602" y="200668"/>
                  <a:pt x="1643803" y="201243"/>
                </a:cubicBezTo>
                <a:cubicBezTo>
                  <a:pt x="1645005" y="201817"/>
                  <a:pt x="1646388" y="202105"/>
                  <a:pt x="1647955" y="202105"/>
                </a:cubicBezTo>
                <a:cubicBezTo>
                  <a:pt x="1650775" y="202105"/>
                  <a:pt x="1653517" y="201008"/>
                  <a:pt x="1656180" y="198814"/>
                </a:cubicBezTo>
                <a:cubicBezTo>
                  <a:pt x="1658844" y="196621"/>
                  <a:pt x="1662682" y="191660"/>
                  <a:pt x="1667696" y="183931"/>
                </a:cubicBezTo>
                <a:lnTo>
                  <a:pt x="1677879" y="190668"/>
                </a:lnTo>
                <a:cubicBezTo>
                  <a:pt x="1670568" y="201530"/>
                  <a:pt x="1663962" y="209181"/>
                  <a:pt x="1658060" y="213620"/>
                </a:cubicBezTo>
                <a:cubicBezTo>
                  <a:pt x="1652159" y="218059"/>
                  <a:pt x="1645135" y="220278"/>
                  <a:pt x="1636988" y="220278"/>
                </a:cubicBezTo>
                <a:cubicBezTo>
                  <a:pt x="1632497" y="220278"/>
                  <a:pt x="1628685" y="219469"/>
                  <a:pt x="1625551" y="217850"/>
                </a:cubicBezTo>
                <a:cubicBezTo>
                  <a:pt x="1622418" y="216231"/>
                  <a:pt x="1619702" y="213646"/>
                  <a:pt x="1617404" y="210095"/>
                </a:cubicBezTo>
                <a:cubicBezTo>
                  <a:pt x="1615107" y="206544"/>
                  <a:pt x="1613070" y="201008"/>
                  <a:pt x="1611294" y="193488"/>
                </a:cubicBezTo>
                <a:cubicBezTo>
                  <a:pt x="1608056" y="180118"/>
                  <a:pt x="1606072" y="169883"/>
                  <a:pt x="1605341" y="162780"/>
                </a:cubicBezTo>
                <a:lnTo>
                  <a:pt x="1603774" y="162780"/>
                </a:lnTo>
                <a:cubicBezTo>
                  <a:pt x="1592703" y="178343"/>
                  <a:pt x="1584478" y="189519"/>
                  <a:pt x="1579099" y="196308"/>
                </a:cubicBezTo>
                <a:cubicBezTo>
                  <a:pt x="1573720" y="203097"/>
                  <a:pt x="1569281" y="208110"/>
                  <a:pt x="1565782" y="211348"/>
                </a:cubicBezTo>
                <a:cubicBezTo>
                  <a:pt x="1562283" y="214586"/>
                  <a:pt x="1558888" y="216858"/>
                  <a:pt x="1555598" y="218163"/>
                </a:cubicBezTo>
                <a:cubicBezTo>
                  <a:pt x="1552308" y="219469"/>
                  <a:pt x="1547947" y="220122"/>
                  <a:pt x="1542516" y="220122"/>
                </a:cubicBezTo>
                <a:cubicBezTo>
                  <a:pt x="1537607" y="220122"/>
                  <a:pt x="1533586" y="219495"/>
                  <a:pt x="1530453" y="218242"/>
                </a:cubicBezTo>
                <a:lnTo>
                  <a:pt x="1536719" y="189884"/>
                </a:lnTo>
                <a:lnTo>
                  <a:pt x="1547686" y="189884"/>
                </a:lnTo>
                <a:cubicBezTo>
                  <a:pt x="1548313" y="194271"/>
                  <a:pt x="1550141" y="196464"/>
                  <a:pt x="1553170" y="196464"/>
                </a:cubicBezTo>
                <a:cubicBezTo>
                  <a:pt x="1554632" y="196464"/>
                  <a:pt x="1556173" y="196073"/>
                  <a:pt x="1557791" y="195289"/>
                </a:cubicBezTo>
                <a:cubicBezTo>
                  <a:pt x="1559410" y="194506"/>
                  <a:pt x="1561734" y="192626"/>
                  <a:pt x="1564763" y="189649"/>
                </a:cubicBezTo>
                <a:cubicBezTo>
                  <a:pt x="1567792" y="186673"/>
                  <a:pt x="1571970" y="181999"/>
                  <a:pt x="1577297" y="175627"/>
                </a:cubicBezTo>
                <a:cubicBezTo>
                  <a:pt x="1582624" y="169256"/>
                  <a:pt x="1590353" y="159699"/>
                  <a:pt x="1600484" y="1469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Note:redtextcorrespondstoinjectedprompt">
            <a:extLst xmlns:a="http://schemas.openxmlformats.org/drawingml/2006/main">
              <a:ext uri="{FF2B5EF4-FFF2-40B4-BE49-F238E27FC236}">
                <a16:creationId xmlns:a16="http://schemas.microsoft.com/office/drawing/2014/main" id="{509FCE13-AC52-44B0-AC44-F2137F70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" y="5238285"/>
            <a:ext cx="4330093" cy="199307"/>
          </a:xfrm>
          <a:custGeom xmlns:a="http://schemas.openxmlformats.org/drawingml/2006/main">
            <a:pathLst>
              <a:path w="4330093" h="199307">
                <a:moveTo>
                  <a:pt x="105442" y="151069"/>
                </a:moveTo>
                <a:cubicBezTo>
                  <a:pt x="105442" y="152431"/>
                  <a:pt x="105234" y="153566"/>
                  <a:pt x="104818" y="154474"/>
                </a:cubicBezTo>
                <a:cubicBezTo>
                  <a:pt x="104401" y="155382"/>
                  <a:pt x="103872" y="156120"/>
                  <a:pt x="103229" y="156687"/>
                </a:cubicBezTo>
                <a:cubicBezTo>
                  <a:pt x="102585" y="157255"/>
                  <a:pt x="101867" y="157652"/>
                  <a:pt x="101072" y="157879"/>
                </a:cubicBezTo>
                <a:cubicBezTo>
                  <a:pt x="100278" y="158106"/>
                  <a:pt x="99540" y="158220"/>
                  <a:pt x="98859" y="158220"/>
                </a:cubicBezTo>
                <a:lnTo>
                  <a:pt x="96021" y="158220"/>
                </a:lnTo>
                <a:cubicBezTo>
                  <a:pt x="94508" y="158220"/>
                  <a:pt x="93127" y="158030"/>
                  <a:pt x="91879" y="157652"/>
                </a:cubicBezTo>
                <a:cubicBezTo>
                  <a:pt x="90630" y="157274"/>
                  <a:pt x="89419" y="156612"/>
                  <a:pt x="88247" y="155666"/>
                </a:cubicBezTo>
                <a:cubicBezTo>
                  <a:pt x="87074" y="154720"/>
                  <a:pt x="85901" y="153453"/>
                  <a:pt x="84728" y="151864"/>
                </a:cubicBezTo>
                <a:cubicBezTo>
                  <a:pt x="83555" y="150275"/>
                  <a:pt x="82250" y="148232"/>
                  <a:pt x="80812" y="145735"/>
                </a:cubicBezTo>
                <a:lnTo>
                  <a:pt x="29056" y="54026"/>
                </a:lnTo>
                <a:cubicBezTo>
                  <a:pt x="26483" y="49562"/>
                  <a:pt x="23892" y="44965"/>
                  <a:pt x="21281" y="40236"/>
                </a:cubicBezTo>
                <a:cubicBezTo>
                  <a:pt x="18671" y="35507"/>
                  <a:pt x="16193" y="30910"/>
                  <a:pt x="13847" y="26446"/>
                </a:cubicBezTo>
                <a:lnTo>
                  <a:pt x="13734" y="26446"/>
                </a:lnTo>
                <a:cubicBezTo>
                  <a:pt x="13809" y="31969"/>
                  <a:pt x="13847" y="37625"/>
                  <a:pt x="13847" y="43414"/>
                </a:cubicBezTo>
                <a:cubicBezTo>
                  <a:pt x="13847" y="49202"/>
                  <a:pt x="13847" y="54859"/>
                  <a:pt x="13847" y="60382"/>
                </a:cubicBezTo>
                <a:lnTo>
                  <a:pt x="13847" y="155496"/>
                </a:lnTo>
                <a:cubicBezTo>
                  <a:pt x="13847" y="155950"/>
                  <a:pt x="13734" y="156366"/>
                  <a:pt x="13507" y="156744"/>
                </a:cubicBezTo>
                <a:cubicBezTo>
                  <a:pt x="13280" y="157122"/>
                  <a:pt x="12901" y="157425"/>
                  <a:pt x="12372" y="157652"/>
                </a:cubicBezTo>
                <a:cubicBezTo>
                  <a:pt x="11842" y="157879"/>
                  <a:pt x="11142" y="158068"/>
                  <a:pt x="10272" y="158220"/>
                </a:cubicBezTo>
                <a:cubicBezTo>
                  <a:pt x="9402" y="158371"/>
                  <a:pt x="8286" y="158447"/>
                  <a:pt x="6924" y="158447"/>
                </a:cubicBezTo>
                <a:cubicBezTo>
                  <a:pt x="5637" y="158447"/>
                  <a:pt x="4540" y="158371"/>
                  <a:pt x="3632" y="158220"/>
                </a:cubicBezTo>
                <a:cubicBezTo>
                  <a:pt x="2724" y="158068"/>
                  <a:pt x="2005" y="157879"/>
                  <a:pt x="1476" y="157652"/>
                </a:cubicBezTo>
                <a:cubicBezTo>
                  <a:pt x="946" y="157425"/>
                  <a:pt x="568" y="157122"/>
                  <a:pt x="341" y="156744"/>
                </a:cubicBezTo>
                <a:cubicBezTo>
                  <a:pt x="114" y="156366"/>
                  <a:pt x="0" y="155950"/>
                  <a:pt x="0" y="155496"/>
                </a:cubicBezTo>
                <a:lnTo>
                  <a:pt x="0" y="18047"/>
                </a:lnTo>
                <a:cubicBezTo>
                  <a:pt x="0" y="15323"/>
                  <a:pt x="719" y="13450"/>
                  <a:pt x="2157" y="12428"/>
                </a:cubicBezTo>
                <a:cubicBezTo>
                  <a:pt x="3594" y="11407"/>
                  <a:pt x="4994" y="10896"/>
                  <a:pt x="6356" y="10896"/>
                </a:cubicBezTo>
                <a:lnTo>
                  <a:pt x="12031" y="10896"/>
                </a:lnTo>
                <a:cubicBezTo>
                  <a:pt x="13847" y="10896"/>
                  <a:pt x="15360" y="11047"/>
                  <a:pt x="16571" y="11350"/>
                </a:cubicBezTo>
                <a:cubicBezTo>
                  <a:pt x="17782" y="11653"/>
                  <a:pt x="18879" y="12163"/>
                  <a:pt x="19863" y="12882"/>
                </a:cubicBezTo>
                <a:cubicBezTo>
                  <a:pt x="20846" y="13601"/>
                  <a:pt x="21811" y="14623"/>
                  <a:pt x="22757" y="15947"/>
                </a:cubicBezTo>
                <a:cubicBezTo>
                  <a:pt x="23703" y="17271"/>
                  <a:pt x="24743" y="18955"/>
                  <a:pt x="25878" y="20998"/>
                </a:cubicBezTo>
                <a:lnTo>
                  <a:pt x="65490" y="91254"/>
                </a:lnTo>
                <a:cubicBezTo>
                  <a:pt x="67987" y="95643"/>
                  <a:pt x="70351" y="99861"/>
                  <a:pt x="72584" y="103910"/>
                </a:cubicBezTo>
                <a:cubicBezTo>
                  <a:pt x="74816" y="107958"/>
                  <a:pt x="76991" y="111930"/>
                  <a:pt x="79110" y="115827"/>
                </a:cubicBezTo>
                <a:cubicBezTo>
                  <a:pt x="81228" y="119724"/>
                  <a:pt x="83328" y="123564"/>
                  <a:pt x="85409" y="127347"/>
                </a:cubicBezTo>
                <a:cubicBezTo>
                  <a:pt x="87490" y="131131"/>
                  <a:pt x="89552" y="134952"/>
                  <a:pt x="91595" y="138811"/>
                </a:cubicBezTo>
                <a:lnTo>
                  <a:pt x="91708" y="138811"/>
                </a:lnTo>
                <a:cubicBezTo>
                  <a:pt x="91633" y="132455"/>
                  <a:pt x="91595" y="125834"/>
                  <a:pt x="91595" y="118948"/>
                </a:cubicBezTo>
                <a:cubicBezTo>
                  <a:pt x="91595" y="112063"/>
                  <a:pt x="91595" y="105442"/>
                  <a:pt x="91595" y="99086"/>
                </a:cubicBezTo>
                <a:lnTo>
                  <a:pt x="91595" y="13620"/>
                </a:lnTo>
                <a:cubicBezTo>
                  <a:pt x="91595" y="13166"/>
                  <a:pt x="91708" y="12750"/>
                  <a:pt x="91935" y="12372"/>
                </a:cubicBezTo>
                <a:cubicBezTo>
                  <a:pt x="92162" y="11993"/>
                  <a:pt x="92541" y="11672"/>
                  <a:pt x="93070" y="11407"/>
                </a:cubicBezTo>
                <a:cubicBezTo>
                  <a:pt x="93600" y="11142"/>
                  <a:pt x="94300" y="10953"/>
                  <a:pt x="95170" y="10839"/>
                </a:cubicBezTo>
                <a:cubicBezTo>
                  <a:pt x="96040" y="10726"/>
                  <a:pt x="97156" y="10669"/>
                  <a:pt x="98518" y="10669"/>
                </a:cubicBezTo>
                <a:cubicBezTo>
                  <a:pt x="99729" y="10669"/>
                  <a:pt x="100788" y="10726"/>
                  <a:pt x="101696" y="10839"/>
                </a:cubicBezTo>
                <a:cubicBezTo>
                  <a:pt x="102604" y="10953"/>
                  <a:pt x="103323" y="11142"/>
                  <a:pt x="103853" y="11407"/>
                </a:cubicBezTo>
                <a:cubicBezTo>
                  <a:pt x="104383" y="11672"/>
                  <a:pt x="104780" y="11993"/>
                  <a:pt x="105045" y="12372"/>
                </a:cubicBezTo>
                <a:cubicBezTo>
                  <a:pt x="105309" y="12750"/>
                  <a:pt x="105442" y="13166"/>
                  <a:pt x="105442" y="13620"/>
                </a:cubicBezTo>
                <a:lnTo>
                  <a:pt x="105442" y="151069"/>
                </a:lnTo>
                <a:close/>
                <a:moveTo>
                  <a:pt x="242995" y="103115"/>
                </a:moveTo>
                <a:cubicBezTo>
                  <a:pt x="242995" y="111294"/>
                  <a:pt x="241936" y="118830"/>
                  <a:pt x="239817" y="125723"/>
                </a:cubicBezTo>
                <a:cubicBezTo>
                  <a:pt x="237699" y="132616"/>
                  <a:pt x="234540" y="138601"/>
                  <a:pt x="230340" y="143677"/>
                </a:cubicBezTo>
                <a:cubicBezTo>
                  <a:pt x="226141" y="148752"/>
                  <a:pt x="220901" y="152709"/>
                  <a:pt x="214620" y="155549"/>
                </a:cubicBezTo>
                <a:cubicBezTo>
                  <a:pt x="208340" y="158389"/>
                  <a:pt x="201038" y="159809"/>
                  <a:pt x="192715" y="159809"/>
                </a:cubicBezTo>
                <a:cubicBezTo>
                  <a:pt x="184694" y="159809"/>
                  <a:pt x="177676" y="158540"/>
                  <a:pt x="171660" y="156003"/>
                </a:cubicBezTo>
                <a:cubicBezTo>
                  <a:pt x="165645" y="153466"/>
                  <a:pt x="160613" y="149830"/>
                  <a:pt x="156565" y="145096"/>
                </a:cubicBezTo>
                <a:cubicBezTo>
                  <a:pt x="152517" y="140362"/>
                  <a:pt x="149490" y="134625"/>
                  <a:pt x="147485" y="127883"/>
                </a:cubicBezTo>
                <a:cubicBezTo>
                  <a:pt x="145480" y="121142"/>
                  <a:pt x="144477" y="113529"/>
                  <a:pt x="144477" y="105045"/>
                </a:cubicBezTo>
                <a:cubicBezTo>
                  <a:pt x="144477" y="96866"/>
                  <a:pt x="145517" y="89330"/>
                  <a:pt x="147598" y="82437"/>
                </a:cubicBezTo>
                <a:cubicBezTo>
                  <a:pt x="149679" y="75544"/>
                  <a:pt x="152819" y="69579"/>
                  <a:pt x="157019" y="64543"/>
                </a:cubicBezTo>
                <a:cubicBezTo>
                  <a:pt x="161218" y="59504"/>
                  <a:pt x="166458" y="55583"/>
                  <a:pt x="172739" y="52781"/>
                </a:cubicBezTo>
                <a:cubicBezTo>
                  <a:pt x="179019" y="49979"/>
                  <a:pt x="186359" y="48578"/>
                  <a:pt x="194758" y="48578"/>
                </a:cubicBezTo>
                <a:cubicBezTo>
                  <a:pt x="202778" y="48578"/>
                  <a:pt x="209796" y="49828"/>
                  <a:pt x="215812" y="52327"/>
                </a:cubicBezTo>
                <a:cubicBezTo>
                  <a:pt x="221828" y="54827"/>
                  <a:pt x="226840" y="58443"/>
                  <a:pt x="230851" y="63177"/>
                </a:cubicBezTo>
                <a:cubicBezTo>
                  <a:pt x="234861" y="67911"/>
                  <a:pt x="237888" y="73649"/>
                  <a:pt x="239931" y="80390"/>
                </a:cubicBezTo>
                <a:cubicBezTo>
                  <a:pt x="241974" y="87132"/>
                  <a:pt x="242995" y="94707"/>
                  <a:pt x="242995" y="103115"/>
                </a:cubicBezTo>
                <a:moveTo>
                  <a:pt x="228694" y="104364"/>
                </a:moveTo>
                <a:cubicBezTo>
                  <a:pt x="228694" y="98530"/>
                  <a:pt x="228127" y="92962"/>
                  <a:pt x="226992" y="87658"/>
                </a:cubicBezTo>
                <a:cubicBezTo>
                  <a:pt x="225857" y="82354"/>
                  <a:pt x="223965" y="77676"/>
                  <a:pt x="221317" y="73623"/>
                </a:cubicBezTo>
                <a:cubicBezTo>
                  <a:pt x="218668" y="69570"/>
                  <a:pt x="215112" y="66350"/>
                  <a:pt x="210648" y="63965"/>
                </a:cubicBezTo>
                <a:cubicBezTo>
                  <a:pt x="206183" y="61576"/>
                  <a:pt x="200622" y="60382"/>
                  <a:pt x="193963" y="60382"/>
                </a:cubicBezTo>
                <a:cubicBezTo>
                  <a:pt x="187834" y="60382"/>
                  <a:pt x="182537" y="61481"/>
                  <a:pt x="178073" y="63677"/>
                </a:cubicBezTo>
                <a:cubicBezTo>
                  <a:pt x="173609" y="65874"/>
                  <a:pt x="169958" y="68924"/>
                  <a:pt x="167120" y="72828"/>
                </a:cubicBezTo>
                <a:cubicBezTo>
                  <a:pt x="164283" y="76730"/>
                  <a:pt x="162183" y="81333"/>
                  <a:pt x="160821" y="86636"/>
                </a:cubicBezTo>
                <a:cubicBezTo>
                  <a:pt x="159459" y="91940"/>
                  <a:pt x="158778" y="97660"/>
                  <a:pt x="158778" y="103796"/>
                </a:cubicBezTo>
                <a:cubicBezTo>
                  <a:pt x="158778" y="109705"/>
                  <a:pt x="159346" y="115331"/>
                  <a:pt x="160481" y="120672"/>
                </a:cubicBezTo>
                <a:cubicBezTo>
                  <a:pt x="161616" y="126014"/>
                  <a:pt x="163507" y="130692"/>
                  <a:pt x="166156" y="134707"/>
                </a:cubicBezTo>
                <a:cubicBezTo>
                  <a:pt x="168804" y="138722"/>
                  <a:pt x="172360" y="141905"/>
                  <a:pt x="176825" y="144256"/>
                </a:cubicBezTo>
                <a:cubicBezTo>
                  <a:pt x="181289" y="146604"/>
                  <a:pt x="186850" y="147778"/>
                  <a:pt x="193509" y="147778"/>
                </a:cubicBezTo>
                <a:cubicBezTo>
                  <a:pt x="199638" y="147778"/>
                  <a:pt x="204935" y="146679"/>
                  <a:pt x="209399" y="144483"/>
                </a:cubicBezTo>
                <a:cubicBezTo>
                  <a:pt x="213864" y="142286"/>
                  <a:pt x="217514" y="139256"/>
                  <a:pt x="220352" y="135392"/>
                </a:cubicBezTo>
                <a:cubicBezTo>
                  <a:pt x="223190" y="131526"/>
                  <a:pt x="225289" y="126942"/>
                  <a:pt x="226651" y="121641"/>
                </a:cubicBezTo>
                <a:cubicBezTo>
                  <a:pt x="228013" y="116337"/>
                  <a:pt x="228694" y="110578"/>
                  <a:pt x="228694" y="104364"/>
                </a:cubicBezTo>
                <a:close/>
                <a:moveTo>
                  <a:pt x="322674" y="149480"/>
                </a:moveTo>
                <a:cubicBezTo>
                  <a:pt x="322674" y="151069"/>
                  <a:pt x="322541" y="152355"/>
                  <a:pt x="322276" y="153339"/>
                </a:cubicBezTo>
                <a:cubicBezTo>
                  <a:pt x="322012" y="154323"/>
                  <a:pt x="321595" y="155098"/>
                  <a:pt x="321028" y="155666"/>
                </a:cubicBezTo>
                <a:cubicBezTo>
                  <a:pt x="320460" y="156233"/>
                  <a:pt x="319628" y="156763"/>
                  <a:pt x="318531" y="157255"/>
                </a:cubicBezTo>
                <a:cubicBezTo>
                  <a:pt x="317434" y="157747"/>
                  <a:pt x="316166" y="158163"/>
                  <a:pt x="314729" y="158503"/>
                </a:cubicBezTo>
                <a:cubicBezTo>
                  <a:pt x="313291" y="158844"/>
                  <a:pt x="311778" y="159109"/>
                  <a:pt x="310189" y="159298"/>
                </a:cubicBezTo>
                <a:cubicBezTo>
                  <a:pt x="308600" y="159487"/>
                  <a:pt x="307048" y="159582"/>
                  <a:pt x="305535" y="159582"/>
                </a:cubicBezTo>
                <a:cubicBezTo>
                  <a:pt x="300465" y="159582"/>
                  <a:pt x="296152" y="158901"/>
                  <a:pt x="292596" y="157539"/>
                </a:cubicBezTo>
                <a:cubicBezTo>
                  <a:pt x="289040" y="156177"/>
                  <a:pt x="286126" y="154115"/>
                  <a:pt x="283856" y="151353"/>
                </a:cubicBezTo>
                <a:cubicBezTo>
                  <a:pt x="281586" y="148591"/>
                  <a:pt x="279941" y="145091"/>
                  <a:pt x="278919" y="140854"/>
                </a:cubicBezTo>
                <a:cubicBezTo>
                  <a:pt x="277898" y="136617"/>
                  <a:pt x="277387" y="131623"/>
                  <a:pt x="277387" y="125872"/>
                </a:cubicBezTo>
                <a:lnTo>
                  <a:pt x="277387" y="61971"/>
                </a:lnTo>
                <a:lnTo>
                  <a:pt x="262064" y="61971"/>
                </a:lnTo>
                <a:cubicBezTo>
                  <a:pt x="261005" y="61971"/>
                  <a:pt x="260173" y="61494"/>
                  <a:pt x="259567" y="60538"/>
                </a:cubicBezTo>
                <a:cubicBezTo>
                  <a:pt x="258962" y="59583"/>
                  <a:pt x="258659" y="58150"/>
                  <a:pt x="258659" y="56239"/>
                </a:cubicBezTo>
                <a:cubicBezTo>
                  <a:pt x="258659" y="55246"/>
                  <a:pt x="258735" y="54387"/>
                  <a:pt x="258886" y="53661"/>
                </a:cubicBezTo>
                <a:cubicBezTo>
                  <a:pt x="259038" y="52935"/>
                  <a:pt x="259265" y="52324"/>
                  <a:pt x="259567" y="51827"/>
                </a:cubicBezTo>
                <a:cubicBezTo>
                  <a:pt x="259870" y="51331"/>
                  <a:pt x="260229" y="50968"/>
                  <a:pt x="260646" y="50738"/>
                </a:cubicBezTo>
                <a:cubicBezTo>
                  <a:pt x="261062" y="50509"/>
                  <a:pt x="261535" y="50394"/>
                  <a:pt x="262064" y="50394"/>
                </a:cubicBezTo>
                <a:lnTo>
                  <a:pt x="277387" y="50394"/>
                </a:lnTo>
                <a:lnTo>
                  <a:pt x="277387" y="25197"/>
                </a:lnTo>
                <a:cubicBezTo>
                  <a:pt x="277387" y="24743"/>
                  <a:pt x="277481" y="24327"/>
                  <a:pt x="277671" y="23949"/>
                </a:cubicBezTo>
                <a:cubicBezTo>
                  <a:pt x="277860" y="23570"/>
                  <a:pt x="278219" y="23249"/>
                  <a:pt x="278749" y="22984"/>
                </a:cubicBezTo>
                <a:cubicBezTo>
                  <a:pt x="279279" y="22719"/>
                  <a:pt x="279979" y="22530"/>
                  <a:pt x="280849" y="22416"/>
                </a:cubicBezTo>
                <a:cubicBezTo>
                  <a:pt x="281719" y="22303"/>
                  <a:pt x="282797" y="22246"/>
                  <a:pt x="284083" y="22246"/>
                </a:cubicBezTo>
                <a:cubicBezTo>
                  <a:pt x="285445" y="22246"/>
                  <a:pt x="286562" y="22303"/>
                  <a:pt x="287432" y="22416"/>
                </a:cubicBezTo>
                <a:cubicBezTo>
                  <a:pt x="288302" y="22530"/>
                  <a:pt x="288983" y="22719"/>
                  <a:pt x="289475" y="22984"/>
                </a:cubicBezTo>
                <a:cubicBezTo>
                  <a:pt x="289967" y="23249"/>
                  <a:pt x="290326" y="23570"/>
                  <a:pt x="290553" y="23949"/>
                </a:cubicBezTo>
                <a:cubicBezTo>
                  <a:pt x="290780" y="24327"/>
                  <a:pt x="290893" y="24743"/>
                  <a:pt x="290893" y="25197"/>
                </a:cubicBezTo>
                <a:lnTo>
                  <a:pt x="290893" y="50394"/>
                </a:lnTo>
                <a:lnTo>
                  <a:pt x="319269" y="50394"/>
                </a:lnTo>
                <a:cubicBezTo>
                  <a:pt x="319798" y="50394"/>
                  <a:pt x="320271" y="50509"/>
                  <a:pt x="320687" y="50738"/>
                </a:cubicBezTo>
                <a:cubicBezTo>
                  <a:pt x="321104" y="50968"/>
                  <a:pt x="321463" y="51331"/>
                  <a:pt x="321766" y="51827"/>
                </a:cubicBezTo>
                <a:cubicBezTo>
                  <a:pt x="322068" y="52324"/>
                  <a:pt x="322295" y="52935"/>
                  <a:pt x="322447" y="53661"/>
                </a:cubicBezTo>
                <a:cubicBezTo>
                  <a:pt x="322598" y="54387"/>
                  <a:pt x="322674" y="55246"/>
                  <a:pt x="322674" y="56239"/>
                </a:cubicBezTo>
                <a:cubicBezTo>
                  <a:pt x="322674" y="58150"/>
                  <a:pt x="322352" y="59583"/>
                  <a:pt x="321709" y="60538"/>
                </a:cubicBezTo>
                <a:cubicBezTo>
                  <a:pt x="321066" y="61494"/>
                  <a:pt x="320252" y="61971"/>
                  <a:pt x="319269" y="61971"/>
                </a:cubicBezTo>
                <a:lnTo>
                  <a:pt x="290893" y="61971"/>
                </a:lnTo>
                <a:lnTo>
                  <a:pt x="290893" y="124056"/>
                </a:lnTo>
                <a:cubicBezTo>
                  <a:pt x="290893" y="131850"/>
                  <a:pt x="292010" y="137790"/>
                  <a:pt x="294242" y="141876"/>
                </a:cubicBezTo>
                <a:cubicBezTo>
                  <a:pt x="296474" y="145962"/>
                  <a:pt x="300541" y="148005"/>
                  <a:pt x="306443" y="148005"/>
                </a:cubicBezTo>
                <a:cubicBezTo>
                  <a:pt x="308259" y="148005"/>
                  <a:pt x="309905" y="147815"/>
                  <a:pt x="311380" y="147437"/>
                </a:cubicBezTo>
                <a:cubicBezTo>
                  <a:pt x="312856" y="147059"/>
                  <a:pt x="314161" y="146643"/>
                  <a:pt x="315296" y="146189"/>
                </a:cubicBezTo>
                <a:cubicBezTo>
                  <a:pt x="316431" y="145735"/>
                  <a:pt x="317396" y="145318"/>
                  <a:pt x="318190" y="144940"/>
                </a:cubicBezTo>
                <a:cubicBezTo>
                  <a:pt x="318985" y="144562"/>
                  <a:pt x="319685" y="144373"/>
                  <a:pt x="320290" y="144373"/>
                </a:cubicBezTo>
                <a:cubicBezTo>
                  <a:pt x="320668" y="144373"/>
                  <a:pt x="321009" y="144448"/>
                  <a:pt x="321312" y="144600"/>
                </a:cubicBezTo>
                <a:cubicBezTo>
                  <a:pt x="321614" y="144751"/>
                  <a:pt x="321860" y="145035"/>
                  <a:pt x="322049" y="145451"/>
                </a:cubicBezTo>
                <a:cubicBezTo>
                  <a:pt x="322239" y="145867"/>
                  <a:pt x="322390" y="146397"/>
                  <a:pt x="322503" y="147040"/>
                </a:cubicBezTo>
                <a:cubicBezTo>
                  <a:pt x="322617" y="147683"/>
                  <a:pt x="322674" y="148496"/>
                  <a:pt x="322674" y="149480"/>
                </a:cubicBezTo>
                <a:close/>
                <a:moveTo>
                  <a:pt x="434589" y="98859"/>
                </a:moveTo>
                <a:cubicBezTo>
                  <a:pt x="434589" y="101583"/>
                  <a:pt x="433870" y="103456"/>
                  <a:pt x="432432" y="104477"/>
                </a:cubicBezTo>
                <a:cubicBezTo>
                  <a:pt x="430994" y="105499"/>
                  <a:pt x="429595" y="106009"/>
                  <a:pt x="428233" y="106009"/>
                </a:cubicBezTo>
                <a:lnTo>
                  <a:pt x="358203" y="106009"/>
                </a:lnTo>
                <a:cubicBezTo>
                  <a:pt x="358203" y="112382"/>
                  <a:pt x="358827" y="118148"/>
                  <a:pt x="360076" y="123308"/>
                </a:cubicBezTo>
                <a:cubicBezTo>
                  <a:pt x="361324" y="128467"/>
                  <a:pt x="363386" y="132887"/>
                  <a:pt x="366261" y="136566"/>
                </a:cubicBezTo>
                <a:cubicBezTo>
                  <a:pt x="369137" y="140245"/>
                  <a:pt x="372882" y="143072"/>
                  <a:pt x="377498" y="145046"/>
                </a:cubicBezTo>
                <a:cubicBezTo>
                  <a:pt x="382114" y="147019"/>
                  <a:pt x="387789" y="148005"/>
                  <a:pt x="394523" y="148005"/>
                </a:cubicBezTo>
                <a:cubicBezTo>
                  <a:pt x="399290" y="148005"/>
                  <a:pt x="403565" y="147582"/>
                  <a:pt x="407349" y="146738"/>
                </a:cubicBezTo>
                <a:cubicBezTo>
                  <a:pt x="411132" y="145894"/>
                  <a:pt x="414405" y="144954"/>
                  <a:pt x="417166" y="143919"/>
                </a:cubicBezTo>
                <a:cubicBezTo>
                  <a:pt x="419928" y="142883"/>
                  <a:pt x="422198" y="141943"/>
                  <a:pt x="423976" y="141099"/>
                </a:cubicBezTo>
                <a:cubicBezTo>
                  <a:pt x="425755" y="140255"/>
                  <a:pt x="427022" y="139833"/>
                  <a:pt x="427779" y="139833"/>
                </a:cubicBezTo>
                <a:cubicBezTo>
                  <a:pt x="428233" y="139833"/>
                  <a:pt x="428649" y="139947"/>
                  <a:pt x="429027" y="140177"/>
                </a:cubicBezTo>
                <a:cubicBezTo>
                  <a:pt x="429405" y="140406"/>
                  <a:pt x="429708" y="140769"/>
                  <a:pt x="429935" y="141265"/>
                </a:cubicBezTo>
                <a:cubicBezTo>
                  <a:pt x="430162" y="141762"/>
                  <a:pt x="430332" y="142392"/>
                  <a:pt x="430446" y="143156"/>
                </a:cubicBezTo>
                <a:cubicBezTo>
                  <a:pt x="430559" y="143920"/>
                  <a:pt x="430616" y="144874"/>
                  <a:pt x="430616" y="146018"/>
                </a:cubicBezTo>
                <a:cubicBezTo>
                  <a:pt x="430616" y="146555"/>
                  <a:pt x="430578" y="147072"/>
                  <a:pt x="430503" y="147568"/>
                </a:cubicBezTo>
                <a:cubicBezTo>
                  <a:pt x="430427" y="148065"/>
                  <a:pt x="430332" y="148524"/>
                  <a:pt x="430219" y="148944"/>
                </a:cubicBezTo>
                <a:cubicBezTo>
                  <a:pt x="430105" y="149363"/>
                  <a:pt x="429935" y="149764"/>
                  <a:pt x="429708" y="150147"/>
                </a:cubicBezTo>
                <a:cubicBezTo>
                  <a:pt x="429481" y="150528"/>
                  <a:pt x="429178" y="150909"/>
                  <a:pt x="428800" y="151293"/>
                </a:cubicBezTo>
                <a:cubicBezTo>
                  <a:pt x="428422" y="151673"/>
                  <a:pt x="427249" y="152336"/>
                  <a:pt x="425282" y="153282"/>
                </a:cubicBezTo>
                <a:cubicBezTo>
                  <a:pt x="423314" y="154228"/>
                  <a:pt x="420742" y="155174"/>
                  <a:pt x="417564" y="156120"/>
                </a:cubicBezTo>
                <a:cubicBezTo>
                  <a:pt x="414386" y="157066"/>
                  <a:pt x="410697" y="157917"/>
                  <a:pt x="406497" y="158674"/>
                </a:cubicBezTo>
                <a:cubicBezTo>
                  <a:pt x="402298" y="159430"/>
                  <a:pt x="397777" y="159809"/>
                  <a:pt x="392934" y="159809"/>
                </a:cubicBezTo>
                <a:cubicBezTo>
                  <a:pt x="384989" y="159809"/>
                  <a:pt x="377952" y="158616"/>
                  <a:pt x="371823" y="156230"/>
                </a:cubicBezTo>
                <a:cubicBezTo>
                  <a:pt x="365694" y="153844"/>
                  <a:pt x="360549" y="150322"/>
                  <a:pt x="356387" y="145664"/>
                </a:cubicBezTo>
                <a:cubicBezTo>
                  <a:pt x="352225" y="141005"/>
                  <a:pt x="349066" y="135230"/>
                  <a:pt x="346910" y="128337"/>
                </a:cubicBezTo>
                <a:cubicBezTo>
                  <a:pt x="344753" y="121444"/>
                  <a:pt x="343675" y="113453"/>
                  <a:pt x="343675" y="104364"/>
                </a:cubicBezTo>
                <a:cubicBezTo>
                  <a:pt x="343675" y="95652"/>
                  <a:pt x="344791" y="87851"/>
                  <a:pt x="347023" y="80958"/>
                </a:cubicBezTo>
                <a:cubicBezTo>
                  <a:pt x="349255" y="74065"/>
                  <a:pt x="352452" y="68214"/>
                  <a:pt x="356614" y="63404"/>
                </a:cubicBezTo>
                <a:cubicBezTo>
                  <a:pt x="360776" y="58595"/>
                  <a:pt x="365789" y="54921"/>
                  <a:pt x="371653" y="52384"/>
                </a:cubicBezTo>
                <a:cubicBezTo>
                  <a:pt x="377517" y="49847"/>
                  <a:pt x="384043" y="48578"/>
                  <a:pt x="391232" y="48578"/>
                </a:cubicBezTo>
                <a:cubicBezTo>
                  <a:pt x="398950" y="48578"/>
                  <a:pt x="405533" y="49865"/>
                  <a:pt x="410981" y="52437"/>
                </a:cubicBezTo>
                <a:cubicBezTo>
                  <a:pt x="416429" y="55010"/>
                  <a:pt x="420912" y="58472"/>
                  <a:pt x="424430" y="62822"/>
                </a:cubicBezTo>
                <a:cubicBezTo>
                  <a:pt x="427949" y="67173"/>
                  <a:pt x="430522" y="72224"/>
                  <a:pt x="432148" y="77975"/>
                </a:cubicBezTo>
                <a:cubicBezTo>
                  <a:pt x="433775" y="83725"/>
                  <a:pt x="434589" y="89779"/>
                  <a:pt x="434589" y="96135"/>
                </a:cubicBezTo>
                <a:lnTo>
                  <a:pt x="434589" y="98859"/>
                </a:lnTo>
                <a:moveTo>
                  <a:pt x="420628" y="94886"/>
                </a:moveTo>
                <a:cubicBezTo>
                  <a:pt x="420855" y="83990"/>
                  <a:pt x="418358" y="75478"/>
                  <a:pt x="413137" y="69349"/>
                </a:cubicBezTo>
                <a:cubicBezTo>
                  <a:pt x="407916" y="63220"/>
                  <a:pt x="400312" y="60155"/>
                  <a:pt x="390324" y="60155"/>
                </a:cubicBezTo>
                <a:cubicBezTo>
                  <a:pt x="385178" y="60155"/>
                  <a:pt x="380657" y="61120"/>
                  <a:pt x="376760" y="63049"/>
                </a:cubicBezTo>
                <a:cubicBezTo>
                  <a:pt x="372863" y="64979"/>
                  <a:pt x="369572" y="67533"/>
                  <a:pt x="366886" y="70711"/>
                </a:cubicBezTo>
                <a:cubicBezTo>
                  <a:pt x="364199" y="73889"/>
                  <a:pt x="362138" y="77578"/>
                  <a:pt x="360700" y="81777"/>
                </a:cubicBezTo>
                <a:cubicBezTo>
                  <a:pt x="359262" y="85977"/>
                  <a:pt x="358430" y="90346"/>
                  <a:pt x="358203" y="94886"/>
                </a:cubicBezTo>
                <a:lnTo>
                  <a:pt x="420628" y="94886"/>
                </a:lnTo>
                <a:close/>
                <a:moveTo>
                  <a:pt x="484620" y="66171"/>
                </a:moveTo>
                <a:cubicBezTo>
                  <a:pt x="484620" y="68214"/>
                  <a:pt x="484487" y="69935"/>
                  <a:pt x="484222" y="71335"/>
                </a:cubicBezTo>
                <a:cubicBezTo>
                  <a:pt x="483958" y="72735"/>
                  <a:pt x="483447" y="73851"/>
                  <a:pt x="482690" y="74683"/>
                </a:cubicBezTo>
                <a:cubicBezTo>
                  <a:pt x="481934" y="75516"/>
                  <a:pt x="480931" y="76102"/>
                  <a:pt x="479682" y="76443"/>
                </a:cubicBezTo>
                <a:cubicBezTo>
                  <a:pt x="478434" y="76783"/>
                  <a:pt x="476826" y="76953"/>
                  <a:pt x="474859" y="76953"/>
                </a:cubicBezTo>
                <a:cubicBezTo>
                  <a:pt x="472891" y="76953"/>
                  <a:pt x="471302" y="76783"/>
                  <a:pt x="470092" y="76443"/>
                </a:cubicBezTo>
                <a:cubicBezTo>
                  <a:pt x="468881" y="76102"/>
                  <a:pt x="467897" y="75516"/>
                  <a:pt x="467141" y="74683"/>
                </a:cubicBezTo>
                <a:cubicBezTo>
                  <a:pt x="466384" y="73851"/>
                  <a:pt x="465873" y="72735"/>
                  <a:pt x="465608" y="71335"/>
                </a:cubicBezTo>
                <a:cubicBezTo>
                  <a:pt x="465344" y="69935"/>
                  <a:pt x="465211" y="68214"/>
                  <a:pt x="465211" y="66171"/>
                </a:cubicBezTo>
                <a:cubicBezTo>
                  <a:pt x="465211" y="63976"/>
                  <a:pt x="465344" y="62179"/>
                  <a:pt x="465608" y="60779"/>
                </a:cubicBezTo>
                <a:cubicBezTo>
                  <a:pt x="465873" y="59380"/>
                  <a:pt x="466384" y="58264"/>
                  <a:pt x="467141" y="57431"/>
                </a:cubicBezTo>
                <a:cubicBezTo>
                  <a:pt x="467897" y="56599"/>
                  <a:pt x="468881" y="56012"/>
                  <a:pt x="470092" y="55672"/>
                </a:cubicBezTo>
                <a:cubicBezTo>
                  <a:pt x="471302" y="55331"/>
                  <a:pt x="472891" y="55161"/>
                  <a:pt x="474859" y="55161"/>
                </a:cubicBezTo>
                <a:cubicBezTo>
                  <a:pt x="476826" y="55161"/>
                  <a:pt x="478434" y="55331"/>
                  <a:pt x="479682" y="55672"/>
                </a:cubicBezTo>
                <a:cubicBezTo>
                  <a:pt x="480931" y="56012"/>
                  <a:pt x="481934" y="56599"/>
                  <a:pt x="482690" y="57431"/>
                </a:cubicBezTo>
                <a:cubicBezTo>
                  <a:pt x="483447" y="58264"/>
                  <a:pt x="483958" y="59380"/>
                  <a:pt x="484222" y="60779"/>
                </a:cubicBezTo>
                <a:cubicBezTo>
                  <a:pt x="484487" y="62179"/>
                  <a:pt x="484620" y="63976"/>
                  <a:pt x="484620" y="66171"/>
                </a:cubicBezTo>
                <a:moveTo>
                  <a:pt x="484620" y="147778"/>
                </a:moveTo>
                <a:cubicBezTo>
                  <a:pt x="484620" y="149896"/>
                  <a:pt x="484487" y="151655"/>
                  <a:pt x="484222" y="153055"/>
                </a:cubicBezTo>
                <a:cubicBezTo>
                  <a:pt x="483958" y="154455"/>
                  <a:pt x="483447" y="155571"/>
                  <a:pt x="482690" y="156404"/>
                </a:cubicBezTo>
                <a:cubicBezTo>
                  <a:pt x="481934" y="157236"/>
                  <a:pt x="480931" y="157822"/>
                  <a:pt x="479682" y="158163"/>
                </a:cubicBezTo>
                <a:cubicBezTo>
                  <a:pt x="478434" y="158503"/>
                  <a:pt x="476826" y="158674"/>
                  <a:pt x="474859" y="158674"/>
                </a:cubicBezTo>
                <a:cubicBezTo>
                  <a:pt x="472891" y="158674"/>
                  <a:pt x="471302" y="158503"/>
                  <a:pt x="470092" y="158163"/>
                </a:cubicBezTo>
                <a:cubicBezTo>
                  <a:pt x="468881" y="157822"/>
                  <a:pt x="467897" y="157236"/>
                  <a:pt x="467141" y="156404"/>
                </a:cubicBezTo>
                <a:cubicBezTo>
                  <a:pt x="466384" y="155571"/>
                  <a:pt x="465873" y="154455"/>
                  <a:pt x="465608" y="153055"/>
                </a:cubicBezTo>
                <a:cubicBezTo>
                  <a:pt x="465344" y="151655"/>
                  <a:pt x="465211" y="149896"/>
                  <a:pt x="465211" y="147778"/>
                </a:cubicBezTo>
                <a:cubicBezTo>
                  <a:pt x="465211" y="145659"/>
                  <a:pt x="465344" y="143881"/>
                  <a:pt x="465608" y="142443"/>
                </a:cubicBezTo>
                <a:cubicBezTo>
                  <a:pt x="465873" y="141005"/>
                  <a:pt x="466384" y="139889"/>
                  <a:pt x="467141" y="139095"/>
                </a:cubicBezTo>
                <a:cubicBezTo>
                  <a:pt x="467897" y="138300"/>
                  <a:pt x="468881" y="137733"/>
                  <a:pt x="470092" y="137392"/>
                </a:cubicBezTo>
                <a:cubicBezTo>
                  <a:pt x="471302" y="137052"/>
                  <a:pt x="472891" y="136882"/>
                  <a:pt x="474859" y="136882"/>
                </a:cubicBezTo>
                <a:cubicBezTo>
                  <a:pt x="476826" y="136882"/>
                  <a:pt x="478434" y="137052"/>
                  <a:pt x="479682" y="137392"/>
                </a:cubicBezTo>
                <a:cubicBezTo>
                  <a:pt x="480931" y="137733"/>
                  <a:pt x="481934" y="138300"/>
                  <a:pt x="482690" y="139095"/>
                </a:cubicBezTo>
                <a:cubicBezTo>
                  <a:pt x="483447" y="139889"/>
                  <a:pt x="483958" y="141005"/>
                  <a:pt x="484222" y="142443"/>
                </a:cubicBezTo>
                <a:cubicBezTo>
                  <a:pt x="484487" y="143881"/>
                  <a:pt x="484620" y="145659"/>
                  <a:pt x="484620" y="147778"/>
                </a:cubicBezTo>
                <a:close/>
                <a:moveTo>
                  <a:pt x="639322" y="58084"/>
                </a:moveTo>
                <a:cubicBezTo>
                  <a:pt x="639322" y="59228"/>
                  <a:pt x="639284" y="60200"/>
                  <a:pt x="639208" y="60999"/>
                </a:cubicBezTo>
                <a:cubicBezTo>
                  <a:pt x="639133" y="61799"/>
                  <a:pt x="639000" y="62444"/>
                  <a:pt x="638811" y="62936"/>
                </a:cubicBezTo>
                <a:cubicBezTo>
                  <a:pt x="638622" y="63428"/>
                  <a:pt x="638395" y="63806"/>
                  <a:pt x="638130" y="64071"/>
                </a:cubicBezTo>
                <a:cubicBezTo>
                  <a:pt x="637865" y="64336"/>
                  <a:pt x="637506" y="64468"/>
                  <a:pt x="637052" y="64468"/>
                </a:cubicBezTo>
                <a:cubicBezTo>
                  <a:pt x="636371" y="64468"/>
                  <a:pt x="635576" y="64298"/>
                  <a:pt x="634668" y="63957"/>
                </a:cubicBezTo>
                <a:cubicBezTo>
                  <a:pt x="633760" y="63617"/>
                  <a:pt x="632701" y="63258"/>
                  <a:pt x="631490" y="62879"/>
                </a:cubicBezTo>
                <a:cubicBezTo>
                  <a:pt x="630280" y="62501"/>
                  <a:pt x="628955" y="62141"/>
                  <a:pt x="627518" y="61801"/>
                </a:cubicBezTo>
                <a:cubicBezTo>
                  <a:pt x="626080" y="61460"/>
                  <a:pt x="624491" y="61290"/>
                  <a:pt x="622751" y="61290"/>
                </a:cubicBezTo>
                <a:cubicBezTo>
                  <a:pt x="620708" y="61290"/>
                  <a:pt x="618702" y="61722"/>
                  <a:pt x="616735" y="62585"/>
                </a:cubicBezTo>
                <a:cubicBezTo>
                  <a:pt x="614768" y="63448"/>
                  <a:pt x="612706" y="64837"/>
                  <a:pt x="610549" y="66752"/>
                </a:cubicBezTo>
                <a:cubicBezTo>
                  <a:pt x="608393" y="68668"/>
                  <a:pt x="606123" y="71203"/>
                  <a:pt x="603739" y="74357"/>
                </a:cubicBezTo>
                <a:cubicBezTo>
                  <a:pt x="601356" y="77511"/>
                  <a:pt x="598726" y="81379"/>
                  <a:pt x="595851" y="85959"/>
                </a:cubicBezTo>
                <a:lnTo>
                  <a:pt x="595851" y="155492"/>
                </a:lnTo>
                <a:cubicBezTo>
                  <a:pt x="595851" y="155946"/>
                  <a:pt x="595738" y="156363"/>
                  <a:pt x="595511" y="156744"/>
                </a:cubicBezTo>
                <a:cubicBezTo>
                  <a:pt x="595284" y="157122"/>
                  <a:pt x="594924" y="157425"/>
                  <a:pt x="594432" y="157652"/>
                </a:cubicBezTo>
                <a:cubicBezTo>
                  <a:pt x="593940" y="157879"/>
                  <a:pt x="593259" y="158068"/>
                  <a:pt x="592389" y="158220"/>
                </a:cubicBezTo>
                <a:cubicBezTo>
                  <a:pt x="591519" y="158371"/>
                  <a:pt x="590403" y="158447"/>
                  <a:pt x="589041" y="158447"/>
                </a:cubicBezTo>
                <a:cubicBezTo>
                  <a:pt x="587755" y="158447"/>
                  <a:pt x="586676" y="158371"/>
                  <a:pt x="585806" y="158220"/>
                </a:cubicBezTo>
                <a:cubicBezTo>
                  <a:pt x="584936" y="158068"/>
                  <a:pt x="584236" y="157879"/>
                  <a:pt x="583707" y="157652"/>
                </a:cubicBezTo>
                <a:cubicBezTo>
                  <a:pt x="583177" y="157425"/>
                  <a:pt x="582817" y="157122"/>
                  <a:pt x="582628" y="156744"/>
                </a:cubicBezTo>
                <a:cubicBezTo>
                  <a:pt x="582439" y="156363"/>
                  <a:pt x="582345" y="155946"/>
                  <a:pt x="582345" y="155492"/>
                </a:cubicBezTo>
                <a:lnTo>
                  <a:pt x="582345" y="52668"/>
                </a:lnTo>
                <a:cubicBezTo>
                  <a:pt x="582345" y="52214"/>
                  <a:pt x="582439" y="51798"/>
                  <a:pt x="582628" y="51419"/>
                </a:cubicBezTo>
                <a:cubicBezTo>
                  <a:pt x="582817" y="51039"/>
                  <a:pt x="583177" y="50716"/>
                  <a:pt x="583707" y="50451"/>
                </a:cubicBezTo>
                <a:cubicBezTo>
                  <a:pt x="584236" y="50186"/>
                  <a:pt x="584898" y="49997"/>
                  <a:pt x="585693" y="49883"/>
                </a:cubicBezTo>
                <a:cubicBezTo>
                  <a:pt x="586487" y="49770"/>
                  <a:pt x="587528" y="49713"/>
                  <a:pt x="588814" y="49713"/>
                </a:cubicBezTo>
                <a:cubicBezTo>
                  <a:pt x="590100" y="49713"/>
                  <a:pt x="591160" y="49770"/>
                  <a:pt x="591992" y="49883"/>
                </a:cubicBezTo>
                <a:cubicBezTo>
                  <a:pt x="592824" y="49997"/>
                  <a:pt x="593468" y="50186"/>
                  <a:pt x="593922" y="50451"/>
                </a:cubicBezTo>
                <a:cubicBezTo>
                  <a:pt x="594376" y="50716"/>
                  <a:pt x="594697" y="51039"/>
                  <a:pt x="594886" y="51419"/>
                </a:cubicBezTo>
                <a:cubicBezTo>
                  <a:pt x="595075" y="51798"/>
                  <a:pt x="595170" y="52214"/>
                  <a:pt x="595170" y="52668"/>
                </a:cubicBezTo>
                <a:lnTo>
                  <a:pt x="595170" y="68916"/>
                </a:lnTo>
                <a:cubicBezTo>
                  <a:pt x="598121" y="64622"/>
                  <a:pt x="600845" y="61157"/>
                  <a:pt x="603342" y="58520"/>
                </a:cubicBezTo>
                <a:cubicBezTo>
                  <a:pt x="605839" y="55884"/>
                  <a:pt x="608223" y="53831"/>
                  <a:pt x="610493" y="52363"/>
                </a:cubicBezTo>
                <a:cubicBezTo>
                  <a:pt x="612763" y="50894"/>
                  <a:pt x="614976" y="49896"/>
                  <a:pt x="617132" y="49369"/>
                </a:cubicBezTo>
                <a:cubicBezTo>
                  <a:pt x="619289" y="48842"/>
                  <a:pt x="621502" y="48578"/>
                  <a:pt x="623772" y="48578"/>
                </a:cubicBezTo>
                <a:cubicBezTo>
                  <a:pt x="624756" y="48578"/>
                  <a:pt x="625891" y="48636"/>
                  <a:pt x="627177" y="48752"/>
                </a:cubicBezTo>
                <a:cubicBezTo>
                  <a:pt x="628464" y="48865"/>
                  <a:pt x="629844" y="49075"/>
                  <a:pt x="631320" y="49380"/>
                </a:cubicBezTo>
                <a:cubicBezTo>
                  <a:pt x="632795" y="49685"/>
                  <a:pt x="634120" y="50048"/>
                  <a:pt x="635292" y="50469"/>
                </a:cubicBezTo>
                <a:cubicBezTo>
                  <a:pt x="636465" y="50887"/>
                  <a:pt x="637279" y="51269"/>
                  <a:pt x="637733" y="51614"/>
                </a:cubicBezTo>
                <a:cubicBezTo>
                  <a:pt x="638187" y="51957"/>
                  <a:pt x="638489" y="52262"/>
                  <a:pt x="638641" y="52529"/>
                </a:cubicBezTo>
                <a:cubicBezTo>
                  <a:pt x="638792" y="52797"/>
                  <a:pt x="638924" y="53141"/>
                  <a:pt x="639038" y="53562"/>
                </a:cubicBezTo>
                <a:cubicBezTo>
                  <a:pt x="639151" y="53980"/>
                  <a:pt x="639227" y="54552"/>
                  <a:pt x="639265" y="55278"/>
                </a:cubicBezTo>
                <a:cubicBezTo>
                  <a:pt x="639303" y="56004"/>
                  <a:pt x="639322" y="56939"/>
                  <a:pt x="639322" y="58084"/>
                </a:cubicBezTo>
                <a:close/>
                <a:moveTo>
                  <a:pt x="743513" y="98859"/>
                </a:moveTo>
                <a:cubicBezTo>
                  <a:pt x="743513" y="101583"/>
                  <a:pt x="742794" y="103456"/>
                  <a:pt x="741357" y="104477"/>
                </a:cubicBezTo>
                <a:cubicBezTo>
                  <a:pt x="739919" y="105499"/>
                  <a:pt x="738519" y="106009"/>
                  <a:pt x="737157" y="106009"/>
                </a:cubicBezTo>
                <a:lnTo>
                  <a:pt x="667128" y="106009"/>
                </a:lnTo>
                <a:cubicBezTo>
                  <a:pt x="667128" y="112382"/>
                  <a:pt x="667752" y="118148"/>
                  <a:pt x="669000" y="123308"/>
                </a:cubicBezTo>
                <a:cubicBezTo>
                  <a:pt x="670249" y="128467"/>
                  <a:pt x="672311" y="132887"/>
                  <a:pt x="675186" y="136566"/>
                </a:cubicBezTo>
                <a:cubicBezTo>
                  <a:pt x="678061" y="140245"/>
                  <a:pt x="681807" y="143072"/>
                  <a:pt x="686423" y="145046"/>
                </a:cubicBezTo>
                <a:cubicBezTo>
                  <a:pt x="691038" y="147019"/>
                  <a:pt x="696713" y="148005"/>
                  <a:pt x="703448" y="148005"/>
                </a:cubicBezTo>
                <a:cubicBezTo>
                  <a:pt x="708215" y="148005"/>
                  <a:pt x="712490" y="147582"/>
                  <a:pt x="716273" y="146738"/>
                </a:cubicBezTo>
                <a:cubicBezTo>
                  <a:pt x="720057" y="145894"/>
                  <a:pt x="723329" y="144954"/>
                  <a:pt x="726091" y="143919"/>
                </a:cubicBezTo>
                <a:cubicBezTo>
                  <a:pt x="728853" y="142883"/>
                  <a:pt x="731123" y="141943"/>
                  <a:pt x="732901" y="141099"/>
                </a:cubicBezTo>
                <a:cubicBezTo>
                  <a:pt x="734679" y="140255"/>
                  <a:pt x="735947" y="139833"/>
                  <a:pt x="736703" y="139833"/>
                </a:cubicBezTo>
                <a:cubicBezTo>
                  <a:pt x="737157" y="139833"/>
                  <a:pt x="737573" y="139947"/>
                  <a:pt x="737952" y="140177"/>
                </a:cubicBezTo>
                <a:cubicBezTo>
                  <a:pt x="738330" y="140406"/>
                  <a:pt x="738633" y="140769"/>
                  <a:pt x="738860" y="141265"/>
                </a:cubicBezTo>
                <a:cubicBezTo>
                  <a:pt x="739087" y="141762"/>
                  <a:pt x="739257" y="142392"/>
                  <a:pt x="739371" y="143156"/>
                </a:cubicBezTo>
                <a:cubicBezTo>
                  <a:pt x="739484" y="143920"/>
                  <a:pt x="739541" y="144874"/>
                  <a:pt x="739541" y="146018"/>
                </a:cubicBezTo>
                <a:cubicBezTo>
                  <a:pt x="739541" y="146555"/>
                  <a:pt x="739503" y="147072"/>
                  <a:pt x="739427" y="147568"/>
                </a:cubicBezTo>
                <a:cubicBezTo>
                  <a:pt x="739352" y="148065"/>
                  <a:pt x="739257" y="148524"/>
                  <a:pt x="739144" y="148944"/>
                </a:cubicBezTo>
                <a:cubicBezTo>
                  <a:pt x="739030" y="149363"/>
                  <a:pt x="738860" y="149764"/>
                  <a:pt x="738633" y="150147"/>
                </a:cubicBezTo>
                <a:cubicBezTo>
                  <a:pt x="738406" y="150528"/>
                  <a:pt x="738103" y="150909"/>
                  <a:pt x="737725" y="151293"/>
                </a:cubicBezTo>
                <a:cubicBezTo>
                  <a:pt x="737346" y="151673"/>
                  <a:pt x="736174" y="152336"/>
                  <a:pt x="734206" y="153282"/>
                </a:cubicBezTo>
                <a:cubicBezTo>
                  <a:pt x="732239" y="154228"/>
                  <a:pt x="729666" y="155174"/>
                  <a:pt x="726488" y="156120"/>
                </a:cubicBezTo>
                <a:cubicBezTo>
                  <a:pt x="723310" y="157066"/>
                  <a:pt x="719621" y="157917"/>
                  <a:pt x="715422" y="158674"/>
                </a:cubicBezTo>
                <a:cubicBezTo>
                  <a:pt x="711222" y="159430"/>
                  <a:pt x="706701" y="159809"/>
                  <a:pt x="701859" y="159809"/>
                </a:cubicBezTo>
                <a:cubicBezTo>
                  <a:pt x="693914" y="159809"/>
                  <a:pt x="686877" y="158616"/>
                  <a:pt x="680748" y="156230"/>
                </a:cubicBezTo>
                <a:cubicBezTo>
                  <a:pt x="674619" y="153844"/>
                  <a:pt x="669473" y="150322"/>
                  <a:pt x="665312" y="145664"/>
                </a:cubicBezTo>
                <a:cubicBezTo>
                  <a:pt x="661150" y="141005"/>
                  <a:pt x="657991" y="135230"/>
                  <a:pt x="655834" y="128337"/>
                </a:cubicBezTo>
                <a:cubicBezTo>
                  <a:pt x="653678" y="121444"/>
                  <a:pt x="652599" y="113453"/>
                  <a:pt x="652599" y="104364"/>
                </a:cubicBezTo>
                <a:cubicBezTo>
                  <a:pt x="652599" y="95652"/>
                  <a:pt x="653716" y="87851"/>
                  <a:pt x="655948" y="80958"/>
                </a:cubicBezTo>
                <a:cubicBezTo>
                  <a:pt x="658180" y="74065"/>
                  <a:pt x="661377" y="68214"/>
                  <a:pt x="665539" y="63404"/>
                </a:cubicBezTo>
                <a:cubicBezTo>
                  <a:pt x="669700" y="58595"/>
                  <a:pt x="674713" y="54921"/>
                  <a:pt x="680577" y="52384"/>
                </a:cubicBezTo>
                <a:cubicBezTo>
                  <a:pt x="686442" y="49847"/>
                  <a:pt x="692968" y="48578"/>
                  <a:pt x="700156" y="48578"/>
                </a:cubicBezTo>
                <a:cubicBezTo>
                  <a:pt x="707874" y="48578"/>
                  <a:pt x="714457" y="49865"/>
                  <a:pt x="719905" y="52437"/>
                </a:cubicBezTo>
                <a:cubicBezTo>
                  <a:pt x="725353" y="55010"/>
                  <a:pt x="729837" y="58472"/>
                  <a:pt x="733355" y="62822"/>
                </a:cubicBezTo>
                <a:cubicBezTo>
                  <a:pt x="736874" y="67173"/>
                  <a:pt x="739446" y="72224"/>
                  <a:pt x="741073" y="77975"/>
                </a:cubicBezTo>
                <a:cubicBezTo>
                  <a:pt x="742700" y="83725"/>
                  <a:pt x="743513" y="89779"/>
                  <a:pt x="743513" y="96135"/>
                </a:cubicBezTo>
                <a:lnTo>
                  <a:pt x="743513" y="98859"/>
                </a:lnTo>
                <a:moveTo>
                  <a:pt x="729553" y="94886"/>
                </a:moveTo>
                <a:cubicBezTo>
                  <a:pt x="729780" y="83990"/>
                  <a:pt x="727283" y="75478"/>
                  <a:pt x="722062" y="69349"/>
                </a:cubicBezTo>
                <a:cubicBezTo>
                  <a:pt x="716841" y="63220"/>
                  <a:pt x="709236" y="60155"/>
                  <a:pt x="699248" y="60155"/>
                </a:cubicBezTo>
                <a:cubicBezTo>
                  <a:pt x="694103" y="60155"/>
                  <a:pt x="689582" y="61120"/>
                  <a:pt x="685685" y="63049"/>
                </a:cubicBezTo>
                <a:cubicBezTo>
                  <a:pt x="681788" y="64979"/>
                  <a:pt x="678496" y="67533"/>
                  <a:pt x="675810" y="70711"/>
                </a:cubicBezTo>
                <a:cubicBezTo>
                  <a:pt x="673124" y="73889"/>
                  <a:pt x="671062" y="77578"/>
                  <a:pt x="669625" y="81777"/>
                </a:cubicBezTo>
                <a:cubicBezTo>
                  <a:pt x="668187" y="85977"/>
                  <a:pt x="667355" y="90346"/>
                  <a:pt x="667128" y="94886"/>
                </a:cubicBezTo>
                <a:lnTo>
                  <a:pt x="729553" y="94886"/>
                </a:lnTo>
                <a:close/>
                <a:moveTo>
                  <a:pt x="853018" y="155492"/>
                </a:moveTo>
                <a:cubicBezTo>
                  <a:pt x="853018" y="156024"/>
                  <a:pt x="852924" y="156479"/>
                  <a:pt x="852735" y="156858"/>
                </a:cubicBezTo>
                <a:cubicBezTo>
                  <a:pt x="852546" y="157236"/>
                  <a:pt x="852205" y="157539"/>
                  <a:pt x="851713" y="157766"/>
                </a:cubicBezTo>
                <a:cubicBezTo>
                  <a:pt x="851221" y="157993"/>
                  <a:pt x="850597" y="158163"/>
                  <a:pt x="849840" y="158276"/>
                </a:cubicBezTo>
                <a:cubicBezTo>
                  <a:pt x="849084" y="158390"/>
                  <a:pt x="848138" y="158447"/>
                  <a:pt x="847003" y="158447"/>
                </a:cubicBezTo>
                <a:cubicBezTo>
                  <a:pt x="845792" y="158447"/>
                  <a:pt x="844790" y="158390"/>
                  <a:pt x="843995" y="158276"/>
                </a:cubicBezTo>
                <a:cubicBezTo>
                  <a:pt x="843201" y="158165"/>
                  <a:pt x="842558" y="157996"/>
                  <a:pt x="842066" y="157769"/>
                </a:cubicBezTo>
                <a:cubicBezTo>
                  <a:pt x="841574" y="157545"/>
                  <a:pt x="841195" y="157244"/>
                  <a:pt x="840931" y="156868"/>
                </a:cubicBezTo>
                <a:cubicBezTo>
                  <a:pt x="840666" y="156490"/>
                  <a:pt x="840533" y="156038"/>
                  <a:pt x="840533" y="155513"/>
                </a:cubicBezTo>
                <a:lnTo>
                  <a:pt x="840533" y="140836"/>
                </a:lnTo>
                <a:cubicBezTo>
                  <a:pt x="835085" y="146743"/>
                  <a:pt x="829448" y="151382"/>
                  <a:pt x="823622" y="154754"/>
                </a:cubicBezTo>
                <a:cubicBezTo>
                  <a:pt x="817795" y="158124"/>
                  <a:pt x="811439" y="159809"/>
                  <a:pt x="804554" y="159809"/>
                </a:cubicBezTo>
                <a:cubicBezTo>
                  <a:pt x="797138" y="159809"/>
                  <a:pt x="790820" y="158370"/>
                  <a:pt x="785599" y="155492"/>
                </a:cubicBezTo>
                <a:cubicBezTo>
                  <a:pt x="780378" y="152614"/>
                  <a:pt x="776122" y="148714"/>
                  <a:pt x="772830" y="143791"/>
                </a:cubicBezTo>
                <a:cubicBezTo>
                  <a:pt x="769539" y="138865"/>
                  <a:pt x="767136" y="133090"/>
                  <a:pt x="765623" y="126464"/>
                </a:cubicBezTo>
                <a:cubicBezTo>
                  <a:pt x="764110" y="119836"/>
                  <a:pt x="763353" y="112810"/>
                  <a:pt x="763353" y="105385"/>
                </a:cubicBezTo>
                <a:cubicBezTo>
                  <a:pt x="763353" y="96676"/>
                  <a:pt x="764299" y="88819"/>
                  <a:pt x="766191" y="81813"/>
                </a:cubicBezTo>
                <a:cubicBezTo>
                  <a:pt x="768082" y="74806"/>
                  <a:pt x="770882" y="68842"/>
                  <a:pt x="774590" y="63918"/>
                </a:cubicBezTo>
                <a:cubicBezTo>
                  <a:pt x="778297" y="58993"/>
                  <a:pt x="782875" y="55205"/>
                  <a:pt x="788323" y="52554"/>
                </a:cubicBezTo>
                <a:cubicBezTo>
                  <a:pt x="793771" y="49904"/>
                  <a:pt x="800089" y="48578"/>
                  <a:pt x="807278" y="48578"/>
                </a:cubicBezTo>
                <a:cubicBezTo>
                  <a:pt x="813482" y="48578"/>
                  <a:pt x="819158" y="49961"/>
                  <a:pt x="824303" y="52728"/>
                </a:cubicBezTo>
                <a:cubicBezTo>
                  <a:pt x="829448" y="55492"/>
                  <a:pt x="834518" y="59563"/>
                  <a:pt x="839512" y="64940"/>
                </a:cubicBezTo>
                <a:lnTo>
                  <a:pt x="839512" y="2958"/>
                </a:lnTo>
                <a:cubicBezTo>
                  <a:pt x="839512" y="2502"/>
                  <a:pt x="839606" y="2084"/>
                  <a:pt x="839796" y="1706"/>
                </a:cubicBezTo>
                <a:cubicBezTo>
                  <a:pt x="839985" y="1328"/>
                  <a:pt x="840344" y="1025"/>
                  <a:pt x="840874" y="798"/>
                </a:cubicBezTo>
                <a:cubicBezTo>
                  <a:pt x="841404" y="569"/>
                  <a:pt x="842103" y="378"/>
                  <a:pt x="842974" y="227"/>
                </a:cubicBezTo>
                <a:cubicBezTo>
                  <a:pt x="843844" y="76"/>
                  <a:pt x="844922" y="0"/>
                  <a:pt x="846208" y="0"/>
                </a:cubicBezTo>
                <a:cubicBezTo>
                  <a:pt x="847570" y="0"/>
                  <a:pt x="848687" y="76"/>
                  <a:pt x="849557" y="227"/>
                </a:cubicBezTo>
                <a:cubicBezTo>
                  <a:pt x="850427" y="378"/>
                  <a:pt x="851108" y="568"/>
                  <a:pt x="851600" y="795"/>
                </a:cubicBezTo>
                <a:cubicBezTo>
                  <a:pt x="852092" y="1022"/>
                  <a:pt x="852451" y="1324"/>
                  <a:pt x="852678" y="1703"/>
                </a:cubicBezTo>
                <a:cubicBezTo>
                  <a:pt x="852905" y="2081"/>
                  <a:pt x="853018" y="2498"/>
                  <a:pt x="853018" y="2955"/>
                </a:cubicBezTo>
                <a:lnTo>
                  <a:pt x="853018" y="155492"/>
                </a:lnTo>
                <a:moveTo>
                  <a:pt x="839512" y="81412"/>
                </a:moveTo>
                <a:cubicBezTo>
                  <a:pt x="833837" y="74517"/>
                  <a:pt x="828370" y="69251"/>
                  <a:pt x="823111" y="65614"/>
                </a:cubicBezTo>
                <a:cubicBezTo>
                  <a:pt x="817852" y="61975"/>
                  <a:pt x="812347" y="60155"/>
                  <a:pt x="806597" y="60155"/>
                </a:cubicBezTo>
                <a:cubicBezTo>
                  <a:pt x="801376" y="60155"/>
                  <a:pt x="796911" y="61406"/>
                  <a:pt x="793204" y="63908"/>
                </a:cubicBezTo>
                <a:cubicBezTo>
                  <a:pt x="789496" y="66407"/>
                  <a:pt x="786469" y="69702"/>
                  <a:pt x="784124" y="73793"/>
                </a:cubicBezTo>
                <a:cubicBezTo>
                  <a:pt x="781778" y="77884"/>
                  <a:pt x="780076" y="82505"/>
                  <a:pt x="779016" y="87658"/>
                </a:cubicBezTo>
                <a:cubicBezTo>
                  <a:pt x="777957" y="92810"/>
                  <a:pt x="777427" y="98038"/>
                  <a:pt x="777427" y="103342"/>
                </a:cubicBezTo>
                <a:cubicBezTo>
                  <a:pt x="777427" y="109024"/>
                  <a:pt x="777881" y="114555"/>
                  <a:pt x="778789" y="119934"/>
                </a:cubicBezTo>
                <a:cubicBezTo>
                  <a:pt x="779697" y="125314"/>
                  <a:pt x="781248" y="130106"/>
                  <a:pt x="783443" y="134310"/>
                </a:cubicBezTo>
                <a:cubicBezTo>
                  <a:pt x="785637" y="138514"/>
                  <a:pt x="788550" y="141886"/>
                  <a:pt x="792182" y="144426"/>
                </a:cubicBezTo>
                <a:cubicBezTo>
                  <a:pt x="795814" y="146963"/>
                  <a:pt x="800354" y="148232"/>
                  <a:pt x="805802" y="148232"/>
                </a:cubicBezTo>
                <a:cubicBezTo>
                  <a:pt x="808526" y="148232"/>
                  <a:pt x="811175" y="147853"/>
                  <a:pt x="813747" y="147097"/>
                </a:cubicBezTo>
                <a:cubicBezTo>
                  <a:pt x="816320" y="146338"/>
                  <a:pt x="818968" y="145087"/>
                  <a:pt x="821692" y="143344"/>
                </a:cubicBezTo>
                <a:cubicBezTo>
                  <a:pt x="824416" y="141601"/>
                  <a:pt x="827235" y="139347"/>
                  <a:pt x="830148" y="136580"/>
                </a:cubicBezTo>
                <a:cubicBezTo>
                  <a:pt x="833061" y="133813"/>
                  <a:pt x="836183" y="130384"/>
                  <a:pt x="839512" y="126291"/>
                </a:cubicBezTo>
                <a:lnTo>
                  <a:pt x="839512" y="81412"/>
                </a:lnTo>
                <a:close/>
                <a:moveTo>
                  <a:pt x="996311" y="149480"/>
                </a:moveTo>
                <a:cubicBezTo>
                  <a:pt x="996311" y="151069"/>
                  <a:pt x="996178" y="152355"/>
                  <a:pt x="995913" y="153339"/>
                </a:cubicBezTo>
                <a:cubicBezTo>
                  <a:pt x="995648" y="154323"/>
                  <a:pt x="995232" y="155098"/>
                  <a:pt x="994665" y="155666"/>
                </a:cubicBezTo>
                <a:cubicBezTo>
                  <a:pt x="994097" y="156233"/>
                  <a:pt x="993265" y="156763"/>
                  <a:pt x="992168" y="157255"/>
                </a:cubicBezTo>
                <a:cubicBezTo>
                  <a:pt x="991071" y="157747"/>
                  <a:pt x="989803" y="158163"/>
                  <a:pt x="988365" y="158503"/>
                </a:cubicBezTo>
                <a:cubicBezTo>
                  <a:pt x="986928" y="158844"/>
                  <a:pt x="985414" y="159109"/>
                  <a:pt x="983825" y="159298"/>
                </a:cubicBezTo>
                <a:cubicBezTo>
                  <a:pt x="982236" y="159487"/>
                  <a:pt x="980685" y="159582"/>
                  <a:pt x="979172" y="159582"/>
                </a:cubicBezTo>
                <a:cubicBezTo>
                  <a:pt x="974102" y="159582"/>
                  <a:pt x="969789" y="158901"/>
                  <a:pt x="966233" y="157539"/>
                </a:cubicBezTo>
                <a:cubicBezTo>
                  <a:pt x="962677" y="156177"/>
                  <a:pt x="959763" y="154115"/>
                  <a:pt x="957493" y="151353"/>
                </a:cubicBezTo>
                <a:cubicBezTo>
                  <a:pt x="955223" y="148591"/>
                  <a:pt x="953578" y="145091"/>
                  <a:pt x="952556" y="140854"/>
                </a:cubicBezTo>
                <a:cubicBezTo>
                  <a:pt x="951535" y="136617"/>
                  <a:pt x="951024" y="131623"/>
                  <a:pt x="951024" y="125872"/>
                </a:cubicBezTo>
                <a:lnTo>
                  <a:pt x="951024" y="61971"/>
                </a:lnTo>
                <a:lnTo>
                  <a:pt x="935701" y="61971"/>
                </a:lnTo>
                <a:cubicBezTo>
                  <a:pt x="934642" y="61971"/>
                  <a:pt x="933810" y="61494"/>
                  <a:pt x="933204" y="60538"/>
                </a:cubicBezTo>
                <a:cubicBezTo>
                  <a:pt x="932599" y="59583"/>
                  <a:pt x="932296" y="58150"/>
                  <a:pt x="932296" y="56239"/>
                </a:cubicBezTo>
                <a:cubicBezTo>
                  <a:pt x="932296" y="55246"/>
                  <a:pt x="932372" y="54387"/>
                  <a:pt x="932523" y="53661"/>
                </a:cubicBezTo>
                <a:cubicBezTo>
                  <a:pt x="932675" y="52935"/>
                  <a:pt x="932902" y="52324"/>
                  <a:pt x="933204" y="51827"/>
                </a:cubicBezTo>
                <a:cubicBezTo>
                  <a:pt x="933507" y="51331"/>
                  <a:pt x="933866" y="50968"/>
                  <a:pt x="934283" y="50738"/>
                </a:cubicBezTo>
                <a:cubicBezTo>
                  <a:pt x="934699" y="50509"/>
                  <a:pt x="935172" y="50394"/>
                  <a:pt x="935701" y="50394"/>
                </a:cubicBezTo>
                <a:lnTo>
                  <a:pt x="951024" y="50394"/>
                </a:lnTo>
                <a:lnTo>
                  <a:pt x="951024" y="25197"/>
                </a:lnTo>
                <a:cubicBezTo>
                  <a:pt x="951024" y="24743"/>
                  <a:pt x="951118" y="24327"/>
                  <a:pt x="951308" y="23949"/>
                </a:cubicBezTo>
                <a:cubicBezTo>
                  <a:pt x="951497" y="23570"/>
                  <a:pt x="951856" y="23249"/>
                  <a:pt x="952386" y="22984"/>
                </a:cubicBezTo>
                <a:cubicBezTo>
                  <a:pt x="952916" y="22719"/>
                  <a:pt x="953615" y="22530"/>
                  <a:pt x="954486" y="22416"/>
                </a:cubicBezTo>
                <a:cubicBezTo>
                  <a:pt x="955356" y="22303"/>
                  <a:pt x="956434" y="22246"/>
                  <a:pt x="957720" y="22246"/>
                </a:cubicBezTo>
                <a:cubicBezTo>
                  <a:pt x="959082" y="22246"/>
                  <a:pt x="960198" y="22303"/>
                  <a:pt x="961069" y="22416"/>
                </a:cubicBezTo>
                <a:cubicBezTo>
                  <a:pt x="961939" y="22530"/>
                  <a:pt x="962620" y="22719"/>
                  <a:pt x="963112" y="22984"/>
                </a:cubicBezTo>
                <a:cubicBezTo>
                  <a:pt x="963603" y="23249"/>
                  <a:pt x="963963" y="23570"/>
                  <a:pt x="964190" y="23949"/>
                </a:cubicBezTo>
                <a:cubicBezTo>
                  <a:pt x="964417" y="24327"/>
                  <a:pt x="964530" y="24743"/>
                  <a:pt x="964530" y="25197"/>
                </a:cubicBezTo>
                <a:lnTo>
                  <a:pt x="964530" y="50394"/>
                </a:lnTo>
                <a:lnTo>
                  <a:pt x="992906" y="50394"/>
                </a:lnTo>
                <a:cubicBezTo>
                  <a:pt x="993435" y="50394"/>
                  <a:pt x="993908" y="50509"/>
                  <a:pt x="994324" y="50738"/>
                </a:cubicBezTo>
                <a:cubicBezTo>
                  <a:pt x="994740" y="50968"/>
                  <a:pt x="995100" y="51331"/>
                  <a:pt x="995403" y="51827"/>
                </a:cubicBezTo>
                <a:cubicBezTo>
                  <a:pt x="995705" y="52324"/>
                  <a:pt x="995932" y="52935"/>
                  <a:pt x="996084" y="53661"/>
                </a:cubicBezTo>
                <a:cubicBezTo>
                  <a:pt x="996235" y="54387"/>
                  <a:pt x="996311" y="55246"/>
                  <a:pt x="996311" y="56239"/>
                </a:cubicBezTo>
                <a:cubicBezTo>
                  <a:pt x="996311" y="58150"/>
                  <a:pt x="995989" y="59583"/>
                  <a:pt x="995346" y="60538"/>
                </a:cubicBezTo>
                <a:cubicBezTo>
                  <a:pt x="994703" y="61494"/>
                  <a:pt x="993889" y="61971"/>
                  <a:pt x="992906" y="61971"/>
                </a:cubicBezTo>
                <a:lnTo>
                  <a:pt x="964530" y="61971"/>
                </a:lnTo>
                <a:lnTo>
                  <a:pt x="964530" y="124056"/>
                </a:lnTo>
                <a:cubicBezTo>
                  <a:pt x="964530" y="131850"/>
                  <a:pt x="965646" y="137790"/>
                  <a:pt x="967879" y="141876"/>
                </a:cubicBezTo>
                <a:cubicBezTo>
                  <a:pt x="970111" y="145962"/>
                  <a:pt x="974178" y="148005"/>
                  <a:pt x="980080" y="148005"/>
                </a:cubicBezTo>
                <a:cubicBezTo>
                  <a:pt x="981896" y="148005"/>
                  <a:pt x="983542" y="147815"/>
                  <a:pt x="985017" y="147437"/>
                </a:cubicBezTo>
                <a:cubicBezTo>
                  <a:pt x="986493" y="147059"/>
                  <a:pt x="987798" y="146643"/>
                  <a:pt x="988933" y="146189"/>
                </a:cubicBezTo>
                <a:cubicBezTo>
                  <a:pt x="990068" y="145735"/>
                  <a:pt x="991033" y="145318"/>
                  <a:pt x="991827" y="144940"/>
                </a:cubicBezTo>
                <a:cubicBezTo>
                  <a:pt x="992622" y="144562"/>
                  <a:pt x="993322" y="144373"/>
                  <a:pt x="993927" y="144373"/>
                </a:cubicBezTo>
                <a:cubicBezTo>
                  <a:pt x="994305" y="144373"/>
                  <a:pt x="994646" y="144448"/>
                  <a:pt x="994949" y="144600"/>
                </a:cubicBezTo>
                <a:cubicBezTo>
                  <a:pt x="995251" y="144751"/>
                  <a:pt x="995497" y="145035"/>
                  <a:pt x="995686" y="145451"/>
                </a:cubicBezTo>
                <a:cubicBezTo>
                  <a:pt x="995875" y="145867"/>
                  <a:pt x="996027" y="146397"/>
                  <a:pt x="996140" y="147040"/>
                </a:cubicBezTo>
                <a:cubicBezTo>
                  <a:pt x="996254" y="147683"/>
                  <a:pt x="996311" y="148496"/>
                  <a:pt x="996311" y="149480"/>
                </a:cubicBezTo>
                <a:close/>
                <a:moveTo>
                  <a:pt x="1107761" y="98859"/>
                </a:moveTo>
                <a:cubicBezTo>
                  <a:pt x="1107761" y="101583"/>
                  <a:pt x="1107042" y="103456"/>
                  <a:pt x="1105604" y="104477"/>
                </a:cubicBezTo>
                <a:cubicBezTo>
                  <a:pt x="1104166" y="105499"/>
                  <a:pt x="1102767" y="106009"/>
                  <a:pt x="1101405" y="106009"/>
                </a:cubicBezTo>
                <a:lnTo>
                  <a:pt x="1031375" y="106009"/>
                </a:lnTo>
                <a:cubicBezTo>
                  <a:pt x="1031375" y="112382"/>
                  <a:pt x="1031999" y="118148"/>
                  <a:pt x="1033248" y="123308"/>
                </a:cubicBezTo>
                <a:cubicBezTo>
                  <a:pt x="1034496" y="128467"/>
                  <a:pt x="1036558" y="132887"/>
                  <a:pt x="1039433" y="136566"/>
                </a:cubicBezTo>
                <a:cubicBezTo>
                  <a:pt x="1042309" y="140245"/>
                  <a:pt x="1046054" y="143072"/>
                  <a:pt x="1050670" y="145046"/>
                </a:cubicBezTo>
                <a:cubicBezTo>
                  <a:pt x="1055286" y="147019"/>
                  <a:pt x="1060961" y="148005"/>
                  <a:pt x="1067695" y="148005"/>
                </a:cubicBezTo>
                <a:cubicBezTo>
                  <a:pt x="1072462" y="148005"/>
                  <a:pt x="1076737" y="147582"/>
                  <a:pt x="1080520" y="146738"/>
                </a:cubicBezTo>
                <a:cubicBezTo>
                  <a:pt x="1084304" y="145894"/>
                  <a:pt x="1087576" y="144954"/>
                  <a:pt x="1090338" y="143919"/>
                </a:cubicBezTo>
                <a:cubicBezTo>
                  <a:pt x="1093100" y="142883"/>
                  <a:pt x="1095370" y="141943"/>
                  <a:pt x="1097148" y="141099"/>
                </a:cubicBezTo>
                <a:cubicBezTo>
                  <a:pt x="1098926" y="140255"/>
                  <a:pt x="1100194" y="139833"/>
                  <a:pt x="1100951" y="139833"/>
                </a:cubicBezTo>
                <a:cubicBezTo>
                  <a:pt x="1101405" y="139833"/>
                  <a:pt x="1101821" y="139947"/>
                  <a:pt x="1102199" y="140177"/>
                </a:cubicBezTo>
                <a:cubicBezTo>
                  <a:pt x="1102577" y="140406"/>
                  <a:pt x="1102880" y="140769"/>
                  <a:pt x="1103107" y="141265"/>
                </a:cubicBezTo>
                <a:cubicBezTo>
                  <a:pt x="1103334" y="141762"/>
                  <a:pt x="1103504" y="142392"/>
                  <a:pt x="1103618" y="143156"/>
                </a:cubicBezTo>
                <a:cubicBezTo>
                  <a:pt x="1103731" y="143920"/>
                  <a:pt x="1103788" y="144874"/>
                  <a:pt x="1103788" y="146018"/>
                </a:cubicBezTo>
                <a:cubicBezTo>
                  <a:pt x="1103788" y="146555"/>
                  <a:pt x="1103750" y="147072"/>
                  <a:pt x="1103675" y="147568"/>
                </a:cubicBezTo>
                <a:cubicBezTo>
                  <a:pt x="1103599" y="148065"/>
                  <a:pt x="1103504" y="148524"/>
                  <a:pt x="1103391" y="148944"/>
                </a:cubicBezTo>
                <a:cubicBezTo>
                  <a:pt x="1103277" y="149363"/>
                  <a:pt x="1103107" y="149764"/>
                  <a:pt x="1102880" y="150147"/>
                </a:cubicBezTo>
                <a:cubicBezTo>
                  <a:pt x="1102653" y="150528"/>
                  <a:pt x="1102350" y="150909"/>
                  <a:pt x="1101972" y="151293"/>
                </a:cubicBezTo>
                <a:cubicBezTo>
                  <a:pt x="1101594" y="151673"/>
                  <a:pt x="1100421" y="152336"/>
                  <a:pt x="1098454" y="153282"/>
                </a:cubicBezTo>
                <a:cubicBezTo>
                  <a:pt x="1096486" y="154228"/>
                  <a:pt x="1093914" y="155174"/>
                  <a:pt x="1090735" y="156120"/>
                </a:cubicBezTo>
                <a:cubicBezTo>
                  <a:pt x="1087557" y="157066"/>
                  <a:pt x="1083869" y="157917"/>
                  <a:pt x="1079669" y="158674"/>
                </a:cubicBezTo>
                <a:cubicBezTo>
                  <a:pt x="1075470" y="159430"/>
                  <a:pt x="1070949" y="159809"/>
                  <a:pt x="1066106" y="159809"/>
                </a:cubicBezTo>
                <a:cubicBezTo>
                  <a:pt x="1058161" y="159809"/>
                  <a:pt x="1051124" y="158616"/>
                  <a:pt x="1044995" y="156230"/>
                </a:cubicBezTo>
                <a:cubicBezTo>
                  <a:pt x="1038866" y="153844"/>
                  <a:pt x="1033720" y="150322"/>
                  <a:pt x="1029559" y="145664"/>
                </a:cubicBezTo>
                <a:cubicBezTo>
                  <a:pt x="1025397" y="141005"/>
                  <a:pt x="1022238" y="135230"/>
                  <a:pt x="1020081" y="128337"/>
                </a:cubicBezTo>
                <a:cubicBezTo>
                  <a:pt x="1017925" y="121444"/>
                  <a:pt x="1016847" y="113453"/>
                  <a:pt x="1016847" y="104364"/>
                </a:cubicBezTo>
                <a:cubicBezTo>
                  <a:pt x="1016847" y="95652"/>
                  <a:pt x="1017963" y="87851"/>
                  <a:pt x="1020195" y="80958"/>
                </a:cubicBezTo>
                <a:cubicBezTo>
                  <a:pt x="1022427" y="74065"/>
                  <a:pt x="1025624" y="68214"/>
                  <a:pt x="1029786" y="63404"/>
                </a:cubicBezTo>
                <a:cubicBezTo>
                  <a:pt x="1033947" y="58595"/>
                  <a:pt x="1038960" y="54921"/>
                  <a:pt x="1044825" y="52384"/>
                </a:cubicBezTo>
                <a:cubicBezTo>
                  <a:pt x="1050689" y="49847"/>
                  <a:pt x="1057215" y="48578"/>
                  <a:pt x="1064403" y="48578"/>
                </a:cubicBezTo>
                <a:cubicBezTo>
                  <a:pt x="1072121" y="48578"/>
                  <a:pt x="1078704" y="49865"/>
                  <a:pt x="1084152" y="52437"/>
                </a:cubicBezTo>
                <a:cubicBezTo>
                  <a:pt x="1089600" y="55010"/>
                  <a:pt x="1094084" y="58472"/>
                  <a:pt x="1097602" y="62822"/>
                </a:cubicBezTo>
                <a:cubicBezTo>
                  <a:pt x="1101121" y="67173"/>
                  <a:pt x="1103693" y="72224"/>
                  <a:pt x="1105320" y="77975"/>
                </a:cubicBezTo>
                <a:cubicBezTo>
                  <a:pt x="1106947" y="83725"/>
                  <a:pt x="1107761" y="89779"/>
                  <a:pt x="1107761" y="96135"/>
                </a:cubicBezTo>
                <a:lnTo>
                  <a:pt x="1107761" y="98859"/>
                </a:lnTo>
                <a:moveTo>
                  <a:pt x="1093800" y="94886"/>
                </a:moveTo>
                <a:cubicBezTo>
                  <a:pt x="1094027" y="83990"/>
                  <a:pt x="1091530" y="75478"/>
                  <a:pt x="1086309" y="69349"/>
                </a:cubicBezTo>
                <a:cubicBezTo>
                  <a:pt x="1081088" y="63220"/>
                  <a:pt x="1073483" y="60155"/>
                  <a:pt x="1063495" y="60155"/>
                </a:cubicBezTo>
                <a:cubicBezTo>
                  <a:pt x="1058350" y="60155"/>
                  <a:pt x="1053829" y="61120"/>
                  <a:pt x="1049932" y="63049"/>
                </a:cubicBezTo>
                <a:cubicBezTo>
                  <a:pt x="1046035" y="64979"/>
                  <a:pt x="1042744" y="67533"/>
                  <a:pt x="1040058" y="70711"/>
                </a:cubicBezTo>
                <a:cubicBezTo>
                  <a:pt x="1037371" y="73889"/>
                  <a:pt x="1035309" y="77578"/>
                  <a:pt x="1033872" y="81777"/>
                </a:cubicBezTo>
                <a:cubicBezTo>
                  <a:pt x="1032434" y="85977"/>
                  <a:pt x="1031602" y="90346"/>
                  <a:pt x="1031375" y="94886"/>
                </a:cubicBezTo>
                <a:lnTo>
                  <a:pt x="1093800" y="94886"/>
                </a:lnTo>
                <a:close/>
                <a:moveTo>
                  <a:pt x="1206143" y="153332"/>
                </a:moveTo>
                <a:cubicBezTo>
                  <a:pt x="1206748" y="154242"/>
                  <a:pt x="1207070" y="155019"/>
                  <a:pt x="1207107" y="155662"/>
                </a:cubicBezTo>
                <a:cubicBezTo>
                  <a:pt x="1207145" y="156305"/>
                  <a:pt x="1206899" y="156836"/>
                  <a:pt x="1206370" y="157255"/>
                </a:cubicBezTo>
                <a:cubicBezTo>
                  <a:pt x="1205840" y="157671"/>
                  <a:pt x="1205027" y="157974"/>
                  <a:pt x="1203929" y="158163"/>
                </a:cubicBezTo>
                <a:cubicBezTo>
                  <a:pt x="1202832" y="158352"/>
                  <a:pt x="1201451" y="158447"/>
                  <a:pt x="1199787" y="158447"/>
                </a:cubicBezTo>
                <a:cubicBezTo>
                  <a:pt x="1198198" y="158447"/>
                  <a:pt x="1196930" y="158390"/>
                  <a:pt x="1195984" y="158276"/>
                </a:cubicBezTo>
                <a:cubicBezTo>
                  <a:pt x="1195038" y="158163"/>
                  <a:pt x="1194282" y="157993"/>
                  <a:pt x="1193714" y="157766"/>
                </a:cubicBezTo>
                <a:cubicBezTo>
                  <a:pt x="1193147" y="157539"/>
                  <a:pt x="1192693" y="157236"/>
                  <a:pt x="1192352" y="156858"/>
                </a:cubicBezTo>
                <a:cubicBezTo>
                  <a:pt x="1192012" y="156477"/>
                  <a:pt x="1191690" y="156060"/>
                  <a:pt x="1191388" y="155606"/>
                </a:cubicBezTo>
                <a:lnTo>
                  <a:pt x="1163693" y="112660"/>
                </a:lnTo>
                <a:lnTo>
                  <a:pt x="1136113" y="155606"/>
                </a:lnTo>
                <a:cubicBezTo>
                  <a:pt x="1135810" y="156060"/>
                  <a:pt x="1135489" y="156477"/>
                  <a:pt x="1135148" y="156858"/>
                </a:cubicBezTo>
                <a:cubicBezTo>
                  <a:pt x="1134808" y="157236"/>
                  <a:pt x="1134335" y="157539"/>
                  <a:pt x="1133729" y="157766"/>
                </a:cubicBezTo>
                <a:cubicBezTo>
                  <a:pt x="1133124" y="157993"/>
                  <a:pt x="1132348" y="158163"/>
                  <a:pt x="1131403" y="158276"/>
                </a:cubicBezTo>
                <a:cubicBezTo>
                  <a:pt x="1130457" y="158390"/>
                  <a:pt x="1129227" y="158447"/>
                  <a:pt x="1127714" y="158447"/>
                </a:cubicBezTo>
                <a:cubicBezTo>
                  <a:pt x="1126125" y="158447"/>
                  <a:pt x="1124801" y="158352"/>
                  <a:pt x="1123741" y="158163"/>
                </a:cubicBezTo>
                <a:cubicBezTo>
                  <a:pt x="1122682" y="157974"/>
                  <a:pt x="1121906" y="157671"/>
                  <a:pt x="1121415" y="157255"/>
                </a:cubicBezTo>
                <a:cubicBezTo>
                  <a:pt x="1120923" y="156836"/>
                  <a:pt x="1120696" y="156305"/>
                  <a:pt x="1120734" y="155662"/>
                </a:cubicBezTo>
                <a:cubicBezTo>
                  <a:pt x="1120771" y="155019"/>
                  <a:pt x="1121131" y="154242"/>
                  <a:pt x="1121812" y="153332"/>
                </a:cubicBezTo>
                <a:lnTo>
                  <a:pt x="1155635" y="103456"/>
                </a:lnTo>
                <a:lnTo>
                  <a:pt x="1123401" y="54711"/>
                </a:lnTo>
                <a:cubicBezTo>
                  <a:pt x="1122795" y="53803"/>
                  <a:pt x="1122474" y="53027"/>
                  <a:pt x="1122436" y="52384"/>
                </a:cubicBezTo>
                <a:cubicBezTo>
                  <a:pt x="1122398" y="51741"/>
                  <a:pt x="1122663" y="51211"/>
                  <a:pt x="1123231" y="50795"/>
                </a:cubicBezTo>
                <a:cubicBezTo>
                  <a:pt x="1123798" y="50376"/>
                  <a:pt x="1124649" y="50092"/>
                  <a:pt x="1125784" y="49940"/>
                </a:cubicBezTo>
                <a:cubicBezTo>
                  <a:pt x="1126919" y="49789"/>
                  <a:pt x="1128319" y="49713"/>
                  <a:pt x="1129984" y="49713"/>
                </a:cubicBezTo>
                <a:cubicBezTo>
                  <a:pt x="1131573" y="49713"/>
                  <a:pt x="1132840" y="49770"/>
                  <a:pt x="1133786" y="49883"/>
                </a:cubicBezTo>
                <a:cubicBezTo>
                  <a:pt x="1134732" y="49997"/>
                  <a:pt x="1135470" y="50167"/>
                  <a:pt x="1135999" y="50394"/>
                </a:cubicBezTo>
                <a:cubicBezTo>
                  <a:pt x="1136529" y="50621"/>
                  <a:pt x="1136945" y="50906"/>
                  <a:pt x="1137248" y="51249"/>
                </a:cubicBezTo>
                <a:cubicBezTo>
                  <a:pt x="1137551" y="51589"/>
                  <a:pt x="1137853" y="51987"/>
                  <a:pt x="1138156" y="52441"/>
                </a:cubicBezTo>
                <a:lnTo>
                  <a:pt x="1164261" y="92662"/>
                </a:lnTo>
                <a:lnTo>
                  <a:pt x="1191047" y="52441"/>
                </a:lnTo>
                <a:cubicBezTo>
                  <a:pt x="1191350" y="51987"/>
                  <a:pt x="1191652" y="51589"/>
                  <a:pt x="1191955" y="51249"/>
                </a:cubicBezTo>
                <a:cubicBezTo>
                  <a:pt x="1192258" y="50906"/>
                  <a:pt x="1192655" y="50621"/>
                  <a:pt x="1193147" y="50394"/>
                </a:cubicBezTo>
                <a:cubicBezTo>
                  <a:pt x="1193639" y="50167"/>
                  <a:pt x="1194320" y="49997"/>
                  <a:pt x="1195190" y="49883"/>
                </a:cubicBezTo>
                <a:cubicBezTo>
                  <a:pt x="1196060" y="49770"/>
                  <a:pt x="1197252" y="49713"/>
                  <a:pt x="1198765" y="49713"/>
                </a:cubicBezTo>
                <a:cubicBezTo>
                  <a:pt x="1200354" y="49713"/>
                  <a:pt x="1201697" y="49789"/>
                  <a:pt x="1202794" y="49940"/>
                </a:cubicBezTo>
                <a:cubicBezTo>
                  <a:pt x="1203892" y="50092"/>
                  <a:pt x="1204705" y="50356"/>
                  <a:pt x="1205235" y="50735"/>
                </a:cubicBezTo>
                <a:cubicBezTo>
                  <a:pt x="1205764" y="51113"/>
                  <a:pt x="1206010" y="51625"/>
                  <a:pt x="1205972" y="52270"/>
                </a:cubicBezTo>
                <a:cubicBezTo>
                  <a:pt x="1205935" y="52914"/>
                  <a:pt x="1205575" y="53727"/>
                  <a:pt x="1204894" y="54711"/>
                </a:cubicBezTo>
                <a:lnTo>
                  <a:pt x="1172433" y="103002"/>
                </a:lnTo>
                <a:lnTo>
                  <a:pt x="1206143" y="153332"/>
                </a:lnTo>
                <a:close/>
                <a:moveTo>
                  <a:pt x="1283152" y="149480"/>
                </a:moveTo>
                <a:cubicBezTo>
                  <a:pt x="1283152" y="151069"/>
                  <a:pt x="1283020" y="152355"/>
                  <a:pt x="1282755" y="153339"/>
                </a:cubicBezTo>
                <a:cubicBezTo>
                  <a:pt x="1282490" y="154323"/>
                  <a:pt x="1282074" y="155098"/>
                  <a:pt x="1281507" y="155666"/>
                </a:cubicBezTo>
                <a:cubicBezTo>
                  <a:pt x="1280939" y="156233"/>
                  <a:pt x="1280107" y="156763"/>
                  <a:pt x="1279010" y="157255"/>
                </a:cubicBezTo>
                <a:cubicBezTo>
                  <a:pt x="1277912" y="157747"/>
                  <a:pt x="1276645" y="158163"/>
                  <a:pt x="1275207" y="158503"/>
                </a:cubicBezTo>
                <a:cubicBezTo>
                  <a:pt x="1273770" y="158844"/>
                  <a:pt x="1272256" y="159109"/>
                  <a:pt x="1270667" y="159298"/>
                </a:cubicBezTo>
                <a:cubicBezTo>
                  <a:pt x="1269078" y="159487"/>
                  <a:pt x="1267527" y="159582"/>
                  <a:pt x="1266014" y="159582"/>
                </a:cubicBezTo>
                <a:cubicBezTo>
                  <a:pt x="1260944" y="159582"/>
                  <a:pt x="1256631" y="158901"/>
                  <a:pt x="1253075" y="157539"/>
                </a:cubicBezTo>
                <a:cubicBezTo>
                  <a:pt x="1249518" y="156177"/>
                  <a:pt x="1246605" y="154115"/>
                  <a:pt x="1244335" y="151353"/>
                </a:cubicBezTo>
                <a:cubicBezTo>
                  <a:pt x="1242065" y="148591"/>
                  <a:pt x="1240419" y="145091"/>
                  <a:pt x="1239398" y="140854"/>
                </a:cubicBezTo>
                <a:cubicBezTo>
                  <a:pt x="1238376" y="136617"/>
                  <a:pt x="1237866" y="131623"/>
                  <a:pt x="1237866" y="125872"/>
                </a:cubicBezTo>
                <a:lnTo>
                  <a:pt x="1237866" y="61971"/>
                </a:lnTo>
                <a:lnTo>
                  <a:pt x="1222543" y="61971"/>
                </a:lnTo>
                <a:cubicBezTo>
                  <a:pt x="1221484" y="61971"/>
                  <a:pt x="1220651" y="61494"/>
                  <a:pt x="1220046" y="60538"/>
                </a:cubicBezTo>
                <a:cubicBezTo>
                  <a:pt x="1219441" y="59583"/>
                  <a:pt x="1219138" y="58150"/>
                  <a:pt x="1219138" y="56239"/>
                </a:cubicBezTo>
                <a:cubicBezTo>
                  <a:pt x="1219138" y="55246"/>
                  <a:pt x="1219214" y="54387"/>
                  <a:pt x="1219365" y="53661"/>
                </a:cubicBezTo>
                <a:cubicBezTo>
                  <a:pt x="1219516" y="52935"/>
                  <a:pt x="1219743" y="52324"/>
                  <a:pt x="1220046" y="51827"/>
                </a:cubicBezTo>
                <a:cubicBezTo>
                  <a:pt x="1220349" y="51331"/>
                  <a:pt x="1220708" y="50968"/>
                  <a:pt x="1221124" y="50738"/>
                </a:cubicBezTo>
                <a:cubicBezTo>
                  <a:pt x="1221541" y="50509"/>
                  <a:pt x="1222013" y="50394"/>
                  <a:pt x="1222543" y="50394"/>
                </a:cubicBezTo>
                <a:lnTo>
                  <a:pt x="1237866" y="50394"/>
                </a:lnTo>
                <a:lnTo>
                  <a:pt x="1237866" y="25197"/>
                </a:lnTo>
                <a:cubicBezTo>
                  <a:pt x="1237866" y="24743"/>
                  <a:pt x="1237960" y="24327"/>
                  <a:pt x="1238149" y="23949"/>
                </a:cubicBezTo>
                <a:cubicBezTo>
                  <a:pt x="1238339" y="23570"/>
                  <a:pt x="1238698" y="23249"/>
                  <a:pt x="1239228" y="22984"/>
                </a:cubicBezTo>
                <a:cubicBezTo>
                  <a:pt x="1239757" y="22719"/>
                  <a:pt x="1240457" y="22530"/>
                  <a:pt x="1241327" y="22416"/>
                </a:cubicBezTo>
                <a:cubicBezTo>
                  <a:pt x="1242198" y="22303"/>
                  <a:pt x="1243276" y="22246"/>
                  <a:pt x="1244562" y="22246"/>
                </a:cubicBezTo>
                <a:cubicBezTo>
                  <a:pt x="1245924" y="22246"/>
                  <a:pt x="1247040" y="22303"/>
                  <a:pt x="1247910" y="22416"/>
                </a:cubicBezTo>
                <a:cubicBezTo>
                  <a:pt x="1248781" y="22530"/>
                  <a:pt x="1249462" y="22719"/>
                  <a:pt x="1249953" y="22984"/>
                </a:cubicBezTo>
                <a:cubicBezTo>
                  <a:pt x="1250445" y="23249"/>
                  <a:pt x="1250805" y="23570"/>
                  <a:pt x="1251032" y="23949"/>
                </a:cubicBezTo>
                <a:cubicBezTo>
                  <a:pt x="1251259" y="24327"/>
                  <a:pt x="1251372" y="24743"/>
                  <a:pt x="1251372" y="25197"/>
                </a:cubicBezTo>
                <a:lnTo>
                  <a:pt x="1251372" y="50394"/>
                </a:lnTo>
                <a:lnTo>
                  <a:pt x="1279747" y="50394"/>
                </a:lnTo>
                <a:cubicBezTo>
                  <a:pt x="1280277" y="50394"/>
                  <a:pt x="1280750" y="50509"/>
                  <a:pt x="1281166" y="50738"/>
                </a:cubicBezTo>
                <a:cubicBezTo>
                  <a:pt x="1281582" y="50968"/>
                  <a:pt x="1281942" y="51331"/>
                  <a:pt x="1282244" y="51827"/>
                </a:cubicBezTo>
                <a:cubicBezTo>
                  <a:pt x="1282547" y="52324"/>
                  <a:pt x="1282774" y="52935"/>
                  <a:pt x="1282925" y="53661"/>
                </a:cubicBezTo>
                <a:cubicBezTo>
                  <a:pt x="1283077" y="54387"/>
                  <a:pt x="1283152" y="55246"/>
                  <a:pt x="1283152" y="56239"/>
                </a:cubicBezTo>
                <a:cubicBezTo>
                  <a:pt x="1283152" y="58150"/>
                  <a:pt x="1282831" y="59583"/>
                  <a:pt x="1282188" y="60538"/>
                </a:cubicBezTo>
                <a:cubicBezTo>
                  <a:pt x="1281544" y="61494"/>
                  <a:pt x="1280731" y="61971"/>
                  <a:pt x="1279747" y="61971"/>
                </a:cubicBezTo>
                <a:lnTo>
                  <a:pt x="1251372" y="61971"/>
                </a:lnTo>
                <a:lnTo>
                  <a:pt x="1251372" y="124056"/>
                </a:lnTo>
                <a:cubicBezTo>
                  <a:pt x="1251372" y="131850"/>
                  <a:pt x="1252488" y="137790"/>
                  <a:pt x="1254720" y="141876"/>
                </a:cubicBezTo>
                <a:cubicBezTo>
                  <a:pt x="1256953" y="145962"/>
                  <a:pt x="1261020" y="148005"/>
                  <a:pt x="1266922" y="148005"/>
                </a:cubicBezTo>
                <a:cubicBezTo>
                  <a:pt x="1268738" y="148005"/>
                  <a:pt x="1270384" y="147815"/>
                  <a:pt x="1271859" y="147437"/>
                </a:cubicBezTo>
                <a:cubicBezTo>
                  <a:pt x="1273335" y="147059"/>
                  <a:pt x="1274640" y="146643"/>
                  <a:pt x="1275775" y="146189"/>
                </a:cubicBezTo>
                <a:cubicBezTo>
                  <a:pt x="1276910" y="145735"/>
                  <a:pt x="1277875" y="145318"/>
                  <a:pt x="1278669" y="144940"/>
                </a:cubicBezTo>
                <a:cubicBezTo>
                  <a:pt x="1279464" y="144562"/>
                  <a:pt x="1280163" y="144373"/>
                  <a:pt x="1280769" y="144373"/>
                </a:cubicBezTo>
                <a:cubicBezTo>
                  <a:pt x="1281147" y="144373"/>
                  <a:pt x="1281488" y="144448"/>
                  <a:pt x="1281790" y="144600"/>
                </a:cubicBezTo>
                <a:cubicBezTo>
                  <a:pt x="1282093" y="144751"/>
                  <a:pt x="1282339" y="145035"/>
                  <a:pt x="1282528" y="145451"/>
                </a:cubicBezTo>
                <a:cubicBezTo>
                  <a:pt x="1282717" y="145867"/>
                  <a:pt x="1282869" y="146397"/>
                  <a:pt x="1282982" y="147040"/>
                </a:cubicBezTo>
                <a:cubicBezTo>
                  <a:pt x="1283096" y="147683"/>
                  <a:pt x="1283152" y="148496"/>
                  <a:pt x="1283152" y="149480"/>
                </a:cubicBezTo>
                <a:close/>
                <a:moveTo>
                  <a:pt x="1437662" y="140400"/>
                </a:moveTo>
                <a:cubicBezTo>
                  <a:pt x="1437662" y="141308"/>
                  <a:pt x="1437624" y="142121"/>
                  <a:pt x="1437548" y="142840"/>
                </a:cubicBezTo>
                <a:cubicBezTo>
                  <a:pt x="1437472" y="143559"/>
                  <a:pt x="1437359" y="144183"/>
                  <a:pt x="1437208" y="144713"/>
                </a:cubicBezTo>
                <a:cubicBezTo>
                  <a:pt x="1437056" y="145243"/>
                  <a:pt x="1436848" y="145716"/>
                  <a:pt x="1436583" y="146132"/>
                </a:cubicBezTo>
                <a:cubicBezTo>
                  <a:pt x="1436318" y="146548"/>
                  <a:pt x="1435694" y="147248"/>
                  <a:pt x="1434711" y="148232"/>
                </a:cubicBezTo>
                <a:cubicBezTo>
                  <a:pt x="1433727" y="149215"/>
                  <a:pt x="1432081" y="150464"/>
                  <a:pt x="1429773" y="151977"/>
                </a:cubicBezTo>
                <a:cubicBezTo>
                  <a:pt x="1427465" y="153490"/>
                  <a:pt x="1424874" y="154815"/>
                  <a:pt x="1421998" y="155950"/>
                </a:cubicBezTo>
                <a:cubicBezTo>
                  <a:pt x="1419123" y="157085"/>
                  <a:pt x="1416021" y="158012"/>
                  <a:pt x="1412691" y="158730"/>
                </a:cubicBezTo>
                <a:cubicBezTo>
                  <a:pt x="1409362" y="159449"/>
                  <a:pt x="1405919" y="159809"/>
                  <a:pt x="1402363" y="159809"/>
                </a:cubicBezTo>
                <a:cubicBezTo>
                  <a:pt x="1395250" y="159809"/>
                  <a:pt x="1388951" y="158616"/>
                  <a:pt x="1383465" y="156230"/>
                </a:cubicBezTo>
                <a:cubicBezTo>
                  <a:pt x="1377979" y="153844"/>
                  <a:pt x="1373382" y="150322"/>
                  <a:pt x="1369675" y="145664"/>
                </a:cubicBezTo>
                <a:cubicBezTo>
                  <a:pt x="1365967" y="141005"/>
                  <a:pt x="1363149" y="135287"/>
                  <a:pt x="1361219" y="128507"/>
                </a:cubicBezTo>
                <a:cubicBezTo>
                  <a:pt x="1359289" y="121728"/>
                  <a:pt x="1358325" y="113907"/>
                  <a:pt x="1358325" y="105045"/>
                </a:cubicBezTo>
                <a:cubicBezTo>
                  <a:pt x="1358325" y="95047"/>
                  <a:pt x="1359516" y="86489"/>
                  <a:pt x="1361900" y="79369"/>
                </a:cubicBezTo>
                <a:cubicBezTo>
                  <a:pt x="1364284" y="72249"/>
                  <a:pt x="1367556" y="66417"/>
                  <a:pt x="1371718" y="61872"/>
                </a:cubicBezTo>
                <a:cubicBezTo>
                  <a:pt x="1375879" y="57327"/>
                  <a:pt x="1380741" y="53975"/>
                  <a:pt x="1386303" y="51816"/>
                </a:cubicBezTo>
                <a:cubicBezTo>
                  <a:pt x="1391864" y="49658"/>
                  <a:pt x="1397823" y="48578"/>
                  <a:pt x="1404179" y="48578"/>
                </a:cubicBezTo>
                <a:cubicBezTo>
                  <a:pt x="1407584" y="48578"/>
                  <a:pt x="1410838" y="48903"/>
                  <a:pt x="1413940" y="49554"/>
                </a:cubicBezTo>
                <a:cubicBezTo>
                  <a:pt x="1417042" y="50201"/>
                  <a:pt x="1419899" y="51060"/>
                  <a:pt x="1422509" y="52129"/>
                </a:cubicBezTo>
                <a:cubicBezTo>
                  <a:pt x="1425120" y="53195"/>
                  <a:pt x="1427446" y="54415"/>
                  <a:pt x="1429490" y="55789"/>
                </a:cubicBezTo>
                <a:cubicBezTo>
                  <a:pt x="1431533" y="57163"/>
                  <a:pt x="1433027" y="58327"/>
                  <a:pt x="1433973" y="59283"/>
                </a:cubicBezTo>
                <a:cubicBezTo>
                  <a:pt x="1434919" y="60236"/>
                  <a:pt x="1435562" y="60960"/>
                  <a:pt x="1435902" y="61457"/>
                </a:cubicBezTo>
                <a:cubicBezTo>
                  <a:pt x="1436243" y="61951"/>
                  <a:pt x="1436508" y="62501"/>
                  <a:pt x="1436697" y="63106"/>
                </a:cubicBezTo>
                <a:cubicBezTo>
                  <a:pt x="1436886" y="63712"/>
                  <a:pt x="1437018" y="64374"/>
                  <a:pt x="1437094" y="65092"/>
                </a:cubicBezTo>
                <a:cubicBezTo>
                  <a:pt x="1437170" y="65811"/>
                  <a:pt x="1437208" y="66663"/>
                  <a:pt x="1437208" y="67646"/>
                </a:cubicBezTo>
                <a:cubicBezTo>
                  <a:pt x="1437208" y="69841"/>
                  <a:pt x="1436886" y="71373"/>
                  <a:pt x="1436243" y="72243"/>
                </a:cubicBezTo>
                <a:cubicBezTo>
                  <a:pt x="1435600" y="73113"/>
                  <a:pt x="1434900" y="73548"/>
                  <a:pt x="1434143" y="73548"/>
                </a:cubicBezTo>
                <a:cubicBezTo>
                  <a:pt x="1433084" y="73548"/>
                  <a:pt x="1431778" y="72861"/>
                  <a:pt x="1430227" y="71488"/>
                </a:cubicBezTo>
                <a:cubicBezTo>
                  <a:pt x="1428676" y="70114"/>
                  <a:pt x="1426690" y="68606"/>
                  <a:pt x="1424268" y="66965"/>
                </a:cubicBezTo>
                <a:cubicBezTo>
                  <a:pt x="1421847" y="65324"/>
                  <a:pt x="1418915" y="63817"/>
                  <a:pt x="1415472" y="62443"/>
                </a:cubicBezTo>
                <a:cubicBezTo>
                  <a:pt x="1412029" y="61069"/>
                  <a:pt x="1407924" y="60382"/>
                  <a:pt x="1403157" y="60382"/>
                </a:cubicBezTo>
                <a:cubicBezTo>
                  <a:pt x="1393321" y="60382"/>
                  <a:pt x="1385735" y="64170"/>
                  <a:pt x="1380401" y="71746"/>
                </a:cubicBezTo>
                <a:cubicBezTo>
                  <a:pt x="1375066" y="79323"/>
                  <a:pt x="1372399" y="90271"/>
                  <a:pt x="1372399" y="104591"/>
                </a:cubicBezTo>
                <a:cubicBezTo>
                  <a:pt x="1372399" y="111788"/>
                  <a:pt x="1373118" y="118096"/>
                  <a:pt x="1374555" y="123513"/>
                </a:cubicBezTo>
                <a:cubicBezTo>
                  <a:pt x="1375993" y="128931"/>
                  <a:pt x="1378055" y="133439"/>
                  <a:pt x="1380741" y="137038"/>
                </a:cubicBezTo>
                <a:cubicBezTo>
                  <a:pt x="1383427" y="140636"/>
                  <a:pt x="1386700" y="143326"/>
                  <a:pt x="1390559" y="145107"/>
                </a:cubicBezTo>
                <a:cubicBezTo>
                  <a:pt x="1394418" y="146887"/>
                  <a:pt x="1398769" y="147778"/>
                  <a:pt x="1403611" y="147778"/>
                </a:cubicBezTo>
                <a:cubicBezTo>
                  <a:pt x="1408151" y="147778"/>
                  <a:pt x="1412162" y="147059"/>
                  <a:pt x="1415642" y="145621"/>
                </a:cubicBezTo>
                <a:cubicBezTo>
                  <a:pt x="1419123" y="144183"/>
                  <a:pt x="1422150" y="142594"/>
                  <a:pt x="1424722" y="140854"/>
                </a:cubicBezTo>
                <a:cubicBezTo>
                  <a:pt x="1427295" y="139114"/>
                  <a:pt x="1429433" y="137525"/>
                  <a:pt x="1431135" y="136087"/>
                </a:cubicBezTo>
                <a:cubicBezTo>
                  <a:pt x="1432838" y="134649"/>
                  <a:pt x="1434105" y="133931"/>
                  <a:pt x="1434938" y="133931"/>
                </a:cubicBezTo>
                <a:cubicBezTo>
                  <a:pt x="1435392" y="133931"/>
                  <a:pt x="1435789" y="134063"/>
                  <a:pt x="1436129" y="134328"/>
                </a:cubicBezTo>
                <a:cubicBezTo>
                  <a:pt x="1436470" y="134593"/>
                  <a:pt x="1436754" y="135009"/>
                  <a:pt x="1436981" y="135576"/>
                </a:cubicBezTo>
                <a:cubicBezTo>
                  <a:pt x="1437208" y="136144"/>
                  <a:pt x="1437378" y="136825"/>
                  <a:pt x="1437491" y="137619"/>
                </a:cubicBezTo>
                <a:cubicBezTo>
                  <a:pt x="1437605" y="138414"/>
                  <a:pt x="1437662" y="139341"/>
                  <a:pt x="1437662" y="140400"/>
                </a:cubicBezTo>
                <a:close/>
                <a:moveTo>
                  <a:pt x="1555634" y="103115"/>
                </a:moveTo>
                <a:cubicBezTo>
                  <a:pt x="1555634" y="111294"/>
                  <a:pt x="1554575" y="118830"/>
                  <a:pt x="1552456" y="125723"/>
                </a:cubicBezTo>
                <a:cubicBezTo>
                  <a:pt x="1550337" y="132616"/>
                  <a:pt x="1547178" y="138601"/>
                  <a:pt x="1542979" y="143677"/>
                </a:cubicBezTo>
                <a:cubicBezTo>
                  <a:pt x="1538779" y="148752"/>
                  <a:pt x="1533539" y="152709"/>
                  <a:pt x="1527259" y="155549"/>
                </a:cubicBezTo>
                <a:cubicBezTo>
                  <a:pt x="1520979" y="158389"/>
                  <a:pt x="1513677" y="159809"/>
                  <a:pt x="1505353" y="159809"/>
                </a:cubicBezTo>
                <a:cubicBezTo>
                  <a:pt x="1497333" y="159809"/>
                  <a:pt x="1490315" y="158540"/>
                  <a:pt x="1484299" y="156003"/>
                </a:cubicBezTo>
                <a:cubicBezTo>
                  <a:pt x="1478284" y="153466"/>
                  <a:pt x="1473252" y="149830"/>
                  <a:pt x="1469204" y="145096"/>
                </a:cubicBezTo>
                <a:cubicBezTo>
                  <a:pt x="1465155" y="140362"/>
                  <a:pt x="1462129" y="134625"/>
                  <a:pt x="1460123" y="127883"/>
                </a:cubicBezTo>
                <a:cubicBezTo>
                  <a:pt x="1458118" y="121142"/>
                  <a:pt x="1457116" y="113529"/>
                  <a:pt x="1457116" y="105045"/>
                </a:cubicBezTo>
                <a:cubicBezTo>
                  <a:pt x="1457116" y="96866"/>
                  <a:pt x="1458156" y="89330"/>
                  <a:pt x="1460237" y="82437"/>
                </a:cubicBezTo>
                <a:cubicBezTo>
                  <a:pt x="1462318" y="75544"/>
                  <a:pt x="1465458" y="69579"/>
                  <a:pt x="1469658" y="64543"/>
                </a:cubicBezTo>
                <a:cubicBezTo>
                  <a:pt x="1473857" y="59504"/>
                  <a:pt x="1479097" y="55583"/>
                  <a:pt x="1485377" y="52781"/>
                </a:cubicBezTo>
                <a:cubicBezTo>
                  <a:pt x="1491658" y="49979"/>
                  <a:pt x="1498997" y="48578"/>
                  <a:pt x="1507396" y="48578"/>
                </a:cubicBezTo>
                <a:cubicBezTo>
                  <a:pt x="1515417" y="48578"/>
                  <a:pt x="1522435" y="49828"/>
                  <a:pt x="1528451" y="52327"/>
                </a:cubicBezTo>
                <a:cubicBezTo>
                  <a:pt x="1534466" y="54827"/>
                  <a:pt x="1539479" y="58443"/>
                  <a:pt x="1543490" y="63177"/>
                </a:cubicBezTo>
                <a:cubicBezTo>
                  <a:pt x="1547500" y="67911"/>
                  <a:pt x="1550527" y="73649"/>
                  <a:pt x="1552570" y="80390"/>
                </a:cubicBezTo>
                <a:cubicBezTo>
                  <a:pt x="1554613" y="87132"/>
                  <a:pt x="1555634" y="94707"/>
                  <a:pt x="1555634" y="103115"/>
                </a:cubicBezTo>
                <a:moveTo>
                  <a:pt x="1541333" y="104364"/>
                </a:moveTo>
                <a:cubicBezTo>
                  <a:pt x="1541333" y="98530"/>
                  <a:pt x="1540766" y="92962"/>
                  <a:pt x="1539631" y="87658"/>
                </a:cubicBezTo>
                <a:cubicBezTo>
                  <a:pt x="1538496" y="82354"/>
                  <a:pt x="1536604" y="77676"/>
                  <a:pt x="1533956" y="73623"/>
                </a:cubicBezTo>
                <a:cubicBezTo>
                  <a:pt x="1531307" y="69570"/>
                  <a:pt x="1527751" y="66350"/>
                  <a:pt x="1523286" y="63965"/>
                </a:cubicBezTo>
                <a:cubicBezTo>
                  <a:pt x="1518822" y="61576"/>
                  <a:pt x="1513261" y="60382"/>
                  <a:pt x="1506602" y="60382"/>
                </a:cubicBezTo>
                <a:cubicBezTo>
                  <a:pt x="1500473" y="60382"/>
                  <a:pt x="1495176" y="61481"/>
                  <a:pt x="1490712" y="63677"/>
                </a:cubicBezTo>
                <a:cubicBezTo>
                  <a:pt x="1486248" y="65874"/>
                  <a:pt x="1482597" y="68924"/>
                  <a:pt x="1479759" y="72828"/>
                </a:cubicBezTo>
                <a:cubicBezTo>
                  <a:pt x="1476922" y="76730"/>
                  <a:pt x="1474822" y="81333"/>
                  <a:pt x="1473460" y="86636"/>
                </a:cubicBezTo>
                <a:cubicBezTo>
                  <a:pt x="1472098" y="91940"/>
                  <a:pt x="1471417" y="97660"/>
                  <a:pt x="1471417" y="103796"/>
                </a:cubicBezTo>
                <a:cubicBezTo>
                  <a:pt x="1471417" y="109705"/>
                  <a:pt x="1471984" y="115331"/>
                  <a:pt x="1473119" y="120672"/>
                </a:cubicBezTo>
                <a:cubicBezTo>
                  <a:pt x="1474254" y="126014"/>
                  <a:pt x="1476146" y="130692"/>
                  <a:pt x="1478794" y="134707"/>
                </a:cubicBezTo>
                <a:cubicBezTo>
                  <a:pt x="1481443" y="138722"/>
                  <a:pt x="1484999" y="141905"/>
                  <a:pt x="1489463" y="144256"/>
                </a:cubicBezTo>
                <a:cubicBezTo>
                  <a:pt x="1493928" y="146604"/>
                  <a:pt x="1499489" y="147778"/>
                  <a:pt x="1506148" y="147778"/>
                </a:cubicBezTo>
                <a:cubicBezTo>
                  <a:pt x="1512277" y="147778"/>
                  <a:pt x="1517574" y="146679"/>
                  <a:pt x="1522038" y="144483"/>
                </a:cubicBezTo>
                <a:cubicBezTo>
                  <a:pt x="1526502" y="142286"/>
                  <a:pt x="1530153" y="139256"/>
                  <a:pt x="1532991" y="135392"/>
                </a:cubicBezTo>
                <a:cubicBezTo>
                  <a:pt x="1535828" y="131526"/>
                  <a:pt x="1537928" y="126942"/>
                  <a:pt x="1539290" y="121641"/>
                </a:cubicBezTo>
                <a:cubicBezTo>
                  <a:pt x="1540652" y="116337"/>
                  <a:pt x="1541333" y="110578"/>
                  <a:pt x="1541333" y="104364"/>
                </a:cubicBezTo>
                <a:close/>
                <a:moveTo>
                  <a:pt x="1643733" y="58084"/>
                </a:moveTo>
                <a:cubicBezTo>
                  <a:pt x="1643733" y="59228"/>
                  <a:pt x="1643695" y="60200"/>
                  <a:pt x="1643620" y="60999"/>
                </a:cubicBezTo>
                <a:cubicBezTo>
                  <a:pt x="1643544" y="61799"/>
                  <a:pt x="1643411" y="62444"/>
                  <a:pt x="1643222" y="62936"/>
                </a:cubicBezTo>
                <a:cubicBezTo>
                  <a:pt x="1643033" y="63428"/>
                  <a:pt x="1642806" y="63806"/>
                  <a:pt x="1642541" y="64071"/>
                </a:cubicBezTo>
                <a:cubicBezTo>
                  <a:pt x="1642276" y="64336"/>
                  <a:pt x="1641917" y="64468"/>
                  <a:pt x="1641463" y="64468"/>
                </a:cubicBezTo>
                <a:cubicBezTo>
                  <a:pt x="1640782" y="64468"/>
                  <a:pt x="1639988" y="64298"/>
                  <a:pt x="1639080" y="63957"/>
                </a:cubicBezTo>
                <a:cubicBezTo>
                  <a:pt x="1638172" y="63617"/>
                  <a:pt x="1637112" y="63258"/>
                  <a:pt x="1635902" y="62879"/>
                </a:cubicBezTo>
                <a:cubicBezTo>
                  <a:pt x="1634691" y="62501"/>
                  <a:pt x="1633367" y="62141"/>
                  <a:pt x="1631929" y="61801"/>
                </a:cubicBezTo>
                <a:cubicBezTo>
                  <a:pt x="1630491" y="61460"/>
                  <a:pt x="1628902" y="61290"/>
                  <a:pt x="1627162" y="61290"/>
                </a:cubicBezTo>
                <a:cubicBezTo>
                  <a:pt x="1625119" y="61290"/>
                  <a:pt x="1623114" y="61722"/>
                  <a:pt x="1621146" y="62585"/>
                </a:cubicBezTo>
                <a:cubicBezTo>
                  <a:pt x="1619179" y="63448"/>
                  <a:pt x="1617117" y="64837"/>
                  <a:pt x="1614961" y="66752"/>
                </a:cubicBezTo>
                <a:cubicBezTo>
                  <a:pt x="1612804" y="68668"/>
                  <a:pt x="1610534" y="71203"/>
                  <a:pt x="1608151" y="74357"/>
                </a:cubicBezTo>
                <a:cubicBezTo>
                  <a:pt x="1605767" y="77511"/>
                  <a:pt x="1603138" y="81379"/>
                  <a:pt x="1600262" y="85959"/>
                </a:cubicBezTo>
                <a:lnTo>
                  <a:pt x="1600262" y="155492"/>
                </a:lnTo>
                <a:cubicBezTo>
                  <a:pt x="1600262" y="155946"/>
                  <a:pt x="1600149" y="156363"/>
                  <a:pt x="1599922" y="156744"/>
                </a:cubicBezTo>
                <a:cubicBezTo>
                  <a:pt x="1599695" y="157122"/>
                  <a:pt x="1599335" y="157425"/>
                  <a:pt x="1598844" y="157652"/>
                </a:cubicBezTo>
                <a:cubicBezTo>
                  <a:pt x="1598352" y="157879"/>
                  <a:pt x="1597671" y="158068"/>
                  <a:pt x="1596801" y="158220"/>
                </a:cubicBezTo>
                <a:cubicBezTo>
                  <a:pt x="1595930" y="158371"/>
                  <a:pt x="1594814" y="158447"/>
                  <a:pt x="1593452" y="158447"/>
                </a:cubicBezTo>
                <a:cubicBezTo>
                  <a:pt x="1592166" y="158447"/>
                  <a:pt x="1591088" y="158371"/>
                  <a:pt x="1590218" y="158220"/>
                </a:cubicBezTo>
                <a:cubicBezTo>
                  <a:pt x="1589347" y="158068"/>
                  <a:pt x="1588648" y="157879"/>
                  <a:pt x="1588118" y="157652"/>
                </a:cubicBezTo>
                <a:cubicBezTo>
                  <a:pt x="1587588" y="157425"/>
                  <a:pt x="1587229" y="157122"/>
                  <a:pt x="1587040" y="156744"/>
                </a:cubicBezTo>
                <a:cubicBezTo>
                  <a:pt x="1586850" y="156363"/>
                  <a:pt x="1586756" y="155946"/>
                  <a:pt x="1586756" y="155492"/>
                </a:cubicBezTo>
                <a:lnTo>
                  <a:pt x="1586756" y="52668"/>
                </a:lnTo>
                <a:cubicBezTo>
                  <a:pt x="1586756" y="52214"/>
                  <a:pt x="1586850" y="51798"/>
                  <a:pt x="1587040" y="51419"/>
                </a:cubicBezTo>
                <a:cubicBezTo>
                  <a:pt x="1587229" y="51039"/>
                  <a:pt x="1587588" y="50716"/>
                  <a:pt x="1588118" y="50451"/>
                </a:cubicBezTo>
                <a:cubicBezTo>
                  <a:pt x="1588648" y="50186"/>
                  <a:pt x="1589310" y="49997"/>
                  <a:pt x="1590104" y="49883"/>
                </a:cubicBezTo>
                <a:cubicBezTo>
                  <a:pt x="1590899" y="49770"/>
                  <a:pt x="1591939" y="49713"/>
                  <a:pt x="1593225" y="49713"/>
                </a:cubicBezTo>
                <a:cubicBezTo>
                  <a:pt x="1594512" y="49713"/>
                  <a:pt x="1595571" y="49770"/>
                  <a:pt x="1596403" y="49883"/>
                </a:cubicBezTo>
                <a:cubicBezTo>
                  <a:pt x="1597236" y="49997"/>
                  <a:pt x="1597879" y="50186"/>
                  <a:pt x="1598333" y="50451"/>
                </a:cubicBezTo>
                <a:cubicBezTo>
                  <a:pt x="1598787" y="50716"/>
                  <a:pt x="1599108" y="51039"/>
                  <a:pt x="1599298" y="51419"/>
                </a:cubicBezTo>
                <a:cubicBezTo>
                  <a:pt x="1599487" y="51798"/>
                  <a:pt x="1599581" y="52214"/>
                  <a:pt x="1599581" y="52668"/>
                </a:cubicBezTo>
                <a:lnTo>
                  <a:pt x="1599581" y="68916"/>
                </a:lnTo>
                <a:cubicBezTo>
                  <a:pt x="1602532" y="64622"/>
                  <a:pt x="1605256" y="61157"/>
                  <a:pt x="1607753" y="58520"/>
                </a:cubicBezTo>
                <a:cubicBezTo>
                  <a:pt x="1610250" y="55884"/>
                  <a:pt x="1612634" y="53831"/>
                  <a:pt x="1614904" y="52363"/>
                </a:cubicBezTo>
                <a:cubicBezTo>
                  <a:pt x="1617174" y="50894"/>
                  <a:pt x="1619387" y="49896"/>
                  <a:pt x="1621544" y="49369"/>
                </a:cubicBezTo>
                <a:cubicBezTo>
                  <a:pt x="1623700" y="48842"/>
                  <a:pt x="1625914" y="48578"/>
                  <a:pt x="1628184" y="48578"/>
                </a:cubicBezTo>
                <a:cubicBezTo>
                  <a:pt x="1629167" y="48578"/>
                  <a:pt x="1630302" y="48636"/>
                  <a:pt x="1631589" y="48752"/>
                </a:cubicBezTo>
                <a:cubicBezTo>
                  <a:pt x="1632875" y="48865"/>
                  <a:pt x="1634256" y="49075"/>
                  <a:pt x="1635731" y="49380"/>
                </a:cubicBezTo>
                <a:cubicBezTo>
                  <a:pt x="1637207" y="49685"/>
                  <a:pt x="1638531" y="50048"/>
                  <a:pt x="1639704" y="50469"/>
                </a:cubicBezTo>
                <a:cubicBezTo>
                  <a:pt x="1640877" y="50887"/>
                  <a:pt x="1641690" y="51269"/>
                  <a:pt x="1642144" y="51614"/>
                </a:cubicBezTo>
                <a:cubicBezTo>
                  <a:pt x="1642598" y="51957"/>
                  <a:pt x="1642901" y="52262"/>
                  <a:pt x="1643052" y="52529"/>
                </a:cubicBezTo>
                <a:cubicBezTo>
                  <a:pt x="1643203" y="52797"/>
                  <a:pt x="1643336" y="53141"/>
                  <a:pt x="1643449" y="53562"/>
                </a:cubicBezTo>
                <a:cubicBezTo>
                  <a:pt x="1643563" y="53980"/>
                  <a:pt x="1643638" y="54552"/>
                  <a:pt x="1643676" y="55278"/>
                </a:cubicBezTo>
                <a:cubicBezTo>
                  <a:pt x="1643714" y="56004"/>
                  <a:pt x="1643733" y="56939"/>
                  <a:pt x="1643733" y="58084"/>
                </a:cubicBezTo>
                <a:close/>
                <a:moveTo>
                  <a:pt x="1721138" y="58084"/>
                </a:moveTo>
                <a:cubicBezTo>
                  <a:pt x="1721138" y="59228"/>
                  <a:pt x="1721101" y="60200"/>
                  <a:pt x="1721025" y="60999"/>
                </a:cubicBezTo>
                <a:cubicBezTo>
                  <a:pt x="1720949" y="61799"/>
                  <a:pt x="1720817" y="62444"/>
                  <a:pt x="1720628" y="62936"/>
                </a:cubicBezTo>
                <a:cubicBezTo>
                  <a:pt x="1720438" y="63428"/>
                  <a:pt x="1720211" y="63806"/>
                  <a:pt x="1719947" y="64071"/>
                </a:cubicBezTo>
                <a:cubicBezTo>
                  <a:pt x="1719682" y="64336"/>
                  <a:pt x="1719322" y="64468"/>
                  <a:pt x="1718868" y="64468"/>
                </a:cubicBezTo>
                <a:cubicBezTo>
                  <a:pt x="1718187" y="64468"/>
                  <a:pt x="1717393" y="64298"/>
                  <a:pt x="1716485" y="63957"/>
                </a:cubicBezTo>
                <a:cubicBezTo>
                  <a:pt x="1715577" y="63617"/>
                  <a:pt x="1714518" y="63258"/>
                  <a:pt x="1713307" y="62879"/>
                </a:cubicBezTo>
                <a:cubicBezTo>
                  <a:pt x="1712096" y="62501"/>
                  <a:pt x="1710772" y="62141"/>
                  <a:pt x="1709334" y="61801"/>
                </a:cubicBezTo>
                <a:cubicBezTo>
                  <a:pt x="1707897" y="61460"/>
                  <a:pt x="1706308" y="61290"/>
                  <a:pt x="1704567" y="61290"/>
                </a:cubicBezTo>
                <a:cubicBezTo>
                  <a:pt x="1702524" y="61290"/>
                  <a:pt x="1700519" y="61722"/>
                  <a:pt x="1698552" y="62585"/>
                </a:cubicBezTo>
                <a:cubicBezTo>
                  <a:pt x="1696584" y="63448"/>
                  <a:pt x="1694523" y="64837"/>
                  <a:pt x="1692366" y="66752"/>
                </a:cubicBezTo>
                <a:cubicBezTo>
                  <a:pt x="1690210" y="68668"/>
                  <a:pt x="1687940" y="71203"/>
                  <a:pt x="1685556" y="74357"/>
                </a:cubicBezTo>
                <a:cubicBezTo>
                  <a:pt x="1683173" y="77511"/>
                  <a:pt x="1680543" y="81379"/>
                  <a:pt x="1677668" y="85959"/>
                </a:cubicBezTo>
                <a:lnTo>
                  <a:pt x="1677668" y="155492"/>
                </a:lnTo>
                <a:cubicBezTo>
                  <a:pt x="1677668" y="155946"/>
                  <a:pt x="1677554" y="156363"/>
                  <a:pt x="1677327" y="156744"/>
                </a:cubicBezTo>
                <a:cubicBezTo>
                  <a:pt x="1677100" y="157122"/>
                  <a:pt x="1676741" y="157425"/>
                  <a:pt x="1676249" y="157652"/>
                </a:cubicBezTo>
                <a:cubicBezTo>
                  <a:pt x="1675757" y="157879"/>
                  <a:pt x="1675076" y="158068"/>
                  <a:pt x="1674206" y="158220"/>
                </a:cubicBezTo>
                <a:cubicBezTo>
                  <a:pt x="1673336" y="158371"/>
                  <a:pt x="1672220" y="158447"/>
                  <a:pt x="1670858" y="158447"/>
                </a:cubicBezTo>
                <a:cubicBezTo>
                  <a:pt x="1669571" y="158447"/>
                  <a:pt x="1668493" y="158371"/>
                  <a:pt x="1667623" y="158220"/>
                </a:cubicBezTo>
                <a:cubicBezTo>
                  <a:pt x="1666753" y="158068"/>
                  <a:pt x="1666053" y="157879"/>
                  <a:pt x="1665523" y="157652"/>
                </a:cubicBezTo>
                <a:cubicBezTo>
                  <a:pt x="1664994" y="157425"/>
                  <a:pt x="1664634" y="157122"/>
                  <a:pt x="1664445" y="156744"/>
                </a:cubicBezTo>
                <a:cubicBezTo>
                  <a:pt x="1664256" y="156363"/>
                  <a:pt x="1664161" y="155946"/>
                  <a:pt x="1664161" y="155492"/>
                </a:cubicBezTo>
                <a:lnTo>
                  <a:pt x="1664161" y="52668"/>
                </a:lnTo>
                <a:cubicBezTo>
                  <a:pt x="1664161" y="52214"/>
                  <a:pt x="1664256" y="51798"/>
                  <a:pt x="1664445" y="51419"/>
                </a:cubicBezTo>
                <a:cubicBezTo>
                  <a:pt x="1664634" y="51039"/>
                  <a:pt x="1664994" y="50716"/>
                  <a:pt x="1665523" y="50451"/>
                </a:cubicBezTo>
                <a:cubicBezTo>
                  <a:pt x="1666053" y="50186"/>
                  <a:pt x="1666715" y="49997"/>
                  <a:pt x="1667509" y="49883"/>
                </a:cubicBezTo>
                <a:cubicBezTo>
                  <a:pt x="1668304" y="49770"/>
                  <a:pt x="1669344" y="49713"/>
                  <a:pt x="1670631" y="49713"/>
                </a:cubicBezTo>
                <a:cubicBezTo>
                  <a:pt x="1671917" y="49713"/>
                  <a:pt x="1672976" y="49770"/>
                  <a:pt x="1673809" y="49883"/>
                </a:cubicBezTo>
                <a:cubicBezTo>
                  <a:pt x="1674641" y="49997"/>
                  <a:pt x="1675284" y="50186"/>
                  <a:pt x="1675738" y="50451"/>
                </a:cubicBezTo>
                <a:cubicBezTo>
                  <a:pt x="1676192" y="50716"/>
                  <a:pt x="1676514" y="51039"/>
                  <a:pt x="1676703" y="51419"/>
                </a:cubicBezTo>
                <a:cubicBezTo>
                  <a:pt x="1676892" y="51798"/>
                  <a:pt x="1676987" y="52214"/>
                  <a:pt x="1676987" y="52668"/>
                </a:cubicBezTo>
                <a:lnTo>
                  <a:pt x="1676987" y="68916"/>
                </a:lnTo>
                <a:cubicBezTo>
                  <a:pt x="1679938" y="64622"/>
                  <a:pt x="1682662" y="61157"/>
                  <a:pt x="1685159" y="58520"/>
                </a:cubicBezTo>
                <a:cubicBezTo>
                  <a:pt x="1687656" y="55884"/>
                  <a:pt x="1690039" y="53831"/>
                  <a:pt x="1692309" y="52363"/>
                </a:cubicBezTo>
                <a:cubicBezTo>
                  <a:pt x="1694579" y="50894"/>
                  <a:pt x="1696793" y="49896"/>
                  <a:pt x="1698949" y="49369"/>
                </a:cubicBezTo>
                <a:cubicBezTo>
                  <a:pt x="1701106" y="48842"/>
                  <a:pt x="1703319" y="48578"/>
                  <a:pt x="1705589" y="48578"/>
                </a:cubicBezTo>
                <a:cubicBezTo>
                  <a:pt x="1706573" y="48578"/>
                  <a:pt x="1707708" y="48636"/>
                  <a:pt x="1708994" y="48752"/>
                </a:cubicBezTo>
                <a:cubicBezTo>
                  <a:pt x="1710280" y="48865"/>
                  <a:pt x="1711661" y="49075"/>
                  <a:pt x="1713137" y="49380"/>
                </a:cubicBezTo>
                <a:cubicBezTo>
                  <a:pt x="1714612" y="49685"/>
                  <a:pt x="1715936" y="50048"/>
                  <a:pt x="1717109" y="50469"/>
                </a:cubicBezTo>
                <a:cubicBezTo>
                  <a:pt x="1718282" y="50887"/>
                  <a:pt x="1719095" y="51269"/>
                  <a:pt x="1719549" y="51614"/>
                </a:cubicBezTo>
                <a:cubicBezTo>
                  <a:pt x="1720003" y="51957"/>
                  <a:pt x="1720306" y="52262"/>
                  <a:pt x="1720457" y="52529"/>
                </a:cubicBezTo>
                <a:cubicBezTo>
                  <a:pt x="1720609" y="52797"/>
                  <a:pt x="1720741" y="53141"/>
                  <a:pt x="1720855" y="53562"/>
                </a:cubicBezTo>
                <a:cubicBezTo>
                  <a:pt x="1720968" y="53980"/>
                  <a:pt x="1721044" y="54552"/>
                  <a:pt x="1721082" y="55278"/>
                </a:cubicBezTo>
                <a:cubicBezTo>
                  <a:pt x="1721119" y="56004"/>
                  <a:pt x="1721138" y="56939"/>
                  <a:pt x="1721138" y="58084"/>
                </a:cubicBezTo>
                <a:close/>
                <a:moveTo>
                  <a:pt x="1825330" y="98859"/>
                </a:moveTo>
                <a:cubicBezTo>
                  <a:pt x="1825330" y="101583"/>
                  <a:pt x="1824611" y="103456"/>
                  <a:pt x="1823173" y="104477"/>
                </a:cubicBezTo>
                <a:cubicBezTo>
                  <a:pt x="1821736" y="105499"/>
                  <a:pt x="1820336" y="106009"/>
                  <a:pt x="1818974" y="106009"/>
                </a:cubicBezTo>
                <a:lnTo>
                  <a:pt x="1748944" y="106009"/>
                </a:lnTo>
                <a:cubicBezTo>
                  <a:pt x="1748944" y="112382"/>
                  <a:pt x="1749568" y="118148"/>
                  <a:pt x="1750817" y="123308"/>
                </a:cubicBezTo>
                <a:cubicBezTo>
                  <a:pt x="1752065" y="128467"/>
                  <a:pt x="1754127" y="132887"/>
                  <a:pt x="1757003" y="136566"/>
                </a:cubicBezTo>
                <a:cubicBezTo>
                  <a:pt x="1759878" y="140245"/>
                  <a:pt x="1763624" y="143072"/>
                  <a:pt x="1768239" y="145046"/>
                </a:cubicBezTo>
                <a:cubicBezTo>
                  <a:pt x="1772855" y="147019"/>
                  <a:pt x="1778530" y="148005"/>
                  <a:pt x="1785264" y="148005"/>
                </a:cubicBezTo>
                <a:cubicBezTo>
                  <a:pt x="1790031" y="148005"/>
                  <a:pt x="1794307" y="147582"/>
                  <a:pt x="1798090" y="146738"/>
                </a:cubicBezTo>
                <a:cubicBezTo>
                  <a:pt x="1801873" y="145894"/>
                  <a:pt x="1805146" y="144954"/>
                  <a:pt x="1807908" y="143919"/>
                </a:cubicBezTo>
                <a:cubicBezTo>
                  <a:pt x="1810669" y="142883"/>
                  <a:pt x="1812939" y="141943"/>
                  <a:pt x="1814718" y="141099"/>
                </a:cubicBezTo>
                <a:cubicBezTo>
                  <a:pt x="1816496" y="140255"/>
                  <a:pt x="1817763" y="139833"/>
                  <a:pt x="1818520" y="139833"/>
                </a:cubicBezTo>
                <a:cubicBezTo>
                  <a:pt x="1818974" y="139833"/>
                  <a:pt x="1819390" y="139947"/>
                  <a:pt x="1819768" y="140177"/>
                </a:cubicBezTo>
                <a:cubicBezTo>
                  <a:pt x="1820147" y="140406"/>
                  <a:pt x="1820449" y="140769"/>
                  <a:pt x="1820676" y="141265"/>
                </a:cubicBezTo>
                <a:cubicBezTo>
                  <a:pt x="1820903" y="141762"/>
                  <a:pt x="1821074" y="142392"/>
                  <a:pt x="1821187" y="143156"/>
                </a:cubicBezTo>
                <a:cubicBezTo>
                  <a:pt x="1821301" y="143920"/>
                  <a:pt x="1821357" y="144874"/>
                  <a:pt x="1821357" y="146018"/>
                </a:cubicBezTo>
                <a:cubicBezTo>
                  <a:pt x="1821357" y="146555"/>
                  <a:pt x="1821320" y="147072"/>
                  <a:pt x="1821244" y="147568"/>
                </a:cubicBezTo>
                <a:cubicBezTo>
                  <a:pt x="1821168" y="148065"/>
                  <a:pt x="1821074" y="148524"/>
                  <a:pt x="1820960" y="148944"/>
                </a:cubicBezTo>
                <a:cubicBezTo>
                  <a:pt x="1820847" y="149363"/>
                  <a:pt x="1820676" y="149764"/>
                  <a:pt x="1820449" y="150147"/>
                </a:cubicBezTo>
                <a:cubicBezTo>
                  <a:pt x="1820222" y="150528"/>
                  <a:pt x="1819920" y="150909"/>
                  <a:pt x="1819541" y="151293"/>
                </a:cubicBezTo>
                <a:cubicBezTo>
                  <a:pt x="1819163" y="151673"/>
                  <a:pt x="1817990" y="152336"/>
                  <a:pt x="1816023" y="153282"/>
                </a:cubicBezTo>
                <a:cubicBezTo>
                  <a:pt x="1814056" y="154228"/>
                  <a:pt x="1811483" y="155174"/>
                  <a:pt x="1808305" y="156120"/>
                </a:cubicBezTo>
                <a:cubicBezTo>
                  <a:pt x="1805127" y="157066"/>
                  <a:pt x="1801438" y="157917"/>
                  <a:pt x="1797239" y="158674"/>
                </a:cubicBezTo>
                <a:cubicBezTo>
                  <a:pt x="1793039" y="159430"/>
                  <a:pt x="1788518" y="159809"/>
                  <a:pt x="1783675" y="159809"/>
                </a:cubicBezTo>
                <a:cubicBezTo>
                  <a:pt x="1775730" y="159809"/>
                  <a:pt x="1768693" y="158616"/>
                  <a:pt x="1762564" y="156230"/>
                </a:cubicBezTo>
                <a:cubicBezTo>
                  <a:pt x="1756435" y="153844"/>
                  <a:pt x="1751290" y="150322"/>
                  <a:pt x="1747128" y="145664"/>
                </a:cubicBezTo>
                <a:cubicBezTo>
                  <a:pt x="1742966" y="141005"/>
                  <a:pt x="1739807" y="135230"/>
                  <a:pt x="1737651" y="128337"/>
                </a:cubicBezTo>
                <a:cubicBezTo>
                  <a:pt x="1735494" y="121444"/>
                  <a:pt x="1734416" y="113453"/>
                  <a:pt x="1734416" y="104364"/>
                </a:cubicBezTo>
                <a:cubicBezTo>
                  <a:pt x="1734416" y="95652"/>
                  <a:pt x="1735532" y="87851"/>
                  <a:pt x="1737764" y="80958"/>
                </a:cubicBezTo>
                <a:cubicBezTo>
                  <a:pt x="1739997" y="74065"/>
                  <a:pt x="1743193" y="68214"/>
                  <a:pt x="1747355" y="63404"/>
                </a:cubicBezTo>
                <a:cubicBezTo>
                  <a:pt x="1751517" y="58595"/>
                  <a:pt x="1756530" y="54921"/>
                  <a:pt x="1762394" y="52384"/>
                </a:cubicBezTo>
                <a:cubicBezTo>
                  <a:pt x="1768258" y="49847"/>
                  <a:pt x="1774784" y="48578"/>
                  <a:pt x="1781973" y="48578"/>
                </a:cubicBezTo>
                <a:cubicBezTo>
                  <a:pt x="1789691" y="48578"/>
                  <a:pt x="1796274" y="49865"/>
                  <a:pt x="1801722" y="52437"/>
                </a:cubicBezTo>
                <a:cubicBezTo>
                  <a:pt x="1807170" y="55010"/>
                  <a:pt x="1811653" y="58472"/>
                  <a:pt x="1815172" y="62822"/>
                </a:cubicBezTo>
                <a:cubicBezTo>
                  <a:pt x="1818690" y="67173"/>
                  <a:pt x="1821263" y="72224"/>
                  <a:pt x="1822890" y="77975"/>
                </a:cubicBezTo>
                <a:cubicBezTo>
                  <a:pt x="1824517" y="83725"/>
                  <a:pt x="1825330" y="89779"/>
                  <a:pt x="1825330" y="96135"/>
                </a:cubicBezTo>
                <a:lnTo>
                  <a:pt x="1825330" y="98859"/>
                </a:lnTo>
                <a:moveTo>
                  <a:pt x="1811369" y="94886"/>
                </a:moveTo>
                <a:cubicBezTo>
                  <a:pt x="1811596" y="83990"/>
                  <a:pt x="1809099" y="75478"/>
                  <a:pt x="1803878" y="69349"/>
                </a:cubicBezTo>
                <a:cubicBezTo>
                  <a:pt x="1798657" y="63220"/>
                  <a:pt x="1791053" y="60155"/>
                  <a:pt x="1781065" y="60155"/>
                </a:cubicBezTo>
                <a:cubicBezTo>
                  <a:pt x="1775919" y="60155"/>
                  <a:pt x="1771398" y="61120"/>
                  <a:pt x="1767501" y="63049"/>
                </a:cubicBezTo>
                <a:cubicBezTo>
                  <a:pt x="1763605" y="64979"/>
                  <a:pt x="1760313" y="67533"/>
                  <a:pt x="1757627" y="70711"/>
                </a:cubicBezTo>
                <a:cubicBezTo>
                  <a:pt x="1754941" y="73889"/>
                  <a:pt x="1752879" y="77578"/>
                  <a:pt x="1751441" y="81777"/>
                </a:cubicBezTo>
                <a:cubicBezTo>
                  <a:pt x="1750004" y="85977"/>
                  <a:pt x="1749171" y="90346"/>
                  <a:pt x="1748944" y="94886"/>
                </a:cubicBezTo>
                <a:lnTo>
                  <a:pt x="1811369" y="94886"/>
                </a:lnTo>
                <a:close/>
                <a:moveTo>
                  <a:pt x="1923287" y="128224"/>
                </a:moveTo>
                <a:cubicBezTo>
                  <a:pt x="1923287" y="133147"/>
                  <a:pt x="1922379" y="137559"/>
                  <a:pt x="1920563" y="141461"/>
                </a:cubicBezTo>
                <a:cubicBezTo>
                  <a:pt x="1918747" y="145360"/>
                  <a:pt x="1916156" y="148674"/>
                  <a:pt x="1912788" y="151402"/>
                </a:cubicBezTo>
                <a:cubicBezTo>
                  <a:pt x="1909421" y="154129"/>
                  <a:pt x="1905392" y="156212"/>
                  <a:pt x="1900701" y="157652"/>
                </a:cubicBezTo>
                <a:cubicBezTo>
                  <a:pt x="1896009" y="159090"/>
                  <a:pt x="1890826" y="159809"/>
                  <a:pt x="1885151" y="159809"/>
                </a:cubicBezTo>
                <a:cubicBezTo>
                  <a:pt x="1881595" y="159809"/>
                  <a:pt x="1878228" y="159525"/>
                  <a:pt x="1875049" y="158957"/>
                </a:cubicBezTo>
                <a:cubicBezTo>
                  <a:pt x="1871871" y="158390"/>
                  <a:pt x="1868996" y="157671"/>
                  <a:pt x="1866423" y="156801"/>
                </a:cubicBezTo>
                <a:cubicBezTo>
                  <a:pt x="1863851" y="155931"/>
                  <a:pt x="1861675" y="155004"/>
                  <a:pt x="1859897" y="154020"/>
                </a:cubicBezTo>
                <a:cubicBezTo>
                  <a:pt x="1858119" y="153036"/>
                  <a:pt x="1856814" y="152166"/>
                  <a:pt x="1855981" y="151410"/>
                </a:cubicBezTo>
                <a:cubicBezTo>
                  <a:pt x="1855149" y="150653"/>
                  <a:pt x="1854544" y="149702"/>
                  <a:pt x="1854165" y="148558"/>
                </a:cubicBezTo>
                <a:cubicBezTo>
                  <a:pt x="1853787" y="147411"/>
                  <a:pt x="1853598" y="145884"/>
                  <a:pt x="1853598" y="143975"/>
                </a:cubicBezTo>
                <a:cubicBezTo>
                  <a:pt x="1853598" y="142982"/>
                  <a:pt x="1853674" y="142104"/>
                  <a:pt x="1853825" y="141340"/>
                </a:cubicBezTo>
                <a:cubicBezTo>
                  <a:pt x="1853976" y="140576"/>
                  <a:pt x="1854165" y="139927"/>
                  <a:pt x="1854392" y="139393"/>
                </a:cubicBezTo>
                <a:cubicBezTo>
                  <a:pt x="1854619" y="138858"/>
                  <a:pt x="1854922" y="138458"/>
                  <a:pt x="1855300" y="138190"/>
                </a:cubicBezTo>
                <a:cubicBezTo>
                  <a:pt x="1855679" y="137923"/>
                  <a:pt x="1856095" y="137790"/>
                  <a:pt x="1856549" y="137790"/>
                </a:cubicBezTo>
                <a:cubicBezTo>
                  <a:pt x="1857381" y="137790"/>
                  <a:pt x="1858592" y="138325"/>
                  <a:pt x="1860181" y="139396"/>
                </a:cubicBezTo>
                <a:cubicBezTo>
                  <a:pt x="1861770" y="140467"/>
                  <a:pt x="1863756" y="141634"/>
                  <a:pt x="1866140" y="142897"/>
                </a:cubicBezTo>
                <a:cubicBezTo>
                  <a:pt x="1868523" y="144160"/>
                  <a:pt x="1871361" y="145327"/>
                  <a:pt x="1874652" y="146398"/>
                </a:cubicBezTo>
                <a:cubicBezTo>
                  <a:pt x="1877944" y="147469"/>
                  <a:pt x="1881746" y="148005"/>
                  <a:pt x="1886059" y="148005"/>
                </a:cubicBezTo>
                <a:cubicBezTo>
                  <a:pt x="1889540" y="148005"/>
                  <a:pt x="1892718" y="147626"/>
                  <a:pt x="1895593" y="146870"/>
                </a:cubicBezTo>
                <a:cubicBezTo>
                  <a:pt x="1898468" y="146111"/>
                  <a:pt x="1900965" y="144973"/>
                  <a:pt x="1903084" y="143457"/>
                </a:cubicBezTo>
                <a:cubicBezTo>
                  <a:pt x="1905203" y="141942"/>
                  <a:pt x="1906849" y="139990"/>
                  <a:pt x="1908021" y="137602"/>
                </a:cubicBezTo>
                <a:cubicBezTo>
                  <a:pt x="1909194" y="135213"/>
                  <a:pt x="1909781" y="132428"/>
                  <a:pt x="1909781" y="129245"/>
                </a:cubicBezTo>
                <a:cubicBezTo>
                  <a:pt x="1909781" y="126065"/>
                  <a:pt x="1909024" y="123376"/>
                  <a:pt x="1907511" y="121179"/>
                </a:cubicBezTo>
                <a:cubicBezTo>
                  <a:pt x="1905997" y="118983"/>
                  <a:pt x="1904011" y="117070"/>
                  <a:pt x="1901552" y="115441"/>
                </a:cubicBezTo>
                <a:cubicBezTo>
                  <a:pt x="1899093" y="113811"/>
                  <a:pt x="1896293" y="112373"/>
                  <a:pt x="1893153" y="111124"/>
                </a:cubicBezTo>
                <a:cubicBezTo>
                  <a:pt x="1890013" y="109873"/>
                  <a:pt x="1886797" y="108586"/>
                  <a:pt x="1883505" y="107261"/>
                </a:cubicBezTo>
                <a:cubicBezTo>
                  <a:pt x="1880214" y="105935"/>
                  <a:pt x="1876998" y="104477"/>
                  <a:pt x="1873858" y="102888"/>
                </a:cubicBezTo>
                <a:cubicBezTo>
                  <a:pt x="1870718" y="101297"/>
                  <a:pt x="1867918" y="99365"/>
                  <a:pt x="1865459" y="97093"/>
                </a:cubicBezTo>
                <a:cubicBezTo>
                  <a:pt x="1863000" y="94820"/>
                  <a:pt x="1861013" y="92094"/>
                  <a:pt x="1859500" y="88913"/>
                </a:cubicBezTo>
                <a:cubicBezTo>
                  <a:pt x="1857987" y="85731"/>
                  <a:pt x="1857230" y="81905"/>
                  <a:pt x="1857230" y="77436"/>
                </a:cubicBezTo>
                <a:cubicBezTo>
                  <a:pt x="1857230" y="73877"/>
                  <a:pt x="1857911" y="70375"/>
                  <a:pt x="1859273" y="66930"/>
                </a:cubicBezTo>
                <a:cubicBezTo>
                  <a:pt x="1860635" y="63482"/>
                  <a:pt x="1862735" y="60395"/>
                  <a:pt x="1865572" y="57669"/>
                </a:cubicBezTo>
                <a:cubicBezTo>
                  <a:pt x="1868410" y="54940"/>
                  <a:pt x="1872042" y="52743"/>
                  <a:pt x="1876468" y="51079"/>
                </a:cubicBezTo>
                <a:cubicBezTo>
                  <a:pt x="1880895" y="49412"/>
                  <a:pt x="1886135" y="48578"/>
                  <a:pt x="1892188" y="48578"/>
                </a:cubicBezTo>
                <a:cubicBezTo>
                  <a:pt x="1894761" y="48578"/>
                  <a:pt x="1897314" y="48786"/>
                  <a:pt x="1899849" y="49202"/>
                </a:cubicBezTo>
                <a:cubicBezTo>
                  <a:pt x="1902384" y="49619"/>
                  <a:pt x="1904692" y="50167"/>
                  <a:pt x="1906773" y="50848"/>
                </a:cubicBezTo>
                <a:cubicBezTo>
                  <a:pt x="1908854" y="51529"/>
                  <a:pt x="1910651" y="52267"/>
                  <a:pt x="1912164" y="53061"/>
                </a:cubicBezTo>
                <a:cubicBezTo>
                  <a:pt x="1913677" y="53856"/>
                  <a:pt x="1914831" y="54556"/>
                  <a:pt x="1915626" y="55161"/>
                </a:cubicBezTo>
                <a:cubicBezTo>
                  <a:pt x="1916420" y="55767"/>
                  <a:pt x="1916950" y="56277"/>
                  <a:pt x="1917215" y="56693"/>
                </a:cubicBezTo>
                <a:cubicBezTo>
                  <a:pt x="1917480" y="57110"/>
                  <a:pt x="1917669" y="57545"/>
                  <a:pt x="1917782" y="57999"/>
                </a:cubicBezTo>
                <a:cubicBezTo>
                  <a:pt x="1917896" y="58453"/>
                  <a:pt x="1917990" y="59001"/>
                  <a:pt x="1918066" y="59644"/>
                </a:cubicBezTo>
                <a:cubicBezTo>
                  <a:pt x="1918142" y="60288"/>
                  <a:pt x="1918180" y="61063"/>
                  <a:pt x="1918180" y="61971"/>
                </a:cubicBezTo>
                <a:cubicBezTo>
                  <a:pt x="1918180" y="62879"/>
                  <a:pt x="1918123" y="63693"/>
                  <a:pt x="1918009" y="64411"/>
                </a:cubicBezTo>
                <a:cubicBezTo>
                  <a:pt x="1917896" y="65130"/>
                  <a:pt x="1917726" y="65755"/>
                  <a:pt x="1917499" y="66284"/>
                </a:cubicBezTo>
                <a:cubicBezTo>
                  <a:pt x="1917272" y="66814"/>
                  <a:pt x="1916988" y="67211"/>
                  <a:pt x="1916647" y="67476"/>
                </a:cubicBezTo>
                <a:cubicBezTo>
                  <a:pt x="1916307" y="67741"/>
                  <a:pt x="1915910" y="67873"/>
                  <a:pt x="1915456" y="67873"/>
                </a:cubicBezTo>
                <a:cubicBezTo>
                  <a:pt x="1914850" y="67873"/>
                  <a:pt x="1913942" y="67457"/>
                  <a:pt x="1912732" y="66625"/>
                </a:cubicBezTo>
                <a:cubicBezTo>
                  <a:pt x="1911521" y="65792"/>
                  <a:pt x="1909932" y="64884"/>
                  <a:pt x="1907965" y="63901"/>
                </a:cubicBezTo>
                <a:cubicBezTo>
                  <a:pt x="1905997" y="62917"/>
                  <a:pt x="1903652" y="62009"/>
                  <a:pt x="1900928" y="61177"/>
                </a:cubicBezTo>
                <a:cubicBezTo>
                  <a:pt x="1898204" y="60344"/>
                  <a:pt x="1895063" y="59928"/>
                  <a:pt x="1891507" y="59928"/>
                </a:cubicBezTo>
                <a:cubicBezTo>
                  <a:pt x="1887951" y="59928"/>
                  <a:pt x="1884829" y="60346"/>
                  <a:pt x="1882143" y="61180"/>
                </a:cubicBezTo>
                <a:cubicBezTo>
                  <a:pt x="1879457" y="62013"/>
                  <a:pt x="1877244" y="63187"/>
                  <a:pt x="1875503" y="64702"/>
                </a:cubicBezTo>
                <a:cubicBezTo>
                  <a:pt x="1873763" y="66218"/>
                  <a:pt x="1872458" y="68000"/>
                  <a:pt x="1871588" y="70048"/>
                </a:cubicBezTo>
                <a:cubicBezTo>
                  <a:pt x="1870718" y="72093"/>
                  <a:pt x="1870282" y="74329"/>
                  <a:pt x="1870282" y="76755"/>
                </a:cubicBezTo>
                <a:cubicBezTo>
                  <a:pt x="1870282" y="80086"/>
                  <a:pt x="1871039" y="82888"/>
                  <a:pt x="1872552" y="85161"/>
                </a:cubicBezTo>
                <a:cubicBezTo>
                  <a:pt x="1874066" y="87433"/>
                  <a:pt x="1876071" y="89403"/>
                  <a:pt x="1878568" y="91070"/>
                </a:cubicBezTo>
                <a:cubicBezTo>
                  <a:pt x="1881065" y="92737"/>
                  <a:pt x="1883903" y="94215"/>
                  <a:pt x="1887081" y="95504"/>
                </a:cubicBezTo>
                <a:cubicBezTo>
                  <a:pt x="1890259" y="96790"/>
                  <a:pt x="1893493" y="98077"/>
                  <a:pt x="1896785" y="99366"/>
                </a:cubicBezTo>
                <a:cubicBezTo>
                  <a:pt x="1900076" y="100652"/>
                  <a:pt x="1903311" y="102072"/>
                  <a:pt x="1906489" y="103626"/>
                </a:cubicBezTo>
                <a:cubicBezTo>
                  <a:pt x="1909667" y="105177"/>
                  <a:pt x="1912505" y="107051"/>
                  <a:pt x="1915002" y="109248"/>
                </a:cubicBezTo>
                <a:cubicBezTo>
                  <a:pt x="1917499" y="111444"/>
                  <a:pt x="1919504" y="114077"/>
                  <a:pt x="1921017" y="117147"/>
                </a:cubicBezTo>
                <a:cubicBezTo>
                  <a:pt x="1922531" y="120214"/>
                  <a:pt x="1923287" y="123906"/>
                  <a:pt x="1923287" y="128224"/>
                </a:cubicBezTo>
                <a:close/>
                <a:moveTo>
                  <a:pt x="2040901" y="102661"/>
                </a:moveTo>
                <a:cubicBezTo>
                  <a:pt x="2040901" y="111446"/>
                  <a:pt x="2039936" y="119360"/>
                  <a:pt x="2038006" y="126404"/>
                </a:cubicBezTo>
                <a:cubicBezTo>
                  <a:pt x="2036077" y="133448"/>
                  <a:pt x="2033239" y="139433"/>
                  <a:pt x="2029494" y="144358"/>
                </a:cubicBezTo>
                <a:cubicBezTo>
                  <a:pt x="2025748" y="149281"/>
                  <a:pt x="2021114" y="153087"/>
                  <a:pt x="2015590" y="155776"/>
                </a:cubicBezTo>
                <a:cubicBezTo>
                  <a:pt x="2010066" y="158464"/>
                  <a:pt x="2003748" y="159809"/>
                  <a:pt x="1996636" y="159809"/>
                </a:cubicBezTo>
                <a:cubicBezTo>
                  <a:pt x="1993609" y="159809"/>
                  <a:pt x="1990771" y="159486"/>
                  <a:pt x="1988123" y="158840"/>
                </a:cubicBezTo>
                <a:cubicBezTo>
                  <a:pt x="1985475" y="158197"/>
                  <a:pt x="1982883" y="157195"/>
                  <a:pt x="1980348" y="155833"/>
                </a:cubicBezTo>
                <a:cubicBezTo>
                  <a:pt x="1977813" y="154468"/>
                  <a:pt x="1975279" y="152763"/>
                  <a:pt x="1972744" y="150718"/>
                </a:cubicBezTo>
                <a:cubicBezTo>
                  <a:pt x="1970209" y="148673"/>
                  <a:pt x="1967542" y="146211"/>
                  <a:pt x="1964742" y="143333"/>
                </a:cubicBezTo>
                <a:lnTo>
                  <a:pt x="1964742" y="196356"/>
                </a:lnTo>
                <a:cubicBezTo>
                  <a:pt x="1964742" y="196810"/>
                  <a:pt x="1964628" y="197226"/>
                  <a:pt x="1964401" y="197604"/>
                </a:cubicBezTo>
                <a:cubicBezTo>
                  <a:pt x="1964174" y="197983"/>
                  <a:pt x="1963815" y="198304"/>
                  <a:pt x="1963323" y="198569"/>
                </a:cubicBezTo>
                <a:cubicBezTo>
                  <a:pt x="1962831" y="198834"/>
                  <a:pt x="1962150" y="199023"/>
                  <a:pt x="1961280" y="199137"/>
                </a:cubicBezTo>
                <a:cubicBezTo>
                  <a:pt x="1960410" y="199250"/>
                  <a:pt x="1959294" y="199307"/>
                  <a:pt x="1957932" y="199307"/>
                </a:cubicBezTo>
                <a:cubicBezTo>
                  <a:pt x="1956646" y="199307"/>
                  <a:pt x="1955567" y="199250"/>
                  <a:pt x="1954697" y="199137"/>
                </a:cubicBezTo>
                <a:cubicBezTo>
                  <a:pt x="1953827" y="199023"/>
                  <a:pt x="1953127" y="198834"/>
                  <a:pt x="1952597" y="198569"/>
                </a:cubicBezTo>
                <a:cubicBezTo>
                  <a:pt x="1952068" y="198304"/>
                  <a:pt x="1951708" y="197981"/>
                  <a:pt x="1951519" y="197601"/>
                </a:cubicBezTo>
                <a:cubicBezTo>
                  <a:pt x="1951330" y="197222"/>
                  <a:pt x="1951235" y="196806"/>
                  <a:pt x="1951235" y="196352"/>
                </a:cubicBezTo>
                <a:lnTo>
                  <a:pt x="1951235" y="52668"/>
                </a:lnTo>
                <a:cubicBezTo>
                  <a:pt x="1951235" y="52138"/>
                  <a:pt x="1951330" y="51684"/>
                  <a:pt x="1951519" y="51306"/>
                </a:cubicBezTo>
                <a:cubicBezTo>
                  <a:pt x="1951708" y="50925"/>
                  <a:pt x="1952049" y="50621"/>
                  <a:pt x="1952541" y="50394"/>
                </a:cubicBezTo>
                <a:cubicBezTo>
                  <a:pt x="1953033" y="50167"/>
                  <a:pt x="1953676" y="49997"/>
                  <a:pt x="1954470" y="49883"/>
                </a:cubicBezTo>
                <a:cubicBezTo>
                  <a:pt x="1955265" y="49770"/>
                  <a:pt x="1956229" y="49713"/>
                  <a:pt x="1957364" y="49713"/>
                </a:cubicBezTo>
                <a:cubicBezTo>
                  <a:pt x="1958499" y="49713"/>
                  <a:pt x="1959445" y="49771"/>
                  <a:pt x="1960202" y="49887"/>
                </a:cubicBezTo>
                <a:cubicBezTo>
                  <a:pt x="1960959" y="50000"/>
                  <a:pt x="1961602" y="50172"/>
                  <a:pt x="1962131" y="50401"/>
                </a:cubicBezTo>
                <a:cubicBezTo>
                  <a:pt x="1962661" y="50628"/>
                  <a:pt x="1963039" y="50932"/>
                  <a:pt x="1963266" y="51313"/>
                </a:cubicBezTo>
                <a:cubicBezTo>
                  <a:pt x="1963493" y="51694"/>
                  <a:pt x="1963607" y="52151"/>
                  <a:pt x="1963607" y="52685"/>
                </a:cubicBezTo>
                <a:lnTo>
                  <a:pt x="1963607" y="67664"/>
                </a:lnTo>
                <a:cubicBezTo>
                  <a:pt x="1966785" y="64408"/>
                  <a:pt x="1969812" y="61587"/>
                  <a:pt x="1972687" y="59201"/>
                </a:cubicBezTo>
                <a:cubicBezTo>
                  <a:pt x="1975562" y="56815"/>
                  <a:pt x="1978438" y="54828"/>
                  <a:pt x="1981313" y="53239"/>
                </a:cubicBezTo>
                <a:cubicBezTo>
                  <a:pt x="1984188" y="51647"/>
                  <a:pt x="1987139" y="50473"/>
                  <a:pt x="1990166" y="49717"/>
                </a:cubicBezTo>
                <a:cubicBezTo>
                  <a:pt x="1993193" y="48958"/>
                  <a:pt x="1996409" y="48578"/>
                  <a:pt x="1999814" y="48578"/>
                </a:cubicBezTo>
                <a:cubicBezTo>
                  <a:pt x="2007229" y="48578"/>
                  <a:pt x="2013547" y="49998"/>
                  <a:pt x="2018768" y="52838"/>
                </a:cubicBezTo>
                <a:cubicBezTo>
                  <a:pt x="2023989" y="55678"/>
                  <a:pt x="2028245" y="59561"/>
                  <a:pt x="2031537" y="64486"/>
                </a:cubicBezTo>
                <a:cubicBezTo>
                  <a:pt x="2034828" y="69409"/>
                  <a:pt x="2037212" y="75147"/>
                  <a:pt x="2038687" y="81699"/>
                </a:cubicBezTo>
                <a:cubicBezTo>
                  <a:pt x="2040163" y="88249"/>
                  <a:pt x="2040901" y="95236"/>
                  <a:pt x="2040901" y="102661"/>
                </a:cubicBezTo>
                <a:moveTo>
                  <a:pt x="2026713" y="104818"/>
                </a:moveTo>
                <a:cubicBezTo>
                  <a:pt x="2026713" y="99060"/>
                  <a:pt x="2026259" y="93510"/>
                  <a:pt x="2025351" y="88169"/>
                </a:cubicBezTo>
                <a:cubicBezTo>
                  <a:pt x="2024443" y="82827"/>
                  <a:pt x="2022911" y="78073"/>
                  <a:pt x="2020754" y="73907"/>
                </a:cubicBezTo>
                <a:cubicBezTo>
                  <a:pt x="2018598" y="69740"/>
                  <a:pt x="2015723" y="66407"/>
                  <a:pt x="2012128" y="63908"/>
                </a:cubicBezTo>
                <a:cubicBezTo>
                  <a:pt x="2008534" y="61406"/>
                  <a:pt x="2004013" y="60155"/>
                  <a:pt x="1998565" y="60155"/>
                </a:cubicBezTo>
                <a:cubicBezTo>
                  <a:pt x="1995841" y="60155"/>
                  <a:pt x="1993174" y="60535"/>
                  <a:pt x="1990563" y="61294"/>
                </a:cubicBezTo>
                <a:cubicBezTo>
                  <a:pt x="1987953" y="62050"/>
                  <a:pt x="1985286" y="63300"/>
                  <a:pt x="1982562" y="65043"/>
                </a:cubicBezTo>
                <a:cubicBezTo>
                  <a:pt x="1979838" y="66786"/>
                  <a:pt x="1977000" y="69040"/>
                  <a:pt x="1974049" y="71807"/>
                </a:cubicBezTo>
                <a:cubicBezTo>
                  <a:pt x="1971098" y="74573"/>
                  <a:pt x="1967996" y="78003"/>
                  <a:pt x="1964742" y="82096"/>
                </a:cubicBezTo>
                <a:lnTo>
                  <a:pt x="1964742" y="126862"/>
                </a:lnTo>
                <a:cubicBezTo>
                  <a:pt x="1970417" y="133757"/>
                  <a:pt x="1975846" y="139043"/>
                  <a:pt x="1981029" y="142720"/>
                </a:cubicBezTo>
                <a:cubicBezTo>
                  <a:pt x="1986212" y="146394"/>
                  <a:pt x="1991642" y="148232"/>
                  <a:pt x="1997317" y="148232"/>
                </a:cubicBezTo>
                <a:cubicBezTo>
                  <a:pt x="2002538" y="148232"/>
                  <a:pt x="2007021" y="146963"/>
                  <a:pt x="2010766" y="144426"/>
                </a:cubicBezTo>
                <a:cubicBezTo>
                  <a:pt x="2014512" y="141886"/>
                  <a:pt x="2017558" y="138552"/>
                  <a:pt x="2019903" y="134424"/>
                </a:cubicBezTo>
                <a:cubicBezTo>
                  <a:pt x="2022249" y="130295"/>
                  <a:pt x="2023970" y="125636"/>
                  <a:pt x="2025067" y="120445"/>
                </a:cubicBezTo>
                <a:cubicBezTo>
                  <a:pt x="2026165" y="115255"/>
                  <a:pt x="2026713" y="110046"/>
                  <a:pt x="2026713" y="104818"/>
                </a:cubicBezTo>
                <a:close/>
                <a:moveTo>
                  <a:pt x="2163023" y="103115"/>
                </a:moveTo>
                <a:cubicBezTo>
                  <a:pt x="2163023" y="111294"/>
                  <a:pt x="2161963" y="118830"/>
                  <a:pt x="2159845" y="125723"/>
                </a:cubicBezTo>
                <a:cubicBezTo>
                  <a:pt x="2157726" y="132616"/>
                  <a:pt x="2154567" y="138601"/>
                  <a:pt x="2150367" y="143677"/>
                </a:cubicBezTo>
                <a:cubicBezTo>
                  <a:pt x="2146168" y="148752"/>
                  <a:pt x="2140928" y="152709"/>
                  <a:pt x="2134648" y="155549"/>
                </a:cubicBezTo>
                <a:cubicBezTo>
                  <a:pt x="2128367" y="158389"/>
                  <a:pt x="2121065" y="159809"/>
                  <a:pt x="2112742" y="159809"/>
                </a:cubicBezTo>
                <a:cubicBezTo>
                  <a:pt x="2104721" y="159809"/>
                  <a:pt x="2097703" y="158540"/>
                  <a:pt x="2091688" y="156003"/>
                </a:cubicBezTo>
                <a:cubicBezTo>
                  <a:pt x="2085672" y="153466"/>
                  <a:pt x="2080640" y="149830"/>
                  <a:pt x="2076592" y="145096"/>
                </a:cubicBezTo>
                <a:cubicBezTo>
                  <a:pt x="2072544" y="140362"/>
                  <a:pt x="2069517" y="134625"/>
                  <a:pt x="2067512" y="127883"/>
                </a:cubicBezTo>
                <a:cubicBezTo>
                  <a:pt x="2065507" y="121142"/>
                  <a:pt x="2064504" y="113529"/>
                  <a:pt x="2064504" y="105045"/>
                </a:cubicBezTo>
                <a:cubicBezTo>
                  <a:pt x="2064504" y="96866"/>
                  <a:pt x="2065545" y="89330"/>
                  <a:pt x="2067626" y="82437"/>
                </a:cubicBezTo>
                <a:cubicBezTo>
                  <a:pt x="2069706" y="75544"/>
                  <a:pt x="2072847" y="69579"/>
                  <a:pt x="2077046" y="64543"/>
                </a:cubicBezTo>
                <a:cubicBezTo>
                  <a:pt x="2081246" y="59504"/>
                  <a:pt x="2086486" y="55583"/>
                  <a:pt x="2092766" y="52781"/>
                </a:cubicBezTo>
                <a:cubicBezTo>
                  <a:pt x="2099046" y="49979"/>
                  <a:pt x="2106386" y="48578"/>
                  <a:pt x="2114785" y="48578"/>
                </a:cubicBezTo>
                <a:cubicBezTo>
                  <a:pt x="2122806" y="48578"/>
                  <a:pt x="2129824" y="49828"/>
                  <a:pt x="2135839" y="52327"/>
                </a:cubicBezTo>
                <a:cubicBezTo>
                  <a:pt x="2141855" y="54827"/>
                  <a:pt x="2146868" y="58443"/>
                  <a:pt x="2150878" y="63177"/>
                </a:cubicBezTo>
                <a:cubicBezTo>
                  <a:pt x="2154888" y="67911"/>
                  <a:pt x="2157915" y="73649"/>
                  <a:pt x="2159958" y="80390"/>
                </a:cubicBezTo>
                <a:cubicBezTo>
                  <a:pt x="2162001" y="87132"/>
                  <a:pt x="2163023" y="94707"/>
                  <a:pt x="2163023" y="103115"/>
                </a:cubicBezTo>
                <a:moveTo>
                  <a:pt x="2148722" y="104364"/>
                </a:moveTo>
                <a:cubicBezTo>
                  <a:pt x="2148722" y="98530"/>
                  <a:pt x="2148154" y="92962"/>
                  <a:pt x="2147019" y="87658"/>
                </a:cubicBezTo>
                <a:cubicBezTo>
                  <a:pt x="2145884" y="82354"/>
                  <a:pt x="2143992" y="77676"/>
                  <a:pt x="2141344" y="73623"/>
                </a:cubicBezTo>
                <a:cubicBezTo>
                  <a:pt x="2138696" y="69570"/>
                  <a:pt x="2135139" y="66350"/>
                  <a:pt x="2130675" y="63965"/>
                </a:cubicBezTo>
                <a:cubicBezTo>
                  <a:pt x="2126211" y="61576"/>
                  <a:pt x="2120649" y="60382"/>
                  <a:pt x="2113990" y="60382"/>
                </a:cubicBezTo>
                <a:cubicBezTo>
                  <a:pt x="2107861" y="60382"/>
                  <a:pt x="2102565" y="61481"/>
                  <a:pt x="2098100" y="63677"/>
                </a:cubicBezTo>
                <a:cubicBezTo>
                  <a:pt x="2093636" y="65874"/>
                  <a:pt x="2089985" y="68924"/>
                  <a:pt x="2087148" y="72828"/>
                </a:cubicBezTo>
                <a:cubicBezTo>
                  <a:pt x="2084310" y="76730"/>
                  <a:pt x="2082210" y="81333"/>
                  <a:pt x="2080848" y="86636"/>
                </a:cubicBezTo>
                <a:cubicBezTo>
                  <a:pt x="2079486" y="91940"/>
                  <a:pt x="2078805" y="97660"/>
                  <a:pt x="2078805" y="103796"/>
                </a:cubicBezTo>
                <a:cubicBezTo>
                  <a:pt x="2078805" y="109705"/>
                  <a:pt x="2079373" y="115331"/>
                  <a:pt x="2080508" y="120672"/>
                </a:cubicBezTo>
                <a:cubicBezTo>
                  <a:pt x="2081643" y="126014"/>
                  <a:pt x="2083535" y="130692"/>
                  <a:pt x="2086183" y="134707"/>
                </a:cubicBezTo>
                <a:cubicBezTo>
                  <a:pt x="2088831" y="138722"/>
                  <a:pt x="2092388" y="141905"/>
                  <a:pt x="2096852" y="144256"/>
                </a:cubicBezTo>
                <a:cubicBezTo>
                  <a:pt x="2101316" y="146604"/>
                  <a:pt x="2106878" y="147778"/>
                  <a:pt x="2113536" y="147778"/>
                </a:cubicBezTo>
                <a:cubicBezTo>
                  <a:pt x="2119665" y="147778"/>
                  <a:pt x="2124962" y="146679"/>
                  <a:pt x="2129427" y="144483"/>
                </a:cubicBezTo>
                <a:cubicBezTo>
                  <a:pt x="2133891" y="142286"/>
                  <a:pt x="2137542" y="139256"/>
                  <a:pt x="2140379" y="135392"/>
                </a:cubicBezTo>
                <a:cubicBezTo>
                  <a:pt x="2143217" y="131526"/>
                  <a:pt x="2145317" y="126942"/>
                  <a:pt x="2146679" y="121641"/>
                </a:cubicBezTo>
                <a:cubicBezTo>
                  <a:pt x="2148041" y="116337"/>
                  <a:pt x="2148722" y="110578"/>
                  <a:pt x="2148722" y="104364"/>
                </a:cubicBezTo>
                <a:close/>
                <a:moveTo>
                  <a:pt x="2288612" y="155496"/>
                </a:moveTo>
                <a:cubicBezTo>
                  <a:pt x="2288612" y="155950"/>
                  <a:pt x="2288498" y="156366"/>
                  <a:pt x="2288271" y="156744"/>
                </a:cubicBezTo>
                <a:cubicBezTo>
                  <a:pt x="2288044" y="157122"/>
                  <a:pt x="2287685" y="157425"/>
                  <a:pt x="2287193" y="157652"/>
                </a:cubicBezTo>
                <a:cubicBezTo>
                  <a:pt x="2286701" y="157879"/>
                  <a:pt x="2286020" y="158068"/>
                  <a:pt x="2285150" y="158220"/>
                </a:cubicBezTo>
                <a:cubicBezTo>
                  <a:pt x="2284280" y="158371"/>
                  <a:pt x="2283201" y="158447"/>
                  <a:pt x="2281915" y="158447"/>
                </a:cubicBezTo>
                <a:cubicBezTo>
                  <a:pt x="2280553" y="158447"/>
                  <a:pt x="2279437" y="158371"/>
                  <a:pt x="2278567" y="158220"/>
                </a:cubicBezTo>
                <a:cubicBezTo>
                  <a:pt x="2277697" y="158068"/>
                  <a:pt x="2277016" y="157879"/>
                  <a:pt x="2276524" y="157652"/>
                </a:cubicBezTo>
                <a:cubicBezTo>
                  <a:pt x="2276032" y="157425"/>
                  <a:pt x="2275673" y="157122"/>
                  <a:pt x="2275446" y="156744"/>
                </a:cubicBezTo>
                <a:cubicBezTo>
                  <a:pt x="2275219" y="156366"/>
                  <a:pt x="2275105" y="155950"/>
                  <a:pt x="2275105" y="155496"/>
                </a:cubicBezTo>
                <a:lnTo>
                  <a:pt x="2275105" y="94546"/>
                </a:lnTo>
                <a:cubicBezTo>
                  <a:pt x="2275105" y="88190"/>
                  <a:pt x="2274613" y="83026"/>
                  <a:pt x="2273630" y="79053"/>
                </a:cubicBezTo>
                <a:cubicBezTo>
                  <a:pt x="2272646" y="75081"/>
                  <a:pt x="2271170" y="71676"/>
                  <a:pt x="2269203" y="68838"/>
                </a:cubicBezTo>
                <a:cubicBezTo>
                  <a:pt x="2267236" y="66001"/>
                  <a:pt x="2264720" y="63806"/>
                  <a:pt x="2261655" y="62255"/>
                </a:cubicBezTo>
                <a:cubicBezTo>
                  <a:pt x="2258591" y="60704"/>
                  <a:pt x="2255015" y="59928"/>
                  <a:pt x="2250929" y="59928"/>
                </a:cubicBezTo>
                <a:cubicBezTo>
                  <a:pt x="2245708" y="59928"/>
                  <a:pt x="2240487" y="61782"/>
                  <a:pt x="2235266" y="65490"/>
                </a:cubicBezTo>
                <a:cubicBezTo>
                  <a:pt x="2230045" y="69197"/>
                  <a:pt x="2224560" y="74645"/>
                  <a:pt x="2218809" y="81834"/>
                </a:cubicBezTo>
                <a:lnTo>
                  <a:pt x="2218809" y="155496"/>
                </a:lnTo>
                <a:cubicBezTo>
                  <a:pt x="2218809" y="155950"/>
                  <a:pt x="2218695" y="156366"/>
                  <a:pt x="2218468" y="156744"/>
                </a:cubicBezTo>
                <a:cubicBezTo>
                  <a:pt x="2218241" y="157122"/>
                  <a:pt x="2217882" y="157425"/>
                  <a:pt x="2217390" y="157652"/>
                </a:cubicBezTo>
                <a:cubicBezTo>
                  <a:pt x="2216898" y="157879"/>
                  <a:pt x="2216217" y="158068"/>
                  <a:pt x="2215347" y="158220"/>
                </a:cubicBezTo>
                <a:cubicBezTo>
                  <a:pt x="2214477" y="158371"/>
                  <a:pt x="2213361" y="158447"/>
                  <a:pt x="2211999" y="158447"/>
                </a:cubicBezTo>
                <a:cubicBezTo>
                  <a:pt x="2210712" y="158447"/>
                  <a:pt x="2209634" y="158371"/>
                  <a:pt x="2208764" y="158220"/>
                </a:cubicBezTo>
                <a:cubicBezTo>
                  <a:pt x="2207894" y="158068"/>
                  <a:pt x="2207194" y="157879"/>
                  <a:pt x="2206664" y="157652"/>
                </a:cubicBezTo>
                <a:cubicBezTo>
                  <a:pt x="2206135" y="157425"/>
                  <a:pt x="2205775" y="157122"/>
                  <a:pt x="2205586" y="156744"/>
                </a:cubicBezTo>
                <a:cubicBezTo>
                  <a:pt x="2205397" y="156363"/>
                  <a:pt x="2205302" y="155946"/>
                  <a:pt x="2205302" y="155492"/>
                </a:cubicBezTo>
                <a:lnTo>
                  <a:pt x="2205302" y="52668"/>
                </a:lnTo>
                <a:cubicBezTo>
                  <a:pt x="2205302" y="52214"/>
                  <a:pt x="2205397" y="51798"/>
                  <a:pt x="2205586" y="51419"/>
                </a:cubicBezTo>
                <a:cubicBezTo>
                  <a:pt x="2205775" y="51039"/>
                  <a:pt x="2206135" y="50716"/>
                  <a:pt x="2206664" y="50451"/>
                </a:cubicBezTo>
                <a:cubicBezTo>
                  <a:pt x="2207194" y="50186"/>
                  <a:pt x="2207856" y="49997"/>
                  <a:pt x="2208651" y="49883"/>
                </a:cubicBezTo>
                <a:cubicBezTo>
                  <a:pt x="2209445" y="49770"/>
                  <a:pt x="2210485" y="49713"/>
                  <a:pt x="2211772" y="49713"/>
                </a:cubicBezTo>
                <a:cubicBezTo>
                  <a:pt x="2213058" y="49713"/>
                  <a:pt x="2214117" y="49770"/>
                  <a:pt x="2214950" y="49883"/>
                </a:cubicBezTo>
                <a:cubicBezTo>
                  <a:pt x="2215782" y="49997"/>
                  <a:pt x="2216425" y="50186"/>
                  <a:pt x="2216879" y="50451"/>
                </a:cubicBezTo>
                <a:cubicBezTo>
                  <a:pt x="2217333" y="50716"/>
                  <a:pt x="2217655" y="51039"/>
                  <a:pt x="2217844" y="51419"/>
                </a:cubicBezTo>
                <a:cubicBezTo>
                  <a:pt x="2218033" y="51798"/>
                  <a:pt x="2218128" y="52214"/>
                  <a:pt x="2218128" y="52668"/>
                </a:cubicBezTo>
                <a:lnTo>
                  <a:pt x="2218128" y="67210"/>
                </a:lnTo>
                <a:cubicBezTo>
                  <a:pt x="2224030" y="60660"/>
                  <a:pt x="2229818" y="55918"/>
                  <a:pt x="2235493" y="52983"/>
                </a:cubicBezTo>
                <a:cubicBezTo>
                  <a:pt x="2241168" y="50047"/>
                  <a:pt x="2246806" y="48578"/>
                  <a:pt x="2252405" y="48578"/>
                </a:cubicBezTo>
                <a:cubicBezTo>
                  <a:pt x="2259139" y="48578"/>
                  <a:pt x="2264814" y="49713"/>
                  <a:pt x="2269430" y="51983"/>
                </a:cubicBezTo>
                <a:cubicBezTo>
                  <a:pt x="2274046" y="54253"/>
                  <a:pt x="2277772" y="57318"/>
                  <a:pt x="2280610" y="61177"/>
                </a:cubicBezTo>
                <a:cubicBezTo>
                  <a:pt x="2283447" y="65036"/>
                  <a:pt x="2285490" y="69538"/>
                  <a:pt x="2286739" y="74683"/>
                </a:cubicBezTo>
                <a:cubicBezTo>
                  <a:pt x="2287987" y="79829"/>
                  <a:pt x="2288612" y="86033"/>
                  <a:pt x="2288612" y="93297"/>
                </a:cubicBezTo>
                <a:lnTo>
                  <a:pt x="2288612" y="155496"/>
                </a:lnTo>
                <a:close/>
                <a:moveTo>
                  <a:pt x="2409031" y="155492"/>
                </a:moveTo>
                <a:cubicBezTo>
                  <a:pt x="2409031" y="156024"/>
                  <a:pt x="2408936" y="156479"/>
                  <a:pt x="2408747" y="156858"/>
                </a:cubicBezTo>
                <a:cubicBezTo>
                  <a:pt x="2408558" y="157236"/>
                  <a:pt x="2408218" y="157539"/>
                  <a:pt x="2407726" y="157766"/>
                </a:cubicBezTo>
                <a:cubicBezTo>
                  <a:pt x="2407234" y="157993"/>
                  <a:pt x="2406610" y="158163"/>
                  <a:pt x="2405853" y="158276"/>
                </a:cubicBezTo>
                <a:cubicBezTo>
                  <a:pt x="2405096" y="158390"/>
                  <a:pt x="2404151" y="158447"/>
                  <a:pt x="2403015" y="158447"/>
                </a:cubicBezTo>
                <a:cubicBezTo>
                  <a:pt x="2401805" y="158447"/>
                  <a:pt x="2400802" y="158390"/>
                  <a:pt x="2400008" y="158276"/>
                </a:cubicBezTo>
                <a:cubicBezTo>
                  <a:pt x="2399213" y="158165"/>
                  <a:pt x="2398570" y="157996"/>
                  <a:pt x="2398078" y="157769"/>
                </a:cubicBezTo>
                <a:cubicBezTo>
                  <a:pt x="2397586" y="157545"/>
                  <a:pt x="2397208" y="157244"/>
                  <a:pt x="2396943" y="156868"/>
                </a:cubicBezTo>
                <a:cubicBezTo>
                  <a:pt x="2396678" y="156490"/>
                  <a:pt x="2396546" y="156038"/>
                  <a:pt x="2396546" y="155513"/>
                </a:cubicBezTo>
                <a:lnTo>
                  <a:pt x="2396546" y="140836"/>
                </a:lnTo>
                <a:cubicBezTo>
                  <a:pt x="2391098" y="146743"/>
                  <a:pt x="2385461" y="151382"/>
                  <a:pt x="2379634" y="154754"/>
                </a:cubicBezTo>
                <a:cubicBezTo>
                  <a:pt x="2373808" y="158124"/>
                  <a:pt x="2367452" y="159809"/>
                  <a:pt x="2360566" y="159809"/>
                </a:cubicBezTo>
                <a:cubicBezTo>
                  <a:pt x="2353151" y="159809"/>
                  <a:pt x="2346833" y="158370"/>
                  <a:pt x="2341612" y="155492"/>
                </a:cubicBezTo>
                <a:cubicBezTo>
                  <a:pt x="2336391" y="152614"/>
                  <a:pt x="2332134" y="148714"/>
                  <a:pt x="2328843" y="143791"/>
                </a:cubicBezTo>
                <a:cubicBezTo>
                  <a:pt x="2325551" y="138865"/>
                  <a:pt x="2323149" y="133090"/>
                  <a:pt x="2321636" y="126464"/>
                </a:cubicBezTo>
                <a:cubicBezTo>
                  <a:pt x="2320122" y="119836"/>
                  <a:pt x="2319366" y="112810"/>
                  <a:pt x="2319366" y="105385"/>
                </a:cubicBezTo>
                <a:cubicBezTo>
                  <a:pt x="2319366" y="96676"/>
                  <a:pt x="2320312" y="88819"/>
                  <a:pt x="2322203" y="81813"/>
                </a:cubicBezTo>
                <a:cubicBezTo>
                  <a:pt x="2324095" y="74806"/>
                  <a:pt x="2326895" y="68842"/>
                  <a:pt x="2330602" y="63918"/>
                </a:cubicBezTo>
                <a:cubicBezTo>
                  <a:pt x="2334310" y="58993"/>
                  <a:pt x="2338888" y="55205"/>
                  <a:pt x="2344336" y="52554"/>
                </a:cubicBezTo>
                <a:cubicBezTo>
                  <a:pt x="2349784" y="49904"/>
                  <a:pt x="2356102" y="48578"/>
                  <a:pt x="2363290" y="48578"/>
                </a:cubicBezTo>
                <a:cubicBezTo>
                  <a:pt x="2369495" y="48578"/>
                  <a:pt x="2375170" y="49961"/>
                  <a:pt x="2380315" y="52728"/>
                </a:cubicBezTo>
                <a:cubicBezTo>
                  <a:pt x="2385461" y="55492"/>
                  <a:pt x="2390530" y="59563"/>
                  <a:pt x="2395524" y="64940"/>
                </a:cubicBezTo>
                <a:lnTo>
                  <a:pt x="2395524" y="2958"/>
                </a:lnTo>
                <a:cubicBezTo>
                  <a:pt x="2395524" y="2502"/>
                  <a:pt x="2395619" y="2084"/>
                  <a:pt x="2395808" y="1706"/>
                </a:cubicBezTo>
                <a:cubicBezTo>
                  <a:pt x="2395997" y="1328"/>
                  <a:pt x="2396357" y="1025"/>
                  <a:pt x="2396886" y="798"/>
                </a:cubicBezTo>
                <a:cubicBezTo>
                  <a:pt x="2397416" y="569"/>
                  <a:pt x="2398116" y="378"/>
                  <a:pt x="2398986" y="227"/>
                </a:cubicBezTo>
                <a:cubicBezTo>
                  <a:pt x="2399856" y="76"/>
                  <a:pt x="2400935" y="0"/>
                  <a:pt x="2402221" y="0"/>
                </a:cubicBezTo>
                <a:cubicBezTo>
                  <a:pt x="2403583" y="0"/>
                  <a:pt x="2404699" y="76"/>
                  <a:pt x="2405569" y="227"/>
                </a:cubicBezTo>
                <a:cubicBezTo>
                  <a:pt x="2406439" y="378"/>
                  <a:pt x="2407120" y="568"/>
                  <a:pt x="2407612" y="795"/>
                </a:cubicBezTo>
                <a:cubicBezTo>
                  <a:pt x="2408104" y="1022"/>
                  <a:pt x="2408464" y="1324"/>
                  <a:pt x="2408691" y="1703"/>
                </a:cubicBezTo>
                <a:cubicBezTo>
                  <a:pt x="2408918" y="2081"/>
                  <a:pt x="2409031" y="2498"/>
                  <a:pt x="2409031" y="2955"/>
                </a:cubicBezTo>
                <a:lnTo>
                  <a:pt x="2409031" y="155492"/>
                </a:lnTo>
                <a:moveTo>
                  <a:pt x="2395524" y="81412"/>
                </a:moveTo>
                <a:cubicBezTo>
                  <a:pt x="2389849" y="74517"/>
                  <a:pt x="2384383" y="69251"/>
                  <a:pt x="2379124" y="65614"/>
                </a:cubicBezTo>
                <a:cubicBezTo>
                  <a:pt x="2373865" y="61975"/>
                  <a:pt x="2368360" y="60155"/>
                  <a:pt x="2362609" y="60155"/>
                </a:cubicBezTo>
                <a:cubicBezTo>
                  <a:pt x="2357388" y="60155"/>
                  <a:pt x="2352924" y="61406"/>
                  <a:pt x="2349216" y="63908"/>
                </a:cubicBezTo>
                <a:cubicBezTo>
                  <a:pt x="2345509" y="66407"/>
                  <a:pt x="2342482" y="69702"/>
                  <a:pt x="2340136" y="73793"/>
                </a:cubicBezTo>
                <a:cubicBezTo>
                  <a:pt x="2337791" y="77884"/>
                  <a:pt x="2336088" y="82505"/>
                  <a:pt x="2335029" y="87658"/>
                </a:cubicBezTo>
                <a:cubicBezTo>
                  <a:pt x="2333969" y="92810"/>
                  <a:pt x="2333440" y="98038"/>
                  <a:pt x="2333440" y="103342"/>
                </a:cubicBezTo>
                <a:cubicBezTo>
                  <a:pt x="2333440" y="109024"/>
                  <a:pt x="2333894" y="114555"/>
                  <a:pt x="2334802" y="119934"/>
                </a:cubicBezTo>
                <a:cubicBezTo>
                  <a:pt x="2335710" y="125314"/>
                  <a:pt x="2337261" y="130106"/>
                  <a:pt x="2339455" y="134310"/>
                </a:cubicBezTo>
                <a:cubicBezTo>
                  <a:pt x="2341650" y="138514"/>
                  <a:pt x="2344563" y="141886"/>
                  <a:pt x="2348195" y="144426"/>
                </a:cubicBezTo>
                <a:cubicBezTo>
                  <a:pt x="2351827" y="146963"/>
                  <a:pt x="2356367" y="148232"/>
                  <a:pt x="2361815" y="148232"/>
                </a:cubicBezTo>
                <a:cubicBezTo>
                  <a:pt x="2364539" y="148232"/>
                  <a:pt x="2367187" y="147853"/>
                  <a:pt x="2369760" y="147097"/>
                </a:cubicBezTo>
                <a:cubicBezTo>
                  <a:pt x="2372333" y="146338"/>
                  <a:pt x="2374981" y="145087"/>
                  <a:pt x="2377705" y="143344"/>
                </a:cubicBezTo>
                <a:cubicBezTo>
                  <a:pt x="2380429" y="141601"/>
                  <a:pt x="2383248" y="139347"/>
                  <a:pt x="2386161" y="136580"/>
                </a:cubicBezTo>
                <a:cubicBezTo>
                  <a:pt x="2389074" y="133813"/>
                  <a:pt x="2392195" y="130384"/>
                  <a:pt x="2395524" y="126291"/>
                </a:cubicBezTo>
                <a:lnTo>
                  <a:pt x="2395524" y="81412"/>
                </a:lnTo>
                <a:close/>
                <a:moveTo>
                  <a:pt x="2508593" y="128224"/>
                </a:moveTo>
                <a:cubicBezTo>
                  <a:pt x="2508593" y="133147"/>
                  <a:pt x="2507685" y="137559"/>
                  <a:pt x="2505869" y="141461"/>
                </a:cubicBezTo>
                <a:cubicBezTo>
                  <a:pt x="2504053" y="145360"/>
                  <a:pt x="2501462" y="148674"/>
                  <a:pt x="2498095" y="151402"/>
                </a:cubicBezTo>
                <a:cubicBezTo>
                  <a:pt x="2494728" y="154129"/>
                  <a:pt x="2490698" y="156212"/>
                  <a:pt x="2486007" y="157652"/>
                </a:cubicBezTo>
                <a:cubicBezTo>
                  <a:pt x="2481316" y="159090"/>
                  <a:pt x="2476132" y="159809"/>
                  <a:pt x="2470457" y="159809"/>
                </a:cubicBezTo>
                <a:cubicBezTo>
                  <a:pt x="2466901" y="159809"/>
                  <a:pt x="2463534" y="159525"/>
                  <a:pt x="2460356" y="158957"/>
                </a:cubicBezTo>
                <a:cubicBezTo>
                  <a:pt x="2457178" y="158390"/>
                  <a:pt x="2454302" y="157671"/>
                  <a:pt x="2451730" y="156801"/>
                </a:cubicBezTo>
                <a:cubicBezTo>
                  <a:pt x="2449157" y="155931"/>
                  <a:pt x="2446982" y="155004"/>
                  <a:pt x="2445203" y="154020"/>
                </a:cubicBezTo>
                <a:cubicBezTo>
                  <a:pt x="2443425" y="153036"/>
                  <a:pt x="2442120" y="152166"/>
                  <a:pt x="2441288" y="151410"/>
                </a:cubicBezTo>
                <a:cubicBezTo>
                  <a:pt x="2440455" y="150653"/>
                  <a:pt x="2439850" y="149702"/>
                  <a:pt x="2439472" y="148558"/>
                </a:cubicBezTo>
                <a:cubicBezTo>
                  <a:pt x="2439093" y="147411"/>
                  <a:pt x="2438904" y="145884"/>
                  <a:pt x="2438904" y="143975"/>
                </a:cubicBezTo>
                <a:cubicBezTo>
                  <a:pt x="2438904" y="142982"/>
                  <a:pt x="2438980" y="142104"/>
                  <a:pt x="2439131" y="141340"/>
                </a:cubicBezTo>
                <a:cubicBezTo>
                  <a:pt x="2439283" y="140576"/>
                  <a:pt x="2439472" y="139927"/>
                  <a:pt x="2439699" y="139393"/>
                </a:cubicBezTo>
                <a:cubicBezTo>
                  <a:pt x="2439926" y="138858"/>
                  <a:pt x="2440228" y="138458"/>
                  <a:pt x="2440607" y="138190"/>
                </a:cubicBezTo>
                <a:cubicBezTo>
                  <a:pt x="2440985" y="137923"/>
                  <a:pt x="2441401" y="137790"/>
                  <a:pt x="2441855" y="137790"/>
                </a:cubicBezTo>
                <a:cubicBezTo>
                  <a:pt x="2442688" y="137790"/>
                  <a:pt x="2443898" y="138325"/>
                  <a:pt x="2445487" y="139396"/>
                </a:cubicBezTo>
                <a:cubicBezTo>
                  <a:pt x="2447076" y="140467"/>
                  <a:pt x="2449062" y="141634"/>
                  <a:pt x="2451446" y="142897"/>
                </a:cubicBezTo>
                <a:cubicBezTo>
                  <a:pt x="2453830" y="144160"/>
                  <a:pt x="2456667" y="145327"/>
                  <a:pt x="2459959" y="146398"/>
                </a:cubicBezTo>
                <a:cubicBezTo>
                  <a:pt x="2463250" y="147469"/>
                  <a:pt x="2467052" y="148005"/>
                  <a:pt x="2471365" y="148005"/>
                </a:cubicBezTo>
                <a:cubicBezTo>
                  <a:pt x="2474846" y="148005"/>
                  <a:pt x="2478024" y="147626"/>
                  <a:pt x="2480899" y="146870"/>
                </a:cubicBezTo>
                <a:cubicBezTo>
                  <a:pt x="2483775" y="146111"/>
                  <a:pt x="2486272" y="144973"/>
                  <a:pt x="2488390" y="143457"/>
                </a:cubicBezTo>
                <a:cubicBezTo>
                  <a:pt x="2490509" y="141942"/>
                  <a:pt x="2492155" y="139990"/>
                  <a:pt x="2493328" y="137602"/>
                </a:cubicBezTo>
                <a:cubicBezTo>
                  <a:pt x="2494501" y="135213"/>
                  <a:pt x="2495087" y="132428"/>
                  <a:pt x="2495087" y="129245"/>
                </a:cubicBezTo>
                <a:cubicBezTo>
                  <a:pt x="2495087" y="126065"/>
                  <a:pt x="2494330" y="123376"/>
                  <a:pt x="2492817" y="121179"/>
                </a:cubicBezTo>
                <a:cubicBezTo>
                  <a:pt x="2491304" y="118983"/>
                  <a:pt x="2489317" y="117070"/>
                  <a:pt x="2486858" y="115441"/>
                </a:cubicBezTo>
                <a:cubicBezTo>
                  <a:pt x="2484399" y="113811"/>
                  <a:pt x="2481599" y="112373"/>
                  <a:pt x="2478459" y="111124"/>
                </a:cubicBezTo>
                <a:cubicBezTo>
                  <a:pt x="2475319" y="109873"/>
                  <a:pt x="2472103" y="108586"/>
                  <a:pt x="2468812" y="107261"/>
                </a:cubicBezTo>
                <a:cubicBezTo>
                  <a:pt x="2465520" y="105935"/>
                  <a:pt x="2462304" y="104477"/>
                  <a:pt x="2459164" y="102888"/>
                </a:cubicBezTo>
                <a:cubicBezTo>
                  <a:pt x="2456024" y="101297"/>
                  <a:pt x="2453224" y="99365"/>
                  <a:pt x="2450765" y="97093"/>
                </a:cubicBezTo>
                <a:cubicBezTo>
                  <a:pt x="2448306" y="94820"/>
                  <a:pt x="2446320" y="92094"/>
                  <a:pt x="2444806" y="88913"/>
                </a:cubicBezTo>
                <a:cubicBezTo>
                  <a:pt x="2443293" y="85731"/>
                  <a:pt x="2442536" y="81905"/>
                  <a:pt x="2442536" y="77436"/>
                </a:cubicBezTo>
                <a:cubicBezTo>
                  <a:pt x="2442536" y="73877"/>
                  <a:pt x="2443217" y="70375"/>
                  <a:pt x="2444579" y="66930"/>
                </a:cubicBezTo>
                <a:cubicBezTo>
                  <a:pt x="2445941" y="63482"/>
                  <a:pt x="2448041" y="60395"/>
                  <a:pt x="2450879" y="57669"/>
                </a:cubicBezTo>
                <a:cubicBezTo>
                  <a:pt x="2453716" y="54940"/>
                  <a:pt x="2457348" y="52743"/>
                  <a:pt x="2461775" y="51079"/>
                </a:cubicBezTo>
                <a:cubicBezTo>
                  <a:pt x="2466201" y="49412"/>
                  <a:pt x="2471441" y="48578"/>
                  <a:pt x="2477494" y="48578"/>
                </a:cubicBezTo>
                <a:cubicBezTo>
                  <a:pt x="2480067" y="48578"/>
                  <a:pt x="2482621" y="48786"/>
                  <a:pt x="2485156" y="49202"/>
                </a:cubicBezTo>
                <a:cubicBezTo>
                  <a:pt x="2487690" y="49619"/>
                  <a:pt x="2489998" y="50167"/>
                  <a:pt x="2492079" y="50848"/>
                </a:cubicBezTo>
                <a:cubicBezTo>
                  <a:pt x="2494160" y="51529"/>
                  <a:pt x="2495957" y="52267"/>
                  <a:pt x="2497470" y="53061"/>
                </a:cubicBezTo>
                <a:cubicBezTo>
                  <a:pt x="2498984" y="53856"/>
                  <a:pt x="2500138" y="54556"/>
                  <a:pt x="2500932" y="55161"/>
                </a:cubicBezTo>
                <a:cubicBezTo>
                  <a:pt x="2501727" y="55767"/>
                  <a:pt x="2502256" y="56277"/>
                  <a:pt x="2502521" y="56693"/>
                </a:cubicBezTo>
                <a:cubicBezTo>
                  <a:pt x="2502786" y="57110"/>
                  <a:pt x="2502975" y="57545"/>
                  <a:pt x="2503089" y="57999"/>
                </a:cubicBezTo>
                <a:cubicBezTo>
                  <a:pt x="2503202" y="58453"/>
                  <a:pt x="2503297" y="59001"/>
                  <a:pt x="2503372" y="59644"/>
                </a:cubicBezTo>
                <a:cubicBezTo>
                  <a:pt x="2503448" y="60288"/>
                  <a:pt x="2503486" y="61063"/>
                  <a:pt x="2503486" y="61971"/>
                </a:cubicBezTo>
                <a:cubicBezTo>
                  <a:pt x="2503486" y="62879"/>
                  <a:pt x="2503429" y="63693"/>
                  <a:pt x="2503316" y="64411"/>
                </a:cubicBezTo>
                <a:cubicBezTo>
                  <a:pt x="2503202" y="65130"/>
                  <a:pt x="2503032" y="65755"/>
                  <a:pt x="2502805" y="66284"/>
                </a:cubicBezTo>
                <a:cubicBezTo>
                  <a:pt x="2502578" y="66814"/>
                  <a:pt x="2502294" y="67211"/>
                  <a:pt x="2501954" y="67476"/>
                </a:cubicBezTo>
                <a:cubicBezTo>
                  <a:pt x="2501613" y="67741"/>
                  <a:pt x="2501216" y="67873"/>
                  <a:pt x="2500762" y="67873"/>
                </a:cubicBezTo>
                <a:cubicBezTo>
                  <a:pt x="2500157" y="67873"/>
                  <a:pt x="2499249" y="67457"/>
                  <a:pt x="2498038" y="66625"/>
                </a:cubicBezTo>
                <a:cubicBezTo>
                  <a:pt x="2496827" y="65792"/>
                  <a:pt x="2495238" y="64884"/>
                  <a:pt x="2493271" y="63901"/>
                </a:cubicBezTo>
                <a:cubicBezTo>
                  <a:pt x="2491304" y="62917"/>
                  <a:pt x="2488958" y="62009"/>
                  <a:pt x="2486234" y="61177"/>
                </a:cubicBezTo>
                <a:cubicBezTo>
                  <a:pt x="2483510" y="60344"/>
                  <a:pt x="2480370" y="59928"/>
                  <a:pt x="2476813" y="59928"/>
                </a:cubicBezTo>
                <a:cubicBezTo>
                  <a:pt x="2473257" y="59928"/>
                  <a:pt x="2470136" y="60346"/>
                  <a:pt x="2467450" y="61180"/>
                </a:cubicBezTo>
                <a:cubicBezTo>
                  <a:pt x="2464763" y="62013"/>
                  <a:pt x="2462550" y="63187"/>
                  <a:pt x="2460810" y="64702"/>
                </a:cubicBezTo>
                <a:cubicBezTo>
                  <a:pt x="2459069" y="66218"/>
                  <a:pt x="2457764" y="68000"/>
                  <a:pt x="2456894" y="70048"/>
                </a:cubicBezTo>
                <a:cubicBezTo>
                  <a:pt x="2456024" y="72093"/>
                  <a:pt x="2455589" y="74329"/>
                  <a:pt x="2455589" y="76755"/>
                </a:cubicBezTo>
                <a:cubicBezTo>
                  <a:pt x="2455589" y="80086"/>
                  <a:pt x="2456345" y="82888"/>
                  <a:pt x="2457859" y="85161"/>
                </a:cubicBezTo>
                <a:cubicBezTo>
                  <a:pt x="2459372" y="87433"/>
                  <a:pt x="2461377" y="89403"/>
                  <a:pt x="2463874" y="91070"/>
                </a:cubicBezTo>
                <a:cubicBezTo>
                  <a:pt x="2466371" y="92737"/>
                  <a:pt x="2469209" y="94215"/>
                  <a:pt x="2472387" y="95504"/>
                </a:cubicBezTo>
                <a:cubicBezTo>
                  <a:pt x="2475565" y="96790"/>
                  <a:pt x="2478800" y="98077"/>
                  <a:pt x="2482091" y="99366"/>
                </a:cubicBezTo>
                <a:cubicBezTo>
                  <a:pt x="2485383" y="100652"/>
                  <a:pt x="2488617" y="102072"/>
                  <a:pt x="2491795" y="103626"/>
                </a:cubicBezTo>
                <a:cubicBezTo>
                  <a:pt x="2494973" y="105177"/>
                  <a:pt x="2497811" y="107051"/>
                  <a:pt x="2500308" y="109248"/>
                </a:cubicBezTo>
                <a:cubicBezTo>
                  <a:pt x="2502805" y="111444"/>
                  <a:pt x="2504810" y="114077"/>
                  <a:pt x="2506323" y="117147"/>
                </a:cubicBezTo>
                <a:cubicBezTo>
                  <a:pt x="2507837" y="120214"/>
                  <a:pt x="2508593" y="123906"/>
                  <a:pt x="2508593" y="128224"/>
                </a:cubicBezTo>
                <a:close/>
                <a:moveTo>
                  <a:pt x="2641118" y="149480"/>
                </a:moveTo>
                <a:cubicBezTo>
                  <a:pt x="2641118" y="151069"/>
                  <a:pt x="2640986" y="152355"/>
                  <a:pt x="2640721" y="153339"/>
                </a:cubicBezTo>
                <a:cubicBezTo>
                  <a:pt x="2640456" y="154323"/>
                  <a:pt x="2640040" y="155098"/>
                  <a:pt x="2639473" y="155666"/>
                </a:cubicBezTo>
                <a:cubicBezTo>
                  <a:pt x="2638905" y="156233"/>
                  <a:pt x="2638073" y="156763"/>
                  <a:pt x="2636976" y="157255"/>
                </a:cubicBezTo>
                <a:cubicBezTo>
                  <a:pt x="2635879" y="157747"/>
                  <a:pt x="2634611" y="158163"/>
                  <a:pt x="2633173" y="158503"/>
                </a:cubicBezTo>
                <a:cubicBezTo>
                  <a:pt x="2631736" y="158844"/>
                  <a:pt x="2630222" y="159109"/>
                  <a:pt x="2628633" y="159298"/>
                </a:cubicBezTo>
                <a:cubicBezTo>
                  <a:pt x="2627044" y="159487"/>
                  <a:pt x="2625493" y="159582"/>
                  <a:pt x="2623980" y="159582"/>
                </a:cubicBezTo>
                <a:cubicBezTo>
                  <a:pt x="2618910" y="159582"/>
                  <a:pt x="2614597" y="158901"/>
                  <a:pt x="2611041" y="157539"/>
                </a:cubicBezTo>
                <a:cubicBezTo>
                  <a:pt x="2607484" y="156177"/>
                  <a:pt x="2604571" y="154115"/>
                  <a:pt x="2602301" y="151353"/>
                </a:cubicBezTo>
                <a:cubicBezTo>
                  <a:pt x="2600031" y="148591"/>
                  <a:pt x="2598386" y="145091"/>
                  <a:pt x="2597364" y="140854"/>
                </a:cubicBezTo>
                <a:cubicBezTo>
                  <a:pt x="2596343" y="136617"/>
                  <a:pt x="2595832" y="131623"/>
                  <a:pt x="2595832" y="125872"/>
                </a:cubicBezTo>
                <a:lnTo>
                  <a:pt x="2595832" y="61971"/>
                </a:lnTo>
                <a:lnTo>
                  <a:pt x="2580509" y="61971"/>
                </a:lnTo>
                <a:cubicBezTo>
                  <a:pt x="2579450" y="61971"/>
                  <a:pt x="2578618" y="61494"/>
                  <a:pt x="2578012" y="60538"/>
                </a:cubicBezTo>
                <a:cubicBezTo>
                  <a:pt x="2577407" y="59583"/>
                  <a:pt x="2577104" y="58150"/>
                  <a:pt x="2577104" y="56239"/>
                </a:cubicBezTo>
                <a:cubicBezTo>
                  <a:pt x="2577104" y="55246"/>
                  <a:pt x="2577180" y="54387"/>
                  <a:pt x="2577331" y="53661"/>
                </a:cubicBezTo>
                <a:cubicBezTo>
                  <a:pt x="2577483" y="52935"/>
                  <a:pt x="2577710" y="52324"/>
                  <a:pt x="2578012" y="51827"/>
                </a:cubicBezTo>
                <a:cubicBezTo>
                  <a:pt x="2578315" y="51331"/>
                  <a:pt x="2578674" y="50968"/>
                  <a:pt x="2579090" y="50738"/>
                </a:cubicBezTo>
                <a:cubicBezTo>
                  <a:pt x="2579507" y="50509"/>
                  <a:pt x="2579980" y="50394"/>
                  <a:pt x="2580509" y="50394"/>
                </a:cubicBezTo>
                <a:lnTo>
                  <a:pt x="2595832" y="50394"/>
                </a:lnTo>
                <a:lnTo>
                  <a:pt x="2595832" y="25197"/>
                </a:lnTo>
                <a:cubicBezTo>
                  <a:pt x="2595832" y="24743"/>
                  <a:pt x="2595926" y="24327"/>
                  <a:pt x="2596116" y="23949"/>
                </a:cubicBezTo>
                <a:cubicBezTo>
                  <a:pt x="2596305" y="23570"/>
                  <a:pt x="2596664" y="23249"/>
                  <a:pt x="2597194" y="22984"/>
                </a:cubicBezTo>
                <a:cubicBezTo>
                  <a:pt x="2597723" y="22719"/>
                  <a:pt x="2598423" y="22530"/>
                  <a:pt x="2599294" y="22416"/>
                </a:cubicBezTo>
                <a:cubicBezTo>
                  <a:pt x="2600164" y="22303"/>
                  <a:pt x="2601242" y="22246"/>
                  <a:pt x="2602528" y="22246"/>
                </a:cubicBezTo>
                <a:cubicBezTo>
                  <a:pt x="2603890" y="22246"/>
                  <a:pt x="2605006" y="22303"/>
                  <a:pt x="2605877" y="22416"/>
                </a:cubicBezTo>
                <a:cubicBezTo>
                  <a:pt x="2606747" y="22530"/>
                  <a:pt x="2607428" y="22719"/>
                  <a:pt x="2607920" y="22984"/>
                </a:cubicBezTo>
                <a:cubicBezTo>
                  <a:pt x="2608411" y="23249"/>
                  <a:pt x="2608771" y="23570"/>
                  <a:pt x="2608998" y="23949"/>
                </a:cubicBezTo>
                <a:cubicBezTo>
                  <a:pt x="2609225" y="24327"/>
                  <a:pt x="2609338" y="24743"/>
                  <a:pt x="2609338" y="25197"/>
                </a:cubicBezTo>
                <a:lnTo>
                  <a:pt x="2609338" y="50394"/>
                </a:lnTo>
                <a:lnTo>
                  <a:pt x="2637713" y="50394"/>
                </a:lnTo>
                <a:cubicBezTo>
                  <a:pt x="2638243" y="50394"/>
                  <a:pt x="2638716" y="50509"/>
                  <a:pt x="2639132" y="50738"/>
                </a:cubicBezTo>
                <a:cubicBezTo>
                  <a:pt x="2639548" y="50968"/>
                  <a:pt x="2639908" y="51331"/>
                  <a:pt x="2640210" y="51827"/>
                </a:cubicBezTo>
                <a:cubicBezTo>
                  <a:pt x="2640513" y="52324"/>
                  <a:pt x="2640740" y="52935"/>
                  <a:pt x="2640891" y="53661"/>
                </a:cubicBezTo>
                <a:cubicBezTo>
                  <a:pt x="2641043" y="54387"/>
                  <a:pt x="2641118" y="55246"/>
                  <a:pt x="2641118" y="56239"/>
                </a:cubicBezTo>
                <a:cubicBezTo>
                  <a:pt x="2641118" y="58150"/>
                  <a:pt x="2640797" y="59583"/>
                  <a:pt x="2640154" y="60538"/>
                </a:cubicBezTo>
                <a:cubicBezTo>
                  <a:pt x="2639511" y="61494"/>
                  <a:pt x="2638697" y="61971"/>
                  <a:pt x="2637713" y="61971"/>
                </a:cubicBezTo>
                <a:lnTo>
                  <a:pt x="2609338" y="61971"/>
                </a:lnTo>
                <a:lnTo>
                  <a:pt x="2609338" y="124056"/>
                </a:lnTo>
                <a:cubicBezTo>
                  <a:pt x="2609338" y="131850"/>
                  <a:pt x="2610454" y="137790"/>
                  <a:pt x="2612687" y="141876"/>
                </a:cubicBezTo>
                <a:cubicBezTo>
                  <a:pt x="2614919" y="145962"/>
                  <a:pt x="2618986" y="148005"/>
                  <a:pt x="2624888" y="148005"/>
                </a:cubicBezTo>
                <a:cubicBezTo>
                  <a:pt x="2626704" y="148005"/>
                  <a:pt x="2628350" y="147815"/>
                  <a:pt x="2629825" y="147437"/>
                </a:cubicBezTo>
                <a:cubicBezTo>
                  <a:pt x="2631301" y="147059"/>
                  <a:pt x="2632606" y="146643"/>
                  <a:pt x="2633741" y="146189"/>
                </a:cubicBezTo>
                <a:cubicBezTo>
                  <a:pt x="2634876" y="145735"/>
                  <a:pt x="2635841" y="145318"/>
                  <a:pt x="2636635" y="144940"/>
                </a:cubicBezTo>
                <a:cubicBezTo>
                  <a:pt x="2637430" y="144562"/>
                  <a:pt x="2638130" y="144373"/>
                  <a:pt x="2638735" y="144373"/>
                </a:cubicBezTo>
                <a:cubicBezTo>
                  <a:pt x="2639113" y="144373"/>
                  <a:pt x="2639454" y="144448"/>
                  <a:pt x="2639756" y="144600"/>
                </a:cubicBezTo>
                <a:cubicBezTo>
                  <a:pt x="2640059" y="144751"/>
                  <a:pt x="2640305" y="145035"/>
                  <a:pt x="2640494" y="145451"/>
                </a:cubicBezTo>
                <a:cubicBezTo>
                  <a:pt x="2640683" y="145867"/>
                  <a:pt x="2640835" y="146397"/>
                  <a:pt x="2640948" y="147040"/>
                </a:cubicBezTo>
                <a:cubicBezTo>
                  <a:pt x="2641062" y="147683"/>
                  <a:pt x="2641118" y="148496"/>
                  <a:pt x="2641118" y="149480"/>
                </a:cubicBezTo>
                <a:close/>
                <a:moveTo>
                  <a:pt x="2759719" y="103115"/>
                </a:moveTo>
                <a:cubicBezTo>
                  <a:pt x="2759719" y="111294"/>
                  <a:pt x="2758660" y="118830"/>
                  <a:pt x="2756541" y="125723"/>
                </a:cubicBezTo>
                <a:cubicBezTo>
                  <a:pt x="2754422" y="132616"/>
                  <a:pt x="2751263" y="138601"/>
                  <a:pt x="2747064" y="143677"/>
                </a:cubicBezTo>
                <a:cubicBezTo>
                  <a:pt x="2742864" y="148752"/>
                  <a:pt x="2737624" y="152709"/>
                  <a:pt x="2731344" y="155549"/>
                </a:cubicBezTo>
                <a:cubicBezTo>
                  <a:pt x="2725063" y="158389"/>
                  <a:pt x="2717762" y="159809"/>
                  <a:pt x="2709438" y="159809"/>
                </a:cubicBezTo>
                <a:cubicBezTo>
                  <a:pt x="2701418" y="159809"/>
                  <a:pt x="2694399" y="158540"/>
                  <a:pt x="2688384" y="156003"/>
                </a:cubicBezTo>
                <a:cubicBezTo>
                  <a:pt x="2682368" y="153466"/>
                  <a:pt x="2677337" y="149830"/>
                  <a:pt x="2673288" y="145096"/>
                </a:cubicBezTo>
                <a:cubicBezTo>
                  <a:pt x="2669240" y="140362"/>
                  <a:pt x="2666214" y="134625"/>
                  <a:pt x="2664208" y="127883"/>
                </a:cubicBezTo>
                <a:cubicBezTo>
                  <a:pt x="2662203" y="121142"/>
                  <a:pt x="2661201" y="113529"/>
                  <a:pt x="2661201" y="105045"/>
                </a:cubicBezTo>
                <a:cubicBezTo>
                  <a:pt x="2661201" y="96866"/>
                  <a:pt x="2662241" y="89330"/>
                  <a:pt x="2664322" y="82437"/>
                </a:cubicBezTo>
                <a:cubicBezTo>
                  <a:pt x="2666403" y="75544"/>
                  <a:pt x="2669543" y="69579"/>
                  <a:pt x="2673742" y="64543"/>
                </a:cubicBezTo>
                <a:cubicBezTo>
                  <a:pt x="2677942" y="59504"/>
                  <a:pt x="2683182" y="55583"/>
                  <a:pt x="2689462" y="52781"/>
                </a:cubicBezTo>
                <a:cubicBezTo>
                  <a:pt x="2695743" y="49979"/>
                  <a:pt x="2703082" y="48578"/>
                  <a:pt x="2711481" y="48578"/>
                </a:cubicBezTo>
                <a:cubicBezTo>
                  <a:pt x="2719502" y="48578"/>
                  <a:pt x="2726520" y="49828"/>
                  <a:pt x="2732536" y="52327"/>
                </a:cubicBezTo>
                <a:cubicBezTo>
                  <a:pt x="2738551" y="54827"/>
                  <a:pt x="2743564" y="58443"/>
                  <a:pt x="2747574" y="63177"/>
                </a:cubicBezTo>
                <a:cubicBezTo>
                  <a:pt x="2751585" y="67911"/>
                  <a:pt x="2754611" y="73649"/>
                  <a:pt x="2756654" y="80390"/>
                </a:cubicBezTo>
                <a:cubicBezTo>
                  <a:pt x="2758697" y="87132"/>
                  <a:pt x="2759719" y="94707"/>
                  <a:pt x="2759719" y="103115"/>
                </a:cubicBezTo>
                <a:moveTo>
                  <a:pt x="2745418" y="104364"/>
                </a:moveTo>
                <a:cubicBezTo>
                  <a:pt x="2745418" y="98530"/>
                  <a:pt x="2744850" y="92962"/>
                  <a:pt x="2743715" y="87658"/>
                </a:cubicBezTo>
                <a:cubicBezTo>
                  <a:pt x="2742580" y="82354"/>
                  <a:pt x="2740689" y="77676"/>
                  <a:pt x="2738040" y="73623"/>
                </a:cubicBezTo>
                <a:cubicBezTo>
                  <a:pt x="2735392" y="69570"/>
                  <a:pt x="2731836" y="66350"/>
                  <a:pt x="2727371" y="63965"/>
                </a:cubicBezTo>
                <a:cubicBezTo>
                  <a:pt x="2722907" y="61576"/>
                  <a:pt x="2717345" y="60382"/>
                  <a:pt x="2710687" y="60382"/>
                </a:cubicBezTo>
                <a:cubicBezTo>
                  <a:pt x="2704558" y="60382"/>
                  <a:pt x="2699261" y="61481"/>
                  <a:pt x="2694797" y="63677"/>
                </a:cubicBezTo>
                <a:cubicBezTo>
                  <a:pt x="2690332" y="65874"/>
                  <a:pt x="2686681" y="68924"/>
                  <a:pt x="2683844" y="72828"/>
                </a:cubicBezTo>
                <a:cubicBezTo>
                  <a:pt x="2681006" y="76730"/>
                  <a:pt x="2678907" y="81333"/>
                  <a:pt x="2677545" y="86636"/>
                </a:cubicBezTo>
                <a:cubicBezTo>
                  <a:pt x="2676183" y="91940"/>
                  <a:pt x="2675502" y="97660"/>
                  <a:pt x="2675502" y="103796"/>
                </a:cubicBezTo>
                <a:cubicBezTo>
                  <a:pt x="2675502" y="109705"/>
                  <a:pt x="2676069" y="115331"/>
                  <a:pt x="2677204" y="120672"/>
                </a:cubicBezTo>
                <a:cubicBezTo>
                  <a:pt x="2678339" y="126014"/>
                  <a:pt x="2680231" y="130692"/>
                  <a:pt x="2682879" y="134707"/>
                </a:cubicBezTo>
                <a:cubicBezTo>
                  <a:pt x="2685527" y="138722"/>
                  <a:pt x="2689084" y="141905"/>
                  <a:pt x="2693548" y="144256"/>
                </a:cubicBezTo>
                <a:cubicBezTo>
                  <a:pt x="2698013" y="146604"/>
                  <a:pt x="2703574" y="147778"/>
                  <a:pt x="2710233" y="147778"/>
                </a:cubicBezTo>
                <a:cubicBezTo>
                  <a:pt x="2716362" y="147778"/>
                  <a:pt x="2721658" y="146679"/>
                  <a:pt x="2726123" y="144483"/>
                </a:cubicBezTo>
                <a:cubicBezTo>
                  <a:pt x="2730587" y="142286"/>
                  <a:pt x="2734238" y="139256"/>
                  <a:pt x="2737076" y="135392"/>
                </a:cubicBezTo>
                <a:cubicBezTo>
                  <a:pt x="2739913" y="131526"/>
                  <a:pt x="2742013" y="126942"/>
                  <a:pt x="2743375" y="121641"/>
                </a:cubicBezTo>
                <a:cubicBezTo>
                  <a:pt x="2744737" y="116337"/>
                  <a:pt x="2745418" y="110578"/>
                  <a:pt x="2745418" y="104364"/>
                </a:cubicBezTo>
                <a:close/>
                <a:moveTo>
                  <a:pt x="2858973" y="155492"/>
                </a:moveTo>
                <a:cubicBezTo>
                  <a:pt x="2858973" y="155946"/>
                  <a:pt x="2858859" y="156363"/>
                  <a:pt x="2858632" y="156744"/>
                </a:cubicBezTo>
                <a:cubicBezTo>
                  <a:pt x="2858405" y="157122"/>
                  <a:pt x="2858046" y="157425"/>
                  <a:pt x="2857554" y="157652"/>
                </a:cubicBezTo>
                <a:cubicBezTo>
                  <a:pt x="2857062" y="157879"/>
                  <a:pt x="2856381" y="158068"/>
                  <a:pt x="2855511" y="158220"/>
                </a:cubicBezTo>
                <a:cubicBezTo>
                  <a:pt x="2854641" y="158371"/>
                  <a:pt x="2853525" y="158447"/>
                  <a:pt x="2852163" y="158447"/>
                </a:cubicBezTo>
                <a:cubicBezTo>
                  <a:pt x="2850877" y="158447"/>
                  <a:pt x="2849798" y="158371"/>
                  <a:pt x="2848928" y="158220"/>
                </a:cubicBezTo>
                <a:cubicBezTo>
                  <a:pt x="2848058" y="158068"/>
                  <a:pt x="2847358" y="157879"/>
                  <a:pt x="2846828" y="157652"/>
                </a:cubicBezTo>
                <a:cubicBezTo>
                  <a:pt x="2846299" y="157425"/>
                  <a:pt x="2845939" y="157122"/>
                  <a:pt x="2845750" y="156744"/>
                </a:cubicBezTo>
                <a:cubicBezTo>
                  <a:pt x="2845561" y="156363"/>
                  <a:pt x="2845466" y="155946"/>
                  <a:pt x="2845466" y="155492"/>
                </a:cubicBezTo>
                <a:lnTo>
                  <a:pt x="2845466" y="52668"/>
                </a:lnTo>
                <a:cubicBezTo>
                  <a:pt x="2845466" y="52214"/>
                  <a:pt x="2845561" y="51798"/>
                  <a:pt x="2845750" y="51419"/>
                </a:cubicBezTo>
                <a:cubicBezTo>
                  <a:pt x="2845939" y="51039"/>
                  <a:pt x="2846299" y="50716"/>
                  <a:pt x="2846828" y="50451"/>
                </a:cubicBezTo>
                <a:cubicBezTo>
                  <a:pt x="2847358" y="50186"/>
                  <a:pt x="2848058" y="49997"/>
                  <a:pt x="2848928" y="49883"/>
                </a:cubicBezTo>
                <a:cubicBezTo>
                  <a:pt x="2849798" y="49770"/>
                  <a:pt x="2850877" y="49713"/>
                  <a:pt x="2852163" y="49713"/>
                </a:cubicBezTo>
                <a:cubicBezTo>
                  <a:pt x="2853525" y="49713"/>
                  <a:pt x="2854641" y="49770"/>
                  <a:pt x="2855511" y="49883"/>
                </a:cubicBezTo>
                <a:cubicBezTo>
                  <a:pt x="2856381" y="49997"/>
                  <a:pt x="2857062" y="50186"/>
                  <a:pt x="2857554" y="50451"/>
                </a:cubicBezTo>
                <a:cubicBezTo>
                  <a:pt x="2858046" y="50716"/>
                  <a:pt x="2858405" y="51039"/>
                  <a:pt x="2858632" y="51419"/>
                </a:cubicBezTo>
                <a:cubicBezTo>
                  <a:pt x="2858859" y="51798"/>
                  <a:pt x="2858973" y="52214"/>
                  <a:pt x="2858973" y="52668"/>
                </a:cubicBezTo>
                <a:lnTo>
                  <a:pt x="2858973" y="155492"/>
                </a:lnTo>
                <a:moveTo>
                  <a:pt x="2861016" y="17876"/>
                </a:moveTo>
                <a:cubicBezTo>
                  <a:pt x="2861016" y="21530"/>
                  <a:pt x="2860373" y="24004"/>
                  <a:pt x="2859086" y="25300"/>
                </a:cubicBezTo>
                <a:cubicBezTo>
                  <a:pt x="2857800" y="26593"/>
                  <a:pt x="2855454" y="27240"/>
                  <a:pt x="2852049" y="27240"/>
                </a:cubicBezTo>
                <a:cubicBezTo>
                  <a:pt x="2848720" y="27240"/>
                  <a:pt x="2846431" y="26612"/>
                  <a:pt x="2845183" y="25357"/>
                </a:cubicBezTo>
                <a:cubicBezTo>
                  <a:pt x="2843934" y="24101"/>
                  <a:pt x="2843310" y="21645"/>
                  <a:pt x="2843310" y="17990"/>
                </a:cubicBezTo>
                <a:cubicBezTo>
                  <a:pt x="2843310" y="14337"/>
                  <a:pt x="2843953" y="11863"/>
                  <a:pt x="2845239" y="10570"/>
                </a:cubicBezTo>
                <a:cubicBezTo>
                  <a:pt x="2846526" y="9274"/>
                  <a:pt x="2848871" y="8626"/>
                  <a:pt x="2852276" y="8626"/>
                </a:cubicBezTo>
                <a:cubicBezTo>
                  <a:pt x="2855606" y="8626"/>
                  <a:pt x="2857895" y="9254"/>
                  <a:pt x="2859143" y="10509"/>
                </a:cubicBezTo>
                <a:cubicBezTo>
                  <a:pt x="2860392" y="11765"/>
                  <a:pt x="2861016" y="14221"/>
                  <a:pt x="2861016" y="17876"/>
                </a:cubicBezTo>
                <a:close/>
                <a:moveTo>
                  <a:pt x="2983866" y="155496"/>
                </a:moveTo>
                <a:cubicBezTo>
                  <a:pt x="2983866" y="155950"/>
                  <a:pt x="2983753" y="156366"/>
                  <a:pt x="2983526" y="156744"/>
                </a:cubicBezTo>
                <a:cubicBezTo>
                  <a:pt x="2983299" y="157122"/>
                  <a:pt x="2982939" y="157425"/>
                  <a:pt x="2982447" y="157652"/>
                </a:cubicBezTo>
                <a:cubicBezTo>
                  <a:pt x="2981956" y="157879"/>
                  <a:pt x="2981275" y="158068"/>
                  <a:pt x="2980404" y="158220"/>
                </a:cubicBezTo>
                <a:cubicBezTo>
                  <a:pt x="2979534" y="158371"/>
                  <a:pt x="2978456" y="158447"/>
                  <a:pt x="2977170" y="158447"/>
                </a:cubicBezTo>
                <a:cubicBezTo>
                  <a:pt x="2975808" y="158447"/>
                  <a:pt x="2974692" y="158371"/>
                  <a:pt x="2973821" y="158220"/>
                </a:cubicBezTo>
                <a:cubicBezTo>
                  <a:pt x="2972951" y="158068"/>
                  <a:pt x="2972270" y="157879"/>
                  <a:pt x="2971778" y="157652"/>
                </a:cubicBezTo>
                <a:cubicBezTo>
                  <a:pt x="2971287" y="157425"/>
                  <a:pt x="2970927" y="157122"/>
                  <a:pt x="2970700" y="156744"/>
                </a:cubicBezTo>
                <a:cubicBezTo>
                  <a:pt x="2970473" y="156366"/>
                  <a:pt x="2970360" y="155950"/>
                  <a:pt x="2970360" y="155496"/>
                </a:cubicBezTo>
                <a:lnTo>
                  <a:pt x="2970360" y="94546"/>
                </a:lnTo>
                <a:cubicBezTo>
                  <a:pt x="2970360" y="88190"/>
                  <a:pt x="2969868" y="83026"/>
                  <a:pt x="2968884" y="79053"/>
                </a:cubicBezTo>
                <a:cubicBezTo>
                  <a:pt x="2967901" y="75081"/>
                  <a:pt x="2966425" y="71676"/>
                  <a:pt x="2964458" y="68838"/>
                </a:cubicBezTo>
                <a:cubicBezTo>
                  <a:pt x="2962490" y="66001"/>
                  <a:pt x="2959974" y="63806"/>
                  <a:pt x="2956910" y="62255"/>
                </a:cubicBezTo>
                <a:cubicBezTo>
                  <a:pt x="2953845" y="60704"/>
                  <a:pt x="2950270" y="59928"/>
                  <a:pt x="2946184" y="59928"/>
                </a:cubicBezTo>
                <a:cubicBezTo>
                  <a:pt x="2940963" y="59928"/>
                  <a:pt x="2935742" y="61782"/>
                  <a:pt x="2930521" y="65490"/>
                </a:cubicBezTo>
                <a:cubicBezTo>
                  <a:pt x="2925300" y="69197"/>
                  <a:pt x="2919814" y="74645"/>
                  <a:pt x="2914063" y="81834"/>
                </a:cubicBezTo>
                <a:lnTo>
                  <a:pt x="2914063" y="155496"/>
                </a:lnTo>
                <a:cubicBezTo>
                  <a:pt x="2914063" y="155950"/>
                  <a:pt x="2913950" y="156366"/>
                  <a:pt x="2913723" y="156744"/>
                </a:cubicBezTo>
                <a:cubicBezTo>
                  <a:pt x="2913496" y="157122"/>
                  <a:pt x="2913137" y="157425"/>
                  <a:pt x="2912645" y="157652"/>
                </a:cubicBezTo>
                <a:cubicBezTo>
                  <a:pt x="2912153" y="157879"/>
                  <a:pt x="2911472" y="158068"/>
                  <a:pt x="2910602" y="158220"/>
                </a:cubicBezTo>
                <a:cubicBezTo>
                  <a:pt x="2909732" y="158371"/>
                  <a:pt x="2908615" y="158447"/>
                  <a:pt x="2907253" y="158447"/>
                </a:cubicBezTo>
                <a:cubicBezTo>
                  <a:pt x="2905967" y="158447"/>
                  <a:pt x="2904889" y="158371"/>
                  <a:pt x="2904019" y="158220"/>
                </a:cubicBezTo>
                <a:cubicBezTo>
                  <a:pt x="2903149" y="158068"/>
                  <a:pt x="2902449" y="157879"/>
                  <a:pt x="2901919" y="157652"/>
                </a:cubicBezTo>
                <a:cubicBezTo>
                  <a:pt x="2901389" y="157425"/>
                  <a:pt x="2901030" y="157122"/>
                  <a:pt x="2900841" y="156744"/>
                </a:cubicBezTo>
                <a:cubicBezTo>
                  <a:pt x="2900652" y="156363"/>
                  <a:pt x="2900557" y="155946"/>
                  <a:pt x="2900557" y="155492"/>
                </a:cubicBezTo>
                <a:lnTo>
                  <a:pt x="2900557" y="52668"/>
                </a:lnTo>
                <a:cubicBezTo>
                  <a:pt x="2900557" y="52214"/>
                  <a:pt x="2900652" y="51798"/>
                  <a:pt x="2900841" y="51419"/>
                </a:cubicBezTo>
                <a:cubicBezTo>
                  <a:pt x="2901030" y="51039"/>
                  <a:pt x="2901389" y="50716"/>
                  <a:pt x="2901919" y="50451"/>
                </a:cubicBezTo>
                <a:cubicBezTo>
                  <a:pt x="2902449" y="50186"/>
                  <a:pt x="2903111" y="49997"/>
                  <a:pt x="2903905" y="49883"/>
                </a:cubicBezTo>
                <a:cubicBezTo>
                  <a:pt x="2904700" y="49770"/>
                  <a:pt x="2905740" y="49713"/>
                  <a:pt x="2907026" y="49713"/>
                </a:cubicBezTo>
                <a:cubicBezTo>
                  <a:pt x="2908313" y="49713"/>
                  <a:pt x="2909372" y="49770"/>
                  <a:pt x="2910204" y="49883"/>
                </a:cubicBezTo>
                <a:cubicBezTo>
                  <a:pt x="2911037" y="49997"/>
                  <a:pt x="2911680" y="50186"/>
                  <a:pt x="2912134" y="50451"/>
                </a:cubicBezTo>
                <a:cubicBezTo>
                  <a:pt x="2912588" y="50716"/>
                  <a:pt x="2912910" y="51039"/>
                  <a:pt x="2913099" y="51419"/>
                </a:cubicBezTo>
                <a:cubicBezTo>
                  <a:pt x="2913288" y="51798"/>
                  <a:pt x="2913382" y="52214"/>
                  <a:pt x="2913382" y="52668"/>
                </a:cubicBezTo>
                <a:lnTo>
                  <a:pt x="2913382" y="67210"/>
                </a:lnTo>
                <a:cubicBezTo>
                  <a:pt x="2919284" y="60660"/>
                  <a:pt x="2925073" y="55918"/>
                  <a:pt x="2930748" y="52983"/>
                </a:cubicBezTo>
                <a:cubicBezTo>
                  <a:pt x="2936423" y="50047"/>
                  <a:pt x="2942060" y="48578"/>
                  <a:pt x="2947660" y="48578"/>
                </a:cubicBezTo>
                <a:cubicBezTo>
                  <a:pt x="2954394" y="48578"/>
                  <a:pt x="2960069" y="49713"/>
                  <a:pt x="2964685" y="51983"/>
                </a:cubicBezTo>
                <a:cubicBezTo>
                  <a:pt x="2969300" y="54253"/>
                  <a:pt x="2973027" y="57318"/>
                  <a:pt x="2975864" y="61177"/>
                </a:cubicBezTo>
                <a:cubicBezTo>
                  <a:pt x="2978702" y="65036"/>
                  <a:pt x="2980745" y="69538"/>
                  <a:pt x="2981993" y="74683"/>
                </a:cubicBezTo>
                <a:cubicBezTo>
                  <a:pt x="2983242" y="79829"/>
                  <a:pt x="2983866" y="86033"/>
                  <a:pt x="2983866" y="93297"/>
                </a:cubicBezTo>
                <a:lnTo>
                  <a:pt x="2983866" y="155496"/>
                </a:lnTo>
                <a:close/>
                <a:moveTo>
                  <a:pt x="3036980" y="160717"/>
                </a:moveTo>
                <a:cubicBezTo>
                  <a:pt x="3036980" y="168078"/>
                  <a:pt x="3036469" y="173996"/>
                  <a:pt x="3035448" y="178472"/>
                </a:cubicBezTo>
                <a:cubicBezTo>
                  <a:pt x="3034426" y="182951"/>
                  <a:pt x="3032799" y="186746"/>
                  <a:pt x="3030567" y="189858"/>
                </a:cubicBezTo>
                <a:cubicBezTo>
                  <a:pt x="3028335" y="192970"/>
                  <a:pt x="3025422" y="195322"/>
                  <a:pt x="3021828" y="196916"/>
                </a:cubicBezTo>
                <a:cubicBezTo>
                  <a:pt x="3018233" y="198510"/>
                  <a:pt x="3013826" y="199307"/>
                  <a:pt x="3008605" y="199307"/>
                </a:cubicBezTo>
                <a:cubicBezTo>
                  <a:pt x="3006637" y="199307"/>
                  <a:pt x="3004916" y="199174"/>
                  <a:pt x="3003440" y="198910"/>
                </a:cubicBezTo>
                <a:cubicBezTo>
                  <a:pt x="3001965" y="198645"/>
                  <a:pt x="3000811" y="198361"/>
                  <a:pt x="2999979" y="198058"/>
                </a:cubicBezTo>
                <a:cubicBezTo>
                  <a:pt x="2999146" y="197756"/>
                  <a:pt x="2998560" y="197396"/>
                  <a:pt x="2998219" y="196980"/>
                </a:cubicBezTo>
                <a:cubicBezTo>
                  <a:pt x="2997879" y="196564"/>
                  <a:pt x="2997652" y="196110"/>
                  <a:pt x="2997538" y="195618"/>
                </a:cubicBezTo>
                <a:cubicBezTo>
                  <a:pt x="2997425" y="195126"/>
                  <a:pt x="2997349" y="194653"/>
                  <a:pt x="2997311" y="194199"/>
                </a:cubicBezTo>
                <a:cubicBezTo>
                  <a:pt x="2997274" y="193745"/>
                  <a:pt x="2997255" y="193216"/>
                  <a:pt x="2997255" y="192610"/>
                </a:cubicBezTo>
                <a:cubicBezTo>
                  <a:pt x="2997255" y="191627"/>
                  <a:pt x="2997311" y="190775"/>
                  <a:pt x="2997425" y="190056"/>
                </a:cubicBezTo>
                <a:cubicBezTo>
                  <a:pt x="2997538" y="189338"/>
                  <a:pt x="2997709" y="188751"/>
                  <a:pt x="2997936" y="188297"/>
                </a:cubicBezTo>
                <a:cubicBezTo>
                  <a:pt x="2998163" y="187843"/>
                  <a:pt x="2998446" y="187503"/>
                  <a:pt x="2998787" y="187276"/>
                </a:cubicBezTo>
                <a:cubicBezTo>
                  <a:pt x="2999127" y="187049"/>
                  <a:pt x="2999525" y="186935"/>
                  <a:pt x="2999979" y="186935"/>
                </a:cubicBezTo>
                <a:cubicBezTo>
                  <a:pt x="3000433" y="186935"/>
                  <a:pt x="3001360" y="187030"/>
                  <a:pt x="3002759" y="187219"/>
                </a:cubicBezTo>
                <a:cubicBezTo>
                  <a:pt x="3004159" y="187408"/>
                  <a:pt x="3005881" y="187503"/>
                  <a:pt x="3007924" y="187503"/>
                </a:cubicBezTo>
                <a:cubicBezTo>
                  <a:pt x="3010723" y="187503"/>
                  <a:pt x="3013107" y="187084"/>
                  <a:pt x="3015074" y="186247"/>
                </a:cubicBezTo>
                <a:cubicBezTo>
                  <a:pt x="3017042" y="185412"/>
                  <a:pt x="3018650" y="184026"/>
                  <a:pt x="3019898" y="182087"/>
                </a:cubicBezTo>
                <a:cubicBezTo>
                  <a:pt x="3021147" y="180150"/>
                  <a:pt x="3022055" y="177623"/>
                  <a:pt x="3022622" y="174507"/>
                </a:cubicBezTo>
                <a:cubicBezTo>
                  <a:pt x="3023190" y="171393"/>
                  <a:pt x="3023473" y="166796"/>
                  <a:pt x="3023473" y="160717"/>
                </a:cubicBezTo>
                <a:lnTo>
                  <a:pt x="3023473" y="52668"/>
                </a:lnTo>
                <a:cubicBezTo>
                  <a:pt x="3023473" y="52214"/>
                  <a:pt x="3023587" y="51798"/>
                  <a:pt x="3023814" y="51419"/>
                </a:cubicBezTo>
                <a:cubicBezTo>
                  <a:pt x="3024041" y="51039"/>
                  <a:pt x="3024400" y="50716"/>
                  <a:pt x="3024892" y="50451"/>
                </a:cubicBezTo>
                <a:cubicBezTo>
                  <a:pt x="3025384" y="50186"/>
                  <a:pt x="3026065" y="49997"/>
                  <a:pt x="3026935" y="49883"/>
                </a:cubicBezTo>
                <a:cubicBezTo>
                  <a:pt x="3027805" y="49770"/>
                  <a:pt x="3028921" y="49713"/>
                  <a:pt x="3030283" y="49713"/>
                </a:cubicBezTo>
                <a:cubicBezTo>
                  <a:pt x="3031570" y="49713"/>
                  <a:pt x="3032648" y="49770"/>
                  <a:pt x="3033518" y="49883"/>
                </a:cubicBezTo>
                <a:cubicBezTo>
                  <a:pt x="3034388" y="49997"/>
                  <a:pt x="3035069" y="50186"/>
                  <a:pt x="3035561" y="50451"/>
                </a:cubicBezTo>
                <a:cubicBezTo>
                  <a:pt x="3036053" y="50716"/>
                  <a:pt x="3036412" y="51039"/>
                  <a:pt x="3036639" y="51419"/>
                </a:cubicBezTo>
                <a:cubicBezTo>
                  <a:pt x="3036866" y="51798"/>
                  <a:pt x="3036980" y="52214"/>
                  <a:pt x="3036980" y="52668"/>
                </a:cubicBezTo>
                <a:lnTo>
                  <a:pt x="3036980" y="160717"/>
                </a:lnTo>
                <a:moveTo>
                  <a:pt x="3039136" y="17876"/>
                </a:moveTo>
                <a:cubicBezTo>
                  <a:pt x="3039136" y="21530"/>
                  <a:pt x="3038493" y="24004"/>
                  <a:pt x="3037207" y="25300"/>
                </a:cubicBezTo>
                <a:cubicBezTo>
                  <a:pt x="3035921" y="26593"/>
                  <a:pt x="3033575" y="27240"/>
                  <a:pt x="3030170" y="27240"/>
                </a:cubicBezTo>
                <a:cubicBezTo>
                  <a:pt x="3026841" y="27240"/>
                  <a:pt x="3024552" y="26612"/>
                  <a:pt x="3023303" y="25357"/>
                </a:cubicBezTo>
                <a:cubicBezTo>
                  <a:pt x="3022055" y="24101"/>
                  <a:pt x="3021430" y="21645"/>
                  <a:pt x="3021430" y="17990"/>
                </a:cubicBezTo>
                <a:cubicBezTo>
                  <a:pt x="3021430" y="14337"/>
                  <a:pt x="3022073" y="11863"/>
                  <a:pt x="3023360" y="10570"/>
                </a:cubicBezTo>
                <a:cubicBezTo>
                  <a:pt x="3024646" y="9274"/>
                  <a:pt x="3026992" y="8626"/>
                  <a:pt x="3030397" y="8626"/>
                </a:cubicBezTo>
                <a:cubicBezTo>
                  <a:pt x="3033726" y="8626"/>
                  <a:pt x="3036015" y="9254"/>
                  <a:pt x="3037264" y="10509"/>
                </a:cubicBezTo>
                <a:cubicBezTo>
                  <a:pt x="3038512" y="11765"/>
                  <a:pt x="3039136" y="14221"/>
                  <a:pt x="3039136" y="17876"/>
                </a:cubicBezTo>
                <a:close/>
                <a:moveTo>
                  <a:pt x="3160981" y="98859"/>
                </a:moveTo>
                <a:cubicBezTo>
                  <a:pt x="3160981" y="101583"/>
                  <a:pt x="3160262" y="103456"/>
                  <a:pt x="3158825" y="104477"/>
                </a:cubicBezTo>
                <a:cubicBezTo>
                  <a:pt x="3157387" y="105499"/>
                  <a:pt x="3155987" y="106009"/>
                  <a:pt x="3154625" y="106009"/>
                </a:cubicBezTo>
                <a:lnTo>
                  <a:pt x="3084595" y="106009"/>
                </a:lnTo>
                <a:cubicBezTo>
                  <a:pt x="3084595" y="112382"/>
                  <a:pt x="3085220" y="118148"/>
                  <a:pt x="3086468" y="123308"/>
                </a:cubicBezTo>
                <a:cubicBezTo>
                  <a:pt x="3087717" y="128467"/>
                  <a:pt x="3089779" y="132887"/>
                  <a:pt x="3092654" y="136566"/>
                </a:cubicBezTo>
                <a:cubicBezTo>
                  <a:pt x="3095529" y="140245"/>
                  <a:pt x="3099275" y="143072"/>
                  <a:pt x="3103890" y="145046"/>
                </a:cubicBezTo>
                <a:cubicBezTo>
                  <a:pt x="3108506" y="147019"/>
                  <a:pt x="3114181" y="148005"/>
                  <a:pt x="3120916" y="148005"/>
                </a:cubicBezTo>
                <a:cubicBezTo>
                  <a:pt x="3125683" y="148005"/>
                  <a:pt x="3129958" y="147582"/>
                  <a:pt x="3133741" y="146738"/>
                </a:cubicBezTo>
                <a:cubicBezTo>
                  <a:pt x="3137524" y="145894"/>
                  <a:pt x="3140797" y="144954"/>
                  <a:pt x="3143559" y="143919"/>
                </a:cubicBezTo>
                <a:cubicBezTo>
                  <a:pt x="3146321" y="142883"/>
                  <a:pt x="3148591" y="141943"/>
                  <a:pt x="3150369" y="141099"/>
                </a:cubicBezTo>
                <a:cubicBezTo>
                  <a:pt x="3152147" y="140255"/>
                  <a:pt x="3153414" y="139833"/>
                  <a:pt x="3154171" y="139833"/>
                </a:cubicBezTo>
                <a:cubicBezTo>
                  <a:pt x="3154625" y="139833"/>
                  <a:pt x="3155041" y="139947"/>
                  <a:pt x="3155420" y="140177"/>
                </a:cubicBezTo>
                <a:cubicBezTo>
                  <a:pt x="3155798" y="140406"/>
                  <a:pt x="3156101" y="140769"/>
                  <a:pt x="3156328" y="141265"/>
                </a:cubicBezTo>
                <a:cubicBezTo>
                  <a:pt x="3156555" y="141762"/>
                  <a:pt x="3156725" y="142392"/>
                  <a:pt x="3156838" y="143156"/>
                </a:cubicBezTo>
                <a:cubicBezTo>
                  <a:pt x="3156952" y="143920"/>
                  <a:pt x="3157009" y="144874"/>
                  <a:pt x="3157009" y="146018"/>
                </a:cubicBezTo>
                <a:cubicBezTo>
                  <a:pt x="3157009" y="146555"/>
                  <a:pt x="3156971" y="147072"/>
                  <a:pt x="3156895" y="147568"/>
                </a:cubicBezTo>
                <a:cubicBezTo>
                  <a:pt x="3156819" y="148065"/>
                  <a:pt x="3156725" y="148524"/>
                  <a:pt x="3156611" y="148944"/>
                </a:cubicBezTo>
                <a:cubicBezTo>
                  <a:pt x="3156498" y="149363"/>
                  <a:pt x="3156328" y="149764"/>
                  <a:pt x="3156101" y="150147"/>
                </a:cubicBezTo>
                <a:cubicBezTo>
                  <a:pt x="3155874" y="150528"/>
                  <a:pt x="3155571" y="150909"/>
                  <a:pt x="3155193" y="151293"/>
                </a:cubicBezTo>
                <a:cubicBezTo>
                  <a:pt x="3154814" y="151673"/>
                  <a:pt x="3153641" y="152336"/>
                  <a:pt x="3151674" y="153282"/>
                </a:cubicBezTo>
                <a:cubicBezTo>
                  <a:pt x="3149707" y="154228"/>
                  <a:pt x="3147134" y="155174"/>
                  <a:pt x="3143956" y="156120"/>
                </a:cubicBezTo>
                <a:cubicBezTo>
                  <a:pt x="3140778" y="157066"/>
                  <a:pt x="3137089" y="157917"/>
                  <a:pt x="3132890" y="158674"/>
                </a:cubicBezTo>
                <a:cubicBezTo>
                  <a:pt x="3128690" y="159430"/>
                  <a:pt x="3124169" y="159809"/>
                  <a:pt x="3119327" y="159809"/>
                </a:cubicBezTo>
                <a:cubicBezTo>
                  <a:pt x="3111381" y="159809"/>
                  <a:pt x="3104344" y="158616"/>
                  <a:pt x="3098215" y="156230"/>
                </a:cubicBezTo>
                <a:cubicBezTo>
                  <a:pt x="3092086" y="153844"/>
                  <a:pt x="3086941" y="150322"/>
                  <a:pt x="3082779" y="145664"/>
                </a:cubicBezTo>
                <a:cubicBezTo>
                  <a:pt x="3078618" y="141005"/>
                  <a:pt x="3075459" y="135230"/>
                  <a:pt x="3073302" y="128337"/>
                </a:cubicBezTo>
                <a:cubicBezTo>
                  <a:pt x="3071146" y="121444"/>
                  <a:pt x="3070067" y="113453"/>
                  <a:pt x="3070067" y="104364"/>
                </a:cubicBezTo>
                <a:cubicBezTo>
                  <a:pt x="3070067" y="95652"/>
                  <a:pt x="3071183" y="87851"/>
                  <a:pt x="3073416" y="80958"/>
                </a:cubicBezTo>
                <a:cubicBezTo>
                  <a:pt x="3075648" y="74065"/>
                  <a:pt x="3078845" y="68214"/>
                  <a:pt x="3083006" y="63404"/>
                </a:cubicBezTo>
                <a:cubicBezTo>
                  <a:pt x="3087168" y="58595"/>
                  <a:pt x="3092181" y="54921"/>
                  <a:pt x="3098045" y="52384"/>
                </a:cubicBezTo>
                <a:cubicBezTo>
                  <a:pt x="3103909" y="49847"/>
                  <a:pt x="3110436" y="48578"/>
                  <a:pt x="3117624" y="48578"/>
                </a:cubicBezTo>
                <a:cubicBezTo>
                  <a:pt x="3125342" y="48578"/>
                  <a:pt x="3131925" y="49865"/>
                  <a:pt x="3137373" y="52437"/>
                </a:cubicBezTo>
                <a:cubicBezTo>
                  <a:pt x="3142821" y="55010"/>
                  <a:pt x="3147304" y="58472"/>
                  <a:pt x="3150823" y="62822"/>
                </a:cubicBezTo>
                <a:cubicBezTo>
                  <a:pt x="3154341" y="67173"/>
                  <a:pt x="3156914" y="72224"/>
                  <a:pt x="3158541" y="77975"/>
                </a:cubicBezTo>
                <a:cubicBezTo>
                  <a:pt x="3160168" y="83725"/>
                  <a:pt x="3160981" y="89779"/>
                  <a:pt x="3160981" y="96135"/>
                </a:cubicBezTo>
                <a:lnTo>
                  <a:pt x="3160981" y="98859"/>
                </a:lnTo>
                <a:moveTo>
                  <a:pt x="3147021" y="94886"/>
                </a:moveTo>
                <a:cubicBezTo>
                  <a:pt x="3147248" y="83990"/>
                  <a:pt x="3144751" y="75478"/>
                  <a:pt x="3139530" y="69349"/>
                </a:cubicBezTo>
                <a:cubicBezTo>
                  <a:pt x="3134309" y="63220"/>
                  <a:pt x="3126704" y="60155"/>
                  <a:pt x="3116716" y="60155"/>
                </a:cubicBezTo>
                <a:cubicBezTo>
                  <a:pt x="3111571" y="60155"/>
                  <a:pt x="3107050" y="61120"/>
                  <a:pt x="3103153" y="63049"/>
                </a:cubicBezTo>
                <a:cubicBezTo>
                  <a:pt x="3099256" y="64979"/>
                  <a:pt x="3095964" y="67533"/>
                  <a:pt x="3093278" y="70711"/>
                </a:cubicBezTo>
                <a:cubicBezTo>
                  <a:pt x="3090592" y="73889"/>
                  <a:pt x="3088530" y="77578"/>
                  <a:pt x="3087092" y="81777"/>
                </a:cubicBezTo>
                <a:cubicBezTo>
                  <a:pt x="3085655" y="85977"/>
                  <a:pt x="3084822" y="90346"/>
                  <a:pt x="3084595" y="94886"/>
                </a:cubicBezTo>
                <a:lnTo>
                  <a:pt x="3147021" y="94886"/>
                </a:lnTo>
                <a:close/>
                <a:moveTo>
                  <a:pt x="3259363" y="140400"/>
                </a:moveTo>
                <a:cubicBezTo>
                  <a:pt x="3259363" y="141308"/>
                  <a:pt x="3259326" y="142121"/>
                  <a:pt x="3259250" y="142840"/>
                </a:cubicBezTo>
                <a:cubicBezTo>
                  <a:pt x="3259174" y="143559"/>
                  <a:pt x="3259061" y="144183"/>
                  <a:pt x="3258909" y="144713"/>
                </a:cubicBezTo>
                <a:cubicBezTo>
                  <a:pt x="3258758" y="145243"/>
                  <a:pt x="3258550" y="145716"/>
                  <a:pt x="3258285" y="146132"/>
                </a:cubicBezTo>
                <a:cubicBezTo>
                  <a:pt x="3258020" y="146548"/>
                  <a:pt x="3257396" y="147248"/>
                  <a:pt x="3256412" y="148232"/>
                </a:cubicBezTo>
                <a:cubicBezTo>
                  <a:pt x="3255429" y="149215"/>
                  <a:pt x="3253783" y="150464"/>
                  <a:pt x="3251475" y="151977"/>
                </a:cubicBezTo>
                <a:cubicBezTo>
                  <a:pt x="3249167" y="153490"/>
                  <a:pt x="3246576" y="154815"/>
                  <a:pt x="3243700" y="155950"/>
                </a:cubicBezTo>
                <a:cubicBezTo>
                  <a:pt x="3240825" y="157085"/>
                  <a:pt x="3237723" y="158012"/>
                  <a:pt x="3234393" y="158730"/>
                </a:cubicBezTo>
                <a:cubicBezTo>
                  <a:pt x="3231064" y="159449"/>
                  <a:pt x="3227621" y="159809"/>
                  <a:pt x="3224065" y="159809"/>
                </a:cubicBezTo>
                <a:cubicBezTo>
                  <a:pt x="3216952" y="159809"/>
                  <a:pt x="3210653" y="158616"/>
                  <a:pt x="3205167" y="156230"/>
                </a:cubicBezTo>
                <a:cubicBezTo>
                  <a:pt x="3199681" y="153844"/>
                  <a:pt x="3195084" y="150322"/>
                  <a:pt x="3191377" y="145664"/>
                </a:cubicBezTo>
                <a:cubicBezTo>
                  <a:pt x="3187669" y="141005"/>
                  <a:pt x="3184850" y="135287"/>
                  <a:pt x="3182921" y="128507"/>
                </a:cubicBezTo>
                <a:cubicBezTo>
                  <a:pt x="3180991" y="121728"/>
                  <a:pt x="3180027" y="113907"/>
                  <a:pt x="3180027" y="105045"/>
                </a:cubicBezTo>
                <a:cubicBezTo>
                  <a:pt x="3180027" y="95047"/>
                  <a:pt x="3181218" y="86489"/>
                  <a:pt x="3183602" y="79369"/>
                </a:cubicBezTo>
                <a:cubicBezTo>
                  <a:pt x="3185985" y="72249"/>
                  <a:pt x="3189258" y="66417"/>
                  <a:pt x="3193420" y="61872"/>
                </a:cubicBezTo>
                <a:cubicBezTo>
                  <a:pt x="3197581" y="57327"/>
                  <a:pt x="3202443" y="53975"/>
                  <a:pt x="3208004" y="51816"/>
                </a:cubicBezTo>
                <a:cubicBezTo>
                  <a:pt x="3213566" y="49658"/>
                  <a:pt x="3219525" y="48578"/>
                  <a:pt x="3225881" y="48578"/>
                </a:cubicBezTo>
                <a:cubicBezTo>
                  <a:pt x="3229286" y="48578"/>
                  <a:pt x="3232539" y="48903"/>
                  <a:pt x="3235642" y="49554"/>
                </a:cubicBezTo>
                <a:cubicBezTo>
                  <a:pt x="3238744" y="50201"/>
                  <a:pt x="3241601" y="51060"/>
                  <a:pt x="3244211" y="52129"/>
                </a:cubicBezTo>
                <a:cubicBezTo>
                  <a:pt x="3246822" y="53195"/>
                  <a:pt x="3249148" y="54415"/>
                  <a:pt x="3251191" y="55789"/>
                </a:cubicBezTo>
                <a:cubicBezTo>
                  <a:pt x="3253234" y="57163"/>
                  <a:pt x="3254729" y="58327"/>
                  <a:pt x="3255675" y="59283"/>
                </a:cubicBezTo>
                <a:cubicBezTo>
                  <a:pt x="3256620" y="60236"/>
                  <a:pt x="3257264" y="60960"/>
                  <a:pt x="3257604" y="61457"/>
                </a:cubicBezTo>
                <a:cubicBezTo>
                  <a:pt x="3257945" y="61951"/>
                  <a:pt x="3258209" y="62501"/>
                  <a:pt x="3258399" y="63106"/>
                </a:cubicBezTo>
                <a:cubicBezTo>
                  <a:pt x="3258588" y="63712"/>
                  <a:pt x="3258720" y="64374"/>
                  <a:pt x="3258796" y="65092"/>
                </a:cubicBezTo>
                <a:cubicBezTo>
                  <a:pt x="3258872" y="65811"/>
                  <a:pt x="3258909" y="66663"/>
                  <a:pt x="3258909" y="67646"/>
                </a:cubicBezTo>
                <a:cubicBezTo>
                  <a:pt x="3258909" y="69841"/>
                  <a:pt x="3258588" y="71373"/>
                  <a:pt x="3257945" y="72243"/>
                </a:cubicBezTo>
                <a:cubicBezTo>
                  <a:pt x="3257301" y="73113"/>
                  <a:pt x="3256602" y="73548"/>
                  <a:pt x="3255845" y="73548"/>
                </a:cubicBezTo>
                <a:cubicBezTo>
                  <a:pt x="3254786" y="73548"/>
                  <a:pt x="3253480" y="72861"/>
                  <a:pt x="3251929" y="71488"/>
                </a:cubicBezTo>
                <a:cubicBezTo>
                  <a:pt x="3250378" y="70114"/>
                  <a:pt x="3248392" y="68606"/>
                  <a:pt x="3245970" y="66965"/>
                </a:cubicBezTo>
                <a:cubicBezTo>
                  <a:pt x="3243549" y="65324"/>
                  <a:pt x="3240617" y="63817"/>
                  <a:pt x="3237174" y="62443"/>
                </a:cubicBezTo>
                <a:cubicBezTo>
                  <a:pt x="3233731" y="61069"/>
                  <a:pt x="3229626" y="60382"/>
                  <a:pt x="3224859" y="60382"/>
                </a:cubicBezTo>
                <a:cubicBezTo>
                  <a:pt x="3215023" y="60382"/>
                  <a:pt x="3207437" y="64170"/>
                  <a:pt x="3202102" y="71746"/>
                </a:cubicBezTo>
                <a:cubicBezTo>
                  <a:pt x="3196768" y="79323"/>
                  <a:pt x="3194101" y="90271"/>
                  <a:pt x="3194101" y="104591"/>
                </a:cubicBezTo>
                <a:cubicBezTo>
                  <a:pt x="3194101" y="111788"/>
                  <a:pt x="3194819" y="118096"/>
                  <a:pt x="3196257" y="123513"/>
                </a:cubicBezTo>
                <a:cubicBezTo>
                  <a:pt x="3197695" y="128931"/>
                  <a:pt x="3199757" y="133439"/>
                  <a:pt x="3202443" y="137038"/>
                </a:cubicBezTo>
                <a:cubicBezTo>
                  <a:pt x="3205129" y="140636"/>
                  <a:pt x="3208402" y="143326"/>
                  <a:pt x="3212261" y="145107"/>
                </a:cubicBezTo>
                <a:cubicBezTo>
                  <a:pt x="3216120" y="146887"/>
                  <a:pt x="3220471" y="147778"/>
                  <a:pt x="3225313" y="147778"/>
                </a:cubicBezTo>
                <a:cubicBezTo>
                  <a:pt x="3229853" y="147778"/>
                  <a:pt x="3233864" y="147059"/>
                  <a:pt x="3237344" y="145621"/>
                </a:cubicBezTo>
                <a:cubicBezTo>
                  <a:pt x="3240825" y="144183"/>
                  <a:pt x="3243852" y="142594"/>
                  <a:pt x="3246424" y="140854"/>
                </a:cubicBezTo>
                <a:cubicBezTo>
                  <a:pt x="3248997" y="139114"/>
                  <a:pt x="3251135" y="137525"/>
                  <a:pt x="3252837" y="136087"/>
                </a:cubicBezTo>
                <a:cubicBezTo>
                  <a:pt x="3254540" y="134649"/>
                  <a:pt x="3255807" y="133931"/>
                  <a:pt x="3256639" y="133931"/>
                </a:cubicBezTo>
                <a:cubicBezTo>
                  <a:pt x="3257093" y="133931"/>
                  <a:pt x="3257491" y="134063"/>
                  <a:pt x="3257831" y="134328"/>
                </a:cubicBezTo>
                <a:cubicBezTo>
                  <a:pt x="3258172" y="134593"/>
                  <a:pt x="3258455" y="135009"/>
                  <a:pt x="3258682" y="135576"/>
                </a:cubicBezTo>
                <a:cubicBezTo>
                  <a:pt x="3258909" y="136144"/>
                  <a:pt x="3259080" y="136825"/>
                  <a:pt x="3259193" y="137619"/>
                </a:cubicBezTo>
                <a:cubicBezTo>
                  <a:pt x="3259307" y="138414"/>
                  <a:pt x="3259363" y="139341"/>
                  <a:pt x="3259363" y="140400"/>
                </a:cubicBezTo>
                <a:close/>
                <a:moveTo>
                  <a:pt x="3335908" y="149480"/>
                </a:moveTo>
                <a:cubicBezTo>
                  <a:pt x="3335908" y="151069"/>
                  <a:pt x="3335775" y="152355"/>
                  <a:pt x="3335511" y="153339"/>
                </a:cubicBezTo>
                <a:cubicBezTo>
                  <a:pt x="3335246" y="154323"/>
                  <a:pt x="3334830" y="155098"/>
                  <a:pt x="3334262" y="155666"/>
                </a:cubicBezTo>
                <a:cubicBezTo>
                  <a:pt x="3333695" y="156233"/>
                  <a:pt x="3332862" y="156763"/>
                  <a:pt x="3331765" y="157255"/>
                </a:cubicBezTo>
                <a:cubicBezTo>
                  <a:pt x="3330668" y="157747"/>
                  <a:pt x="3329401" y="158163"/>
                  <a:pt x="3327963" y="158503"/>
                </a:cubicBezTo>
                <a:cubicBezTo>
                  <a:pt x="3326525" y="158844"/>
                  <a:pt x="3325012" y="159109"/>
                  <a:pt x="3323423" y="159298"/>
                </a:cubicBezTo>
                <a:cubicBezTo>
                  <a:pt x="3321834" y="159487"/>
                  <a:pt x="3320283" y="159582"/>
                  <a:pt x="3318769" y="159582"/>
                </a:cubicBezTo>
                <a:cubicBezTo>
                  <a:pt x="3313700" y="159582"/>
                  <a:pt x="3309387" y="158901"/>
                  <a:pt x="3305830" y="157539"/>
                </a:cubicBezTo>
                <a:cubicBezTo>
                  <a:pt x="3302274" y="156177"/>
                  <a:pt x="3299361" y="154115"/>
                  <a:pt x="3297091" y="151353"/>
                </a:cubicBezTo>
                <a:cubicBezTo>
                  <a:pt x="3294821" y="148591"/>
                  <a:pt x="3293175" y="145091"/>
                  <a:pt x="3292153" y="140854"/>
                </a:cubicBezTo>
                <a:cubicBezTo>
                  <a:pt x="3291132" y="136617"/>
                  <a:pt x="3290621" y="131623"/>
                  <a:pt x="3290621" y="125872"/>
                </a:cubicBezTo>
                <a:lnTo>
                  <a:pt x="3290621" y="61971"/>
                </a:lnTo>
                <a:lnTo>
                  <a:pt x="3275299" y="61971"/>
                </a:lnTo>
                <a:cubicBezTo>
                  <a:pt x="3274239" y="61971"/>
                  <a:pt x="3273407" y="61494"/>
                  <a:pt x="3272802" y="60538"/>
                </a:cubicBezTo>
                <a:cubicBezTo>
                  <a:pt x="3272196" y="59583"/>
                  <a:pt x="3271894" y="58150"/>
                  <a:pt x="3271894" y="56239"/>
                </a:cubicBezTo>
                <a:cubicBezTo>
                  <a:pt x="3271894" y="55246"/>
                  <a:pt x="3271969" y="54387"/>
                  <a:pt x="3272121" y="53661"/>
                </a:cubicBezTo>
                <a:cubicBezTo>
                  <a:pt x="3272272" y="52935"/>
                  <a:pt x="3272499" y="52324"/>
                  <a:pt x="3272802" y="51827"/>
                </a:cubicBezTo>
                <a:cubicBezTo>
                  <a:pt x="3273104" y="51331"/>
                  <a:pt x="3273464" y="50968"/>
                  <a:pt x="3273880" y="50738"/>
                </a:cubicBezTo>
                <a:cubicBezTo>
                  <a:pt x="3274296" y="50509"/>
                  <a:pt x="3274769" y="50394"/>
                  <a:pt x="3275299" y="50394"/>
                </a:cubicBezTo>
                <a:lnTo>
                  <a:pt x="3290621" y="50394"/>
                </a:lnTo>
                <a:lnTo>
                  <a:pt x="3290621" y="25197"/>
                </a:lnTo>
                <a:cubicBezTo>
                  <a:pt x="3290621" y="24743"/>
                  <a:pt x="3290716" y="24327"/>
                  <a:pt x="3290905" y="23949"/>
                </a:cubicBezTo>
                <a:cubicBezTo>
                  <a:pt x="3291094" y="23570"/>
                  <a:pt x="3291454" y="23249"/>
                  <a:pt x="3291983" y="22984"/>
                </a:cubicBezTo>
                <a:cubicBezTo>
                  <a:pt x="3292513" y="22719"/>
                  <a:pt x="3293213" y="22530"/>
                  <a:pt x="3294083" y="22416"/>
                </a:cubicBezTo>
                <a:cubicBezTo>
                  <a:pt x="3294953" y="22303"/>
                  <a:pt x="3296031" y="22246"/>
                  <a:pt x="3297318" y="22246"/>
                </a:cubicBezTo>
                <a:cubicBezTo>
                  <a:pt x="3298680" y="22246"/>
                  <a:pt x="3299796" y="22303"/>
                  <a:pt x="3300666" y="22416"/>
                </a:cubicBezTo>
                <a:cubicBezTo>
                  <a:pt x="3301536" y="22530"/>
                  <a:pt x="3302217" y="22719"/>
                  <a:pt x="3302709" y="22984"/>
                </a:cubicBezTo>
                <a:cubicBezTo>
                  <a:pt x="3303201" y="23249"/>
                  <a:pt x="3303560" y="23570"/>
                  <a:pt x="3303787" y="23949"/>
                </a:cubicBezTo>
                <a:cubicBezTo>
                  <a:pt x="3304014" y="24327"/>
                  <a:pt x="3304128" y="24743"/>
                  <a:pt x="3304128" y="25197"/>
                </a:cubicBezTo>
                <a:lnTo>
                  <a:pt x="3304128" y="50394"/>
                </a:lnTo>
                <a:lnTo>
                  <a:pt x="3332503" y="50394"/>
                </a:lnTo>
                <a:cubicBezTo>
                  <a:pt x="3333033" y="50394"/>
                  <a:pt x="3333505" y="50509"/>
                  <a:pt x="3333922" y="50738"/>
                </a:cubicBezTo>
                <a:cubicBezTo>
                  <a:pt x="3334338" y="50968"/>
                  <a:pt x="3334697" y="51331"/>
                  <a:pt x="3335000" y="51827"/>
                </a:cubicBezTo>
                <a:cubicBezTo>
                  <a:pt x="3335303" y="52324"/>
                  <a:pt x="3335530" y="52935"/>
                  <a:pt x="3335681" y="53661"/>
                </a:cubicBezTo>
                <a:cubicBezTo>
                  <a:pt x="3335832" y="54387"/>
                  <a:pt x="3335908" y="55246"/>
                  <a:pt x="3335908" y="56239"/>
                </a:cubicBezTo>
                <a:cubicBezTo>
                  <a:pt x="3335908" y="58150"/>
                  <a:pt x="3335586" y="59583"/>
                  <a:pt x="3334943" y="60538"/>
                </a:cubicBezTo>
                <a:cubicBezTo>
                  <a:pt x="3334300" y="61494"/>
                  <a:pt x="3333487" y="61971"/>
                  <a:pt x="3332503" y="61971"/>
                </a:cubicBezTo>
                <a:lnTo>
                  <a:pt x="3304128" y="61971"/>
                </a:lnTo>
                <a:lnTo>
                  <a:pt x="3304128" y="124056"/>
                </a:lnTo>
                <a:cubicBezTo>
                  <a:pt x="3304128" y="131850"/>
                  <a:pt x="3305244" y="137790"/>
                  <a:pt x="3307476" y="141876"/>
                </a:cubicBezTo>
                <a:cubicBezTo>
                  <a:pt x="3309708" y="145962"/>
                  <a:pt x="3313775" y="148005"/>
                  <a:pt x="3319677" y="148005"/>
                </a:cubicBezTo>
                <a:cubicBezTo>
                  <a:pt x="3321493" y="148005"/>
                  <a:pt x="3323139" y="147815"/>
                  <a:pt x="3324615" y="147437"/>
                </a:cubicBezTo>
                <a:cubicBezTo>
                  <a:pt x="3326090" y="147059"/>
                  <a:pt x="3327395" y="146643"/>
                  <a:pt x="3328530" y="146189"/>
                </a:cubicBezTo>
                <a:cubicBezTo>
                  <a:pt x="3329665" y="145735"/>
                  <a:pt x="3330630" y="145318"/>
                  <a:pt x="3331425" y="144940"/>
                </a:cubicBezTo>
                <a:cubicBezTo>
                  <a:pt x="3332219" y="144562"/>
                  <a:pt x="3332919" y="144373"/>
                  <a:pt x="3333524" y="144373"/>
                </a:cubicBezTo>
                <a:cubicBezTo>
                  <a:pt x="3333903" y="144373"/>
                  <a:pt x="3334243" y="144448"/>
                  <a:pt x="3334546" y="144600"/>
                </a:cubicBezTo>
                <a:cubicBezTo>
                  <a:pt x="3334849" y="144751"/>
                  <a:pt x="3335094" y="145035"/>
                  <a:pt x="3335284" y="145451"/>
                </a:cubicBezTo>
                <a:cubicBezTo>
                  <a:pt x="3335473" y="145867"/>
                  <a:pt x="3335624" y="146397"/>
                  <a:pt x="3335738" y="147040"/>
                </a:cubicBezTo>
                <a:cubicBezTo>
                  <a:pt x="3335851" y="147683"/>
                  <a:pt x="3335908" y="148496"/>
                  <a:pt x="3335908" y="149480"/>
                </a:cubicBezTo>
                <a:close/>
                <a:moveTo>
                  <a:pt x="3448055" y="98859"/>
                </a:moveTo>
                <a:cubicBezTo>
                  <a:pt x="3448055" y="101583"/>
                  <a:pt x="3447337" y="103456"/>
                  <a:pt x="3445899" y="104477"/>
                </a:cubicBezTo>
                <a:cubicBezTo>
                  <a:pt x="3444461" y="105499"/>
                  <a:pt x="3443061" y="106009"/>
                  <a:pt x="3441699" y="106009"/>
                </a:cubicBezTo>
                <a:lnTo>
                  <a:pt x="3371670" y="106009"/>
                </a:lnTo>
                <a:cubicBezTo>
                  <a:pt x="3371670" y="112382"/>
                  <a:pt x="3372294" y="118148"/>
                  <a:pt x="3373542" y="123308"/>
                </a:cubicBezTo>
                <a:cubicBezTo>
                  <a:pt x="3374791" y="128467"/>
                  <a:pt x="3376853" y="132887"/>
                  <a:pt x="3379728" y="136566"/>
                </a:cubicBezTo>
                <a:cubicBezTo>
                  <a:pt x="3382603" y="140245"/>
                  <a:pt x="3386349" y="143072"/>
                  <a:pt x="3390965" y="145046"/>
                </a:cubicBezTo>
                <a:cubicBezTo>
                  <a:pt x="3395580" y="147019"/>
                  <a:pt x="3401255" y="148005"/>
                  <a:pt x="3407990" y="148005"/>
                </a:cubicBezTo>
                <a:cubicBezTo>
                  <a:pt x="3412757" y="148005"/>
                  <a:pt x="3417032" y="147582"/>
                  <a:pt x="3420815" y="146738"/>
                </a:cubicBezTo>
                <a:cubicBezTo>
                  <a:pt x="3424599" y="145894"/>
                  <a:pt x="3427871" y="144954"/>
                  <a:pt x="3430633" y="143919"/>
                </a:cubicBezTo>
                <a:cubicBezTo>
                  <a:pt x="3433395" y="142883"/>
                  <a:pt x="3435665" y="141943"/>
                  <a:pt x="3437443" y="141099"/>
                </a:cubicBezTo>
                <a:cubicBezTo>
                  <a:pt x="3439221" y="140255"/>
                  <a:pt x="3440489" y="139833"/>
                  <a:pt x="3441245" y="139833"/>
                </a:cubicBezTo>
                <a:cubicBezTo>
                  <a:pt x="3441699" y="139833"/>
                  <a:pt x="3442115" y="139947"/>
                  <a:pt x="3442494" y="140177"/>
                </a:cubicBezTo>
                <a:cubicBezTo>
                  <a:pt x="3442872" y="140406"/>
                  <a:pt x="3443175" y="140769"/>
                  <a:pt x="3443402" y="141265"/>
                </a:cubicBezTo>
                <a:cubicBezTo>
                  <a:pt x="3443629" y="141762"/>
                  <a:pt x="3443799" y="142392"/>
                  <a:pt x="3443913" y="143156"/>
                </a:cubicBezTo>
                <a:cubicBezTo>
                  <a:pt x="3444026" y="143920"/>
                  <a:pt x="3444083" y="144874"/>
                  <a:pt x="3444083" y="146018"/>
                </a:cubicBezTo>
                <a:cubicBezTo>
                  <a:pt x="3444083" y="146555"/>
                  <a:pt x="3444045" y="147072"/>
                  <a:pt x="3443969" y="147568"/>
                </a:cubicBezTo>
                <a:cubicBezTo>
                  <a:pt x="3443894" y="148065"/>
                  <a:pt x="3443799" y="148524"/>
                  <a:pt x="3443686" y="148944"/>
                </a:cubicBezTo>
                <a:cubicBezTo>
                  <a:pt x="3443572" y="149363"/>
                  <a:pt x="3443402" y="149764"/>
                  <a:pt x="3443175" y="150147"/>
                </a:cubicBezTo>
                <a:cubicBezTo>
                  <a:pt x="3442948" y="150528"/>
                  <a:pt x="3442645" y="150909"/>
                  <a:pt x="3442267" y="151293"/>
                </a:cubicBezTo>
                <a:cubicBezTo>
                  <a:pt x="3441888" y="151673"/>
                  <a:pt x="3440716" y="152336"/>
                  <a:pt x="3438748" y="153282"/>
                </a:cubicBezTo>
                <a:cubicBezTo>
                  <a:pt x="3436781" y="154228"/>
                  <a:pt x="3434208" y="155174"/>
                  <a:pt x="3431030" y="156120"/>
                </a:cubicBezTo>
                <a:cubicBezTo>
                  <a:pt x="3427852" y="157066"/>
                  <a:pt x="3424164" y="157917"/>
                  <a:pt x="3419964" y="158674"/>
                </a:cubicBezTo>
                <a:cubicBezTo>
                  <a:pt x="3415764" y="159430"/>
                  <a:pt x="3411243" y="159809"/>
                  <a:pt x="3406401" y="159809"/>
                </a:cubicBezTo>
                <a:cubicBezTo>
                  <a:pt x="3398456" y="159809"/>
                  <a:pt x="3391419" y="158616"/>
                  <a:pt x="3385290" y="156230"/>
                </a:cubicBezTo>
                <a:cubicBezTo>
                  <a:pt x="3379161" y="153844"/>
                  <a:pt x="3374015" y="150322"/>
                  <a:pt x="3369854" y="145664"/>
                </a:cubicBezTo>
                <a:cubicBezTo>
                  <a:pt x="3365692" y="141005"/>
                  <a:pt x="3362533" y="135230"/>
                  <a:pt x="3360376" y="128337"/>
                </a:cubicBezTo>
                <a:cubicBezTo>
                  <a:pt x="3358220" y="121444"/>
                  <a:pt x="3357141" y="113453"/>
                  <a:pt x="3357141" y="104364"/>
                </a:cubicBezTo>
                <a:cubicBezTo>
                  <a:pt x="3357141" y="95652"/>
                  <a:pt x="3358258" y="87851"/>
                  <a:pt x="3360490" y="80958"/>
                </a:cubicBezTo>
                <a:cubicBezTo>
                  <a:pt x="3362722" y="74065"/>
                  <a:pt x="3365919" y="68214"/>
                  <a:pt x="3370081" y="63404"/>
                </a:cubicBezTo>
                <a:cubicBezTo>
                  <a:pt x="3374242" y="58595"/>
                  <a:pt x="3379255" y="54921"/>
                  <a:pt x="3385119" y="52384"/>
                </a:cubicBezTo>
                <a:cubicBezTo>
                  <a:pt x="3390984" y="49847"/>
                  <a:pt x="3397510" y="48578"/>
                  <a:pt x="3404698" y="48578"/>
                </a:cubicBezTo>
                <a:cubicBezTo>
                  <a:pt x="3412416" y="48578"/>
                  <a:pt x="3418999" y="49865"/>
                  <a:pt x="3424447" y="52437"/>
                </a:cubicBezTo>
                <a:cubicBezTo>
                  <a:pt x="3429895" y="55010"/>
                  <a:pt x="3434379" y="58472"/>
                  <a:pt x="3437897" y="62822"/>
                </a:cubicBezTo>
                <a:cubicBezTo>
                  <a:pt x="3441416" y="67173"/>
                  <a:pt x="3443988" y="72224"/>
                  <a:pt x="3445615" y="77975"/>
                </a:cubicBezTo>
                <a:cubicBezTo>
                  <a:pt x="3447242" y="83725"/>
                  <a:pt x="3448055" y="89779"/>
                  <a:pt x="3448055" y="96135"/>
                </a:cubicBezTo>
                <a:lnTo>
                  <a:pt x="3448055" y="98859"/>
                </a:lnTo>
                <a:moveTo>
                  <a:pt x="3434095" y="94886"/>
                </a:moveTo>
                <a:cubicBezTo>
                  <a:pt x="3434322" y="83990"/>
                  <a:pt x="3431825" y="75478"/>
                  <a:pt x="3426604" y="69349"/>
                </a:cubicBezTo>
                <a:cubicBezTo>
                  <a:pt x="3421383" y="63220"/>
                  <a:pt x="3413778" y="60155"/>
                  <a:pt x="3403790" y="60155"/>
                </a:cubicBezTo>
                <a:cubicBezTo>
                  <a:pt x="3398645" y="60155"/>
                  <a:pt x="3394124" y="61120"/>
                  <a:pt x="3390227" y="63049"/>
                </a:cubicBezTo>
                <a:cubicBezTo>
                  <a:pt x="3386330" y="64979"/>
                  <a:pt x="3383039" y="67533"/>
                  <a:pt x="3380352" y="70711"/>
                </a:cubicBezTo>
                <a:cubicBezTo>
                  <a:pt x="3377666" y="73889"/>
                  <a:pt x="3375604" y="77578"/>
                  <a:pt x="3374167" y="81777"/>
                </a:cubicBezTo>
                <a:cubicBezTo>
                  <a:pt x="3372729" y="85977"/>
                  <a:pt x="3371897" y="90346"/>
                  <a:pt x="3371670" y="94886"/>
                </a:cubicBezTo>
                <a:lnTo>
                  <a:pt x="3434095" y="94886"/>
                </a:lnTo>
                <a:close/>
                <a:moveTo>
                  <a:pt x="3557561" y="155492"/>
                </a:moveTo>
                <a:cubicBezTo>
                  <a:pt x="3557561" y="156024"/>
                  <a:pt x="3557466" y="156479"/>
                  <a:pt x="3557277" y="156858"/>
                </a:cubicBezTo>
                <a:cubicBezTo>
                  <a:pt x="3557088" y="157236"/>
                  <a:pt x="3556747" y="157539"/>
                  <a:pt x="3556255" y="157766"/>
                </a:cubicBezTo>
                <a:cubicBezTo>
                  <a:pt x="3555763" y="157993"/>
                  <a:pt x="3555139" y="158163"/>
                  <a:pt x="3554383" y="158276"/>
                </a:cubicBezTo>
                <a:cubicBezTo>
                  <a:pt x="3553626" y="158390"/>
                  <a:pt x="3552680" y="158447"/>
                  <a:pt x="3551545" y="158447"/>
                </a:cubicBezTo>
                <a:cubicBezTo>
                  <a:pt x="3550334" y="158447"/>
                  <a:pt x="3549332" y="158390"/>
                  <a:pt x="3548537" y="158276"/>
                </a:cubicBezTo>
                <a:cubicBezTo>
                  <a:pt x="3547743" y="158165"/>
                  <a:pt x="3547100" y="157996"/>
                  <a:pt x="3546608" y="157769"/>
                </a:cubicBezTo>
                <a:cubicBezTo>
                  <a:pt x="3546116" y="157545"/>
                  <a:pt x="3545738" y="157244"/>
                  <a:pt x="3545473" y="156868"/>
                </a:cubicBezTo>
                <a:cubicBezTo>
                  <a:pt x="3545208" y="156490"/>
                  <a:pt x="3545076" y="156038"/>
                  <a:pt x="3545076" y="155513"/>
                </a:cubicBezTo>
                <a:lnTo>
                  <a:pt x="3545076" y="140836"/>
                </a:lnTo>
                <a:cubicBezTo>
                  <a:pt x="3539628" y="146743"/>
                  <a:pt x="3533990" y="151382"/>
                  <a:pt x="3528164" y="154754"/>
                </a:cubicBezTo>
                <a:cubicBezTo>
                  <a:pt x="3522338" y="158124"/>
                  <a:pt x="3515982" y="159809"/>
                  <a:pt x="3509096" y="159809"/>
                </a:cubicBezTo>
                <a:cubicBezTo>
                  <a:pt x="3501681" y="159809"/>
                  <a:pt x="3495362" y="158370"/>
                  <a:pt x="3490141" y="155492"/>
                </a:cubicBezTo>
                <a:cubicBezTo>
                  <a:pt x="3484920" y="152614"/>
                  <a:pt x="3480664" y="148714"/>
                  <a:pt x="3477373" y="143791"/>
                </a:cubicBezTo>
                <a:cubicBezTo>
                  <a:pt x="3474081" y="138865"/>
                  <a:pt x="3471679" y="133090"/>
                  <a:pt x="3470165" y="126464"/>
                </a:cubicBezTo>
                <a:cubicBezTo>
                  <a:pt x="3468652" y="119836"/>
                  <a:pt x="3467895" y="112810"/>
                  <a:pt x="3467895" y="105385"/>
                </a:cubicBezTo>
                <a:cubicBezTo>
                  <a:pt x="3467895" y="96676"/>
                  <a:pt x="3468841" y="88819"/>
                  <a:pt x="3470733" y="81813"/>
                </a:cubicBezTo>
                <a:cubicBezTo>
                  <a:pt x="3472624" y="74806"/>
                  <a:pt x="3475424" y="68842"/>
                  <a:pt x="3479132" y="63918"/>
                </a:cubicBezTo>
                <a:cubicBezTo>
                  <a:pt x="3482839" y="58993"/>
                  <a:pt x="3487417" y="55205"/>
                  <a:pt x="3492865" y="52554"/>
                </a:cubicBezTo>
                <a:cubicBezTo>
                  <a:pt x="3498313" y="49904"/>
                  <a:pt x="3504632" y="48578"/>
                  <a:pt x="3511820" y="48578"/>
                </a:cubicBezTo>
                <a:cubicBezTo>
                  <a:pt x="3518025" y="48578"/>
                  <a:pt x="3523700" y="49961"/>
                  <a:pt x="3528845" y="52728"/>
                </a:cubicBezTo>
                <a:cubicBezTo>
                  <a:pt x="3533990" y="55492"/>
                  <a:pt x="3539060" y="59563"/>
                  <a:pt x="3544054" y="64940"/>
                </a:cubicBezTo>
                <a:lnTo>
                  <a:pt x="3544054" y="2958"/>
                </a:lnTo>
                <a:cubicBezTo>
                  <a:pt x="3544054" y="2502"/>
                  <a:pt x="3544149" y="2084"/>
                  <a:pt x="3544338" y="1706"/>
                </a:cubicBezTo>
                <a:cubicBezTo>
                  <a:pt x="3544527" y="1328"/>
                  <a:pt x="3544886" y="1025"/>
                  <a:pt x="3545416" y="798"/>
                </a:cubicBezTo>
                <a:cubicBezTo>
                  <a:pt x="3545946" y="569"/>
                  <a:pt x="3546646" y="378"/>
                  <a:pt x="3547516" y="227"/>
                </a:cubicBezTo>
                <a:cubicBezTo>
                  <a:pt x="3548386" y="76"/>
                  <a:pt x="3549464" y="0"/>
                  <a:pt x="3550751" y="0"/>
                </a:cubicBezTo>
                <a:cubicBezTo>
                  <a:pt x="3552113" y="0"/>
                  <a:pt x="3553229" y="76"/>
                  <a:pt x="3554099" y="227"/>
                </a:cubicBezTo>
                <a:cubicBezTo>
                  <a:pt x="3554969" y="378"/>
                  <a:pt x="3555650" y="568"/>
                  <a:pt x="3556142" y="795"/>
                </a:cubicBezTo>
                <a:cubicBezTo>
                  <a:pt x="3556634" y="1022"/>
                  <a:pt x="3556993" y="1324"/>
                  <a:pt x="3557220" y="1703"/>
                </a:cubicBezTo>
                <a:cubicBezTo>
                  <a:pt x="3557447" y="2081"/>
                  <a:pt x="3557561" y="2498"/>
                  <a:pt x="3557561" y="2955"/>
                </a:cubicBezTo>
                <a:lnTo>
                  <a:pt x="3557561" y="155492"/>
                </a:lnTo>
                <a:moveTo>
                  <a:pt x="3544054" y="81412"/>
                </a:moveTo>
                <a:cubicBezTo>
                  <a:pt x="3538379" y="74517"/>
                  <a:pt x="3532912" y="69251"/>
                  <a:pt x="3527653" y="65614"/>
                </a:cubicBezTo>
                <a:cubicBezTo>
                  <a:pt x="3522394" y="61975"/>
                  <a:pt x="3516890" y="60155"/>
                  <a:pt x="3511139" y="60155"/>
                </a:cubicBezTo>
                <a:cubicBezTo>
                  <a:pt x="3505918" y="60155"/>
                  <a:pt x="3501454" y="61406"/>
                  <a:pt x="3497746" y="63908"/>
                </a:cubicBezTo>
                <a:cubicBezTo>
                  <a:pt x="3494038" y="66407"/>
                  <a:pt x="3491011" y="69702"/>
                  <a:pt x="3488666" y="73793"/>
                </a:cubicBezTo>
                <a:cubicBezTo>
                  <a:pt x="3486320" y="77884"/>
                  <a:pt x="3484618" y="82505"/>
                  <a:pt x="3483558" y="87658"/>
                </a:cubicBezTo>
                <a:cubicBezTo>
                  <a:pt x="3482499" y="92810"/>
                  <a:pt x="3481969" y="98038"/>
                  <a:pt x="3481969" y="103342"/>
                </a:cubicBezTo>
                <a:cubicBezTo>
                  <a:pt x="3481969" y="109024"/>
                  <a:pt x="3482423" y="114555"/>
                  <a:pt x="3483331" y="119934"/>
                </a:cubicBezTo>
                <a:cubicBezTo>
                  <a:pt x="3484239" y="125314"/>
                  <a:pt x="3485790" y="130106"/>
                  <a:pt x="3487985" y="134310"/>
                </a:cubicBezTo>
                <a:cubicBezTo>
                  <a:pt x="3490179" y="138514"/>
                  <a:pt x="3493092" y="141886"/>
                  <a:pt x="3496724" y="144426"/>
                </a:cubicBezTo>
                <a:cubicBezTo>
                  <a:pt x="3500356" y="146963"/>
                  <a:pt x="3504896" y="148232"/>
                  <a:pt x="3510344" y="148232"/>
                </a:cubicBezTo>
                <a:cubicBezTo>
                  <a:pt x="3513068" y="148232"/>
                  <a:pt x="3515717" y="147853"/>
                  <a:pt x="3518289" y="147097"/>
                </a:cubicBezTo>
                <a:cubicBezTo>
                  <a:pt x="3520862" y="146338"/>
                  <a:pt x="3523510" y="145087"/>
                  <a:pt x="3526234" y="143344"/>
                </a:cubicBezTo>
                <a:cubicBezTo>
                  <a:pt x="3528958" y="141601"/>
                  <a:pt x="3531777" y="139347"/>
                  <a:pt x="3534690" y="136580"/>
                </a:cubicBezTo>
                <a:cubicBezTo>
                  <a:pt x="3537603" y="133813"/>
                  <a:pt x="3540725" y="130384"/>
                  <a:pt x="3544054" y="126291"/>
                </a:cubicBezTo>
                <a:lnTo>
                  <a:pt x="3544054" y="81412"/>
                </a:lnTo>
                <a:close/>
                <a:moveTo>
                  <a:pt x="3741032" y="102661"/>
                </a:moveTo>
                <a:cubicBezTo>
                  <a:pt x="3741032" y="111446"/>
                  <a:pt x="3740067" y="119360"/>
                  <a:pt x="3738138" y="126404"/>
                </a:cubicBezTo>
                <a:cubicBezTo>
                  <a:pt x="3736208" y="133448"/>
                  <a:pt x="3733371" y="139433"/>
                  <a:pt x="3729625" y="144358"/>
                </a:cubicBezTo>
                <a:cubicBezTo>
                  <a:pt x="3725880" y="149281"/>
                  <a:pt x="3721245" y="153087"/>
                  <a:pt x="3715721" y="155776"/>
                </a:cubicBezTo>
                <a:cubicBezTo>
                  <a:pt x="3710198" y="158464"/>
                  <a:pt x="3703879" y="159809"/>
                  <a:pt x="3696767" y="159809"/>
                </a:cubicBezTo>
                <a:cubicBezTo>
                  <a:pt x="3693740" y="159809"/>
                  <a:pt x="3690902" y="159486"/>
                  <a:pt x="3688254" y="158840"/>
                </a:cubicBezTo>
                <a:cubicBezTo>
                  <a:pt x="3685606" y="158197"/>
                  <a:pt x="3683014" y="157195"/>
                  <a:pt x="3680479" y="155833"/>
                </a:cubicBezTo>
                <a:cubicBezTo>
                  <a:pt x="3677944" y="154468"/>
                  <a:pt x="3675410" y="152763"/>
                  <a:pt x="3672875" y="150718"/>
                </a:cubicBezTo>
                <a:cubicBezTo>
                  <a:pt x="3670340" y="148673"/>
                  <a:pt x="3667673" y="146211"/>
                  <a:pt x="3664873" y="143333"/>
                </a:cubicBezTo>
                <a:lnTo>
                  <a:pt x="3664873" y="196356"/>
                </a:lnTo>
                <a:cubicBezTo>
                  <a:pt x="3664873" y="196810"/>
                  <a:pt x="3664760" y="197226"/>
                  <a:pt x="3664533" y="197604"/>
                </a:cubicBezTo>
                <a:cubicBezTo>
                  <a:pt x="3664306" y="197983"/>
                  <a:pt x="3663946" y="198304"/>
                  <a:pt x="3663454" y="198569"/>
                </a:cubicBezTo>
                <a:cubicBezTo>
                  <a:pt x="3662962" y="198834"/>
                  <a:pt x="3662281" y="199023"/>
                  <a:pt x="3661411" y="199137"/>
                </a:cubicBezTo>
                <a:cubicBezTo>
                  <a:pt x="3660541" y="199250"/>
                  <a:pt x="3659425" y="199307"/>
                  <a:pt x="3658063" y="199307"/>
                </a:cubicBezTo>
                <a:cubicBezTo>
                  <a:pt x="3656777" y="199307"/>
                  <a:pt x="3655698" y="199250"/>
                  <a:pt x="3654828" y="199137"/>
                </a:cubicBezTo>
                <a:cubicBezTo>
                  <a:pt x="3653958" y="199023"/>
                  <a:pt x="3653258" y="198834"/>
                  <a:pt x="3652728" y="198569"/>
                </a:cubicBezTo>
                <a:cubicBezTo>
                  <a:pt x="3652199" y="198304"/>
                  <a:pt x="3651839" y="197981"/>
                  <a:pt x="3651650" y="197601"/>
                </a:cubicBezTo>
                <a:cubicBezTo>
                  <a:pt x="3651461" y="197222"/>
                  <a:pt x="3651366" y="196806"/>
                  <a:pt x="3651366" y="196352"/>
                </a:cubicBezTo>
                <a:lnTo>
                  <a:pt x="3651366" y="52668"/>
                </a:lnTo>
                <a:cubicBezTo>
                  <a:pt x="3651366" y="52138"/>
                  <a:pt x="3651461" y="51684"/>
                  <a:pt x="3651650" y="51306"/>
                </a:cubicBezTo>
                <a:cubicBezTo>
                  <a:pt x="3651839" y="50925"/>
                  <a:pt x="3652180" y="50621"/>
                  <a:pt x="3652672" y="50394"/>
                </a:cubicBezTo>
                <a:cubicBezTo>
                  <a:pt x="3653164" y="50167"/>
                  <a:pt x="3653807" y="49997"/>
                  <a:pt x="3654601" y="49883"/>
                </a:cubicBezTo>
                <a:cubicBezTo>
                  <a:pt x="3655396" y="49770"/>
                  <a:pt x="3656360" y="49713"/>
                  <a:pt x="3657496" y="49713"/>
                </a:cubicBezTo>
                <a:cubicBezTo>
                  <a:pt x="3658631" y="49713"/>
                  <a:pt x="3659576" y="49771"/>
                  <a:pt x="3660333" y="49887"/>
                </a:cubicBezTo>
                <a:cubicBezTo>
                  <a:pt x="3661090" y="50000"/>
                  <a:pt x="3661733" y="50172"/>
                  <a:pt x="3662263" y="50401"/>
                </a:cubicBezTo>
                <a:cubicBezTo>
                  <a:pt x="3662792" y="50628"/>
                  <a:pt x="3663171" y="50932"/>
                  <a:pt x="3663398" y="51313"/>
                </a:cubicBezTo>
                <a:cubicBezTo>
                  <a:pt x="3663625" y="51694"/>
                  <a:pt x="3663738" y="52151"/>
                  <a:pt x="3663738" y="52685"/>
                </a:cubicBezTo>
                <a:lnTo>
                  <a:pt x="3663738" y="67664"/>
                </a:lnTo>
                <a:cubicBezTo>
                  <a:pt x="3666916" y="64408"/>
                  <a:pt x="3669943" y="61587"/>
                  <a:pt x="3672818" y="59201"/>
                </a:cubicBezTo>
                <a:cubicBezTo>
                  <a:pt x="3675693" y="56815"/>
                  <a:pt x="3678569" y="54828"/>
                  <a:pt x="3681444" y="53239"/>
                </a:cubicBezTo>
                <a:cubicBezTo>
                  <a:pt x="3684319" y="51647"/>
                  <a:pt x="3687270" y="50473"/>
                  <a:pt x="3690297" y="49717"/>
                </a:cubicBezTo>
                <a:cubicBezTo>
                  <a:pt x="3693324" y="48958"/>
                  <a:pt x="3696540" y="48578"/>
                  <a:pt x="3699945" y="48578"/>
                </a:cubicBezTo>
                <a:cubicBezTo>
                  <a:pt x="3707360" y="48578"/>
                  <a:pt x="3713678" y="49998"/>
                  <a:pt x="3718899" y="52838"/>
                </a:cubicBezTo>
                <a:cubicBezTo>
                  <a:pt x="3724120" y="55678"/>
                  <a:pt x="3728377" y="59561"/>
                  <a:pt x="3731668" y="64486"/>
                </a:cubicBezTo>
                <a:cubicBezTo>
                  <a:pt x="3734960" y="69409"/>
                  <a:pt x="3737343" y="75147"/>
                  <a:pt x="3738819" y="81699"/>
                </a:cubicBezTo>
                <a:cubicBezTo>
                  <a:pt x="3740294" y="88249"/>
                  <a:pt x="3741032" y="95236"/>
                  <a:pt x="3741032" y="102661"/>
                </a:cubicBezTo>
                <a:moveTo>
                  <a:pt x="3726844" y="104818"/>
                </a:moveTo>
                <a:cubicBezTo>
                  <a:pt x="3726844" y="99060"/>
                  <a:pt x="3726390" y="93510"/>
                  <a:pt x="3725482" y="88169"/>
                </a:cubicBezTo>
                <a:cubicBezTo>
                  <a:pt x="3724574" y="82827"/>
                  <a:pt x="3723042" y="78073"/>
                  <a:pt x="3720885" y="73907"/>
                </a:cubicBezTo>
                <a:cubicBezTo>
                  <a:pt x="3718729" y="69740"/>
                  <a:pt x="3715854" y="66407"/>
                  <a:pt x="3712259" y="63908"/>
                </a:cubicBezTo>
                <a:cubicBezTo>
                  <a:pt x="3708665" y="61406"/>
                  <a:pt x="3704144" y="60155"/>
                  <a:pt x="3698696" y="60155"/>
                </a:cubicBezTo>
                <a:cubicBezTo>
                  <a:pt x="3695972" y="60155"/>
                  <a:pt x="3693305" y="60535"/>
                  <a:pt x="3690694" y="61294"/>
                </a:cubicBezTo>
                <a:cubicBezTo>
                  <a:pt x="3688084" y="62050"/>
                  <a:pt x="3685417" y="63300"/>
                  <a:pt x="3682693" y="65043"/>
                </a:cubicBezTo>
                <a:cubicBezTo>
                  <a:pt x="3679969" y="66786"/>
                  <a:pt x="3677131" y="69040"/>
                  <a:pt x="3674180" y="71807"/>
                </a:cubicBezTo>
                <a:cubicBezTo>
                  <a:pt x="3671229" y="74573"/>
                  <a:pt x="3668127" y="78003"/>
                  <a:pt x="3664873" y="82096"/>
                </a:cubicBezTo>
                <a:lnTo>
                  <a:pt x="3664873" y="126862"/>
                </a:lnTo>
                <a:cubicBezTo>
                  <a:pt x="3670548" y="133757"/>
                  <a:pt x="3675977" y="139043"/>
                  <a:pt x="3681160" y="142720"/>
                </a:cubicBezTo>
                <a:cubicBezTo>
                  <a:pt x="3686344" y="146394"/>
                  <a:pt x="3691773" y="148232"/>
                  <a:pt x="3697448" y="148232"/>
                </a:cubicBezTo>
                <a:cubicBezTo>
                  <a:pt x="3702669" y="148232"/>
                  <a:pt x="3707152" y="146963"/>
                  <a:pt x="3710897" y="144426"/>
                </a:cubicBezTo>
                <a:cubicBezTo>
                  <a:pt x="3714643" y="141886"/>
                  <a:pt x="3717689" y="138552"/>
                  <a:pt x="3720034" y="134424"/>
                </a:cubicBezTo>
                <a:cubicBezTo>
                  <a:pt x="3722380" y="130295"/>
                  <a:pt x="3724101" y="125636"/>
                  <a:pt x="3725199" y="120445"/>
                </a:cubicBezTo>
                <a:cubicBezTo>
                  <a:pt x="3726296" y="115255"/>
                  <a:pt x="3726844" y="110046"/>
                  <a:pt x="3726844" y="104818"/>
                </a:cubicBezTo>
                <a:close/>
                <a:moveTo>
                  <a:pt x="3829217" y="58084"/>
                </a:moveTo>
                <a:cubicBezTo>
                  <a:pt x="3829217" y="59228"/>
                  <a:pt x="3829180" y="60200"/>
                  <a:pt x="3829104" y="60999"/>
                </a:cubicBezTo>
                <a:cubicBezTo>
                  <a:pt x="3829028" y="61799"/>
                  <a:pt x="3828896" y="62444"/>
                  <a:pt x="3828707" y="62936"/>
                </a:cubicBezTo>
                <a:cubicBezTo>
                  <a:pt x="3828517" y="63428"/>
                  <a:pt x="3828290" y="63806"/>
                  <a:pt x="3828026" y="64071"/>
                </a:cubicBezTo>
                <a:cubicBezTo>
                  <a:pt x="3827761" y="64336"/>
                  <a:pt x="3827401" y="64468"/>
                  <a:pt x="3826947" y="64468"/>
                </a:cubicBezTo>
                <a:cubicBezTo>
                  <a:pt x="3826266" y="64468"/>
                  <a:pt x="3825472" y="64298"/>
                  <a:pt x="3824564" y="63957"/>
                </a:cubicBezTo>
                <a:cubicBezTo>
                  <a:pt x="3823656" y="63617"/>
                  <a:pt x="3822597" y="63258"/>
                  <a:pt x="3821386" y="62879"/>
                </a:cubicBezTo>
                <a:cubicBezTo>
                  <a:pt x="3820175" y="62501"/>
                  <a:pt x="3818851" y="62141"/>
                  <a:pt x="3817413" y="61801"/>
                </a:cubicBezTo>
                <a:cubicBezTo>
                  <a:pt x="3815976" y="61460"/>
                  <a:pt x="3814387" y="61290"/>
                  <a:pt x="3812646" y="61290"/>
                </a:cubicBezTo>
                <a:cubicBezTo>
                  <a:pt x="3810603" y="61290"/>
                  <a:pt x="3808598" y="61722"/>
                  <a:pt x="3806631" y="62585"/>
                </a:cubicBezTo>
                <a:cubicBezTo>
                  <a:pt x="3804663" y="63448"/>
                  <a:pt x="3802602" y="64837"/>
                  <a:pt x="3800445" y="66752"/>
                </a:cubicBezTo>
                <a:cubicBezTo>
                  <a:pt x="3798289" y="68668"/>
                  <a:pt x="3796018" y="71203"/>
                  <a:pt x="3793635" y="74357"/>
                </a:cubicBezTo>
                <a:cubicBezTo>
                  <a:pt x="3791251" y="77511"/>
                  <a:pt x="3788622" y="81379"/>
                  <a:pt x="3785747" y="85959"/>
                </a:cubicBezTo>
                <a:lnTo>
                  <a:pt x="3785747" y="155492"/>
                </a:lnTo>
                <a:cubicBezTo>
                  <a:pt x="3785747" y="155946"/>
                  <a:pt x="3785633" y="156363"/>
                  <a:pt x="3785406" y="156744"/>
                </a:cubicBezTo>
                <a:cubicBezTo>
                  <a:pt x="3785179" y="157122"/>
                  <a:pt x="3784820" y="157425"/>
                  <a:pt x="3784328" y="157652"/>
                </a:cubicBezTo>
                <a:cubicBezTo>
                  <a:pt x="3783836" y="157879"/>
                  <a:pt x="3783155" y="158068"/>
                  <a:pt x="3782285" y="158220"/>
                </a:cubicBezTo>
                <a:cubicBezTo>
                  <a:pt x="3781415" y="158371"/>
                  <a:pt x="3780299" y="158447"/>
                  <a:pt x="3778937" y="158447"/>
                </a:cubicBezTo>
                <a:cubicBezTo>
                  <a:pt x="3777650" y="158447"/>
                  <a:pt x="3776572" y="158371"/>
                  <a:pt x="3775702" y="158220"/>
                </a:cubicBezTo>
                <a:cubicBezTo>
                  <a:pt x="3774832" y="158068"/>
                  <a:pt x="3774132" y="157879"/>
                  <a:pt x="3773602" y="157652"/>
                </a:cubicBezTo>
                <a:cubicBezTo>
                  <a:pt x="3773072" y="157425"/>
                  <a:pt x="3772713" y="157122"/>
                  <a:pt x="3772524" y="156744"/>
                </a:cubicBezTo>
                <a:cubicBezTo>
                  <a:pt x="3772335" y="156363"/>
                  <a:pt x="3772240" y="155946"/>
                  <a:pt x="3772240" y="155492"/>
                </a:cubicBezTo>
                <a:lnTo>
                  <a:pt x="3772240" y="52668"/>
                </a:lnTo>
                <a:cubicBezTo>
                  <a:pt x="3772240" y="52214"/>
                  <a:pt x="3772335" y="51798"/>
                  <a:pt x="3772524" y="51419"/>
                </a:cubicBezTo>
                <a:cubicBezTo>
                  <a:pt x="3772713" y="51039"/>
                  <a:pt x="3773072" y="50716"/>
                  <a:pt x="3773602" y="50451"/>
                </a:cubicBezTo>
                <a:cubicBezTo>
                  <a:pt x="3774132" y="50186"/>
                  <a:pt x="3774794" y="49997"/>
                  <a:pt x="3775588" y="49883"/>
                </a:cubicBezTo>
                <a:cubicBezTo>
                  <a:pt x="3776383" y="49770"/>
                  <a:pt x="3777423" y="49713"/>
                  <a:pt x="3778710" y="49713"/>
                </a:cubicBezTo>
                <a:cubicBezTo>
                  <a:pt x="3779996" y="49713"/>
                  <a:pt x="3781055" y="49770"/>
                  <a:pt x="3781888" y="49883"/>
                </a:cubicBezTo>
                <a:cubicBezTo>
                  <a:pt x="3782720" y="49997"/>
                  <a:pt x="3783363" y="50186"/>
                  <a:pt x="3783817" y="50451"/>
                </a:cubicBezTo>
                <a:cubicBezTo>
                  <a:pt x="3784271" y="50716"/>
                  <a:pt x="3784593" y="51039"/>
                  <a:pt x="3784782" y="51419"/>
                </a:cubicBezTo>
                <a:cubicBezTo>
                  <a:pt x="3784971" y="51798"/>
                  <a:pt x="3785066" y="52214"/>
                  <a:pt x="3785066" y="52668"/>
                </a:cubicBezTo>
                <a:lnTo>
                  <a:pt x="3785066" y="68916"/>
                </a:lnTo>
                <a:cubicBezTo>
                  <a:pt x="3788017" y="64622"/>
                  <a:pt x="3790741" y="61157"/>
                  <a:pt x="3793238" y="58520"/>
                </a:cubicBezTo>
                <a:cubicBezTo>
                  <a:pt x="3795735" y="55884"/>
                  <a:pt x="3798118" y="53831"/>
                  <a:pt x="3800388" y="52363"/>
                </a:cubicBezTo>
                <a:cubicBezTo>
                  <a:pt x="3802658" y="50894"/>
                  <a:pt x="3804872" y="49896"/>
                  <a:pt x="3807028" y="49369"/>
                </a:cubicBezTo>
                <a:cubicBezTo>
                  <a:pt x="3809185" y="48842"/>
                  <a:pt x="3811398" y="48578"/>
                  <a:pt x="3813668" y="48578"/>
                </a:cubicBezTo>
                <a:cubicBezTo>
                  <a:pt x="3814651" y="48578"/>
                  <a:pt x="3815786" y="48636"/>
                  <a:pt x="3817073" y="48752"/>
                </a:cubicBezTo>
                <a:cubicBezTo>
                  <a:pt x="3818359" y="48865"/>
                  <a:pt x="3819740" y="49075"/>
                  <a:pt x="3821216" y="49380"/>
                </a:cubicBezTo>
                <a:cubicBezTo>
                  <a:pt x="3822691" y="49685"/>
                  <a:pt x="3824015" y="50048"/>
                  <a:pt x="3825188" y="50469"/>
                </a:cubicBezTo>
                <a:cubicBezTo>
                  <a:pt x="3826361" y="50887"/>
                  <a:pt x="3827174" y="51269"/>
                  <a:pt x="3827628" y="51614"/>
                </a:cubicBezTo>
                <a:cubicBezTo>
                  <a:pt x="3828082" y="51957"/>
                  <a:pt x="3828385" y="52262"/>
                  <a:pt x="3828536" y="52529"/>
                </a:cubicBezTo>
                <a:cubicBezTo>
                  <a:pt x="3828688" y="52797"/>
                  <a:pt x="3828820" y="53141"/>
                  <a:pt x="3828934" y="53562"/>
                </a:cubicBezTo>
                <a:cubicBezTo>
                  <a:pt x="3829047" y="53980"/>
                  <a:pt x="3829123" y="54552"/>
                  <a:pt x="3829161" y="55278"/>
                </a:cubicBezTo>
                <a:cubicBezTo>
                  <a:pt x="3829198" y="56004"/>
                  <a:pt x="3829217" y="56939"/>
                  <a:pt x="3829217" y="58084"/>
                </a:cubicBezTo>
                <a:close/>
                <a:moveTo>
                  <a:pt x="3941257" y="103115"/>
                </a:moveTo>
                <a:cubicBezTo>
                  <a:pt x="3941257" y="111294"/>
                  <a:pt x="3940198" y="118830"/>
                  <a:pt x="3938079" y="125723"/>
                </a:cubicBezTo>
                <a:cubicBezTo>
                  <a:pt x="3935961" y="132616"/>
                  <a:pt x="3932801" y="138601"/>
                  <a:pt x="3928602" y="143677"/>
                </a:cubicBezTo>
                <a:cubicBezTo>
                  <a:pt x="3924402" y="148752"/>
                  <a:pt x="3919162" y="152709"/>
                  <a:pt x="3912882" y="155549"/>
                </a:cubicBezTo>
                <a:cubicBezTo>
                  <a:pt x="3906602" y="158389"/>
                  <a:pt x="3899300" y="159809"/>
                  <a:pt x="3890977" y="159809"/>
                </a:cubicBezTo>
                <a:cubicBezTo>
                  <a:pt x="3882956" y="159809"/>
                  <a:pt x="3875938" y="158540"/>
                  <a:pt x="3869922" y="156003"/>
                </a:cubicBezTo>
                <a:cubicBezTo>
                  <a:pt x="3863907" y="153466"/>
                  <a:pt x="3858875" y="149830"/>
                  <a:pt x="3854827" y="145096"/>
                </a:cubicBezTo>
                <a:cubicBezTo>
                  <a:pt x="3850778" y="140362"/>
                  <a:pt x="3847752" y="134625"/>
                  <a:pt x="3845747" y="127883"/>
                </a:cubicBezTo>
                <a:cubicBezTo>
                  <a:pt x="3843741" y="121142"/>
                  <a:pt x="3842739" y="113529"/>
                  <a:pt x="3842739" y="105045"/>
                </a:cubicBezTo>
                <a:cubicBezTo>
                  <a:pt x="3842739" y="96866"/>
                  <a:pt x="3843779" y="89330"/>
                  <a:pt x="3845860" y="82437"/>
                </a:cubicBezTo>
                <a:cubicBezTo>
                  <a:pt x="3847941" y="75544"/>
                  <a:pt x="3851081" y="69579"/>
                  <a:pt x="3855281" y="64543"/>
                </a:cubicBezTo>
                <a:cubicBezTo>
                  <a:pt x="3859480" y="59504"/>
                  <a:pt x="3864720" y="55583"/>
                  <a:pt x="3871000" y="52781"/>
                </a:cubicBezTo>
                <a:cubicBezTo>
                  <a:pt x="3877281" y="49979"/>
                  <a:pt x="3884620" y="48578"/>
                  <a:pt x="3893020" y="48578"/>
                </a:cubicBezTo>
                <a:cubicBezTo>
                  <a:pt x="3901040" y="48578"/>
                  <a:pt x="3908058" y="49828"/>
                  <a:pt x="3914074" y="52327"/>
                </a:cubicBezTo>
                <a:cubicBezTo>
                  <a:pt x="3920089" y="54827"/>
                  <a:pt x="3925102" y="58443"/>
                  <a:pt x="3929113" y="63177"/>
                </a:cubicBezTo>
                <a:cubicBezTo>
                  <a:pt x="3933123" y="67911"/>
                  <a:pt x="3936150" y="73649"/>
                  <a:pt x="3938193" y="80390"/>
                </a:cubicBezTo>
                <a:cubicBezTo>
                  <a:pt x="3940236" y="87132"/>
                  <a:pt x="3941257" y="94707"/>
                  <a:pt x="3941257" y="103115"/>
                </a:cubicBezTo>
                <a:moveTo>
                  <a:pt x="3926956" y="104364"/>
                </a:moveTo>
                <a:cubicBezTo>
                  <a:pt x="3926956" y="98530"/>
                  <a:pt x="3926389" y="92962"/>
                  <a:pt x="3925254" y="87658"/>
                </a:cubicBezTo>
                <a:cubicBezTo>
                  <a:pt x="3924119" y="82354"/>
                  <a:pt x="3922227" y="77676"/>
                  <a:pt x="3919579" y="73623"/>
                </a:cubicBezTo>
                <a:cubicBezTo>
                  <a:pt x="3916930" y="69570"/>
                  <a:pt x="3913374" y="66350"/>
                  <a:pt x="3908910" y="63965"/>
                </a:cubicBezTo>
                <a:cubicBezTo>
                  <a:pt x="3904445" y="61576"/>
                  <a:pt x="3898884" y="60382"/>
                  <a:pt x="3892225" y="60382"/>
                </a:cubicBezTo>
                <a:cubicBezTo>
                  <a:pt x="3886096" y="60382"/>
                  <a:pt x="3880799" y="61481"/>
                  <a:pt x="3876335" y="63677"/>
                </a:cubicBezTo>
                <a:cubicBezTo>
                  <a:pt x="3871871" y="65874"/>
                  <a:pt x="3868220" y="68924"/>
                  <a:pt x="3865382" y="72828"/>
                </a:cubicBezTo>
                <a:cubicBezTo>
                  <a:pt x="3862545" y="76730"/>
                  <a:pt x="3860445" y="81333"/>
                  <a:pt x="3859083" y="86636"/>
                </a:cubicBezTo>
                <a:cubicBezTo>
                  <a:pt x="3857721" y="91940"/>
                  <a:pt x="3857040" y="97660"/>
                  <a:pt x="3857040" y="103796"/>
                </a:cubicBezTo>
                <a:cubicBezTo>
                  <a:pt x="3857040" y="109705"/>
                  <a:pt x="3857607" y="115331"/>
                  <a:pt x="3858742" y="120672"/>
                </a:cubicBezTo>
                <a:cubicBezTo>
                  <a:pt x="3859877" y="126014"/>
                  <a:pt x="3861769" y="130692"/>
                  <a:pt x="3864417" y="134707"/>
                </a:cubicBezTo>
                <a:cubicBezTo>
                  <a:pt x="3867066" y="138722"/>
                  <a:pt x="3870622" y="141905"/>
                  <a:pt x="3875086" y="144256"/>
                </a:cubicBezTo>
                <a:cubicBezTo>
                  <a:pt x="3879551" y="146604"/>
                  <a:pt x="3885112" y="147778"/>
                  <a:pt x="3891771" y="147778"/>
                </a:cubicBezTo>
                <a:cubicBezTo>
                  <a:pt x="3897900" y="147778"/>
                  <a:pt x="3903197" y="146679"/>
                  <a:pt x="3907661" y="144483"/>
                </a:cubicBezTo>
                <a:cubicBezTo>
                  <a:pt x="3912125" y="142286"/>
                  <a:pt x="3915776" y="139256"/>
                  <a:pt x="3918614" y="135392"/>
                </a:cubicBezTo>
                <a:cubicBezTo>
                  <a:pt x="3921451" y="131526"/>
                  <a:pt x="3923551" y="126942"/>
                  <a:pt x="3924913" y="121641"/>
                </a:cubicBezTo>
                <a:cubicBezTo>
                  <a:pt x="3926275" y="116337"/>
                  <a:pt x="3926956" y="110578"/>
                  <a:pt x="3926956" y="104364"/>
                </a:cubicBezTo>
                <a:close/>
                <a:moveTo>
                  <a:pt x="4129255" y="155496"/>
                </a:moveTo>
                <a:cubicBezTo>
                  <a:pt x="4129255" y="155950"/>
                  <a:pt x="4129141" y="156366"/>
                  <a:pt x="4128914" y="156744"/>
                </a:cubicBezTo>
                <a:cubicBezTo>
                  <a:pt x="4128687" y="157122"/>
                  <a:pt x="4128328" y="157425"/>
                  <a:pt x="4127836" y="157652"/>
                </a:cubicBezTo>
                <a:cubicBezTo>
                  <a:pt x="4127344" y="157879"/>
                  <a:pt x="4126663" y="158068"/>
                  <a:pt x="4125793" y="158220"/>
                </a:cubicBezTo>
                <a:cubicBezTo>
                  <a:pt x="4124923" y="158371"/>
                  <a:pt x="4123845" y="158447"/>
                  <a:pt x="4122558" y="158447"/>
                </a:cubicBezTo>
                <a:cubicBezTo>
                  <a:pt x="4121196" y="158447"/>
                  <a:pt x="4120080" y="158371"/>
                  <a:pt x="4119210" y="158220"/>
                </a:cubicBezTo>
                <a:cubicBezTo>
                  <a:pt x="4118340" y="158068"/>
                  <a:pt x="4117640" y="157879"/>
                  <a:pt x="4117110" y="157652"/>
                </a:cubicBezTo>
                <a:cubicBezTo>
                  <a:pt x="4116581" y="157425"/>
                  <a:pt x="4116221" y="157122"/>
                  <a:pt x="4116032" y="156744"/>
                </a:cubicBezTo>
                <a:cubicBezTo>
                  <a:pt x="4115843" y="156366"/>
                  <a:pt x="4115748" y="155950"/>
                  <a:pt x="4115748" y="155496"/>
                </a:cubicBezTo>
                <a:lnTo>
                  <a:pt x="4115748" y="92276"/>
                </a:lnTo>
                <a:cubicBezTo>
                  <a:pt x="4115748" y="87433"/>
                  <a:pt x="4115313" y="83026"/>
                  <a:pt x="4114443" y="79053"/>
                </a:cubicBezTo>
                <a:cubicBezTo>
                  <a:pt x="4113573" y="75081"/>
                  <a:pt x="4112211" y="71676"/>
                  <a:pt x="4110357" y="68838"/>
                </a:cubicBezTo>
                <a:cubicBezTo>
                  <a:pt x="4108503" y="66001"/>
                  <a:pt x="4106158" y="63806"/>
                  <a:pt x="4103320" y="62255"/>
                </a:cubicBezTo>
                <a:cubicBezTo>
                  <a:pt x="4100483" y="60704"/>
                  <a:pt x="4097134" y="59928"/>
                  <a:pt x="4093275" y="59928"/>
                </a:cubicBezTo>
                <a:cubicBezTo>
                  <a:pt x="4088508" y="59928"/>
                  <a:pt x="4083684" y="61782"/>
                  <a:pt x="4078804" y="65490"/>
                </a:cubicBezTo>
                <a:cubicBezTo>
                  <a:pt x="4073923" y="69197"/>
                  <a:pt x="4068570" y="74645"/>
                  <a:pt x="4062744" y="81834"/>
                </a:cubicBezTo>
                <a:lnTo>
                  <a:pt x="4062744" y="155496"/>
                </a:lnTo>
                <a:cubicBezTo>
                  <a:pt x="4062744" y="155950"/>
                  <a:pt x="4062630" y="156366"/>
                  <a:pt x="4062403" y="156744"/>
                </a:cubicBezTo>
                <a:cubicBezTo>
                  <a:pt x="4062176" y="157122"/>
                  <a:pt x="4061817" y="157425"/>
                  <a:pt x="4061325" y="157652"/>
                </a:cubicBezTo>
                <a:cubicBezTo>
                  <a:pt x="4060833" y="157879"/>
                  <a:pt x="4060152" y="158068"/>
                  <a:pt x="4059282" y="158220"/>
                </a:cubicBezTo>
                <a:cubicBezTo>
                  <a:pt x="4058412" y="158371"/>
                  <a:pt x="4057333" y="158447"/>
                  <a:pt x="4056047" y="158447"/>
                </a:cubicBezTo>
                <a:cubicBezTo>
                  <a:pt x="4054761" y="158447"/>
                  <a:pt x="4053683" y="158371"/>
                  <a:pt x="4052812" y="158220"/>
                </a:cubicBezTo>
                <a:cubicBezTo>
                  <a:pt x="4051942" y="158068"/>
                  <a:pt x="4051242" y="157879"/>
                  <a:pt x="4050713" y="157652"/>
                </a:cubicBezTo>
                <a:cubicBezTo>
                  <a:pt x="4050183" y="157425"/>
                  <a:pt x="4049824" y="157122"/>
                  <a:pt x="4049634" y="156744"/>
                </a:cubicBezTo>
                <a:cubicBezTo>
                  <a:pt x="4049445" y="156366"/>
                  <a:pt x="4049351" y="155950"/>
                  <a:pt x="4049351" y="155496"/>
                </a:cubicBezTo>
                <a:lnTo>
                  <a:pt x="4049351" y="92276"/>
                </a:lnTo>
                <a:cubicBezTo>
                  <a:pt x="4049351" y="87433"/>
                  <a:pt x="4048897" y="83026"/>
                  <a:pt x="4047989" y="79053"/>
                </a:cubicBezTo>
                <a:cubicBezTo>
                  <a:pt x="4047081" y="75081"/>
                  <a:pt x="4045700" y="71676"/>
                  <a:pt x="4043846" y="68838"/>
                </a:cubicBezTo>
                <a:cubicBezTo>
                  <a:pt x="4041992" y="66001"/>
                  <a:pt x="4039646" y="63806"/>
                  <a:pt x="4036809" y="62255"/>
                </a:cubicBezTo>
                <a:cubicBezTo>
                  <a:pt x="4033971" y="60704"/>
                  <a:pt x="4030623" y="59928"/>
                  <a:pt x="4026764" y="59928"/>
                </a:cubicBezTo>
                <a:cubicBezTo>
                  <a:pt x="4021997" y="59928"/>
                  <a:pt x="4017173" y="61782"/>
                  <a:pt x="4012293" y="65490"/>
                </a:cubicBezTo>
                <a:cubicBezTo>
                  <a:pt x="4007412" y="69197"/>
                  <a:pt x="4002097" y="74645"/>
                  <a:pt x="3996346" y="81834"/>
                </a:cubicBezTo>
                <a:lnTo>
                  <a:pt x="3996346" y="155496"/>
                </a:lnTo>
                <a:cubicBezTo>
                  <a:pt x="3996346" y="155950"/>
                  <a:pt x="3996232" y="156366"/>
                  <a:pt x="3996005" y="156744"/>
                </a:cubicBezTo>
                <a:cubicBezTo>
                  <a:pt x="3995778" y="157122"/>
                  <a:pt x="3995419" y="157425"/>
                  <a:pt x="3994927" y="157652"/>
                </a:cubicBezTo>
                <a:cubicBezTo>
                  <a:pt x="3994435" y="157879"/>
                  <a:pt x="3993754" y="158068"/>
                  <a:pt x="3992884" y="158220"/>
                </a:cubicBezTo>
                <a:cubicBezTo>
                  <a:pt x="3992014" y="158371"/>
                  <a:pt x="3990898" y="158447"/>
                  <a:pt x="3989536" y="158447"/>
                </a:cubicBezTo>
                <a:cubicBezTo>
                  <a:pt x="3988250" y="158447"/>
                  <a:pt x="3987171" y="158371"/>
                  <a:pt x="3986301" y="158220"/>
                </a:cubicBezTo>
                <a:cubicBezTo>
                  <a:pt x="3985431" y="158068"/>
                  <a:pt x="3984731" y="157879"/>
                  <a:pt x="3984201" y="157652"/>
                </a:cubicBezTo>
                <a:cubicBezTo>
                  <a:pt x="3983672" y="157425"/>
                  <a:pt x="3983312" y="157122"/>
                  <a:pt x="3983123" y="156744"/>
                </a:cubicBezTo>
                <a:cubicBezTo>
                  <a:pt x="3982934" y="156363"/>
                  <a:pt x="3982839" y="155946"/>
                  <a:pt x="3982839" y="155492"/>
                </a:cubicBezTo>
                <a:lnTo>
                  <a:pt x="3982839" y="52668"/>
                </a:lnTo>
                <a:cubicBezTo>
                  <a:pt x="3982839" y="52214"/>
                  <a:pt x="3982934" y="51798"/>
                  <a:pt x="3983123" y="51419"/>
                </a:cubicBezTo>
                <a:cubicBezTo>
                  <a:pt x="3983312" y="51039"/>
                  <a:pt x="3983672" y="50716"/>
                  <a:pt x="3984201" y="50451"/>
                </a:cubicBezTo>
                <a:cubicBezTo>
                  <a:pt x="3984731" y="50186"/>
                  <a:pt x="3985393" y="49997"/>
                  <a:pt x="3986188" y="49883"/>
                </a:cubicBezTo>
                <a:cubicBezTo>
                  <a:pt x="3986982" y="49770"/>
                  <a:pt x="3988023" y="49713"/>
                  <a:pt x="3989309" y="49713"/>
                </a:cubicBezTo>
                <a:cubicBezTo>
                  <a:pt x="3990595" y="49713"/>
                  <a:pt x="3991655" y="49770"/>
                  <a:pt x="3992487" y="49883"/>
                </a:cubicBezTo>
                <a:cubicBezTo>
                  <a:pt x="3993319" y="49997"/>
                  <a:pt x="3993962" y="50186"/>
                  <a:pt x="3994416" y="50451"/>
                </a:cubicBezTo>
                <a:cubicBezTo>
                  <a:pt x="3994870" y="50716"/>
                  <a:pt x="3995192" y="51039"/>
                  <a:pt x="3995381" y="51419"/>
                </a:cubicBezTo>
                <a:cubicBezTo>
                  <a:pt x="3995570" y="51798"/>
                  <a:pt x="3995665" y="52214"/>
                  <a:pt x="3995665" y="52668"/>
                </a:cubicBezTo>
                <a:lnTo>
                  <a:pt x="3995665" y="67210"/>
                </a:lnTo>
                <a:cubicBezTo>
                  <a:pt x="4001567" y="60660"/>
                  <a:pt x="4007166" y="55918"/>
                  <a:pt x="4012463" y="52983"/>
                </a:cubicBezTo>
                <a:cubicBezTo>
                  <a:pt x="4017760" y="50047"/>
                  <a:pt x="4023018" y="48578"/>
                  <a:pt x="4028240" y="48578"/>
                </a:cubicBezTo>
                <a:cubicBezTo>
                  <a:pt x="4032553" y="48578"/>
                  <a:pt x="4036393" y="49087"/>
                  <a:pt x="4039760" y="50103"/>
                </a:cubicBezTo>
                <a:cubicBezTo>
                  <a:pt x="4043127" y="51120"/>
                  <a:pt x="4046097" y="52552"/>
                  <a:pt x="4048670" y="54399"/>
                </a:cubicBezTo>
                <a:cubicBezTo>
                  <a:pt x="4051242" y="56243"/>
                  <a:pt x="4053437" y="58447"/>
                  <a:pt x="4055253" y="61010"/>
                </a:cubicBezTo>
                <a:cubicBezTo>
                  <a:pt x="4057069" y="63571"/>
                  <a:pt x="4058544" y="66395"/>
                  <a:pt x="4059679" y="69484"/>
                </a:cubicBezTo>
                <a:cubicBezTo>
                  <a:pt x="4063235" y="65565"/>
                  <a:pt x="4066584" y="62269"/>
                  <a:pt x="4069724" y="59595"/>
                </a:cubicBezTo>
                <a:cubicBezTo>
                  <a:pt x="4072864" y="56920"/>
                  <a:pt x="4075853" y="54773"/>
                  <a:pt x="4078690" y="53154"/>
                </a:cubicBezTo>
                <a:cubicBezTo>
                  <a:pt x="4081528" y="51534"/>
                  <a:pt x="4084271" y="50367"/>
                  <a:pt x="4086919" y="49653"/>
                </a:cubicBezTo>
                <a:cubicBezTo>
                  <a:pt x="4089568" y="48936"/>
                  <a:pt x="4092178" y="48578"/>
                  <a:pt x="4094751" y="48578"/>
                </a:cubicBezTo>
                <a:cubicBezTo>
                  <a:pt x="4101182" y="48578"/>
                  <a:pt x="4106612" y="49713"/>
                  <a:pt x="4111038" y="51983"/>
                </a:cubicBezTo>
                <a:cubicBezTo>
                  <a:pt x="4115465" y="54253"/>
                  <a:pt x="4119021" y="57318"/>
                  <a:pt x="4121707" y="61177"/>
                </a:cubicBezTo>
                <a:cubicBezTo>
                  <a:pt x="4124393" y="65036"/>
                  <a:pt x="4126323" y="69538"/>
                  <a:pt x="4127496" y="74683"/>
                </a:cubicBezTo>
                <a:cubicBezTo>
                  <a:pt x="4128668" y="79829"/>
                  <a:pt x="4129255" y="85277"/>
                  <a:pt x="4129255" y="91027"/>
                </a:cubicBezTo>
                <a:lnTo>
                  <a:pt x="4129255" y="155496"/>
                </a:lnTo>
                <a:close/>
                <a:moveTo>
                  <a:pt x="4249399" y="102661"/>
                </a:moveTo>
                <a:cubicBezTo>
                  <a:pt x="4249399" y="111446"/>
                  <a:pt x="4248434" y="119360"/>
                  <a:pt x="4246504" y="126404"/>
                </a:cubicBezTo>
                <a:cubicBezTo>
                  <a:pt x="4244575" y="133448"/>
                  <a:pt x="4241737" y="139433"/>
                  <a:pt x="4237992" y="144358"/>
                </a:cubicBezTo>
                <a:cubicBezTo>
                  <a:pt x="4234246" y="149281"/>
                  <a:pt x="4229612" y="153087"/>
                  <a:pt x="4224088" y="155776"/>
                </a:cubicBezTo>
                <a:cubicBezTo>
                  <a:pt x="4218564" y="158464"/>
                  <a:pt x="4212246" y="159809"/>
                  <a:pt x="4205133" y="159809"/>
                </a:cubicBezTo>
                <a:cubicBezTo>
                  <a:pt x="4202107" y="159809"/>
                  <a:pt x="4199269" y="159486"/>
                  <a:pt x="4196621" y="158840"/>
                </a:cubicBezTo>
                <a:cubicBezTo>
                  <a:pt x="4193972" y="158197"/>
                  <a:pt x="4191381" y="157195"/>
                  <a:pt x="4188846" y="155833"/>
                </a:cubicBezTo>
                <a:cubicBezTo>
                  <a:pt x="4186311" y="154468"/>
                  <a:pt x="4183776" y="152763"/>
                  <a:pt x="4181241" y="150718"/>
                </a:cubicBezTo>
                <a:cubicBezTo>
                  <a:pt x="4178707" y="148673"/>
                  <a:pt x="4176039" y="146211"/>
                  <a:pt x="4173240" y="143333"/>
                </a:cubicBezTo>
                <a:lnTo>
                  <a:pt x="4173240" y="196356"/>
                </a:lnTo>
                <a:cubicBezTo>
                  <a:pt x="4173240" y="196810"/>
                  <a:pt x="4173126" y="197226"/>
                  <a:pt x="4172899" y="197604"/>
                </a:cubicBezTo>
                <a:cubicBezTo>
                  <a:pt x="4172672" y="197983"/>
                  <a:pt x="4172313" y="198304"/>
                  <a:pt x="4171821" y="198569"/>
                </a:cubicBezTo>
                <a:cubicBezTo>
                  <a:pt x="4171329" y="198834"/>
                  <a:pt x="4170648" y="199023"/>
                  <a:pt x="4169778" y="199137"/>
                </a:cubicBezTo>
                <a:cubicBezTo>
                  <a:pt x="4168908" y="199250"/>
                  <a:pt x="4167792" y="199307"/>
                  <a:pt x="4166430" y="199307"/>
                </a:cubicBezTo>
                <a:cubicBezTo>
                  <a:pt x="4165143" y="199307"/>
                  <a:pt x="4164065" y="199250"/>
                  <a:pt x="4163195" y="199137"/>
                </a:cubicBezTo>
                <a:cubicBezTo>
                  <a:pt x="4162325" y="199023"/>
                  <a:pt x="4161625" y="198834"/>
                  <a:pt x="4161095" y="198569"/>
                </a:cubicBezTo>
                <a:cubicBezTo>
                  <a:pt x="4160565" y="198304"/>
                  <a:pt x="4160206" y="197981"/>
                  <a:pt x="4160017" y="197601"/>
                </a:cubicBezTo>
                <a:cubicBezTo>
                  <a:pt x="4159828" y="197222"/>
                  <a:pt x="4159733" y="196806"/>
                  <a:pt x="4159733" y="196352"/>
                </a:cubicBezTo>
                <a:lnTo>
                  <a:pt x="4159733" y="52668"/>
                </a:lnTo>
                <a:cubicBezTo>
                  <a:pt x="4159733" y="52138"/>
                  <a:pt x="4159828" y="51684"/>
                  <a:pt x="4160017" y="51306"/>
                </a:cubicBezTo>
                <a:cubicBezTo>
                  <a:pt x="4160206" y="50925"/>
                  <a:pt x="4160547" y="50621"/>
                  <a:pt x="4161038" y="50394"/>
                </a:cubicBezTo>
                <a:cubicBezTo>
                  <a:pt x="4161530" y="50167"/>
                  <a:pt x="4162173" y="49997"/>
                  <a:pt x="4162968" y="49883"/>
                </a:cubicBezTo>
                <a:cubicBezTo>
                  <a:pt x="4163762" y="49770"/>
                  <a:pt x="4164727" y="49713"/>
                  <a:pt x="4165862" y="49713"/>
                </a:cubicBezTo>
                <a:cubicBezTo>
                  <a:pt x="4166997" y="49713"/>
                  <a:pt x="4167943" y="49771"/>
                  <a:pt x="4168700" y="49887"/>
                </a:cubicBezTo>
                <a:cubicBezTo>
                  <a:pt x="4169456" y="50000"/>
                  <a:pt x="4170100" y="50172"/>
                  <a:pt x="4170629" y="50401"/>
                </a:cubicBezTo>
                <a:cubicBezTo>
                  <a:pt x="4171159" y="50628"/>
                  <a:pt x="4171537" y="50932"/>
                  <a:pt x="4171764" y="51313"/>
                </a:cubicBezTo>
                <a:cubicBezTo>
                  <a:pt x="4171991" y="51694"/>
                  <a:pt x="4172105" y="52151"/>
                  <a:pt x="4172105" y="52685"/>
                </a:cubicBezTo>
                <a:lnTo>
                  <a:pt x="4172105" y="67664"/>
                </a:lnTo>
                <a:cubicBezTo>
                  <a:pt x="4175283" y="64408"/>
                  <a:pt x="4178309" y="61587"/>
                  <a:pt x="4181185" y="59201"/>
                </a:cubicBezTo>
                <a:cubicBezTo>
                  <a:pt x="4184060" y="56815"/>
                  <a:pt x="4186935" y="54828"/>
                  <a:pt x="4189811" y="53239"/>
                </a:cubicBezTo>
                <a:cubicBezTo>
                  <a:pt x="4192686" y="51647"/>
                  <a:pt x="4195637" y="50473"/>
                  <a:pt x="4198664" y="49717"/>
                </a:cubicBezTo>
                <a:cubicBezTo>
                  <a:pt x="4201690" y="48958"/>
                  <a:pt x="4204906" y="48578"/>
                  <a:pt x="4208311" y="48578"/>
                </a:cubicBezTo>
                <a:cubicBezTo>
                  <a:pt x="4215727" y="48578"/>
                  <a:pt x="4222045" y="49998"/>
                  <a:pt x="4227266" y="52838"/>
                </a:cubicBezTo>
                <a:cubicBezTo>
                  <a:pt x="4232487" y="55678"/>
                  <a:pt x="4236743" y="59561"/>
                  <a:pt x="4240035" y="64486"/>
                </a:cubicBezTo>
                <a:cubicBezTo>
                  <a:pt x="4243326" y="69409"/>
                  <a:pt x="4245710" y="75147"/>
                  <a:pt x="4247185" y="81699"/>
                </a:cubicBezTo>
                <a:cubicBezTo>
                  <a:pt x="4248661" y="88249"/>
                  <a:pt x="4249399" y="95236"/>
                  <a:pt x="4249399" y="102661"/>
                </a:cubicBezTo>
                <a:moveTo>
                  <a:pt x="4235211" y="104818"/>
                </a:moveTo>
                <a:cubicBezTo>
                  <a:pt x="4235211" y="99060"/>
                  <a:pt x="4234757" y="93510"/>
                  <a:pt x="4233849" y="88169"/>
                </a:cubicBezTo>
                <a:cubicBezTo>
                  <a:pt x="4232941" y="82827"/>
                  <a:pt x="4231409" y="78073"/>
                  <a:pt x="4229252" y="73907"/>
                </a:cubicBezTo>
                <a:cubicBezTo>
                  <a:pt x="4227096" y="69740"/>
                  <a:pt x="4224220" y="66407"/>
                  <a:pt x="4220626" y="63908"/>
                </a:cubicBezTo>
                <a:cubicBezTo>
                  <a:pt x="4217032" y="61406"/>
                  <a:pt x="4212511" y="60155"/>
                  <a:pt x="4207063" y="60155"/>
                </a:cubicBezTo>
                <a:cubicBezTo>
                  <a:pt x="4204339" y="60155"/>
                  <a:pt x="4201672" y="60535"/>
                  <a:pt x="4199061" y="61294"/>
                </a:cubicBezTo>
                <a:cubicBezTo>
                  <a:pt x="4196451" y="62050"/>
                  <a:pt x="4193783" y="63300"/>
                  <a:pt x="4191059" y="65043"/>
                </a:cubicBezTo>
                <a:cubicBezTo>
                  <a:pt x="4188335" y="66786"/>
                  <a:pt x="4185498" y="69040"/>
                  <a:pt x="4182547" y="71807"/>
                </a:cubicBezTo>
                <a:cubicBezTo>
                  <a:pt x="4179596" y="74573"/>
                  <a:pt x="4176493" y="78003"/>
                  <a:pt x="4173240" y="82096"/>
                </a:cubicBezTo>
                <a:lnTo>
                  <a:pt x="4173240" y="126862"/>
                </a:lnTo>
                <a:cubicBezTo>
                  <a:pt x="4178915" y="133757"/>
                  <a:pt x="4184344" y="139043"/>
                  <a:pt x="4189527" y="142720"/>
                </a:cubicBezTo>
                <a:cubicBezTo>
                  <a:pt x="4194710" y="146394"/>
                  <a:pt x="4200139" y="148232"/>
                  <a:pt x="4205814" y="148232"/>
                </a:cubicBezTo>
                <a:cubicBezTo>
                  <a:pt x="4211035" y="148232"/>
                  <a:pt x="4215519" y="146963"/>
                  <a:pt x="4219264" y="144426"/>
                </a:cubicBezTo>
                <a:cubicBezTo>
                  <a:pt x="4223010" y="141886"/>
                  <a:pt x="4226055" y="138552"/>
                  <a:pt x="4228401" y="134424"/>
                </a:cubicBezTo>
                <a:cubicBezTo>
                  <a:pt x="4230747" y="130295"/>
                  <a:pt x="4232468" y="125636"/>
                  <a:pt x="4233565" y="120445"/>
                </a:cubicBezTo>
                <a:cubicBezTo>
                  <a:pt x="4234662" y="115255"/>
                  <a:pt x="4235211" y="110046"/>
                  <a:pt x="4235211" y="104818"/>
                </a:cubicBezTo>
                <a:close/>
                <a:moveTo>
                  <a:pt x="4330093" y="149480"/>
                </a:moveTo>
                <a:cubicBezTo>
                  <a:pt x="4330093" y="151069"/>
                  <a:pt x="4329960" y="152355"/>
                  <a:pt x="4329695" y="153339"/>
                </a:cubicBezTo>
                <a:cubicBezTo>
                  <a:pt x="4329431" y="154323"/>
                  <a:pt x="4329014" y="155098"/>
                  <a:pt x="4328447" y="155666"/>
                </a:cubicBezTo>
                <a:cubicBezTo>
                  <a:pt x="4327879" y="156233"/>
                  <a:pt x="4327047" y="156763"/>
                  <a:pt x="4325950" y="157255"/>
                </a:cubicBezTo>
                <a:cubicBezTo>
                  <a:pt x="4324853" y="157747"/>
                  <a:pt x="4323585" y="158163"/>
                  <a:pt x="4322148" y="158503"/>
                </a:cubicBezTo>
                <a:cubicBezTo>
                  <a:pt x="4320710" y="158844"/>
                  <a:pt x="4319197" y="159109"/>
                  <a:pt x="4317608" y="159298"/>
                </a:cubicBezTo>
                <a:cubicBezTo>
                  <a:pt x="4316019" y="159487"/>
                  <a:pt x="4314468" y="159582"/>
                  <a:pt x="4312954" y="159582"/>
                </a:cubicBezTo>
                <a:cubicBezTo>
                  <a:pt x="4307884" y="159582"/>
                  <a:pt x="4303571" y="158901"/>
                  <a:pt x="4300015" y="157539"/>
                </a:cubicBezTo>
                <a:cubicBezTo>
                  <a:pt x="4296459" y="156177"/>
                  <a:pt x="4293546" y="154115"/>
                  <a:pt x="4291276" y="151353"/>
                </a:cubicBezTo>
                <a:cubicBezTo>
                  <a:pt x="4289006" y="148591"/>
                  <a:pt x="4287360" y="145091"/>
                  <a:pt x="4286338" y="140854"/>
                </a:cubicBezTo>
                <a:cubicBezTo>
                  <a:pt x="4285317" y="136617"/>
                  <a:pt x="4284806" y="131623"/>
                  <a:pt x="4284806" y="125872"/>
                </a:cubicBezTo>
                <a:lnTo>
                  <a:pt x="4284806" y="61971"/>
                </a:lnTo>
                <a:lnTo>
                  <a:pt x="4269484" y="61971"/>
                </a:lnTo>
                <a:cubicBezTo>
                  <a:pt x="4268424" y="61971"/>
                  <a:pt x="4267592" y="61494"/>
                  <a:pt x="4266986" y="60538"/>
                </a:cubicBezTo>
                <a:cubicBezTo>
                  <a:pt x="4266381" y="59583"/>
                  <a:pt x="4266078" y="58150"/>
                  <a:pt x="4266078" y="56239"/>
                </a:cubicBezTo>
                <a:cubicBezTo>
                  <a:pt x="4266078" y="55246"/>
                  <a:pt x="4266154" y="54387"/>
                  <a:pt x="4266305" y="53661"/>
                </a:cubicBezTo>
                <a:cubicBezTo>
                  <a:pt x="4266457" y="52935"/>
                  <a:pt x="4266684" y="52324"/>
                  <a:pt x="4266986" y="51827"/>
                </a:cubicBezTo>
                <a:cubicBezTo>
                  <a:pt x="4267289" y="51331"/>
                  <a:pt x="4267649" y="50968"/>
                  <a:pt x="4268065" y="50738"/>
                </a:cubicBezTo>
                <a:cubicBezTo>
                  <a:pt x="4268481" y="50509"/>
                  <a:pt x="4268954" y="50394"/>
                  <a:pt x="4269484" y="50394"/>
                </a:cubicBezTo>
                <a:lnTo>
                  <a:pt x="4284806" y="50394"/>
                </a:lnTo>
                <a:lnTo>
                  <a:pt x="4284806" y="25197"/>
                </a:lnTo>
                <a:cubicBezTo>
                  <a:pt x="4284806" y="24743"/>
                  <a:pt x="4284901" y="24327"/>
                  <a:pt x="4285090" y="23949"/>
                </a:cubicBezTo>
                <a:cubicBezTo>
                  <a:pt x="4285279" y="23570"/>
                  <a:pt x="4285638" y="23249"/>
                  <a:pt x="4286168" y="22984"/>
                </a:cubicBezTo>
                <a:cubicBezTo>
                  <a:pt x="4286698" y="22719"/>
                  <a:pt x="4287398" y="22530"/>
                  <a:pt x="4288268" y="22416"/>
                </a:cubicBezTo>
                <a:cubicBezTo>
                  <a:pt x="4289138" y="22303"/>
                  <a:pt x="4290216" y="22246"/>
                  <a:pt x="4291503" y="22246"/>
                </a:cubicBezTo>
                <a:cubicBezTo>
                  <a:pt x="4292865" y="22246"/>
                  <a:pt x="4293981" y="22303"/>
                  <a:pt x="4294851" y="22416"/>
                </a:cubicBezTo>
                <a:cubicBezTo>
                  <a:pt x="4295721" y="22530"/>
                  <a:pt x="4296402" y="22719"/>
                  <a:pt x="4296894" y="22984"/>
                </a:cubicBezTo>
                <a:cubicBezTo>
                  <a:pt x="4297386" y="23249"/>
                  <a:pt x="4297745" y="23570"/>
                  <a:pt x="4297972" y="23949"/>
                </a:cubicBezTo>
                <a:cubicBezTo>
                  <a:pt x="4298199" y="24327"/>
                  <a:pt x="4298313" y="24743"/>
                  <a:pt x="4298313" y="25197"/>
                </a:cubicBezTo>
                <a:lnTo>
                  <a:pt x="4298313" y="50394"/>
                </a:lnTo>
                <a:lnTo>
                  <a:pt x="4326688" y="50394"/>
                </a:lnTo>
                <a:cubicBezTo>
                  <a:pt x="4327217" y="50394"/>
                  <a:pt x="4327690" y="50509"/>
                  <a:pt x="4328106" y="50738"/>
                </a:cubicBezTo>
                <a:cubicBezTo>
                  <a:pt x="4328523" y="50968"/>
                  <a:pt x="4328882" y="51331"/>
                  <a:pt x="4329185" y="51827"/>
                </a:cubicBezTo>
                <a:cubicBezTo>
                  <a:pt x="4329487" y="52324"/>
                  <a:pt x="4329714" y="52935"/>
                  <a:pt x="4329866" y="53661"/>
                </a:cubicBezTo>
                <a:cubicBezTo>
                  <a:pt x="4330017" y="54387"/>
                  <a:pt x="4330093" y="55246"/>
                  <a:pt x="4330093" y="56239"/>
                </a:cubicBezTo>
                <a:cubicBezTo>
                  <a:pt x="4330093" y="58150"/>
                  <a:pt x="4329771" y="59583"/>
                  <a:pt x="4329128" y="60538"/>
                </a:cubicBezTo>
                <a:cubicBezTo>
                  <a:pt x="4328485" y="61494"/>
                  <a:pt x="4327671" y="61971"/>
                  <a:pt x="4326688" y="61971"/>
                </a:cubicBezTo>
                <a:lnTo>
                  <a:pt x="4298313" y="61971"/>
                </a:lnTo>
                <a:lnTo>
                  <a:pt x="4298313" y="124056"/>
                </a:lnTo>
                <a:cubicBezTo>
                  <a:pt x="4298313" y="131850"/>
                  <a:pt x="4299429" y="137790"/>
                  <a:pt x="4301661" y="141876"/>
                </a:cubicBezTo>
                <a:cubicBezTo>
                  <a:pt x="4303893" y="145962"/>
                  <a:pt x="4307960" y="148005"/>
                  <a:pt x="4313862" y="148005"/>
                </a:cubicBezTo>
                <a:cubicBezTo>
                  <a:pt x="4315678" y="148005"/>
                  <a:pt x="4317324" y="147815"/>
                  <a:pt x="4318799" y="147437"/>
                </a:cubicBezTo>
                <a:cubicBezTo>
                  <a:pt x="4320275" y="147059"/>
                  <a:pt x="4321580" y="146643"/>
                  <a:pt x="4322715" y="146189"/>
                </a:cubicBezTo>
                <a:cubicBezTo>
                  <a:pt x="4323850" y="145735"/>
                  <a:pt x="4324815" y="145318"/>
                  <a:pt x="4325609" y="144940"/>
                </a:cubicBezTo>
                <a:cubicBezTo>
                  <a:pt x="4326404" y="144562"/>
                  <a:pt x="4327104" y="144373"/>
                  <a:pt x="4327709" y="144373"/>
                </a:cubicBezTo>
                <a:cubicBezTo>
                  <a:pt x="4328088" y="144373"/>
                  <a:pt x="4328428" y="144448"/>
                  <a:pt x="4328731" y="144600"/>
                </a:cubicBezTo>
                <a:cubicBezTo>
                  <a:pt x="4329033" y="144751"/>
                  <a:pt x="4329279" y="145035"/>
                  <a:pt x="4329468" y="145451"/>
                </a:cubicBezTo>
                <a:cubicBezTo>
                  <a:pt x="4329658" y="145867"/>
                  <a:pt x="4329809" y="146397"/>
                  <a:pt x="4329922" y="147040"/>
                </a:cubicBezTo>
                <a:cubicBezTo>
                  <a:pt x="4330036" y="147683"/>
                  <a:pt x="4330093" y="148496"/>
                  <a:pt x="4330093" y="1494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57746-7798-4019-B168-BA6BB53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" y="2097929"/>
            <a:ext cx="3283809" cy="696242"/>
          </a:xfrm>
          <a:custGeom xmlns:a="http://schemas.openxmlformats.org/drawingml/2006/main">
            <a:pathLst>
              <a:path w="3283809" h="696242" fill="none">
                <a:moveTo>
                  <a:pt x="0" y="696242"/>
                </a:moveTo>
                <a:lnTo>
                  <a:pt x="3283809" y="696242"/>
                </a:lnTo>
                <a:lnTo>
                  <a:pt x="3283809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45" name="Text Detectioninstruction𝑠">
            <a:extLst xmlns:a="http://schemas.openxmlformats.org/drawingml/2006/main">
              <a:ext uri="{FF2B5EF4-FFF2-40B4-BE49-F238E27FC236}">
                <a16:creationId xmlns:a16="http://schemas.microsoft.com/office/drawing/2014/main" id="{675729D6-F48C-4A44-9476-AA627A0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6" y="2301409"/>
            <a:ext cx="2933010" cy="208685"/>
          </a:xfrm>
          <a:custGeom xmlns:a="http://schemas.openxmlformats.org/drawingml/2006/main">
            <a:pathLst>
              <a:path w="2933010" h="208685">
                <a:moveTo>
                  <a:pt x="148993" y="101522"/>
                </a:moveTo>
                <a:cubicBezTo>
                  <a:pt x="148993" y="118547"/>
                  <a:pt x="146852" y="133561"/>
                  <a:pt x="142570" y="146565"/>
                </a:cubicBezTo>
                <a:cubicBezTo>
                  <a:pt x="138288" y="159569"/>
                  <a:pt x="131969" y="170457"/>
                  <a:pt x="123613" y="179231"/>
                </a:cubicBezTo>
                <a:cubicBezTo>
                  <a:pt x="115257" y="188004"/>
                  <a:pt x="104943" y="194637"/>
                  <a:pt x="92670" y="199128"/>
                </a:cubicBezTo>
                <a:cubicBezTo>
                  <a:pt x="80398" y="203619"/>
                  <a:pt x="65749" y="205865"/>
                  <a:pt x="48724" y="205865"/>
                </a:cubicBezTo>
                <a:lnTo>
                  <a:pt x="8774" y="205865"/>
                </a:lnTo>
                <a:cubicBezTo>
                  <a:pt x="6893" y="205865"/>
                  <a:pt x="4961" y="205160"/>
                  <a:pt x="2977" y="203750"/>
                </a:cubicBezTo>
                <a:cubicBezTo>
                  <a:pt x="992" y="202340"/>
                  <a:pt x="0" y="199754"/>
                  <a:pt x="0" y="195994"/>
                </a:cubicBezTo>
                <a:lnTo>
                  <a:pt x="0" y="13004"/>
                </a:lnTo>
                <a:cubicBezTo>
                  <a:pt x="0" y="9244"/>
                  <a:pt x="992" y="6658"/>
                  <a:pt x="2977" y="5248"/>
                </a:cubicBezTo>
                <a:cubicBezTo>
                  <a:pt x="4961" y="3838"/>
                  <a:pt x="6893" y="3133"/>
                  <a:pt x="8774" y="3133"/>
                </a:cubicBezTo>
                <a:lnTo>
                  <a:pt x="51388" y="3133"/>
                </a:lnTo>
                <a:cubicBezTo>
                  <a:pt x="68622" y="3133"/>
                  <a:pt x="83166" y="5483"/>
                  <a:pt x="95020" y="10184"/>
                </a:cubicBezTo>
                <a:cubicBezTo>
                  <a:pt x="106875" y="14884"/>
                  <a:pt x="116798" y="21542"/>
                  <a:pt x="124788" y="30159"/>
                </a:cubicBezTo>
                <a:cubicBezTo>
                  <a:pt x="132778" y="38776"/>
                  <a:pt x="138810" y="49116"/>
                  <a:pt x="142883" y="61180"/>
                </a:cubicBezTo>
                <a:cubicBezTo>
                  <a:pt x="146957" y="73243"/>
                  <a:pt x="148993" y="86691"/>
                  <a:pt x="148993" y="101522"/>
                </a:cubicBezTo>
                <a:moveTo>
                  <a:pt x="128470" y="102467"/>
                </a:moveTo>
                <a:cubicBezTo>
                  <a:pt x="128470" y="90684"/>
                  <a:pt x="126981" y="79763"/>
                  <a:pt x="124004" y="69704"/>
                </a:cubicBezTo>
                <a:cubicBezTo>
                  <a:pt x="121028" y="59644"/>
                  <a:pt x="116432" y="50965"/>
                  <a:pt x="110217" y="43667"/>
                </a:cubicBezTo>
                <a:cubicBezTo>
                  <a:pt x="104003" y="36369"/>
                  <a:pt x="96143" y="30662"/>
                  <a:pt x="86639" y="26546"/>
                </a:cubicBezTo>
                <a:cubicBezTo>
                  <a:pt x="77134" y="22427"/>
                  <a:pt x="65018" y="20367"/>
                  <a:pt x="50291" y="20367"/>
                </a:cubicBezTo>
                <a:lnTo>
                  <a:pt x="19114" y="20367"/>
                </a:lnTo>
                <a:lnTo>
                  <a:pt x="19114" y="188631"/>
                </a:lnTo>
                <a:lnTo>
                  <a:pt x="50448" y="188631"/>
                </a:lnTo>
                <a:cubicBezTo>
                  <a:pt x="64235" y="188631"/>
                  <a:pt x="75907" y="186937"/>
                  <a:pt x="85464" y="183549"/>
                </a:cubicBezTo>
                <a:cubicBezTo>
                  <a:pt x="95020" y="180161"/>
                  <a:pt x="102985" y="174922"/>
                  <a:pt x="109356" y="167833"/>
                </a:cubicBezTo>
                <a:cubicBezTo>
                  <a:pt x="115727" y="160744"/>
                  <a:pt x="120505" y="151804"/>
                  <a:pt x="123691" y="141013"/>
                </a:cubicBezTo>
                <a:cubicBezTo>
                  <a:pt x="126877" y="130222"/>
                  <a:pt x="128470" y="117374"/>
                  <a:pt x="128470" y="102467"/>
                </a:cubicBezTo>
                <a:close/>
                <a:moveTo>
                  <a:pt x="311109" y="124553"/>
                </a:moveTo>
                <a:cubicBezTo>
                  <a:pt x="311109" y="128313"/>
                  <a:pt x="310117" y="130898"/>
                  <a:pt x="308133" y="132308"/>
                </a:cubicBezTo>
                <a:cubicBezTo>
                  <a:pt x="306148" y="133718"/>
                  <a:pt x="304216" y="134423"/>
                  <a:pt x="302336" y="134423"/>
                </a:cubicBezTo>
                <a:lnTo>
                  <a:pt x="205670" y="134423"/>
                </a:lnTo>
                <a:cubicBezTo>
                  <a:pt x="205670" y="143219"/>
                  <a:pt x="206532" y="151179"/>
                  <a:pt x="208255" y="158301"/>
                </a:cubicBezTo>
                <a:cubicBezTo>
                  <a:pt x="209979" y="165422"/>
                  <a:pt x="212825" y="171523"/>
                  <a:pt x="216794" y="176602"/>
                </a:cubicBezTo>
                <a:cubicBezTo>
                  <a:pt x="220763" y="181680"/>
                  <a:pt x="225933" y="185582"/>
                  <a:pt x="232304" y="188308"/>
                </a:cubicBezTo>
                <a:cubicBezTo>
                  <a:pt x="238676" y="191030"/>
                  <a:pt x="246509" y="192391"/>
                  <a:pt x="255805" y="192391"/>
                </a:cubicBezTo>
                <a:cubicBezTo>
                  <a:pt x="262385" y="192391"/>
                  <a:pt x="268286" y="191808"/>
                  <a:pt x="273509" y="190643"/>
                </a:cubicBezTo>
                <a:cubicBezTo>
                  <a:pt x="278731" y="189478"/>
                  <a:pt x="283248" y="188180"/>
                  <a:pt x="287061" y="186751"/>
                </a:cubicBezTo>
                <a:cubicBezTo>
                  <a:pt x="290873" y="185321"/>
                  <a:pt x="294006" y="184024"/>
                  <a:pt x="296461" y="182859"/>
                </a:cubicBezTo>
                <a:cubicBezTo>
                  <a:pt x="298915" y="181693"/>
                  <a:pt x="300665" y="181111"/>
                  <a:pt x="301709" y="181111"/>
                </a:cubicBezTo>
                <a:cubicBezTo>
                  <a:pt x="302336" y="181111"/>
                  <a:pt x="302910" y="181269"/>
                  <a:pt x="303433" y="181586"/>
                </a:cubicBezTo>
                <a:cubicBezTo>
                  <a:pt x="303955" y="181902"/>
                  <a:pt x="304373" y="182403"/>
                  <a:pt x="304686" y="183089"/>
                </a:cubicBezTo>
                <a:cubicBezTo>
                  <a:pt x="304999" y="183774"/>
                  <a:pt x="305234" y="184644"/>
                  <a:pt x="305391" y="185698"/>
                </a:cubicBezTo>
                <a:cubicBezTo>
                  <a:pt x="305548" y="186752"/>
                  <a:pt x="305626" y="188069"/>
                  <a:pt x="305626" y="189649"/>
                </a:cubicBezTo>
                <a:cubicBezTo>
                  <a:pt x="305626" y="190390"/>
                  <a:pt x="305574" y="191103"/>
                  <a:pt x="305469" y="191789"/>
                </a:cubicBezTo>
                <a:cubicBezTo>
                  <a:pt x="305365" y="192474"/>
                  <a:pt x="305234" y="193107"/>
                  <a:pt x="305078" y="193688"/>
                </a:cubicBezTo>
                <a:cubicBezTo>
                  <a:pt x="304921" y="194266"/>
                  <a:pt x="304686" y="194819"/>
                  <a:pt x="304373" y="195348"/>
                </a:cubicBezTo>
                <a:cubicBezTo>
                  <a:pt x="304059" y="195874"/>
                  <a:pt x="303641" y="196401"/>
                  <a:pt x="303119" y="196930"/>
                </a:cubicBezTo>
                <a:cubicBezTo>
                  <a:pt x="302597" y="197455"/>
                  <a:pt x="300978" y="198371"/>
                  <a:pt x="298262" y="199676"/>
                </a:cubicBezTo>
                <a:cubicBezTo>
                  <a:pt x="295547" y="200982"/>
                  <a:pt x="291996" y="202287"/>
                  <a:pt x="287609" y="203593"/>
                </a:cubicBezTo>
                <a:cubicBezTo>
                  <a:pt x="283222" y="204898"/>
                  <a:pt x="278130" y="206074"/>
                  <a:pt x="272334" y="207118"/>
                </a:cubicBezTo>
                <a:cubicBezTo>
                  <a:pt x="266537" y="208162"/>
                  <a:pt x="260296" y="208685"/>
                  <a:pt x="253611" y="208685"/>
                </a:cubicBezTo>
                <a:cubicBezTo>
                  <a:pt x="242645" y="208685"/>
                  <a:pt x="232931" y="207038"/>
                  <a:pt x="224471" y="203745"/>
                </a:cubicBezTo>
                <a:cubicBezTo>
                  <a:pt x="216011" y="200451"/>
                  <a:pt x="208908" y="195590"/>
                  <a:pt x="203164" y="189160"/>
                </a:cubicBezTo>
                <a:cubicBezTo>
                  <a:pt x="197419" y="182730"/>
                  <a:pt x="193058" y="174757"/>
                  <a:pt x="190082" y="165243"/>
                </a:cubicBezTo>
                <a:cubicBezTo>
                  <a:pt x="187105" y="155729"/>
                  <a:pt x="185617" y="144698"/>
                  <a:pt x="185617" y="132151"/>
                </a:cubicBezTo>
                <a:cubicBezTo>
                  <a:pt x="185617" y="120127"/>
                  <a:pt x="187157" y="109357"/>
                  <a:pt x="190238" y="99843"/>
                </a:cubicBezTo>
                <a:cubicBezTo>
                  <a:pt x="193320" y="90329"/>
                  <a:pt x="197732" y="82252"/>
                  <a:pt x="203477" y="75613"/>
                </a:cubicBezTo>
                <a:cubicBezTo>
                  <a:pt x="209222" y="68974"/>
                  <a:pt x="216141" y="63903"/>
                  <a:pt x="224236" y="60401"/>
                </a:cubicBezTo>
                <a:cubicBezTo>
                  <a:pt x="232330" y="56899"/>
                  <a:pt x="241339" y="55148"/>
                  <a:pt x="251261" y="55148"/>
                </a:cubicBezTo>
                <a:cubicBezTo>
                  <a:pt x="261915" y="55148"/>
                  <a:pt x="271002" y="56923"/>
                  <a:pt x="278522" y="60475"/>
                </a:cubicBezTo>
                <a:cubicBezTo>
                  <a:pt x="286042" y="64026"/>
                  <a:pt x="292231" y="68804"/>
                  <a:pt x="297087" y="74810"/>
                </a:cubicBezTo>
                <a:cubicBezTo>
                  <a:pt x="301944" y="80816"/>
                  <a:pt x="305495" y="87788"/>
                  <a:pt x="307741" y="95725"/>
                </a:cubicBezTo>
                <a:cubicBezTo>
                  <a:pt x="309987" y="103663"/>
                  <a:pt x="311109" y="112019"/>
                  <a:pt x="311109" y="120793"/>
                </a:cubicBezTo>
                <a:lnTo>
                  <a:pt x="311109" y="124553"/>
                </a:lnTo>
                <a:moveTo>
                  <a:pt x="291839" y="119069"/>
                </a:moveTo>
                <a:cubicBezTo>
                  <a:pt x="292152" y="104029"/>
                  <a:pt x="288706" y="92279"/>
                  <a:pt x="281499" y="83819"/>
                </a:cubicBezTo>
                <a:cubicBezTo>
                  <a:pt x="274292" y="75358"/>
                  <a:pt x="263795" y="71128"/>
                  <a:pt x="250008" y="71128"/>
                </a:cubicBezTo>
                <a:cubicBezTo>
                  <a:pt x="242906" y="71128"/>
                  <a:pt x="236665" y="72460"/>
                  <a:pt x="231286" y="75123"/>
                </a:cubicBezTo>
                <a:cubicBezTo>
                  <a:pt x="225907" y="77787"/>
                  <a:pt x="221363" y="81312"/>
                  <a:pt x="217656" y="85699"/>
                </a:cubicBezTo>
                <a:cubicBezTo>
                  <a:pt x="213948" y="90085"/>
                  <a:pt x="211102" y="95177"/>
                  <a:pt x="209117" y="100974"/>
                </a:cubicBezTo>
                <a:cubicBezTo>
                  <a:pt x="207133" y="106771"/>
                  <a:pt x="205984" y="112803"/>
                  <a:pt x="205670" y="119069"/>
                </a:cubicBezTo>
                <a:lnTo>
                  <a:pt x="291839" y="119069"/>
                </a:lnTo>
                <a:close/>
                <a:moveTo>
                  <a:pt x="418771" y="194428"/>
                </a:moveTo>
                <a:cubicBezTo>
                  <a:pt x="418771" y="196621"/>
                  <a:pt x="418588" y="198397"/>
                  <a:pt x="418222" y="199754"/>
                </a:cubicBezTo>
                <a:cubicBezTo>
                  <a:pt x="417857" y="201112"/>
                  <a:pt x="417282" y="202183"/>
                  <a:pt x="416499" y="202966"/>
                </a:cubicBezTo>
                <a:cubicBezTo>
                  <a:pt x="415716" y="203750"/>
                  <a:pt x="414567" y="204481"/>
                  <a:pt x="413052" y="205160"/>
                </a:cubicBezTo>
                <a:cubicBezTo>
                  <a:pt x="411538" y="205838"/>
                  <a:pt x="409788" y="206413"/>
                  <a:pt x="407804" y="206883"/>
                </a:cubicBezTo>
                <a:cubicBezTo>
                  <a:pt x="405819" y="207353"/>
                  <a:pt x="403730" y="207719"/>
                  <a:pt x="401537" y="207980"/>
                </a:cubicBezTo>
                <a:cubicBezTo>
                  <a:pt x="399344" y="208241"/>
                  <a:pt x="397202" y="208371"/>
                  <a:pt x="395113" y="208371"/>
                </a:cubicBezTo>
                <a:cubicBezTo>
                  <a:pt x="388116" y="208371"/>
                  <a:pt x="382162" y="207431"/>
                  <a:pt x="377253" y="205551"/>
                </a:cubicBezTo>
                <a:cubicBezTo>
                  <a:pt x="372344" y="203671"/>
                  <a:pt x="368323" y="200825"/>
                  <a:pt x="365189" y="197013"/>
                </a:cubicBezTo>
                <a:cubicBezTo>
                  <a:pt x="362056" y="193200"/>
                  <a:pt x="359784" y="188370"/>
                  <a:pt x="358374" y="182521"/>
                </a:cubicBezTo>
                <a:cubicBezTo>
                  <a:pt x="356964" y="176672"/>
                  <a:pt x="356259" y="169778"/>
                  <a:pt x="356259" y="161840"/>
                </a:cubicBezTo>
                <a:lnTo>
                  <a:pt x="356259" y="73635"/>
                </a:lnTo>
                <a:lnTo>
                  <a:pt x="335109" y="73635"/>
                </a:lnTo>
                <a:cubicBezTo>
                  <a:pt x="333647" y="73635"/>
                  <a:pt x="332498" y="72976"/>
                  <a:pt x="331662" y="71657"/>
                </a:cubicBezTo>
                <a:cubicBezTo>
                  <a:pt x="330826" y="70338"/>
                  <a:pt x="330409" y="68360"/>
                  <a:pt x="330409" y="65723"/>
                </a:cubicBezTo>
                <a:cubicBezTo>
                  <a:pt x="330409" y="64352"/>
                  <a:pt x="330513" y="63166"/>
                  <a:pt x="330722" y="62164"/>
                </a:cubicBezTo>
                <a:cubicBezTo>
                  <a:pt x="330931" y="61162"/>
                  <a:pt x="331244" y="60318"/>
                  <a:pt x="331662" y="59633"/>
                </a:cubicBezTo>
                <a:cubicBezTo>
                  <a:pt x="332080" y="58947"/>
                  <a:pt x="332576" y="58446"/>
                  <a:pt x="333150" y="58130"/>
                </a:cubicBezTo>
                <a:cubicBezTo>
                  <a:pt x="333725" y="57813"/>
                  <a:pt x="334378" y="57655"/>
                  <a:pt x="335109" y="57655"/>
                </a:cubicBezTo>
                <a:lnTo>
                  <a:pt x="356259" y="57655"/>
                </a:lnTo>
                <a:lnTo>
                  <a:pt x="356259" y="22874"/>
                </a:lnTo>
                <a:cubicBezTo>
                  <a:pt x="356259" y="22247"/>
                  <a:pt x="356390" y="21673"/>
                  <a:pt x="356651" y="21150"/>
                </a:cubicBezTo>
                <a:cubicBezTo>
                  <a:pt x="356912" y="20628"/>
                  <a:pt x="357408" y="20184"/>
                  <a:pt x="358139" y="19819"/>
                </a:cubicBezTo>
                <a:cubicBezTo>
                  <a:pt x="358870" y="19453"/>
                  <a:pt x="359837" y="19192"/>
                  <a:pt x="361038" y="19035"/>
                </a:cubicBezTo>
                <a:cubicBezTo>
                  <a:pt x="362239" y="18879"/>
                  <a:pt x="363727" y="18800"/>
                  <a:pt x="365503" y="18800"/>
                </a:cubicBezTo>
                <a:cubicBezTo>
                  <a:pt x="367383" y="18800"/>
                  <a:pt x="368923" y="18879"/>
                  <a:pt x="370125" y="19035"/>
                </a:cubicBezTo>
                <a:cubicBezTo>
                  <a:pt x="371326" y="19192"/>
                  <a:pt x="372266" y="19453"/>
                  <a:pt x="372945" y="19819"/>
                </a:cubicBezTo>
                <a:cubicBezTo>
                  <a:pt x="373624" y="20184"/>
                  <a:pt x="374120" y="20628"/>
                  <a:pt x="374433" y="21150"/>
                </a:cubicBezTo>
                <a:cubicBezTo>
                  <a:pt x="374746" y="21673"/>
                  <a:pt x="374903" y="22247"/>
                  <a:pt x="374903" y="22874"/>
                </a:cubicBezTo>
                <a:lnTo>
                  <a:pt x="374903" y="57655"/>
                </a:lnTo>
                <a:lnTo>
                  <a:pt x="414071" y="57655"/>
                </a:lnTo>
                <a:cubicBezTo>
                  <a:pt x="414802" y="57655"/>
                  <a:pt x="415454" y="57813"/>
                  <a:pt x="416029" y="58130"/>
                </a:cubicBezTo>
                <a:cubicBezTo>
                  <a:pt x="416603" y="58446"/>
                  <a:pt x="417099" y="58947"/>
                  <a:pt x="417517" y="59633"/>
                </a:cubicBezTo>
                <a:cubicBezTo>
                  <a:pt x="417935" y="60318"/>
                  <a:pt x="418248" y="61162"/>
                  <a:pt x="418457" y="62164"/>
                </a:cubicBezTo>
                <a:cubicBezTo>
                  <a:pt x="418666" y="63166"/>
                  <a:pt x="418771" y="64352"/>
                  <a:pt x="418771" y="65723"/>
                </a:cubicBezTo>
                <a:cubicBezTo>
                  <a:pt x="418771" y="68360"/>
                  <a:pt x="418327" y="70338"/>
                  <a:pt x="417439" y="71657"/>
                </a:cubicBezTo>
                <a:cubicBezTo>
                  <a:pt x="416551" y="72976"/>
                  <a:pt x="415428" y="73635"/>
                  <a:pt x="414071" y="73635"/>
                </a:cubicBezTo>
                <a:lnTo>
                  <a:pt x="374903" y="73635"/>
                </a:lnTo>
                <a:lnTo>
                  <a:pt x="374903" y="159334"/>
                </a:lnTo>
                <a:cubicBezTo>
                  <a:pt x="374903" y="170092"/>
                  <a:pt x="376444" y="178291"/>
                  <a:pt x="379525" y="183931"/>
                </a:cubicBezTo>
                <a:cubicBezTo>
                  <a:pt x="382606" y="189571"/>
                  <a:pt x="388220" y="192391"/>
                  <a:pt x="396367" y="192391"/>
                </a:cubicBezTo>
                <a:cubicBezTo>
                  <a:pt x="398874" y="192391"/>
                  <a:pt x="401145" y="192130"/>
                  <a:pt x="403182" y="191608"/>
                </a:cubicBezTo>
                <a:cubicBezTo>
                  <a:pt x="405219" y="191085"/>
                  <a:pt x="407020" y="190511"/>
                  <a:pt x="408587" y="189884"/>
                </a:cubicBezTo>
                <a:cubicBezTo>
                  <a:pt x="410154" y="189258"/>
                  <a:pt x="411485" y="188683"/>
                  <a:pt x="412582" y="188161"/>
                </a:cubicBezTo>
                <a:cubicBezTo>
                  <a:pt x="413679" y="187639"/>
                  <a:pt x="414645" y="187378"/>
                  <a:pt x="415481" y="187378"/>
                </a:cubicBezTo>
                <a:cubicBezTo>
                  <a:pt x="416003" y="187378"/>
                  <a:pt x="416473" y="187482"/>
                  <a:pt x="416891" y="187691"/>
                </a:cubicBezTo>
                <a:cubicBezTo>
                  <a:pt x="417308" y="187900"/>
                  <a:pt x="417648" y="188291"/>
                  <a:pt x="417909" y="188866"/>
                </a:cubicBezTo>
                <a:cubicBezTo>
                  <a:pt x="418170" y="189440"/>
                  <a:pt x="418379" y="190171"/>
                  <a:pt x="418536" y="191059"/>
                </a:cubicBezTo>
                <a:cubicBezTo>
                  <a:pt x="418692" y="191947"/>
                  <a:pt x="418771" y="193070"/>
                  <a:pt x="418771" y="194428"/>
                </a:cubicBezTo>
                <a:close/>
                <a:moveTo>
                  <a:pt x="576782" y="124553"/>
                </a:moveTo>
                <a:cubicBezTo>
                  <a:pt x="576782" y="128313"/>
                  <a:pt x="575790" y="130898"/>
                  <a:pt x="573805" y="132308"/>
                </a:cubicBezTo>
                <a:cubicBezTo>
                  <a:pt x="571821" y="133718"/>
                  <a:pt x="569888" y="134423"/>
                  <a:pt x="568008" y="134423"/>
                </a:cubicBezTo>
                <a:lnTo>
                  <a:pt x="471343" y="134423"/>
                </a:lnTo>
                <a:cubicBezTo>
                  <a:pt x="471343" y="143219"/>
                  <a:pt x="472205" y="151179"/>
                  <a:pt x="473928" y="158301"/>
                </a:cubicBezTo>
                <a:cubicBezTo>
                  <a:pt x="475651" y="165422"/>
                  <a:pt x="478498" y="171523"/>
                  <a:pt x="482466" y="176602"/>
                </a:cubicBezTo>
                <a:cubicBezTo>
                  <a:pt x="486435" y="181680"/>
                  <a:pt x="491606" y="185582"/>
                  <a:pt x="497977" y="188308"/>
                </a:cubicBezTo>
                <a:cubicBezTo>
                  <a:pt x="504348" y="191030"/>
                  <a:pt x="512182" y="192391"/>
                  <a:pt x="521477" y="192391"/>
                </a:cubicBezTo>
                <a:cubicBezTo>
                  <a:pt x="528058" y="192391"/>
                  <a:pt x="533959" y="191808"/>
                  <a:pt x="539181" y="190643"/>
                </a:cubicBezTo>
                <a:cubicBezTo>
                  <a:pt x="544403" y="189478"/>
                  <a:pt x="548921" y="188180"/>
                  <a:pt x="552733" y="186751"/>
                </a:cubicBezTo>
                <a:cubicBezTo>
                  <a:pt x="556545" y="185321"/>
                  <a:pt x="559679" y="184024"/>
                  <a:pt x="562133" y="182859"/>
                </a:cubicBezTo>
                <a:cubicBezTo>
                  <a:pt x="564588" y="181693"/>
                  <a:pt x="566337" y="181111"/>
                  <a:pt x="567382" y="181111"/>
                </a:cubicBezTo>
                <a:cubicBezTo>
                  <a:pt x="568008" y="181111"/>
                  <a:pt x="568583" y="181269"/>
                  <a:pt x="569105" y="181586"/>
                </a:cubicBezTo>
                <a:cubicBezTo>
                  <a:pt x="569627" y="181902"/>
                  <a:pt x="570045" y="182403"/>
                  <a:pt x="570358" y="183089"/>
                </a:cubicBezTo>
                <a:cubicBezTo>
                  <a:pt x="570672" y="183774"/>
                  <a:pt x="570907" y="184644"/>
                  <a:pt x="571063" y="185698"/>
                </a:cubicBezTo>
                <a:cubicBezTo>
                  <a:pt x="571220" y="186752"/>
                  <a:pt x="571298" y="188069"/>
                  <a:pt x="571298" y="189649"/>
                </a:cubicBezTo>
                <a:cubicBezTo>
                  <a:pt x="571298" y="190390"/>
                  <a:pt x="571246" y="191103"/>
                  <a:pt x="571142" y="191789"/>
                </a:cubicBezTo>
                <a:cubicBezTo>
                  <a:pt x="571037" y="192474"/>
                  <a:pt x="570907" y="193107"/>
                  <a:pt x="570750" y="193688"/>
                </a:cubicBezTo>
                <a:cubicBezTo>
                  <a:pt x="570593" y="194266"/>
                  <a:pt x="570358" y="194819"/>
                  <a:pt x="570045" y="195348"/>
                </a:cubicBezTo>
                <a:cubicBezTo>
                  <a:pt x="569732" y="195874"/>
                  <a:pt x="569314" y="196401"/>
                  <a:pt x="568792" y="196930"/>
                </a:cubicBezTo>
                <a:cubicBezTo>
                  <a:pt x="568270" y="197455"/>
                  <a:pt x="566651" y="198371"/>
                  <a:pt x="563935" y="199676"/>
                </a:cubicBezTo>
                <a:cubicBezTo>
                  <a:pt x="561219" y="200982"/>
                  <a:pt x="557668" y="202287"/>
                  <a:pt x="553281" y="203593"/>
                </a:cubicBezTo>
                <a:cubicBezTo>
                  <a:pt x="548895" y="204898"/>
                  <a:pt x="543803" y="206074"/>
                  <a:pt x="538006" y="207118"/>
                </a:cubicBezTo>
                <a:cubicBezTo>
                  <a:pt x="532209" y="208162"/>
                  <a:pt x="525969" y="208685"/>
                  <a:pt x="519284" y="208685"/>
                </a:cubicBezTo>
                <a:cubicBezTo>
                  <a:pt x="508317" y="208685"/>
                  <a:pt x="498604" y="207038"/>
                  <a:pt x="490143" y="203745"/>
                </a:cubicBezTo>
                <a:cubicBezTo>
                  <a:pt x="481683" y="200451"/>
                  <a:pt x="474581" y="195590"/>
                  <a:pt x="468836" y="189160"/>
                </a:cubicBezTo>
                <a:cubicBezTo>
                  <a:pt x="463092" y="182730"/>
                  <a:pt x="458731" y="174757"/>
                  <a:pt x="455754" y="165243"/>
                </a:cubicBezTo>
                <a:cubicBezTo>
                  <a:pt x="452777" y="155729"/>
                  <a:pt x="451289" y="144698"/>
                  <a:pt x="451289" y="132151"/>
                </a:cubicBezTo>
                <a:cubicBezTo>
                  <a:pt x="451289" y="120127"/>
                  <a:pt x="452830" y="109357"/>
                  <a:pt x="455911" y="99843"/>
                </a:cubicBezTo>
                <a:cubicBezTo>
                  <a:pt x="458992" y="90329"/>
                  <a:pt x="463405" y="82252"/>
                  <a:pt x="469150" y="75613"/>
                </a:cubicBezTo>
                <a:cubicBezTo>
                  <a:pt x="474894" y="68974"/>
                  <a:pt x="481814" y="63903"/>
                  <a:pt x="489908" y="60401"/>
                </a:cubicBezTo>
                <a:cubicBezTo>
                  <a:pt x="498003" y="56899"/>
                  <a:pt x="507011" y="55148"/>
                  <a:pt x="516934" y="55148"/>
                </a:cubicBezTo>
                <a:cubicBezTo>
                  <a:pt x="527587" y="55148"/>
                  <a:pt x="536674" y="56923"/>
                  <a:pt x="544195" y="60475"/>
                </a:cubicBezTo>
                <a:cubicBezTo>
                  <a:pt x="551715" y="64026"/>
                  <a:pt x="557903" y="68804"/>
                  <a:pt x="562760" y="74810"/>
                </a:cubicBezTo>
                <a:cubicBezTo>
                  <a:pt x="567617" y="80816"/>
                  <a:pt x="571168" y="87788"/>
                  <a:pt x="573414" y="95725"/>
                </a:cubicBezTo>
                <a:cubicBezTo>
                  <a:pt x="575659" y="103663"/>
                  <a:pt x="576782" y="112019"/>
                  <a:pt x="576782" y="120793"/>
                </a:cubicBezTo>
                <a:lnTo>
                  <a:pt x="576782" y="124553"/>
                </a:lnTo>
                <a:moveTo>
                  <a:pt x="557512" y="119069"/>
                </a:moveTo>
                <a:cubicBezTo>
                  <a:pt x="557825" y="104029"/>
                  <a:pt x="554378" y="92279"/>
                  <a:pt x="547171" y="83819"/>
                </a:cubicBezTo>
                <a:cubicBezTo>
                  <a:pt x="539964" y="75358"/>
                  <a:pt x="529468" y="71128"/>
                  <a:pt x="515681" y="71128"/>
                </a:cubicBezTo>
                <a:cubicBezTo>
                  <a:pt x="508578" y="71128"/>
                  <a:pt x="502337" y="72460"/>
                  <a:pt x="496958" y="75123"/>
                </a:cubicBezTo>
                <a:cubicBezTo>
                  <a:pt x="491579" y="77787"/>
                  <a:pt x="487036" y="81312"/>
                  <a:pt x="483328" y="85699"/>
                </a:cubicBezTo>
                <a:cubicBezTo>
                  <a:pt x="479620" y="90085"/>
                  <a:pt x="476774" y="95177"/>
                  <a:pt x="474790" y="100974"/>
                </a:cubicBezTo>
                <a:cubicBezTo>
                  <a:pt x="472805" y="106771"/>
                  <a:pt x="471656" y="112803"/>
                  <a:pt x="471343" y="119069"/>
                </a:cubicBezTo>
                <a:lnTo>
                  <a:pt x="557512" y="119069"/>
                </a:lnTo>
                <a:close/>
                <a:moveTo>
                  <a:pt x="715151" y="181894"/>
                </a:moveTo>
                <a:cubicBezTo>
                  <a:pt x="715151" y="183147"/>
                  <a:pt x="715098" y="184270"/>
                  <a:pt x="714994" y="185262"/>
                </a:cubicBezTo>
                <a:cubicBezTo>
                  <a:pt x="714889" y="186255"/>
                  <a:pt x="714733" y="187116"/>
                  <a:pt x="714524" y="187848"/>
                </a:cubicBezTo>
                <a:cubicBezTo>
                  <a:pt x="714315" y="188579"/>
                  <a:pt x="714028" y="189231"/>
                  <a:pt x="713662" y="189806"/>
                </a:cubicBezTo>
                <a:cubicBezTo>
                  <a:pt x="713297" y="190380"/>
                  <a:pt x="712435" y="191347"/>
                  <a:pt x="711077" y="192704"/>
                </a:cubicBezTo>
                <a:cubicBezTo>
                  <a:pt x="709719" y="194062"/>
                  <a:pt x="707448" y="195785"/>
                  <a:pt x="704262" y="197874"/>
                </a:cubicBezTo>
                <a:cubicBezTo>
                  <a:pt x="701076" y="199963"/>
                  <a:pt x="697499" y="201791"/>
                  <a:pt x="693530" y="203358"/>
                </a:cubicBezTo>
                <a:cubicBezTo>
                  <a:pt x="689561" y="204925"/>
                  <a:pt x="685279" y="206204"/>
                  <a:pt x="680683" y="207196"/>
                </a:cubicBezTo>
                <a:cubicBezTo>
                  <a:pt x="676087" y="208189"/>
                  <a:pt x="671335" y="208685"/>
                  <a:pt x="666426" y="208685"/>
                </a:cubicBezTo>
                <a:cubicBezTo>
                  <a:pt x="656608" y="208685"/>
                  <a:pt x="647913" y="207038"/>
                  <a:pt x="640341" y="203745"/>
                </a:cubicBezTo>
                <a:cubicBezTo>
                  <a:pt x="632768" y="200451"/>
                  <a:pt x="626423" y="195590"/>
                  <a:pt x="621305" y="189160"/>
                </a:cubicBezTo>
                <a:cubicBezTo>
                  <a:pt x="616187" y="182730"/>
                  <a:pt x="612297" y="174836"/>
                  <a:pt x="609633" y="165478"/>
                </a:cubicBezTo>
                <a:cubicBezTo>
                  <a:pt x="606970" y="156120"/>
                  <a:pt x="605638" y="145325"/>
                  <a:pt x="605638" y="133091"/>
                </a:cubicBezTo>
                <a:cubicBezTo>
                  <a:pt x="605638" y="119291"/>
                  <a:pt x="607283" y="107477"/>
                  <a:pt x="610573" y="97650"/>
                </a:cubicBezTo>
                <a:cubicBezTo>
                  <a:pt x="613863" y="87822"/>
                  <a:pt x="618381" y="79771"/>
                  <a:pt x="624125" y="73498"/>
                </a:cubicBezTo>
                <a:cubicBezTo>
                  <a:pt x="629870" y="67225"/>
                  <a:pt x="636580" y="62598"/>
                  <a:pt x="644257" y="59618"/>
                </a:cubicBezTo>
                <a:cubicBezTo>
                  <a:pt x="651934" y="56638"/>
                  <a:pt x="660159" y="55148"/>
                  <a:pt x="668933" y="55148"/>
                </a:cubicBezTo>
                <a:cubicBezTo>
                  <a:pt x="673633" y="55148"/>
                  <a:pt x="678124" y="55597"/>
                  <a:pt x="682406" y="56494"/>
                </a:cubicBezTo>
                <a:cubicBezTo>
                  <a:pt x="686689" y="57389"/>
                  <a:pt x="690632" y="58573"/>
                  <a:pt x="694235" y="60049"/>
                </a:cubicBezTo>
                <a:cubicBezTo>
                  <a:pt x="697838" y="61521"/>
                  <a:pt x="701050" y="63205"/>
                  <a:pt x="703870" y="65101"/>
                </a:cubicBezTo>
                <a:cubicBezTo>
                  <a:pt x="706690" y="66998"/>
                  <a:pt x="708753" y="68605"/>
                  <a:pt x="710059" y="69924"/>
                </a:cubicBezTo>
                <a:cubicBezTo>
                  <a:pt x="711364" y="71239"/>
                  <a:pt x="712252" y="72240"/>
                  <a:pt x="712722" y="72925"/>
                </a:cubicBezTo>
                <a:cubicBezTo>
                  <a:pt x="713192" y="73607"/>
                  <a:pt x="713558" y="74366"/>
                  <a:pt x="713819" y="75202"/>
                </a:cubicBezTo>
                <a:cubicBezTo>
                  <a:pt x="714080" y="76037"/>
                  <a:pt x="714263" y="76951"/>
                  <a:pt x="714367" y="77943"/>
                </a:cubicBezTo>
                <a:cubicBezTo>
                  <a:pt x="714472" y="78936"/>
                  <a:pt x="714524" y="80111"/>
                  <a:pt x="714524" y="81468"/>
                </a:cubicBezTo>
                <a:cubicBezTo>
                  <a:pt x="714524" y="84497"/>
                  <a:pt x="714080" y="86612"/>
                  <a:pt x="713192" y="87814"/>
                </a:cubicBezTo>
                <a:cubicBezTo>
                  <a:pt x="712304" y="89015"/>
                  <a:pt x="711338" y="89615"/>
                  <a:pt x="710294" y="89615"/>
                </a:cubicBezTo>
                <a:cubicBezTo>
                  <a:pt x="708832" y="89615"/>
                  <a:pt x="707030" y="88667"/>
                  <a:pt x="704889" y="86771"/>
                </a:cubicBezTo>
                <a:cubicBezTo>
                  <a:pt x="702747" y="84874"/>
                  <a:pt x="700006" y="82794"/>
                  <a:pt x="696663" y="80528"/>
                </a:cubicBezTo>
                <a:cubicBezTo>
                  <a:pt x="693321" y="78263"/>
                  <a:pt x="689274" y="76183"/>
                  <a:pt x="684522" y="74286"/>
                </a:cubicBezTo>
                <a:cubicBezTo>
                  <a:pt x="679769" y="72390"/>
                  <a:pt x="674103" y="71442"/>
                  <a:pt x="667523" y="71442"/>
                </a:cubicBezTo>
                <a:cubicBezTo>
                  <a:pt x="653945" y="71442"/>
                  <a:pt x="643474" y="76670"/>
                  <a:pt x="636110" y="87128"/>
                </a:cubicBezTo>
                <a:cubicBezTo>
                  <a:pt x="628747" y="97586"/>
                  <a:pt x="625065" y="112698"/>
                  <a:pt x="625065" y="132465"/>
                </a:cubicBezTo>
                <a:cubicBezTo>
                  <a:pt x="625065" y="142400"/>
                  <a:pt x="626057" y="151107"/>
                  <a:pt x="628042" y="158584"/>
                </a:cubicBezTo>
                <a:cubicBezTo>
                  <a:pt x="630026" y="166062"/>
                  <a:pt x="632873" y="172285"/>
                  <a:pt x="636580" y="177253"/>
                </a:cubicBezTo>
                <a:cubicBezTo>
                  <a:pt x="640288" y="182220"/>
                  <a:pt x="644806" y="185933"/>
                  <a:pt x="650132" y="188391"/>
                </a:cubicBezTo>
                <a:cubicBezTo>
                  <a:pt x="655459" y="190849"/>
                  <a:pt x="661465" y="192078"/>
                  <a:pt x="668149" y="192078"/>
                </a:cubicBezTo>
                <a:cubicBezTo>
                  <a:pt x="674416" y="192078"/>
                  <a:pt x="679952" y="191085"/>
                  <a:pt x="684757" y="189101"/>
                </a:cubicBezTo>
                <a:cubicBezTo>
                  <a:pt x="689561" y="187116"/>
                  <a:pt x="693739" y="184923"/>
                  <a:pt x="697290" y="182521"/>
                </a:cubicBezTo>
                <a:cubicBezTo>
                  <a:pt x="700841" y="180118"/>
                  <a:pt x="703792" y="177925"/>
                  <a:pt x="706142" y="175941"/>
                </a:cubicBezTo>
                <a:cubicBezTo>
                  <a:pt x="708492" y="173956"/>
                  <a:pt x="710242" y="172964"/>
                  <a:pt x="711390" y="172964"/>
                </a:cubicBezTo>
                <a:cubicBezTo>
                  <a:pt x="712017" y="172964"/>
                  <a:pt x="712565" y="173147"/>
                  <a:pt x="713036" y="173512"/>
                </a:cubicBezTo>
                <a:cubicBezTo>
                  <a:pt x="713506" y="173878"/>
                  <a:pt x="713897" y="174452"/>
                  <a:pt x="714211" y="175236"/>
                </a:cubicBezTo>
                <a:cubicBezTo>
                  <a:pt x="714524" y="176019"/>
                  <a:pt x="714759" y="176959"/>
                  <a:pt x="714916" y="178056"/>
                </a:cubicBezTo>
                <a:cubicBezTo>
                  <a:pt x="715072" y="179152"/>
                  <a:pt x="715151" y="180432"/>
                  <a:pt x="715151" y="181894"/>
                </a:cubicBezTo>
                <a:close/>
                <a:moveTo>
                  <a:pt x="828189" y="194428"/>
                </a:moveTo>
                <a:cubicBezTo>
                  <a:pt x="828189" y="196621"/>
                  <a:pt x="828006" y="198397"/>
                  <a:pt x="827640" y="199754"/>
                </a:cubicBezTo>
                <a:cubicBezTo>
                  <a:pt x="827275" y="201112"/>
                  <a:pt x="826700" y="202183"/>
                  <a:pt x="825917" y="202966"/>
                </a:cubicBezTo>
                <a:cubicBezTo>
                  <a:pt x="825134" y="203750"/>
                  <a:pt x="823985" y="204481"/>
                  <a:pt x="822470" y="205160"/>
                </a:cubicBezTo>
                <a:cubicBezTo>
                  <a:pt x="820956" y="205838"/>
                  <a:pt x="819206" y="206413"/>
                  <a:pt x="817222" y="206883"/>
                </a:cubicBezTo>
                <a:cubicBezTo>
                  <a:pt x="815237" y="207353"/>
                  <a:pt x="813148" y="207719"/>
                  <a:pt x="810955" y="207980"/>
                </a:cubicBezTo>
                <a:cubicBezTo>
                  <a:pt x="808762" y="208241"/>
                  <a:pt x="806620" y="208371"/>
                  <a:pt x="804531" y="208371"/>
                </a:cubicBezTo>
                <a:cubicBezTo>
                  <a:pt x="797534" y="208371"/>
                  <a:pt x="791580" y="207431"/>
                  <a:pt x="786671" y="205551"/>
                </a:cubicBezTo>
                <a:cubicBezTo>
                  <a:pt x="781762" y="203671"/>
                  <a:pt x="777741" y="200825"/>
                  <a:pt x="774607" y="197013"/>
                </a:cubicBezTo>
                <a:cubicBezTo>
                  <a:pt x="771474" y="193200"/>
                  <a:pt x="769202" y="188370"/>
                  <a:pt x="767792" y="182521"/>
                </a:cubicBezTo>
                <a:cubicBezTo>
                  <a:pt x="766382" y="176672"/>
                  <a:pt x="765677" y="169778"/>
                  <a:pt x="765677" y="161840"/>
                </a:cubicBezTo>
                <a:lnTo>
                  <a:pt x="765677" y="73635"/>
                </a:lnTo>
                <a:lnTo>
                  <a:pt x="744527" y="73635"/>
                </a:lnTo>
                <a:cubicBezTo>
                  <a:pt x="743065" y="73635"/>
                  <a:pt x="741916" y="72976"/>
                  <a:pt x="741080" y="71657"/>
                </a:cubicBezTo>
                <a:cubicBezTo>
                  <a:pt x="740244" y="70338"/>
                  <a:pt x="739827" y="68360"/>
                  <a:pt x="739827" y="65723"/>
                </a:cubicBezTo>
                <a:cubicBezTo>
                  <a:pt x="739827" y="64352"/>
                  <a:pt x="739931" y="63166"/>
                  <a:pt x="740140" y="62164"/>
                </a:cubicBezTo>
                <a:cubicBezTo>
                  <a:pt x="740349" y="61162"/>
                  <a:pt x="740662" y="60318"/>
                  <a:pt x="741080" y="59633"/>
                </a:cubicBezTo>
                <a:cubicBezTo>
                  <a:pt x="741498" y="58947"/>
                  <a:pt x="741994" y="58446"/>
                  <a:pt x="742568" y="58130"/>
                </a:cubicBezTo>
                <a:cubicBezTo>
                  <a:pt x="743143" y="57813"/>
                  <a:pt x="743796" y="57655"/>
                  <a:pt x="744527" y="57655"/>
                </a:cubicBezTo>
                <a:lnTo>
                  <a:pt x="765677" y="57655"/>
                </a:lnTo>
                <a:lnTo>
                  <a:pt x="765677" y="22874"/>
                </a:lnTo>
                <a:cubicBezTo>
                  <a:pt x="765677" y="22247"/>
                  <a:pt x="765808" y="21673"/>
                  <a:pt x="766069" y="21150"/>
                </a:cubicBezTo>
                <a:cubicBezTo>
                  <a:pt x="766330" y="20628"/>
                  <a:pt x="766826" y="20184"/>
                  <a:pt x="767557" y="19819"/>
                </a:cubicBezTo>
                <a:cubicBezTo>
                  <a:pt x="768288" y="19453"/>
                  <a:pt x="769255" y="19192"/>
                  <a:pt x="770456" y="19035"/>
                </a:cubicBezTo>
                <a:cubicBezTo>
                  <a:pt x="771657" y="18879"/>
                  <a:pt x="773145" y="18800"/>
                  <a:pt x="774921" y="18800"/>
                </a:cubicBezTo>
                <a:cubicBezTo>
                  <a:pt x="776801" y="18800"/>
                  <a:pt x="778341" y="18879"/>
                  <a:pt x="779543" y="19035"/>
                </a:cubicBezTo>
                <a:cubicBezTo>
                  <a:pt x="780744" y="19192"/>
                  <a:pt x="781684" y="19453"/>
                  <a:pt x="782363" y="19819"/>
                </a:cubicBezTo>
                <a:cubicBezTo>
                  <a:pt x="783042" y="20184"/>
                  <a:pt x="783538" y="20628"/>
                  <a:pt x="783851" y="21150"/>
                </a:cubicBezTo>
                <a:cubicBezTo>
                  <a:pt x="784164" y="21673"/>
                  <a:pt x="784321" y="22247"/>
                  <a:pt x="784321" y="22874"/>
                </a:cubicBezTo>
                <a:lnTo>
                  <a:pt x="784321" y="57655"/>
                </a:lnTo>
                <a:lnTo>
                  <a:pt x="823489" y="57655"/>
                </a:lnTo>
                <a:cubicBezTo>
                  <a:pt x="824220" y="57655"/>
                  <a:pt x="824872" y="57813"/>
                  <a:pt x="825447" y="58130"/>
                </a:cubicBezTo>
                <a:cubicBezTo>
                  <a:pt x="826021" y="58446"/>
                  <a:pt x="826517" y="58947"/>
                  <a:pt x="826935" y="59633"/>
                </a:cubicBezTo>
                <a:cubicBezTo>
                  <a:pt x="827353" y="60318"/>
                  <a:pt x="827666" y="61162"/>
                  <a:pt x="827875" y="62164"/>
                </a:cubicBezTo>
                <a:cubicBezTo>
                  <a:pt x="828084" y="63166"/>
                  <a:pt x="828189" y="64352"/>
                  <a:pt x="828189" y="65723"/>
                </a:cubicBezTo>
                <a:cubicBezTo>
                  <a:pt x="828189" y="68360"/>
                  <a:pt x="827745" y="70338"/>
                  <a:pt x="826857" y="71657"/>
                </a:cubicBezTo>
                <a:cubicBezTo>
                  <a:pt x="825969" y="72976"/>
                  <a:pt x="824846" y="73635"/>
                  <a:pt x="823489" y="73635"/>
                </a:cubicBezTo>
                <a:lnTo>
                  <a:pt x="784321" y="73635"/>
                </a:lnTo>
                <a:lnTo>
                  <a:pt x="784321" y="159334"/>
                </a:lnTo>
                <a:cubicBezTo>
                  <a:pt x="784321" y="170092"/>
                  <a:pt x="785862" y="178291"/>
                  <a:pt x="788943" y="183931"/>
                </a:cubicBezTo>
                <a:cubicBezTo>
                  <a:pt x="792024" y="189571"/>
                  <a:pt x="797638" y="192391"/>
                  <a:pt x="805785" y="192391"/>
                </a:cubicBezTo>
                <a:cubicBezTo>
                  <a:pt x="808292" y="192391"/>
                  <a:pt x="810563" y="192130"/>
                  <a:pt x="812600" y="191608"/>
                </a:cubicBezTo>
                <a:cubicBezTo>
                  <a:pt x="814637" y="191085"/>
                  <a:pt x="816438" y="190511"/>
                  <a:pt x="818005" y="189884"/>
                </a:cubicBezTo>
                <a:cubicBezTo>
                  <a:pt x="819572" y="189258"/>
                  <a:pt x="820903" y="188683"/>
                  <a:pt x="822000" y="188161"/>
                </a:cubicBezTo>
                <a:cubicBezTo>
                  <a:pt x="823097" y="187639"/>
                  <a:pt x="824063" y="187378"/>
                  <a:pt x="824899" y="187378"/>
                </a:cubicBezTo>
                <a:cubicBezTo>
                  <a:pt x="825421" y="187378"/>
                  <a:pt x="825891" y="187482"/>
                  <a:pt x="826309" y="187691"/>
                </a:cubicBezTo>
                <a:cubicBezTo>
                  <a:pt x="826726" y="187900"/>
                  <a:pt x="827066" y="188291"/>
                  <a:pt x="827327" y="188866"/>
                </a:cubicBezTo>
                <a:cubicBezTo>
                  <a:pt x="827588" y="189440"/>
                  <a:pt x="827797" y="190171"/>
                  <a:pt x="827954" y="191059"/>
                </a:cubicBezTo>
                <a:cubicBezTo>
                  <a:pt x="828110" y="191947"/>
                  <a:pt x="828189" y="193070"/>
                  <a:pt x="828189" y="194428"/>
                </a:cubicBezTo>
                <a:close/>
                <a:moveTo>
                  <a:pt x="877991" y="202726"/>
                </a:moveTo>
                <a:cubicBezTo>
                  <a:pt x="877991" y="203353"/>
                  <a:pt x="877834" y="203929"/>
                  <a:pt x="877521" y="204455"/>
                </a:cubicBezTo>
                <a:cubicBezTo>
                  <a:pt x="877208" y="204977"/>
                  <a:pt x="876711" y="205395"/>
                  <a:pt x="876032" y="205708"/>
                </a:cubicBezTo>
                <a:cubicBezTo>
                  <a:pt x="875354" y="206021"/>
                  <a:pt x="874414" y="206282"/>
                  <a:pt x="873212" y="206491"/>
                </a:cubicBezTo>
                <a:cubicBezTo>
                  <a:pt x="872011" y="206700"/>
                  <a:pt x="870471" y="206805"/>
                  <a:pt x="868591" y="206805"/>
                </a:cubicBezTo>
                <a:cubicBezTo>
                  <a:pt x="866815" y="206805"/>
                  <a:pt x="865327" y="206700"/>
                  <a:pt x="864126" y="206491"/>
                </a:cubicBezTo>
                <a:cubicBezTo>
                  <a:pt x="862924" y="206282"/>
                  <a:pt x="861958" y="206021"/>
                  <a:pt x="861227" y="205708"/>
                </a:cubicBezTo>
                <a:cubicBezTo>
                  <a:pt x="860496" y="205395"/>
                  <a:pt x="860000" y="204977"/>
                  <a:pt x="859739" y="204455"/>
                </a:cubicBezTo>
                <a:cubicBezTo>
                  <a:pt x="859478" y="203929"/>
                  <a:pt x="859347" y="203353"/>
                  <a:pt x="859347" y="202726"/>
                </a:cubicBezTo>
                <a:lnTo>
                  <a:pt x="859347" y="60793"/>
                </a:lnTo>
                <a:cubicBezTo>
                  <a:pt x="859347" y="60166"/>
                  <a:pt x="859478" y="59592"/>
                  <a:pt x="859739" y="59070"/>
                </a:cubicBezTo>
                <a:cubicBezTo>
                  <a:pt x="860000" y="58544"/>
                  <a:pt x="860496" y="58099"/>
                  <a:pt x="861227" y="57733"/>
                </a:cubicBezTo>
                <a:cubicBezTo>
                  <a:pt x="861958" y="57367"/>
                  <a:pt x="862924" y="57106"/>
                  <a:pt x="864126" y="56950"/>
                </a:cubicBezTo>
                <a:cubicBezTo>
                  <a:pt x="865327" y="56793"/>
                  <a:pt x="866815" y="56715"/>
                  <a:pt x="868591" y="56715"/>
                </a:cubicBezTo>
                <a:cubicBezTo>
                  <a:pt x="870471" y="56715"/>
                  <a:pt x="872011" y="56793"/>
                  <a:pt x="873212" y="56950"/>
                </a:cubicBezTo>
                <a:cubicBezTo>
                  <a:pt x="874414" y="57106"/>
                  <a:pt x="875354" y="57367"/>
                  <a:pt x="876032" y="57733"/>
                </a:cubicBezTo>
                <a:cubicBezTo>
                  <a:pt x="876711" y="58099"/>
                  <a:pt x="877208" y="58544"/>
                  <a:pt x="877521" y="59070"/>
                </a:cubicBezTo>
                <a:cubicBezTo>
                  <a:pt x="877834" y="59592"/>
                  <a:pt x="877991" y="60166"/>
                  <a:pt x="877991" y="60793"/>
                </a:cubicBezTo>
                <a:lnTo>
                  <a:pt x="877991" y="202726"/>
                </a:lnTo>
                <a:moveTo>
                  <a:pt x="880811" y="12769"/>
                </a:moveTo>
                <a:cubicBezTo>
                  <a:pt x="880811" y="17811"/>
                  <a:pt x="879923" y="21227"/>
                  <a:pt x="878148" y="23016"/>
                </a:cubicBezTo>
                <a:cubicBezTo>
                  <a:pt x="876372" y="24801"/>
                  <a:pt x="873134" y="25694"/>
                  <a:pt x="868434" y="25694"/>
                </a:cubicBezTo>
                <a:cubicBezTo>
                  <a:pt x="863838" y="25694"/>
                  <a:pt x="860679" y="24827"/>
                  <a:pt x="858955" y="23094"/>
                </a:cubicBezTo>
                <a:cubicBezTo>
                  <a:pt x="857232" y="21361"/>
                  <a:pt x="856370" y="17971"/>
                  <a:pt x="856370" y="12925"/>
                </a:cubicBezTo>
                <a:cubicBezTo>
                  <a:pt x="856370" y="7882"/>
                  <a:pt x="857258" y="4468"/>
                  <a:pt x="859034" y="2683"/>
                </a:cubicBezTo>
                <a:cubicBezTo>
                  <a:pt x="860809" y="894"/>
                  <a:pt x="864047" y="0"/>
                  <a:pt x="868747" y="0"/>
                </a:cubicBezTo>
                <a:cubicBezTo>
                  <a:pt x="873343" y="0"/>
                  <a:pt x="876502" y="867"/>
                  <a:pt x="878226" y="2600"/>
                </a:cubicBezTo>
                <a:cubicBezTo>
                  <a:pt x="879949" y="4333"/>
                  <a:pt x="880811" y="7723"/>
                  <a:pt x="880811" y="12769"/>
                </a:cubicBezTo>
                <a:close/>
                <a:moveTo>
                  <a:pt x="1061847" y="130428"/>
                </a:moveTo>
                <a:cubicBezTo>
                  <a:pt x="1061847" y="141718"/>
                  <a:pt x="1060384" y="152120"/>
                  <a:pt x="1057460" y="161635"/>
                </a:cubicBezTo>
                <a:cubicBezTo>
                  <a:pt x="1054535" y="171149"/>
                  <a:pt x="1050175" y="179410"/>
                  <a:pt x="1044378" y="186418"/>
                </a:cubicBezTo>
                <a:cubicBezTo>
                  <a:pt x="1038581" y="193422"/>
                  <a:pt x="1031348" y="198885"/>
                  <a:pt x="1022679" y="202805"/>
                </a:cubicBezTo>
                <a:cubicBezTo>
                  <a:pt x="1014010" y="206725"/>
                  <a:pt x="1003931" y="208685"/>
                  <a:pt x="992442" y="208685"/>
                </a:cubicBezTo>
                <a:cubicBezTo>
                  <a:pt x="981370" y="208685"/>
                  <a:pt x="971683" y="206934"/>
                  <a:pt x="963379" y="203431"/>
                </a:cubicBezTo>
                <a:cubicBezTo>
                  <a:pt x="955076" y="199929"/>
                  <a:pt x="948130" y="194911"/>
                  <a:pt x="942542" y="188376"/>
                </a:cubicBezTo>
                <a:cubicBezTo>
                  <a:pt x="936954" y="181842"/>
                  <a:pt x="932777" y="173922"/>
                  <a:pt x="930009" y="164616"/>
                </a:cubicBezTo>
                <a:cubicBezTo>
                  <a:pt x="927241" y="155311"/>
                  <a:pt x="925857" y="144802"/>
                  <a:pt x="925857" y="133091"/>
                </a:cubicBezTo>
                <a:cubicBezTo>
                  <a:pt x="925857" y="121801"/>
                  <a:pt x="927293" y="111399"/>
                  <a:pt x="930165" y="101885"/>
                </a:cubicBezTo>
                <a:cubicBezTo>
                  <a:pt x="933038" y="92370"/>
                  <a:pt x="937372" y="84137"/>
                  <a:pt x="943169" y="77185"/>
                </a:cubicBezTo>
                <a:cubicBezTo>
                  <a:pt x="948966" y="70229"/>
                  <a:pt x="956199" y="64817"/>
                  <a:pt x="964868" y="60950"/>
                </a:cubicBezTo>
                <a:cubicBezTo>
                  <a:pt x="973537" y="57082"/>
                  <a:pt x="983668" y="55148"/>
                  <a:pt x="995262" y="55148"/>
                </a:cubicBezTo>
                <a:cubicBezTo>
                  <a:pt x="1006333" y="55148"/>
                  <a:pt x="1016021" y="56873"/>
                  <a:pt x="1024324" y="60323"/>
                </a:cubicBezTo>
                <a:cubicBezTo>
                  <a:pt x="1032628" y="63773"/>
                  <a:pt x="1039547" y="68765"/>
                  <a:pt x="1045083" y="75300"/>
                </a:cubicBezTo>
                <a:cubicBezTo>
                  <a:pt x="1050619" y="81834"/>
                  <a:pt x="1054797" y="89754"/>
                  <a:pt x="1057617" y="99060"/>
                </a:cubicBezTo>
                <a:cubicBezTo>
                  <a:pt x="1060437" y="108365"/>
                  <a:pt x="1061847" y="118821"/>
                  <a:pt x="1061847" y="130428"/>
                </a:cubicBezTo>
                <a:moveTo>
                  <a:pt x="1042106" y="132151"/>
                </a:moveTo>
                <a:cubicBezTo>
                  <a:pt x="1042106" y="124099"/>
                  <a:pt x="1041323" y="116412"/>
                  <a:pt x="1039756" y="109091"/>
                </a:cubicBezTo>
                <a:cubicBezTo>
                  <a:pt x="1038189" y="101770"/>
                  <a:pt x="1035578" y="95313"/>
                  <a:pt x="1031923" y="89718"/>
                </a:cubicBezTo>
                <a:cubicBezTo>
                  <a:pt x="1028267" y="84124"/>
                  <a:pt x="1023358" y="79680"/>
                  <a:pt x="1017196" y="76387"/>
                </a:cubicBezTo>
                <a:cubicBezTo>
                  <a:pt x="1011033" y="73090"/>
                  <a:pt x="1003356" y="71442"/>
                  <a:pt x="994165" y="71442"/>
                </a:cubicBezTo>
                <a:cubicBezTo>
                  <a:pt x="985705" y="71442"/>
                  <a:pt x="978394" y="72958"/>
                  <a:pt x="972231" y="75990"/>
                </a:cubicBezTo>
                <a:cubicBezTo>
                  <a:pt x="966069" y="79022"/>
                  <a:pt x="961029" y="83233"/>
                  <a:pt x="957113" y="88621"/>
                </a:cubicBezTo>
                <a:cubicBezTo>
                  <a:pt x="953196" y="94007"/>
                  <a:pt x="950298" y="100360"/>
                  <a:pt x="948417" y="107681"/>
                </a:cubicBezTo>
                <a:cubicBezTo>
                  <a:pt x="946537" y="115002"/>
                  <a:pt x="945597" y="122898"/>
                  <a:pt x="945597" y="131368"/>
                </a:cubicBezTo>
                <a:cubicBezTo>
                  <a:pt x="945597" y="139525"/>
                  <a:pt x="946381" y="147290"/>
                  <a:pt x="947947" y="154663"/>
                </a:cubicBezTo>
                <a:cubicBezTo>
                  <a:pt x="949514" y="162036"/>
                  <a:pt x="952125" y="168494"/>
                  <a:pt x="955781" y="174036"/>
                </a:cubicBezTo>
                <a:cubicBezTo>
                  <a:pt x="959437" y="179578"/>
                  <a:pt x="964346" y="183972"/>
                  <a:pt x="970508" y="187216"/>
                </a:cubicBezTo>
                <a:cubicBezTo>
                  <a:pt x="976670" y="190457"/>
                  <a:pt x="984347" y="192078"/>
                  <a:pt x="993538" y="192078"/>
                </a:cubicBezTo>
                <a:cubicBezTo>
                  <a:pt x="1001999" y="192078"/>
                  <a:pt x="1009310" y="190562"/>
                  <a:pt x="1015472" y="187529"/>
                </a:cubicBezTo>
                <a:cubicBezTo>
                  <a:pt x="1021635" y="184497"/>
                  <a:pt x="1026674" y="180314"/>
                  <a:pt x="1030591" y="174981"/>
                </a:cubicBezTo>
                <a:cubicBezTo>
                  <a:pt x="1034508" y="169644"/>
                  <a:pt x="1037406" y="163317"/>
                  <a:pt x="1039286" y="155999"/>
                </a:cubicBezTo>
                <a:cubicBezTo>
                  <a:pt x="1041166" y="148678"/>
                  <a:pt x="1042106" y="140729"/>
                  <a:pt x="1042106" y="132151"/>
                </a:cubicBezTo>
                <a:close/>
                <a:moveTo>
                  <a:pt x="1217555" y="202731"/>
                </a:moveTo>
                <a:cubicBezTo>
                  <a:pt x="1217555" y="203358"/>
                  <a:pt x="1217399" y="203932"/>
                  <a:pt x="1217085" y="204455"/>
                </a:cubicBezTo>
                <a:cubicBezTo>
                  <a:pt x="1216772" y="204977"/>
                  <a:pt x="1216276" y="205395"/>
                  <a:pt x="1215597" y="205708"/>
                </a:cubicBezTo>
                <a:cubicBezTo>
                  <a:pt x="1214918" y="206021"/>
                  <a:pt x="1213978" y="206282"/>
                  <a:pt x="1212777" y="206491"/>
                </a:cubicBezTo>
                <a:cubicBezTo>
                  <a:pt x="1211576" y="206700"/>
                  <a:pt x="1210087" y="206805"/>
                  <a:pt x="1208312" y="206805"/>
                </a:cubicBezTo>
                <a:cubicBezTo>
                  <a:pt x="1206432" y="206805"/>
                  <a:pt x="1204891" y="206700"/>
                  <a:pt x="1203690" y="206491"/>
                </a:cubicBezTo>
                <a:cubicBezTo>
                  <a:pt x="1202489" y="206282"/>
                  <a:pt x="1201549" y="206021"/>
                  <a:pt x="1200870" y="205708"/>
                </a:cubicBezTo>
                <a:cubicBezTo>
                  <a:pt x="1200191" y="205395"/>
                  <a:pt x="1199695" y="204977"/>
                  <a:pt x="1199382" y="204455"/>
                </a:cubicBezTo>
                <a:cubicBezTo>
                  <a:pt x="1199068" y="203932"/>
                  <a:pt x="1198912" y="203358"/>
                  <a:pt x="1198912" y="202731"/>
                </a:cubicBezTo>
                <a:lnTo>
                  <a:pt x="1198912" y="118599"/>
                </a:lnTo>
                <a:cubicBezTo>
                  <a:pt x="1198912" y="109826"/>
                  <a:pt x="1198233" y="102697"/>
                  <a:pt x="1196875" y="97214"/>
                </a:cubicBezTo>
                <a:cubicBezTo>
                  <a:pt x="1195517" y="91730"/>
                  <a:pt x="1193480" y="87030"/>
                  <a:pt x="1190765" y="83114"/>
                </a:cubicBezTo>
                <a:cubicBezTo>
                  <a:pt x="1188049" y="79197"/>
                  <a:pt x="1184576" y="76168"/>
                  <a:pt x="1180346" y="74027"/>
                </a:cubicBezTo>
                <a:cubicBezTo>
                  <a:pt x="1176116" y="71885"/>
                  <a:pt x="1171181" y="70815"/>
                  <a:pt x="1165541" y="70815"/>
                </a:cubicBezTo>
                <a:cubicBezTo>
                  <a:pt x="1158334" y="70815"/>
                  <a:pt x="1151127" y="73374"/>
                  <a:pt x="1143920" y="78492"/>
                </a:cubicBezTo>
                <a:cubicBezTo>
                  <a:pt x="1136714" y="83610"/>
                  <a:pt x="1129141" y="91130"/>
                  <a:pt x="1121203" y="101052"/>
                </a:cubicBezTo>
                <a:lnTo>
                  <a:pt x="1121203" y="202731"/>
                </a:lnTo>
                <a:cubicBezTo>
                  <a:pt x="1121203" y="203358"/>
                  <a:pt x="1121047" y="203932"/>
                  <a:pt x="1120733" y="204455"/>
                </a:cubicBezTo>
                <a:cubicBezTo>
                  <a:pt x="1120420" y="204977"/>
                  <a:pt x="1119924" y="205395"/>
                  <a:pt x="1119245" y="205708"/>
                </a:cubicBezTo>
                <a:cubicBezTo>
                  <a:pt x="1118566" y="206021"/>
                  <a:pt x="1117626" y="206282"/>
                  <a:pt x="1116425" y="206491"/>
                </a:cubicBezTo>
                <a:cubicBezTo>
                  <a:pt x="1115224" y="206700"/>
                  <a:pt x="1113683" y="206805"/>
                  <a:pt x="1111803" y="206805"/>
                </a:cubicBezTo>
                <a:cubicBezTo>
                  <a:pt x="1110027" y="206805"/>
                  <a:pt x="1108539" y="206700"/>
                  <a:pt x="1107338" y="206491"/>
                </a:cubicBezTo>
                <a:cubicBezTo>
                  <a:pt x="1106137" y="206282"/>
                  <a:pt x="1105171" y="206021"/>
                  <a:pt x="1104440" y="205708"/>
                </a:cubicBezTo>
                <a:cubicBezTo>
                  <a:pt x="1103708" y="205395"/>
                  <a:pt x="1103212" y="204977"/>
                  <a:pt x="1102951" y="204455"/>
                </a:cubicBezTo>
                <a:cubicBezTo>
                  <a:pt x="1102690" y="203929"/>
                  <a:pt x="1102559" y="203353"/>
                  <a:pt x="1102559" y="202726"/>
                </a:cubicBezTo>
                <a:lnTo>
                  <a:pt x="1102559" y="60793"/>
                </a:lnTo>
                <a:cubicBezTo>
                  <a:pt x="1102559" y="60166"/>
                  <a:pt x="1102690" y="59592"/>
                  <a:pt x="1102951" y="59070"/>
                </a:cubicBezTo>
                <a:cubicBezTo>
                  <a:pt x="1103212" y="58544"/>
                  <a:pt x="1103708" y="58099"/>
                  <a:pt x="1104440" y="57733"/>
                </a:cubicBezTo>
                <a:cubicBezTo>
                  <a:pt x="1105171" y="57367"/>
                  <a:pt x="1106085" y="57106"/>
                  <a:pt x="1107181" y="56950"/>
                </a:cubicBezTo>
                <a:cubicBezTo>
                  <a:pt x="1108278" y="56793"/>
                  <a:pt x="1109714" y="56715"/>
                  <a:pt x="1111490" y="56715"/>
                </a:cubicBezTo>
                <a:cubicBezTo>
                  <a:pt x="1113265" y="56715"/>
                  <a:pt x="1114728" y="56793"/>
                  <a:pt x="1115876" y="56950"/>
                </a:cubicBezTo>
                <a:cubicBezTo>
                  <a:pt x="1117025" y="57106"/>
                  <a:pt x="1117913" y="57367"/>
                  <a:pt x="1118540" y="57733"/>
                </a:cubicBezTo>
                <a:cubicBezTo>
                  <a:pt x="1119167" y="58099"/>
                  <a:pt x="1119610" y="58544"/>
                  <a:pt x="1119872" y="59070"/>
                </a:cubicBezTo>
                <a:cubicBezTo>
                  <a:pt x="1120133" y="59592"/>
                  <a:pt x="1120263" y="60166"/>
                  <a:pt x="1120263" y="60793"/>
                </a:cubicBezTo>
                <a:lnTo>
                  <a:pt x="1120263" y="80866"/>
                </a:lnTo>
                <a:cubicBezTo>
                  <a:pt x="1128410" y="71825"/>
                  <a:pt x="1136400" y="65279"/>
                  <a:pt x="1144234" y="61229"/>
                </a:cubicBezTo>
                <a:cubicBezTo>
                  <a:pt x="1152067" y="57175"/>
                  <a:pt x="1159849" y="55148"/>
                  <a:pt x="1167578" y="55148"/>
                </a:cubicBezTo>
                <a:cubicBezTo>
                  <a:pt x="1176873" y="55148"/>
                  <a:pt x="1184707" y="56715"/>
                  <a:pt x="1191078" y="59848"/>
                </a:cubicBezTo>
                <a:cubicBezTo>
                  <a:pt x="1197449" y="62981"/>
                  <a:pt x="1202593" y="67212"/>
                  <a:pt x="1206510" y="72538"/>
                </a:cubicBezTo>
                <a:cubicBezTo>
                  <a:pt x="1210427" y="77865"/>
                  <a:pt x="1213247" y="84080"/>
                  <a:pt x="1214970" y="91182"/>
                </a:cubicBezTo>
                <a:cubicBezTo>
                  <a:pt x="1216694" y="98284"/>
                  <a:pt x="1217555" y="106849"/>
                  <a:pt x="1217555" y="116876"/>
                </a:cubicBezTo>
                <a:lnTo>
                  <a:pt x="1217555" y="202731"/>
                </a:lnTo>
                <a:close/>
                <a:moveTo>
                  <a:pt x="1364416" y="202726"/>
                </a:moveTo>
                <a:cubicBezTo>
                  <a:pt x="1364416" y="203353"/>
                  <a:pt x="1364259" y="203929"/>
                  <a:pt x="1363946" y="204455"/>
                </a:cubicBezTo>
                <a:cubicBezTo>
                  <a:pt x="1363632" y="204977"/>
                  <a:pt x="1363136" y="205395"/>
                  <a:pt x="1362457" y="205708"/>
                </a:cubicBezTo>
                <a:cubicBezTo>
                  <a:pt x="1361778" y="206021"/>
                  <a:pt x="1360838" y="206282"/>
                  <a:pt x="1359637" y="206491"/>
                </a:cubicBezTo>
                <a:cubicBezTo>
                  <a:pt x="1358436" y="206700"/>
                  <a:pt x="1356895" y="206805"/>
                  <a:pt x="1355015" y="206805"/>
                </a:cubicBezTo>
                <a:cubicBezTo>
                  <a:pt x="1353240" y="206805"/>
                  <a:pt x="1351751" y="206700"/>
                  <a:pt x="1350550" y="206491"/>
                </a:cubicBezTo>
                <a:cubicBezTo>
                  <a:pt x="1349349" y="206282"/>
                  <a:pt x="1348383" y="206021"/>
                  <a:pt x="1347652" y="205708"/>
                </a:cubicBezTo>
                <a:cubicBezTo>
                  <a:pt x="1346921" y="205395"/>
                  <a:pt x="1346425" y="204977"/>
                  <a:pt x="1346163" y="204455"/>
                </a:cubicBezTo>
                <a:cubicBezTo>
                  <a:pt x="1345902" y="203929"/>
                  <a:pt x="1345772" y="203353"/>
                  <a:pt x="1345772" y="202726"/>
                </a:cubicBezTo>
                <a:lnTo>
                  <a:pt x="1345772" y="60793"/>
                </a:lnTo>
                <a:cubicBezTo>
                  <a:pt x="1345772" y="60166"/>
                  <a:pt x="1345902" y="59592"/>
                  <a:pt x="1346163" y="59070"/>
                </a:cubicBezTo>
                <a:cubicBezTo>
                  <a:pt x="1346425" y="58544"/>
                  <a:pt x="1346921" y="58099"/>
                  <a:pt x="1347652" y="57733"/>
                </a:cubicBezTo>
                <a:cubicBezTo>
                  <a:pt x="1348383" y="57367"/>
                  <a:pt x="1349349" y="57106"/>
                  <a:pt x="1350550" y="56950"/>
                </a:cubicBezTo>
                <a:cubicBezTo>
                  <a:pt x="1351751" y="56793"/>
                  <a:pt x="1353240" y="56715"/>
                  <a:pt x="1355015" y="56715"/>
                </a:cubicBezTo>
                <a:cubicBezTo>
                  <a:pt x="1356895" y="56715"/>
                  <a:pt x="1358436" y="56793"/>
                  <a:pt x="1359637" y="56950"/>
                </a:cubicBezTo>
                <a:cubicBezTo>
                  <a:pt x="1360838" y="57106"/>
                  <a:pt x="1361778" y="57367"/>
                  <a:pt x="1362457" y="57733"/>
                </a:cubicBezTo>
                <a:cubicBezTo>
                  <a:pt x="1363136" y="58099"/>
                  <a:pt x="1363632" y="58544"/>
                  <a:pt x="1363946" y="59070"/>
                </a:cubicBezTo>
                <a:cubicBezTo>
                  <a:pt x="1364259" y="59592"/>
                  <a:pt x="1364416" y="60166"/>
                  <a:pt x="1364416" y="60793"/>
                </a:cubicBezTo>
                <a:lnTo>
                  <a:pt x="1364416" y="202726"/>
                </a:lnTo>
                <a:moveTo>
                  <a:pt x="1367236" y="12769"/>
                </a:moveTo>
                <a:cubicBezTo>
                  <a:pt x="1367236" y="17811"/>
                  <a:pt x="1366348" y="21227"/>
                  <a:pt x="1364572" y="23016"/>
                </a:cubicBezTo>
                <a:cubicBezTo>
                  <a:pt x="1362797" y="24801"/>
                  <a:pt x="1359559" y="25694"/>
                  <a:pt x="1354859" y="25694"/>
                </a:cubicBezTo>
                <a:cubicBezTo>
                  <a:pt x="1350263" y="25694"/>
                  <a:pt x="1347104" y="24827"/>
                  <a:pt x="1345380" y="23094"/>
                </a:cubicBezTo>
                <a:cubicBezTo>
                  <a:pt x="1343657" y="21361"/>
                  <a:pt x="1342795" y="17971"/>
                  <a:pt x="1342795" y="12925"/>
                </a:cubicBezTo>
                <a:cubicBezTo>
                  <a:pt x="1342795" y="7882"/>
                  <a:pt x="1343683" y="4468"/>
                  <a:pt x="1345458" y="2683"/>
                </a:cubicBezTo>
                <a:cubicBezTo>
                  <a:pt x="1347234" y="894"/>
                  <a:pt x="1350472" y="0"/>
                  <a:pt x="1355172" y="0"/>
                </a:cubicBezTo>
                <a:cubicBezTo>
                  <a:pt x="1359768" y="0"/>
                  <a:pt x="1362927" y="867"/>
                  <a:pt x="1364651" y="2600"/>
                </a:cubicBezTo>
                <a:cubicBezTo>
                  <a:pt x="1366374" y="4333"/>
                  <a:pt x="1367236" y="7723"/>
                  <a:pt x="1367236" y="12769"/>
                </a:cubicBezTo>
                <a:close/>
                <a:moveTo>
                  <a:pt x="1527186" y="202731"/>
                </a:moveTo>
                <a:cubicBezTo>
                  <a:pt x="1527186" y="203358"/>
                  <a:pt x="1527029" y="203932"/>
                  <a:pt x="1526716" y="204455"/>
                </a:cubicBezTo>
                <a:cubicBezTo>
                  <a:pt x="1526403" y="204977"/>
                  <a:pt x="1525906" y="205395"/>
                  <a:pt x="1525228" y="205708"/>
                </a:cubicBezTo>
                <a:cubicBezTo>
                  <a:pt x="1524549" y="206021"/>
                  <a:pt x="1523609" y="206282"/>
                  <a:pt x="1522408" y="206491"/>
                </a:cubicBezTo>
                <a:cubicBezTo>
                  <a:pt x="1521206" y="206700"/>
                  <a:pt x="1519718" y="206805"/>
                  <a:pt x="1517942" y="206805"/>
                </a:cubicBezTo>
                <a:cubicBezTo>
                  <a:pt x="1516062" y="206805"/>
                  <a:pt x="1514522" y="206700"/>
                  <a:pt x="1513321" y="206491"/>
                </a:cubicBezTo>
                <a:cubicBezTo>
                  <a:pt x="1512120" y="206282"/>
                  <a:pt x="1511179" y="206021"/>
                  <a:pt x="1510501" y="205708"/>
                </a:cubicBezTo>
                <a:cubicBezTo>
                  <a:pt x="1509822" y="205395"/>
                  <a:pt x="1509326" y="204977"/>
                  <a:pt x="1509012" y="204455"/>
                </a:cubicBezTo>
                <a:cubicBezTo>
                  <a:pt x="1508699" y="203932"/>
                  <a:pt x="1508542" y="203358"/>
                  <a:pt x="1508542" y="202731"/>
                </a:cubicBezTo>
                <a:lnTo>
                  <a:pt x="1508542" y="118599"/>
                </a:lnTo>
                <a:cubicBezTo>
                  <a:pt x="1508542" y="109826"/>
                  <a:pt x="1507863" y="102697"/>
                  <a:pt x="1506506" y="97214"/>
                </a:cubicBezTo>
                <a:cubicBezTo>
                  <a:pt x="1505148" y="91730"/>
                  <a:pt x="1503111" y="87030"/>
                  <a:pt x="1500395" y="83114"/>
                </a:cubicBezTo>
                <a:cubicBezTo>
                  <a:pt x="1497680" y="79197"/>
                  <a:pt x="1494207" y="76168"/>
                  <a:pt x="1489977" y="74027"/>
                </a:cubicBezTo>
                <a:cubicBezTo>
                  <a:pt x="1485747" y="71885"/>
                  <a:pt x="1480812" y="70815"/>
                  <a:pt x="1475171" y="70815"/>
                </a:cubicBezTo>
                <a:cubicBezTo>
                  <a:pt x="1467965" y="70815"/>
                  <a:pt x="1460758" y="73374"/>
                  <a:pt x="1453551" y="78492"/>
                </a:cubicBezTo>
                <a:cubicBezTo>
                  <a:pt x="1446344" y="83610"/>
                  <a:pt x="1438772" y="91130"/>
                  <a:pt x="1430834" y="101052"/>
                </a:cubicBezTo>
                <a:lnTo>
                  <a:pt x="1430834" y="202731"/>
                </a:lnTo>
                <a:cubicBezTo>
                  <a:pt x="1430834" y="203358"/>
                  <a:pt x="1430677" y="203932"/>
                  <a:pt x="1430364" y="204455"/>
                </a:cubicBezTo>
                <a:cubicBezTo>
                  <a:pt x="1430050" y="204977"/>
                  <a:pt x="1429554" y="205395"/>
                  <a:pt x="1428875" y="205708"/>
                </a:cubicBezTo>
                <a:cubicBezTo>
                  <a:pt x="1428197" y="206021"/>
                  <a:pt x="1427257" y="206282"/>
                  <a:pt x="1426055" y="206491"/>
                </a:cubicBezTo>
                <a:cubicBezTo>
                  <a:pt x="1424854" y="206700"/>
                  <a:pt x="1423314" y="206805"/>
                  <a:pt x="1421434" y="206805"/>
                </a:cubicBezTo>
                <a:cubicBezTo>
                  <a:pt x="1419658" y="206805"/>
                  <a:pt x="1418170" y="206700"/>
                  <a:pt x="1416969" y="206491"/>
                </a:cubicBezTo>
                <a:cubicBezTo>
                  <a:pt x="1415767" y="206282"/>
                  <a:pt x="1414801" y="206021"/>
                  <a:pt x="1414070" y="205708"/>
                </a:cubicBezTo>
                <a:cubicBezTo>
                  <a:pt x="1413339" y="205395"/>
                  <a:pt x="1412843" y="204977"/>
                  <a:pt x="1412582" y="204455"/>
                </a:cubicBezTo>
                <a:cubicBezTo>
                  <a:pt x="1412321" y="203929"/>
                  <a:pt x="1412190" y="203353"/>
                  <a:pt x="1412190" y="202726"/>
                </a:cubicBezTo>
                <a:lnTo>
                  <a:pt x="1412190" y="60793"/>
                </a:lnTo>
                <a:cubicBezTo>
                  <a:pt x="1412190" y="60166"/>
                  <a:pt x="1412321" y="59592"/>
                  <a:pt x="1412582" y="59070"/>
                </a:cubicBezTo>
                <a:cubicBezTo>
                  <a:pt x="1412843" y="58544"/>
                  <a:pt x="1413339" y="58099"/>
                  <a:pt x="1414070" y="57733"/>
                </a:cubicBezTo>
                <a:cubicBezTo>
                  <a:pt x="1414801" y="57367"/>
                  <a:pt x="1415715" y="57106"/>
                  <a:pt x="1416812" y="56950"/>
                </a:cubicBezTo>
                <a:cubicBezTo>
                  <a:pt x="1417909" y="56793"/>
                  <a:pt x="1419345" y="56715"/>
                  <a:pt x="1421120" y="56715"/>
                </a:cubicBezTo>
                <a:cubicBezTo>
                  <a:pt x="1422896" y="56715"/>
                  <a:pt x="1424358" y="56793"/>
                  <a:pt x="1425507" y="56950"/>
                </a:cubicBezTo>
                <a:cubicBezTo>
                  <a:pt x="1426656" y="57106"/>
                  <a:pt x="1427544" y="57367"/>
                  <a:pt x="1428170" y="57733"/>
                </a:cubicBezTo>
                <a:cubicBezTo>
                  <a:pt x="1428797" y="58099"/>
                  <a:pt x="1429241" y="58544"/>
                  <a:pt x="1429502" y="59070"/>
                </a:cubicBezTo>
                <a:cubicBezTo>
                  <a:pt x="1429763" y="59592"/>
                  <a:pt x="1429894" y="60166"/>
                  <a:pt x="1429894" y="60793"/>
                </a:cubicBezTo>
                <a:lnTo>
                  <a:pt x="1429894" y="80866"/>
                </a:lnTo>
                <a:cubicBezTo>
                  <a:pt x="1438041" y="71825"/>
                  <a:pt x="1446031" y="65279"/>
                  <a:pt x="1453864" y="61229"/>
                </a:cubicBezTo>
                <a:cubicBezTo>
                  <a:pt x="1461698" y="57175"/>
                  <a:pt x="1469479" y="55148"/>
                  <a:pt x="1477208" y="55148"/>
                </a:cubicBezTo>
                <a:cubicBezTo>
                  <a:pt x="1486504" y="55148"/>
                  <a:pt x="1494337" y="56715"/>
                  <a:pt x="1500709" y="59848"/>
                </a:cubicBezTo>
                <a:cubicBezTo>
                  <a:pt x="1507080" y="62981"/>
                  <a:pt x="1512224" y="67212"/>
                  <a:pt x="1516141" y="72538"/>
                </a:cubicBezTo>
                <a:cubicBezTo>
                  <a:pt x="1520057" y="77865"/>
                  <a:pt x="1522878" y="84080"/>
                  <a:pt x="1524601" y="91182"/>
                </a:cubicBezTo>
                <a:cubicBezTo>
                  <a:pt x="1526324" y="98284"/>
                  <a:pt x="1527186" y="106849"/>
                  <a:pt x="1527186" y="116876"/>
                </a:cubicBezTo>
                <a:lnTo>
                  <a:pt x="1527186" y="202731"/>
                </a:lnTo>
                <a:close/>
                <a:moveTo>
                  <a:pt x="1672333" y="165086"/>
                </a:moveTo>
                <a:cubicBezTo>
                  <a:pt x="1672333" y="171882"/>
                  <a:pt x="1671079" y="177972"/>
                  <a:pt x="1668573" y="183358"/>
                </a:cubicBezTo>
                <a:cubicBezTo>
                  <a:pt x="1666066" y="188740"/>
                  <a:pt x="1662489" y="193315"/>
                  <a:pt x="1657841" y="197081"/>
                </a:cubicBezTo>
                <a:cubicBezTo>
                  <a:pt x="1653193" y="200845"/>
                  <a:pt x="1647631" y="203720"/>
                  <a:pt x="1641155" y="205708"/>
                </a:cubicBezTo>
                <a:cubicBezTo>
                  <a:pt x="1634680" y="207692"/>
                  <a:pt x="1627525" y="208685"/>
                  <a:pt x="1619691" y="208685"/>
                </a:cubicBezTo>
                <a:cubicBezTo>
                  <a:pt x="1614782" y="208685"/>
                  <a:pt x="1610135" y="208293"/>
                  <a:pt x="1605748" y="207510"/>
                </a:cubicBezTo>
                <a:cubicBezTo>
                  <a:pt x="1601361" y="206726"/>
                  <a:pt x="1597392" y="205734"/>
                  <a:pt x="1593841" y="204533"/>
                </a:cubicBezTo>
                <a:cubicBezTo>
                  <a:pt x="1590290" y="203332"/>
                  <a:pt x="1587287" y="202052"/>
                  <a:pt x="1584832" y="200694"/>
                </a:cubicBezTo>
                <a:cubicBezTo>
                  <a:pt x="1582378" y="199337"/>
                  <a:pt x="1580576" y="198136"/>
                  <a:pt x="1579427" y="197091"/>
                </a:cubicBezTo>
                <a:cubicBezTo>
                  <a:pt x="1578278" y="196047"/>
                  <a:pt x="1577443" y="194734"/>
                  <a:pt x="1576921" y="193155"/>
                </a:cubicBezTo>
                <a:cubicBezTo>
                  <a:pt x="1576398" y="191572"/>
                  <a:pt x="1576137" y="189463"/>
                  <a:pt x="1576137" y="186829"/>
                </a:cubicBezTo>
                <a:cubicBezTo>
                  <a:pt x="1576137" y="185458"/>
                  <a:pt x="1576242" y="184246"/>
                  <a:pt x="1576451" y="183191"/>
                </a:cubicBezTo>
                <a:cubicBezTo>
                  <a:pt x="1576659" y="182137"/>
                  <a:pt x="1576921" y="181241"/>
                  <a:pt x="1577234" y="180504"/>
                </a:cubicBezTo>
                <a:cubicBezTo>
                  <a:pt x="1577547" y="179766"/>
                  <a:pt x="1577965" y="179213"/>
                  <a:pt x="1578487" y="178844"/>
                </a:cubicBezTo>
                <a:cubicBezTo>
                  <a:pt x="1579009" y="178475"/>
                  <a:pt x="1579584" y="178291"/>
                  <a:pt x="1580211" y="178291"/>
                </a:cubicBezTo>
                <a:cubicBezTo>
                  <a:pt x="1581360" y="178291"/>
                  <a:pt x="1583031" y="179030"/>
                  <a:pt x="1585224" y="180509"/>
                </a:cubicBezTo>
                <a:cubicBezTo>
                  <a:pt x="1587417" y="181987"/>
                  <a:pt x="1590159" y="183598"/>
                  <a:pt x="1593449" y="185341"/>
                </a:cubicBezTo>
                <a:cubicBezTo>
                  <a:pt x="1596739" y="187084"/>
                  <a:pt x="1600656" y="188695"/>
                  <a:pt x="1605199" y="190173"/>
                </a:cubicBezTo>
                <a:cubicBezTo>
                  <a:pt x="1609743" y="191652"/>
                  <a:pt x="1614991" y="192391"/>
                  <a:pt x="1620945" y="192391"/>
                </a:cubicBezTo>
                <a:cubicBezTo>
                  <a:pt x="1625749" y="192391"/>
                  <a:pt x="1630136" y="191869"/>
                  <a:pt x="1634105" y="190824"/>
                </a:cubicBezTo>
                <a:cubicBezTo>
                  <a:pt x="1638074" y="189777"/>
                  <a:pt x="1641521" y="188207"/>
                  <a:pt x="1644445" y="186114"/>
                </a:cubicBezTo>
                <a:cubicBezTo>
                  <a:pt x="1647370" y="184022"/>
                  <a:pt x="1649642" y="181328"/>
                  <a:pt x="1651261" y="178031"/>
                </a:cubicBezTo>
                <a:cubicBezTo>
                  <a:pt x="1652879" y="174735"/>
                  <a:pt x="1653689" y="170890"/>
                  <a:pt x="1653689" y="166496"/>
                </a:cubicBezTo>
                <a:cubicBezTo>
                  <a:pt x="1653689" y="162106"/>
                  <a:pt x="1652644" y="158395"/>
                  <a:pt x="1650556" y="155363"/>
                </a:cubicBezTo>
                <a:cubicBezTo>
                  <a:pt x="1648467" y="152331"/>
                  <a:pt x="1645725" y="149690"/>
                  <a:pt x="1642330" y="147441"/>
                </a:cubicBezTo>
                <a:cubicBezTo>
                  <a:pt x="1638936" y="145192"/>
                  <a:pt x="1635071" y="143206"/>
                  <a:pt x="1630737" y="141483"/>
                </a:cubicBezTo>
                <a:cubicBezTo>
                  <a:pt x="1626402" y="139756"/>
                  <a:pt x="1621963" y="137979"/>
                  <a:pt x="1617420" y="136151"/>
                </a:cubicBezTo>
                <a:cubicBezTo>
                  <a:pt x="1612876" y="134320"/>
                  <a:pt x="1608437" y="132308"/>
                  <a:pt x="1604103" y="130115"/>
                </a:cubicBezTo>
                <a:cubicBezTo>
                  <a:pt x="1599768" y="127918"/>
                  <a:pt x="1595904" y="125251"/>
                  <a:pt x="1592509" y="122115"/>
                </a:cubicBezTo>
                <a:cubicBezTo>
                  <a:pt x="1589115" y="118978"/>
                  <a:pt x="1586373" y="115215"/>
                  <a:pt x="1584284" y="110825"/>
                </a:cubicBezTo>
                <a:cubicBezTo>
                  <a:pt x="1582195" y="106431"/>
                  <a:pt x="1581151" y="101150"/>
                  <a:pt x="1581151" y="94981"/>
                </a:cubicBezTo>
                <a:cubicBezTo>
                  <a:pt x="1581151" y="90069"/>
                  <a:pt x="1582091" y="85235"/>
                  <a:pt x="1583971" y="80480"/>
                </a:cubicBezTo>
                <a:cubicBezTo>
                  <a:pt x="1585851" y="75721"/>
                  <a:pt x="1588749" y="71460"/>
                  <a:pt x="1592666" y="67696"/>
                </a:cubicBezTo>
                <a:cubicBezTo>
                  <a:pt x="1596583" y="63930"/>
                  <a:pt x="1601596" y="60897"/>
                  <a:pt x="1607706" y="58600"/>
                </a:cubicBezTo>
                <a:cubicBezTo>
                  <a:pt x="1613816" y="56298"/>
                  <a:pt x="1621049" y="55148"/>
                  <a:pt x="1629405" y="55148"/>
                </a:cubicBezTo>
                <a:cubicBezTo>
                  <a:pt x="1632956" y="55148"/>
                  <a:pt x="1636481" y="55435"/>
                  <a:pt x="1639980" y="56010"/>
                </a:cubicBezTo>
                <a:cubicBezTo>
                  <a:pt x="1643479" y="56584"/>
                  <a:pt x="1646665" y="57341"/>
                  <a:pt x="1649537" y="58281"/>
                </a:cubicBezTo>
                <a:cubicBezTo>
                  <a:pt x="1652409" y="59221"/>
                  <a:pt x="1654890" y="60240"/>
                  <a:pt x="1656979" y="61336"/>
                </a:cubicBezTo>
                <a:cubicBezTo>
                  <a:pt x="1659068" y="62433"/>
                  <a:pt x="1660661" y="63399"/>
                  <a:pt x="1661757" y="64235"/>
                </a:cubicBezTo>
                <a:cubicBezTo>
                  <a:pt x="1662854" y="65070"/>
                  <a:pt x="1663585" y="65775"/>
                  <a:pt x="1663951" y="66350"/>
                </a:cubicBezTo>
                <a:cubicBezTo>
                  <a:pt x="1664316" y="66924"/>
                  <a:pt x="1664577" y="67525"/>
                  <a:pt x="1664734" y="68152"/>
                </a:cubicBezTo>
                <a:cubicBezTo>
                  <a:pt x="1664891" y="68778"/>
                  <a:pt x="1665021" y="69535"/>
                  <a:pt x="1665126" y="70423"/>
                </a:cubicBezTo>
                <a:cubicBezTo>
                  <a:pt x="1665230" y="71311"/>
                  <a:pt x="1665283" y="72382"/>
                  <a:pt x="1665283" y="73635"/>
                </a:cubicBezTo>
                <a:cubicBezTo>
                  <a:pt x="1665283" y="74888"/>
                  <a:pt x="1665204" y="76011"/>
                  <a:pt x="1665048" y="77003"/>
                </a:cubicBezTo>
                <a:cubicBezTo>
                  <a:pt x="1664891" y="77996"/>
                  <a:pt x="1664656" y="78857"/>
                  <a:pt x="1664342" y="79588"/>
                </a:cubicBezTo>
                <a:cubicBezTo>
                  <a:pt x="1664029" y="80320"/>
                  <a:pt x="1663637" y="80868"/>
                  <a:pt x="1663167" y="81233"/>
                </a:cubicBezTo>
                <a:cubicBezTo>
                  <a:pt x="1662697" y="81599"/>
                  <a:pt x="1662149" y="81782"/>
                  <a:pt x="1661522" y="81782"/>
                </a:cubicBezTo>
                <a:cubicBezTo>
                  <a:pt x="1660687" y="81782"/>
                  <a:pt x="1659433" y="81207"/>
                  <a:pt x="1657762" y="80058"/>
                </a:cubicBezTo>
                <a:cubicBezTo>
                  <a:pt x="1656091" y="78910"/>
                  <a:pt x="1653898" y="77656"/>
                  <a:pt x="1651182" y="76298"/>
                </a:cubicBezTo>
                <a:cubicBezTo>
                  <a:pt x="1648467" y="74941"/>
                  <a:pt x="1645229" y="73687"/>
                  <a:pt x="1641469" y="72538"/>
                </a:cubicBezTo>
                <a:cubicBezTo>
                  <a:pt x="1637709" y="71389"/>
                  <a:pt x="1633374" y="70815"/>
                  <a:pt x="1628465" y="70815"/>
                </a:cubicBezTo>
                <a:cubicBezTo>
                  <a:pt x="1623556" y="70815"/>
                  <a:pt x="1619248" y="71391"/>
                  <a:pt x="1615540" y="72543"/>
                </a:cubicBezTo>
                <a:cubicBezTo>
                  <a:pt x="1611832" y="73692"/>
                  <a:pt x="1608777" y="75313"/>
                  <a:pt x="1606375" y="77405"/>
                </a:cubicBezTo>
                <a:cubicBezTo>
                  <a:pt x="1603972" y="79497"/>
                  <a:pt x="1602171" y="81956"/>
                  <a:pt x="1600969" y="84783"/>
                </a:cubicBezTo>
                <a:cubicBezTo>
                  <a:pt x="1599768" y="87606"/>
                  <a:pt x="1599168" y="90692"/>
                  <a:pt x="1599168" y="94041"/>
                </a:cubicBezTo>
                <a:cubicBezTo>
                  <a:pt x="1599168" y="98640"/>
                  <a:pt x="1600212" y="102508"/>
                  <a:pt x="1602301" y="105645"/>
                </a:cubicBezTo>
                <a:cubicBezTo>
                  <a:pt x="1604390" y="108781"/>
                  <a:pt x="1607158" y="111500"/>
                  <a:pt x="1610605" y="113801"/>
                </a:cubicBezTo>
                <a:cubicBezTo>
                  <a:pt x="1614051" y="116102"/>
                  <a:pt x="1617968" y="118142"/>
                  <a:pt x="1622355" y="119921"/>
                </a:cubicBezTo>
                <a:cubicBezTo>
                  <a:pt x="1626742" y="121697"/>
                  <a:pt x="1631207" y="123474"/>
                  <a:pt x="1635750" y="125253"/>
                </a:cubicBezTo>
                <a:cubicBezTo>
                  <a:pt x="1640294" y="127029"/>
                  <a:pt x="1644759" y="128989"/>
                  <a:pt x="1649145" y="131133"/>
                </a:cubicBezTo>
                <a:cubicBezTo>
                  <a:pt x="1653532" y="133274"/>
                  <a:pt x="1657449" y="135861"/>
                  <a:pt x="1660896" y="138893"/>
                </a:cubicBezTo>
                <a:cubicBezTo>
                  <a:pt x="1664342" y="141925"/>
                  <a:pt x="1667110" y="145560"/>
                  <a:pt x="1669199" y="149796"/>
                </a:cubicBezTo>
                <a:cubicBezTo>
                  <a:pt x="1671288" y="154030"/>
                  <a:pt x="1672333" y="159126"/>
                  <a:pt x="1672333" y="165086"/>
                </a:cubicBezTo>
                <a:close/>
                <a:moveTo>
                  <a:pt x="1779219" y="194428"/>
                </a:moveTo>
                <a:cubicBezTo>
                  <a:pt x="1779219" y="196621"/>
                  <a:pt x="1779036" y="198397"/>
                  <a:pt x="1778671" y="199754"/>
                </a:cubicBezTo>
                <a:cubicBezTo>
                  <a:pt x="1778305" y="201112"/>
                  <a:pt x="1777731" y="202183"/>
                  <a:pt x="1776947" y="202966"/>
                </a:cubicBezTo>
                <a:cubicBezTo>
                  <a:pt x="1776164" y="203750"/>
                  <a:pt x="1775015" y="204481"/>
                  <a:pt x="1773501" y="205160"/>
                </a:cubicBezTo>
                <a:cubicBezTo>
                  <a:pt x="1771986" y="205838"/>
                  <a:pt x="1770237" y="206413"/>
                  <a:pt x="1768252" y="206883"/>
                </a:cubicBezTo>
                <a:cubicBezTo>
                  <a:pt x="1766268" y="207353"/>
                  <a:pt x="1764179" y="207719"/>
                  <a:pt x="1761985" y="207980"/>
                </a:cubicBezTo>
                <a:cubicBezTo>
                  <a:pt x="1759792" y="208241"/>
                  <a:pt x="1757651" y="208371"/>
                  <a:pt x="1755562" y="208371"/>
                </a:cubicBezTo>
                <a:cubicBezTo>
                  <a:pt x="1748564" y="208371"/>
                  <a:pt x="1742611" y="207431"/>
                  <a:pt x="1737702" y="205551"/>
                </a:cubicBezTo>
                <a:cubicBezTo>
                  <a:pt x="1732793" y="203671"/>
                  <a:pt x="1728771" y="200825"/>
                  <a:pt x="1725638" y="197013"/>
                </a:cubicBezTo>
                <a:cubicBezTo>
                  <a:pt x="1722505" y="193200"/>
                  <a:pt x="1720233" y="188370"/>
                  <a:pt x="1718823" y="182521"/>
                </a:cubicBezTo>
                <a:cubicBezTo>
                  <a:pt x="1717413" y="176672"/>
                  <a:pt x="1716708" y="169778"/>
                  <a:pt x="1716708" y="161840"/>
                </a:cubicBezTo>
                <a:lnTo>
                  <a:pt x="1716708" y="73635"/>
                </a:lnTo>
                <a:lnTo>
                  <a:pt x="1695557" y="73635"/>
                </a:lnTo>
                <a:cubicBezTo>
                  <a:pt x="1694095" y="73635"/>
                  <a:pt x="1692946" y="72976"/>
                  <a:pt x="1692111" y="71657"/>
                </a:cubicBezTo>
                <a:cubicBezTo>
                  <a:pt x="1691275" y="70338"/>
                  <a:pt x="1690857" y="68360"/>
                  <a:pt x="1690857" y="65723"/>
                </a:cubicBezTo>
                <a:cubicBezTo>
                  <a:pt x="1690857" y="64352"/>
                  <a:pt x="1690962" y="63166"/>
                  <a:pt x="1691171" y="62164"/>
                </a:cubicBezTo>
                <a:cubicBezTo>
                  <a:pt x="1691379" y="61162"/>
                  <a:pt x="1691693" y="60318"/>
                  <a:pt x="1692111" y="59633"/>
                </a:cubicBezTo>
                <a:cubicBezTo>
                  <a:pt x="1692528" y="58947"/>
                  <a:pt x="1693024" y="58446"/>
                  <a:pt x="1693599" y="58130"/>
                </a:cubicBezTo>
                <a:cubicBezTo>
                  <a:pt x="1694173" y="57813"/>
                  <a:pt x="1694826" y="57655"/>
                  <a:pt x="1695557" y="57655"/>
                </a:cubicBezTo>
                <a:lnTo>
                  <a:pt x="1716708" y="57655"/>
                </a:lnTo>
                <a:lnTo>
                  <a:pt x="1716708" y="22874"/>
                </a:lnTo>
                <a:cubicBezTo>
                  <a:pt x="1716708" y="22247"/>
                  <a:pt x="1716838" y="21673"/>
                  <a:pt x="1717099" y="21150"/>
                </a:cubicBezTo>
                <a:cubicBezTo>
                  <a:pt x="1717361" y="20628"/>
                  <a:pt x="1717857" y="20184"/>
                  <a:pt x="1718588" y="19819"/>
                </a:cubicBezTo>
                <a:cubicBezTo>
                  <a:pt x="1719319" y="19453"/>
                  <a:pt x="1720285" y="19192"/>
                  <a:pt x="1721486" y="19035"/>
                </a:cubicBezTo>
                <a:cubicBezTo>
                  <a:pt x="1722687" y="18879"/>
                  <a:pt x="1724176" y="18800"/>
                  <a:pt x="1725951" y="18800"/>
                </a:cubicBezTo>
                <a:cubicBezTo>
                  <a:pt x="1727831" y="18800"/>
                  <a:pt x="1729372" y="18879"/>
                  <a:pt x="1730573" y="19035"/>
                </a:cubicBezTo>
                <a:cubicBezTo>
                  <a:pt x="1731774" y="19192"/>
                  <a:pt x="1732714" y="19453"/>
                  <a:pt x="1733393" y="19819"/>
                </a:cubicBezTo>
                <a:cubicBezTo>
                  <a:pt x="1734072" y="20184"/>
                  <a:pt x="1734568" y="20628"/>
                  <a:pt x="1734882" y="21150"/>
                </a:cubicBezTo>
                <a:cubicBezTo>
                  <a:pt x="1735195" y="21673"/>
                  <a:pt x="1735352" y="22247"/>
                  <a:pt x="1735352" y="22874"/>
                </a:cubicBezTo>
                <a:lnTo>
                  <a:pt x="1735352" y="57655"/>
                </a:lnTo>
                <a:lnTo>
                  <a:pt x="1774519" y="57655"/>
                </a:lnTo>
                <a:cubicBezTo>
                  <a:pt x="1775250" y="57655"/>
                  <a:pt x="1775903" y="57813"/>
                  <a:pt x="1776477" y="58130"/>
                </a:cubicBezTo>
                <a:cubicBezTo>
                  <a:pt x="1777052" y="58446"/>
                  <a:pt x="1777548" y="58947"/>
                  <a:pt x="1777966" y="59633"/>
                </a:cubicBezTo>
                <a:cubicBezTo>
                  <a:pt x="1778384" y="60318"/>
                  <a:pt x="1778697" y="61162"/>
                  <a:pt x="1778906" y="62164"/>
                </a:cubicBezTo>
                <a:cubicBezTo>
                  <a:pt x="1779115" y="63166"/>
                  <a:pt x="1779219" y="64352"/>
                  <a:pt x="1779219" y="65723"/>
                </a:cubicBezTo>
                <a:cubicBezTo>
                  <a:pt x="1779219" y="68360"/>
                  <a:pt x="1778775" y="70338"/>
                  <a:pt x="1777887" y="71657"/>
                </a:cubicBezTo>
                <a:cubicBezTo>
                  <a:pt x="1777000" y="72976"/>
                  <a:pt x="1775877" y="73635"/>
                  <a:pt x="1774519" y="73635"/>
                </a:cubicBezTo>
                <a:lnTo>
                  <a:pt x="1735352" y="73635"/>
                </a:lnTo>
                <a:lnTo>
                  <a:pt x="1735352" y="159334"/>
                </a:lnTo>
                <a:cubicBezTo>
                  <a:pt x="1735352" y="170092"/>
                  <a:pt x="1736892" y="178291"/>
                  <a:pt x="1739973" y="183931"/>
                </a:cubicBezTo>
                <a:cubicBezTo>
                  <a:pt x="1743054" y="189571"/>
                  <a:pt x="1748668" y="192391"/>
                  <a:pt x="1756815" y="192391"/>
                </a:cubicBezTo>
                <a:cubicBezTo>
                  <a:pt x="1759322" y="192391"/>
                  <a:pt x="1761594" y="192130"/>
                  <a:pt x="1763630" y="191608"/>
                </a:cubicBezTo>
                <a:cubicBezTo>
                  <a:pt x="1765667" y="191085"/>
                  <a:pt x="1767469" y="190511"/>
                  <a:pt x="1769036" y="189884"/>
                </a:cubicBezTo>
                <a:cubicBezTo>
                  <a:pt x="1770602" y="189258"/>
                  <a:pt x="1771934" y="188683"/>
                  <a:pt x="1773031" y="188161"/>
                </a:cubicBezTo>
                <a:cubicBezTo>
                  <a:pt x="1774127" y="187639"/>
                  <a:pt x="1775094" y="187378"/>
                  <a:pt x="1775929" y="187378"/>
                </a:cubicBezTo>
                <a:cubicBezTo>
                  <a:pt x="1776451" y="187378"/>
                  <a:pt x="1776921" y="187482"/>
                  <a:pt x="1777339" y="187691"/>
                </a:cubicBezTo>
                <a:cubicBezTo>
                  <a:pt x="1777757" y="187900"/>
                  <a:pt x="1778096" y="188291"/>
                  <a:pt x="1778357" y="188866"/>
                </a:cubicBezTo>
                <a:cubicBezTo>
                  <a:pt x="1778619" y="189440"/>
                  <a:pt x="1778827" y="190171"/>
                  <a:pt x="1778984" y="191059"/>
                </a:cubicBezTo>
                <a:cubicBezTo>
                  <a:pt x="1779141" y="191947"/>
                  <a:pt x="1779219" y="193070"/>
                  <a:pt x="1779219" y="194428"/>
                </a:cubicBezTo>
                <a:close/>
                <a:moveTo>
                  <a:pt x="1889026" y="68269"/>
                </a:moveTo>
                <a:cubicBezTo>
                  <a:pt x="1889026" y="69849"/>
                  <a:pt x="1888974" y="71190"/>
                  <a:pt x="1888869" y="72293"/>
                </a:cubicBezTo>
                <a:cubicBezTo>
                  <a:pt x="1888765" y="73397"/>
                  <a:pt x="1888582" y="74288"/>
                  <a:pt x="1888321" y="74967"/>
                </a:cubicBezTo>
                <a:cubicBezTo>
                  <a:pt x="1888060" y="75646"/>
                  <a:pt x="1887747" y="76168"/>
                  <a:pt x="1887381" y="76533"/>
                </a:cubicBezTo>
                <a:cubicBezTo>
                  <a:pt x="1887016" y="76899"/>
                  <a:pt x="1886519" y="77082"/>
                  <a:pt x="1885893" y="77082"/>
                </a:cubicBezTo>
                <a:cubicBezTo>
                  <a:pt x="1884953" y="77082"/>
                  <a:pt x="1883856" y="76847"/>
                  <a:pt x="1882603" y="76377"/>
                </a:cubicBezTo>
                <a:cubicBezTo>
                  <a:pt x="1881349" y="75907"/>
                  <a:pt x="1879887" y="75411"/>
                  <a:pt x="1878216" y="74888"/>
                </a:cubicBezTo>
                <a:cubicBezTo>
                  <a:pt x="1876545" y="74366"/>
                  <a:pt x="1874717" y="73870"/>
                  <a:pt x="1872732" y="73400"/>
                </a:cubicBezTo>
                <a:cubicBezTo>
                  <a:pt x="1870748" y="72930"/>
                  <a:pt x="1868555" y="72695"/>
                  <a:pt x="1866152" y="72695"/>
                </a:cubicBezTo>
                <a:cubicBezTo>
                  <a:pt x="1863332" y="72695"/>
                  <a:pt x="1860564" y="73291"/>
                  <a:pt x="1857849" y="74482"/>
                </a:cubicBezTo>
                <a:cubicBezTo>
                  <a:pt x="1855133" y="75673"/>
                  <a:pt x="1852287" y="77591"/>
                  <a:pt x="1849310" y="80235"/>
                </a:cubicBezTo>
                <a:cubicBezTo>
                  <a:pt x="1846333" y="82879"/>
                  <a:pt x="1843200" y="86377"/>
                  <a:pt x="1839910" y="90732"/>
                </a:cubicBezTo>
                <a:cubicBezTo>
                  <a:pt x="1836620" y="95086"/>
                  <a:pt x="1832990" y="100424"/>
                  <a:pt x="1829021" y="106746"/>
                </a:cubicBezTo>
                <a:lnTo>
                  <a:pt x="1829021" y="202726"/>
                </a:lnTo>
                <a:cubicBezTo>
                  <a:pt x="1829021" y="203353"/>
                  <a:pt x="1828865" y="203929"/>
                  <a:pt x="1828551" y="204455"/>
                </a:cubicBezTo>
                <a:cubicBezTo>
                  <a:pt x="1828238" y="204977"/>
                  <a:pt x="1827742" y="205395"/>
                  <a:pt x="1827063" y="205708"/>
                </a:cubicBezTo>
                <a:cubicBezTo>
                  <a:pt x="1826384" y="206021"/>
                  <a:pt x="1825444" y="206282"/>
                  <a:pt x="1824243" y="206491"/>
                </a:cubicBezTo>
                <a:cubicBezTo>
                  <a:pt x="1823042" y="206700"/>
                  <a:pt x="1821501" y="206805"/>
                  <a:pt x="1819621" y="206805"/>
                </a:cubicBezTo>
                <a:cubicBezTo>
                  <a:pt x="1817846" y="206805"/>
                  <a:pt x="1816357" y="206700"/>
                  <a:pt x="1815156" y="206491"/>
                </a:cubicBezTo>
                <a:cubicBezTo>
                  <a:pt x="1813955" y="206282"/>
                  <a:pt x="1812989" y="206021"/>
                  <a:pt x="1812258" y="205708"/>
                </a:cubicBezTo>
                <a:cubicBezTo>
                  <a:pt x="1811527" y="205395"/>
                  <a:pt x="1811030" y="204977"/>
                  <a:pt x="1810769" y="204455"/>
                </a:cubicBezTo>
                <a:cubicBezTo>
                  <a:pt x="1810508" y="203929"/>
                  <a:pt x="1810378" y="203353"/>
                  <a:pt x="1810378" y="202726"/>
                </a:cubicBezTo>
                <a:lnTo>
                  <a:pt x="1810378" y="60793"/>
                </a:lnTo>
                <a:cubicBezTo>
                  <a:pt x="1810378" y="60166"/>
                  <a:pt x="1810508" y="59592"/>
                  <a:pt x="1810769" y="59070"/>
                </a:cubicBezTo>
                <a:cubicBezTo>
                  <a:pt x="1811030" y="58544"/>
                  <a:pt x="1811527" y="58099"/>
                  <a:pt x="1812258" y="57733"/>
                </a:cubicBezTo>
                <a:cubicBezTo>
                  <a:pt x="1812989" y="57367"/>
                  <a:pt x="1813903" y="57106"/>
                  <a:pt x="1814999" y="56950"/>
                </a:cubicBezTo>
                <a:cubicBezTo>
                  <a:pt x="1816096" y="56793"/>
                  <a:pt x="1817532" y="56715"/>
                  <a:pt x="1819308" y="56715"/>
                </a:cubicBezTo>
                <a:cubicBezTo>
                  <a:pt x="1821083" y="56715"/>
                  <a:pt x="1822546" y="56793"/>
                  <a:pt x="1823695" y="56950"/>
                </a:cubicBezTo>
                <a:cubicBezTo>
                  <a:pt x="1824844" y="57106"/>
                  <a:pt x="1825731" y="57367"/>
                  <a:pt x="1826358" y="57733"/>
                </a:cubicBezTo>
                <a:cubicBezTo>
                  <a:pt x="1826985" y="58099"/>
                  <a:pt x="1827429" y="58544"/>
                  <a:pt x="1827690" y="59070"/>
                </a:cubicBezTo>
                <a:cubicBezTo>
                  <a:pt x="1827951" y="59592"/>
                  <a:pt x="1828081" y="60166"/>
                  <a:pt x="1828081" y="60793"/>
                </a:cubicBezTo>
                <a:lnTo>
                  <a:pt x="1828081" y="83221"/>
                </a:lnTo>
                <a:cubicBezTo>
                  <a:pt x="1832155" y="77294"/>
                  <a:pt x="1835915" y="72511"/>
                  <a:pt x="1839362" y="68871"/>
                </a:cubicBezTo>
                <a:cubicBezTo>
                  <a:pt x="1842808" y="65232"/>
                  <a:pt x="1846098" y="62399"/>
                  <a:pt x="1849232" y="60372"/>
                </a:cubicBezTo>
                <a:cubicBezTo>
                  <a:pt x="1852365" y="58345"/>
                  <a:pt x="1855420" y="56968"/>
                  <a:pt x="1858397" y="56240"/>
                </a:cubicBezTo>
                <a:cubicBezTo>
                  <a:pt x="1861374" y="55512"/>
                  <a:pt x="1864429" y="55148"/>
                  <a:pt x="1867562" y="55148"/>
                </a:cubicBezTo>
                <a:cubicBezTo>
                  <a:pt x="1868920" y="55148"/>
                  <a:pt x="1870487" y="55228"/>
                  <a:pt x="1872262" y="55388"/>
                </a:cubicBezTo>
                <a:cubicBezTo>
                  <a:pt x="1874038" y="55544"/>
                  <a:pt x="1875944" y="55833"/>
                  <a:pt x="1877981" y="56254"/>
                </a:cubicBezTo>
                <a:cubicBezTo>
                  <a:pt x="1880018" y="56675"/>
                  <a:pt x="1881845" y="57176"/>
                  <a:pt x="1883464" y="57757"/>
                </a:cubicBezTo>
                <a:cubicBezTo>
                  <a:pt x="1885083" y="58335"/>
                  <a:pt x="1886206" y="58862"/>
                  <a:pt x="1886833" y="59339"/>
                </a:cubicBezTo>
                <a:cubicBezTo>
                  <a:pt x="1887459" y="59812"/>
                  <a:pt x="1887877" y="60233"/>
                  <a:pt x="1888086" y="60602"/>
                </a:cubicBezTo>
                <a:cubicBezTo>
                  <a:pt x="1888295" y="60971"/>
                  <a:pt x="1888478" y="61446"/>
                  <a:pt x="1888634" y="62027"/>
                </a:cubicBezTo>
                <a:cubicBezTo>
                  <a:pt x="1888791" y="62604"/>
                  <a:pt x="1888896" y="63394"/>
                  <a:pt x="1888948" y="64396"/>
                </a:cubicBezTo>
                <a:cubicBezTo>
                  <a:pt x="1889000" y="65398"/>
                  <a:pt x="1889026" y="66689"/>
                  <a:pt x="1889026" y="68269"/>
                </a:cubicBezTo>
                <a:close/>
                <a:moveTo>
                  <a:pt x="2035444" y="202726"/>
                </a:moveTo>
                <a:cubicBezTo>
                  <a:pt x="2035444" y="203353"/>
                  <a:pt x="2035313" y="203929"/>
                  <a:pt x="2035052" y="204455"/>
                </a:cubicBezTo>
                <a:cubicBezTo>
                  <a:pt x="2034791" y="204977"/>
                  <a:pt x="2034295" y="205395"/>
                  <a:pt x="2033564" y="205708"/>
                </a:cubicBezTo>
                <a:cubicBezTo>
                  <a:pt x="2032833" y="206021"/>
                  <a:pt x="2031893" y="206282"/>
                  <a:pt x="2030744" y="206491"/>
                </a:cubicBezTo>
                <a:cubicBezTo>
                  <a:pt x="2029595" y="206700"/>
                  <a:pt x="2028185" y="206805"/>
                  <a:pt x="2026514" y="206805"/>
                </a:cubicBezTo>
                <a:cubicBezTo>
                  <a:pt x="2024634" y="206805"/>
                  <a:pt x="2023119" y="206700"/>
                  <a:pt x="2021970" y="206491"/>
                </a:cubicBezTo>
                <a:cubicBezTo>
                  <a:pt x="2020821" y="206282"/>
                  <a:pt x="2019933" y="206021"/>
                  <a:pt x="2019307" y="205708"/>
                </a:cubicBezTo>
                <a:cubicBezTo>
                  <a:pt x="2018680" y="205395"/>
                  <a:pt x="2018236" y="204977"/>
                  <a:pt x="2017975" y="204455"/>
                </a:cubicBezTo>
                <a:cubicBezTo>
                  <a:pt x="2017714" y="203929"/>
                  <a:pt x="2017583" y="203353"/>
                  <a:pt x="2017583" y="202726"/>
                </a:cubicBezTo>
                <a:lnTo>
                  <a:pt x="2017583" y="182653"/>
                </a:lnTo>
                <a:cubicBezTo>
                  <a:pt x="2009437" y="191805"/>
                  <a:pt x="2001473" y="198433"/>
                  <a:pt x="1993691" y="202535"/>
                </a:cubicBezTo>
                <a:cubicBezTo>
                  <a:pt x="1985910" y="206635"/>
                  <a:pt x="1978155" y="208685"/>
                  <a:pt x="1970426" y="208685"/>
                </a:cubicBezTo>
                <a:cubicBezTo>
                  <a:pt x="1961130" y="208685"/>
                  <a:pt x="1953296" y="207115"/>
                  <a:pt x="1946925" y="203975"/>
                </a:cubicBezTo>
                <a:cubicBezTo>
                  <a:pt x="1940554" y="200835"/>
                  <a:pt x="1935410" y="196570"/>
                  <a:pt x="1931493" y="191182"/>
                </a:cubicBezTo>
                <a:cubicBezTo>
                  <a:pt x="1927576" y="185790"/>
                  <a:pt x="1924756" y="179536"/>
                  <a:pt x="1923033" y="172420"/>
                </a:cubicBezTo>
                <a:cubicBezTo>
                  <a:pt x="1921310" y="165302"/>
                  <a:pt x="1920448" y="156719"/>
                  <a:pt x="1920448" y="146673"/>
                </a:cubicBezTo>
                <a:lnTo>
                  <a:pt x="1920448" y="60798"/>
                </a:lnTo>
                <a:cubicBezTo>
                  <a:pt x="1920448" y="60168"/>
                  <a:pt x="1920578" y="59592"/>
                  <a:pt x="1920840" y="59070"/>
                </a:cubicBezTo>
                <a:cubicBezTo>
                  <a:pt x="1921101" y="58547"/>
                  <a:pt x="1921597" y="58103"/>
                  <a:pt x="1922328" y="57738"/>
                </a:cubicBezTo>
                <a:cubicBezTo>
                  <a:pt x="1923059" y="57369"/>
                  <a:pt x="1924025" y="57106"/>
                  <a:pt x="1925226" y="56950"/>
                </a:cubicBezTo>
                <a:cubicBezTo>
                  <a:pt x="1926428" y="56793"/>
                  <a:pt x="1927916" y="56715"/>
                  <a:pt x="1929691" y="56715"/>
                </a:cubicBezTo>
                <a:cubicBezTo>
                  <a:pt x="1931572" y="56715"/>
                  <a:pt x="1933112" y="56793"/>
                  <a:pt x="1934313" y="56950"/>
                </a:cubicBezTo>
                <a:cubicBezTo>
                  <a:pt x="1935514" y="57106"/>
                  <a:pt x="1936454" y="57369"/>
                  <a:pt x="1937133" y="57738"/>
                </a:cubicBezTo>
                <a:cubicBezTo>
                  <a:pt x="1937812" y="58103"/>
                  <a:pt x="1938308" y="58547"/>
                  <a:pt x="1938622" y="59070"/>
                </a:cubicBezTo>
                <a:cubicBezTo>
                  <a:pt x="1938935" y="59592"/>
                  <a:pt x="1939092" y="60168"/>
                  <a:pt x="1939092" y="60798"/>
                </a:cubicBezTo>
                <a:lnTo>
                  <a:pt x="1939092" y="144964"/>
                </a:lnTo>
                <a:cubicBezTo>
                  <a:pt x="1939092" y="153760"/>
                  <a:pt x="1939771" y="160933"/>
                  <a:pt x="1941128" y="166482"/>
                </a:cubicBezTo>
                <a:cubicBezTo>
                  <a:pt x="1942486" y="172027"/>
                  <a:pt x="1944523" y="176763"/>
                  <a:pt x="1947239" y="180690"/>
                </a:cubicBezTo>
                <a:cubicBezTo>
                  <a:pt x="1949954" y="184616"/>
                  <a:pt x="1953427" y="187653"/>
                  <a:pt x="1957657" y="189801"/>
                </a:cubicBezTo>
                <a:cubicBezTo>
                  <a:pt x="1961887" y="191945"/>
                  <a:pt x="1966822" y="193018"/>
                  <a:pt x="1972462" y="193018"/>
                </a:cubicBezTo>
                <a:cubicBezTo>
                  <a:pt x="1979669" y="193018"/>
                  <a:pt x="1986850" y="190442"/>
                  <a:pt x="1994005" y="185292"/>
                </a:cubicBezTo>
                <a:cubicBezTo>
                  <a:pt x="2001159" y="180138"/>
                  <a:pt x="2008758" y="172567"/>
                  <a:pt x="2016800" y="162580"/>
                </a:cubicBezTo>
                <a:lnTo>
                  <a:pt x="2016800" y="60793"/>
                </a:lnTo>
                <a:cubicBezTo>
                  <a:pt x="2016800" y="60166"/>
                  <a:pt x="2016931" y="59592"/>
                  <a:pt x="2017192" y="59070"/>
                </a:cubicBezTo>
                <a:cubicBezTo>
                  <a:pt x="2017453" y="58544"/>
                  <a:pt x="2017949" y="58099"/>
                  <a:pt x="2018680" y="57733"/>
                </a:cubicBezTo>
                <a:cubicBezTo>
                  <a:pt x="2019411" y="57367"/>
                  <a:pt x="2020377" y="57106"/>
                  <a:pt x="2021579" y="56950"/>
                </a:cubicBezTo>
                <a:cubicBezTo>
                  <a:pt x="2022780" y="56793"/>
                  <a:pt x="2024320" y="56715"/>
                  <a:pt x="2026200" y="56715"/>
                </a:cubicBezTo>
                <a:cubicBezTo>
                  <a:pt x="2027976" y="56715"/>
                  <a:pt x="2029464" y="56793"/>
                  <a:pt x="2030665" y="56950"/>
                </a:cubicBezTo>
                <a:cubicBezTo>
                  <a:pt x="2031867" y="57106"/>
                  <a:pt x="2032807" y="57367"/>
                  <a:pt x="2033485" y="57733"/>
                </a:cubicBezTo>
                <a:cubicBezTo>
                  <a:pt x="2034164" y="58099"/>
                  <a:pt x="2034660" y="58544"/>
                  <a:pt x="2034974" y="59070"/>
                </a:cubicBezTo>
                <a:cubicBezTo>
                  <a:pt x="2035287" y="59592"/>
                  <a:pt x="2035444" y="60166"/>
                  <a:pt x="2035444" y="60793"/>
                </a:cubicBezTo>
                <a:lnTo>
                  <a:pt x="2035444" y="202726"/>
                </a:lnTo>
                <a:close/>
                <a:moveTo>
                  <a:pt x="2197205" y="181894"/>
                </a:moveTo>
                <a:cubicBezTo>
                  <a:pt x="2197205" y="183147"/>
                  <a:pt x="2197153" y="184270"/>
                  <a:pt x="2197048" y="185262"/>
                </a:cubicBezTo>
                <a:cubicBezTo>
                  <a:pt x="2196944" y="186255"/>
                  <a:pt x="2196787" y="187116"/>
                  <a:pt x="2196578" y="187848"/>
                </a:cubicBezTo>
                <a:cubicBezTo>
                  <a:pt x="2196370" y="188579"/>
                  <a:pt x="2196082" y="189231"/>
                  <a:pt x="2195717" y="189806"/>
                </a:cubicBezTo>
                <a:cubicBezTo>
                  <a:pt x="2195351" y="190380"/>
                  <a:pt x="2194490" y="191347"/>
                  <a:pt x="2193132" y="192704"/>
                </a:cubicBezTo>
                <a:cubicBezTo>
                  <a:pt x="2191774" y="194062"/>
                  <a:pt x="2189502" y="195785"/>
                  <a:pt x="2186317" y="197874"/>
                </a:cubicBezTo>
                <a:cubicBezTo>
                  <a:pt x="2183131" y="199963"/>
                  <a:pt x="2179554" y="201791"/>
                  <a:pt x="2175585" y="203358"/>
                </a:cubicBezTo>
                <a:cubicBezTo>
                  <a:pt x="2171616" y="204925"/>
                  <a:pt x="2167333" y="206204"/>
                  <a:pt x="2162738" y="207196"/>
                </a:cubicBezTo>
                <a:cubicBezTo>
                  <a:pt x="2158142" y="208189"/>
                  <a:pt x="2153390" y="208685"/>
                  <a:pt x="2148481" y="208685"/>
                </a:cubicBezTo>
                <a:cubicBezTo>
                  <a:pt x="2138663" y="208685"/>
                  <a:pt x="2129968" y="207038"/>
                  <a:pt x="2122395" y="203745"/>
                </a:cubicBezTo>
                <a:cubicBezTo>
                  <a:pt x="2114823" y="200451"/>
                  <a:pt x="2108478" y="195590"/>
                  <a:pt x="2103360" y="189160"/>
                </a:cubicBezTo>
                <a:cubicBezTo>
                  <a:pt x="2098242" y="182730"/>
                  <a:pt x="2094351" y="174836"/>
                  <a:pt x="2091688" y="165478"/>
                </a:cubicBezTo>
                <a:cubicBezTo>
                  <a:pt x="2089024" y="156120"/>
                  <a:pt x="2087693" y="145325"/>
                  <a:pt x="2087693" y="133091"/>
                </a:cubicBezTo>
                <a:cubicBezTo>
                  <a:pt x="2087693" y="119291"/>
                  <a:pt x="2089338" y="107477"/>
                  <a:pt x="2092628" y="97650"/>
                </a:cubicBezTo>
                <a:cubicBezTo>
                  <a:pt x="2095918" y="87822"/>
                  <a:pt x="2100435" y="79771"/>
                  <a:pt x="2106180" y="73498"/>
                </a:cubicBezTo>
                <a:cubicBezTo>
                  <a:pt x="2111924" y="67225"/>
                  <a:pt x="2118635" y="62598"/>
                  <a:pt x="2126312" y="59618"/>
                </a:cubicBezTo>
                <a:cubicBezTo>
                  <a:pt x="2133989" y="56638"/>
                  <a:pt x="2142214" y="55148"/>
                  <a:pt x="2150987" y="55148"/>
                </a:cubicBezTo>
                <a:cubicBezTo>
                  <a:pt x="2155688" y="55148"/>
                  <a:pt x="2160179" y="55597"/>
                  <a:pt x="2164461" y="56494"/>
                </a:cubicBezTo>
                <a:cubicBezTo>
                  <a:pt x="2168743" y="57389"/>
                  <a:pt x="2172686" y="58573"/>
                  <a:pt x="2176290" y="60049"/>
                </a:cubicBezTo>
                <a:cubicBezTo>
                  <a:pt x="2179893" y="61521"/>
                  <a:pt x="2183105" y="63205"/>
                  <a:pt x="2185925" y="65101"/>
                </a:cubicBezTo>
                <a:cubicBezTo>
                  <a:pt x="2188745" y="66998"/>
                  <a:pt x="2190808" y="68605"/>
                  <a:pt x="2192113" y="69924"/>
                </a:cubicBezTo>
                <a:cubicBezTo>
                  <a:pt x="2193419" y="71239"/>
                  <a:pt x="2194307" y="72240"/>
                  <a:pt x="2194777" y="72925"/>
                </a:cubicBezTo>
                <a:cubicBezTo>
                  <a:pt x="2195247" y="73607"/>
                  <a:pt x="2195612" y="74366"/>
                  <a:pt x="2195873" y="75202"/>
                </a:cubicBezTo>
                <a:cubicBezTo>
                  <a:pt x="2196135" y="76037"/>
                  <a:pt x="2196317" y="76951"/>
                  <a:pt x="2196422" y="77943"/>
                </a:cubicBezTo>
                <a:cubicBezTo>
                  <a:pt x="2196526" y="78936"/>
                  <a:pt x="2196578" y="80111"/>
                  <a:pt x="2196578" y="81468"/>
                </a:cubicBezTo>
                <a:cubicBezTo>
                  <a:pt x="2196578" y="84497"/>
                  <a:pt x="2196135" y="86612"/>
                  <a:pt x="2195247" y="87814"/>
                </a:cubicBezTo>
                <a:cubicBezTo>
                  <a:pt x="2194359" y="89015"/>
                  <a:pt x="2193393" y="89615"/>
                  <a:pt x="2192348" y="89615"/>
                </a:cubicBezTo>
                <a:cubicBezTo>
                  <a:pt x="2190886" y="89615"/>
                  <a:pt x="2189084" y="88667"/>
                  <a:pt x="2186943" y="86771"/>
                </a:cubicBezTo>
                <a:cubicBezTo>
                  <a:pt x="2184802" y="84874"/>
                  <a:pt x="2182060" y="82794"/>
                  <a:pt x="2178718" y="80528"/>
                </a:cubicBezTo>
                <a:cubicBezTo>
                  <a:pt x="2175376" y="78263"/>
                  <a:pt x="2171328" y="76183"/>
                  <a:pt x="2166576" y="74286"/>
                </a:cubicBezTo>
                <a:cubicBezTo>
                  <a:pt x="2161824" y="72390"/>
                  <a:pt x="2156158" y="71442"/>
                  <a:pt x="2149577" y="71442"/>
                </a:cubicBezTo>
                <a:cubicBezTo>
                  <a:pt x="2135999" y="71442"/>
                  <a:pt x="2125529" y="76670"/>
                  <a:pt x="2118165" y="87128"/>
                </a:cubicBezTo>
                <a:cubicBezTo>
                  <a:pt x="2110802" y="97586"/>
                  <a:pt x="2107120" y="112698"/>
                  <a:pt x="2107120" y="132465"/>
                </a:cubicBezTo>
                <a:cubicBezTo>
                  <a:pt x="2107120" y="142400"/>
                  <a:pt x="2108112" y="151107"/>
                  <a:pt x="2110097" y="158584"/>
                </a:cubicBezTo>
                <a:cubicBezTo>
                  <a:pt x="2112081" y="166062"/>
                  <a:pt x="2114927" y="172285"/>
                  <a:pt x="2118635" y="177253"/>
                </a:cubicBezTo>
                <a:cubicBezTo>
                  <a:pt x="2122343" y="182220"/>
                  <a:pt x="2126860" y="185933"/>
                  <a:pt x="2132187" y="188391"/>
                </a:cubicBezTo>
                <a:cubicBezTo>
                  <a:pt x="2137514" y="190849"/>
                  <a:pt x="2143520" y="192078"/>
                  <a:pt x="2150204" y="192078"/>
                </a:cubicBezTo>
                <a:cubicBezTo>
                  <a:pt x="2156471" y="192078"/>
                  <a:pt x="2162007" y="191085"/>
                  <a:pt x="2166811" y="189101"/>
                </a:cubicBezTo>
                <a:cubicBezTo>
                  <a:pt x="2171616" y="187116"/>
                  <a:pt x="2175794" y="184923"/>
                  <a:pt x="2179345" y="182521"/>
                </a:cubicBezTo>
                <a:cubicBezTo>
                  <a:pt x="2182896" y="180118"/>
                  <a:pt x="2185847" y="177925"/>
                  <a:pt x="2188197" y="175941"/>
                </a:cubicBezTo>
                <a:cubicBezTo>
                  <a:pt x="2190547" y="173956"/>
                  <a:pt x="2192296" y="172964"/>
                  <a:pt x="2193445" y="172964"/>
                </a:cubicBezTo>
                <a:cubicBezTo>
                  <a:pt x="2194072" y="172964"/>
                  <a:pt x="2194620" y="173147"/>
                  <a:pt x="2195090" y="173512"/>
                </a:cubicBezTo>
                <a:cubicBezTo>
                  <a:pt x="2195560" y="173878"/>
                  <a:pt x="2195952" y="174452"/>
                  <a:pt x="2196265" y="175236"/>
                </a:cubicBezTo>
                <a:cubicBezTo>
                  <a:pt x="2196578" y="176019"/>
                  <a:pt x="2196813" y="176959"/>
                  <a:pt x="2196970" y="178056"/>
                </a:cubicBezTo>
                <a:cubicBezTo>
                  <a:pt x="2197127" y="179152"/>
                  <a:pt x="2197205" y="180432"/>
                  <a:pt x="2197205" y="181894"/>
                </a:cubicBezTo>
                <a:close/>
                <a:moveTo>
                  <a:pt x="2299334" y="194428"/>
                </a:moveTo>
                <a:cubicBezTo>
                  <a:pt x="2299334" y="196621"/>
                  <a:pt x="2299151" y="198397"/>
                  <a:pt x="2298786" y="199754"/>
                </a:cubicBezTo>
                <a:cubicBezTo>
                  <a:pt x="2298420" y="201112"/>
                  <a:pt x="2297845" y="202183"/>
                  <a:pt x="2297062" y="202966"/>
                </a:cubicBezTo>
                <a:cubicBezTo>
                  <a:pt x="2296279" y="203750"/>
                  <a:pt x="2295130" y="204481"/>
                  <a:pt x="2293615" y="205160"/>
                </a:cubicBezTo>
                <a:cubicBezTo>
                  <a:pt x="2292101" y="205838"/>
                  <a:pt x="2290351" y="206413"/>
                  <a:pt x="2288367" y="206883"/>
                </a:cubicBezTo>
                <a:cubicBezTo>
                  <a:pt x="2286382" y="207353"/>
                  <a:pt x="2284294" y="207719"/>
                  <a:pt x="2282100" y="207980"/>
                </a:cubicBezTo>
                <a:cubicBezTo>
                  <a:pt x="2279907" y="208241"/>
                  <a:pt x="2277766" y="208371"/>
                  <a:pt x="2275677" y="208371"/>
                </a:cubicBezTo>
                <a:cubicBezTo>
                  <a:pt x="2268679" y="208371"/>
                  <a:pt x="2262725" y="207431"/>
                  <a:pt x="2257816" y="205551"/>
                </a:cubicBezTo>
                <a:cubicBezTo>
                  <a:pt x="2252907" y="203671"/>
                  <a:pt x="2248886" y="200825"/>
                  <a:pt x="2245753" y="197013"/>
                </a:cubicBezTo>
                <a:cubicBezTo>
                  <a:pt x="2242619" y="193200"/>
                  <a:pt x="2240348" y="188370"/>
                  <a:pt x="2238938" y="182521"/>
                </a:cubicBezTo>
                <a:cubicBezTo>
                  <a:pt x="2237527" y="176672"/>
                  <a:pt x="2236822" y="169778"/>
                  <a:pt x="2236822" y="161840"/>
                </a:cubicBezTo>
                <a:lnTo>
                  <a:pt x="2236822" y="73635"/>
                </a:lnTo>
                <a:lnTo>
                  <a:pt x="2215672" y="73635"/>
                </a:lnTo>
                <a:cubicBezTo>
                  <a:pt x="2214210" y="73635"/>
                  <a:pt x="2213061" y="72976"/>
                  <a:pt x="2212225" y="71657"/>
                </a:cubicBezTo>
                <a:cubicBezTo>
                  <a:pt x="2211390" y="70338"/>
                  <a:pt x="2210972" y="68360"/>
                  <a:pt x="2210972" y="65723"/>
                </a:cubicBezTo>
                <a:cubicBezTo>
                  <a:pt x="2210972" y="64352"/>
                  <a:pt x="2211076" y="63166"/>
                  <a:pt x="2211285" y="62164"/>
                </a:cubicBezTo>
                <a:cubicBezTo>
                  <a:pt x="2211494" y="61162"/>
                  <a:pt x="2211807" y="60318"/>
                  <a:pt x="2212225" y="59633"/>
                </a:cubicBezTo>
                <a:cubicBezTo>
                  <a:pt x="2212643" y="58947"/>
                  <a:pt x="2213139" y="58446"/>
                  <a:pt x="2213714" y="58130"/>
                </a:cubicBezTo>
                <a:cubicBezTo>
                  <a:pt x="2214288" y="57813"/>
                  <a:pt x="2214941" y="57655"/>
                  <a:pt x="2215672" y="57655"/>
                </a:cubicBezTo>
                <a:lnTo>
                  <a:pt x="2236822" y="57655"/>
                </a:lnTo>
                <a:lnTo>
                  <a:pt x="2236822" y="22874"/>
                </a:lnTo>
                <a:cubicBezTo>
                  <a:pt x="2236822" y="22247"/>
                  <a:pt x="2236953" y="21673"/>
                  <a:pt x="2237214" y="21150"/>
                </a:cubicBezTo>
                <a:cubicBezTo>
                  <a:pt x="2237475" y="20628"/>
                  <a:pt x="2237971" y="20184"/>
                  <a:pt x="2238703" y="19819"/>
                </a:cubicBezTo>
                <a:cubicBezTo>
                  <a:pt x="2239434" y="19453"/>
                  <a:pt x="2240400" y="19192"/>
                  <a:pt x="2241601" y="19035"/>
                </a:cubicBezTo>
                <a:cubicBezTo>
                  <a:pt x="2242802" y="18879"/>
                  <a:pt x="2244290" y="18800"/>
                  <a:pt x="2246066" y="18800"/>
                </a:cubicBezTo>
                <a:cubicBezTo>
                  <a:pt x="2247946" y="18800"/>
                  <a:pt x="2249487" y="18879"/>
                  <a:pt x="2250688" y="19035"/>
                </a:cubicBezTo>
                <a:cubicBezTo>
                  <a:pt x="2251889" y="19192"/>
                  <a:pt x="2252829" y="19453"/>
                  <a:pt x="2253508" y="19819"/>
                </a:cubicBezTo>
                <a:cubicBezTo>
                  <a:pt x="2254187" y="20184"/>
                  <a:pt x="2254683" y="20628"/>
                  <a:pt x="2254996" y="21150"/>
                </a:cubicBezTo>
                <a:cubicBezTo>
                  <a:pt x="2255310" y="21673"/>
                  <a:pt x="2255466" y="22247"/>
                  <a:pt x="2255466" y="22874"/>
                </a:cubicBezTo>
                <a:lnTo>
                  <a:pt x="2255466" y="57655"/>
                </a:lnTo>
                <a:lnTo>
                  <a:pt x="2294634" y="57655"/>
                </a:lnTo>
                <a:cubicBezTo>
                  <a:pt x="2295365" y="57655"/>
                  <a:pt x="2296018" y="57813"/>
                  <a:pt x="2296592" y="58130"/>
                </a:cubicBezTo>
                <a:cubicBezTo>
                  <a:pt x="2297167" y="58446"/>
                  <a:pt x="2297663" y="58947"/>
                  <a:pt x="2298080" y="59633"/>
                </a:cubicBezTo>
                <a:cubicBezTo>
                  <a:pt x="2298498" y="60318"/>
                  <a:pt x="2298812" y="61162"/>
                  <a:pt x="2299021" y="62164"/>
                </a:cubicBezTo>
                <a:cubicBezTo>
                  <a:pt x="2299229" y="63166"/>
                  <a:pt x="2299334" y="64352"/>
                  <a:pt x="2299334" y="65723"/>
                </a:cubicBezTo>
                <a:cubicBezTo>
                  <a:pt x="2299334" y="68360"/>
                  <a:pt x="2298890" y="70338"/>
                  <a:pt x="2298002" y="71657"/>
                </a:cubicBezTo>
                <a:cubicBezTo>
                  <a:pt x="2297114" y="72976"/>
                  <a:pt x="2295992" y="73635"/>
                  <a:pt x="2294634" y="73635"/>
                </a:cubicBezTo>
                <a:lnTo>
                  <a:pt x="2255466" y="73635"/>
                </a:lnTo>
                <a:lnTo>
                  <a:pt x="2255466" y="159334"/>
                </a:lnTo>
                <a:cubicBezTo>
                  <a:pt x="2255466" y="170092"/>
                  <a:pt x="2257007" y="178291"/>
                  <a:pt x="2260088" y="183931"/>
                </a:cubicBezTo>
                <a:cubicBezTo>
                  <a:pt x="2263169" y="189571"/>
                  <a:pt x="2268783" y="192391"/>
                  <a:pt x="2276930" y="192391"/>
                </a:cubicBezTo>
                <a:cubicBezTo>
                  <a:pt x="2279437" y="192391"/>
                  <a:pt x="2281708" y="192130"/>
                  <a:pt x="2283745" y="191608"/>
                </a:cubicBezTo>
                <a:cubicBezTo>
                  <a:pt x="2285782" y="191085"/>
                  <a:pt x="2287584" y="190511"/>
                  <a:pt x="2289150" y="189884"/>
                </a:cubicBezTo>
                <a:cubicBezTo>
                  <a:pt x="2290717" y="189258"/>
                  <a:pt x="2292049" y="188683"/>
                  <a:pt x="2293145" y="188161"/>
                </a:cubicBezTo>
                <a:cubicBezTo>
                  <a:pt x="2294242" y="187639"/>
                  <a:pt x="2295208" y="187378"/>
                  <a:pt x="2296044" y="187378"/>
                </a:cubicBezTo>
                <a:cubicBezTo>
                  <a:pt x="2296566" y="187378"/>
                  <a:pt x="2297036" y="187482"/>
                  <a:pt x="2297454" y="187691"/>
                </a:cubicBezTo>
                <a:cubicBezTo>
                  <a:pt x="2297872" y="187900"/>
                  <a:pt x="2298211" y="188291"/>
                  <a:pt x="2298472" y="188866"/>
                </a:cubicBezTo>
                <a:cubicBezTo>
                  <a:pt x="2298733" y="189440"/>
                  <a:pt x="2298942" y="190171"/>
                  <a:pt x="2299099" y="191059"/>
                </a:cubicBezTo>
                <a:cubicBezTo>
                  <a:pt x="2299256" y="191947"/>
                  <a:pt x="2299334" y="193070"/>
                  <a:pt x="2299334" y="194428"/>
                </a:cubicBezTo>
                <a:close/>
                <a:moveTo>
                  <a:pt x="2360366" y="202726"/>
                </a:moveTo>
                <a:cubicBezTo>
                  <a:pt x="2360366" y="203353"/>
                  <a:pt x="2360210" y="203929"/>
                  <a:pt x="2359896" y="204455"/>
                </a:cubicBezTo>
                <a:cubicBezTo>
                  <a:pt x="2359583" y="204977"/>
                  <a:pt x="2359087" y="205395"/>
                  <a:pt x="2358408" y="205708"/>
                </a:cubicBezTo>
                <a:cubicBezTo>
                  <a:pt x="2357729" y="206021"/>
                  <a:pt x="2356789" y="206282"/>
                  <a:pt x="2355588" y="206491"/>
                </a:cubicBezTo>
                <a:cubicBezTo>
                  <a:pt x="2354387" y="206700"/>
                  <a:pt x="2352846" y="206805"/>
                  <a:pt x="2350966" y="206805"/>
                </a:cubicBezTo>
                <a:cubicBezTo>
                  <a:pt x="2349191" y="206805"/>
                  <a:pt x="2347702" y="206700"/>
                  <a:pt x="2346501" y="206491"/>
                </a:cubicBezTo>
                <a:cubicBezTo>
                  <a:pt x="2345300" y="206282"/>
                  <a:pt x="2344334" y="206021"/>
                  <a:pt x="2343603" y="205708"/>
                </a:cubicBezTo>
                <a:cubicBezTo>
                  <a:pt x="2342872" y="205395"/>
                  <a:pt x="2342375" y="204977"/>
                  <a:pt x="2342114" y="204455"/>
                </a:cubicBezTo>
                <a:cubicBezTo>
                  <a:pt x="2341853" y="203929"/>
                  <a:pt x="2341723" y="203353"/>
                  <a:pt x="2341723" y="202726"/>
                </a:cubicBezTo>
                <a:lnTo>
                  <a:pt x="2341723" y="60793"/>
                </a:lnTo>
                <a:cubicBezTo>
                  <a:pt x="2341723" y="60166"/>
                  <a:pt x="2341853" y="59592"/>
                  <a:pt x="2342114" y="59070"/>
                </a:cubicBezTo>
                <a:cubicBezTo>
                  <a:pt x="2342375" y="58544"/>
                  <a:pt x="2342872" y="58099"/>
                  <a:pt x="2343603" y="57733"/>
                </a:cubicBezTo>
                <a:cubicBezTo>
                  <a:pt x="2344334" y="57367"/>
                  <a:pt x="2345300" y="57106"/>
                  <a:pt x="2346501" y="56950"/>
                </a:cubicBezTo>
                <a:cubicBezTo>
                  <a:pt x="2347702" y="56793"/>
                  <a:pt x="2349191" y="56715"/>
                  <a:pt x="2350966" y="56715"/>
                </a:cubicBezTo>
                <a:cubicBezTo>
                  <a:pt x="2352846" y="56715"/>
                  <a:pt x="2354387" y="56793"/>
                  <a:pt x="2355588" y="56950"/>
                </a:cubicBezTo>
                <a:cubicBezTo>
                  <a:pt x="2356789" y="57106"/>
                  <a:pt x="2357729" y="57367"/>
                  <a:pt x="2358408" y="57733"/>
                </a:cubicBezTo>
                <a:cubicBezTo>
                  <a:pt x="2359087" y="58099"/>
                  <a:pt x="2359583" y="58544"/>
                  <a:pt x="2359896" y="59070"/>
                </a:cubicBezTo>
                <a:cubicBezTo>
                  <a:pt x="2360210" y="59592"/>
                  <a:pt x="2360366" y="60166"/>
                  <a:pt x="2360366" y="60793"/>
                </a:cubicBezTo>
                <a:lnTo>
                  <a:pt x="2360366" y="202726"/>
                </a:lnTo>
                <a:moveTo>
                  <a:pt x="2363186" y="12769"/>
                </a:moveTo>
                <a:cubicBezTo>
                  <a:pt x="2363186" y="17811"/>
                  <a:pt x="2362299" y="21227"/>
                  <a:pt x="2360523" y="23016"/>
                </a:cubicBezTo>
                <a:cubicBezTo>
                  <a:pt x="2358747" y="24801"/>
                  <a:pt x="2355510" y="25694"/>
                  <a:pt x="2350809" y="25694"/>
                </a:cubicBezTo>
                <a:cubicBezTo>
                  <a:pt x="2346214" y="25694"/>
                  <a:pt x="2343054" y="24827"/>
                  <a:pt x="2341331" y="23094"/>
                </a:cubicBezTo>
                <a:cubicBezTo>
                  <a:pt x="2339608" y="21361"/>
                  <a:pt x="2338746" y="17971"/>
                  <a:pt x="2338746" y="12925"/>
                </a:cubicBezTo>
                <a:cubicBezTo>
                  <a:pt x="2338746" y="7882"/>
                  <a:pt x="2339634" y="4468"/>
                  <a:pt x="2341409" y="2683"/>
                </a:cubicBezTo>
                <a:cubicBezTo>
                  <a:pt x="2343185" y="894"/>
                  <a:pt x="2346423" y="0"/>
                  <a:pt x="2351123" y="0"/>
                </a:cubicBezTo>
                <a:cubicBezTo>
                  <a:pt x="2355718" y="0"/>
                  <a:pt x="2358878" y="867"/>
                  <a:pt x="2360601" y="2600"/>
                </a:cubicBezTo>
                <a:cubicBezTo>
                  <a:pt x="2362325" y="4333"/>
                  <a:pt x="2363186" y="7723"/>
                  <a:pt x="2363186" y="12769"/>
                </a:cubicBezTo>
                <a:close/>
                <a:moveTo>
                  <a:pt x="2533633" y="130428"/>
                </a:moveTo>
                <a:cubicBezTo>
                  <a:pt x="2533633" y="141718"/>
                  <a:pt x="2532171" y="152120"/>
                  <a:pt x="2529247" y="161635"/>
                </a:cubicBezTo>
                <a:cubicBezTo>
                  <a:pt x="2526322" y="171149"/>
                  <a:pt x="2521962" y="179410"/>
                  <a:pt x="2516165" y="186418"/>
                </a:cubicBezTo>
                <a:cubicBezTo>
                  <a:pt x="2510368" y="193422"/>
                  <a:pt x="2503135" y="198885"/>
                  <a:pt x="2494466" y="202805"/>
                </a:cubicBezTo>
                <a:cubicBezTo>
                  <a:pt x="2485797" y="206725"/>
                  <a:pt x="2475718" y="208685"/>
                  <a:pt x="2464229" y="208685"/>
                </a:cubicBezTo>
                <a:cubicBezTo>
                  <a:pt x="2453157" y="208685"/>
                  <a:pt x="2443470" y="206934"/>
                  <a:pt x="2435166" y="203431"/>
                </a:cubicBezTo>
                <a:cubicBezTo>
                  <a:pt x="2426863" y="199929"/>
                  <a:pt x="2419917" y="194911"/>
                  <a:pt x="2414329" y="188376"/>
                </a:cubicBezTo>
                <a:cubicBezTo>
                  <a:pt x="2408741" y="181842"/>
                  <a:pt x="2404563" y="173922"/>
                  <a:pt x="2401796" y="164616"/>
                </a:cubicBezTo>
                <a:cubicBezTo>
                  <a:pt x="2399028" y="155311"/>
                  <a:pt x="2397644" y="144802"/>
                  <a:pt x="2397644" y="133091"/>
                </a:cubicBezTo>
                <a:cubicBezTo>
                  <a:pt x="2397644" y="121801"/>
                  <a:pt x="2399080" y="111399"/>
                  <a:pt x="2401952" y="101885"/>
                </a:cubicBezTo>
                <a:cubicBezTo>
                  <a:pt x="2404824" y="92370"/>
                  <a:pt x="2409159" y="84137"/>
                  <a:pt x="2414956" y="77185"/>
                </a:cubicBezTo>
                <a:cubicBezTo>
                  <a:pt x="2420753" y="70229"/>
                  <a:pt x="2427986" y="64817"/>
                  <a:pt x="2436655" y="60950"/>
                </a:cubicBezTo>
                <a:cubicBezTo>
                  <a:pt x="2445324" y="57082"/>
                  <a:pt x="2455455" y="55148"/>
                  <a:pt x="2467049" y="55148"/>
                </a:cubicBezTo>
                <a:cubicBezTo>
                  <a:pt x="2478120" y="55148"/>
                  <a:pt x="2487807" y="56873"/>
                  <a:pt x="2496111" y="60323"/>
                </a:cubicBezTo>
                <a:cubicBezTo>
                  <a:pt x="2504414" y="63773"/>
                  <a:pt x="2511334" y="68765"/>
                  <a:pt x="2516870" y="75300"/>
                </a:cubicBezTo>
                <a:cubicBezTo>
                  <a:pt x="2522405" y="81834"/>
                  <a:pt x="2526583" y="89754"/>
                  <a:pt x="2529403" y="99060"/>
                </a:cubicBezTo>
                <a:cubicBezTo>
                  <a:pt x="2532223" y="108365"/>
                  <a:pt x="2533633" y="118821"/>
                  <a:pt x="2533633" y="130428"/>
                </a:cubicBezTo>
                <a:moveTo>
                  <a:pt x="2513893" y="132151"/>
                </a:moveTo>
                <a:cubicBezTo>
                  <a:pt x="2513893" y="124099"/>
                  <a:pt x="2513110" y="116412"/>
                  <a:pt x="2511543" y="109091"/>
                </a:cubicBezTo>
                <a:cubicBezTo>
                  <a:pt x="2509976" y="101770"/>
                  <a:pt x="2507365" y="95313"/>
                  <a:pt x="2503709" y="89718"/>
                </a:cubicBezTo>
                <a:cubicBezTo>
                  <a:pt x="2500054" y="84124"/>
                  <a:pt x="2495145" y="79680"/>
                  <a:pt x="2488982" y="76387"/>
                </a:cubicBezTo>
                <a:cubicBezTo>
                  <a:pt x="2482820" y="73090"/>
                  <a:pt x="2475143" y="71442"/>
                  <a:pt x="2465952" y="71442"/>
                </a:cubicBezTo>
                <a:cubicBezTo>
                  <a:pt x="2457492" y="71442"/>
                  <a:pt x="2450180" y="72958"/>
                  <a:pt x="2444018" y="75990"/>
                </a:cubicBezTo>
                <a:cubicBezTo>
                  <a:pt x="2437856" y="79022"/>
                  <a:pt x="2432816" y="83233"/>
                  <a:pt x="2428899" y="88621"/>
                </a:cubicBezTo>
                <a:cubicBezTo>
                  <a:pt x="2424983" y="94007"/>
                  <a:pt x="2422084" y="100360"/>
                  <a:pt x="2420204" y="107681"/>
                </a:cubicBezTo>
                <a:cubicBezTo>
                  <a:pt x="2418324" y="115002"/>
                  <a:pt x="2417384" y="122898"/>
                  <a:pt x="2417384" y="131368"/>
                </a:cubicBezTo>
                <a:cubicBezTo>
                  <a:pt x="2417384" y="139525"/>
                  <a:pt x="2418168" y="147290"/>
                  <a:pt x="2419734" y="154663"/>
                </a:cubicBezTo>
                <a:cubicBezTo>
                  <a:pt x="2421301" y="162036"/>
                  <a:pt x="2423912" y="168494"/>
                  <a:pt x="2427568" y="174036"/>
                </a:cubicBezTo>
                <a:cubicBezTo>
                  <a:pt x="2431223" y="179578"/>
                  <a:pt x="2436132" y="183972"/>
                  <a:pt x="2442295" y="187216"/>
                </a:cubicBezTo>
                <a:cubicBezTo>
                  <a:pt x="2448457" y="190457"/>
                  <a:pt x="2456134" y="192078"/>
                  <a:pt x="2465325" y="192078"/>
                </a:cubicBezTo>
                <a:cubicBezTo>
                  <a:pt x="2473785" y="192078"/>
                  <a:pt x="2481097" y="190562"/>
                  <a:pt x="2487259" y="187529"/>
                </a:cubicBezTo>
                <a:cubicBezTo>
                  <a:pt x="2493421" y="184497"/>
                  <a:pt x="2498461" y="180314"/>
                  <a:pt x="2502378" y="174981"/>
                </a:cubicBezTo>
                <a:cubicBezTo>
                  <a:pt x="2506295" y="169644"/>
                  <a:pt x="2509193" y="163317"/>
                  <a:pt x="2511073" y="155999"/>
                </a:cubicBezTo>
                <a:cubicBezTo>
                  <a:pt x="2512953" y="148678"/>
                  <a:pt x="2513893" y="140729"/>
                  <a:pt x="2513893" y="132151"/>
                </a:cubicBezTo>
                <a:close/>
                <a:moveTo>
                  <a:pt x="2699930" y="202731"/>
                </a:moveTo>
                <a:cubicBezTo>
                  <a:pt x="2699930" y="203358"/>
                  <a:pt x="2699774" y="203932"/>
                  <a:pt x="2699460" y="204455"/>
                </a:cubicBezTo>
                <a:cubicBezTo>
                  <a:pt x="2699147" y="204977"/>
                  <a:pt x="2698651" y="205395"/>
                  <a:pt x="2697972" y="205708"/>
                </a:cubicBezTo>
                <a:cubicBezTo>
                  <a:pt x="2697293" y="206021"/>
                  <a:pt x="2696353" y="206282"/>
                  <a:pt x="2695152" y="206491"/>
                </a:cubicBezTo>
                <a:cubicBezTo>
                  <a:pt x="2693951" y="206700"/>
                  <a:pt x="2692462" y="206805"/>
                  <a:pt x="2690687" y="206805"/>
                </a:cubicBezTo>
                <a:cubicBezTo>
                  <a:pt x="2688807" y="206805"/>
                  <a:pt x="2687266" y="206700"/>
                  <a:pt x="2686065" y="206491"/>
                </a:cubicBezTo>
                <a:cubicBezTo>
                  <a:pt x="2684864" y="206282"/>
                  <a:pt x="2683924" y="206021"/>
                  <a:pt x="2683245" y="205708"/>
                </a:cubicBezTo>
                <a:cubicBezTo>
                  <a:pt x="2682566" y="205395"/>
                  <a:pt x="2682070" y="204977"/>
                  <a:pt x="2681757" y="204455"/>
                </a:cubicBezTo>
                <a:cubicBezTo>
                  <a:pt x="2681443" y="203932"/>
                  <a:pt x="2681287" y="203358"/>
                  <a:pt x="2681287" y="202731"/>
                </a:cubicBezTo>
                <a:lnTo>
                  <a:pt x="2681287" y="118599"/>
                </a:lnTo>
                <a:cubicBezTo>
                  <a:pt x="2681287" y="109826"/>
                  <a:pt x="2680608" y="102697"/>
                  <a:pt x="2679250" y="97214"/>
                </a:cubicBezTo>
                <a:cubicBezTo>
                  <a:pt x="2677892" y="91730"/>
                  <a:pt x="2675855" y="87030"/>
                  <a:pt x="2673140" y="83114"/>
                </a:cubicBezTo>
                <a:cubicBezTo>
                  <a:pt x="2670424" y="79197"/>
                  <a:pt x="2666951" y="76168"/>
                  <a:pt x="2662721" y="74027"/>
                </a:cubicBezTo>
                <a:cubicBezTo>
                  <a:pt x="2658491" y="71885"/>
                  <a:pt x="2653556" y="70815"/>
                  <a:pt x="2647916" y="70815"/>
                </a:cubicBezTo>
                <a:cubicBezTo>
                  <a:pt x="2640709" y="70815"/>
                  <a:pt x="2633502" y="73374"/>
                  <a:pt x="2626295" y="78492"/>
                </a:cubicBezTo>
                <a:cubicBezTo>
                  <a:pt x="2619089" y="83610"/>
                  <a:pt x="2611516" y="91130"/>
                  <a:pt x="2603578" y="101052"/>
                </a:cubicBezTo>
                <a:lnTo>
                  <a:pt x="2603578" y="202731"/>
                </a:lnTo>
                <a:cubicBezTo>
                  <a:pt x="2603578" y="203358"/>
                  <a:pt x="2603422" y="203932"/>
                  <a:pt x="2603108" y="204455"/>
                </a:cubicBezTo>
                <a:cubicBezTo>
                  <a:pt x="2602795" y="204977"/>
                  <a:pt x="2602299" y="205395"/>
                  <a:pt x="2601620" y="205708"/>
                </a:cubicBezTo>
                <a:cubicBezTo>
                  <a:pt x="2600941" y="206021"/>
                  <a:pt x="2600001" y="206282"/>
                  <a:pt x="2598800" y="206491"/>
                </a:cubicBezTo>
                <a:cubicBezTo>
                  <a:pt x="2597599" y="206700"/>
                  <a:pt x="2596058" y="206805"/>
                  <a:pt x="2594178" y="206805"/>
                </a:cubicBezTo>
                <a:cubicBezTo>
                  <a:pt x="2592402" y="206805"/>
                  <a:pt x="2590914" y="206700"/>
                  <a:pt x="2589713" y="206491"/>
                </a:cubicBezTo>
                <a:cubicBezTo>
                  <a:pt x="2588512" y="206282"/>
                  <a:pt x="2587546" y="206021"/>
                  <a:pt x="2586815" y="205708"/>
                </a:cubicBezTo>
                <a:cubicBezTo>
                  <a:pt x="2586083" y="205395"/>
                  <a:pt x="2585587" y="204977"/>
                  <a:pt x="2585326" y="204455"/>
                </a:cubicBezTo>
                <a:cubicBezTo>
                  <a:pt x="2585065" y="203929"/>
                  <a:pt x="2584934" y="203353"/>
                  <a:pt x="2584934" y="202726"/>
                </a:cubicBezTo>
                <a:lnTo>
                  <a:pt x="2584934" y="60793"/>
                </a:lnTo>
                <a:cubicBezTo>
                  <a:pt x="2584934" y="60166"/>
                  <a:pt x="2585065" y="59592"/>
                  <a:pt x="2585326" y="59070"/>
                </a:cubicBezTo>
                <a:cubicBezTo>
                  <a:pt x="2585587" y="58544"/>
                  <a:pt x="2586083" y="58099"/>
                  <a:pt x="2586815" y="57733"/>
                </a:cubicBezTo>
                <a:cubicBezTo>
                  <a:pt x="2587546" y="57367"/>
                  <a:pt x="2588460" y="57106"/>
                  <a:pt x="2589556" y="56950"/>
                </a:cubicBezTo>
                <a:cubicBezTo>
                  <a:pt x="2590653" y="56793"/>
                  <a:pt x="2592089" y="56715"/>
                  <a:pt x="2593865" y="56715"/>
                </a:cubicBezTo>
                <a:cubicBezTo>
                  <a:pt x="2595640" y="56715"/>
                  <a:pt x="2597103" y="56793"/>
                  <a:pt x="2598251" y="56950"/>
                </a:cubicBezTo>
                <a:cubicBezTo>
                  <a:pt x="2599400" y="57106"/>
                  <a:pt x="2600288" y="57367"/>
                  <a:pt x="2600915" y="57733"/>
                </a:cubicBezTo>
                <a:cubicBezTo>
                  <a:pt x="2601542" y="58099"/>
                  <a:pt x="2601985" y="58544"/>
                  <a:pt x="2602247" y="59070"/>
                </a:cubicBezTo>
                <a:cubicBezTo>
                  <a:pt x="2602508" y="59592"/>
                  <a:pt x="2602638" y="60166"/>
                  <a:pt x="2602638" y="60793"/>
                </a:cubicBezTo>
                <a:lnTo>
                  <a:pt x="2602638" y="80866"/>
                </a:lnTo>
                <a:cubicBezTo>
                  <a:pt x="2610785" y="71825"/>
                  <a:pt x="2618775" y="65279"/>
                  <a:pt x="2626609" y="61229"/>
                </a:cubicBezTo>
                <a:cubicBezTo>
                  <a:pt x="2634442" y="57175"/>
                  <a:pt x="2642224" y="55148"/>
                  <a:pt x="2649953" y="55148"/>
                </a:cubicBezTo>
                <a:cubicBezTo>
                  <a:pt x="2659248" y="55148"/>
                  <a:pt x="2667082" y="56715"/>
                  <a:pt x="2673453" y="59848"/>
                </a:cubicBezTo>
                <a:cubicBezTo>
                  <a:pt x="2679824" y="62981"/>
                  <a:pt x="2684968" y="67212"/>
                  <a:pt x="2688885" y="72538"/>
                </a:cubicBezTo>
                <a:cubicBezTo>
                  <a:pt x="2692802" y="77865"/>
                  <a:pt x="2695622" y="84080"/>
                  <a:pt x="2697345" y="91182"/>
                </a:cubicBezTo>
                <a:cubicBezTo>
                  <a:pt x="2699069" y="98284"/>
                  <a:pt x="2699930" y="106849"/>
                  <a:pt x="2699930" y="116876"/>
                </a:cubicBezTo>
                <a:lnTo>
                  <a:pt x="2699930" y="202731"/>
                </a:lnTo>
                <a:close/>
                <a:moveTo>
                  <a:pt x="2913270" y="94159"/>
                </a:moveTo>
                <a:cubicBezTo>
                  <a:pt x="2912121" y="84863"/>
                  <a:pt x="2909066" y="77813"/>
                  <a:pt x="2904105" y="73008"/>
                </a:cubicBezTo>
                <a:cubicBezTo>
                  <a:pt x="2899144" y="68204"/>
                  <a:pt x="2891336" y="65801"/>
                  <a:pt x="2880683" y="65801"/>
                </a:cubicBezTo>
                <a:cubicBezTo>
                  <a:pt x="2872431" y="65801"/>
                  <a:pt x="2865747" y="67917"/>
                  <a:pt x="2860629" y="72147"/>
                </a:cubicBezTo>
                <a:cubicBezTo>
                  <a:pt x="2855511" y="76377"/>
                  <a:pt x="2852952" y="81939"/>
                  <a:pt x="2852952" y="88832"/>
                </a:cubicBezTo>
                <a:cubicBezTo>
                  <a:pt x="2852952" y="92592"/>
                  <a:pt x="2853605" y="95908"/>
                  <a:pt x="2854910" y="98781"/>
                </a:cubicBezTo>
                <a:cubicBezTo>
                  <a:pt x="2856216" y="101653"/>
                  <a:pt x="2858853" y="104812"/>
                  <a:pt x="2862822" y="108259"/>
                </a:cubicBezTo>
                <a:cubicBezTo>
                  <a:pt x="2866791" y="111706"/>
                  <a:pt x="2872954" y="115936"/>
                  <a:pt x="2881309" y="120949"/>
                </a:cubicBezTo>
                <a:cubicBezTo>
                  <a:pt x="2887889" y="124918"/>
                  <a:pt x="2893164" y="128548"/>
                  <a:pt x="2897133" y="131838"/>
                </a:cubicBezTo>
                <a:cubicBezTo>
                  <a:pt x="2901102" y="135128"/>
                  <a:pt x="2904235" y="138392"/>
                  <a:pt x="2906533" y="141630"/>
                </a:cubicBezTo>
                <a:cubicBezTo>
                  <a:pt x="2908831" y="144868"/>
                  <a:pt x="2910502" y="148288"/>
                  <a:pt x="2911547" y="151892"/>
                </a:cubicBezTo>
                <a:cubicBezTo>
                  <a:pt x="2912591" y="155495"/>
                  <a:pt x="2913113" y="159856"/>
                  <a:pt x="2913113" y="164974"/>
                </a:cubicBezTo>
                <a:cubicBezTo>
                  <a:pt x="2913113" y="174269"/>
                  <a:pt x="2910633" y="182234"/>
                  <a:pt x="2905671" y="188866"/>
                </a:cubicBezTo>
                <a:cubicBezTo>
                  <a:pt x="2900710" y="195498"/>
                  <a:pt x="2893973" y="200433"/>
                  <a:pt x="2885461" y="203671"/>
                </a:cubicBezTo>
                <a:cubicBezTo>
                  <a:pt x="2876949" y="206909"/>
                  <a:pt x="2867261" y="208528"/>
                  <a:pt x="2856399" y="208528"/>
                </a:cubicBezTo>
                <a:cubicBezTo>
                  <a:pt x="2847730" y="208528"/>
                  <a:pt x="2839217" y="207875"/>
                  <a:pt x="2830861" y="206570"/>
                </a:cubicBezTo>
                <a:cubicBezTo>
                  <a:pt x="2822506" y="205264"/>
                  <a:pt x="2813210" y="203045"/>
                  <a:pt x="2802974" y="199911"/>
                </a:cubicBezTo>
                <a:lnTo>
                  <a:pt x="2810494" y="165757"/>
                </a:lnTo>
                <a:lnTo>
                  <a:pt x="2822715" y="165757"/>
                </a:lnTo>
                <a:cubicBezTo>
                  <a:pt x="2823132" y="175784"/>
                  <a:pt x="2825952" y="183356"/>
                  <a:pt x="2831175" y="188474"/>
                </a:cubicBezTo>
                <a:cubicBezTo>
                  <a:pt x="2836397" y="193592"/>
                  <a:pt x="2844701" y="196151"/>
                  <a:pt x="2856085" y="196151"/>
                </a:cubicBezTo>
                <a:cubicBezTo>
                  <a:pt x="2866008" y="196151"/>
                  <a:pt x="2873763" y="193932"/>
                  <a:pt x="2879351" y="189493"/>
                </a:cubicBezTo>
                <a:cubicBezTo>
                  <a:pt x="2884939" y="185054"/>
                  <a:pt x="2887733" y="178761"/>
                  <a:pt x="2887733" y="170614"/>
                </a:cubicBezTo>
                <a:cubicBezTo>
                  <a:pt x="2887733" y="165914"/>
                  <a:pt x="2886949" y="161866"/>
                  <a:pt x="2885383" y="158472"/>
                </a:cubicBezTo>
                <a:cubicBezTo>
                  <a:pt x="2883816" y="155077"/>
                  <a:pt x="2881257" y="151813"/>
                  <a:pt x="2877706" y="148680"/>
                </a:cubicBezTo>
                <a:cubicBezTo>
                  <a:pt x="2874155" y="145547"/>
                  <a:pt x="2868515" y="141630"/>
                  <a:pt x="2860785" y="136930"/>
                </a:cubicBezTo>
                <a:cubicBezTo>
                  <a:pt x="2852639" y="132021"/>
                  <a:pt x="2846294" y="127582"/>
                  <a:pt x="2841750" y="123613"/>
                </a:cubicBezTo>
                <a:cubicBezTo>
                  <a:pt x="2837207" y="119644"/>
                  <a:pt x="2833786" y="115335"/>
                  <a:pt x="2831488" y="110687"/>
                </a:cubicBezTo>
                <a:cubicBezTo>
                  <a:pt x="2829190" y="106040"/>
                  <a:pt x="2828041" y="100687"/>
                  <a:pt x="2828041" y="94629"/>
                </a:cubicBezTo>
                <a:cubicBezTo>
                  <a:pt x="2828041" y="86377"/>
                  <a:pt x="2830261" y="79145"/>
                  <a:pt x="2834700" y="72930"/>
                </a:cubicBezTo>
                <a:cubicBezTo>
                  <a:pt x="2839139" y="66715"/>
                  <a:pt x="2845484" y="61937"/>
                  <a:pt x="2853735" y="58595"/>
                </a:cubicBezTo>
                <a:cubicBezTo>
                  <a:pt x="2861987" y="55252"/>
                  <a:pt x="2871596" y="53581"/>
                  <a:pt x="2882563" y="53581"/>
                </a:cubicBezTo>
                <a:cubicBezTo>
                  <a:pt x="2892276" y="53581"/>
                  <a:pt x="2901128" y="54156"/>
                  <a:pt x="2909118" y="55305"/>
                </a:cubicBezTo>
                <a:cubicBezTo>
                  <a:pt x="2917108" y="56453"/>
                  <a:pt x="2925072" y="58438"/>
                  <a:pt x="2933010" y="61258"/>
                </a:cubicBezTo>
                <a:lnTo>
                  <a:pt x="2925960" y="94159"/>
                </a:lnTo>
                <a:lnTo>
                  <a:pt x="2913270" y="941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𝑑">
            <a:extLst xmlns:a="http://schemas.openxmlformats.org/drawingml/2006/main">
              <a:ext uri="{FF2B5EF4-FFF2-40B4-BE49-F238E27FC236}">
                <a16:creationId xmlns:a16="http://schemas.microsoft.com/office/drawing/2014/main" id="{AC4F2971-47C1-4A6D-8DAF-50F0894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918" y="2418655"/>
            <a:ext cx="126326" cy="156971"/>
          </a:xfrm>
          <a:custGeom xmlns:a="http://schemas.openxmlformats.org/drawingml/2006/main">
            <a:pathLst>
              <a:path w="126326" h="156971">
                <a:moveTo>
                  <a:pt x="94886" y="115770"/>
                </a:moveTo>
                <a:cubicBezTo>
                  <a:pt x="93827" y="120235"/>
                  <a:pt x="93127" y="123791"/>
                  <a:pt x="92787" y="126439"/>
                </a:cubicBezTo>
                <a:cubicBezTo>
                  <a:pt x="92446" y="129088"/>
                  <a:pt x="92276" y="131471"/>
                  <a:pt x="92276" y="133590"/>
                </a:cubicBezTo>
                <a:cubicBezTo>
                  <a:pt x="92276" y="136465"/>
                  <a:pt x="92862" y="138546"/>
                  <a:pt x="94035" y="139833"/>
                </a:cubicBezTo>
                <a:cubicBezTo>
                  <a:pt x="95208" y="141119"/>
                  <a:pt x="96892" y="141762"/>
                  <a:pt x="99086" y="141762"/>
                </a:cubicBezTo>
                <a:cubicBezTo>
                  <a:pt x="100448" y="141762"/>
                  <a:pt x="101791" y="141497"/>
                  <a:pt x="103115" y="140968"/>
                </a:cubicBezTo>
                <a:cubicBezTo>
                  <a:pt x="104439" y="140438"/>
                  <a:pt x="105877" y="139606"/>
                  <a:pt x="107428" y="138471"/>
                </a:cubicBezTo>
                <a:cubicBezTo>
                  <a:pt x="108979" y="137336"/>
                  <a:pt x="110682" y="135879"/>
                  <a:pt x="112536" y="134101"/>
                </a:cubicBezTo>
                <a:cubicBezTo>
                  <a:pt x="114390" y="132323"/>
                  <a:pt x="116489" y="130185"/>
                  <a:pt x="118835" y="127688"/>
                </a:cubicBezTo>
                <a:cubicBezTo>
                  <a:pt x="120046" y="128974"/>
                  <a:pt x="121294" y="130242"/>
                  <a:pt x="122580" y="131490"/>
                </a:cubicBezTo>
                <a:cubicBezTo>
                  <a:pt x="123867" y="132739"/>
                  <a:pt x="125115" y="133968"/>
                  <a:pt x="126326" y="135179"/>
                </a:cubicBezTo>
                <a:cubicBezTo>
                  <a:pt x="122543" y="139038"/>
                  <a:pt x="119100" y="142348"/>
                  <a:pt x="115997" y="145110"/>
                </a:cubicBezTo>
                <a:cubicBezTo>
                  <a:pt x="112895" y="147872"/>
                  <a:pt x="109887" y="150142"/>
                  <a:pt x="106974" y="151920"/>
                </a:cubicBezTo>
                <a:cubicBezTo>
                  <a:pt x="104061" y="153698"/>
                  <a:pt x="101205" y="154985"/>
                  <a:pt x="98405" y="155779"/>
                </a:cubicBezTo>
                <a:cubicBezTo>
                  <a:pt x="95605" y="156574"/>
                  <a:pt x="92692" y="156971"/>
                  <a:pt x="89665" y="156971"/>
                </a:cubicBezTo>
                <a:cubicBezTo>
                  <a:pt x="84217" y="156971"/>
                  <a:pt x="79980" y="155212"/>
                  <a:pt x="76953" y="151693"/>
                </a:cubicBezTo>
                <a:cubicBezTo>
                  <a:pt x="73927" y="148175"/>
                  <a:pt x="72413" y="143351"/>
                  <a:pt x="72413" y="137222"/>
                </a:cubicBezTo>
                <a:cubicBezTo>
                  <a:pt x="72413" y="133817"/>
                  <a:pt x="72943" y="130563"/>
                  <a:pt x="74002" y="127461"/>
                </a:cubicBezTo>
                <a:lnTo>
                  <a:pt x="72413" y="126780"/>
                </a:lnTo>
                <a:cubicBezTo>
                  <a:pt x="68554" y="132152"/>
                  <a:pt x="64809" y="136730"/>
                  <a:pt x="61177" y="140514"/>
                </a:cubicBezTo>
                <a:cubicBezTo>
                  <a:pt x="57545" y="144297"/>
                  <a:pt x="53951" y="147418"/>
                  <a:pt x="50394" y="149877"/>
                </a:cubicBezTo>
                <a:cubicBezTo>
                  <a:pt x="46838" y="152336"/>
                  <a:pt x="43244" y="154134"/>
                  <a:pt x="39612" y="155269"/>
                </a:cubicBezTo>
                <a:cubicBezTo>
                  <a:pt x="35980" y="156404"/>
                  <a:pt x="32196" y="156971"/>
                  <a:pt x="28262" y="156971"/>
                </a:cubicBezTo>
                <a:cubicBezTo>
                  <a:pt x="19257" y="156971"/>
                  <a:pt x="12296" y="153736"/>
                  <a:pt x="7378" y="147267"/>
                </a:cubicBezTo>
                <a:cubicBezTo>
                  <a:pt x="2459" y="140797"/>
                  <a:pt x="0" y="131396"/>
                  <a:pt x="0" y="119062"/>
                </a:cubicBezTo>
                <a:cubicBezTo>
                  <a:pt x="0" y="111722"/>
                  <a:pt x="776" y="104666"/>
                  <a:pt x="2327" y="97894"/>
                </a:cubicBezTo>
                <a:cubicBezTo>
                  <a:pt x="3878" y="91122"/>
                  <a:pt x="6072" y="84766"/>
                  <a:pt x="8910" y="78826"/>
                </a:cubicBezTo>
                <a:cubicBezTo>
                  <a:pt x="11747" y="72886"/>
                  <a:pt x="15133" y="67476"/>
                  <a:pt x="19068" y="62595"/>
                </a:cubicBezTo>
                <a:cubicBezTo>
                  <a:pt x="23003" y="57715"/>
                  <a:pt x="27316" y="53534"/>
                  <a:pt x="32007" y="50054"/>
                </a:cubicBezTo>
                <a:cubicBezTo>
                  <a:pt x="36698" y="46573"/>
                  <a:pt x="41692" y="43868"/>
                  <a:pt x="46989" y="41938"/>
                </a:cubicBezTo>
                <a:cubicBezTo>
                  <a:pt x="52286" y="40009"/>
                  <a:pt x="57772" y="39044"/>
                  <a:pt x="63447" y="39044"/>
                </a:cubicBezTo>
                <a:cubicBezTo>
                  <a:pt x="68441" y="39044"/>
                  <a:pt x="73019" y="39536"/>
                  <a:pt x="77180" y="40520"/>
                </a:cubicBezTo>
                <a:cubicBezTo>
                  <a:pt x="81342" y="41503"/>
                  <a:pt x="85314" y="43471"/>
                  <a:pt x="89098" y="46422"/>
                </a:cubicBezTo>
                <a:cubicBezTo>
                  <a:pt x="90384" y="41655"/>
                  <a:pt x="91406" y="37588"/>
                  <a:pt x="92162" y="34220"/>
                </a:cubicBezTo>
                <a:cubicBezTo>
                  <a:pt x="92919" y="30853"/>
                  <a:pt x="93543" y="27751"/>
                  <a:pt x="94035" y="24913"/>
                </a:cubicBezTo>
                <a:cubicBezTo>
                  <a:pt x="94527" y="22076"/>
                  <a:pt x="94773" y="19711"/>
                  <a:pt x="94773" y="17820"/>
                </a:cubicBezTo>
                <a:cubicBezTo>
                  <a:pt x="94773" y="16231"/>
                  <a:pt x="94565" y="14906"/>
                  <a:pt x="94149" y="13847"/>
                </a:cubicBezTo>
                <a:cubicBezTo>
                  <a:pt x="93732" y="12788"/>
                  <a:pt x="92995" y="11918"/>
                  <a:pt x="91935" y="11237"/>
                </a:cubicBezTo>
                <a:cubicBezTo>
                  <a:pt x="90876" y="10556"/>
                  <a:pt x="89382" y="10064"/>
                  <a:pt x="87452" y="9761"/>
                </a:cubicBezTo>
                <a:cubicBezTo>
                  <a:pt x="85523" y="9458"/>
                  <a:pt x="83082" y="9231"/>
                  <a:pt x="80131" y="9080"/>
                </a:cubicBezTo>
                <a:lnTo>
                  <a:pt x="81607" y="1362"/>
                </a:lnTo>
                <a:lnTo>
                  <a:pt x="115430" y="0"/>
                </a:lnTo>
                <a:lnTo>
                  <a:pt x="121218" y="0"/>
                </a:lnTo>
                <a:lnTo>
                  <a:pt x="94886" y="115770"/>
                </a:lnTo>
                <a:moveTo>
                  <a:pt x="79564" y="90687"/>
                </a:moveTo>
                <a:cubicBezTo>
                  <a:pt x="80396" y="86601"/>
                  <a:pt x="81153" y="82515"/>
                  <a:pt x="81834" y="78429"/>
                </a:cubicBezTo>
                <a:cubicBezTo>
                  <a:pt x="82515" y="74343"/>
                  <a:pt x="82855" y="70597"/>
                  <a:pt x="82855" y="67192"/>
                </a:cubicBezTo>
                <a:cubicBezTo>
                  <a:pt x="82855" y="61063"/>
                  <a:pt x="81474" y="56712"/>
                  <a:pt x="78713" y="54140"/>
                </a:cubicBezTo>
                <a:cubicBezTo>
                  <a:pt x="75951" y="51567"/>
                  <a:pt x="71543" y="50281"/>
                  <a:pt x="65490" y="50281"/>
                </a:cubicBezTo>
                <a:cubicBezTo>
                  <a:pt x="61025" y="50281"/>
                  <a:pt x="56883" y="51245"/>
                  <a:pt x="53061" y="53175"/>
                </a:cubicBezTo>
                <a:cubicBezTo>
                  <a:pt x="49240" y="55104"/>
                  <a:pt x="45741" y="57753"/>
                  <a:pt x="42563" y="61120"/>
                </a:cubicBezTo>
                <a:cubicBezTo>
                  <a:pt x="39385" y="64487"/>
                  <a:pt x="36547" y="68384"/>
                  <a:pt x="34050" y="72811"/>
                </a:cubicBezTo>
                <a:cubicBezTo>
                  <a:pt x="31553" y="77237"/>
                  <a:pt x="29453" y="81966"/>
                  <a:pt x="27751" y="86998"/>
                </a:cubicBezTo>
                <a:cubicBezTo>
                  <a:pt x="26048" y="92030"/>
                  <a:pt x="24762" y="97175"/>
                  <a:pt x="23892" y="102434"/>
                </a:cubicBezTo>
                <a:cubicBezTo>
                  <a:pt x="23022" y="107693"/>
                  <a:pt x="22587" y="112819"/>
                  <a:pt x="22587" y="117813"/>
                </a:cubicBezTo>
                <a:cubicBezTo>
                  <a:pt x="22587" y="125985"/>
                  <a:pt x="23741" y="132058"/>
                  <a:pt x="26048" y="136030"/>
                </a:cubicBezTo>
                <a:cubicBezTo>
                  <a:pt x="28356" y="140003"/>
                  <a:pt x="32083" y="141989"/>
                  <a:pt x="37228" y="141989"/>
                </a:cubicBezTo>
                <a:cubicBezTo>
                  <a:pt x="40709" y="141989"/>
                  <a:pt x="44568" y="140816"/>
                  <a:pt x="48805" y="138471"/>
                </a:cubicBezTo>
                <a:cubicBezTo>
                  <a:pt x="53043" y="136125"/>
                  <a:pt x="57147" y="132739"/>
                  <a:pt x="61120" y="128312"/>
                </a:cubicBezTo>
                <a:cubicBezTo>
                  <a:pt x="65092" y="123886"/>
                  <a:pt x="68743" y="118494"/>
                  <a:pt x="72073" y="112138"/>
                </a:cubicBezTo>
                <a:cubicBezTo>
                  <a:pt x="75402" y="105782"/>
                  <a:pt x="77899" y="98632"/>
                  <a:pt x="79564" y="90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CA83C-D6E8-4671-AB2B-B0041EF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459" y="3672687"/>
            <a:ext cx="198926" cy="364698"/>
          </a:xfrm>
          <a:custGeom xmlns:a="http://schemas.openxmlformats.org/drawingml/2006/main">
            <a:pathLst>
              <a:path w="198926" h="364698">
                <a:moveTo>
                  <a:pt x="69403" y="364698"/>
                </a:moveTo>
                <a:lnTo>
                  <a:pt x="69403" y="99463"/>
                </a:lnTo>
                <a:lnTo>
                  <a:pt x="0" y="99463"/>
                </a:lnTo>
                <a:lnTo>
                  <a:pt x="99463" y="0"/>
                </a:lnTo>
                <a:lnTo>
                  <a:pt x="198926" y="99463"/>
                </a:lnTo>
                <a:lnTo>
                  <a:pt x="129376" y="99463"/>
                </a:lnTo>
                <a:lnTo>
                  <a:pt x="129376" y="364698"/>
                </a:lnTo>
                <a:lnTo>
                  <a:pt x="69403" y="364698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B06B4-8D8F-4676-AD21-CD743F1F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459" y="3672687"/>
            <a:ext cx="198926" cy="364698"/>
          </a:xfrm>
          <a:custGeom xmlns:a="http://schemas.openxmlformats.org/drawingml/2006/main">
            <a:pathLst>
              <a:path w="198926" h="364698" fill="none">
                <a:moveTo>
                  <a:pt x="69403" y="364698"/>
                </a:moveTo>
                <a:lnTo>
                  <a:pt x="69403" y="99463"/>
                </a:lnTo>
                <a:lnTo>
                  <a:pt x="0" y="99463"/>
                </a:lnTo>
                <a:lnTo>
                  <a:pt x="99463" y="0"/>
                </a:lnTo>
                <a:lnTo>
                  <a:pt x="198926" y="99463"/>
                </a:lnTo>
                <a:lnTo>
                  <a:pt x="129376" y="99463"/>
                </a:lnTo>
                <a:lnTo>
                  <a:pt x="129376" y="364698"/>
                </a:lnTo>
                <a:lnTo>
                  <a:pt x="69403" y="3646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49" name="Text Incorrect">
            <a:extLst xmlns:a="http://schemas.openxmlformats.org/drawingml/2006/main">
              <a:ext uri="{FF2B5EF4-FFF2-40B4-BE49-F238E27FC236}">
                <a16:creationId xmlns:a16="http://schemas.microsoft.com/office/drawing/2014/main" id="{35CA1ECF-1CE6-42C7-9AF0-C34E9964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095" y="1646389"/>
            <a:ext cx="819415" cy="149594"/>
          </a:xfrm>
          <a:custGeom xmlns:a="http://schemas.openxmlformats.org/drawingml/2006/main">
            <a:pathLst>
              <a:path w="819415" h="149594">
                <a:moveTo>
                  <a:pt x="13847" y="145281"/>
                </a:moveTo>
                <a:cubicBezTo>
                  <a:pt x="13847" y="145735"/>
                  <a:pt x="13734" y="146151"/>
                  <a:pt x="13507" y="146529"/>
                </a:cubicBezTo>
                <a:cubicBezTo>
                  <a:pt x="13280" y="146907"/>
                  <a:pt x="12901" y="147210"/>
                  <a:pt x="12372" y="147437"/>
                </a:cubicBezTo>
                <a:cubicBezTo>
                  <a:pt x="11842" y="147664"/>
                  <a:pt x="11142" y="147853"/>
                  <a:pt x="10272" y="148005"/>
                </a:cubicBezTo>
                <a:cubicBezTo>
                  <a:pt x="9402" y="148156"/>
                  <a:pt x="8286" y="148232"/>
                  <a:pt x="6924" y="148232"/>
                </a:cubicBezTo>
                <a:cubicBezTo>
                  <a:pt x="5637" y="148232"/>
                  <a:pt x="4540" y="148156"/>
                  <a:pt x="3632" y="148005"/>
                </a:cubicBezTo>
                <a:cubicBezTo>
                  <a:pt x="2724" y="147853"/>
                  <a:pt x="2005" y="147664"/>
                  <a:pt x="1476" y="147437"/>
                </a:cubicBezTo>
                <a:cubicBezTo>
                  <a:pt x="946" y="147210"/>
                  <a:pt x="568" y="146907"/>
                  <a:pt x="341" y="146529"/>
                </a:cubicBezTo>
                <a:cubicBezTo>
                  <a:pt x="114" y="146151"/>
                  <a:pt x="0" y="145735"/>
                  <a:pt x="0" y="145281"/>
                </a:cubicBezTo>
                <a:lnTo>
                  <a:pt x="0" y="2951"/>
                </a:lnTo>
                <a:cubicBezTo>
                  <a:pt x="0" y="2497"/>
                  <a:pt x="132" y="2081"/>
                  <a:pt x="397" y="1703"/>
                </a:cubicBezTo>
                <a:cubicBezTo>
                  <a:pt x="662" y="1324"/>
                  <a:pt x="1078" y="1021"/>
                  <a:pt x="1646" y="794"/>
                </a:cubicBezTo>
                <a:cubicBezTo>
                  <a:pt x="2213" y="568"/>
                  <a:pt x="2932" y="378"/>
                  <a:pt x="3802" y="227"/>
                </a:cubicBezTo>
                <a:cubicBezTo>
                  <a:pt x="4672" y="76"/>
                  <a:pt x="5713" y="0"/>
                  <a:pt x="6924" y="0"/>
                </a:cubicBezTo>
                <a:cubicBezTo>
                  <a:pt x="8286" y="0"/>
                  <a:pt x="9402" y="76"/>
                  <a:pt x="10272" y="227"/>
                </a:cubicBezTo>
                <a:cubicBezTo>
                  <a:pt x="11142" y="378"/>
                  <a:pt x="11842" y="568"/>
                  <a:pt x="12372" y="794"/>
                </a:cubicBezTo>
                <a:cubicBezTo>
                  <a:pt x="12901" y="1021"/>
                  <a:pt x="13280" y="1324"/>
                  <a:pt x="13507" y="1703"/>
                </a:cubicBezTo>
                <a:cubicBezTo>
                  <a:pt x="13734" y="2081"/>
                  <a:pt x="13847" y="2497"/>
                  <a:pt x="13847" y="2951"/>
                </a:cubicBezTo>
                <a:lnTo>
                  <a:pt x="13847" y="145281"/>
                </a:lnTo>
                <a:close/>
                <a:moveTo>
                  <a:pt x="136135" y="145281"/>
                </a:moveTo>
                <a:cubicBezTo>
                  <a:pt x="136135" y="145735"/>
                  <a:pt x="136021" y="146151"/>
                  <a:pt x="135794" y="146529"/>
                </a:cubicBezTo>
                <a:cubicBezTo>
                  <a:pt x="135567" y="146907"/>
                  <a:pt x="135208" y="147210"/>
                  <a:pt x="134716" y="147437"/>
                </a:cubicBezTo>
                <a:cubicBezTo>
                  <a:pt x="134224" y="147664"/>
                  <a:pt x="133543" y="147853"/>
                  <a:pt x="132673" y="148005"/>
                </a:cubicBezTo>
                <a:cubicBezTo>
                  <a:pt x="131803" y="148156"/>
                  <a:pt x="130724" y="148232"/>
                  <a:pt x="129438" y="148232"/>
                </a:cubicBezTo>
                <a:cubicBezTo>
                  <a:pt x="128076" y="148232"/>
                  <a:pt x="126960" y="148156"/>
                  <a:pt x="126090" y="148005"/>
                </a:cubicBezTo>
                <a:cubicBezTo>
                  <a:pt x="125220" y="147853"/>
                  <a:pt x="124539" y="147664"/>
                  <a:pt x="124047" y="147437"/>
                </a:cubicBezTo>
                <a:cubicBezTo>
                  <a:pt x="123555" y="147210"/>
                  <a:pt x="123196" y="146907"/>
                  <a:pt x="122969" y="146529"/>
                </a:cubicBezTo>
                <a:cubicBezTo>
                  <a:pt x="122742" y="146151"/>
                  <a:pt x="122628" y="145735"/>
                  <a:pt x="122628" y="145281"/>
                </a:cubicBezTo>
                <a:lnTo>
                  <a:pt x="122628" y="84331"/>
                </a:lnTo>
                <a:cubicBezTo>
                  <a:pt x="122628" y="77975"/>
                  <a:pt x="122136" y="72811"/>
                  <a:pt x="121153" y="68838"/>
                </a:cubicBezTo>
                <a:cubicBezTo>
                  <a:pt x="120169" y="64865"/>
                  <a:pt x="118693" y="61460"/>
                  <a:pt x="116726" y="58623"/>
                </a:cubicBezTo>
                <a:cubicBezTo>
                  <a:pt x="114759" y="55785"/>
                  <a:pt x="112243" y="53591"/>
                  <a:pt x="109178" y="52040"/>
                </a:cubicBezTo>
                <a:cubicBezTo>
                  <a:pt x="106114" y="50489"/>
                  <a:pt x="102539" y="49713"/>
                  <a:pt x="98453" y="49713"/>
                </a:cubicBezTo>
                <a:cubicBezTo>
                  <a:pt x="93231" y="49713"/>
                  <a:pt x="88010" y="51567"/>
                  <a:pt x="82789" y="55275"/>
                </a:cubicBezTo>
                <a:cubicBezTo>
                  <a:pt x="77568" y="58982"/>
                  <a:pt x="72083" y="64430"/>
                  <a:pt x="66332" y="71619"/>
                </a:cubicBezTo>
                <a:lnTo>
                  <a:pt x="66332" y="145281"/>
                </a:lnTo>
                <a:cubicBezTo>
                  <a:pt x="66332" y="145735"/>
                  <a:pt x="66218" y="146151"/>
                  <a:pt x="65991" y="146529"/>
                </a:cubicBezTo>
                <a:cubicBezTo>
                  <a:pt x="65764" y="146907"/>
                  <a:pt x="65405" y="147210"/>
                  <a:pt x="64913" y="147437"/>
                </a:cubicBezTo>
                <a:cubicBezTo>
                  <a:pt x="64421" y="147664"/>
                  <a:pt x="63740" y="147853"/>
                  <a:pt x="62870" y="148005"/>
                </a:cubicBezTo>
                <a:cubicBezTo>
                  <a:pt x="62000" y="148156"/>
                  <a:pt x="60884" y="148232"/>
                  <a:pt x="59522" y="148232"/>
                </a:cubicBezTo>
                <a:cubicBezTo>
                  <a:pt x="58236" y="148232"/>
                  <a:pt x="57157" y="148156"/>
                  <a:pt x="56287" y="148005"/>
                </a:cubicBezTo>
                <a:cubicBezTo>
                  <a:pt x="55417" y="147853"/>
                  <a:pt x="54717" y="147664"/>
                  <a:pt x="54187" y="147437"/>
                </a:cubicBezTo>
                <a:cubicBezTo>
                  <a:pt x="53658" y="147210"/>
                  <a:pt x="53298" y="146907"/>
                  <a:pt x="53109" y="146529"/>
                </a:cubicBezTo>
                <a:cubicBezTo>
                  <a:pt x="52920" y="146148"/>
                  <a:pt x="52825" y="145731"/>
                  <a:pt x="52825" y="145277"/>
                </a:cubicBezTo>
                <a:lnTo>
                  <a:pt x="52825" y="42453"/>
                </a:lnTo>
                <a:cubicBezTo>
                  <a:pt x="52825" y="41999"/>
                  <a:pt x="52920" y="41583"/>
                  <a:pt x="53109" y="41204"/>
                </a:cubicBezTo>
                <a:cubicBezTo>
                  <a:pt x="53298" y="40823"/>
                  <a:pt x="53658" y="40501"/>
                  <a:pt x="54187" y="40236"/>
                </a:cubicBezTo>
                <a:cubicBezTo>
                  <a:pt x="54717" y="39971"/>
                  <a:pt x="55379" y="39782"/>
                  <a:pt x="56174" y="39668"/>
                </a:cubicBezTo>
                <a:cubicBezTo>
                  <a:pt x="56968" y="39555"/>
                  <a:pt x="58009" y="39498"/>
                  <a:pt x="59295" y="39498"/>
                </a:cubicBezTo>
                <a:cubicBezTo>
                  <a:pt x="60581" y="39498"/>
                  <a:pt x="61641" y="39555"/>
                  <a:pt x="62473" y="39668"/>
                </a:cubicBezTo>
                <a:cubicBezTo>
                  <a:pt x="63305" y="39782"/>
                  <a:pt x="63948" y="39971"/>
                  <a:pt x="64402" y="40236"/>
                </a:cubicBezTo>
                <a:cubicBezTo>
                  <a:pt x="64856" y="40501"/>
                  <a:pt x="65178" y="40823"/>
                  <a:pt x="65367" y="41204"/>
                </a:cubicBezTo>
                <a:cubicBezTo>
                  <a:pt x="65556" y="41583"/>
                  <a:pt x="65651" y="41999"/>
                  <a:pt x="65651" y="42453"/>
                </a:cubicBezTo>
                <a:lnTo>
                  <a:pt x="65651" y="56995"/>
                </a:lnTo>
                <a:cubicBezTo>
                  <a:pt x="71553" y="50445"/>
                  <a:pt x="77341" y="45703"/>
                  <a:pt x="83016" y="42768"/>
                </a:cubicBezTo>
                <a:cubicBezTo>
                  <a:pt x="88691" y="39832"/>
                  <a:pt x="94329" y="38363"/>
                  <a:pt x="99928" y="38363"/>
                </a:cubicBezTo>
                <a:cubicBezTo>
                  <a:pt x="106662" y="38363"/>
                  <a:pt x="112337" y="39498"/>
                  <a:pt x="116953" y="41768"/>
                </a:cubicBezTo>
                <a:cubicBezTo>
                  <a:pt x="121569" y="44038"/>
                  <a:pt x="125295" y="47103"/>
                  <a:pt x="128133" y="50962"/>
                </a:cubicBezTo>
                <a:cubicBezTo>
                  <a:pt x="130970" y="54821"/>
                  <a:pt x="133013" y="59323"/>
                  <a:pt x="134262" y="64468"/>
                </a:cubicBezTo>
                <a:cubicBezTo>
                  <a:pt x="135510" y="69614"/>
                  <a:pt x="136135" y="75818"/>
                  <a:pt x="136135" y="83082"/>
                </a:cubicBezTo>
                <a:lnTo>
                  <a:pt x="136135" y="145281"/>
                </a:lnTo>
                <a:close/>
                <a:moveTo>
                  <a:pt x="245432" y="130185"/>
                </a:moveTo>
                <a:cubicBezTo>
                  <a:pt x="245432" y="131093"/>
                  <a:pt x="245394" y="131906"/>
                  <a:pt x="245318" y="132625"/>
                </a:cubicBezTo>
                <a:cubicBezTo>
                  <a:pt x="245243" y="133344"/>
                  <a:pt x="245129" y="133968"/>
                  <a:pt x="244978" y="134498"/>
                </a:cubicBezTo>
                <a:cubicBezTo>
                  <a:pt x="244827" y="135028"/>
                  <a:pt x="244618" y="135501"/>
                  <a:pt x="244354" y="135917"/>
                </a:cubicBezTo>
                <a:cubicBezTo>
                  <a:pt x="244089" y="136333"/>
                  <a:pt x="243465" y="137033"/>
                  <a:pt x="242481" y="138017"/>
                </a:cubicBezTo>
                <a:cubicBezTo>
                  <a:pt x="241497" y="139000"/>
                  <a:pt x="239851" y="140249"/>
                  <a:pt x="237544" y="141762"/>
                </a:cubicBezTo>
                <a:cubicBezTo>
                  <a:pt x="235236" y="143275"/>
                  <a:pt x="232644" y="144600"/>
                  <a:pt x="229769" y="145735"/>
                </a:cubicBezTo>
                <a:cubicBezTo>
                  <a:pt x="226893" y="146870"/>
                  <a:pt x="223791" y="147796"/>
                  <a:pt x="220462" y="148515"/>
                </a:cubicBezTo>
                <a:cubicBezTo>
                  <a:pt x="217132" y="149234"/>
                  <a:pt x="213690" y="149594"/>
                  <a:pt x="210133" y="149594"/>
                </a:cubicBezTo>
                <a:cubicBezTo>
                  <a:pt x="203021" y="149594"/>
                  <a:pt x="196721" y="148401"/>
                  <a:pt x="191235" y="146015"/>
                </a:cubicBezTo>
                <a:cubicBezTo>
                  <a:pt x="185750" y="143629"/>
                  <a:pt x="181153" y="140107"/>
                  <a:pt x="177445" y="135449"/>
                </a:cubicBezTo>
                <a:cubicBezTo>
                  <a:pt x="173737" y="130790"/>
                  <a:pt x="170919" y="125072"/>
                  <a:pt x="168989" y="118292"/>
                </a:cubicBezTo>
                <a:cubicBezTo>
                  <a:pt x="167060" y="111513"/>
                  <a:pt x="166095" y="103692"/>
                  <a:pt x="166095" y="94830"/>
                </a:cubicBezTo>
                <a:cubicBezTo>
                  <a:pt x="166095" y="84832"/>
                  <a:pt x="167287" y="76273"/>
                  <a:pt x="169670" y="69154"/>
                </a:cubicBezTo>
                <a:cubicBezTo>
                  <a:pt x="172054" y="62034"/>
                  <a:pt x="175326" y="56202"/>
                  <a:pt x="179488" y="51657"/>
                </a:cubicBezTo>
                <a:cubicBezTo>
                  <a:pt x="183650" y="47112"/>
                  <a:pt x="188511" y="43760"/>
                  <a:pt x="194073" y="41601"/>
                </a:cubicBezTo>
                <a:cubicBezTo>
                  <a:pt x="199634" y="39443"/>
                  <a:pt x="205593" y="38363"/>
                  <a:pt x="211949" y="38363"/>
                </a:cubicBezTo>
                <a:cubicBezTo>
                  <a:pt x="215354" y="38363"/>
                  <a:pt x="218608" y="38688"/>
                  <a:pt x="221710" y="39339"/>
                </a:cubicBezTo>
                <a:cubicBezTo>
                  <a:pt x="224813" y="39986"/>
                  <a:pt x="227669" y="40845"/>
                  <a:pt x="230280" y="41914"/>
                </a:cubicBezTo>
                <a:cubicBezTo>
                  <a:pt x="232890" y="42980"/>
                  <a:pt x="235217" y="44200"/>
                  <a:pt x="237260" y="45574"/>
                </a:cubicBezTo>
                <a:cubicBezTo>
                  <a:pt x="239303" y="46948"/>
                  <a:pt x="240797" y="48112"/>
                  <a:pt x="241743" y="49068"/>
                </a:cubicBezTo>
                <a:cubicBezTo>
                  <a:pt x="242689" y="50021"/>
                  <a:pt x="243332" y="50745"/>
                  <a:pt x="243673" y="51242"/>
                </a:cubicBezTo>
                <a:cubicBezTo>
                  <a:pt x="244013" y="51736"/>
                  <a:pt x="244278" y="52286"/>
                  <a:pt x="244467" y="52891"/>
                </a:cubicBezTo>
                <a:cubicBezTo>
                  <a:pt x="244656" y="53497"/>
                  <a:pt x="244789" y="54159"/>
                  <a:pt x="244864" y="54877"/>
                </a:cubicBezTo>
                <a:cubicBezTo>
                  <a:pt x="244940" y="55596"/>
                  <a:pt x="244978" y="56448"/>
                  <a:pt x="244978" y="57431"/>
                </a:cubicBezTo>
                <a:cubicBezTo>
                  <a:pt x="244978" y="59626"/>
                  <a:pt x="244656" y="61158"/>
                  <a:pt x="244013" y="62028"/>
                </a:cubicBezTo>
                <a:cubicBezTo>
                  <a:pt x="243370" y="62898"/>
                  <a:pt x="242670" y="63333"/>
                  <a:pt x="241913" y="63333"/>
                </a:cubicBezTo>
                <a:cubicBezTo>
                  <a:pt x="240854" y="63333"/>
                  <a:pt x="239549" y="62646"/>
                  <a:pt x="237998" y="61272"/>
                </a:cubicBezTo>
                <a:cubicBezTo>
                  <a:pt x="236446" y="59899"/>
                  <a:pt x="234460" y="58391"/>
                  <a:pt x="232039" y="56750"/>
                </a:cubicBezTo>
                <a:cubicBezTo>
                  <a:pt x="229617" y="55109"/>
                  <a:pt x="226685" y="53602"/>
                  <a:pt x="223243" y="52228"/>
                </a:cubicBezTo>
                <a:cubicBezTo>
                  <a:pt x="219800" y="50854"/>
                  <a:pt x="215695" y="50167"/>
                  <a:pt x="210928" y="50167"/>
                </a:cubicBezTo>
                <a:cubicBezTo>
                  <a:pt x="201091" y="50167"/>
                  <a:pt x="193505" y="53955"/>
                  <a:pt x="188171" y="61531"/>
                </a:cubicBezTo>
                <a:cubicBezTo>
                  <a:pt x="182836" y="69108"/>
                  <a:pt x="180169" y="80056"/>
                  <a:pt x="180169" y="94376"/>
                </a:cubicBezTo>
                <a:cubicBezTo>
                  <a:pt x="180169" y="101573"/>
                  <a:pt x="180888" y="107881"/>
                  <a:pt x="182326" y="113298"/>
                </a:cubicBezTo>
                <a:cubicBezTo>
                  <a:pt x="183763" y="118716"/>
                  <a:pt x="185825" y="123224"/>
                  <a:pt x="188511" y="126823"/>
                </a:cubicBezTo>
                <a:cubicBezTo>
                  <a:pt x="191198" y="130421"/>
                  <a:pt x="194470" y="133111"/>
                  <a:pt x="198329" y="134892"/>
                </a:cubicBezTo>
                <a:cubicBezTo>
                  <a:pt x="202188" y="136672"/>
                  <a:pt x="206539" y="137563"/>
                  <a:pt x="211382" y="137563"/>
                </a:cubicBezTo>
                <a:cubicBezTo>
                  <a:pt x="215922" y="137563"/>
                  <a:pt x="219932" y="136844"/>
                  <a:pt x="223413" y="135406"/>
                </a:cubicBezTo>
                <a:cubicBezTo>
                  <a:pt x="226893" y="133968"/>
                  <a:pt x="229920" y="132379"/>
                  <a:pt x="232493" y="130639"/>
                </a:cubicBezTo>
                <a:cubicBezTo>
                  <a:pt x="235065" y="128899"/>
                  <a:pt x="237203" y="127310"/>
                  <a:pt x="238906" y="125872"/>
                </a:cubicBezTo>
                <a:cubicBezTo>
                  <a:pt x="240608" y="124434"/>
                  <a:pt x="241876" y="123715"/>
                  <a:pt x="242708" y="123715"/>
                </a:cubicBezTo>
                <a:cubicBezTo>
                  <a:pt x="243162" y="123715"/>
                  <a:pt x="243559" y="123848"/>
                  <a:pt x="243900" y="124113"/>
                </a:cubicBezTo>
                <a:cubicBezTo>
                  <a:pt x="244240" y="124378"/>
                  <a:pt x="244524" y="124794"/>
                  <a:pt x="244751" y="125361"/>
                </a:cubicBezTo>
                <a:cubicBezTo>
                  <a:pt x="244978" y="125929"/>
                  <a:pt x="245148" y="126610"/>
                  <a:pt x="245262" y="127404"/>
                </a:cubicBezTo>
                <a:cubicBezTo>
                  <a:pt x="245375" y="128199"/>
                  <a:pt x="245432" y="129126"/>
                  <a:pt x="245432" y="130185"/>
                </a:cubicBezTo>
                <a:close/>
                <a:moveTo>
                  <a:pt x="364566" y="92900"/>
                </a:moveTo>
                <a:cubicBezTo>
                  <a:pt x="364566" y="101079"/>
                  <a:pt x="363506" y="108615"/>
                  <a:pt x="361388" y="115508"/>
                </a:cubicBezTo>
                <a:cubicBezTo>
                  <a:pt x="359269" y="122401"/>
                  <a:pt x="356110" y="128386"/>
                  <a:pt x="351910" y="133462"/>
                </a:cubicBezTo>
                <a:cubicBezTo>
                  <a:pt x="347711" y="138537"/>
                  <a:pt x="342471" y="142494"/>
                  <a:pt x="336191" y="145334"/>
                </a:cubicBezTo>
                <a:cubicBezTo>
                  <a:pt x="329910" y="148174"/>
                  <a:pt x="322608" y="149594"/>
                  <a:pt x="314285" y="149594"/>
                </a:cubicBezTo>
                <a:cubicBezTo>
                  <a:pt x="306264" y="149594"/>
                  <a:pt x="299246" y="148325"/>
                  <a:pt x="293231" y="145788"/>
                </a:cubicBezTo>
                <a:cubicBezTo>
                  <a:pt x="287215" y="143251"/>
                  <a:pt x="282183" y="139615"/>
                  <a:pt x="278135" y="134881"/>
                </a:cubicBezTo>
                <a:cubicBezTo>
                  <a:pt x="274087" y="130147"/>
                  <a:pt x="271060" y="124409"/>
                  <a:pt x="269055" y="117668"/>
                </a:cubicBezTo>
                <a:cubicBezTo>
                  <a:pt x="267050" y="110927"/>
                  <a:pt x="266047" y="103314"/>
                  <a:pt x="266047" y="94830"/>
                </a:cubicBezTo>
                <a:cubicBezTo>
                  <a:pt x="266047" y="86650"/>
                  <a:pt x="267088" y="79115"/>
                  <a:pt x="269169" y="72222"/>
                </a:cubicBezTo>
                <a:cubicBezTo>
                  <a:pt x="271249" y="65329"/>
                  <a:pt x="274390" y="59364"/>
                  <a:pt x="278589" y="54328"/>
                </a:cubicBezTo>
                <a:cubicBezTo>
                  <a:pt x="282789" y="49289"/>
                  <a:pt x="288029" y="45368"/>
                  <a:pt x="294309" y="42566"/>
                </a:cubicBezTo>
                <a:cubicBezTo>
                  <a:pt x="300589" y="39764"/>
                  <a:pt x="307929" y="38363"/>
                  <a:pt x="316328" y="38363"/>
                </a:cubicBezTo>
                <a:cubicBezTo>
                  <a:pt x="324349" y="38363"/>
                  <a:pt x="331367" y="39613"/>
                  <a:pt x="337382" y="42112"/>
                </a:cubicBezTo>
                <a:cubicBezTo>
                  <a:pt x="343398" y="44612"/>
                  <a:pt x="348411" y="48228"/>
                  <a:pt x="352421" y="52962"/>
                </a:cubicBezTo>
                <a:cubicBezTo>
                  <a:pt x="356431" y="57696"/>
                  <a:pt x="359458" y="63434"/>
                  <a:pt x="361501" y="70175"/>
                </a:cubicBezTo>
                <a:cubicBezTo>
                  <a:pt x="363544" y="76917"/>
                  <a:pt x="364566" y="84492"/>
                  <a:pt x="364566" y="92900"/>
                </a:cubicBezTo>
                <a:moveTo>
                  <a:pt x="350265" y="94149"/>
                </a:moveTo>
                <a:cubicBezTo>
                  <a:pt x="350265" y="88315"/>
                  <a:pt x="349697" y="82747"/>
                  <a:pt x="348562" y="77443"/>
                </a:cubicBezTo>
                <a:cubicBezTo>
                  <a:pt x="347427" y="72139"/>
                  <a:pt x="345535" y="67461"/>
                  <a:pt x="342887" y="63408"/>
                </a:cubicBezTo>
                <a:cubicBezTo>
                  <a:pt x="340239" y="59355"/>
                  <a:pt x="336682" y="56135"/>
                  <a:pt x="332218" y="53750"/>
                </a:cubicBezTo>
                <a:cubicBezTo>
                  <a:pt x="327754" y="51361"/>
                  <a:pt x="322192" y="50167"/>
                  <a:pt x="315533" y="50167"/>
                </a:cubicBezTo>
                <a:cubicBezTo>
                  <a:pt x="309404" y="50167"/>
                  <a:pt x="304108" y="51266"/>
                  <a:pt x="299643" y="53462"/>
                </a:cubicBezTo>
                <a:cubicBezTo>
                  <a:pt x="295179" y="55659"/>
                  <a:pt x="291528" y="58709"/>
                  <a:pt x="288691" y="62613"/>
                </a:cubicBezTo>
                <a:cubicBezTo>
                  <a:pt x="285853" y="66515"/>
                  <a:pt x="283753" y="71117"/>
                  <a:pt x="282391" y="76421"/>
                </a:cubicBezTo>
                <a:cubicBezTo>
                  <a:pt x="281029" y="81725"/>
                  <a:pt x="280348" y="87445"/>
                  <a:pt x="280348" y="93581"/>
                </a:cubicBezTo>
                <a:cubicBezTo>
                  <a:pt x="280348" y="99490"/>
                  <a:pt x="280916" y="105116"/>
                  <a:pt x="282051" y="110457"/>
                </a:cubicBezTo>
                <a:cubicBezTo>
                  <a:pt x="283186" y="115799"/>
                  <a:pt x="285077" y="120477"/>
                  <a:pt x="287726" y="124492"/>
                </a:cubicBezTo>
                <a:cubicBezTo>
                  <a:pt x="290374" y="128507"/>
                  <a:pt x="293931" y="131690"/>
                  <a:pt x="298395" y="134040"/>
                </a:cubicBezTo>
                <a:cubicBezTo>
                  <a:pt x="302859" y="136388"/>
                  <a:pt x="308421" y="137563"/>
                  <a:pt x="315079" y="137563"/>
                </a:cubicBezTo>
                <a:cubicBezTo>
                  <a:pt x="321208" y="137563"/>
                  <a:pt x="326505" y="136464"/>
                  <a:pt x="330970" y="134267"/>
                </a:cubicBezTo>
                <a:cubicBezTo>
                  <a:pt x="335434" y="132071"/>
                  <a:pt x="339085" y="129041"/>
                  <a:pt x="341922" y="125177"/>
                </a:cubicBezTo>
                <a:cubicBezTo>
                  <a:pt x="344760" y="121311"/>
                  <a:pt x="346860" y="116727"/>
                  <a:pt x="348222" y="111425"/>
                </a:cubicBezTo>
                <a:cubicBezTo>
                  <a:pt x="349584" y="106122"/>
                  <a:pt x="350265" y="100363"/>
                  <a:pt x="350265" y="94149"/>
                </a:cubicBezTo>
                <a:close/>
                <a:moveTo>
                  <a:pt x="451734" y="47869"/>
                </a:moveTo>
                <a:cubicBezTo>
                  <a:pt x="451734" y="49013"/>
                  <a:pt x="451697" y="49985"/>
                  <a:pt x="451621" y="50784"/>
                </a:cubicBezTo>
                <a:cubicBezTo>
                  <a:pt x="451545" y="51584"/>
                  <a:pt x="451413" y="52229"/>
                  <a:pt x="451224" y="52721"/>
                </a:cubicBezTo>
                <a:cubicBezTo>
                  <a:pt x="451035" y="53213"/>
                  <a:pt x="450808" y="53591"/>
                  <a:pt x="450543" y="53856"/>
                </a:cubicBezTo>
                <a:cubicBezTo>
                  <a:pt x="450278" y="54121"/>
                  <a:pt x="449918" y="54253"/>
                  <a:pt x="449464" y="54253"/>
                </a:cubicBezTo>
                <a:cubicBezTo>
                  <a:pt x="448783" y="54253"/>
                  <a:pt x="447989" y="54083"/>
                  <a:pt x="447081" y="53742"/>
                </a:cubicBezTo>
                <a:cubicBezTo>
                  <a:pt x="446173" y="53402"/>
                  <a:pt x="445114" y="53043"/>
                  <a:pt x="443903" y="52664"/>
                </a:cubicBezTo>
                <a:cubicBezTo>
                  <a:pt x="442692" y="52286"/>
                  <a:pt x="441368" y="51926"/>
                  <a:pt x="439930" y="51586"/>
                </a:cubicBezTo>
                <a:cubicBezTo>
                  <a:pt x="438493" y="51245"/>
                  <a:pt x="436904" y="51075"/>
                  <a:pt x="435163" y="51075"/>
                </a:cubicBezTo>
                <a:cubicBezTo>
                  <a:pt x="433120" y="51075"/>
                  <a:pt x="431115" y="51507"/>
                  <a:pt x="429148" y="52370"/>
                </a:cubicBezTo>
                <a:cubicBezTo>
                  <a:pt x="427181" y="53233"/>
                  <a:pt x="425119" y="54622"/>
                  <a:pt x="422962" y="56537"/>
                </a:cubicBezTo>
                <a:cubicBezTo>
                  <a:pt x="420806" y="58453"/>
                  <a:pt x="418536" y="60988"/>
                  <a:pt x="416152" y="64142"/>
                </a:cubicBezTo>
                <a:cubicBezTo>
                  <a:pt x="413769" y="67296"/>
                  <a:pt x="411139" y="71164"/>
                  <a:pt x="408264" y="75744"/>
                </a:cubicBezTo>
                <a:lnTo>
                  <a:pt x="408264" y="145277"/>
                </a:lnTo>
                <a:cubicBezTo>
                  <a:pt x="408264" y="145731"/>
                  <a:pt x="408150" y="146148"/>
                  <a:pt x="407923" y="146529"/>
                </a:cubicBezTo>
                <a:cubicBezTo>
                  <a:pt x="407696" y="146907"/>
                  <a:pt x="407337" y="147210"/>
                  <a:pt x="406845" y="147437"/>
                </a:cubicBezTo>
                <a:cubicBezTo>
                  <a:pt x="406353" y="147664"/>
                  <a:pt x="405672" y="147853"/>
                  <a:pt x="404802" y="148005"/>
                </a:cubicBezTo>
                <a:cubicBezTo>
                  <a:pt x="403932" y="148156"/>
                  <a:pt x="402816" y="148232"/>
                  <a:pt x="401454" y="148232"/>
                </a:cubicBezTo>
                <a:cubicBezTo>
                  <a:pt x="400167" y="148232"/>
                  <a:pt x="399089" y="148156"/>
                  <a:pt x="398219" y="148005"/>
                </a:cubicBezTo>
                <a:cubicBezTo>
                  <a:pt x="397349" y="147853"/>
                  <a:pt x="396649" y="147664"/>
                  <a:pt x="396119" y="147437"/>
                </a:cubicBezTo>
                <a:cubicBezTo>
                  <a:pt x="395590" y="147210"/>
                  <a:pt x="395230" y="146907"/>
                  <a:pt x="395041" y="146529"/>
                </a:cubicBezTo>
                <a:cubicBezTo>
                  <a:pt x="394852" y="146148"/>
                  <a:pt x="394757" y="145731"/>
                  <a:pt x="394757" y="145277"/>
                </a:cubicBezTo>
                <a:lnTo>
                  <a:pt x="394757" y="42453"/>
                </a:lnTo>
                <a:cubicBezTo>
                  <a:pt x="394757" y="41999"/>
                  <a:pt x="394852" y="41583"/>
                  <a:pt x="395041" y="41204"/>
                </a:cubicBezTo>
                <a:cubicBezTo>
                  <a:pt x="395230" y="40823"/>
                  <a:pt x="395590" y="40501"/>
                  <a:pt x="396119" y="40236"/>
                </a:cubicBezTo>
                <a:cubicBezTo>
                  <a:pt x="396649" y="39971"/>
                  <a:pt x="397311" y="39782"/>
                  <a:pt x="398105" y="39668"/>
                </a:cubicBezTo>
                <a:cubicBezTo>
                  <a:pt x="398900" y="39555"/>
                  <a:pt x="399940" y="39498"/>
                  <a:pt x="401227" y="39498"/>
                </a:cubicBezTo>
                <a:cubicBezTo>
                  <a:pt x="402513" y="39498"/>
                  <a:pt x="403572" y="39555"/>
                  <a:pt x="404405" y="39668"/>
                </a:cubicBezTo>
                <a:cubicBezTo>
                  <a:pt x="405237" y="39782"/>
                  <a:pt x="405880" y="39971"/>
                  <a:pt x="406334" y="40236"/>
                </a:cubicBezTo>
                <a:cubicBezTo>
                  <a:pt x="406788" y="40501"/>
                  <a:pt x="407110" y="40823"/>
                  <a:pt x="407299" y="41204"/>
                </a:cubicBezTo>
                <a:cubicBezTo>
                  <a:pt x="407488" y="41583"/>
                  <a:pt x="407583" y="41999"/>
                  <a:pt x="407583" y="42453"/>
                </a:cubicBezTo>
                <a:lnTo>
                  <a:pt x="407583" y="58701"/>
                </a:lnTo>
                <a:cubicBezTo>
                  <a:pt x="410534" y="54407"/>
                  <a:pt x="413258" y="50942"/>
                  <a:pt x="415755" y="48305"/>
                </a:cubicBezTo>
                <a:cubicBezTo>
                  <a:pt x="418252" y="45669"/>
                  <a:pt x="420635" y="43616"/>
                  <a:pt x="422905" y="42148"/>
                </a:cubicBezTo>
                <a:cubicBezTo>
                  <a:pt x="425175" y="40679"/>
                  <a:pt x="427389" y="39681"/>
                  <a:pt x="429545" y="39154"/>
                </a:cubicBezTo>
                <a:cubicBezTo>
                  <a:pt x="431702" y="38627"/>
                  <a:pt x="433915" y="38363"/>
                  <a:pt x="436185" y="38363"/>
                </a:cubicBezTo>
                <a:cubicBezTo>
                  <a:pt x="437169" y="38363"/>
                  <a:pt x="438304" y="38421"/>
                  <a:pt x="439590" y="38537"/>
                </a:cubicBezTo>
                <a:cubicBezTo>
                  <a:pt x="440876" y="38650"/>
                  <a:pt x="442257" y="38860"/>
                  <a:pt x="443733" y="39165"/>
                </a:cubicBezTo>
                <a:cubicBezTo>
                  <a:pt x="445208" y="39470"/>
                  <a:pt x="446532" y="39833"/>
                  <a:pt x="447705" y="40254"/>
                </a:cubicBezTo>
                <a:cubicBezTo>
                  <a:pt x="448878" y="40672"/>
                  <a:pt x="449691" y="41054"/>
                  <a:pt x="450145" y="41399"/>
                </a:cubicBezTo>
                <a:cubicBezTo>
                  <a:pt x="450599" y="41742"/>
                  <a:pt x="450902" y="42047"/>
                  <a:pt x="451053" y="42314"/>
                </a:cubicBezTo>
                <a:cubicBezTo>
                  <a:pt x="451205" y="42582"/>
                  <a:pt x="451337" y="42926"/>
                  <a:pt x="451451" y="43347"/>
                </a:cubicBezTo>
                <a:cubicBezTo>
                  <a:pt x="451564" y="43765"/>
                  <a:pt x="451640" y="44337"/>
                  <a:pt x="451678" y="45063"/>
                </a:cubicBezTo>
                <a:cubicBezTo>
                  <a:pt x="451716" y="45789"/>
                  <a:pt x="451734" y="46724"/>
                  <a:pt x="451734" y="47869"/>
                </a:cubicBezTo>
                <a:close/>
                <a:moveTo>
                  <a:pt x="540297" y="47869"/>
                </a:moveTo>
                <a:cubicBezTo>
                  <a:pt x="540297" y="49013"/>
                  <a:pt x="540259" y="49985"/>
                  <a:pt x="540184" y="50784"/>
                </a:cubicBezTo>
                <a:cubicBezTo>
                  <a:pt x="540108" y="51584"/>
                  <a:pt x="539976" y="52229"/>
                  <a:pt x="539786" y="52721"/>
                </a:cubicBezTo>
                <a:cubicBezTo>
                  <a:pt x="539597" y="53213"/>
                  <a:pt x="539370" y="53591"/>
                  <a:pt x="539105" y="53856"/>
                </a:cubicBezTo>
                <a:cubicBezTo>
                  <a:pt x="538841" y="54121"/>
                  <a:pt x="538481" y="54253"/>
                  <a:pt x="538027" y="54253"/>
                </a:cubicBezTo>
                <a:cubicBezTo>
                  <a:pt x="537346" y="54253"/>
                  <a:pt x="536552" y="54083"/>
                  <a:pt x="535644" y="53742"/>
                </a:cubicBezTo>
                <a:cubicBezTo>
                  <a:pt x="534736" y="53402"/>
                  <a:pt x="533676" y="53043"/>
                  <a:pt x="532466" y="52664"/>
                </a:cubicBezTo>
                <a:cubicBezTo>
                  <a:pt x="531255" y="52286"/>
                  <a:pt x="529931" y="51926"/>
                  <a:pt x="528493" y="51586"/>
                </a:cubicBezTo>
                <a:cubicBezTo>
                  <a:pt x="527055" y="51245"/>
                  <a:pt x="525466" y="51075"/>
                  <a:pt x="523726" y="51075"/>
                </a:cubicBezTo>
                <a:cubicBezTo>
                  <a:pt x="521683" y="51075"/>
                  <a:pt x="519678" y="51507"/>
                  <a:pt x="517711" y="52370"/>
                </a:cubicBezTo>
                <a:cubicBezTo>
                  <a:pt x="515743" y="53233"/>
                  <a:pt x="513681" y="54622"/>
                  <a:pt x="511525" y="56537"/>
                </a:cubicBezTo>
                <a:cubicBezTo>
                  <a:pt x="509368" y="58453"/>
                  <a:pt x="507098" y="60988"/>
                  <a:pt x="504715" y="64142"/>
                </a:cubicBezTo>
                <a:cubicBezTo>
                  <a:pt x="502331" y="67296"/>
                  <a:pt x="499702" y="71164"/>
                  <a:pt x="496827" y="75744"/>
                </a:cubicBezTo>
                <a:lnTo>
                  <a:pt x="496827" y="145277"/>
                </a:lnTo>
                <a:cubicBezTo>
                  <a:pt x="496827" y="145731"/>
                  <a:pt x="496713" y="146148"/>
                  <a:pt x="496486" y="146529"/>
                </a:cubicBezTo>
                <a:cubicBezTo>
                  <a:pt x="496259" y="146907"/>
                  <a:pt x="495900" y="147210"/>
                  <a:pt x="495408" y="147437"/>
                </a:cubicBezTo>
                <a:cubicBezTo>
                  <a:pt x="494916" y="147664"/>
                  <a:pt x="494235" y="147853"/>
                  <a:pt x="493365" y="148005"/>
                </a:cubicBezTo>
                <a:cubicBezTo>
                  <a:pt x="492495" y="148156"/>
                  <a:pt x="491379" y="148232"/>
                  <a:pt x="490017" y="148232"/>
                </a:cubicBezTo>
                <a:cubicBezTo>
                  <a:pt x="488730" y="148232"/>
                  <a:pt x="487652" y="148156"/>
                  <a:pt x="486782" y="148005"/>
                </a:cubicBezTo>
                <a:cubicBezTo>
                  <a:pt x="485912" y="147853"/>
                  <a:pt x="485212" y="147664"/>
                  <a:pt x="484682" y="147437"/>
                </a:cubicBezTo>
                <a:cubicBezTo>
                  <a:pt x="484152" y="147210"/>
                  <a:pt x="483793" y="146907"/>
                  <a:pt x="483604" y="146529"/>
                </a:cubicBezTo>
                <a:cubicBezTo>
                  <a:pt x="483415" y="146148"/>
                  <a:pt x="483320" y="145731"/>
                  <a:pt x="483320" y="145277"/>
                </a:cubicBezTo>
                <a:lnTo>
                  <a:pt x="483320" y="42453"/>
                </a:lnTo>
                <a:cubicBezTo>
                  <a:pt x="483320" y="41999"/>
                  <a:pt x="483415" y="41583"/>
                  <a:pt x="483604" y="41204"/>
                </a:cubicBezTo>
                <a:cubicBezTo>
                  <a:pt x="483793" y="40823"/>
                  <a:pt x="484152" y="40501"/>
                  <a:pt x="484682" y="40236"/>
                </a:cubicBezTo>
                <a:cubicBezTo>
                  <a:pt x="485212" y="39971"/>
                  <a:pt x="485874" y="39782"/>
                  <a:pt x="486668" y="39668"/>
                </a:cubicBezTo>
                <a:cubicBezTo>
                  <a:pt x="487463" y="39555"/>
                  <a:pt x="488503" y="39498"/>
                  <a:pt x="489790" y="39498"/>
                </a:cubicBezTo>
                <a:cubicBezTo>
                  <a:pt x="491076" y="39498"/>
                  <a:pt x="492135" y="39555"/>
                  <a:pt x="492968" y="39668"/>
                </a:cubicBezTo>
                <a:cubicBezTo>
                  <a:pt x="493800" y="39782"/>
                  <a:pt x="494443" y="39971"/>
                  <a:pt x="494897" y="40236"/>
                </a:cubicBezTo>
                <a:cubicBezTo>
                  <a:pt x="495351" y="40501"/>
                  <a:pt x="495673" y="40823"/>
                  <a:pt x="495862" y="41204"/>
                </a:cubicBezTo>
                <a:cubicBezTo>
                  <a:pt x="496051" y="41583"/>
                  <a:pt x="496146" y="41999"/>
                  <a:pt x="496146" y="42453"/>
                </a:cubicBezTo>
                <a:lnTo>
                  <a:pt x="496146" y="58701"/>
                </a:lnTo>
                <a:cubicBezTo>
                  <a:pt x="499097" y="54407"/>
                  <a:pt x="501821" y="50942"/>
                  <a:pt x="504318" y="48305"/>
                </a:cubicBezTo>
                <a:cubicBezTo>
                  <a:pt x="506815" y="45669"/>
                  <a:pt x="509198" y="43616"/>
                  <a:pt x="511468" y="42148"/>
                </a:cubicBezTo>
                <a:cubicBezTo>
                  <a:pt x="513738" y="40679"/>
                  <a:pt x="515951" y="39681"/>
                  <a:pt x="518108" y="39154"/>
                </a:cubicBezTo>
                <a:cubicBezTo>
                  <a:pt x="520264" y="38627"/>
                  <a:pt x="522478" y="38363"/>
                  <a:pt x="524748" y="38363"/>
                </a:cubicBezTo>
                <a:cubicBezTo>
                  <a:pt x="525731" y="38363"/>
                  <a:pt x="526866" y="38421"/>
                  <a:pt x="528153" y="38537"/>
                </a:cubicBezTo>
                <a:cubicBezTo>
                  <a:pt x="529439" y="38650"/>
                  <a:pt x="530820" y="38860"/>
                  <a:pt x="532295" y="39165"/>
                </a:cubicBezTo>
                <a:cubicBezTo>
                  <a:pt x="533771" y="39470"/>
                  <a:pt x="535095" y="39833"/>
                  <a:pt x="536268" y="40254"/>
                </a:cubicBezTo>
                <a:cubicBezTo>
                  <a:pt x="537441" y="40672"/>
                  <a:pt x="538254" y="41054"/>
                  <a:pt x="538708" y="41399"/>
                </a:cubicBezTo>
                <a:cubicBezTo>
                  <a:pt x="539162" y="41742"/>
                  <a:pt x="539465" y="42047"/>
                  <a:pt x="539616" y="42314"/>
                </a:cubicBezTo>
                <a:cubicBezTo>
                  <a:pt x="539768" y="42582"/>
                  <a:pt x="539900" y="42926"/>
                  <a:pt x="540013" y="43347"/>
                </a:cubicBezTo>
                <a:cubicBezTo>
                  <a:pt x="540127" y="43765"/>
                  <a:pt x="540203" y="44337"/>
                  <a:pt x="540240" y="45063"/>
                </a:cubicBezTo>
                <a:cubicBezTo>
                  <a:pt x="540278" y="45789"/>
                  <a:pt x="540297" y="46724"/>
                  <a:pt x="540297" y="47869"/>
                </a:cubicBezTo>
                <a:close/>
                <a:moveTo>
                  <a:pt x="644489" y="88644"/>
                </a:moveTo>
                <a:cubicBezTo>
                  <a:pt x="644489" y="91368"/>
                  <a:pt x="643770" y="93241"/>
                  <a:pt x="642332" y="94262"/>
                </a:cubicBezTo>
                <a:cubicBezTo>
                  <a:pt x="640895" y="95284"/>
                  <a:pt x="639495" y="95794"/>
                  <a:pt x="638133" y="95794"/>
                </a:cubicBezTo>
                <a:lnTo>
                  <a:pt x="568103" y="95794"/>
                </a:lnTo>
                <a:cubicBezTo>
                  <a:pt x="568103" y="102167"/>
                  <a:pt x="568727" y="107933"/>
                  <a:pt x="569976" y="113093"/>
                </a:cubicBezTo>
                <a:cubicBezTo>
                  <a:pt x="571224" y="118252"/>
                  <a:pt x="573286" y="122671"/>
                  <a:pt x="576162" y="126351"/>
                </a:cubicBezTo>
                <a:cubicBezTo>
                  <a:pt x="579037" y="130030"/>
                  <a:pt x="582783" y="132857"/>
                  <a:pt x="587398" y="134831"/>
                </a:cubicBezTo>
                <a:cubicBezTo>
                  <a:pt x="592014" y="136803"/>
                  <a:pt x="597689" y="137790"/>
                  <a:pt x="604423" y="137790"/>
                </a:cubicBezTo>
                <a:cubicBezTo>
                  <a:pt x="609190" y="137790"/>
                  <a:pt x="613466" y="137367"/>
                  <a:pt x="617249" y="136523"/>
                </a:cubicBezTo>
                <a:cubicBezTo>
                  <a:pt x="621032" y="135679"/>
                  <a:pt x="624305" y="134739"/>
                  <a:pt x="627067" y="133704"/>
                </a:cubicBezTo>
                <a:cubicBezTo>
                  <a:pt x="629829" y="132668"/>
                  <a:pt x="632099" y="131728"/>
                  <a:pt x="633877" y="130884"/>
                </a:cubicBezTo>
                <a:cubicBezTo>
                  <a:pt x="635655" y="130040"/>
                  <a:pt x="636922" y="129617"/>
                  <a:pt x="637679" y="129617"/>
                </a:cubicBezTo>
                <a:cubicBezTo>
                  <a:pt x="638133" y="129617"/>
                  <a:pt x="638549" y="129732"/>
                  <a:pt x="638927" y="129962"/>
                </a:cubicBezTo>
                <a:cubicBezTo>
                  <a:pt x="639306" y="130191"/>
                  <a:pt x="639608" y="130554"/>
                  <a:pt x="639835" y="131050"/>
                </a:cubicBezTo>
                <a:cubicBezTo>
                  <a:pt x="640062" y="131547"/>
                  <a:pt x="640233" y="132177"/>
                  <a:pt x="640346" y="132941"/>
                </a:cubicBezTo>
                <a:cubicBezTo>
                  <a:pt x="640460" y="133705"/>
                  <a:pt x="640516" y="134659"/>
                  <a:pt x="640516" y="135803"/>
                </a:cubicBezTo>
                <a:cubicBezTo>
                  <a:pt x="640516" y="136340"/>
                  <a:pt x="640479" y="136857"/>
                  <a:pt x="640403" y="137353"/>
                </a:cubicBezTo>
                <a:cubicBezTo>
                  <a:pt x="640327" y="137850"/>
                  <a:pt x="640233" y="138309"/>
                  <a:pt x="640119" y="138729"/>
                </a:cubicBezTo>
                <a:cubicBezTo>
                  <a:pt x="640006" y="139148"/>
                  <a:pt x="639835" y="139549"/>
                  <a:pt x="639608" y="139932"/>
                </a:cubicBezTo>
                <a:cubicBezTo>
                  <a:pt x="639381" y="140313"/>
                  <a:pt x="639079" y="140694"/>
                  <a:pt x="638700" y="141077"/>
                </a:cubicBezTo>
                <a:cubicBezTo>
                  <a:pt x="638322" y="141458"/>
                  <a:pt x="637149" y="142121"/>
                  <a:pt x="635182" y="143067"/>
                </a:cubicBezTo>
                <a:cubicBezTo>
                  <a:pt x="633215" y="144013"/>
                  <a:pt x="630642" y="144959"/>
                  <a:pt x="627464" y="145905"/>
                </a:cubicBezTo>
                <a:cubicBezTo>
                  <a:pt x="624286" y="146851"/>
                  <a:pt x="620597" y="147702"/>
                  <a:pt x="616398" y="148459"/>
                </a:cubicBezTo>
                <a:cubicBezTo>
                  <a:pt x="612198" y="149215"/>
                  <a:pt x="607677" y="149594"/>
                  <a:pt x="602834" y="149594"/>
                </a:cubicBezTo>
                <a:cubicBezTo>
                  <a:pt x="594889" y="149594"/>
                  <a:pt x="587852" y="148401"/>
                  <a:pt x="581723" y="146015"/>
                </a:cubicBezTo>
                <a:cubicBezTo>
                  <a:pt x="575594" y="143629"/>
                  <a:pt x="570449" y="140107"/>
                  <a:pt x="566287" y="135449"/>
                </a:cubicBezTo>
                <a:cubicBezTo>
                  <a:pt x="562126" y="130790"/>
                  <a:pt x="558966" y="125015"/>
                  <a:pt x="556810" y="118122"/>
                </a:cubicBezTo>
                <a:cubicBezTo>
                  <a:pt x="554653" y="111229"/>
                  <a:pt x="553575" y="103238"/>
                  <a:pt x="553575" y="94149"/>
                </a:cubicBezTo>
                <a:cubicBezTo>
                  <a:pt x="553575" y="85437"/>
                  <a:pt x="554691" y="77635"/>
                  <a:pt x="556923" y="70743"/>
                </a:cubicBezTo>
                <a:cubicBezTo>
                  <a:pt x="559156" y="63850"/>
                  <a:pt x="562353" y="57999"/>
                  <a:pt x="566514" y="53189"/>
                </a:cubicBezTo>
                <a:cubicBezTo>
                  <a:pt x="570676" y="48380"/>
                  <a:pt x="575689" y="44706"/>
                  <a:pt x="581553" y="42169"/>
                </a:cubicBezTo>
                <a:cubicBezTo>
                  <a:pt x="587417" y="39632"/>
                  <a:pt x="593943" y="38363"/>
                  <a:pt x="601132" y="38363"/>
                </a:cubicBezTo>
                <a:cubicBezTo>
                  <a:pt x="608850" y="38363"/>
                  <a:pt x="615433" y="39649"/>
                  <a:pt x="620881" y="42222"/>
                </a:cubicBezTo>
                <a:cubicBezTo>
                  <a:pt x="626329" y="44795"/>
                  <a:pt x="630812" y="48257"/>
                  <a:pt x="634331" y="52607"/>
                </a:cubicBezTo>
                <a:cubicBezTo>
                  <a:pt x="637849" y="56958"/>
                  <a:pt x="640422" y="62009"/>
                  <a:pt x="642049" y="67760"/>
                </a:cubicBezTo>
                <a:cubicBezTo>
                  <a:pt x="643676" y="73510"/>
                  <a:pt x="644489" y="79564"/>
                  <a:pt x="644489" y="85920"/>
                </a:cubicBezTo>
                <a:lnTo>
                  <a:pt x="644489" y="88644"/>
                </a:lnTo>
                <a:moveTo>
                  <a:pt x="630528" y="84671"/>
                </a:moveTo>
                <a:cubicBezTo>
                  <a:pt x="630755" y="73775"/>
                  <a:pt x="628258" y="65263"/>
                  <a:pt x="623037" y="59134"/>
                </a:cubicBezTo>
                <a:cubicBezTo>
                  <a:pt x="617816" y="53005"/>
                  <a:pt x="610212" y="49940"/>
                  <a:pt x="600224" y="49940"/>
                </a:cubicBezTo>
                <a:cubicBezTo>
                  <a:pt x="595078" y="49940"/>
                  <a:pt x="590557" y="50905"/>
                  <a:pt x="586661" y="52834"/>
                </a:cubicBezTo>
                <a:cubicBezTo>
                  <a:pt x="582764" y="54764"/>
                  <a:pt x="579472" y="57318"/>
                  <a:pt x="576786" y="60496"/>
                </a:cubicBezTo>
                <a:cubicBezTo>
                  <a:pt x="574100" y="63674"/>
                  <a:pt x="572038" y="67363"/>
                  <a:pt x="570600" y="71562"/>
                </a:cubicBezTo>
                <a:cubicBezTo>
                  <a:pt x="569163" y="75762"/>
                  <a:pt x="568330" y="80131"/>
                  <a:pt x="568103" y="84671"/>
                </a:cubicBezTo>
                <a:lnTo>
                  <a:pt x="630528" y="84671"/>
                </a:lnTo>
                <a:close/>
                <a:moveTo>
                  <a:pt x="742871" y="130185"/>
                </a:moveTo>
                <a:cubicBezTo>
                  <a:pt x="742871" y="131093"/>
                  <a:pt x="742833" y="131906"/>
                  <a:pt x="742758" y="132625"/>
                </a:cubicBezTo>
                <a:cubicBezTo>
                  <a:pt x="742682" y="133344"/>
                  <a:pt x="742569" y="133968"/>
                  <a:pt x="742417" y="134498"/>
                </a:cubicBezTo>
                <a:cubicBezTo>
                  <a:pt x="742266" y="135028"/>
                  <a:pt x="742058" y="135501"/>
                  <a:pt x="741793" y="135917"/>
                </a:cubicBezTo>
                <a:cubicBezTo>
                  <a:pt x="741528" y="136333"/>
                  <a:pt x="740904" y="137033"/>
                  <a:pt x="739920" y="138017"/>
                </a:cubicBezTo>
                <a:cubicBezTo>
                  <a:pt x="738936" y="139000"/>
                  <a:pt x="737291" y="140249"/>
                  <a:pt x="734983" y="141762"/>
                </a:cubicBezTo>
                <a:cubicBezTo>
                  <a:pt x="732675" y="143275"/>
                  <a:pt x="730083" y="144600"/>
                  <a:pt x="727208" y="145735"/>
                </a:cubicBezTo>
                <a:cubicBezTo>
                  <a:pt x="724333" y="146870"/>
                  <a:pt x="721230" y="147796"/>
                  <a:pt x="717901" y="148515"/>
                </a:cubicBezTo>
                <a:cubicBezTo>
                  <a:pt x="714572" y="149234"/>
                  <a:pt x="711129" y="149594"/>
                  <a:pt x="707573" y="149594"/>
                </a:cubicBezTo>
                <a:cubicBezTo>
                  <a:pt x="700460" y="149594"/>
                  <a:pt x="694161" y="148401"/>
                  <a:pt x="688675" y="146015"/>
                </a:cubicBezTo>
                <a:cubicBezTo>
                  <a:pt x="683189" y="143629"/>
                  <a:pt x="678592" y="140107"/>
                  <a:pt x="674884" y="135449"/>
                </a:cubicBezTo>
                <a:cubicBezTo>
                  <a:pt x="671177" y="130790"/>
                  <a:pt x="668358" y="125072"/>
                  <a:pt x="666429" y="118292"/>
                </a:cubicBezTo>
                <a:cubicBezTo>
                  <a:pt x="664499" y="111513"/>
                  <a:pt x="663534" y="103692"/>
                  <a:pt x="663534" y="94830"/>
                </a:cubicBezTo>
                <a:cubicBezTo>
                  <a:pt x="663534" y="84832"/>
                  <a:pt x="664726" y="76273"/>
                  <a:pt x="667110" y="69154"/>
                </a:cubicBezTo>
                <a:cubicBezTo>
                  <a:pt x="669493" y="62034"/>
                  <a:pt x="672766" y="56202"/>
                  <a:pt x="676927" y="51657"/>
                </a:cubicBezTo>
                <a:cubicBezTo>
                  <a:pt x="681089" y="47112"/>
                  <a:pt x="685951" y="43760"/>
                  <a:pt x="691512" y="41601"/>
                </a:cubicBezTo>
                <a:cubicBezTo>
                  <a:pt x="697074" y="39443"/>
                  <a:pt x="703033" y="38363"/>
                  <a:pt x="709389" y="38363"/>
                </a:cubicBezTo>
                <a:cubicBezTo>
                  <a:pt x="712794" y="38363"/>
                  <a:pt x="716047" y="38688"/>
                  <a:pt x="719150" y="39339"/>
                </a:cubicBezTo>
                <a:cubicBezTo>
                  <a:pt x="722252" y="39986"/>
                  <a:pt x="725108" y="40845"/>
                  <a:pt x="727719" y="41914"/>
                </a:cubicBezTo>
                <a:cubicBezTo>
                  <a:pt x="730329" y="42980"/>
                  <a:pt x="732656" y="44200"/>
                  <a:pt x="734699" y="45574"/>
                </a:cubicBezTo>
                <a:cubicBezTo>
                  <a:pt x="736742" y="46948"/>
                  <a:pt x="738237" y="48112"/>
                  <a:pt x="739182" y="49068"/>
                </a:cubicBezTo>
                <a:cubicBezTo>
                  <a:pt x="740128" y="50021"/>
                  <a:pt x="740771" y="50745"/>
                  <a:pt x="741112" y="51242"/>
                </a:cubicBezTo>
                <a:cubicBezTo>
                  <a:pt x="741452" y="51736"/>
                  <a:pt x="741717" y="52286"/>
                  <a:pt x="741906" y="52891"/>
                </a:cubicBezTo>
                <a:cubicBezTo>
                  <a:pt x="742096" y="53497"/>
                  <a:pt x="742228" y="54159"/>
                  <a:pt x="742304" y="54877"/>
                </a:cubicBezTo>
                <a:cubicBezTo>
                  <a:pt x="742379" y="55596"/>
                  <a:pt x="742417" y="56448"/>
                  <a:pt x="742417" y="57431"/>
                </a:cubicBezTo>
                <a:cubicBezTo>
                  <a:pt x="742417" y="59626"/>
                  <a:pt x="742096" y="61158"/>
                  <a:pt x="741452" y="62028"/>
                </a:cubicBezTo>
                <a:cubicBezTo>
                  <a:pt x="740809" y="62898"/>
                  <a:pt x="740109" y="63333"/>
                  <a:pt x="739353" y="63333"/>
                </a:cubicBezTo>
                <a:cubicBezTo>
                  <a:pt x="738293" y="63333"/>
                  <a:pt x="736988" y="62646"/>
                  <a:pt x="735437" y="61272"/>
                </a:cubicBezTo>
                <a:cubicBezTo>
                  <a:pt x="733886" y="59899"/>
                  <a:pt x="731899" y="58391"/>
                  <a:pt x="729478" y="56750"/>
                </a:cubicBezTo>
                <a:cubicBezTo>
                  <a:pt x="727057" y="55109"/>
                  <a:pt x="724125" y="53602"/>
                  <a:pt x="720682" y="52228"/>
                </a:cubicBezTo>
                <a:cubicBezTo>
                  <a:pt x="717239" y="50854"/>
                  <a:pt x="713134" y="50167"/>
                  <a:pt x="708367" y="50167"/>
                </a:cubicBezTo>
                <a:cubicBezTo>
                  <a:pt x="698530" y="50167"/>
                  <a:pt x="690945" y="53955"/>
                  <a:pt x="685610" y="61531"/>
                </a:cubicBezTo>
                <a:cubicBezTo>
                  <a:pt x="680276" y="69108"/>
                  <a:pt x="677608" y="80056"/>
                  <a:pt x="677608" y="94376"/>
                </a:cubicBezTo>
                <a:cubicBezTo>
                  <a:pt x="677608" y="101573"/>
                  <a:pt x="678327" y="107881"/>
                  <a:pt x="679765" y="113298"/>
                </a:cubicBezTo>
                <a:cubicBezTo>
                  <a:pt x="681203" y="118716"/>
                  <a:pt x="683265" y="123224"/>
                  <a:pt x="685951" y="126823"/>
                </a:cubicBezTo>
                <a:cubicBezTo>
                  <a:pt x="688637" y="130421"/>
                  <a:pt x="691909" y="133111"/>
                  <a:pt x="695768" y="134892"/>
                </a:cubicBezTo>
                <a:cubicBezTo>
                  <a:pt x="699628" y="136672"/>
                  <a:pt x="703978" y="137563"/>
                  <a:pt x="708821" y="137563"/>
                </a:cubicBezTo>
                <a:cubicBezTo>
                  <a:pt x="713361" y="137563"/>
                  <a:pt x="717371" y="136844"/>
                  <a:pt x="720852" y="135406"/>
                </a:cubicBezTo>
                <a:cubicBezTo>
                  <a:pt x="724333" y="133968"/>
                  <a:pt x="727359" y="132379"/>
                  <a:pt x="729932" y="130639"/>
                </a:cubicBezTo>
                <a:cubicBezTo>
                  <a:pt x="732505" y="128899"/>
                  <a:pt x="734642" y="127310"/>
                  <a:pt x="736345" y="125872"/>
                </a:cubicBezTo>
                <a:cubicBezTo>
                  <a:pt x="738047" y="124434"/>
                  <a:pt x="739315" y="123715"/>
                  <a:pt x="740147" y="123715"/>
                </a:cubicBezTo>
                <a:cubicBezTo>
                  <a:pt x="740601" y="123715"/>
                  <a:pt x="740998" y="123848"/>
                  <a:pt x="741339" y="124113"/>
                </a:cubicBezTo>
                <a:cubicBezTo>
                  <a:pt x="741679" y="124378"/>
                  <a:pt x="741963" y="124794"/>
                  <a:pt x="742190" y="125361"/>
                </a:cubicBezTo>
                <a:cubicBezTo>
                  <a:pt x="742417" y="125929"/>
                  <a:pt x="742587" y="126610"/>
                  <a:pt x="742701" y="127404"/>
                </a:cubicBezTo>
                <a:cubicBezTo>
                  <a:pt x="742814" y="128199"/>
                  <a:pt x="742871" y="129126"/>
                  <a:pt x="742871" y="130185"/>
                </a:cubicBezTo>
                <a:close/>
                <a:moveTo>
                  <a:pt x="819415" y="139265"/>
                </a:moveTo>
                <a:cubicBezTo>
                  <a:pt x="819415" y="140854"/>
                  <a:pt x="819283" y="142140"/>
                  <a:pt x="819018" y="143124"/>
                </a:cubicBezTo>
                <a:cubicBezTo>
                  <a:pt x="818753" y="144108"/>
                  <a:pt x="818337" y="144883"/>
                  <a:pt x="817769" y="145451"/>
                </a:cubicBezTo>
                <a:cubicBezTo>
                  <a:pt x="817202" y="146018"/>
                  <a:pt x="816370" y="146548"/>
                  <a:pt x="815272" y="147040"/>
                </a:cubicBezTo>
                <a:cubicBezTo>
                  <a:pt x="814175" y="147532"/>
                  <a:pt x="812908" y="147948"/>
                  <a:pt x="811470" y="148288"/>
                </a:cubicBezTo>
                <a:cubicBezTo>
                  <a:pt x="810032" y="148629"/>
                  <a:pt x="808519" y="148894"/>
                  <a:pt x="806930" y="149083"/>
                </a:cubicBezTo>
                <a:cubicBezTo>
                  <a:pt x="805341" y="149272"/>
                  <a:pt x="803790" y="149367"/>
                  <a:pt x="802277" y="149367"/>
                </a:cubicBezTo>
                <a:cubicBezTo>
                  <a:pt x="797207" y="149367"/>
                  <a:pt x="792894" y="148686"/>
                  <a:pt x="789338" y="147324"/>
                </a:cubicBezTo>
                <a:cubicBezTo>
                  <a:pt x="785781" y="145962"/>
                  <a:pt x="782868" y="143900"/>
                  <a:pt x="780598" y="141138"/>
                </a:cubicBezTo>
                <a:cubicBezTo>
                  <a:pt x="778328" y="138376"/>
                  <a:pt x="776682" y="134876"/>
                  <a:pt x="775661" y="130639"/>
                </a:cubicBezTo>
                <a:cubicBezTo>
                  <a:pt x="774639" y="126402"/>
                  <a:pt x="774128" y="121408"/>
                  <a:pt x="774128" y="115657"/>
                </a:cubicBezTo>
                <a:lnTo>
                  <a:pt x="774128" y="51756"/>
                </a:lnTo>
                <a:lnTo>
                  <a:pt x="758806" y="51756"/>
                </a:lnTo>
                <a:cubicBezTo>
                  <a:pt x="757747" y="51756"/>
                  <a:pt x="756914" y="51279"/>
                  <a:pt x="756309" y="50323"/>
                </a:cubicBezTo>
                <a:cubicBezTo>
                  <a:pt x="755704" y="49368"/>
                  <a:pt x="755401" y="47935"/>
                  <a:pt x="755401" y="46024"/>
                </a:cubicBezTo>
                <a:cubicBezTo>
                  <a:pt x="755401" y="45031"/>
                  <a:pt x="755477" y="44172"/>
                  <a:pt x="755628" y="43446"/>
                </a:cubicBezTo>
                <a:cubicBezTo>
                  <a:pt x="755779" y="42720"/>
                  <a:pt x="756006" y="42109"/>
                  <a:pt x="756309" y="41612"/>
                </a:cubicBezTo>
                <a:cubicBezTo>
                  <a:pt x="756612" y="41116"/>
                  <a:pt x="756971" y="40753"/>
                  <a:pt x="757387" y="40523"/>
                </a:cubicBezTo>
                <a:cubicBezTo>
                  <a:pt x="757803" y="40294"/>
                  <a:pt x="758276" y="40179"/>
                  <a:pt x="758806" y="40179"/>
                </a:cubicBezTo>
                <a:lnTo>
                  <a:pt x="774128" y="40179"/>
                </a:lnTo>
                <a:lnTo>
                  <a:pt x="774128" y="14982"/>
                </a:lnTo>
                <a:cubicBezTo>
                  <a:pt x="774128" y="14528"/>
                  <a:pt x="774223" y="14112"/>
                  <a:pt x="774412" y="13734"/>
                </a:cubicBezTo>
                <a:cubicBezTo>
                  <a:pt x="774601" y="13355"/>
                  <a:pt x="774961" y="13034"/>
                  <a:pt x="775490" y="12769"/>
                </a:cubicBezTo>
                <a:cubicBezTo>
                  <a:pt x="776020" y="12504"/>
                  <a:pt x="776720" y="12315"/>
                  <a:pt x="777590" y="12201"/>
                </a:cubicBezTo>
                <a:cubicBezTo>
                  <a:pt x="778460" y="12088"/>
                  <a:pt x="779539" y="12031"/>
                  <a:pt x="780825" y="12031"/>
                </a:cubicBezTo>
                <a:cubicBezTo>
                  <a:pt x="782187" y="12031"/>
                  <a:pt x="783303" y="12088"/>
                  <a:pt x="784173" y="12201"/>
                </a:cubicBezTo>
                <a:cubicBezTo>
                  <a:pt x="785043" y="12315"/>
                  <a:pt x="785724" y="12504"/>
                  <a:pt x="786216" y="12769"/>
                </a:cubicBezTo>
                <a:cubicBezTo>
                  <a:pt x="786708" y="13034"/>
                  <a:pt x="787068" y="13355"/>
                  <a:pt x="787295" y="13734"/>
                </a:cubicBezTo>
                <a:cubicBezTo>
                  <a:pt x="787522" y="14112"/>
                  <a:pt x="787635" y="14528"/>
                  <a:pt x="787635" y="14982"/>
                </a:cubicBezTo>
                <a:lnTo>
                  <a:pt x="787635" y="40179"/>
                </a:lnTo>
                <a:lnTo>
                  <a:pt x="816010" y="40179"/>
                </a:lnTo>
                <a:cubicBezTo>
                  <a:pt x="816540" y="40179"/>
                  <a:pt x="817013" y="40294"/>
                  <a:pt x="817429" y="40523"/>
                </a:cubicBezTo>
                <a:cubicBezTo>
                  <a:pt x="817845" y="40753"/>
                  <a:pt x="818204" y="41116"/>
                  <a:pt x="818507" y="41612"/>
                </a:cubicBezTo>
                <a:cubicBezTo>
                  <a:pt x="818810" y="42109"/>
                  <a:pt x="819037" y="42720"/>
                  <a:pt x="819188" y="43446"/>
                </a:cubicBezTo>
                <a:cubicBezTo>
                  <a:pt x="819339" y="44172"/>
                  <a:pt x="819415" y="45031"/>
                  <a:pt x="819415" y="46024"/>
                </a:cubicBezTo>
                <a:cubicBezTo>
                  <a:pt x="819415" y="47935"/>
                  <a:pt x="819094" y="49368"/>
                  <a:pt x="818450" y="50323"/>
                </a:cubicBezTo>
                <a:cubicBezTo>
                  <a:pt x="817807" y="51279"/>
                  <a:pt x="816994" y="51756"/>
                  <a:pt x="816010" y="51756"/>
                </a:cubicBezTo>
                <a:lnTo>
                  <a:pt x="787635" y="51756"/>
                </a:lnTo>
                <a:lnTo>
                  <a:pt x="787635" y="113841"/>
                </a:lnTo>
                <a:cubicBezTo>
                  <a:pt x="787635" y="121635"/>
                  <a:pt x="788751" y="127574"/>
                  <a:pt x="790983" y="131660"/>
                </a:cubicBezTo>
                <a:cubicBezTo>
                  <a:pt x="793215" y="135747"/>
                  <a:pt x="797283" y="137790"/>
                  <a:pt x="803185" y="137790"/>
                </a:cubicBezTo>
                <a:cubicBezTo>
                  <a:pt x="805001" y="137790"/>
                  <a:pt x="806646" y="137600"/>
                  <a:pt x="808122" y="137222"/>
                </a:cubicBezTo>
                <a:cubicBezTo>
                  <a:pt x="809597" y="136844"/>
                  <a:pt x="810903" y="136428"/>
                  <a:pt x="812038" y="135974"/>
                </a:cubicBezTo>
                <a:cubicBezTo>
                  <a:pt x="813173" y="135520"/>
                  <a:pt x="814137" y="135103"/>
                  <a:pt x="814932" y="134725"/>
                </a:cubicBezTo>
                <a:cubicBezTo>
                  <a:pt x="815726" y="134347"/>
                  <a:pt x="816426" y="134158"/>
                  <a:pt x="817032" y="134158"/>
                </a:cubicBezTo>
                <a:cubicBezTo>
                  <a:pt x="817410" y="134158"/>
                  <a:pt x="817750" y="134233"/>
                  <a:pt x="818053" y="134385"/>
                </a:cubicBezTo>
                <a:cubicBezTo>
                  <a:pt x="818356" y="134536"/>
                  <a:pt x="818602" y="134820"/>
                  <a:pt x="818791" y="135236"/>
                </a:cubicBezTo>
                <a:cubicBezTo>
                  <a:pt x="818980" y="135652"/>
                  <a:pt x="819131" y="136182"/>
                  <a:pt x="819245" y="136825"/>
                </a:cubicBezTo>
                <a:cubicBezTo>
                  <a:pt x="819358" y="137468"/>
                  <a:pt x="819415" y="138281"/>
                  <a:pt x="819415" y="139265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detection">
            <a:extLst xmlns:a="http://schemas.openxmlformats.org/drawingml/2006/main">
              <a:ext uri="{FF2B5EF4-FFF2-40B4-BE49-F238E27FC236}">
                <a16:creationId xmlns:a16="http://schemas.microsoft.com/office/drawing/2014/main" id="{05E6486D-6D7E-436B-AB76-FFA2331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706" y="1923954"/>
            <a:ext cx="876261" cy="159809"/>
          </a:xfrm>
          <a:custGeom xmlns:a="http://schemas.openxmlformats.org/drawingml/2006/main">
            <a:pathLst>
              <a:path w="876261" h="159809">
                <a:moveTo>
                  <a:pt x="89665" y="155492"/>
                </a:moveTo>
                <a:cubicBezTo>
                  <a:pt x="89665" y="156024"/>
                  <a:pt x="89571" y="156479"/>
                  <a:pt x="89382" y="156858"/>
                </a:cubicBezTo>
                <a:cubicBezTo>
                  <a:pt x="89192" y="157236"/>
                  <a:pt x="88852" y="157539"/>
                  <a:pt x="88360" y="157766"/>
                </a:cubicBezTo>
                <a:cubicBezTo>
                  <a:pt x="87868" y="157993"/>
                  <a:pt x="87244" y="158163"/>
                  <a:pt x="86487" y="158276"/>
                </a:cubicBezTo>
                <a:cubicBezTo>
                  <a:pt x="85731" y="158390"/>
                  <a:pt x="84785" y="158447"/>
                  <a:pt x="83650" y="158447"/>
                </a:cubicBezTo>
                <a:cubicBezTo>
                  <a:pt x="82439" y="158447"/>
                  <a:pt x="81437" y="158390"/>
                  <a:pt x="80642" y="158276"/>
                </a:cubicBezTo>
                <a:cubicBezTo>
                  <a:pt x="79848" y="158165"/>
                  <a:pt x="79204" y="157996"/>
                  <a:pt x="78713" y="157769"/>
                </a:cubicBezTo>
                <a:cubicBezTo>
                  <a:pt x="78221" y="157545"/>
                  <a:pt x="77842" y="157244"/>
                  <a:pt x="77578" y="156868"/>
                </a:cubicBezTo>
                <a:cubicBezTo>
                  <a:pt x="77313" y="156490"/>
                  <a:pt x="77180" y="156038"/>
                  <a:pt x="77180" y="155513"/>
                </a:cubicBezTo>
                <a:lnTo>
                  <a:pt x="77180" y="140836"/>
                </a:lnTo>
                <a:cubicBezTo>
                  <a:pt x="71732" y="146743"/>
                  <a:pt x="66095" y="151382"/>
                  <a:pt x="60269" y="154754"/>
                </a:cubicBezTo>
                <a:cubicBezTo>
                  <a:pt x="54442" y="158124"/>
                  <a:pt x="48086" y="159809"/>
                  <a:pt x="41201" y="159809"/>
                </a:cubicBezTo>
                <a:cubicBezTo>
                  <a:pt x="33785" y="159809"/>
                  <a:pt x="27467" y="158370"/>
                  <a:pt x="22246" y="155492"/>
                </a:cubicBezTo>
                <a:cubicBezTo>
                  <a:pt x="17025" y="152614"/>
                  <a:pt x="12769" y="148714"/>
                  <a:pt x="9477" y="143791"/>
                </a:cubicBezTo>
                <a:cubicBezTo>
                  <a:pt x="6186" y="138865"/>
                  <a:pt x="3783" y="133090"/>
                  <a:pt x="2270" y="126464"/>
                </a:cubicBezTo>
                <a:cubicBezTo>
                  <a:pt x="757" y="119836"/>
                  <a:pt x="0" y="112810"/>
                  <a:pt x="0" y="105385"/>
                </a:cubicBezTo>
                <a:cubicBezTo>
                  <a:pt x="0" y="96676"/>
                  <a:pt x="946" y="88819"/>
                  <a:pt x="2838" y="81813"/>
                </a:cubicBezTo>
                <a:cubicBezTo>
                  <a:pt x="4729" y="74806"/>
                  <a:pt x="7529" y="68842"/>
                  <a:pt x="11237" y="63918"/>
                </a:cubicBezTo>
                <a:cubicBezTo>
                  <a:pt x="14944" y="58993"/>
                  <a:pt x="19522" y="55205"/>
                  <a:pt x="24970" y="52554"/>
                </a:cubicBezTo>
                <a:cubicBezTo>
                  <a:pt x="30418" y="49904"/>
                  <a:pt x="36736" y="48578"/>
                  <a:pt x="43925" y="48578"/>
                </a:cubicBezTo>
                <a:cubicBezTo>
                  <a:pt x="50129" y="48578"/>
                  <a:pt x="55804" y="49961"/>
                  <a:pt x="60950" y="52728"/>
                </a:cubicBezTo>
                <a:cubicBezTo>
                  <a:pt x="66095" y="55492"/>
                  <a:pt x="71165" y="59563"/>
                  <a:pt x="76159" y="64940"/>
                </a:cubicBezTo>
                <a:lnTo>
                  <a:pt x="76159" y="2958"/>
                </a:lnTo>
                <a:cubicBezTo>
                  <a:pt x="76159" y="2502"/>
                  <a:pt x="76253" y="2084"/>
                  <a:pt x="76443" y="1706"/>
                </a:cubicBezTo>
                <a:cubicBezTo>
                  <a:pt x="76632" y="1328"/>
                  <a:pt x="76991" y="1025"/>
                  <a:pt x="77521" y="798"/>
                </a:cubicBezTo>
                <a:cubicBezTo>
                  <a:pt x="78050" y="569"/>
                  <a:pt x="78750" y="378"/>
                  <a:pt x="79621" y="227"/>
                </a:cubicBezTo>
                <a:cubicBezTo>
                  <a:pt x="80491" y="76"/>
                  <a:pt x="81569" y="0"/>
                  <a:pt x="82855" y="0"/>
                </a:cubicBezTo>
                <a:cubicBezTo>
                  <a:pt x="84217" y="0"/>
                  <a:pt x="85333" y="76"/>
                  <a:pt x="86204" y="227"/>
                </a:cubicBezTo>
                <a:cubicBezTo>
                  <a:pt x="87074" y="378"/>
                  <a:pt x="87755" y="568"/>
                  <a:pt x="88247" y="795"/>
                </a:cubicBezTo>
                <a:cubicBezTo>
                  <a:pt x="88738" y="1022"/>
                  <a:pt x="89098" y="1324"/>
                  <a:pt x="89325" y="1703"/>
                </a:cubicBezTo>
                <a:cubicBezTo>
                  <a:pt x="89552" y="2081"/>
                  <a:pt x="89665" y="2498"/>
                  <a:pt x="89665" y="2955"/>
                </a:cubicBezTo>
                <a:lnTo>
                  <a:pt x="89665" y="155492"/>
                </a:lnTo>
                <a:moveTo>
                  <a:pt x="76159" y="81412"/>
                </a:moveTo>
                <a:cubicBezTo>
                  <a:pt x="70484" y="74517"/>
                  <a:pt x="65017" y="69251"/>
                  <a:pt x="59758" y="65614"/>
                </a:cubicBezTo>
                <a:cubicBezTo>
                  <a:pt x="54499" y="61975"/>
                  <a:pt x="48994" y="60155"/>
                  <a:pt x="43244" y="60155"/>
                </a:cubicBezTo>
                <a:cubicBezTo>
                  <a:pt x="38023" y="60155"/>
                  <a:pt x="33558" y="61406"/>
                  <a:pt x="29851" y="63908"/>
                </a:cubicBezTo>
                <a:cubicBezTo>
                  <a:pt x="26143" y="66407"/>
                  <a:pt x="23116" y="69702"/>
                  <a:pt x="20771" y="73793"/>
                </a:cubicBezTo>
                <a:cubicBezTo>
                  <a:pt x="18425" y="77884"/>
                  <a:pt x="16722" y="82505"/>
                  <a:pt x="15663" y="87658"/>
                </a:cubicBezTo>
                <a:cubicBezTo>
                  <a:pt x="14604" y="92810"/>
                  <a:pt x="14074" y="98038"/>
                  <a:pt x="14074" y="103342"/>
                </a:cubicBezTo>
                <a:cubicBezTo>
                  <a:pt x="14074" y="109024"/>
                  <a:pt x="14528" y="114555"/>
                  <a:pt x="15436" y="119934"/>
                </a:cubicBezTo>
                <a:cubicBezTo>
                  <a:pt x="16344" y="125314"/>
                  <a:pt x="17895" y="130106"/>
                  <a:pt x="20090" y="134310"/>
                </a:cubicBezTo>
                <a:cubicBezTo>
                  <a:pt x="22284" y="138514"/>
                  <a:pt x="25197" y="141886"/>
                  <a:pt x="28829" y="144426"/>
                </a:cubicBezTo>
                <a:cubicBezTo>
                  <a:pt x="32461" y="146963"/>
                  <a:pt x="37001" y="148232"/>
                  <a:pt x="42449" y="148232"/>
                </a:cubicBezTo>
                <a:cubicBezTo>
                  <a:pt x="45173" y="148232"/>
                  <a:pt x="47822" y="147853"/>
                  <a:pt x="50394" y="147097"/>
                </a:cubicBezTo>
                <a:cubicBezTo>
                  <a:pt x="52967" y="146338"/>
                  <a:pt x="55615" y="145087"/>
                  <a:pt x="58339" y="143344"/>
                </a:cubicBezTo>
                <a:cubicBezTo>
                  <a:pt x="61063" y="141601"/>
                  <a:pt x="63882" y="139347"/>
                  <a:pt x="66795" y="136580"/>
                </a:cubicBezTo>
                <a:cubicBezTo>
                  <a:pt x="69708" y="133813"/>
                  <a:pt x="72829" y="130384"/>
                  <a:pt x="76159" y="126291"/>
                </a:cubicBezTo>
                <a:lnTo>
                  <a:pt x="76159" y="81412"/>
                </a:lnTo>
                <a:close/>
                <a:moveTo>
                  <a:pt x="212377" y="98859"/>
                </a:moveTo>
                <a:cubicBezTo>
                  <a:pt x="212377" y="101583"/>
                  <a:pt x="211658" y="103456"/>
                  <a:pt x="210220" y="104477"/>
                </a:cubicBezTo>
                <a:cubicBezTo>
                  <a:pt x="208782" y="105499"/>
                  <a:pt x="207383" y="106009"/>
                  <a:pt x="206021" y="106009"/>
                </a:cubicBezTo>
                <a:lnTo>
                  <a:pt x="135991" y="106009"/>
                </a:lnTo>
                <a:cubicBezTo>
                  <a:pt x="135991" y="112382"/>
                  <a:pt x="136615" y="118148"/>
                  <a:pt x="137864" y="123308"/>
                </a:cubicBezTo>
                <a:cubicBezTo>
                  <a:pt x="139112" y="128467"/>
                  <a:pt x="141174" y="132887"/>
                  <a:pt x="144049" y="136566"/>
                </a:cubicBezTo>
                <a:cubicBezTo>
                  <a:pt x="146925" y="140245"/>
                  <a:pt x="150670" y="143072"/>
                  <a:pt x="155286" y="145046"/>
                </a:cubicBezTo>
                <a:cubicBezTo>
                  <a:pt x="159902" y="147019"/>
                  <a:pt x="165577" y="148005"/>
                  <a:pt x="172311" y="148005"/>
                </a:cubicBezTo>
                <a:cubicBezTo>
                  <a:pt x="177078" y="148005"/>
                  <a:pt x="181353" y="147582"/>
                  <a:pt x="185136" y="146738"/>
                </a:cubicBezTo>
                <a:cubicBezTo>
                  <a:pt x="188920" y="145894"/>
                  <a:pt x="192192" y="144954"/>
                  <a:pt x="194954" y="143919"/>
                </a:cubicBezTo>
                <a:cubicBezTo>
                  <a:pt x="197716" y="142883"/>
                  <a:pt x="199986" y="141943"/>
                  <a:pt x="201764" y="141099"/>
                </a:cubicBezTo>
                <a:cubicBezTo>
                  <a:pt x="203542" y="140255"/>
                  <a:pt x="204810" y="139833"/>
                  <a:pt x="205567" y="139833"/>
                </a:cubicBezTo>
                <a:cubicBezTo>
                  <a:pt x="206021" y="139833"/>
                  <a:pt x="206437" y="139947"/>
                  <a:pt x="206815" y="140177"/>
                </a:cubicBezTo>
                <a:cubicBezTo>
                  <a:pt x="207193" y="140406"/>
                  <a:pt x="207496" y="140769"/>
                  <a:pt x="207723" y="141265"/>
                </a:cubicBezTo>
                <a:cubicBezTo>
                  <a:pt x="207950" y="141762"/>
                  <a:pt x="208120" y="142392"/>
                  <a:pt x="208234" y="143156"/>
                </a:cubicBezTo>
                <a:cubicBezTo>
                  <a:pt x="208347" y="143920"/>
                  <a:pt x="208404" y="144874"/>
                  <a:pt x="208404" y="146018"/>
                </a:cubicBezTo>
                <a:cubicBezTo>
                  <a:pt x="208404" y="146555"/>
                  <a:pt x="208366" y="147072"/>
                  <a:pt x="208291" y="147568"/>
                </a:cubicBezTo>
                <a:cubicBezTo>
                  <a:pt x="208215" y="148065"/>
                  <a:pt x="208120" y="148524"/>
                  <a:pt x="208007" y="148944"/>
                </a:cubicBezTo>
                <a:cubicBezTo>
                  <a:pt x="207893" y="149363"/>
                  <a:pt x="207723" y="149764"/>
                  <a:pt x="207496" y="150147"/>
                </a:cubicBezTo>
                <a:cubicBezTo>
                  <a:pt x="207269" y="150528"/>
                  <a:pt x="206966" y="150909"/>
                  <a:pt x="206588" y="151293"/>
                </a:cubicBezTo>
                <a:cubicBezTo>
                  <a:pt x="206210" y="151673"/>
                  <a:pt x="205037" y="152336"/>
                  <a:pt x="203070" y="153282"/>
                </a:cubicBezTo>
                <a:cubicBezTo>
                  <a:pt x="201102" y="154228"/>
                  <a:pt x="198530" y="155174"/>
                  <a:pt x="195352" y="156120"/>
                </a:cubicBezTo>
                <a:cubicBezTo>
                  <a:pt x="192173" y="157066"/>
                  <a:pt x="188485" y="157917"/>
                  <a:pt x="184285" y="158674"/>
                </a:cubicBezTo>
                <a:cubicBezTo>
                  <a:pt x="180086" y="159430"/>
                  <a:pt x="175565" y="159809"/>
                  <a:pt x="170722" y="159809"/>
                </a:cubicBezTo>
                <a:cubicBezTo>
                  <a:pt x="162777" y="159809"/>
                  <a:pt x="155740" y="158616"/>
                  <a:pt x="149611" y="156230"/>
                </a:cubicBezTo>
                <a:cubicBezTo>
                  <a:pt x="143482" y="153844"/>
                  <a:pt x="138336" y="150322"/>
                  <a:pt x="134175" y="145664"/>
                </a:cubicBezTo>
                <a:cubicBezTo>
                  <a:pt x="130013" y="141005"/>
                  <a:pt x="126854" y="135230"/>
                  <a:pt x="124697" y="128337"/>
                </a:cubicBezTo>
                <a:cubicBezTo>
                  <a:pt x="122541" y="121444"/>
                  <a:pt x="121463" y="113453"/>
                  <a:pt x="121463" y="104364"/>
                </a:cubicBezTo>
                <a:cubicBezTo>
                  <a:pt x="121463" y="95652"/>
                  <a:pt x="122579" y="87851"/>
                  <a:pt x="124811" y="80958"/>
                </a:cubicBezTo>
                <a:cubicBezTo>
                  <a:pt x="127043" y="74065"/>
                  <a:pt x="130240" y="68214"/>
                  <a:pt x="134402" y="63404"/>
                </a:cubicBezTo>
                <a:cubicBezTo>
                  <a:pt x="138563" y="58595"/>
                  <a:pt x="143576" y="54921"/>
                  <a:pt x="149441" y="52384"/>
                </a:cubicBezTo>
                <a:cubicBezTo>
                  <a:pt x="155305" y="49847"/>
                  <a:pt x="161831" y="48578"/>
                  <a:pt x="169019" y="48578"/>
                </a:cubicBezTo>
                <a:cubicBezTo>
                  <a:pt x="176737" y="48578"/>
                  <a:pt x="183320" y="49865"/>
                  <a:pt x="188768" y="52437"/>
                </a:cubicBezTo>
                <a:cubicBezTo>
                  <a:pt x="194216" y="55010"/>
                  <a:pt x="198700" y="58472"/>
                  <a:pt x="202218" y="62822"/>
                </a:cubicBezTo>
                <a:cubicBezTo>
                  <a:pt x="205737" y="67173"/>
                  <a:pt x="208309" y="72224"/>
                  <a:pt x="209936" y="77975"/>
                </a:cubicBezTo>
                <a:cubicBezTo>
                  <a:pt x="211563" y="83725"/>
                  <a:pt x="212377" y="89779"/>
                  <a:pt x="212377" y="96135"/>
                </a:cubicBezTo>
                <a:lnTo>
                  <a:pt x="212377" y="98859"/>
                </a:lnTo>
                <a:moveTo>
                  <a:pt x="198416" y="94886"/>
                </a:moveTo>
                <a:cubicBezTo>
                  <a:pt x="198643" y="83990"/>
                  <a:pt x="196146" y="75478"/>
                  <a:pt x="190925" y="69349"/>
                </a:cubicBezTo>
                <a:cubicBezTo>
                  <a:pt x="185704" y="63220"/>
                  <a:pt x="178099" y="60155"/>
                  <a:pt x="168111" y="60155"/>
                </a:cubicBezTo>
                <a:cubicBezTo>
                  <a:pt x="162966" y="60155"/>
                  <a:pt x="158445" y="61120"/>
                  <a:pt x="154548" y="63049"/>
                </a:cubicBezTo>
                <a:cubicBezTo>
                  <a:pt x="150651" y="64979"/>
                  <a:pt x="147360" y="67533"/>
                  <a:pt x="144674" y="70711"/>
                </a:cubicBezTo>
                <a:cubicBezTo>
                  <a:pt x="141987" y="73889"/>
                  <a:pt x="139925" y="77578"/>
                  <a:pt x="138488" y="81777"/>
                </a:cubicBezTo>
                <a:cubicBezTo>
                  <a:pt x="137050" y="85977"/>
                  <a:pt x="136218" y="90346"/>
                  <a:pt x="135991" y="94886"/>
                </a:cubicBezTo>
                <a:lnTo>
                  <a:pt x="198416" y="94886"/>
                </a:lnTo>
                <a:close/>
                <a:moveTo>
                  <a:pt x="299903" y="149480"/>
                </a:moveTo>
                <a:cubicBezTo>
                  <a:pt x="299903" y="151069"/>
                  <a:pt x="299771" y="152355"/>
                  <a:pt x="299506" y="153339"/>
                </a:cubicBezTo>
                <a:cubicBezTo>
                  <a:pt x="299241" y="154323"/>
                  <a:pt x="298825" y="155098"/>
                  <a:pt x="298257" y="155666"/>
                </a:cubicBezTo>
                <a:cubicBezTo>
                  <a:pt x="297690" y="156233"/>
                  <a:pt x="296858" y="156763"/>
                  <a:pt x="295760" y="157255"/>
                </a:cubicBezTo>
                <a:cubicBezTo>
                  <a:pt x="294663" y="157747"/>
                  <a:pt x="293396" y="158163"/>
                  <a:pt x="291958" y="158503"/>
                </a:cubicBezTo>
                <a:cubicBezTo>
                  <a:pt x="290521" y="158844"/>
                  <a:pt x="289007" y="159109"/>
                  <a:pt x="287418" y="159298"/>
                </a:cubicBezTo>
                <a:cubicBezTo>
                  <a:pt x="285829" y="159487"/>
                  <a:pt x="284278" y="159582"/>
                  <a:pt x="282765" y="159582"/>
                </a:cubicBezTo>
                <a:cubicBezTo>
                  <a:pt x="277695" y="159582"/>
                  <a:pt x="273382" y="158901"/>
                  <a:pt x="269826" y="157539"/>
                </a:cubicBezTo>
                <a:cubicBezTo>
                  <a:pt x="266269" y="156177"/>
                  <a:pt x="263356" y="154115"/>
                  <a:pt x="261086" y="151353"/>
                </a:cubicBezTo>
                <a:cubicBezTo>
                  <a:pt x="258816" y="148591"/>
                  <a:pt x="257170" y="145091"/>
                  <a:pt x="256149" y="140854"/>
                </a:cubicBezTo>
                <a:cubicBezTo>
                  <a:pt x="255127" y="136617"/>
                  <a:pt x="254617" y="131623"/>
                  <a:pt x="254617" y="125872"/>
                </a:cubicBezTo>
                <a:lnTo>
                  <a:pt x="254617" y="61971"/>
                </a:lnTo>
                <a:lnTo>
                  <a:pt x="239294" y="61971"/>
                </a:lnTo>
                <a:cubicBezTo>
                  <a:pt x="238235" y="61971"/>
                  <a:pt x="237402" y="61494"/>
                  <a:pt x="236797" y="60538"/>
                </a:cubicBezTo>
                <a:cubicBezTo>
                  <a:pt x="236192" y="59583"/>
                  <a:pt x="235889" y="58150"/>
                  <a:pt x="235889" y="56239"/>
                </a:cubicBezTo>
                <a:cubicBezTo>
                  <a:pt x="235889" y="55246"/>
                  <a:pt x="235965" y="54387"/>
                  <a:pt x="236116" y="53661"/>
                </a:cubicBezTo>
                <a:cubicBezTo>
                  <a:pt x="236267" y="52935"/>
                  <a:pt x="236494" y="52324"/>
                  <a:pt x="236797" y="51827"/>
                </a:cubicBezTo>
                <a:cubicBezTo>
                  <a:pt x="237100" y="51331"/>
                  <a:pt x="237459" y="50968"/>
                  <a:pt x="237875" y="50738"/>
                </a:cubicBezTo>
                <a:cubicBezTo>
                  <a:pt x="238291" y="50509"/>
                  <a:pt x="238764" y="50394"/>
                  <a:pt x="239294" y="50394"/>
                </a:cubicBezTo>
                <a:lnTo>
                  <a:pt x="254617" y="50394"/>
                </a:lnTo>
                <a:lnTo>
                  <a:pt x="254617" y="25197"/>
                </a:lnTo>
                <a:cubicBezTo>
                  <a:pt x="254617" y="24743"/>
                  <a:pt x="254711" y="24327"/>
                  <a:pt x="254900" y="23949"/>
                </a:cubicBezTo>
                <a:cubicBezTo>
                  <a:pt x="255089" y="23570"/>
                  <a:pt x="255449" y="23249"/>
                  <a:pt x="255979" y="22984"/>
                </a:cubicBezTo>
                <a:cubicBezTo>
                  <a:pt x="256508" y="22719"/>
                  <a:pt x="257208" y="22530"/>
                  <a:pt x="258078" y="22416"/>
                </a:cubicBezTo>
                <a:cubicBezTo>
                  <a:pt x="258948" y="22303"/>
                  <a:pt x="260027" y="22246"/>
                  <a:pt x="261313" y="22246"/>
                </a:cubicBezTo>
                <a:cubicBezTo>
                  <a:pt x="262675" y="22246"/>
                  <a:pt x="263791" y="22303"/>
                  <a:pt x="264661" y="22416"/>
                </a:cubicBezTo>
                <a:cubicBezTo>
                  <a:pt x="265532" y="22530"/>
                  <a:pt x="266213" y="22719"/>
                  <a:pt x="266704" y="22984"/>
                </a:cubicBezTo>
                <a:cubicBezTo>
                  <a:pt x="267196" y="23249"/>
                  <a:pt x="267556" y="23570"/>
                  <a:pt x="267783" y="23949"/>
                </a:cubicBezTo>
                <a:cubicBezTo>
                  <a:pt x="268010" y="24327"/>
                  <a:pt x="268123" y="24743"/>
                  <a:pt x="268123" y="25197"/>
                </a:cubicBezTo>
                <a:lnTo>
                  <a:pt x="268123" y="50394"/>
                </a:lnTo>
                <a:lnTo>
                  <a:pt x="296498" y="50394"/>
                </a:lnTo>
                <a:cubicBezTo>
                  <a:pt x="297028" y="50394"/>
                  <a:pt x="297501" y="50509"/>
                  <a:pt x="297917" y="50738"/>
                </a:cubicBezTo>
                <a:cubicBezTo>
                  <a:pt x="298333" y="50968"/>
                  <a:pt x="298693" y="51331"/>
                  <a:pt x="298995" y="51827"/>
                </a:cubicBezTo>
                <a:cubicBezTo>
                  <a:pt x="299298" y="52324"/>
                  <a:pt x="299525" y="52935"/>
                  <a:pt x="299676" y="53661"/>
                </a:cubicBezTo>
                <a:cubicBezTo>
                  <a:pt x="299828" y="54387"/>
                  <a:pt x="299903" y="55246"/>
                  <a:pt x="299903" y="56239"/>
                </a:cubicBezTo>
                <a:cubicBezTo>
                  <a:pt x="299903" y="58150"/>
                  <a:pt x="299582" y="59583"/>
                  <a:pt x="298938" y="60538"/>
                </a:cubicBezTo>
                <a:cubicBezTo>
                  <a:pt x="298295" y="61494"/>
                  <a:pt x="297482" y="61971"/>
                  <a:pt x="296498" y="61971"/>
                </a:cubicBezTo>
                <a:lnTo>
                  <a:pt x="268123" y="61971"/>
                </a:lnTo>
                <a:lnTo>
                  <a:pt x="268123" y="124056"/>
                </a:lnTo>
                <a:cubicBezTo>
                  <a:pt x="268123" y="131850"/>
                  <a:pt x="269239" y="137790"/>
                  <a:pt x="271471" y="141876"/>
                </a:cubicBezTo>
                <a:cubicBezTo>
                  <a:pt x="273704" y="145962"/>
                  <a:pt x="277771" y="148005"/>
                  <a:pt x="283673" y="148005"/>
                </a:cubicBezTo>
                <a:cubicBezTo>
                  <a:pt x="285489" y="148005"/>
                  <a:pt x="287134" y="147815"/>
                  <a:pt x="288610" y="147437"/>
                </a:cubicBezTo>
                <a:cubicBezTo>
                  <a:pt x="290085" y="147059"/>
                  <a:pt x="291391" y="146643"/>
                  <a:pt x="292526" y="146189"/>
                </a:cubicBezTo>
                <a:cubicBezTo>
                  <a:pt x="293661" y="145735"/>
                  <a:pt x="294625" y="145318"/>
                  <a:pt x="295420" y="144940"/>
                </a:cubicBezTo>
                <a:cubicBezTo>
                  <a:pt x="296214" y="144562"/>
                  <a:pt x="296914" y="144373"/>
                  <a:pt x="297520" y="144373"/>
                </a:cubicBezTo>
                <a:cubicBezTo>
                  <a:pt x="297898" y="144373"/>
                  <a:pt x="298239" y="144448"/>
                  <a:pt x="298541" y="144600"/>
                </a:cubicBezTo>
                <a:cubicBezTo>
                  <a:pt x="298844" y="144751"/>
                  <a:pt x="299090" y="145035"/>
                  <a:pt x="299279" y="145451"/>
                </a:cubicBezTo>
                <a:cubicBezTo>
                  <a:pt x="299468" y="145867"/>
                  <a:pt x="299619" y="146397"/>
                  <a:pt x="299733" y="147040"/>
                </a:cubicBezTo>
                <a:cubicBezTo>
                  <a:pt x="299846" y="147683"/>
                  <a:pt x="299903" y="148496"/>
                  <a:pt x="299903" y="149480"/>
                </a:cubicBezTo>
                <a:close/>
                <a:moveTo>
                  <a:pt x="400893" y="98859"/>
                </a:moveTo>
                <a:cubicBezTo>
                  <a:pt x="400893" y="101583"/>
                  <a:pt x="400174" y="103456"/>
                  <a:pt x="398736" y="104477"/>
                </a:cubicBezTo>
                <a:cubicBezTo>
                  <a:pt x="397299" y="105499"/>
                  <a:pt x="395899" y="106009"/>
                  <a:pt x="394537" y="106009"/>
                </a:cubicBezTo>
                <a:lnTo>
                  <a:pt x="324507" y="106009"/>
                </a:lnTo>
                <a:cubicBezTo>
                  <a:pt x="324507" y="112382"/>
                  <a:pt x="325131" y="118148"/>
                  <a:pt x="326380" y="123308"/>
                </a:cubicBezTo>
                <a:cubicBezTo>
                  <a:pt x="327628" y="128467"/>
                  <a:pt x="329690" y="132887"/>
                  <a:pt x="332565" y="136566"/>
                </a:cubicBezTo>
                <a:cubicBezTo>
                  <a:pt x="335441" y="140245"/>
                  <a:pt x="339186" y="143072"/>
                  <a:pt x="343802" y="145046"/>
                </a:cubicBezTo>
                <a:cubicBezTo>
                  <a:pt x="348418" y="147019"/>
                  <a:pt x="354093" y="148005"/>
                  <a:pt x="360827" y="148005"/>
                </a:cubicBezTo>
                <a:cubicBezTo>
                  <a:pt x="365594" y="148005"/>
                  <a:pt x="369869" y="147582"/>
                  <a:pt x="373653" y="146738"/>
                </a:cubicBezTo>
                <a:cubicBezTo>
                  <a:pt x="377436" y="145894"/>
                  <a:pt x="380709" y="144954"/>
                  <a:pt x="383470" y="143919"/>
                </a:cubicBezTo>
                <a:cubicBezTo>
                  <a:pt x="386232" y="142883"/>
                  <a:pt x="388502" y="141943"/>
                  <a:pt x="390280" y="141099"/>
                </a:cubicBezTo>
                <a:cubicBezTo>
                  <a:pt x="392059" y="140255"/>
                  <a:pt x="393326" y="139833"/>
                  <a:pt x="394083" y="139833"/>
                </a:cubicBezTo>
                <a:cubicBezTo>
                  <a:pt x="394537" y="139833"/>
                  <a:pt x="394953" y="139947"/>
                  <a:pt x="395331" y="140177"/>
                </a:cubicBezTo>
                <a:cubicBezTo>
                  <a:pt x="395710" y="140406"/>
                  <a:pt x="396012" y="140769"/>
                  <a:pt x="396239" y="141265"/>
                </a:cubicBezTo>
                <a:cubicBezTo>
                  <a:pt x="396466" y="141762"/>
                  <a:pt x="396636" y="142392"/>
                  <a:pt x="396750" y="143156"/>
                </a:cubicBezTo>
                <a:cubicBezTo>
                  <a:pt x="396863" y="143920"/>
                  <a:pt x="396920" y="144874"/>
                  <a:pt x="396920" y="146018"/>
                </a:cubicBezTo>
                <a:cubicBezTo>
                  <a:pt x="396920" y="146555"/>
                  <a:pt x="396882" y="147072"/>
                  <a:pt x="396807" y="147568"/>
                </a:cubicBezTo>
                <a:cubicBezTo>
                  <a:pt x="396731" y="148065"/>
                  <a:pt x="396636" y="148524"/>
                  <a:pt x="396523" y="148944"/>
                </a:cubicBezTo>
                <a:cubicBezTo>
                  <a:pt x="396409" y="149363"/>
                  <a:pt x="396239" y="149764"/>
                  <a:pt x="396012" y="150147"/>
                </a:cubicBezTo>
                <a:cubicBezTo>
                  <a:pt x="395785" y="150528"/>
                  <a:pt x="395483" y="150909"/>
                  <a:pt x="395104" y="151293"/>
                </a:cubicBezTo>
                <a:cubicBezTo>
                  <a:pt x="394726" y="151673"/>
                  <a:pt x="393553" y="152336"/>
                  <a:pt x="391586" y="153282"/>
                </a:cubicBezTo>
                <a:cubicBezTo>
                  <a:pt x="389618" y="154228"/>
                  <a:pt x="387046" y="155174"/>
                  <a:pt x="383868" y="156120"/>
                </a:cubicBezTo>
                <a:cubicBezTo>
                  <a:pt x="380690" y="157066"/>
                  <a:pt x="377001" y="157917"/>
                  <a:pt x="372801" y="158674"/>
                </a:cubicBezTo>
                <a:cubicBezTo>
                  <a:pt x="368602" y="159430"/>
                  <a:pt x="364081" y="159809"/>
                  <a:pt x="359238" y="159809"/>
                </a:cubicBezTo>
                <a:cubicBezTo>
                  <a:pt x="351293" y="159809"/>
                  <a:pt x="344256" y="158616"/>
                  <a:pt x="338127" y="156230"/>
                </a:cubicBezTo>
                <a:cubicBezTo>
                  <a:pt x="331998" y="153844"/>
                  <a:pt x="326853" y="150322"/>
                  <a:pt x="322691" y="145664"/>
                </a:cubicBezTo>
                <a:cubicBezTo>
                  <a:pt x="318529" y="141005"/>
                  <a:pt x="315370" y="135230"/>
                  <a:pt x="313214" y="128337"/>
                </a:cubicBezTo>
                <a:cubicBezTo>
                  <a:pt x="311057" y="121444"/>
                  <a:pt x="309979" y="113453"/>
                  <a:pt x="309979" y="104364"/>
                </a:cubicBezTo>
                <a:cubicBezTo>
                  <a:pt x="309979" y="95652"/>
                  <a:pt x="311095" y="87851"/>
                  <a:pt x="313327" y="80958"/>
                </a:cubicBezTo>
                <a:cubicBezTo>
                  <a:pt x="315559" y="74065"/>
                  <a:pt x="318756" y="68214"/>
                  <a:pt x="322918" y="63404"/>
                </a:cubicBezTo>
                <a:cubicBezTo>
                  <a:pt x="327080" y="58595"/>
                  <a:pt x="332093" y="54921"/>
                  <a:pt x="337957" y="52384"/>
                </a:cubicBezTo>
                <a:cubicBezTo>
                  <a:pt x="343821" y="49847"/>
                  <a:pt x="350347" y="48578"/>
                  <a:pt x="357536" y="48578"/>
                </a:cubicBezTo>
                <a:cubicBezTo>
                  <a:pt x="365254" y="48578"/>
                  <a:pt x="371837" y="49865"/>
                  <a:pt x="377285" y="52437"/>
                </a:cubicBezTo>
                <a:cubicBezTo>
                  <a:pt x="382733" y="55010"/>
                  <a:pt x="387216" y="58472"/>
                  <a:pt x="390734" y="62822"/>
                </a:cubicBezTo>
                <a:cubicBezTo>
                  <a:pt x="394253" y="67173"/>
                  <a:pt x="396826" y="72224"/>
                  <a:pt x="398452" y="77975"/>
                </a:cubicBezTo>
                <a:cubicBezTo>
                  <a:pt x="400079" y="83725"/>
                  <a:pt x="400893" y="89779"/>
                  <a:pt x="400893" y="96135"/>
                </a:cubicBezTo>
                <a:lnTo>
                  <a:pt x="400893" y="98859"/>
                </a:lnTo>
                <a:moveTo>
                  <a:pt x="386932" y="94886"/>
                </a:moveTo>
                <a:cubicBezTo>
                  <a:pt x="387159" y="83990"/>
                  <a:pt x="384662" y="75478"/>
                  <a:pt x="379441" y="69349"/>
                </a:cubicBezTo>
                <a:cubicBezTo>
                  <a:pt x="374220" y="63220"/>
                  <a:pt x="366616" y="60155"/>
                  <a:pt x="356628" y="60155"/>
                </a:cubicBezTo>
                <a:cubicBezTo>
                  <a:pt x="351482" y="60155"/>
                  <a:pt x="346961" y="61120"/>
                  <a:pt x="343064" y="63049"/>
                </a:cubicBezTo>
                <a:cubicBezTo>
                  <a:pt x="339167" y="64979"/>
                  <a:pt x="335876" y="67533"/>
                  <a:pt x="333190" y="70711"/>
                </a:cubicBezTo>
                <a:cubicBezTo>
                  <a:pt x="330504" y="73889"/>
                  <a:pt x="328442" y="77578"/>
                  <a:pt x="327004" y="81777"/>
                </a:cubicBezTo>
                <a:cubicBezTo>
                  <a:pt x="325566" y="85977"/>
                  <a:pt x="324734" y="90346"/>
                  <a:pt x="324507" y="94886"/>
                </a:cubicBezTo>
                <a:lnTo>
                  <a:pt x="386932" y="94886"/>
                </a:lnTo>
                <a:close/>
                <a:moveTo>
                  <a:pt x="510665" y="140400"/>
                </a:moveTo>
                <a:cubicBezTo>
                  <a:pt x="510665" y="141308"/>
                  <a:pt x="510628" y="142121"/>
                  <a:pt x="510552" y="142840"/>
                </a:cubicBezTo>
                <a:cubicBezTo>
                  <a:pt x="510476" y="143559"/>
                  <a:pt x="510363" y="144183"/>
                  <a:pt x="510211" y="144713"/>
                </a:cubicBezTo>
                <a:cubicBezTo>
                  <a:pt x="510060" y="145243"/>
                  <a:pt x="509852" y="145716"/>
                  <a:pt x="509587" y="146132"/>
                </a:cubicBezTo>
                <a:cubicBezTo>
                  <a:pt x="509322" y="146548"/>
                  <a:pt x="508698" y="147248"/>
                  <a:pt x="507714" y="148232"/>
                </a:cubicBezTo>
                <a:cubicBezTo>
                  <a:pt x="506731" y="149215"/>
                  <a:pt x="505085" y="150464"/>
                  <a:pt x="502777" y="151977"/>
                </a:cubicBezTo>
                <a:cubicBezTo>
                  <a:pt x="500469" y="153490"/>
                  <a:pt x="497878" y="154815"/>
                  <a:pt x="495002" y="155950"/>
                </a:cubicBezTo>
                <a:cubicBezTo>
                  <a:pt x="492127" y="157085"/>
                  <a:pt x="489025" y="158012"/>
                  <a:pt x="485695" y="158730"/>
                </a:cubicBezTo>
                <a:cubicBezTo>
                  <a:pt x="482366" y="159449"/>
                  <a:pt x="478923" y="159809"/>
                  <a:pt x="475367" y="159809"/>
                </a:cubicBezTo>
                <a:cubicBezTo>
                  <a:pt x="468254" y="159809"/>
                  <a:pt x="461955" y="158616"/>
                  <a:pt x="456469" y="156230"/>
                </a:cubicBezTo>
                <a:cubicBezTo>
                  <a:pt x="450983" y="153844"/>
                  <a:pt x="446386" y="150322"/>
                  <a:pt x="442679" y="145664"/>
                </a:cubicBezTo>
                <a:cubicBezTo>
                  <a:pt x="438971" y="141005"/>
                  <a:pt x="436152" y="135287"/>
                  <a:pt x="434223" y="128507"/>
                </a:cubicBezTo>
                <a:cubicBezTo>
                  <a:pt x="432293" y="121728"/>
                  <a:pt x="431329" y="113907"/>
                  <a:pt x="431329" y="105045"/>
                </a:cubicBezTo>
                <a:cubicBezTo>
                  <a:pt x="431329" y="95047"/>
                  <a:pt x="432520" y="86489"/>
                  <a:pt x="434904" y="79369"/>
                </a:cubicBezTo>
                <a:cubicBezTo>
                  <a:pt x="437287" y="72249"/>
                  <a:pt x="440560" y="66417"/>
                  <a:pt x="444722" y="61872"/>
                </a:cubicBezTo>
                <a:cubicBezTo>
                  <a:pt x="448883" y="57327"/>
                  <a:pt x="453745" y="53975"/>
                  <a:pt x="459307" y="51816"/>
                </a:cubicBezTo>
                <a:cubicBezTo>
                  <a:pt x="464868" y="49658"/>
                  <a:pt x="470827" y="48578"/>
                  <a:pt x="477183" y="48578"/>
                </a:cubicBezTo>
                <a:cubicBezTo>
                  <a:pt x="480588" y="48578"/>
                  <a:pt x="483842" y="48903"/>
                  <a:pt x="486944" y="49554"/>
                </a:cubicBezTo>
                <a:cubicBezTo>
                  <a:pt x="490046" y="50201"/>
                  <a:pt x="492903" y="51060"/>
                  <a:pt x="495513" y="52129"/>
                </a:cubicBezTo>
                <a:cubicBezTo>
                  <a:pt x="498124" y="53195"/>
                  <a:pt x="500450" y="54415"/>
                  <a:pt x="502493" y="55789"/>
                </a:cubicBezTo>
                <a:cubicBezTo>
                  <a:pt x="504536" y="57163"/>
                  <a:pt x="506031" y="58327"/>
                  <a:pt x="506977" y="59283"/>
                </a:cubicBezTo>
                <a:cubicBezTo>
                  <a:pt x="507923" y="60236"/>
                  <a:pt x="508566" y="60960"/>
                  <a:pt x="508906" y="61457"/>
                </a:cubicBezTo>
                <a:cubicBezTo>
                  <a:pt x="509247" y="61951"/>
                  <a:pt x="509512" y="62501"/>
                  <a:pt x="509701" y="63106"/>
                </a:cubicBezTo>
                <a:cubicBezTo>
                  <a:pt x="509890" y="63712"/>
                  <a:pt x="510022" y="64374"/>
                  <a:pt x="510098" y="65092"/>
                </a:cubicBezTo>
                <a:cubicBezTo>
                  <a:pt x="510174" y="65811"/>
                  <a:pt x="510211" y="66663"/>
                  <a:pt x="510211" y="67646"/>
                </a:cubicBezTo>
                <a:cubicBezTo>
                  <a:pt x="510211" y="69841"/>
                  <a:pt x="509890" y="71373"/>
                  <a:pt x="509247" y="72243"/>
                </a:cubicBezTo>
                <a:cubicBezTo>
                  <a:pt x="508604" y="73113"/>
                  <a:pt x="507904" y="73548"/>
                  <a:pt x="507147" y="73548"/>
                </a:cubicBezTo>
                <a:cubicBezTo>
                  <a:pt x="506088" y="73548"/>
                  <a:pt x="504782" y="72861"/>
                  <a:pt x="503231" y="71488"/>
                </a:cubicBezTo>
                <a:cubicBezTo>
                  <a:pt x="501680" y="70114"/>
                  <a:pt x="499694" y="68606"/>
                  <a:pt x="497272" y="66965"/>
                </a:cubicBezTo>
                <a:cubicBezTo>
                  <a:pt x="494851" y="65324"/>
                  <a:pt x="491919" y="63817"/>
                  <a:pt x="488476" y="62443"/>
                </a:cubicBezTo>
                <a:cubicBezTo>
                  <a:pt x="485033" y="61069"/>
                  <a:pt x="480928" y="60382"/>
                  <a:pt x="476161" y="60382"/>
                </a:cubicBezTo>
                <a:cubicBezTo>
                  <a:pt x="466325" y="60382"/>
                  <a:pt x="458739" y="64170"/>
                  <a:pt x="453404" y="71746"/>
                </a:cubicBezTo>
                <a:cubicBezTo>
                  <a:pt x="448070" y="79323"/>
                  <a:pt x="445403" y="90271"/>
                  <a:pt x="445403" y="104591"/>
                </a:cubicBezTo>
                <a:cubicBezTo>
                  <a:pt x="445403" y="111788"/>
                  <a:pt x="446122" y="118096"/>
                  <a:pt x="447559" y="123513"/>
                </a:cubicBezTo>
                <a:cubicBezTo>
                  <a:pt x="448997" y="128931"/>
                  <a:pt x="451059" y="133439"/>
                  <a:pt x="453745" y="137038"/>
                </a:cubicBezTo>
                <a:cubicBezTo>
                  <a:pt x="456431" y="140636"/>
                  <a:pt x="459704" y="143326"/>
                  <a:pt x="463563" y="145107"/>
                </a:cubicBezTo>
                <a:cubicBezTo>
                  <a:pt x="467422" y="146887"/>
                  <a:pt x="471773" y="147778"/>
                  <a:pt x="476615" y="147778"/>
                </a:cubicBezTo>
                <a:cubicBezTo>
                  <a:pt x="481155" y="147778"/>
                  <a:pt x="485166" y="147059"/>
                  <a:pt x="488646" y="145621"/>
                </a:cubicBezTo>
                <a:cubicBezTo>
                  <a:pt x="492127" y="144183"/>
                  <a:pt x="495154" y="142594"/>
                  <a:pt x="497726" y="140854"/>
                </a:cubicBezTo>
                <a:cubicBezTo>
                  <a:pt x="500299" y="139114"/>
                  <a:pt x="502437" y="137525"/>
                  <a:pt x="504139" y="136087"/>
                </a:cubicBezTo>
                <a:cubicBezTo>
                  <a:pt x="505842" y="134649"/>
                  <a:pt x="507109" y="133931"/>
                  <a:pt x="507941" y="133931"/>
                </a:cubicBezTo>
                <a:cubicBezTo>
                  <a:pt x="508395" y="133931"/>
                  <a:pt x="508793" y="134063"/>
                  <a:pt x="509133" y="134328"/>
                </a:cubicBezTo>
                <a:cubicBezTo>
                  <a:pt x="509474" y="134593"/>
                  <a:pt x="509757" y="135009"/>
                  <a:pt x="509984" y="135576"/>
                </a:cubicBezTo>
                <a:cubicBezTo>
                  <a:pt x="510211" y="136144"/>
                  <a:pt x="510382" y="136825"/>
                  <a:pt x="510495" y="137619"/>
                </a:cubicBezTo>
                <a:cubicBezTo>
                  <a:pt x="510609" y="138414"/>
                  <a:pt x="510665" y="139341"/>
                  <a:pt x="510665" y="140400"/>
                </a:cubicBezTo>
                <a:close/>
                <a:moveTo>
                  <a:pt x="587908" y="149480"/>
                </a:moveTo>
                <a:cubicBezTo>
                  <a:pt x="587908" y="151069"/>
                  <a:pt x="587775" y="152355"/>
                  <a:pt x="587510" y="153339"/>
                </a:cubicBezTo>
                <a:cubicBezTo>
                  <a:pt x="587245" y="154323"/>
                  <a:pt x="586829" y="155098"/>
                  <a:pt x="586262" y="155666"/>
                </a:cubicBezTo>
                <a:cubicBezTo>
                  <a:pt x="585694" y="156233"/>
                  <a:pt x="584862" y="156763"/>
                  <a:pt x="583765" y="157255"/>
                </a:cubicBezTo>
                <a:cubicBezTo>
                  <a:pt x="582668" y="157747"/>
                  <a:pt x="581400" y="158163"/>
                  <a:pt x="579962" y="158503"/>
                </a:cubicBezTo>
                <a:cubicBezTo>
                  <a:pt x="578525" y="158844"/>
                  <a:pt x="577011" y="159109"/>
                  <a:pt x="575422" y="159298"/>
                </a:cubicBezTo>
                <a:cubicBezTo>
                  <a:pt x="573833" y="159487"/>
                  <a:pt x="572282" y="159582"/>
                  <a:pt x="570769" y="159582"/>
                </a:cubicBezTo>
                <a:cubicBezTo>
                  <a:pt x="565699" y="159582"/>
                  <a:pt x="561386" y="158901"/>
                  <a:pt x="557830" y="157539"/>
                </a:cubicBezTo>
                <a:cubicBezTo>
                  <a:pt x="554274" y="156177"/>
                  <a:pt x="551360" y="154115"/>
                  <a:pt x="549090" y="151353"/>
                </a:cubicBezTo>
                <a:cubicBezTo>
                  <a:pt x="546820" y="148591"/>
                  <a:pt x="545175" y="145091"/>
                  <a:pt x="544153" y="140854"/>
                </a:cubicBezTo>
                <a:cubicBezTo>
                  <a:pt x="543132" y="136617"/>
                  <a:pt x="542621" y="131623"/>
                  <a:pt x="542621" y="125872"/>
                </a:cubicBezTo>
                <a:lnTo>
                  <a:pt x="542621" y="61971"/>
                </a:lnTo>
                <a:lnTo>
                  <a:pt x="527298" y="61971"/>
                </a:lnTo>
                <a:cubicBezTo>
                  <a:pt x="526239" y="61971"/>
                  <a:pt x="525407" y="61494"/>
                  <a:pt x="524801" y="60538"/>
                </a:cubicBezTo>
                <a:cubicBezTo>
                  <a:pt x="524196" y="59583"/>
                  <a:pt x="523893" y="58150"/>
                  <a:pt x="523893" y="56239"/>
                </a:cubicBezTo>
                <a:cubicBezTo>
                  <a:pt x="523893" y="55246"/>
                  <a:pt x="523969" y="54387"/>
                  <a:pt x="524120" y="53661"/>
                </a:cubicBezTo>
                <a:cubicBezTo>
                  <a:pt x="524272" y="52935"/>
                  <a:pt x="524499" y="52324"/>
                  <a:pt x="524801" y="51827"/>
                </a:cubicBezTo>
                <a:cubicBezTo>
                  <a:pt x="525104" y="51331"/>
                  <a:pt x="525463" y="50968"/>
                  <a:pt x="525880" y="50738"/>
                </a:cubicBezTo>
                <a:cubicBezTo>
                  <a:pt x="526296" y="50509"/>
                  <a:pt x="526769" y="50394"/>
                  <a:pt x="527298" y="50394"/>
                </a:cubicBezTo>
                <a:lnTo>
                  <a:pt x="542621" y="50394"/>
                </a:lnTo>
                <a:lnTo>
                  <a:pt x="542621" y="25197"/>
                </a:lnTo>
                <a:cubicBezTo>
                  <a:pt x="542621" y="24743"/>
                  <a:pt x="542715" y="24327"/>
                  <a:pt x="542905" y="23949"/>
                </a:cubicBezTo>
                <a:cubicBezTo>
                  <a:pt x="543094" y="23570"/>
                  <a:pt x="543453" y="23249"/>
                  <a:pt x="543983" y="22984"/>
                </a:cubicBezTo>
                <a:cubicBezTo>
                  <a:pt x="544513" y="22719"/>
                  <a:pt x="545212" y="22530"/>
                  <a:pt x="546083" y="22416"/>
                </a:cubicBezTo>
                <a:cubicBezTo>
                  <a:pt x="546953" y="22303"/>
                  <a:pt x="548031" y="22246"/>
                  <a:pt x="549317" y="22246"/>
                </a:cubicBezTo>
                <a:cubicBezTo>
                  <a:pt x="550679" y="22246"/>
                  <a:pt x="551795" y="22303"/>
                  <a:pt x="552666" y="22416"/>
                </a:cubicBezTo>
                <a:cubicBezTo>
                  <a:pt x="553536" y="22530"/>
                  <a:pt x="554217" y="22719"/>
                  <a:pt x="554709" y="22984"/>
                </a:cubicBezTo>
                <a:cubicBezTo>
                  <a:pt x="555200" y="23249"/>
                  <a:pt x="555560" y="23570"/>
                  <a:pt x="555787" y="23949"/>
                </a:cubicBezTo>
                <a:cubicBezTo>
                  <a:pt x="556014" y="24327"/>
                  <a:pt x="556127" y="24743"/>
                  <a:pt x="556127" y="25197"/>
                </a:cubicBezTo>
                <a:lnTo>
                  <a:pt x="556127" y="50394"/>
                </a:lnTo>
                <a:lnTo>
                  <a:pt x="584503" y="50394"/>
                </a:lnTo>
                <a:cubicBezTo>
                  <a:pt x="585032" y="50394"/>
                  <a:pt x="585505" y="50509"/>
                  <a:pt x="585921" y="50738"/>
                </a:cubicBezTo>
                <a:cubicBezTo>
                  <a:pt x="586337" y="50968"/>
                  <a:pt x="586697" y="51331"/>
                  <a:pt x="587000" y="51827"/>
                </a:cubicBezTo>
                <a:cubicBezTo>
                  <a:pt x="587302" y="52324"/>
                  <a:pt x="587529" y="52935"/>
                  <a:pt x="587681" y="53661"/>
                </a:cubicBezTo>
                <a:cubicBezTo>
                  <a:pt x="587832" y="54387"/>
                  <a:pt x="587908" y="55246"/>
                  <a:pt x="587908" y="56239"/>
                </a:cubicBezTo>
                <a:cubicBezTo>
                  <a:pt x="587908" y="58150"/>
                  <a:pt x="587586" y="59583"/>
                  <a:pt x="586943" y="60538"/>
                </a:cubicBezTo>
                <a:cubicBezTo>
                  <a:pt x="586300" y="61494"/>
                  <a:pt x="585486" y="61971"/>
                  <a:pt x="584503" y="61971"/>
                </a:cubicBezTo>
                <a:lnTo>
                  <a:pt x="556127" y="61971"/>
                </a:lnTo>
                <a:lnTo>
                  <a:pt x="556127" y="124056"/>
                </a:lnTo>
                <a:cubicBezTo>
                  <a:pt x="556127" y="131850"/>
                  <a:pt x="557243" y="137790"/>
                  <a:pt x="559476" y="141876"/>
                </a:cubicBezTo>
                <a:cubicBezTo>
                  <a:pt x="561708" y="145962"/>
                  <a:pt x="565775" y="148005"/>
                  <a:pt x="571677" y="148005"/>
                </a:cubicBezTo>
                <a:cubicBezTo>
                  <a:pt x="573493" y="148005"/>
                  <a:pt x="575139" y="147815"/>
                  <a:pt x="576614" y="147437"/>
                </a:cubicBezTo>
                <a:cubicBezTo>
                  <a:pt x="578090" y="147059"/>
                  <a:pt x="579395" y="146643"/>
                  <a:pt x="580530" y="146189"/>
                </a:cubicBezTo>
                <a:cubicBezTo>
                  <a:pt x="581665" y="145735"/>
                  <a:pt x="582630" y="145318"/>
                  <a:pt x="583424" y="144940"/>
                </a:cubicBezTo>
                <a:cubicBezTo>
                  <a:pt x="584219" y="144562"/>
                  <a:pt x="584919" y="144373"/>
                  <a:pt x="585524" y="144373"/>
                </a:cubicBezTo>
                <a:cubicBezTo>
                  <a:pt x="585902" y="144373"/>
                  <a:pt x="586243" y="144448"/>
                  <a:pt x="586546" y="144600"/>
                </a:cubicBezTo>
                <a:cubicBezTo>
                  <a:pt x="586848" y="144751"/>
                  <a:pt x="587094" y="145035"/>
                  <a:pt x="587283" y="145451"/>
                </a:cubicBezTo>
                <a:cubicBezTo>
                  <a:pt x="587472" y="145867"/>
                  <a:pt x="587624" y="146397"/>
                  <a:pt x="587737" y="147040"/>
                </a:cubicBezTo>
                <a:cubicBezTo>
                  <a:pt x="587851" y="147683"/>
                  <a:pt x="587908" y="148496"/>
                  <a:pt x="587908" y="149480"/>
                </a:cubicBezTo>
                <a:close/>
                <a:moveTo>
                  <a:pt x="629333" y="155492"/>
                </a:moveTo>
                <a:cubicBezTo>
                  <a:pt x="629333" y="155946"/>
                  <a:pt x="629220" y="156363"/>
                  <a:pt x="628993" y="156744"/>
                </a:cubicBezTo>
                <a:cubicBezTo>
                  <a:pt x="628766" y="157122"/>
                  <a:pt x="628406" y="157425"/>
                  <a:pt x="627915" y="157652"/>
                </a:cubicBezTo>
                <a:cubicBezTo>
                  <a:pt x="627423" y="157879"/>
                  <a:pt x="626742" y="158068"/>
                  <a:pt x="625872" y="158220"/>
                </a:cubicBezTo>
                <a:cubicBezTo>
                  <a:pt x="625001" y="158371"/>
                  <a:pt x="623885" y="158447"/>
                  <a:pt x="622523" y="158447"/>
                </a:cubicBezTo>
                <a:cubicBezTo>
                  <a:pt x="621237" y="158447"/>
                  <a:pt x="620159" y="158371"/>
                  <a:pt x="619288" y="158220"/>
                </a:cubicBezTo>
                <a:cubicBezTo>
                  <a:pt x="618418" y="158068"/>
                  <a:pt x="617718" y="157879"/>
                  <a:pt x="617189" y="157652"/>
                </a:cubicBezTo>
                <a:cubicBezTo>
                  <a:pt x="616659" y="157425"/>
                  <a:pt x="616300" y="157122"/>
                  <a:pt x="616110" y="156744"/>
                </a:cubicBezTo>
                <a:cubicBezTo>
                  <a:pt x="615921" y="156363"/>
                  <a:pt x="615827" y="155946"/>
                  <a:pt x="615827" y="155492"/>
                </a:cubicBezTo>
                <a:lnTo>
                  <a:pt x="615827" y="52668"/>
                </a:lnTo>
                <a:cubicBezTo>
                  <a:pt x="615827" y="52214"/>
                  <a:pt x="615921" y="51798"/>
                  <a:pt x="616110" y="51419"/>
                </a:cubicBezTo>
                <a:cubicBezTo>
                  <a:pt x="616300" y="51039"/>
                  <a:pt x="616659" y="50716"/>
                  <a:pt x="617189" y="50451"/>
                </a:cubicBezTo>
                <a:cubicBezTo>
                  <a:pt x="617718" y="50186"/>
                  <a:pt x="618418" y="49997"/>
                  <a:pt x="619288" y="49883"/>
                </a:cubicBezTo>
                <a:cubicBezTo>
                  <a:pt x="620159" y="49770"/>
                  <a:pt x="621237" y="49713"/>
                  <a:pt x="622523" y="49713"/>
                </a:cubicBezTo>
                <a:cubicBezTo>
                  <a:pt x="623885" y="49713"/>
                  <a:pt x="625001" y="49770"/>
                  <a:pt x="625872" y="49883"/>
                </a:cubicBezTo>
                <a:cubicBezTo>
                  <a:pt x="626742" y="49997"/>
                  <a:pt x="627423" y="50186"/>
                  <a:pt x="627915" y="50451"/>
                </a:cubicBezTo>
                <a:cubicBezTo>
                  <a:pt x="628406" y="50716"/>
                  <a:pt x="628766" y="51039"/>
                  <a:pt x="628993" y="51419"/>
                </a:cubicBezTo>
                <a:cubicBezTo>
                  <a:pt x="629220" y="51798"/>
                  <a:pt x="629333" y="52214"/>
                  <a:pt x="629333" y="52668"/>
                </a:cubicBezTo>
                <a:lnTo>
                  <a:pt x="629333" y="155492"/>
                </a:lnTo>
                <a:moveTo>
                  <a:pt x="631376" y="17876"/>
                </a:moveTo>
                <a:cubicBezTo>
                  <a:pt x="631376" y="21530"/>
                  <a:pt x="630733" y="24004"/>
                  <a:pt x="629447" y="25300"/>
                </a:cubicBezTo>
                <a:cubicBezTo>
                  <a:pt x="628160" y="26593"/>
                  <a:pt x="625815" y="27240"/>
                  <a:pt x="622410" y="27240"/>
                </a:cubicBezTo>
                <a:cubicBezTo>
                  <a:pt x="619080" y="27240"/>
                  <a:pt x="616791" y="26612"/>
                  <a:pt x="615543" y="25357"/>
                </a:cubicBezTo>
                <a:cubicBezTo>
                  <a:pt x="614294" y="24101"/>
                  <a:pt x="613670" y="21645"/>
                  <a:pt x="613670" y="17990"/>
                </a:cubicBezTo>
                <a:cubicBezTo>
                  <a:pt x="613670" y="14337"/>
                  <a:pt x="614313" y="11863"/>
                  <a:pt x="615600" y="10570"/>
                </a:cubicBezTo>
                <a:cubicBezTo>
                  <a:pt x="616886" y="9274"/>
                  <a:pt x="619232" y="8626"/>
                  <a:pt x="622637" y="8626"/>
                </a:cubicBezTo>
                <a:cubicBezTo>
                  <a:pt x="625966" y="8626"/>
                  <a:pt x="628255" y="9254"/>
                  <a:pt x="629504" y="10509"/>
                </a:cubicBezTo>
                <a:cubicBezTo>
                  <a:pt x="630752" y="11765"/>
                  <a:pt x="631376" y="14221"/>
                  <a:pt x="631376" y="17876"/>
                </a:cubicBezTo>
                <a:close/>
                <a:moveTo>
                  <a:pt x="762064" y="103115"/>
                </a:moveTo>
                <a:cubicBezTo>
                  <a:pt x="762064" y="111294"/>
                  <a:pt x="761005" y="118830"/>
                  <a:pt x="758886" y="125723"/>
                </a:cubicBezTo>
                <a:cubicBezTo>
                  <a:pt x="756767" y="132616"/>
                  <a:pt x="753608" y="138601"/>
                  <a:pt x="749409" y="143677"/>
                </a:cubicBezTo>
                <a:cubicBezTo>
                  <a:pt x="745209" y="148752"/>
                  <a:pt x="739969" y="152709"/>
                  <a:pt x="733689" y="155549"/>
                </a:cubicBezTo>
                <a:cubicBezTo>
                  <a:pt x="727409" y="158389"/>
                  <a:pt x="720107" y="159809"/>
                  <a:pt x="711783" y="159809"/>
                </a:cubicBezTo>
                <a:cubicBezTo>
                  <a:pt x="703763" y="159809"/>
                  <a:pt x="696745" y="158540"/>
                  <a:pt x="690729" y="156003"/>
                </a:cubicBezTo>
                <a:cubicBezTo>
                  <a:pt x="684714" y="153466"/>
                  <a:pt x="679682" y="149830"/>
                  <a:pt x="675633" y="145096"/>
                </a:cubicBezTo>
                <a:cubicBezTo>
                  <a:pt x="671585" y="140362"/>
                  <a:pt x="668559" y="134625"/>
                  <a:pt x="666553" y="127883"/>
                </a:cubicBezTo>
                <a:cubicBezTo>
                  <a:pt x="664548" y="121142"/>
                  <a:pt x="663546" y="113529"/>
                  <a:pt x="663546" y="105045"/>
                </a:cubicBezTo>
                <a:cubicBezTo>
                  <a:pt x="663546" y="96866"/>
                  <a:pt x="664586" y="89330"/>
                  <a:pt x="666667" y="82437"/>
                </a:cubicBezTo>
                <a:cubicBezTo>
                  <a:pt x="668748" y="75544"/>
                  <a:pt x="671888" y="69579"/>
                  <a:pt x="676087" y="64543"/>
                </a:cubicBezTo>
                <a:cubicBezTo>
                  <a:pt x="680287" y="59504"/>
                  <a:pt x="685527" y="55583"/>
                  <a:pt x="691807" y="52781"/>
                </a:cubicBezTo>
                <a:cubicBezTo>
                  <a:pt x="698088" y="49979"/>
                  <a:pt x="705427" y="48578"/>
                  <a:pt x="713826" y="48578"/>
                </a:cubicBezTo>
                <a:cubicBezTo>
                  <a:pt x="721847" y="48578"/>
                  <a:pt x="728865" y="49828"/>
                  <a:pt x="734881" y="52327"/>
                </a:cubicBezTo>
                <a:cubicBezTo>
                  <a:pt x="740896" y="54827"/>
                  <a:pt x="745909" y="58443"/>
                  <a:pt x="749920" y="63177"/>
                </a:cubicBezTo>
                <a:cubicBezTo>
                  <a:pt x="753930" y="67911"/>
                  <a:pt x="756957" y="73649"/>
                  <a:pt x="759000" y="80390"/>
                </a:cubicBezTo>
                <a:cubicBezTo>
                  <a:pt x="761043" y="87132"/>
                  <a:pt x="762064" y="94707"/>
                  <a:pt x="762064" y="103115"/>
                </a:cubicBezTo>
                <a:moveTo>
                  <a:pt x="747763" y="104364"/>
                </a:moveTo>
                <a:cubicBezTo>
                  <a:pt x="747763" y="98530"/>
                  <a:pt x="747195" y="92962"/>
                  <a:pt x="746060" y="87658"/>
                </a:cubicBezTo>
                <a:cubicBezTo>
                  <a:pt x="744925" y="82354"/>
                  <a:pt x="743034" y="77676"/>
                  <a:pt x="740385" y="73623"/>
                </a:cubicBezTo>
                <a:cubicBezTo>
                  <a:pt x="737737" y="69570"/>
                  <a:pt x="734181" y="66350"/>
                  <a:pt x="729716" y="63965"/>
                </a:cubicBezTo>
                <a:cubicBezTo>
                  <a:pt x="725252" y="61576"/>
                  <a:pt x="719691" y="60382"/>
                  <a:pt x="713032" y="60382"/>
                </a:cubicBezTo>
                <a:cubicBezTo>
                  <a:pt x="706903" y="60382"/>
                  <a:pt x="701606" y="61481"/>
                  <a:pt x="697142" y="63677"/>
                </a:cubicBezTo>
                <a:cubicBezTo>
                  <a:pt x="692677" y="65874"/>
                  <a:pt x="689027" y="68924"/>
                  <a:pt x="686189" y="72828"/>
                </a:cubicBezTo>
                <a:cubicBezTo>
                  <a:pt x="683351" y="76730"/>
                  <a:pt x="681252" y="81333"/>
                  <a:pt x="679890" y="86636"/>
                </a:cubicBezTo>
                <a:cubicBezTo>
                  <a:pt x="678528" y="91940"/>
                  <a:pt x="677847" y="97660"/>
                  <a:pt x="677847" y="103796"/>
                </a:cubicBezTo>
                <a:cubicBezTo>
                  <a:pt x="677847" y="109705"/>
                  <a:pt x="678414" y="115331"/>
                  <a:pt x="679549" y="120672"/>
                </a:cubicBezTo>
                <a:cubicBezTo>
                  <a:pt x="680684" y="126014"/>
                  <a:pt x="682576" y="130692"/>
                  <a:pt x="685224" y="134707"/>
                </a:cubicBezTo>
                <a:cubicBezTo>
                  <a:pt x="687873" y="138722"/>
                  <a:pt x="691429" y="141905"/>
                  <a:pt x="695893" y="144256"/>
                </a:cubicBezTo>
                <a:cubicBezTo>
                  <a:pt x="700358" y="146604"/>
                  <a:pt x="705919" y="147778"/>
                  <a:pt x="712578" y="147778"/>
                </a:cubicBezTo>
                <a:cubicBezTo>
                  <a:pt x="718707" y="147778"/>
                  <a:pt x="724004" y="146679"/>
                  <a:pt x="728468" y="144483"/>
                </a:cubicBezTo>
                <a:cubicBezTo>
                  <a:pt x="732932" y="142286"/>
                  <a:pt x="736583" y="139256"/>
                  <a:pt x="739421" y="135392"/>
                </a:cubicBezTo>
                <a:cubicBezTo>
                  <a:pt x="742258" y="131526"/>
                  <a:pt x="744358" y="126942"/>
                  <a:pt x="745720" y="121641"/>
                </a:cubicBezTo>
                <a:cubicBezTo>
                  <a:pt x="747082" y="116337"/>
                  <a:pt x="747763" y="110578"/>
                  <a:pt x="747763" y="104364"/>
                </a:cubicBezTo>
                <a:close/>
                <a:moveTo>
                  <a:pt x="876261" y="155496"/>
                </a:moveTo>
                <a:cubicBezTo>
                  <a:pt x="876261" y="155950"/>
                  <a:pt x="876148" y="156366"/>
                  <a:pt x="875921" y="156744"/>
                </a:cubicBezTo>
                <a:cubicBezTo>
                  <a:pt x="875694" y="157122"/>
                  <a:pt x="875334" y="157425"/>
                  <a:pt x="874842" y="157652"/>
                </a:cubicBezTo>
                <a:cubicBezTo>
                  <a:pt x="874350" y="157879"/>
                  <a:pt x="873669" y="158068"/>
                  <a:pt x="872799" y="158220"/>
                </a:cubicBezTo>
                <a:cubicBezTo>
                  <a:pt x="871929" y="158371"/>
                  <a:pt x="870851" y="158447"/>
                  <a:pt x="869564" y="158447"/>
                </a:cubicBezTo>
                <a:cubicBezTo>
                  <a:pt x="868202" y="158447"/>
                  <a:pt x="867086" y="158371"/>
                  <a:pt x="866216" y="158220"/>
                </a:cubicBezTo>
                <a:cubicBezTo>
                  <a:pt x="865346" y="158068"/>
                  <a:pt x="864665" y="157879"/>
                  <a:pt x="864173" y="157652"/>
                </a:cubicBezTo>
                <a:cubicBezTo>
                  <a:pt x="863681" y="157425"/>
                  <a:pt x="863322" y="157122"/>
                  <a:pt x="863095" y="156744"/>
                </a:cubicBezTo>
                <a:cubicBezTo>
                  <a:pt x="862868" y="156366"/>
                  <a:pt x="862754" y="155950"/>
                  <a:pt x="862754" y="155496"/>
                </a:cubicBezTo>
                <a:lnTo>
                  <a:pt x="862754" y="94546"/>
                </a:lnTo>
                <a:cubicBezTo>
                  <a:pt x="862754" y="88190"/>
                  <a:pt x="862263" y="83026"/>
                  <a:pt x="861279" y="79053"/>
                </a:cubicBezTo>
                <a:cubicBezTo>
                  <a:pt x="860295" y="75081"/>
                  <a:pt x="858820" y="71676"/>
                  <a:pt x="856852" y="68838"/>
                </a:cubicBezTo>
                <a:cubicBezTo>
                  <a:pt x="854885" y="66001"/>
                  <a:pt x="852369" y="63806"/>
                  <a:pt x="849305" y="62255"/>
                </a:cubicBezTo>
                <a:cubicBezTo>
                  <a:pt x="846240" y="60704"/>
                  <a:pt x="842665" y="59928"/>
                  <a:pt x="838579" y="59928"/>
                </a:cubicBezTo>
                <a:cubicBezTo>
                  <a:pt x="833358" y="59928"/>
                  <a:pt x="828137" y="61782"/>
                  <a:pt x="822916" y="65490"/>
                </a:cubicBezTo>
                <a:cubicBezTo>
                  <a:pt x="817695" y="69197"/>
                  <a:pt x="812209" y="74645"/>
                  <a:pt x="806458" y="81834"/>
                </a:cubicBezTo>
                <a:lnTo>
                  <a:pt x="806458" y="155496"/>
                </a:lnTo>
                <a:cubicBezTo>
                  <a:pt x="806458" y="155950"/>
                  <a:pt x="806345" y="156366"/>
                  <a:pt x="806118" y="156744"/>
                </a:cubicBezTo>
                <a:cubicBezTo>
                  <a:pt x="805891" y="157122"/>
                  <a:pt x="805531" y="157425"/>
                  <a:pt x="805040" y="157652"/>
                </a:cubicBezTo>
                <a:cubicBezTo>
                  <a:pt x="804548" y="157879"/>
                  <a:pt x="803867" y="158068"/>
                  <a:pt x="802996" y="158220"/>
                </a:cubicBezTo>
                <a:cubicBezTo>
                  <a:pt x="802126" y="158371"/>
                  <a:pt x="801010" y="158447"/>
                  <a:pt x="799648" y="158447"/>
                </a:cubicBezTo>
                <a:cubicBezTo>
                  <a:pt x="798362" y="158447"/>
                  <a:pt x="797284" y="158371"/>
                  <a:pt x="796413" y="158220"/>
                </a:cubicBezTo>
                <a:cubicBezTo>
                  <a:pt x="795543" y="158068"/>
                  <a:pt x="794843" y="157879"/>
                  <a:pt x="794314" y="157652"/>
                </a:cubicBezTo>
                <a:cubicBezTo>
                  <a:pt x="793784" y="157425"/>
                  <a:pt x="793425" y="157122"/>
                  <a:pt x="793235" y="156744"/>
                </a:cubicBezTo>
                <a:cubicBezTo>
                  <a:pt x="793046" y="156363"/>
                  <a:pt x="792952" y="155946"/>
                  <a:pt x="792952" y="155492"/>
                </a:cubicBezTo>
                <a:lnTo>
                  <a:pt x="792952" y="52668"/>
                </a:lnTo>
                <a:cubicBezTo>
                  <a:pt x="792952" y="52214"/>
                  <a:pt x="793046" y="51798"/>
                  <a:pt x="793235" y="51419"/>
                </a:cubicBezTo>
                <a:cubicBezTo>
                  <a:pt x="793425" y="51039"/>
                  <a:pt x="793784" y="50716"/>
                  <a:pt x="794314" y="50451"/>
                </a:cubicBezTo>
                <a:cubicBezTo>
                  <a:pt x="794843" y="50186"/>
                  <a:pt x="795505" y="49997"/>
                  <a:pt x="796300" y="49883"/>
                </a:cubicBezTo>
                <a:cubicBezTo>
                  <a:pt x="797094" y="49770"/>
                  <a:pt x="798135" y="49713"/>
                  <a:pt x="799421" y="49713"/>
                </a:cubicBezTo>
                <a:cubicBezTo>
                  <a:pt x="800708" y="49713"/>
                  <a:pt x="801767" y="49770"/>
                  <a:pt x="802599" y="49883"/>
                </a:cubicBezTo>
                <a:cubicBezTo>
                  <a:pt x="803432" y="49997"/>
                  <a:pt x="804075" y="50186"/>
                  <a:pt x="804529" y="50451"/>
                </a:cubicBezTo>
                <a:cubicBezTo>
                  <a:pt x="804983" y="50716"/>
                  <a:pt x="805304" y="51039"/>
                  <a:pt x="805494" y="51419"/>
                </a:cubicBezTo>
                <a:cubicBezTo>
                  <a:pt x="805683" y="51798"/>
                  <a:pt x="805777" y="52214"/>
                  <a:pt x="805777" y="52668"/>
                </a:cubicBezTo>
                <a:lnTo>
                  <a:pt x="805777" y="67210"/>
                </a:lnTo>
                <a:cubicBezTo>
                  <a:pt x="811679" y="60660"/>
                  <a:pt x="817468" y="55918"/>
                  <a:pt x="823143" y="52983"/>
                </a:cubicBezTo>
                <a:cubicBezTo>
                  <a:pt x="828818" y="50047"/>
                  <a:pt x="834455" y="48578"/>
                  <a:pt x="840054" y="48578"/>
                </a:cubicBezTo>
                <a:cubicBezTo>
                  <a:pt x="846789" y="48578"/>
                  <a:pt x="852464" y="49713"/>
                  <a:pt x="857079" y="51983"/>
                </a:cubicBezTo>
                <a:cubicBezTo>
                  <a:pt x="861695" y="54253"/>
                  <a:pt x="865422" y="57318"/>
                  <a:pt x="868259" y="61177"/>
                </a:cubicBezTo>
                <a:cubicBezTo>
                  <a:pt x="871097" y="65036"/>
                  <a:pt x="873140" y="69538"/>
                  <a:pt x="874388" y="74683"/>
                </a:cubicBezTo>
                <a:cubicBezTo>
                  <a:pt x="875637" y="79829"/>
                  <a:pt x="876261" y="86033"/>
                  <a:pt x="876261" y="93297"/>
                </a:cubicBezTo>
                <a:lnTo>
                  <a:pt x="876261" y="15549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Correct">
            <a:extLst xmlns:a="http://schemas.openxmlformats.org/drawingml/2006/main">
              <a:ext uri="{FF2B5EF4-FFF2-40B4-BE49-F238E27FC236}">
                <a16:creationId xmlns:a16="http://schemas.microsoft.com/office/drawing/2014/main" id="{96AA4B97-0F5D-4EF8-A818-289CDBA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182" y="3184521"/>
            <a:ext cx="685378" cy="150263"/>
          </a:xfrm>
          <a:custGeom xmlns:a="http://schemas.openxmlformats.org/drawingml/2006/main">
            <a:pathLst>
              <a:path w="685378" h="150263">
                <a:moveTo>
                  <a:pt x="105275" y="128336"/>
                </a:moveTo>
                <a:cubicBezTo>
                  <a:pt x="105275" y="129174"/>
                  <a:pt x="105237" y="129936"/>
                  <a:pt x="105161" y="130623"/>
                </a:cubicBezTo>
                <a:cubicBezTo>
                  <a:pt x="105086" y="131310"/>
                  <a:pt x="104973" y="131920"/>
                  <a:pt x="104822" y="132454"/>
                </a:cubicBezTo>
                <a:cubicBezTo>
                  <a:pt x="104670" y="132988"/>
                  <a:pt x="104463" y="133483"/>
                  <a:pt x="104198" y="133941"/>
                </a:cubicBezTo>
                <a:cubicBezTo>
                  <a:pt x="103934" y="134397"/>
                  <a:pt x="103443" y="134984"/>
                  <a:pt x="102725" y="135701"/>
                </a:cubicBezTo>
                <a:cubicBezTo>
                  <a:pt x="102007" y="136419"/>
                  <a:pt x="100440" y="137590"/>
                  <a:pt x="98022" y="139214"/>
                </a:cubicBezTo>
                <a:cubicBezTo>
                  <a:pt x="95605" y="140839"/>
                  <a:pt x="92564" y="142444"/>
                  <a:pt x="88900" y="144030"/>
                </a:cubicBezTo>
                <a:cubicBezTo>
                  <a:pt x="85236" y="145617"/>
                  <a:pt x="81024" y="146977"/>
                  <a:pt x="76265" y="148110"/>
                </a:cubicBezTo>
                <a:cubicBezTo>
                  <a:pt x="71505" y="149243"/>
                  <a:pt x="66255" y="149810"/>
                  <a:pt x="60513" y="149810"/>
                </a:cubicBezTo>
                <a:cubicBezTo>
                  <a:pt x="51296" y="149810"/>
                  <a:pt x="42948" y="148202"/>
                  <a:pt x="35469" y="144987"/>
                </a:cubicBezTo>
                <a:cubicBezTo>
                  <a:pt x="27990" y="141771"/>
                  <a:pt x="21625" y="137061"/>
                  <a:pt x="16375" y="130857"/>
                </a:cubicBezTo>
                <a:cubicBezTo>
                  <a:pt x="11124" y="124653"/>
                  <a:pt x="7083" y="117011"/>
                  <a:pt x="4250" y="107931"/>
                </a:cubicBezTo>
                <a:cubicBezTo>
                  <a:pt x="1417" y="98851"/>
                  <a:pt x="0" y="88486"/>
                  <a:pt x="0" y="76835"/>
                </a:cubicBezTo>
                <a:cubicBezTo>
                  <a:pt x="0" y="64880"/>
                  <a:pt x="1511" y="54154"/>
                  <a:pt x="4533" y="44659"/>
                </a:cubicBezTo>
                <a:cubicBezTo>
                  <a:pt x="7555" y="35164"/>
                  <a:pt x="11804" y="27106"/>
                  <a:pt x="17281" y="20486"/>
                </a:cubicBezTo>
                <a:cubicBezTo>
                  <a:pt x="22759" y="13864"/>
                  <a:pt x="29331" y="8794"/>
                  <a:pt x="36999" y="5276"/>
                </a:cubicBezTo>
                <a:cubicBezTo>
                  <a:pt x="44667" y="1759"/>
                  <a:pt x="53147" y="0"/>
                  <a:pt x="62440" y="0"/>
                </a:cubicBezTo>
                <a:cubicBezTo>
                  <a:pt x="66821" y="0"/>
                  <a:pt x="71071" y="419"/>
                  <a:pt x="75188" y="1257"/>
                </a:cubicBezTo>
                <a:cubicBezTo>
                  <a:pt x="79306" y="2095"/>
                  <a:pt x="83102" y="3161"/>
                  <a:pt x="86577" y="4455"/>
                </a:cubicBezTo>
                <a:cubicBezTo>
                  <a:pt x="90052" y="5749"/>
                  <a:pt x="93168" y="7234"/>
                  <a:pt x="95926" y="8910"/>
                </a:cubicBezTo>
                <a:cubicBezTo>
                  <a:pt x="98683" y="10584"/>
                  <a:pt x="100572" y="11935"/>
                  <a:pt x="101592" y="12965"/>
                </a:cubicBezTo>
                <a:cubicBezTo>
                  <a:pt x="102612" y="13992"/>
                  <a:pt x="103254" y="14732"/>
                  <a:pt x="103518" y="15185"/>
                </a:cubicBezTo>
                <a:cubicBezTo>
                  <a:pt x="103783" y="15638"/>
                  <a:pt x="103990" y="16148"/>
                  <a:pt x="104142" y="16715"/>
                </a:cubicBezTo>
                <a:cubicBezTo>
                  <a:pt x="104293" y="17281"/>
                  <a:pt x="104406" y="17924"/>
                  <a:pt x="104482" y="18641"/>
                </a:cubicBezTo>
                <a:cubicBezTo>
                  <a:pt x="104557" y="19359"/>
                  <a:pt x="104595" y="20171"/>
                  <a:pt x="104595" y="21078"/>
                </a:cubicBezTo>
                <a:cubicBezTo>
                  <a:pt x="104595" y="22135"/>
                  <a:pt x="104538" y="23061"/>
                  <a:pt x="104425" y="23854"/>
                </a:cubicBezTo>
                <a:cubicBezTo>
                  <a:pt x="104312" y="24647"/>
                  <a:pt x="104123" y="25327"/>
                  <a:pt x="103858" y="25894"/>
                </a:cubicBezTo>
                <a:cubicBezTo>
                  <a:pt x="103594" y="26460"/>
                  <a:pt x="103273" y="26895"/>
                  <a:pt x="102895" y="27197"/>
                </a:cubicBezTo>
                <a:cubicBezTo>
                  <a:pt x="102517" y="27499"/>
                  <a:pt x="102064" y="27650"/>
                  <a:pt x="101535" y="27650"/>
                </a:cubicBezTo>
                <a:cubicBezTo>
                  <a:pt x="100478" y="27650"/>
                  <a:pt x="98986" y="26876"/>
                  <a:pt x="97059" y="25327"/>
                </a:cubicBezTo>
                <a:cubicBezTo>
                  <a:pt x="95133" y="23778"/>
                  <a:pt x="92602" y="22060"/>
                  <a:pt x="89467" y="20171"/>
                </a:cubicBezTo>
                <a:cubicBezTo>
                  <a:pt x="86331" y="18282"/>
                  <a:pt x="82497" y="16564"/>
                  <a:pt x="77965" y="15015"/>
                </a:cubicBezTo>
                <a:cubicBezTo>
                  <a:pt x="73432" y="13466"/>
                  <a:pt x="68030" y="12692"/>
                  <a:pt x="61760" y="12692"/>
                </a:cubicBezTo>
                <a:cubicBezTo>
                  <a:pt x="54885" y="12692"/>
                  <a:pt x="48577" y="14071"/>
                  <a:pt x="42835" y="16828"/>
                </a:cubicBezTo>
                <a:cubicBezTo>
                  <a:pt x="37094" y="19586"/>
                  <a:pt x="32164" y="23646"/>
                  <a:pt x="28047" y="29010"/>
                </a:cubicBezTo>
                <a:cubicBezTo>
                  <a:pt x="23930" y="34374"/>
                  <a:pt x="20719" y="40984"/>
                  <a:pt x="18415" y="48841"/>
                </a:cubicBezTo>
                <a:cubicBezTo>
                  <a:pt x="16110" y="56698"/>
                  <a:pt x="14958" y="65726"/>
                  <a:pt x="14958" y="75925"/>
                </a:cubicBezTo>
                <a:cubicBezTo>
                  <a:pt x="14958" y="85670"/>
                  <a:pt x="16016" y="94320"/>
                  <a:pt x="18131" y="101875"/>
                </a:cubicBezTo>
                <a:cubicBezTo>
                  <a:pt x="20247" y="109430"/>
                  <a:pt x="23306" y="115795"/>
                  <a:pt x="27310" y="120970"/>
                </a:cubicBezTo>
                <a:cubicBezTo>
                  <a:pt x="31314" y="126145"/>
                  <a:pt x="36263" y="130092"/>
                  <a:pt x="42155" y="132812"/>
                </a:cubicBezTo>
                <a:cubicBezTo>
                  <a:pt x="48048" y="135531"/>
                  <a:pt x="54734" y="136891"/>
                  <a:pt x="62213" y="136891"/>
                </a:cubicBezTo>
                <a:cubicBezTo>
                  <a:pt x="68332" y="136891"/>
                  <a:pt x="73677" y="136117"/>
                  <a:pt x="78248" y="134568"/>
                </a:cubicBezTo>
                <a:cubicBezTo>
                  <a:pt x="82818" y="133019"/>
                  <a:pt x="86728" y="131301"/>
                  <a:pt x="89977" y="129412"/>
                </a:cubicBezTo>
                <a:cubicBezTo>
                  <a:pt x="93225" y="127523"/>
                  <a:pt x="95888" y="125805"/>
                  <a:pt x="97966" y="124256"/>
                </a:cubicBezTo>
                <a:cubicBezTo>
                  <a:pt x="100043" y="122707"/>
                  <a:pt x="101649" y="121933"/>
                  <a:pt x="102782" y="121933"/>
                </a:cubicBezTo>
                <a:cubicBezTo>
                  <a:pt x="103235" y="121933"/>
                  <a:pt x="103613" y="122029"/>
                  <a:pt x="103915" y="122220"/>
                </a:cubicBezTo>
                <a:cubicBezTo>
                  <a:pt x="104217" y="122409"/>
                  <a:pt x="104463" y="122751"/>
                  <a:pt x="104652" y="123247"/>
                </a:cubicBezTo>
                <a:cubicBezTo>
                  <a:pt x="104840" y="123743"/>
                  <a:pt x="104991" y="124411"/>
                  <a:pt x="105105" y="125251"/>
                </a:cubicBezTo>
                <a:cubicBezTo>
                  <a:pt x="105218" y="126089"/>
                  <a:pt x="105275" y="127117"/>
                  <a:pt x="105275" y="128336"/>
                </a:cubicBezTo>
                <a:close/>
                <a:moveTo>
                  <a:pt x="229855" y="93659"/>
                </a:moveTo>
                <a:cubicBezTo>
                  <a:pt x="229855" y="101826"/>
                  <a:pt x="228797" y="109350"/>
                  <a:pt x="226682" y="116231"/>
                </a:cubicBezTo>
                <a:cubicBezTo>
                  <a:pt x="224566" y="123113"/>
                  <a:pt x="221412" y="129089"/>
                  <a:pt x="217219" y="134157"/>
                </a:cubicBezTo>
                <a:cubicBezTo>
                  <a:pt x="213027" y="139224"/>
                  <a:pt x="207795" y="143175"/>
                  <a:pt x="201525" y="146010"/>
                </a:cubicBezTo>
                <a:cubicBezTo>
                  <a:pt x="195254" y="148845"/>
                  <a:pt x="187964" y="150263"/>
                  <a:pt x="179654" y="150263"/>
                </a:cubicBezTo>
                <a:cubicBezTo>
                  <a:pt x="171646" y="150263"/>
                  <a:pt x="164639" y="148996"/>
                  <a:pt x="158633" y="146463"/>
                </a:cubicBezTo>
                <a:cubicBezTo>
                  <a:pt x="152627" y="143930"/>
                  <a:pt x="147603" y="140300"/>
                  <a:pt x="143561" y="135574"/>
                </a:cubicBezTo>
                <a:cubicBezTo>
                  <a:pt x="139519" y="130847"/>
                  <a:pt x="136497" y="125119"/>
                  <a:pt x="134495" y="118388"/>
                </a:cubicBezTo>
                <a:cubicBezTo>
                  <a:pt x="132493" y="111657"/>
                  <a:pt x="131492" y="104057"/>
                  <a:pt x="131492" y="95586"/>
                </a:cubicBezTo>
                <a:cubicBezTo>
                  <a:pt x="131492" y="87420"/>
                  <a:pt x="132531" y="79896"/>
                  <a:pt x="134609" y="73014"/>
                </a:cubicBezTo>
                <a:cubicBezTo>
                  <a:pt x="136686" y="66132"/>
                  <a:pt x="139821" y="60177"/>
                  <a:pt x="144014" y="55148"/>
                </a:cubicBezTo>
                <a:cubicBezTo>
                  <a:pt x="148207" y="50117"/>
                  <a:pt x="153439" y="46203"/>
                  <a:pt x="159709" y="43405"/>
                </a:cubicBezTo>
                <a:cubicBezTo>
                  <a:pt x="165980" y="40608"/>
                  <a:pt x="173308" y="39209"/>
                  <a:pt x="181693" y="39209"/>
                </a:cubicBezTo>
                <a:cubicBezTo>
                  <a:pt x="189701" y="39209"/>
                  <a:pt x="196708" y="40457"/>
                  <a:pt x="202714" y="42952"/>
                </a:cubicBezTo>
                <a:cubicBezTo>
                  <a:pt x="208720" y="45447"/>
                  <a:pt x="213725" y="49058"/>
                  <a:pt x="217729" y="53785"/>
                </a:cubicBezTo>
                <a:cubicBezTo>
                  <a:pt x="221733" y="58511"/>
                  <a:pt x="224755" y="64240"/>
                  <a:pt x="226795" y="70971"/>
                </a:cubicBezTo>
                <a:cubicBezTo>
                  <a:pt x="228835" y="77701"/>
                  <a:pt x="229855" y="85264"/>
                  <a:pt x="229855" y="93659"/>
                </a:cubicBezTo>
                <a:moveTo>
                  <a:pt x="215576" y="94906"/>
                </a:moveTo>
                <a:cubicBezTo>
                  <a:pt x="215576" y="89082"/>
                  <a:pt x="215010" y="83522"/>
                  <a:pt x="213876" y="78227"/>
                </a:cubicBezTo>
                <a:cubicBezTo>
                  <a:pt x="212743" y="72931"/>
                  <a:pt x="210855" y="68260"/>
                  <a:pt x="208210" y="64214"/>
                </a:cubicBezTo>
                <a:cubicBezTo>
                  <a:pt x="205566" y="60167"/>
                  <a:pt x="202016" y="56953"/>
                  <a:pt x="197558" y="54571"/>
                </a:cubicBezTo>
                <a:cubicBezTo>
                  <a:pt x="193101" y="52186"/>
                  <a:pt x="187548" y="50994"/>
                  <a:pt x="180900" y="50994"/>
                </a:cubicBezTo>
                <a:cubicBezTo>
                  <a:pt x="174781" y="50994"/>
                  <a:pt x="169493" y="52091"/>
                  <a:pt x="165035" y="54284"/>
                </a:cubicBezTo>
                <a:cubicBezTo>
                  <a:pt x="160578" y="56477"/>
                  <a:pt x="156933" y="59523"/>
                  <a:pt x="154100" y="63421"/>
                </a:cubicBezTo>
                <a:cubicBezTo>
                  <a:pt x="151267" y="67316"/>
                  <a:pt x="149170" y="71911"/>
                  <a:pt x="147811" y="77207"/>
                </a:cubicBezTo>
                <a:cubicBezTo>
                  <a:pt x="146451" y="82502"/>
                  <a:pt x="145771" y="88213"/>
                  <a:pt x="145771" y="94339"/>
                </a:cubicBezTo>
                <a:cubicBezTo>
                  <a:pt x="145771" y="100239"/>
                  <a:pt x="146337" y="105856"/>
                  <a:pt x="147471" y="111189"/>
                </a:cubicBezTo>
                <a:cubicBezTo>
                  <a:pt x="148604" y="116522"/>
                  <a:pt x="150493" y="121193"/>
                  <a:pt x="153137" y="125202"/>
                </a:cubicBezTo>
                <a:cubicBezTo>
                  <a:pt x="155781" y="129210"/>
                  <a:pt x="159332" y="132388"/>
                  <a:pt x="163789" y="134735"/>
                </a:cubicBezTo>
                <a:cubicBezTo>
                  <a:pt x="168246" y="137079"/>
                  <a:pt x="173799" y="138251"/>
                  <a:pt x="180447" y="138251"/>
                </a:cubicBezTo>
                <a:cubicBezTo>
                  <a:pt x="186566" y="138251"/>
                  <a:pt x="191855" y="137154"/>
                  <a:pt x="196312" y="134961"/>
                </a:cubicBezTo>
                <a:cubicBezTo>
                  <a:pt x="200769" y="132768"/>
                  <a:pt x="204414" y="129743"/>
                  <a:pt x="207247" y="125885"/>
                </a:cubicBezTo>
                <a:cubicBezTo>
                  <a:pt x="210080" y="122025"/>
                  <a:pt x="212177" y="117448"/>
                  <a:pt x="213537" y="112155"/>
                </a:cubicBezTo>
                <a:cubicBezTo>
                  <a:pt x="214896" y="106860"/>
                  <a:pt x="215576" y="101110"/>
                  <a:pt x="215576" y="94906"/>
                </a:cubicBezTo>
                <a:close/>
                <a:moveTo>
                  <a:pt x="316886" y="48700"/>
                </a:moveTo>
                <a:cubicBezTo>
                  <a:pt x="316886" y="49842"/>
                  <a:pt x="316849" y="50812"/>
                  <a:pt x="316773" y="51610"/>
                </a:cubicBezTo>
                <a:cubicBezTo>
                  <a:pt x="316697" y="52408"/>
                  <a:pt x="316565" y="53053"/>
                  <a:pt x="316376" y="53544"/>
                </a:cubicBezTo>
                <a:cubicBezTo>
                  <a:pt x="316188" y="54035"/>
                  <a:pt x="315961" y="54413"/>
                  <a:pt x="315697" y="54677"/>
                </a:cubicBezTo>
                <a:cubicBezTo>
                  <a:pt x="315432" y="54942"/>
                  <a:pt x="315073" y="55074"/>
                  <a:pt x="314620" y="55074"/>
                </a:cubicBezTo>
                <a:cubicBezTo>
                  <a:pt x="313940" y="55074"/>
                  <a:pt x="313147" y="54904"/>
                  <a:pt x="312240" y="54564"/>
                </a:cubicBezTo>
                <a:cubicBezTo>
                  <a:pt x="311334" y="54224"/>
                  <a:pt x="310276" y="53865"/>
                  <a:pt x="309067" y="53487"/>
                </a:cubicBezTo>
                <a:cubicBezTo>
                  <a:pt x="307858" y="53110"/>
                  <a:pt x="306536" y="52751"/>
                  <a:pt x="305101" y="52411"/>
                </a:cubicBezTo>
                <a:cubicBezTo>
                  <a:pt x="303666" y="52071"/>
                  <a:pt x="302079" y="51901"/>
                  <a:pt x="300342" y="51901"/>
                </a:cubicBezTo>
                <a:cubicBezTo>
                  <a:pt x="298302" y="51901"/>
                  <a:pt x="296300" y="52332"/>
                  <a:pt x="294336" y="53193"/>
                </a:cubicBezTo>
                <a:cubicBezTo>
                  <a:pt x="292371" y="54055"/>
                  <a:pt x="290313" y="55442"/>
                  <a:pt x="288160" y="57354"/>
                </a:cubicBezTo>
                <a:cubicBezTo>
                  <a:pt x="286007" y="59267"/>
                  <a:pt x="283740" y="61797"/>
                  <a:pt x="281360" y="64947"/>
                </a:cubicBezTo>
                <a:cubicBezTo>
                  <a:pt x="278981" y="68096"/>
                  <a:pt x="276355" y="71957"/>
                  <a:pt x="273485" y="76530"/>
                </a:cubicBezTo>
                <a:lnTo>
                  <a:pt x="273485" y="145953"/>
                </a:lnTo>
                <a:cubicBezTo>
                  <a:pt x="273485" y="146407"/>
                  <a:pt x="273371" y="146823"/>
                  <a:pt x="273145" y="147203"/>
                </a:cubicBezTo>
                <a:cubicBezTo>
                  <a:pt x="272918" y="147581"/>
                  <a:pt x="272559" y="147883"/>
                  <a:pt x="272068" y="148110"/>
                </a:cubicBezTo>
                <a:cubicBezTo>
                  <a:pt x="271577" y="148337"/>
                  <a:pt x="270897" y="148525"/>
                  <a:pt x="270028" y="148677"/>
                </a:cubicBezTo>
                <a:cubicBezTo>
                  <a:pt x="269160" y="148828"/>
                  <a:pt x="268045" y="148903"/>
                  <a:pt x="266685" y="148903"/>
                </a:cubicBezTo>
                <a:cubicBezTo>
                  <a:pt x="265401" y="148903"/>
                  <a:pt x="264325" y="148828"/>
                  <a:pt x="263456" y="148677"/>
                </a:cubicBezTo>
                <a:cubicBezTo>
                  <a:pt x="262587" y="148525"/>
                  <a:pt x="261888" y="148337"/>
                  <a:pt x="261359" y="148110"/>
                </a:cubicBezTo>
                <a:cubicBezTo>
                  <a:pt x="260830" y="147883"/>
                  <a:pt x="260472" y="147581"/>
                  <a:pt x="260283" y="147203"/>
                </a:cubicBezTo>
                <a:cubicBezTo>
                  <a:pt x="260094" y="146823"/>
                  <a:pt x="259999" y="146407"/>
                  <a:pt x="259999" y="145953"/>
                </a:cubicBezTo>
                <a:lnTo>
                  <a:pt x="259999" y="43292"/>
                </a:lnTo>
                <a:cubicBezTo>
                  <a:pt x="259999" y="42839"/>
                  <a:pt x="260094" y="42423"/>
                  <a:pt x="260283" y="42045"/>
                </a:cubicBezTo>
                <a:cubicBezTo>
                  <a:pt x="260472" y="41665"/>
                  <a:pt x="260830" y="41343"/>
                  <a:pt x="261359" y="41079"/>
                </a:cubicBezTo>
                <a:cubicBezTo>
                  <a:pt x="261888" y="40814"/>
                  <a:pt x="262549" y="40625"/>
                  <a:pt x="263342" y="40512"/>
                </a:cubicBezTo>
                <a:cubicBezTo>
                  <a:pt x="264136" y="40399"/>
                  <a:pt x="265174" y="40342"/>
                  <a:pt x="266459" y="40342"/>
                </a:cubicBezTo>
                <a:cubicBezTo>
                  <a:pt x="267743" y="40342"/>
                  <a:pt x="268801" y="40399"/>
                  <a:pt x="269632" y="40512"/>
                </a:cubicBezTo>
                <a:cubicBezTo>
                  <a:pt x="270463" y="40625"/>
                  <a:pt x="271105" y="40814"/>
                  <a:pt x="271558" y="41079"/>
                </a:cubicBezTo>
                <a:cubicBezTo>
                  <a:pt x="272011" y="41343"/>
                  <a:pt x="272333" y="41665"/>
                  <a:pt x="272521" y="42045"/>
                </a:cubicBezTo>
                <a:cubicBezTo>
                  <a:pt x="272710" y="42423"/>
                  <a:pt x="272805" y="42839"/>
                  <a:pt x="272805" y="43292"/>
                </a:cubicBezTo>
                <a:lnTo>
                  <a:pt x="272805" y="59515"/>
                </a:lnTo>
                <a:cubicBezTo>
                  <a:pt x="275751" y="55227"/>
                  <a:pt x="278471" y="51767"/>
                  <a:pt x="280964" y="49135"/>
                </a:cubicBezTo>
                <a:cubicBezTo>
                  <a:pt x="283457" y="46503"/>
                  <a:pt x="285837" y="44454"/>
                  <a:pt x="288103" y="42987"/>
                </a:cubicBezTo>
                <a:cubicBezTo>
                  <a:pt x="290369" y="41521"/>
                  <a:pt x="292579" y="40525"/>
                  <a:pt x="294732" y="39999"/>
                </a:cubicBezTo>
                <a:cubicBezTo>
                  <a:pt x="296885" y="39472"/>
                  <a:pt x="299095" y="39209"/>
                  <a:pt x="301361" y="39209"/>
                </a:cubicBezTo>
                <a:cubicBezTo>
                  <a:pt x="302344" y="39209"/>
                  <a:pt x="303477" y="39267"/>
                  <a:pt x="304761" y="39382"/>
                </a:cubicBezTo>
                <a:cubicBezTo>
                  <a:pt x="306045" y="39496"/>
                  <a:pt x="307424" y="39705"/>
                  <a:pt x="308897" y="40009"/>
                </a:cubicBezTo>
                <a:cubicBezTo>
                  <a:pt x="310370" y="40314"/>
                  <a:pt x="311693" y="40676"/>
                  <a:pt x="312863" y="41096"/>
                </a:cubicBezTo>
                <a:cubicBezTo>
                  <a:pt x="314034" y="41514"/>
                  <a:pt x="314847" y="41896"/>
                  <a:pt x="315300" y="42240"/>
                </a:cubicBezTo>
                <a:cubicBezTo>
                  <a:pt x="315753" y="42583"/>
                  <a:pt x="316055" y="42887"/>
                  <a:pt x="316206" y="43154"/>
                </a:cubicBezTo>
                <a:cubicBezTo>
                  <a:pt x="316358" y="43421"/>
                  <a:pt x="316490" y="43764"/>
                  <a:pt x="316603" y="44184"/>
                </a:cubicBezTo>
                <a:cubicBezTo>
                  <a:pt x="316716" y="44602"/>
                  <a:pt x="316792" y="45174"/>
                  <a:pt x="316830" y="45898"/>
                </a:cubicBezTo>
                <a:cubicBezTo>
                  <a:pt x="316867" y="46623"/>
                  <a:pt x="316886" y="47557"/>
                  <a:pt x="316886" y="48700"/>
                </a:cubicBezTo>
                <a:close/>
                <a:moveTo>
                  <a:pt x="394866" y="48700"/>
                </a:moveTo>
                <a:cubicBezTo>
                  <a:pt x="394866" y="49842"/>
                  <a:pt x="394828" y="50812"/>
                  <a:pt x="394753" y="51610"/>
                </a:cubicBezTo>
                <a:cubicBezTo>
                  <a:pt x="394677" y="52408"/>
                  <a:pt x="394545" y="53053"/>
                  <a:pt x="394356" y="53544"/>
                </a:cubicBezTo>
                <a:cubicBezTo>
                  <a:pt x="394167" y="54035"/>
                  <a:pt x="393940" y="54413"/>
                  <a:pt x="393676" y="54677"/>
                </a:cubicBezTo>
                <a:cubicBezTo>
                  <a:pt x="393412" y="54942"/>
                  <a:pt x="393053" y="55074"/>
                  <a:pt x="392599" y="55074"/>
                </a:cubicBezTo>
                <a:cubicBezTo>
                  <a:pt x="391919" y="55074"/>
                  <a:pt x="391126" y="54904"/>
                  <a:pt x="390220" y="54564"/>
                </a:cubicBezTo>
                <a:cubicBezTo>
                  <a:pt x="389313" y="54224"/>
                  <a:pt x="388255" y="53865"/>
                  <a:pt x="387047" y="53487"/>
                </a:cubicBezTo>
                <a:cubicBezTo>
                  <a:pt x="385838" y="53110"/>
                  <a:pt x="384516" y="52751"/>
                  <a:pt x="383080" y="52411"/>
                </a:cubicBezTo>
                <a:cubicBezTo>
                  <a:pt x="381645" y="52071"/>
                  <a:pt x="380059" y="51901"/>
                  <a:pt x="378321" y="51901"/>
                </a:cubicBezTo>
                <a:cubicBezTo>
                  <a:pt x="376281" y="51901"/>
                  <a:pt x="374279" y="52332"/>
                  <a:pt x="372315" y="53193"/>
                </a:cubicBezTo>
                <a:cubicBezTo>
                  <a:pt x="370351" y="54055"/>
                  <a:pt x="368292" y="55442"/>
                  <a:pt x="366139" y="57354"/>
                </a:cubicBezTo>
                <a:cubicBezTo>
                  <a:pt x="363986" y="59267"/>
                  <a:pt x="361720" y="61797"/>
                  <a:pt x="359340" y="64947"/>
                </a:cubicBezTo>
                <a:cubicBezTo>
                  <a:pt x="356960" y="68096"/>
                  <a:pt x="354335" y="71957"/>
                  <a:pt x="351464" y="76530"/>
                </a:cubicBezTo>
                <a:lnTo>
                  <a:pt x="351464" y="145953"/>
                </a:lnTo>
                <a:cubicBezTo>
                  <a:pt x="351464" y="146407"/>
                  <a:pt x="351351" y="146823"/>
                  <a:pt x="351124" y="147203"/>
                </a:cubicBezTo>
                <a:cubicBezTo>
                  <a:pt x="350897" y="147581"/>
                  <a:pt x="350539" y="147883"/>
                  <a:pt x="350048" y="148110"/>
                </a:cubicBezTo>
                <a:cubicBezTo>
                  <a:pt x="349556" y="148337"/>
                  <a:pt x="348877" y="148525"/>
                  <a:pt x="348008" y="148677"/>
                </a:cubicBezTo>
                <a:cubicBezTo>
                  <a:pt x="347139" y="148828"/>
                  <a:pt x="346025" y="148903"/>
                  <a:pt x="344665" y="148903"/>
                </a:cubicBezTo>
                <a:cubicBezTo>
                  <a:pt x="343381" y="148903"/>
                  <a:pt x="342304" y="148828"/>
                  <a:pt x="341435" y="148677"/>
                </a:cubicBezTo>
                <a:cubicBezTo>
                  <a:pt x="340566" y="148525"/>
                  <a:pt x="339868" y="148337"/>
                  <a:pt x="339339" y="148110"/>
                </a:cubicBezTo>
                <a:cubicBezTo>
                  <a:pt x="338810" y="147883"/>
                  <a:pt x="338451" y="147581"/>
                  <a:pt x="338262" y="147203"/>
                </a:cubicBezTo>
                <a:cubicBezTo>
                  <a:pt x="338073" y="146823"/>
                  <a:pt x="337979" y="146407"/>
                  <a:pt x="337979" y="145953"/>
                </a:cubicBezTo>
                <a:lnTo>
                  <a:pt x="337979" y="43292"/>
                </a:lnTo>
                <a:cubicBezTo>
                  <a:pt x="337979" y="42839"/>
                  <a:pt x="338073" y="42423"/>
                  <a:pt x="338262" y="42045"/>
                </a:cubicBezTo>
                <a:cubicBezTo>
                  <a:pt x="338451" y="41665"/>
                  <a:pt x="338810" y="41343"/>
                  <a:pt x="339339" y="41079"/>
                </a:cubicBezTo>
                <a:cubicBezTo>
                  <a:pt x="339868" y="40814"/>
                  <a:pt x="340529" y="40625"/>
                  <a:pt x="341322" y="40512"/>
                </a:cubicBezTo>
                <a:cubicBezTo>
                  <a:pt x="342115" y="40399"/>
                  <a:pt x="343154" y="40342"/>
                  <a:pt x="344438" y="40342"/>
                </a:cubicBezTo>
                <a:cubicBezTo>
                  <a:pt x="345722" y="40342"/>
                  <a:pt x="346780" y="40399"/>
                  <a:pt x="347611" y="40512"/>
                </a:cubicBezTo>
                <a:cubicBezTo>
                  <a:pt x="348442" y="40625"/>
                  <a:pt x="349084" y="40814"/>
                  <a:pt x="349538" y="41079"/>
                </a:cubicBezTo>
                <a:cubicBezTo>
                  <a:pt x="349991" y="41343"/>
                  <a:pt x="350312" y="41665"/>
                  <a:pt x="350501" y="42045"/>
                </a:cubicBezTo>
                <a:cubicBezTo>
                  <a:pt x="350690" y="42423"/>
                  <a:pt x="350784" y="42839"/>
                  <a:pt x="350784" y="43292"/>
                </a:cubicBezTo>
                <a:lnTo>
                  <a:pt x="350784" y="59515"/>
                </a:lnTo>
                <a:cubicBezTo>
                  <a:pt x="353730" y="55227"/>
                  <a:pt x="356450" y="51767"/>
                  <a:pt x="358943" y="49135"/>
                </a:cubicBezTo>
                <a:cubicBezTo>
                  <a:pt x="361436" y="46503"/>
                  <a:pt x="363816" y="44454"/>
                  <a:pt x="366082" y="42987"/>
                </a:cubicBezTo>
                <a:cubicBezTo>
                  <a:pt x="368349" y="41521"/>
                  <a:pt x="370559" y="40525"/>
                  <a:pt x="372712" y="39999"/>
                </a:cubicBezTo>
                <a:cubicBezTo>
                  <a:pt x="374865" y="39472"/>
                  <a:pt x="377075" y="39209"/>
                  <a:pt x="379341" y="39209"/>
                </a:cubicBezTo>
                <a:cubicBezTo>
                  <a:pt x="380323" y="39209"/>
                  <a:pt x="381456" y="39267"/>
                  <a:pt x="382741" y="39382"/>
                </a:cubicBezTo>
                <a:cubicBezTo>
                  <a:pt x="384025" y="39496"/>
                  <a:pt x="385404" y="39705"/>
                  <a:pt x="386877" y="40009"/>
                </a:cubicBezTo>
                <a:cubicBezTo>
                  <a:pt x="388350" y="40314"/>
                  <a:pt x="389672" y="40676"/>
                  <a:pt x="390843" y="41096"/>
                </a:cubicBezTo>
                <a:cubicBezTo>
                  <a:pt x="392014" y="41514"/>
                  <a:pt x="392826" y="41896"/>
                  <a:pt x="393279" y="42240"/>
                </a:cubicBezTo>
                <a:cubicBezTo>
                  <a:pt x="393733" y="42583"/>
                  <a:pt x="394035" y="42887"/>
                  <a:pt x="394186" y="43154"/>
                </a:cubicBezTo>
                <a:cubicBezTo>
                  <a:pt x="394337" y="43421"/>
                  <a:pt x="394469" y="43764"/>
                  <a:pt x="394583" y="44184"/>
                </a:cubicBezTo>
                <a:cubicBezTo>
                  <a:pt x="394696" y="44602"/>
                  <a:pt x="394771" y="45174"/>
                  <a:pt x="394809" y="45898"/>
                </a:cubicBezTo>
                <a:cubicBezTo>
                  <a:pt x="394847" y="46623"/>
                  <a:pt x="394866" y="47557"/>
                  <a:pt x="394866" y="48700"/>
                </a:cubicBezTo>
                <a:close/>
                <a:moveTo>
                  <a:pt x="498892" y="89410"/>
                </a:moveTo>
                <a:cubicBezTo>
                  <a:pt x="498892" y="92130"/>
                  <a:pt x="498175" y="93999"/>
                  <a:pt x="496739" y="95019"/>
                </a:cubicBezTo>
                <a:cubicBezTo>
                  <a:pt x="495304" y="96039"/>
                  <a:pt x="493906" y="96549"/>
                  <a:pt x="492546" y="96549"/>
                </a:cubicBezTo>
                <a:lnTo>
                  <a:pt x="422628" y="96549"/>
                </a:lnTo>
                <a:cubicBezTo>
                  <a:pt x="422628" y="102912"/>
                  <a:pt x="423251" y="108669"/>
                  <a:pt x="424497" y="113820"/>
                </a:cubicBezTo>
                <a:cubicBezTo>
                  <a:pt x="425744" y="118971"/>
                  <a:pt x="427803" y="123384"/>
                  <a:pt x="430673" y="127057"/>
                </a:cubicBezTo>
                <a:cubicBezTo>
                  <a:pt x="433544" y="130731"/>
                  <a:pt x="437284" y="133553"/>
                  <a:pt x="441892" y="135524"/>
                </a:cubicBezTo>
                <a:cubicBezTo>
                  <a:pt x="446500" y="137493"/>
                  <a:pt x="452166" y="138478"/>
                  <a:pt x="458890" y="138478"/>
                </a:cubicBezTo>
                <a:cubicBezTo>
                  <a:pt x="463650" y="138478"/>
                  <a:pt x="467918" y="138056"/>
                  <a:pt x="471695" y="137213"/>
                </a:cubicBezTo>
                <a:cubicBezTo>
                  <a:pt x="475473" y="136371"/>
                  <a:pt x="478740" y="135432"/>
                  <a:pt x="481498" y="134398"/>
                </a:cubicBezTo>
                <a:cubicBezTo>
                  <a:pt x="484255" y="133364"/>
                  <a:pt x="486521" y="132426"/>
                  <a:pt x="488297" y="131583"/>
                </a:cubicBezTo>
                <a:cubicBezTo>
                  <a:pt x="490072" y="130740"/>
                  <a:pt x="491338" y="130319"/>
                  <a:pt x="492093" y="130319"/>
                </a:cubicBezTo>
                <a:cubicBezTo>
                  <a:pt x="492546" y="130319"/>
                  <a:pt x="492962" y="130433"/>
                  <a:pt x="493340" y="130662"/>
                </a:cubicBezTo>
                <a:cubicBezTo>
                  <a:pt x="493717" y="130891"/>
                  <a:pt x="494019" y="131254"/>
                  <a:pt x="494246" y="131749"/>
                </a:cubicBezTo>
                <a:cubicBezTo>
                  <a:pt x="494473" y="132245"/>
                  <a:pt x="494643" y="132874"/>
                  <a:pt x="494756" y="133637"/>
                </a:cubicBezTo>
                <a:cubicBezTo>
                  <a:pt x="494869" y="134399"/>
                  <a:pt x="494926" y="135352"/>
                  <a:pt x="494926" y="136495"/>
                </a:cubicBezTo>
                <a:cubicBezTo>
                  <a:pt x="494926" y="137031"/>
                  <a:pt x="494888" y="137546"/>
                  <a:pt x="494813" y="138042"/>
                </a:cubicBezTo>
                <a:cubicBezTo>
                  <a:pt x="494737" y="138538"/>
                  <a:pt x="494643" y="138996"/>
                  <a:pt x="494529" y="139416"/>
                </a:cubicBezTo>
                <a:cubicBezTo>
                  <a:pt x="494416" y="139834"/>
                  <a:pt x="494246" y="140234"/>
                  <a:pt x="494019" y="140617"/>
                </a:cubicBezTo>
                <a:cubicBezTo>
                  <a:pt x="493793" y="140997"/>
                  <a:pt x="493491" y="141378"/>
                  <a:pt x="493113" y="141760"/>
                </a:cubicBezTo>
                <a:cubicBezTo>
                  <a:pt x="492735" y="142141"/>
                  <a:pt x="491564" y="142803"/>
                  <a:pt x="489600" y="143747"/>
                </a:cubicBezTo>
                <a:cubicBezTo>
                  <a:pt x="487636" y="144691"/>
                  <a:pt x="485067" y="145636"/>
                  <a:pt x="481894" y="146580"/>
                </a:cubicBezTo>
                <a:cubicBezTo>
                  <a:pt x="478721" y="147524"/>
                  <a:pt x="475038" y="148374"/>
                  <a:pt x="470845" y="149130"/>
                </a:cubicBezTo>
                <a:cubicBezTo>
                  <a:pt x="466653" y="149885"/>
                  <a:pt x="462139" y="150263"/>
                  <a:pt x="457304" y="150263"/>
                </a:cubicBezTo>
                <a:cubicBezTo>
                  <a:pt x="449371" y="150263"/>
                  <a:pt x="442345" y="149072"/>
                  <a:pt x="436226" y="146690"/>
                </a:cubicBezTo>
                <a:cubicBezTo>
                  <a:pt x="430107" y="144308"/>
                  <a:pt x="424970" y="140791"/>
                  <a:pt x="420814" y="136140"/>
                </a:cubicBezTo>
                <a:cubicBezTo>
                  <a:pt x="416659" y="131490"/>
                  <a:pt x="413505" y="125723"/>
                  <a:pt x="411352" y="118841"/>
                </a:cubicBezTo>
                <a:cubicBezTo>
                  <a:pt x="409199" y="111960"/>
                  <a:pt x="408123" y="103981"/>
                  <a:pt x="408123" y="94906"/>
                </a:cubicBezTo>
                <a:cubicBezTo>
                  <a:pt x="408123" y="86209"/>
                  <a:pt x="409237" y="78419"/>
                  <a:pt x="411465" y="71537"/>
                </a:cubicBezTo>
                <a:cubicBezTo>
                  <a:pt x="413694" y="64655"/>
                  <a:pt x="416886" y="58813"/>
                  <a:pt x="421041" y="54011"/>
                </a:cubicBezTo>
                <a:cubicBezTo>
                  <a:pt x="425196" y="49209"/>
                  <a:pt x="430201" y="45542"/>
                  <a:pt x="436056" y="43009"/>
                </a:cubicBezTo>
                <a:cubicBezTo>
                  <a:pt x="441911" y="40476"/>
                  <a:pt x="448427" y="39209"/>
                  <a:pt x="455604" y="39209"/>
                </a:cubicBezTo>
                <a:cubicBezTo>
                  <a:pt x="463310" y="39209"/>
                  <a:pt x="469882" y="40493"/>
                  <a:pt x="475322" y="43062"/>
                </a:cubicBezTo>
                <a:cubicBezTo>
                  <a:pt x="480761" y="45630"/>
                  <a:pt x="485237" y="49087"/>
                  <a:pt x="488750" y="53431"/>
                </a:cubicBezTo>
                <a:cubicBezTo>
                  <a:pt x="492263" y="57775"/>
                  <a:pt x="494832" y="62817"/>
                  <a:pt x="496456" y="68559"/>
                </a:cubicBezTo>
                <a:cubicBezTo>
                  <a:pt x="498080" y="74301"/>
                  <a:pt x="498892" y="80344"/>
                  <a:pt x="498892" y="86690"/>
                </a:cubicBezTo>
                <a:lnTo>
                  <a:pt x="498892" y="89410"/>
                </a:lnTo>
                <a:moveTo>
                  <a:pt x="484954" y="85444"/>
                </a:moveTo>
                <a:cubicBezTo>
                  <a:pt x="485180" y="74565"/>
                  <a:pt x="482687" y="66066"/>
                  <a:pt x="477475" y="59947"/>
                </a:cubicBezTo>
                <a:cubicBezTo>
                  <a:pt x="472262" y="53827"/>
                  <a:pt x="464669" y="50768"/>
                  <a:pt x="454697" y="50768"/>
                </a:cubicBezTo>
                <a:cubicBezTo>
                  <a:pt x="449560" y="50768"/>
                  <a:pt x="445046" y="51731"/>
                  <a:pt x="441155" y="53657"/>
                </a:cubicBezTo>
                <a:cubicBezTo>
                  <a:pt x="437265" y="55584"/>
                  <a:pt x="433978" y="58133"/>
                  <a:pt x="431297" y="61306"/>
                </a:cubicBezTo>
                <a:cubicBezTo>
                  <a:pt x="428615" y="64479"/>
                  <a:pt x="426556" y="68162"/>
                  <a:pt x="425121" y="72355"/>
                </a:cubicBezTo>
                <a:cubicBezTo>
                  <a:pt x="423685" y="76548"/>
                  <a:pt x="422854" y="80911"/>
                  <a:pt x="422628" y="85444"/>
                </a:cubicBezTo>
                <a:lnTo>
                  <a:pt x="484954" y="85444"/>
                </a:lnTo>
                <a:close/>
                <a:moveTo>
                  <a:pt x="608259" y="130885"/>
                </a:moveTo>
                <a:cubicBezTo>
                  <a:pt x="608259" y="131792"/>
                  <a:pt x="608221" y="132604"/>
                  <a:pt x="608145" y="133322"/>
                </a:cubicBezTo>
                <a:cubicBezTo>
                  <a:pt x="608070" y="134039"/>
                  <a:pt x="607956" y="134663"/>
                  <a:pt x="607805" y="135191"/>
                </a:cubicBezTo>
                <a:cubicBezTo>
                  <a:pt x="607654" y="135720"/>
                  <a:pt x="607446" y="136192"/>
                  <a:pt x="607182" y="136608"/>
                </a:cubicBezTo>
                <a:cubicBezTo>
                  <a:pt x="606918" y="137023"/>
                  <a:pt x="606294" y="137722"/>
                  <a:pt x="605312" y="138704"/>
                </a:cubicBezTo>
                <a:cubicBezTo>
                  <a:pt x="604330" y="139686"/>
                  <a:pt x="602687" y="140933"/>
                  <a:pt x="600383" y="142444"/>
                </a:cubicBezTo>
                <a:cubicBezTo>
                  <a:pt x="598079" y="143955"/>
                  <a:pt x="595491" y="145277"/>
                  <a:pt x="592620" y="146410"/>
                </a:cubicBezTo>
                <a:cubicBezTo>
                  <a:pt x="589750" y="147543"/>
                  <a:pt x="586652" y="148469"/>
                  <a:pt x="583328" y="149187"/>
                </a:cubicBezTo>
                <a:cubicBezTo>
                  <a:pt x="580004" y="149904"/>
                  <a:pt x="576567" y="150263"/>
                  <a:pt x="573016" y="150263"/>
                </a:cubicBezTo>
                <a:cubicBezTo>
                  <a:pt x="565915" y="150263"/>
                  <a:pt x="559625" y="149072"/>
                  <a:pt x="554148" y="146690"/>
                </a:cubicBezTo>
                <a:cubicBezTo>
                  <a:pt x="548671" y="144308"/>
                  <a:pt x="544081" y="140791"/>
                  <a:pt x="540380" y="136140"/>
                </a:cubicBezTo>
                <a:cubicBezTo>
                  <a:pt x="536678" y="131490"/>
                  <a:pt x="533864" y="125780"/>
                  <a:pt x="531937" y="119011"/>
                </a:cubicBezTo>
                <a:cubicBezTo>
                  <a:pt x="530011" y="112243"/>
                  <a:pt x="529048" y="104434"/>
                  <a:pt x="529048" y="95586"/>
                </a:cubicBezTo>
                <a:cubicBezTo>
                  <a:pt x="529048" y="85604"/>
                  <a:pt x="530237" y="77059"/>
                  <a:pt x="532617" y="69951"/>
                </a:cubicBezTo>
                <a:cubicBezTo>
                  <a:pt x="534997" y="62842"/>
                  <a:pt x="538264" y="57019"/>
                  <a:pt x="542419" y="52482"/>
                </a:cubicBezTo>
                <a:cubicBezTo>
                  <a:pt x="546574" y="47944"/>
                  <a:pt x="551428" y="44598"/>
                  <a:pt x="556981" y="42442"/>
                </a:cubicBezTo>
                <a:cubicBezTo>
                  <a:pt x="562534" y="40287"/>
                  <a:pt x="568483" y="39209"/>
                  <a:pt x="574829" y="39209"/>
                </a:cubicBezTo>
                <a:cubicBezTo>
                  <a:pt x="578229" y="39209"/>
                  <a:pt x="581477" y="39534"/>
                  <a:pt x="584575" y="40183"/>
                </a:cubicBezTo>
                <a:cubicBezTo>
                  <a:pt x="587672" y="40830"/>
                  <a:pt x="590524" y="41687"/>
                  <a:pt x="593130" y="42754"/>
                </a:cubicBezTo>
                <a:cubicBezTo>
                  <a:pt x="595737" y="43818"/>
                  <a:pt x="598060" y="45037"/>
                  <a:pt x="600100" y="46408"/>
                </a:cubicBezTo>
                <a:cubicBezTo>
                  <a:pt x="602139" y="47780"/>
                  <a:pt x="603631" y="48943"/>
                  <a:pt x="604576" y="49896"/>
                </a:cubicBezTo>
                <a:cubicBezTo>
                  <a:pt x="605520" y="50848"/>
                  <a:pt x="606162" y="51571"/>
                  <a:pt x="606502" y="52067"/>
                </a:cubicBezTo>
                <a:cubicBezTo>
                  <a:pt x="606842" y="52561"/>
                  <a:pt x="607107" y="53110"/>
                  <a:pt x="607295" y="53714"/>
                </a:cubicBezTo>
                <a:cubicBezTo>
                  <a:pt x="607484" y="54318"/>
                  <a:pt x="607616" y="54979"/>
                  <a:pt x="607692" y="55697"/>
                </a:cubicBezTo>
                <a:cubicBezTo>
                  <a:pt x="607768" y="56415"/>
                  <a:pt x="607805" y="57265"/>
                  <a:pt x="607805" y="58247"/>
                </a:cubicBezTo>
                <a:cubicBezTo>
                  <a:pt x="607805" y="60438"/>
                  <a:pt x="607484" y="61967"/>
                  <a:pt x="606842" y="62836"/>
                </a:cubicBezTo>
                <a:cubicBezTo>
                  <a:pt x="606200" y="63705"/>
                  <a:pt x="605501" y="64139"/>
                  <a:pt x="604746" y="64139"/>
                </a:cubicBezTo>
                <a:cubicBezTo>
                  <a:pt x="603688" y="64139"/>
                  <a:pt x="602385" y="63454"/>
                  <a:pt x="600836" y="62082"/>
                </a:cubicBezTo>
                <a:cubicBezTo>
                  <a:pt x="599287" y="60710"/>
                  <a:pt x="597304" y="59205"/>
                  <a:pt x="594887" y="57567"/>
                </a:cubicBezTo>
                <a:cubicBezTo>
                  <a:pt x="592469" y="55928"/>
                  <a:pt x="589542" y="54423"/>
                  <a:pt x="586104" y="53052"/>
                </a:cubicBezTo>
                <a:cubicBezTo>
                  <a:pt x="582667" y="51680"/>
                  <a:pt x="578569" y="50994"/>
                  <a:pt x="573809" y="50994"/>
                </a:cubicBezTo>
                <a:cubicBezTo>
                  <a:pt x="563988" y="50994"/>
                  <a:pt x="556414" y="54776"/>
                  <a:pt x="551088" y="62340"/>
                </a:cubicBezTo>
                <a:cubicBezTo>
                  <a:pt x="545762" y="69905"/>
                  <a:pt x="543099" y="80835"/>
                  <a:pt x="543099" y="95133"/>
                </a:cubicBezTo>
                <a:cubicBezTo>
                  <a:pt x="543099" y="102319"/>
                  <a:pt x="543817" y="108617"/>
                  <a:pt x="545252" y="114025"/>
                </a:cubicBezTo>
                <a:cubicBezTo>
                  <a:pt x="546688" y="119434"/>
                  <a:pt x="548746" y="123935"/>
                  <a:pt x="551428" y="127528"/>
                </a:cubicBezTo>
                <a:cubicBezTo>
                  <a:pt x="554110" y="131121"/>
                  <a:pt x="557378" y="133807"/>
                  <a:pt x="561231" y="135585"/>
                </a:cubicBezTo>
                <a:cubicBezTo>
                  <a:pt x="565083" y="137362"/>
                  <a:pt x="569427" y="138251"/>
                  <a:pt x="574262" y="138251"/>
                </a:cubicBezTo>
                <a:cubicBezTo>
                  <a:pt x="578795" y="138251"/>
                  <a:pt x="582799" y="137533"/>
                  <a:pt x="586274" y="136098"/>
                </a:cubicBezTo>
                <a:cubicBezTo>
                  <a:pt x="589750" y="134663"/>
                  <a:pt x="592771" y="133076"/>
                  <a:pt x="595340" y="131339"/>
                </a:cubicBezTo>
                <a:cubicBezTo>
                  <a:pt x="597909" y="129601"/>
                  <a:pt x="600043" y="128014"/>
                  <a:pt x="601743" y="126579"/>
                </a:cubicBezTo>
                <a:cubicBezTo>
                  <a:pt x="603442" y="125144"/>
                  <a:pt x="604708" y="124426"/>
                  <a:pt x="605539" y="124426"/>
                </a:cubicBezTo>
                <a:cubicBezTo>
                  <a:pt x="605992" y="124426"/>
                  <a:pt x="606389" y="124558"/>
                  <a:pt x="606729" y="124823"/>
                </a:cubicBezTo>
                <a:cubicBezTo>
                  <a:pt x="607069" y="125087"/>
                  <a:pt x="607352" y="125503"/>
                  <a:pt x="607579" y="126069"/>
                </a:cubicBezTo>
                <a:cubicBezTo>
                  <a:pt x="607805" y="126636"/>
                  <a:pt x="607975" y="127316"/>
                  <a:pt x="608089" y="128109"/>
                </a:cubicBezTo>
                <a:cubicBezTo>
                  <a:pt x="608202" y="128902"/>
                  <a:pt x="608259" y="129828"/>
                  <a:pt x="608259" y="130885"/>
                </a:cubicBezTo>
                <a:close/>
                <a:moveTo>
                  <a:pt x="685378" y="139951"/>
                </a:moveTo>
                <a:cubicBezTo>
                  <a:pt x="685378" y="141537"/>
                  <a:pt x="685245" y="142822"/>
                  <a:pt x="684981" y="143804"/>
                </a:cubicBezTo>
                <a:cubicBezTo>
                  <a:pt x="684717" y="144786"/>
                  <a:pt x="684301" y="145560"/>
                  <a:pt x="683734" y="146127"/>
                </a:cubicBezTo>
                <a:cubicBezTo>
                  <a:pt x="683168" y="146693"/>
                  <a:pt x="682337" y="147222"/>
                  <a:pt x="681241" y="147713"/>
                </a:cubicBezTo>
                <a:cubicBezTo>
                  <a:pt x="680146" y="148204"/>
                  <a:pt x="678881" y="148620"/>
                  <a:pt x="677445" y="148960"/>
                </a:cubicBezTo>
                <a:cubicBezTo>
                  <a:pt x="676010" y="149300"/>
                  <a:pt x="674499" y="149564"/>
                  <a:pt x="672912" y="149753"/>
                </a:cubicBezTo>
                <a:cubicBezTo>
                  <a:pt x="671326" y="149942"/>
                  <a:pt x="669777" y="150036"/>
                  <a:pt x="668266" y="150036"/>
                </a:cubicBezTo>
                <a:cubicBezTo>
                  <a:pt x="663205" y="150036"/>
                  <a:pt x="658898" y="149356"/>
                  <a:pt x="655348" y="147997"/>
                </a:cubicBezTo>
                <a:cubicBezTo>
                  <a:pt x="651797" y="146637"/>
                  <a:pt x="648888" y="144578"/>
                  <a:pt x="646622" y="141821"/>
                </a:cubicBezTo>
                <a:cubicBezTo>
                  <a:pt x="644356" y="139063"/>
                  <a:pt x="642712" y="135569"/>
                  <a:pt x="641693" y="131339"/>
                </a:cubicBezTo>
                <a:cubicBezTo>
                  <a:pt x="640673" y="127108"/>
                  <a:pt x="640163" y="122122"/>
                  <a:pt x="640163" y="116380"/>
                </a:cubicBezTo>
                <a:lnTo>
                  <a:pt x="640163" y="52581"/>
                </a:lnTo>
                <a:lnTo>
                  <a:pt x="624864" y="52581"/>
                </a:lnTo>
                <a:cubicBezTo>
                  <a:pt x="623807" y="52581"/>
                  <a:pt x="622976" y="52104"/>
                  <a:pt x="622371" y="51150"/>
                </a:cubicBezTo>
                <a:cubicBezTo>
                  <a:pt x="621767" y="50196"/>
                  <a:pt x="621465" y="48766"/>
                  <a:pt x="621465" y="46858"/>
                </a:cubicBezTo>
                <a:cubicBezTo>
                  <a:pt x="621465" y="45866"/>
                  <a:pt x="621540" y="45008"/>
                  <a:pt x="621691" y="44284"/>
                </a:cubicBezTo>
                <a:cubicBezTo>
                  <a:pt x="621843" y="43559"/>
                  <a:pt x="622069" y="42948"/>
                  <a:pt x="622371" y="42453"/>
                </a:cubicBezTo>
                <a:cubicBezTo>
                  <a:pt x="622674" y="41957"/>
                  <a:pt x="623032" y="41595"/>
                  <a:pt x="623448" y="41366"/>
                </a:cubicBezTo>
                <a:cubicBezTo>
                  <a:pt x="623863" y="41137"/>
                  <a:pt x="624336" y="41022"/>
                  <a:pt x="624864" y="41022"/>
                </a:cubicBezTo>
                <a:lnTo>
                  <a:pt x="640163" y="41022"/>
                </a:lnTo>
                <a:lnTo>
                  <a:pt x="640163" y="15865"/>
                </a:lnTo>
                <a:cubicBezTo>
                  <a:pt x="640163" y="15412"/>
                  <a:pt x="640257" y="14996"/>
                  <a:pt x="640446" y="14618"/>
                </a:cubicBezTo>
                <a:cubicBezTo>
                  <a:pt x="640635" y="14241"/>
                  <a:pt x="640994" y="13920"/>
                  <a:pt x="641523" y="13655"/>
                </a:cubicBezTo>
                <a:cubicBezTo>
                  <a:pt x="642051" y="13391"/>
                  <a:pt x="642750" y="13202"/>
                  <a:pt x="643619" y="13089"/>
                </a:cubicBezTo>
                <a:cubicBezTo>
                  <a:pt x="644488" y="12975"/>
                  <a:pt x="645564" y="12919"/>
                  <a:pt x="646849" y="12919"/>
                </a:cubicBezTo>
                <a:cubicBezTo>
                  <a:pt x="648208" y="12919"/>
                  <a:pt x="649323" y="12975"/>
                  <a:pt x="650192" y="13089"/>
                </a:cubicBezTo>
                <a:cubicBezTo>
                  <a:pt x="651060" y="13202"/>
                  <a:pt x="651740" y="13391"/>
                  <a:pt x="652231" y="13655"/>
                </a:cubicBezTo>
                <a:cubicBezTo>
                  <a:pt x="652722" y="13920"/>
                  <a:pt x="653081" y="14241"/>
                  <a:pt x="653308" y="14618"/>
                </a:cubicBezTo>
                <a:cubicBezTo>
                  <a:pt x="653535" y="14996"/>
                  <a:pt x="653648" y="15412"/>
                  <a:pt x="653648" y="15865"/>
                </a:cubicBezTo>
                <a:lnTo>
                  <a:pt x="653648" y="41022"/>
                </a:lnTo>
                <a:lnTo>
                  <a:pt x="681978" y="41022"/>
                </a:lnTo>
                <a:cubicBezTo>
                  <a:pt x="682507" y="41022"/>
                  <a:pt x="682979" y="41137"/>
                  <a:pt x="683395" y="41366"/>
                </a:cubicBezTo>
                <a:cubicBezTo>
                  <a:pt x="683810" y="41595"/>
                  <a:pt x="684169" y="41957"/>
                  <a:pt x="684471" y="42453"/>
                </a:cubicBezTo>
                <a:cubicBezTo>
                  <a:pt x="684773" y="42948"/>
                  <a:pt x="685000" y="43559"/>
                  <a:pt x="685151" y="44284"/>
                </a:cubicBezTo>
                <a:cubicBezTo>
                  <a:pt x="685302" y="45008"/>
                  <a:pt x="685378" y="45866"/>
                  <a:pt x="685378" y="46858"/>
                </a:cubicBezTo>
                <a:cubicBezTo>
                  <a:pt x="685378" y="48766"/>
                  <a:pt x="685057" y="50196"/>
                  <a:pt x="684414" y="51150"/>
                </a:cubicBezTo>
                <a:cubicBezTo>
                  <a:pt x="683772" y="52104"/>
                  <a:pt x="682960" y="52581"/>
                  <a:pt x="681978" y="52581"/>
                </a:cubicBezTo>
                <a:lnTo>
                  <a:pt x="653648" y="52581"/>
                </a:lnTo>
                <a:lnTo>
                  <a:pt x="653648" y="114567"/>
                </a:lnTo>
                <a:cubicBezTo>
                  <a:pt x="653648" y="122348"/>
                  <a:pt x="654762" y="128279"/>
                  <a:pt x="656991" y="132358"/>
                </a:cubicBezTo>
                <a:cubicBezTo>
                  <a:pt x="659219" y="136438"/>
                  <a:pt x="663280" y="138478"/>
                  <a:pt x="669173" y="138478"/>
                </a:cubicBezTo>
                <a:cubicBezTo>
                  <a:pt x="670986" y="138478"/>
                  <a:pt x="672629" y="138289"/>
                  <a:pt x="674102" y="137911"/>
                </a:cubicBezTo>
                <a:cubicBezTo>
                  <a:pt x="675575" y="137533"/>
                  <a:pt x="676879" y="137118"/>
                  <a:pt x="678012" y="136665"/>
                </a:cubicBezTo>
                <a:cubicBezTo>
                  <a:pt x="679145" y="136211"/>
                  <a:pt x="680108" y="135796"/>
                  <a:pt x="680901" y="135418"/>
                </a:cubicBezTo>
                <a:cubicBezTo>
                  <a:pt x="681695" y="135040"/>
                  <a:pt x="682394" y="134851"/>
                  <a:pt x="682998" y="134851"/>
                </a:cubicBezTo>
                <a:cubicBezTo>
                  <a:pt x="683376" y="134851"/>
                  <a:pt x="683716" y="134927"/>
                  <a:pt x="684018" y="135078"/>
                </a:cubicBezTo>
                <a:cubicBezTo>
                  <a:pt x="684320" y="135229"/>
                  <a:pt x="684565" y="135513"/>
                  <a:pt x="684754" y="135928"/>
                </a:cubicBezTo>
                <a:cubicBezTo>
                  <a:pt x="684943" y="136344"/>
                  <a:pt x="685094" y="136872"/>
                  <a:pt x="685208" y="137514"/>
                </a:cubicBezTo>
                <a:cubicBezTo>
                  <a:pt x="685321" y="138157"/>
                  <a:pt x="685378" y="138969"/>
                  <a:pt x="685378" y="139951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detection">
            <a:extLst xmlns:a="http://schemas.openxmlformats.org/drawingml/2006/main">
              <a:ext uri="{FF2B5EF4-FFF2-40B4-BE49-F238E27FC236}">
                <a16:creationId xmlns:a16="http://schemas.microsoft.com/office/drawing/2014/main" id="{0A7FE17C-F878-4A54-9D23-C2EB0DF7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950" y="3463008"/>
            <a:ext cx="872784" cy="159555"/>
          </a:xfrm>
          <a:custGeom xmlns:a="http://schemas.openxmlformats.org/drawingml/2006/main">
            <a:pathLst>
              <a:path w="872784" h="159555">
                <a:moveTo>
                  <a:pt x="89523" y="155246"/>
                </a:moveTo>
                <a:cubicBezTo>
                  <a:pt x="89523" y="155777"/>
                  <a:pt x="89429" y="156231"/>
                  <a:pt x="89240" y="156609"/>
                </a:cubicBezTo>
                <a:cubicBezTo>
                  <a:pt x="89051" y="156987"/>
                  <a:pt x="88711" y="157289"/>
                  <a:pt x="88220" y="157516"/>
                </a:cubicBezTo>
                <a:cubicBezTo>
                  <a:pt x="87729" y="157742"/>
                  <a:pt x="87106" y="157912"/>
                  <a:pt x="86350" y="158026"/>
                </a:cubicBezTo>
                <a:cubicBezTo>
                  <a:pt x="85595" y="158139"/>
                  <a:pt x="84650" y="158195"/>
                  <a:pt x="83517" y="158195"/>
                </a:cubicBezTo>
                <a:cubicBezTo>
                  <a:pt x="82308" y="158195"/>
                  <a:pt x="81307" y="158139"/>
                  <a:pt x="80514" y="158026"/>
                </a:cubicBezTo>
                <a:cubicBezTo>
                  <a:pt x="79721" y="157915"/>
                  <a:pt x="79079" y="157746"/>
                  <a:pt x="78588" y="157519"/>
                </a:cubicBezTo>
                <a:cubicBezTo>
                  <a:pt x="78097" y="157295"/>
                  <a:pt x="77719" y="156995"/>
                  <a:pt x="77455" y="156620"/>
                </a:cubicBezTo>
                <a:cubicBezTo>
                  <a:pt x="77190" y="156242"/>
                  <a:pt x="77058" y="155791"/>
                  <a:pt x="77058" y="155267"/>
                </a:cubicBezTo>
                <a:lnTo>
                  <a:pt x="77058" y="140613"/>
                </a:lnTo>
                <a:cubicBezTo>
                  <a:pt x="71619" y="146510"/>
                  <a:pt x="65990" y="151142"/>
                  <a:pt x="60173" y="154509"/>
                </a:cubicBezTo>
                <a:cubicBezTo>
                  <a:pt x="54356" y="157873"/>
                  <a:pt x="48010" y="159555"/>
                  <a:pt x="41135" y="159555"/>
                </a:cubicBezTo>
                <a:cubicBezTo>
                  <a:pt x="33732" y="159555"/>
                  <a:pt x="27424" y="158119"/>
                  <a:pt x="22211" y="155246"/>
                </a:cubicBezTo>
                <a:cubicBezTo>
                  <a:pt x="16998" y="152372"/>
                  <a:pt x="12749" y="148478"/>
                  <a:pt x="9462" y="143563"/>
                </a:cubicBezTo>
                <a:cubicBezTo>
                  <a:pt x="6176" y="138645"/>
                  <a:pt x="3777" y="132879"/>
                  <a:pt x="2266" y="126264"/>
                </a:cubicBezTo>
                <a:cubicBezTo>
                  <a:pt x="755" y="119646"/>
                  <a:pt x="0" y="112631"/>
                  <a:pt x="0" y="105218"/>
                </a:cubicBezTo>
                <a:cubicBezTo>
                  <a:pt x="0" y="96523"/>
                  <a:pt x="944" y="88678"/>
                  <a:pt x="2833" y="81683"/>
                </a:cubicBezTo>
                <a:cubicBezTo>
                  <a:pt x="4722" y="74688"/>
                  <a:pt x="7517" y="68732"/>
                  <a:pt x="11219" y="63817"/>
                </a:cubicBezTo>
                <a:cubicBezTo>
                  <a:pt x="14921" y="58900"/>
                  <a:pt x="19491" y="55117"/>
                  <a:pt x="24931" y="52471"/>
                </a:cubicBezTo>
                <a:cubicBezTo>
                  <a:pt x="30370" y="49824"/>
                  <a:pt x="36678" y="48501"/>
                  <a:pt x="43855" y="48501"/>
                </a:cubicBezTo>
                <a:cubicBezTo>
                  <a:pt x="50050" y="48501"/>
                  <a:pt x="55716" y="49882"/>
                  <a:pt x="60853" y="52644"/>
                </a:cubicBezTo>
                <a:cubicBezTo>
                  <a:pt x="65990" y="55404"/>
                  <a:pt x="71052" y="59469"/>
                  <a:pt x="76038" y="64837"/>
                </a:cubicBezTo>
                <a:lnTo>
                  <a:pt x="76038" y="2953"/>
                </a:lnTo>
                <a:cubicBezTo>
                  <a:pt x="76038" y="2498"/>
                  <a:pt x="76133" y="2081"/>
                  <a:pt x="76321" y="1703"/>
                </a:cubicBezTo>
                <a:cubicBezTo>
                  <a:pt x="76510" y="1326"/>
                  <a:pt x="76869" y="1023"/>
                  <a:pt x="77398" y="797"/>
                </a:cubicBezTo>
                <a:cubicBezTo>
                  <a:pt x="77927" y="568"/>
                  <a:pt x="78626" y="378"/>
                  <a:pt x="79494" y="227"/>
                </a:cubicBezTo>
                <a:cubicBezTo>
                  <a:pt x="80363" y="76"/>
                  <a:pt x="81440" y="0"/>
                  <a:pt x="82724" y="0"/>
                </a:cubicBezTo>
                <a:cubicBezTo>
                  <a:pt x="84084" y="0"/>
                  <a:pt x="85198" y="76"/>
                  <a:pt x="86067" y="227"/>
                </a:cubicBezTo>
                <a:cubicBezTo>
                  <a:pt x="86936" y="378"/>
                  <a:pt x="87616" y="567"/>
                  <a:pt x="88107" y="793"/>
                </a:cubicBezTo>
                <a:cubicBezTo>
                  <a:pt x="88598" y="1020"/>
                  <a:pt x="88957" y="1322"/>
                  <a:pt x="89183" y="1700"/>
                </a:cubicBezTo>
                <a:cubicBezTo>
                  <a:pt x="89410" y="2078"/>
                  <a:pt x="89523" y="2494"/>
                  <a:pt x="89523" y="2950"/>
                </a:cubicBezTo>
                <a:lnTo>
                  <a:pt x="89523" y="155246"/>
                </a:lnTo>
                <a:moveTo>
                  <a:pt x="76038" y="81283"/>
                </a:moveTo>
                <a:cubicBezTo>
                  <a:pt x="70372" y="74398"/>
                  <a:pt x="64914" y="69141"/>
                  <a:pt x="59663" y="65510"/>
                </a:cubicBezTo>
                <a:cubicBezTo>
                  <a:pt x="54413" y="61877"/>
                  <a:pt x="48917" y="60060"/>
                  <a:pt x="43175" y="60060"/>
                </a:cubicBezTo>
                <a:cubicBezTo>
                  <a:pt x="37962" y="60060"/>
                  <a:pt x="33505" y="61309"/>
                  <a:pt x="29803" y="63807"/>
                </a:cubicBezTo>
                <a:cubicBezTo>
                  <a:pt x="26102" y="66302"/>
                  <a:pt x="23080" y="69592"/>
                  <a:pt x="20738" y="73676"/>
                </a:cubicBezTo>
                <a:cubicBezTo>
                  <a:pt x="18396" y="77760"/>
                  <a:pt x="16696" y="82375"/>
                  <a:pt x="15638" y="87519"/>
                </a:cubicBezTo>
                <a:cubicBezTo>
                  <a:pt x="14581" y="92663"/>
                  <a:pt x="14052" y="97883"/>
                  <a:pt x="14052" y="103178"/>
                </a:cubicBezTo>
                <a:cubicBezTo>
                  <a:pt x="14052" y="108851"/>
                  <a:pt x="14505" y="114373"/>
                  <a:pt x="15412" y="119744"/>
                </a:cubicBezTo>
                <a:cubicBezTo>
                  <a:pt x="16318" y="125115"/>
                  <a:pt x="17867" y="129900"/>
                  <a:pt x="20058" y="134097"/>
                </a:cubicBezTo>
                <a:cubicBezTo>
                  <a:pt x="22249" y="138295"/>
                  <a:pt x="25157" y="141661"/>
                  <a:pt x="28783" y="144197"/>
                </a:cubicBezTo>
                <a:cubicBezTo>
                  <a:pt x="32410" y="146730"/>
                  <a:pt x="36942" y="147997"/>
                  <a:pt x="42382" y="147997"/>
                </a:cubicBezTo>
                <a:cubicBezTo>
                  <a:pt x="45102" y="147997"/>
                  <a:pt x="47746" y="147619"/>
                  <a:pt x="50314" y="146863"/>
                </a:cubicBezTo>
                <a:cubicBezTo>
                  <a:pt x="52883" y="146106"/>
                  <a:pt x="55527" y="144857"/>
                  <a:pt x="58247" y="143117"/>
                </a:cubicBezTo>
                <a:cubicBezTo>
                  <a:pt x="60966" y="141377"/>
                  <a:pt x="63781" y="139126"/>
                  <a:pt x="66689" y="136364"/>
                </a:cubicBezTo>
                <a:cubicBezTo>
                  <a:pt x="69598" y="133601"/>
                  <a:pt x="72714" y="130177"/>
                  <a:pt x="76038" y="126090"/>
                </a:cubicBezTo>
                <a:lnTo>
                  <a:pt x="76038" y="81283"/>
                </a:lnTo>
                <a:close/>
                <a:moveTo>
                  <a:pt x="211808" y="98702"/>
                </a:moveTo>
                <a:cubicBezTo>
                  <a:pt x="211808" y="101422"/>
                  <a:pt x="211090" y="103292"/>
                  <a:pt x="209655" y="104312"/>
                </a:cubicBezTo>
                <a:cubicBezTo>
                  <a:pt x="208220" y="105331"/>
                  <a:pt x="206822" y="105841"/>
                  <a:pt x="205462" y="105841"/>
                </a:cubicBezTo>
                <a:lnTo>
                  <a:pt x="135543" y="105841"/>
                </a:lnTo>
                <a:cubicBezTo>
                  <a:pt x="135543" y="112204"/>
                  <a:pt x="136167" y="117961"/>
                  <a:pt x="137413" y="123112"/>
                </a:cubicBezTo>
                <a:cubicBezTo>
                  <a:pt x="138660" y="128264"/>
                  <a:pt x="140718" y="132676"/>
                  <a:pt x="143589" y="136349"/>
                </a:cubicBezTo>
                <a:cubicBezTo>
                  <a:pt x="146460" y="140023"/>
                  <a:pt x="150200" y="142845"/>
                  <a:pt x="154808" y="144817"/>
                </a:cubicBezTo>
                <a:cubicBezTo>
                  <a:pt x="159416" y="146786"/>
                  <a:pt x="165082" y="147770"/>
                  <a:pt x="171806" y="147770"/>
                </a:cubicBezTo>
                <a:cubicBezTo>
                  <a:pt x="176565" y="147770"/>
                  <a:pt x="180834" y="147349"/>
                  <a:pt x="184611" y="146506"/>
                </a:cubicBezTo>
                <a:cubicBezTo>
                  <a:pt x="188389" y="145663"/>
                  <a:pt x="191656" y="144725"/>
                  <a:pt x="194413" y="143690"/>
                </a:cubicBezTo>
                <a:cubicBezTo>
                  <a:pt x="197171" y="142656"/>
                  <a:pt x="199437" y="141718"/>
                  <a:pt x="201213" y="140875"/>
                </a:cubicBezTo>
                <a:cubicBezTo>
                  <a:pt x="202988" y="140032"/>
                  <a:pt x="204253" y="139611"/>
                  <a:pt x="205009" y="139611"/>
                </a:cubicBezTo>
                <a:cubicBezTo>
                  <a:pt x="205462" y="139611"/>
                  <a:pt x="205878" y="139725"/>
                  <a:pt x="206255" y="139954"/>
                </a:cubicBezTo>
                <a:cubicBezTo>
                  <a:pt x="206633" y="140183"/>
                  <a:pt x="206935" y="140546"/>
                  <a:pt x="207162" y="141042"/>
                </a:cubicBezTo>
                <a:cubicBezTo>
                  <a:pt x="207389" y="141537"/>
                  <a:pt x="207559" y="142167"/>
                  <a:pt x="207672" y="142929"/>
                </a:cubicBezTo>
                <a:cubicBezTo>
                  <a:pt x="207785" y="143692"/>
                  <a:pt x="207842" y="144644"/>
                  <a:pt x="207842" y="145787"/>
                </a:cubicBezTo>
                <a:cubicBezTo>
                  <a:pt x="207842" y="146323"/>
                  <a:pt x="207804" y="146839"/>
                  <a:pt x="207729" y="147334"/>
                </a:cubicBezTo>
                <a:cubicBezTo>
                  <a:pt x="207653" y="147830"/>
                  <a:pt x="207559" y="148288"/>
                  <a:pt x="207445" y="148708"/>
                </a:cubicBezTo>
                <a:cubicBezTo>
                  <a:pt x="207332" y="149126"/>
                  <a:pt x="207162" y="149526"/>
                  <a:pt x="206935" y="149909"/>
                </a:cubicBezTo>
                <a:cubicBezTo>
                  <a:pt x="206709" y="150289"/>
                  <a:pt x="206407" y="150670"/>
                  <a:pt x="206029" y="151053"/>
                </a:cubicBezTo>
                <a:cubicBezTo>
                  <a:pt x="205651" y="151433"/>
                  <a:pt x="204480" y="152095"/>
                  <a:pt x="202516" y="153039"/>
                </a:cubicBezTo>
                <a:cubicBezTo>
                  <a:pt x="200552" y="153984"/>
                  <a:pt x="197983" y="154928"/>
                  <a:pt x="194810" y="155872"/>
                </a:cubicBezTo>
                <a:cubicBezTo>
                  <a:pt x="191637" y="156817"/>
                  <a:pt x="187954" y="157667"/>
                  <a:pt x="183761" y="158422"/>
                </a:cubicBezTo>
                <a:cubicBezTo>
                  <a:pt x="179568" y="159178"/>
                  <a:pt x="175054" y="159555"/>
                  <a:pt x="170219" y="159555"/>
                </a:cubicBezTo>
                <a:cubicBezTo>
                  <a:pt x="162287" y="159555"/>
                  <a:pt x="155261" y="158364"/>
                  <a:pt x="149142" y="155982"/>
                </a:cubicBezTo>
                <a:cubicBezTo>
                  <a:pt x="143023" y="153600"/>
                  <a:pt x="137885" y="150084"/>
                  <a:pt x="133730" y="145433"/>
                </a:cubicBezTo>
                <a:cubicBezTo>
                  <a:pt x="129575" y="140782"/>
                  <a:pt x="126421" y="135016"/>
                  <a:pt x="124268" y="128134"/>
                </a:cubicBezTo>
                <a:cubicBezTo>
                  <a:pt x="122115" y="121252"/>
                  <a:pt x="121038" y="113273"/>
                  <a:pt x="121038" y="104198"/>
                </a:cubicBezTo>
                <a:cubicBezTo>
                  <a:pt x="121038" y="95501"/>
                  <a:pt x="122153" y="87711"/>
                  <a:pt x="124381" y="80829"/>
                </a:cubicBezTo>
                <a:cubicBezTo>
                  <a:pt x="126610" y="73948"/>
                  <a:pt x="129802" y="68106"/>
                  <a:pt x="133957" y="63304"/>
                </a:cubicBezTo>
                <a:cubicBezTo>
                  <a:pt x="138112" y="58502"/>
                  <a:pt x="143117" y="54834"/>
                  <a:pt x="148972" y="52301"/>
                </a:cubicBezTo>
                <a:cubicBezTo>
                  <a:pt x="154827" y="49768"/>
                  <a:pt x="161343" y="48501"/>
                  <a:pt x="168520" y="48501"/>
                </a:cubicBezTo>
                <a:cubicBezTo>
                  <a:pt x="176225" y="48501"/>
                  <a:pt x="182798" y="49785"/>
                  <a:pt x="188237" y="52354"/>
                </a:cubicBezTo>
                <a:cubicBezTo>
                  <a:pt x="193677" y="54923"/>
                  <a:pt x="198153" y="58379"/>
                  <a:pt x="201666" y="62723"/>
                </a:cubicBezTo>
                <a:cubicBezTo>
                  <a:pt x="205179" y="67067"/>
                  <a:pt x="207747" y="72110"/>
                  <a:pt x="209372" y="77851"/>
                </a:cubicBezTo>
                <a:cubicBezTo>
                  <a:pt x="210996" y="83593"/>
                  <a:pt x="211808" y="89637"/>
                  <a:pt x="211808" y="95983"/>
                </a:cubicBezTo>
                <a:lnTo>
                  <a:pt x="211808" y="98702"/>
                </a:lnTo>
                <a:moveTo>
                  <a:pt x="197870" y="94736"/>
                </a:moveTo>
                <a:cubicBezTo>
                  <a:pt x="198096" y="83857"/>
                  <a:pt x="195603" y="75358"/>
                  <a:pt x="190391" y="69239"/>
                </a:cubicBezTo>
                <a:cubicBezTo>
                  <a:pt x="185178" y="63120"/>
                  <a:pt x="177585" y="60060"/>
                  <a:pt x="167613" y="60060"/>
                </a:cubicBezTo>
                <a:cubicBezTo>
                  <a:pt x="162476" y="60060"/>
                  <a:pt x="157962" y="61023"/>
                  <a:pt x="154071" y="62950"/>
                </a:cubicBezTo>
                <a:cubicBezTo>
                  <a:pt x="150181" y="64876"/>
                  <a:pt x="146894" y="67426"/>
                  <a:pt x="144212" y="70599"/>
                </a:cubicBezTo>
                <a:cubicBezTo>
                  <a:pt x="141530" y="73772"/>
                  <a:pt x="139472" y="77455"/>
                  <a:pt x="138036" y="81647"/>
                </a:cubicBezTo>
                <a:cubicBezTo>
                  <a:pt x="136601" y="85840"/>
                  <a:pt x="135770" y="90203"/>
                  <a:pt x="135543" y="94736"/>
                </a:cubicBezTo>
                <a:lnTo>
                  <a:pt x="197870" y="94736"/>
                </a:lnTo>
                <a:close/>
                <a:moveTo>
                  <a:pt x="298963" y="149243"/>
                </a:moveTo>
                <a:cubicBezTo>
                  <a:pt x="298963" y="150830"/>
                  <a:pt x="298831" y="152114"/>
                  <a:pt x="298566" y="153096"/>
                </a:cubicBezTo>
                <a:cubicBezTo>
                  <a:pt x="298302" y="154078"/>
                  <a:pt x="297887" y="154853"/>
                  <a:pt x="297320" y="155419"/>
                </a:cubicBezTo>
                <a:cubicBezTo>
                  <a:pt x="296753" y="155986"/>
                  <a:pt x="295922" y="156515"/>
                  <a:pt x="294827" y="157006"/>
                </a:cubicBezTo>
                <a:cubicBezTo>
                  <a:pt x="293731" y="157497"/>
                  <a:pt x="292466" y="157912"/>
                  <a:pt x="291031" y="158252"/>
                </a:cubicBezTo>
                <a:cubicBezTo>
                  <a:pt x="289595" y="158592"/>
                  <a:pt x="288084" y="158857"/>
                  <a:pt x="286498" y="159045"/>
                </a:cubicBezTo>
                <a:cubicBezTo>
                  <a:pt x="284911" y="159234"/>
                  <a:pt x="283363" y="159329"/>
                  <a:pt x="281852" y="159329"/>
                </a:cubicBezTo>
                <a:cubicBezTo>
                  <a:pt x="276790" y="159329"/>
                  <a:pt x="272484" y="158649"/>
                  <a:pt x="268933" y="157289"/>
                </a:cubicBezTo>
                <a:cubicBezTo>
                  <a:pt x="265382" y="155929"/>
                  <a:pt x="262474" y="153870"/>
                  <a:pt x="260207" y="151113"/>
                </a:cubicBezTo>
                <a:cubicBezTo>
                  <a:pt x="257941" y="148355"/>
                  <a:pt x="256298" y="144861"/>
                  <a:pt x="255278" y="140631"/>
                </a:cubicBezTo>
                <a:cubicBezTo>
                  <a:pt x="254258" y="136400"/>
                  <a:pt x="253748" y="131414"/>
                  <a:pt x="253748" y="125672"/>
                </a:cubicBezTo>
                <a:lnTo>
                  <a:pt x="253748" y="61873"/>
                </a:lnTo>
                <a:lnTo>
                  <a:pt x="238450" y="61873"/>
                </a:lnTo>
                <a:cubicBezTo>
                  <a:pt x="237392" y="61873"/>
                  <a:pt x="236561" y="61396"/>
                  <a:pt x="235957" y="60442"/>
                </a:cubicBezTo>
                <a:cubicBezTo>
                  <a:pt x="235352" y="59489"/>
                  <a:pt x="235050" y="58058"/>
                  <a:pt x="235050" y="56150"/>
                </a:cubicBezTo>
                <a:cubicBezTo>
                  <a:pt x="235050" y="55159"/>
                  <a:pt x="235126" y="54301"/>
                  <a:pt x="235277" y="53576"/>
                </a:cubicBezTo>
                <a:cubicBezTo>
                  <a:pt x="235428" y="52851"/>
                  <a:pt x="235655" y="52241"/>
                  <a:pt x="235957" y="51745"/>
                </a:cubicBezTo>
                <a:cubicBezTo>
                  <a:pt x="236259" y="51249"/>
                  <a:pt x="236618" y="50887"/>
                  <a:pt x="237033" y="50658"/>
                </a:cubicBezTo>
                <a:cubicBezTo>
                  <a:pt x="237449" y="50429"/>
                  <a:pt x="237921" y="50314"/>
                  <a:pt x="238450" y="50314"/>
                </a:cubicBezTo>
                <a:lnTo>
                  <a:pt x="253748" y="50314"/>
                </a:lnTo>
                <a:lnTo>
                  <a:pt x="253748" y="25157"/>
                </a:lnTo>
                <a:cubicBezTo>
                  <a:pt x="253748" y="24704"/>
                  <a:pt x="253843" y="24288"/>
                  <a:pt x="254031" y="23911"/>
                </a:cubicBezTo>
                <a:cubicBezTo>
                  <a:pt x="254220" y="23533"/>
                  <a:pt x="254579" y="23212"/>
                  <a:pt x="255108" y="22947"/>
                </a:cubicBezTo>
                <a:cubicBezTo>
                  <a:pt x="255637" y="22683"/>
                  <a:pt x="256336" y="22494"/>
                  <a:pt x="257204" y="22381"/>
                </a:cubicBezTo>
                <a:cubicBezTo>
                  <a:pt x="258073" y="22267"/>
                  <a:pt x="259150" y="22211"/>
                  <a:pt x="260434" y="22211"/>
                </a:cubicBezTo>
                <a:cubicBezTo>
                  <a:pt x="261794" y="22211"/>
                  <a:pt x="262908" y="22267"/>
                  <a:pt x="263777" y="22381"/>
                </a:cubicBezTo>
                <a:cubicBezTo>
                  <a:pt x="264646" y="22494"/>
                  <a:pt x="265326" y="22683"/>
                  <a:pt x="265817" y="22947"/>
                </a:cubicBezTo>
                <a:cubicBezTo>
                  <a:pt x="266308" y="23212"/>
                  <a:pt x="266667" y="23533"/>
                  <a:pt x="266893" y="23911"/>
                </a:cubicBezTo>
                <a:cubicBezTo>
                  <a:pt x="267120" y="24288"/>
                  <a:pt x="267233" y="24704"/>
                  <a:pt x="267233" y="25157"/>
                </a:cubicBezTo>
                <a:lnTo>
                  <a:pt x="267233" y="50314"/>
                </a:lnTo>
                <a:lnTo>
                  <a:pt x="295563" y="50314"/>
                </a:lnTo>
                <a:cubicBezTo>
                  <a:pt x="296092" y="50314"/>
                  <a:pt x="296564" y="50429"/>
                  <a:pt x="296980" y="50658"/>
                </a:cubicBezTo>
                <a:cubicBezTo>
                  <a:pt x="297395" y="50887"/>
                  <a:pt x="297754" y="51249"/>
                  <a:pt x="298056" y="51745"/>
                </a:cubicBezTo>
                <a:cubicBezTo>
                  <a:pt x="298359" y="52241"/>
                  <a:pt x="298585" y="52851"/>
                  <a:pt x="298736" y="53576"/>
                </a:cubicBezTo>
                <a:cubicBezTo>
                  <a:pt x="298888" y="54301"/>
                  <a:pt x="298963" y="55159"/>
                  <a:pt x="298963" y="56150"/>
                </a:cubicBezTo>
                <a:cubicBezTo>
                  <a:pt x="298963" y="58058"/>
                  <a:pt x="298642" y="59489"/>
                  <a:pt x="298000" y="60442"/>
                </a:cubicBezTo>
                <a:cubicBezTo>
                  <a:pt x="297358" y="61396"/>
                  <a:pt x="296546" y="61873"/>
                  <a:pt x="295563" y="61873"/>
                </a:cubicBezTo>
                <a:lnTo>
                  <a:pt x="267233" y="61873"/>
                </a:lnTo>
                <a:lnTo>
                  <a:pt x="267233" y="123859"/>
                </a:lnTo>
                <a:cubicBezTo>
                  <a:pt x="267233" y="131641"/>
                  <a:pt x="268348" y="137571"/>
                  <a:pt x="270576" y="141651"/>
                </a:cubicBezTo>
                <a:cubicBezTo>
                  <a:pt x="272805" y="145730"/>
                  <a:pt x="276866" y="147770"/>
                  <a:pt x="282758" y="147770"/>
                </a:cubicBezTo>
                <a:cubicBezTo>
                  <a:pt x="284571" y="147770"/>
                  <a:pt x="286214" y="147581"/>
                  <a:pt x="287688" y="147203"/>
                </a:cubicBezTo>
                <a:cubicBezTo>
                  <a:pt x="289161" y="146826"/>
                  <a:pt x="290464" y="146410"/>
                  <a:pt x="291597" y="145957"/>
                </a:cubicBezTo>
                <a:cubicBezTo>
                  <a:pt x="292730" y="145504"/>
                  <a:pt x="293694" y="145088"/>
                  <a:pt x="294487" y="144710"/>
                </a:cubicBezTo>
                <a:cubicBezTo>
                  <a:pt x="295280" y="144333"/>
                  <a:pt x="295979" y="144144"/>
                  <a:pt x="296583" y="144144"/>
                </a:cubicBezTo>
                <a:cubicBezTo>
                  <a:pt x="296961" y="144144"/>
                  <a:pt x="297301" y="144219"/>
                  <a:pt x="297603" y="144370"/>
                </a:cubicBezTo>
                <a:cubicBezTo>
                  <a:pt x="297905" y="144521"/>
                  <a:pt x="298151" y="144805"/>
                  <a:pt x="298340" y="145220"/>
                </a:cubicBezTo>
                <a:cubicBezTo>
                  <a:pt x="298529" y="145636"/>
                  <a:pt x="298680" y="146165"/>
                  <a:pt x="298793" y="146807"/>
                </a:cubicBezTo>
                <a:cubicBezTo>
                  <a:pt x="298906" y="147449"/>
                  <a:pt x="298963" y="148261"/>
                  <a:pt x="298963" y="149243"/>
                </a:cubicBezTo>
                <a:close/>
                <a:moveTo>
                  <a:pt x="399561" y="98702"/>
                </a:moveTo>
                <a:cubicBezTo>
                  <a:pt x="399561" y="101422"/>
                  <a:pt x="398843" y="103292"/>
                  <a:pt x="397408" y="104312"/>
                </a:cubicBezTo>
                <a:cubicBezTo>
                  <a:pt x="395973" y="105331"/>
                  <a:pt x="394575" y="105841"/>
                  <a:pt x="393215" y="105841"/>
                </a:cubicBezTo>
                <a:lnTo>
                  <a:pt x="323296" y="105841"/>
                </a:lnTo>
                <a:cubicBezTo>
                  <a:pt x="323296" y="112204"/>
                  <a:pt x="323920" y="117961"/>
                  <a:pt x="325166" y="123112"/>
                </a:cubicBezTo>
                <a:cubicBezTo>
                  <a:pt x="326413" y="128264"/>
                  <a:pt x="328471" y="132676"/>
                  <a:pt x="331342" y="136349"/>
                </a:cubicBezTo>
                <a:cubicBezTo>
                  <a:pt x="334213" y="140023"/>
                  <a:pt x="337952" y="142845"/>
                  <a:pt x="342561" y="144817"/>
                </a:cubicBezTo>
                <a:cubicBezTo>
                  <a:pt x="347169" y="146786"/>
                  <a:pt x="352835" y="147770"/>
                  <a:pt x="359559" y="147770"/>
                </a:cubicBezTo>
                <a:cubicBezTo>
                  <a:pt x="364318" y="147770"/>
                  <a:pt x="368587" y="147349"/>
                  <a:pt x="372364" y="146506"/>
                </a:cubicBezTo>
                <a:cubicBezTo>
                  <a:pt x="376141" y="145663"/>
                  <a:pt x="379409" y="144725"/>
                  <a:pt x="382166" y="143690"/>
                </a:cubicBezTo>
                <a:cubicBezTo>
                  <a:pt x="384924" y="142656"/>
                  <a:pt x="387190" y="141718"/>
                  <a:pt x="388966" y="140875"/>
                </a:cubicBezTo>
                <a:cubicBezTo>
                  <a:pt x="390741" y="140032"/>
                  <a:pt x="392006" y="139611"/>
                  <a:pt x="392762" y="139611"/>
                </a:cubicBezTo>
                <a:cubicBezTo>
                  <a:pt x="393215" y="139611"/>
                  <a:pt x="393631" y="139725"/>
                  <a:pt x="394008" y="139954"/>
                </a:cubicBezTo>
                <a:cubicBezTo>
                  <a:pt x="394386" y="140183"/>
                  <a:pt x="394688" y="140546"/>
                  <a:pt x="394915" y="141042"/>
                </a:cubicBezTo>
                <a:cubicBezTo>
                  <a:pt x="395142" y="141537"/>
                  <a:pt x="395311" y="142167"/>
                  <a:pt x="395425" y="142929"/>
                </a:cubicBezTo>
                <a:cubicBezTo>
                  <a:pt x="395538" y="143692"/>
                  <a:pt x="395595" y="144644"/>
                  <a:pt x="395595" y="145787"/>
                </a:cubicBezTo>
                <a:cubicBezTo>
                  <a:pt x="395595" y="146323"/>
                  <a:pt x="395557" y="146839"/>
                  <a:pt x="395481" y="147334"/>
                </a:cubicBezTo>
                <a:cubicBezTo>
                  <a:pt x="395406" y="147830"/>
                  <a:pt x="395311" y="148288"/>
                  <a:pt x="395198" y="148708"/>
                </a:cubicBezTo>
                <a:cubicBezTo>
                  <a:pt x="395085" y="149126"/>
                  <a:pt x="394915" y="149526"/>
                  <a:pt x="394688" y="149909"/>
                </a:cubicBezTo>
                <a:cubicBezTo>
                  <a:pt x="394462" y="150289"/>
                  <a:pt x="394159" y="150670"/>
                  <a:pt x="393782" y="151053"/>
                </a:cubicBezTo>
                <a:cubicBezTo>
                  <a:pt x="393404" y="151433"/>
                  <a:pt x="392233" y="152095"/>
                  <a:pt x="390269" y="153039"/>
                </a:cubicBezTo>
                <a:cubicBezTo>
                  <a:pt x="388305" y="153984"/>
                  <a:pt x="385736" y="154928"/>
                  <a:pt x="382563" y="155872"/>
                </a:cubicBezTo>
                <a:cubicBezTo>
                  <a:pt x="379390" y="156817"/>
                  <a:pt x="375707" y="157667"/>
                  <a:pt x="371514" y="158422"/>
                </a:cubicBezTo>
                <a:cubicBezTo>
                  <a:pt x="367321" y="159178"/>
                  <a:pt x="362807" y="159555"/>
                  <a:pt x="357972" y="159555"/>
                </a:cubicBezTo>
                <a:cubicBezTo>
                  <a:pt x="350040" y="159555"/>
                  <a:pt x="343014" y="158364"/>
                  <a:pt x="336895" y="155982"/>
                </a:cubicBezTo>
                <a:cubicBezTo>
                  <a:pt x="330775" y="153600"/>
                  <a:pt x="325638" y="150084"/>
                  <a:pt x="321483" y="145433"/>
                </a:cubicBezTo>
                <a:cubicBezTo>
                  <a:pt x="317328" y="140782"/>
                  <a:pt x="314174" y="135016"/>
                  <a:pt x="312021" y="128134"/>
                </a:cubicBezTo>
                <a:cubicBezTo>
                  <a:pt x="309868" y="121252"/>
                  <a:pt x="308791" y="113273"/>
                  <a:pt x="308791" y="104198"/>
                </a:cubicBezTo>
                <a:cubicBezTo>
                  <a:pt x="308791" y="95501"/>
                  <a:pt x="309906" y="87711"/>
                  <a:pt x="312134" y="80829"/>
                </a:cubicBezTo>
                <a:cubicBezTo>
                  <a:pt x="314363" y="73948"/>
                  <a:pt x="317555" y="68106"/>
                  <a:pt x="321710" y="63304"/>
                </a:cubicBezTo>
                <a:cubicBezTo>
                  <a:pt x="325865" y="58502"/>
                  <a:pt x="330870" y="54834"/>
                  <a:pt x="336725" y="52301"/>
                </a:cubicBezTo>
                <a:cubicBezTo>
                  <a:pt x="342580" y="49768"/>
                  <a:pt x="349096" y="48501"/>
                  <a:pt x="356273" y="48501"/>
                </a:cubicBezTo>
                <a:cubicBezTo>
                  <a:pt x="363978" y="48501"/>
                  <a:pt x="370551" y="49785"/>
                  <a:pt x="375990" y="52354"/>
                </a:cubicBezTo>
                <a:cubicBezTo>
                  <a:pt x="381430" y="54923"/>
                  <a:pt x="385906" y="58379"/>
                  <a:pt x="389419" y="62723"/>
                </a:cubicBezTo>
                <a:cubicBezTo>
                  <a:pt x="392932" y="67067"/>
                  <a:pt x="395500" y="72110"/>
                  <a:pt x="397125" y="77851"/>
                </a:cubicBezTo>
                <a:cubicBezTo>
                  <a:pt x="398749" y="83593"/>
                  <a:pt x="399561" y="89637"/>
                  <a:pt x="399561" y="95983"/>
                </a:cubicBezTo>
                <a:lnTo>
                  <a:pt x="399561" y="98702"/>
                </a:lnTo>
                <a:moveTo>
                  <a:pt x="385623" y="94736"/>
                </a:moveTo>
                <a:cubicBezTo>
                  <a:pt x="385849" y="83857"/>
                  <a:pt x="383356" y="75358"/>
                  <a:pt x="378143" y="69239"/>
                </a:cubicBezTo>
                <a:cubicBezTo>
                  <a:pt x="372931" y="63120"/>
                  <a:pt x="365338" y="60060"/>
                  <a:pt x="355366" y="60060"/>
                </a:cubicBezTo>
                <a:cubicBezTo>
                  <a:pt x="350229" y="60060"/>
                  <a:pt x="345715" y="61023"/>
                  <a:pt x="341824" y="62950"/>
                </a:cubicBezTo>
                <a:cubicBezTo>
                  <a:pt x="337934" y="64876"/>
                  <a:pt x="334647" y="67426"/>
                  <a:pt x="331965" y="70599"/>
                </a:cubicBezTo>
                <a:cubicBezTo>
                  <a:pt x="329283" y="73772"/>
                  <a:pt x="327225" y="77455"/>
                  <a:pt x="325789" y="81647"/>
                </a:cubicBezTo>
                <a:cubicBezTo>
                  <a:pt x="324354" y="85840"/>
                  <a:pt x="323523" y="90203"/>
                  <a:pt x="323296" y="94736"/>
                </a:cubicBezTo>
                <a:lnTo>
                  <a:pt x="385623" y="94736"/>
                </a:lnTo>
                <a:close/>
                <a:moveTo>
                  <a:pt x="508927" y="140178"/>
                </a:moveTo>
                <a:cubicBezTo>
                  <a:pt x="508927" y="141084"/>
                  <a:pt x="508890" y="141896"/>
                  <a:pt x="508814" y="142614"/>
                </a:cubicBezTo>
                <a:cubicBezTo>
                  <a:pt x="508738" y="143332"/>
                  <a:pt x="508625" y="143955"/>
                  <a:pt x="508474" y="144484"/>
                </a:cubicBezTo>
                <a:cubicBezTo>
                  <a:pt x="508323" y="145013"/>
                  <a:pt x="508115" y="145485"/>
                  <a:pt x="507851" y="145900"/>
                </a:cubicBezTo>
                <a:cubicBezTo>
                  <a:pt x="507586" y="146316"/>
                  <a:pt x="506963" y="147015"/>
                  <a:pt x="505981" y="147997"/>
                </a:cubicBezTo>
                <a:cubicBezTo>
                  <a:pt x="504999" y="148979"/>
                  <a:pt x="503356" y="150225"/>
                  <a:pt x="501052" y="151736"/>
                </a:cubicBezTo>
                <a:cubicBezTo>
                  <a:pt x="498747" y="153247"/>
                  <a:pt x="496160" y="154569"/>
                  <a:pt x="493289" y="155702"/>
                </a:cubicBezTo>
                <a:cubicBezTo>
                  <a:pt x="490418" y="156836"/>
                  <a:pt x="487321" y="157761"/>
                  <a:pt x="483997" y="158479"/>
                </a:cubicBezTo>
                <a:cubicBezTo>
                  <a:pt x="480673" y="159196"/>
                  <a:pt x="477235" y="159555"/>
                  <a:pt x="473685" y="159555"/>
                </a:cubicBezTo>
                <a:cubicBezTo>
                  <a:pt x="466583" y="159555"/>
                  <a:pt x="460294" y="158364"/>
                  <a:pt x="454817" y="155982"/>
                </a:cubicBezTo>
                <a:cubicBezTo>
                  <a:pt x="449340" y="153600"/>
                  <a:pt x="444750" y="150084"/>
                  <a:pt x="441048" y="145433"/>
                </a:cubicBezTo>
                <a:cubicBezTo>
                  <a:pt x="437347" y="140782"/>
                  <a:pt x="434532" y="135072"/>
                  <a:pt x="432606" y="128304"/>
                </a:cubicBezTo>
                <a:cubicBezTo>
                  <a:pt x="430680" y="121535"/>
                  <a:pt x="429716" y="113727"/>
                  <a:pt x="429716" y="104878"/>
                </a:cubicBezTo>
                <a:cubicBezTo>
                  <a:pt x="429716" y="94897"/>
                  <a:pt x="430906" y="86351"/>
                  <a:pt x="433286" y="79243"/>
                </a:cubicBezTo>
                <a:cubicBezTo>
                  <a:pt x="435666" y="72134"/>
                  <a:pt x="438933" y="66311"/>
                  <a:pt x="443088" y="61774"/>
                </a:cubicBezTo>
                <a:cubicBezTo>
                  <a:pt x="447243" y="57236"/>
                  <a:pt x="452097" y="53890"/>
                  <a:pt x="457650" y="51734"/>
                </a:cubicBezTo>
                <a:cubicBezTo>
                  <a:pt x="463203" y="49579"/>
                  <a:pt x="469152" y="48501"/>
                  <a:pt x="475498" y="48501"/>
                </a:cubicBezTo>
                <a:cubicBezTo>
                  <a:pt x="478897" y="48501"/>
                  <a:pt x="482146" y="48826"/>
                  <a:pt x="485243" y="49475"/>
                </a:cubicBezTo>
                <a:cubicBezTo>
                  <a:pt x="488341" y="50122"/>
                  <a:pt x="491193" y="50979"/>
                  <a:pt x="493799" y="52046"/>
                </a:cubicBezTo>
                <a:cubicBezTo>
                  <a:pt x="496405" y="53111"/>
                  <a:pt x="498728" y="54329"/>
                  <a:pt x="500768" y="55701"/>
                </a:cubicBezTo>
                <a:cubicBezTo>
                  <a:pt x="502808" y="57072"/>
                  <a:pt x="504300" y="58235"/>
                  <a:pt x="505244" y="59189"/>
                </a:cubicBezTo>
                <a:cubicBezTo>
                  <a:pt x="506189" y="60140"/>
                  <a:pt x="506831" y="60864"/>
                  <a:pt x="507171" y="61360"/>
                </a:cubicBezTo>
                <a:cubicBezTo>
                  <a:pt x="507511" y="61853"/>
                  <a:pt x="507775" y="62402"/>
                  <a:pt x="507964" y="63006"/>
                </a:cubicBezTo>
                <a:cubicBezTo>
                  <a:pt x="508153" y="63611"/>
                  <a:pt x="508285" y="64272"/>
                  <a:pt x="508361" y="64989"/>
                </a:cubicBezTo>
                <a:cubicBezTo>
                  <a:pt x="508436" y="65707"/>
                  <a:pt x="508474" y="66557"/>
                  <a:pt x="508474" y="67539"/>
                </a:cubicBezTo>
                <a:cubicBezTo>
                  <a:pt x="508474" y="69730"/>
                  <a:pt x="508153" y="71260"/>
                  <a:pt x="507511" y="72129"/>
                </a:cubicBezTo>
                <a:cubicBezTo>
                  <a:pt x="506869" y="72997"/>
                  <a:pt x="506170" y="73432"/>
                  <a:pt x="505414" y="73432"/>
                </a:cubicBezTo>
                <a:cubicBezTo>
                  <a:pt x="504357" y="73432"/>
                  <a:pt x="503054" y="72746"/>
                  <a:pt x="501505" y="71374"/>
                </a:cubicBezTo>
                <a:cubicBezTo>
                  <a:pt x="499956" y="70003"/>
                  <a:pt x="497973" y="68498"/>
                  <a:pt x="495556" y="66859"/>
                </a:cubicBezTo>
                <a:cubicBezTo>
                  <a:pt x="493138" y="65221"/>
                  <a:pt x="490211" y="63716"/>
                  <a:pt x="486773" y="62344"/>
                </a:cubicBezTo>
                <a:cubicBezTo>
                  <a:pt x="483336" y="60972"/>
                  <a:pt x="479237" y="60287"/>
                  <a:pt x="474478" y="60287"/>
                </a:cubicBezTo>
                <a:cubicBezTo>
                  <a:pt x="464657" y="60287"/>
                  <a:pt x="457083" y="64069"/>
                  <a:pt x="451757" y="71633"/>
                </a:cubicBezTo>
                <a:cubicBezTo>
                  <a:pt x="446431" y="79197"/>
                  <a:pt x="443768" y="90128"/>
                  <a:pt x="443768" y="104425"/>
                </a:cubicBezTo>
                <a:cubicBezTo>
                  <a:pt x="443768" y="111611"/>
                  <a:pt x="444486" y="117909"/>
                  <a:pt x="445921" y="123318"/>
                </a:cubicBezTo>
                <a:cubicBezTo>
                  <a:pt x="447357" y="128726"/>
                  <a:pt x="449415" y="133227"/>
                  <a:pt x="452097" y="136820"/>
                </a:cubicBezTo>
                <a:cubicBezTo>
                  <a:pt x="454779" y="140414"/>
                  <a:pt x="458046" y="143099"/>
                  <a:pt x="461899" y="144877"/>
                </a:cubicBezTo>
                <a:cubicBezTo>
                  <a:pt x="465752" y="146655"/>
                  <a:pt x="470096" y="147543"/>
                  <a:pt x="474931" y="147543"/>
                </a:cubicBezTo>
                <a:cubicBezTo>
                  <a:pt x="479464" y="147543"/>
                  <a:pt x="483468" y="146826"/>
                  <a:pt x="486943" y="145390"/>
                </a:cubicBezTo>
                <a:cubicBezTo>
                  <a:pt x="490418" y="143955"/>
                  <a:pt x="493440" y="142368"/>
                  <a:pt x="496009" y="140631"/>
                </a:cubicBezTo>
                <a:cubicBezTo>
                  <a:pt x="498577" y="138893"/>
                  <a:pt x="500712" y="137307"/>
                  <a:pt x="502411" y="135871"/>
                </a:cubicBezTo>
                <a:cubicBezTo>
                  <a:pt x="504111" y="134436"/>
                  <a:pt x="505377" y="133718"/>
                  <a:pt x="506208" y="133718"/>
                </a:cubicBezTo>
                <a:cubicBezTo>
                  <a:pt x="506661" y="133718"/>
                  <a:pt x="507058" y="133850"/>
                  <a:pt x="507398" y="134115"/>
                </a:cubicBezTo>
                <a:cubicBezTo>
                  <a:pt x="507737" y="134379"/>
                  <a:pt x="508021" y="134795"/>
                  <a:pt x="508247" y="135361"/>
                </a:cubicBezTo>
                <a:cubicBezTo>
                  <a:pt x="508474" y="135928"/>
                  <a:pt x="508644" y="136608"/>
                  <a:pt x="508757" y="137401"/>
                </a:cubicBezTo>
                <a:cubicBezTo>
                  <a:pt x="508871" y="138194"/>
                  <a:pt x="508927" y="139120"/>
                  <a:pt x="508927" y="140178"/>
                </a:cubicBezTo>
                <a:close/>
                <a:moveTo>
                  <a:pt x="586046" y="149243"/>
                </a:moveTo>
                <a:cubicBezTo>
                  <a:pt x="586046" y="150830"/>
                  <a:pt x="585914" y="152114"/>
                  <a:pt x="585650" y="153096"/>
                </a:cubicBezTo>
                <a:cubicBezTo>
                  <a:pt x="585385" y="154078"/>
                  <a:pt x="584970" y="154853"/>
                  <a:pt x="584403" y="155419"/>
                </a:cubicBezTo>
                <a:cubicBezTo>
                  <a:pt x="583837" y="155986"/>
                  <a:pt x="583006" y="156515"/>
                  <a:pt x="581910" y="157006"/>
                </a:cubicBezTo>
                <a:cubicBezTo>
                  <a:pt x="580815" y="157497"/>
                  <a:pt x="579549" y="157912"/>
                  <a:pt x="578114" y="158252"/>
                </a:cubicBezTo>
                <a:cubicBezTo>
                  <a:pt x="576679" y="158592"/>
                  <a:pt x="575168" y="158857"/>
                  <a:pt x="573581" y="159045"/>
                </a:cubicBezTo>
                <a:cubicBezTo>
                  <a:pt x="571995" y="159234"/>
                  <a:pt x="570446" y="159329"/>
                  <a:pt x="568935" y="159329"/>
                </a:cubicBezTo>
                <a:cubicBezTo>
                  <a:pt x="563873" y="159329"/>
                  <a:pt x="559567" y="158649"/>
                  <a:pt x="556016" y="157289"/>
                </a:cubicBezTo>
                <a:cubicBezTo>
                  <a:pt x="552466" y="155929"/>
                  <a:pt x="549557" y="153870"/>
                  <a:pt x="547291" y="151113"/>
                </a:cubicBezTo>
                <a:cubicBezTo>
                  <a:pt x="545024" y="148355"/>
                  <a:pt x="543381" y="144861"/>
                  <a:pt x="542361" y="140631"/>
                </a:cubicBezTo>
                <a:cubicBezTo>
                  <a:pt x="541341" y="136400"/>
                  <a:pt x="540831" y="131414"/>
                  <a:pt x="540831" y="125672"/>
                </a:cubicBezTo>
                <a:lnTo>
                  <a:pt x="540831" y="61873"/>
                </a:lnTo>
                <a:lnTo>
                  <a:pt x="525533" y="61873"/>
                </a:lnTo>
                <a:cubicBezTo>
                  <a:pt x="524476" y="61873"/>
                  <a:pt x="523645" y="61396"/>
                  <a:pt x="523040" y="60442"/>
                </a:cubicBezTo>
                <a:cubicBezTo>
                  <a:pt x="522436" y="59489"/>
                  <a:pt x="522134" y="58058"/>
                  <a:pt x="522134" y="56150"/>
                </a:cubicBezTo>
                <a:cubicBezTo>
                  <a:pt x="522134" y="55159"/>
                  <a:pt x="522209" y="54301"/>
                  <a:pt x="522360" y="53576"/>
                </a:cubicBezTo>
                <a:cubicBezTo>
                  <a:pt x="522511" y="52851"/>
                  <a:pt x="522738" y="52241"/>
                  <a:pt x="523040" y="51745"/>
                </a:cubicBezTo>
                <a:cubicBezTo>
                  <a:pt x="523342" y="51249"/>
                  <a:pt x="523701" y="50887"/>
                  <a:pt x="524117" y="50658"/>
                </a:cubicBezTo>
                <a:cubicBezTo>
                  <a:pt x="524532" y="50429"/>
                  <a:pt x="525004" y="50314"/>
                  <a:pt x="525533" y="50314"/>
                </a:cubicBezTo>
                <a:lnTo>
                  <a:pt x="540831" y="50314"/>
                </a:lnTo>
                <a:lnTo>
                  <a:pt x="540831" y="25157"/>
                </a:lnTo>
                <a:cubicBezTo>
                  <a:pt x="540831" y="24704"/>
                  <a:pt x="540926" y="24288"/>
                  <a:pt x="541115" y="23911"/>
                </a:cubicBezTo>
                <a:cubicBezTo>
                  <a:pt x="541304" y="23533"/>
                  <a:pt x="541662" y="23212"/>
                  <a:pt x="542191" y="22947"/>
                </a:cubicBezTo>
                <a:cubicBezTo>
                  <a:pt x="542720" y="22683"/>
                  <a:pt x="543419" y="22494"/>
                  <a:pt x="544288" y="22381"/>
                </a:cubicBezTo>
                <a:cubicBezTo>
                  <a:pt x="545157" y="22267"/>
                  <a:pt x="546233" y="22211"/>
                  <a:pt x="547517" y="22211"/>
                </a:cubicBezTo>
                <a:cubicBezTo>
                  <a:pt x="548877" y="22211"/>
                  <a:pt x="549992" y="22267"/>
                  <a:pt x="550860" y="22381"/>
                </a:cubicBezTo>
                <a:cubicBezTo>
                  <a:pt x="551729" y="22494"/>
                  <a:pt x="552409" y="22683"/>
                  <a:pt x="552900" y="22947"/>
                </a:cubicBezTo>
                <a:cubicBezTo>
                  <a:pt x="553391" y="23212"/>
                  <a:pt x="553750" y="23533"/>
                  <a:pt x="553977" y="23911"/>
                </a:cubicBezTo>
                <a:cubicBezTo>
                  <a:pt x="554203" y="24288"/>
                  <a:pt x="554317" y="24704"/>
                  <a:pt x="554317" y="25157"/>
                </a:cubicBezTo>
                <a:lnTo>
                  <a:pt x="554317" y="50314"/>
                </a:lnTo>
                <a:lnTo>
                  <a:pt x="582647" y="50314"/>
                </a:lnTo>
                <a:cubicBezTo>
                  <a:pt x="583176" y="50314"/>
                  <a:pt x="583648" y="50429"/>
                  <a:pt x="584063" y="50658"/>
                </a:cubicBezTo>
                <a:cubicBezTo>
                  <a:pt x="584479" y="50887"/>
                  <a:pt x="584838" y="51249"/>
                  <a:pt x="585140" y="51745"/>
                </a:cubicBezTo>
                <a:cubicBezTo>
                  <a:pt x="585442" y="52241"/>
                  <a:pt x="585669" y="52851"/>
                  <a:pt x="585820" y="53576"/>
                </a:cubicBezTo>
                <a:cubicBezTo>
                  <a:pt x="585971" y="54301"/>
                  <a:pt x="586046" y="55159"/>
                  <a:pt x="586046" y="56150"/>
                </a:cubicBezTo>
                <a:cubicBezTo>
                  <a:pt x="586046" y="58058"/>
                  <a:pt x="585725" y="59489"/>
                  <a:pt x="585083" y="60442"/>
                </a:cubicBezTo>
                <a:cubicBezTo>
                  <a:pt x="584441" y="61396"/>
                  <a:pt x="583629" y="61873"/>
                  <a:pt x="582647" y="61873"/>
                </a:cubicBezTo>
                <a:lnTo>
                  <a:pt x="554317" y="61873"/>
                </a:lnTo>
                <a:lnTo>
                  <a:pt x="554317" y="123859"/>
                </a:lnTo>
                <a:cubicBezTo>
                  <a:pt x="554317" y="131641"/>
                  <a:pt x="555431" y="137571"/>
                  <a:pt x="557660" y="141651"/>
                </a:cubicBezTo>
                <a:cubicBezTo>
                  <a:pt x="559888" y="145730"/>
                  <a:pt x="563949" y="147770"/>
                  <a:pt x="569842" y="147770"/>
                </a:cubicBezTo>
                <a:cubicBezTo>
                  <a:pt x="571655" y="147770"/>
                  <a:pt x="573298" y="147581"/>
                  <a:pt x="574771" y="147203"/>
                </a:cubicBezTo>
                <a:cubicBezTo>
                  <a:pt x="576244" y="146826"/>
                  <a:pt x="577547" y="146410"/>
                  <a:pt x="578681" y="145957"/>
                </a:cubicBezTo>
                <a:cubicBezTo>
                  <a:pt x="579814" y="145504"/>
                  <a:pt x="580777" y="145088"/>
                  <a:pt x="581570" y="144710"/>
                </a:cubicBezTo>
                <a:cubicBezTo>
                  <a:pt x="582363" y="144333"/>
                  <a:pt x="583062" y="144144"/>
                  <a:pt x="583667" y="144144"/>
                </a:cubicBezTo>
                <a:cubicBezTo>
                  <a:pt x="584044" y="144144"/>
                  <a:pt x="584384" y="144219"/>
                  <a:pt x="584687" y="144370"/>
                </a:cubicBezTo>
                <a:cubicBezTo>
                  <a:pt x="584989" y="144521"/>
                  <a:pt x="585234" y="144805"/>
                  <a:pt x="585423" y="145220"/>
                </a:cubicBezTo>
                <a:cubicBezTo>
                  <a:pt x="585612" y="145636"/>
                  <a:pt x="585763" y="146165"/>
                  <a:pt x="585876" y="146807"/>
                </a:cubicBezTo>
                <a:cubicBezTo>
                  <a:pt x="585990" y="147449"/>
                  <a:pt x="586046" y="148261"/>
                  <a:pt x="586046" y="149243"/>
                </a:cubicBezTo>
                <a:close/>
                <a:moveTo>
                  <a:pt x="627175" y="155246"/>
                </a:moveTo>
                <a:cubicBezTo>
                  <a:pt x="627175" y="155699"/>
                  <a:pt x="627061" y="156116"/>
                  <a:pt x="626835" y="156496"/>
                </a:cubicBezTo>
                <a:cubicBezTo>
                  <a:pt x="626608" y="156873"/>
                  <a:pt x="626249" y="157176"/>
                  <a:pt x="625758" y="157402"/>
                </a:cubicBezTo>
                <a:cubicBezTo>
                  <a:pt x="625267" y="157629"/>
                  <a:pt x="624587" y="157818"/>
                  <a:pt x="623718" y="157969"/>
                </a:cubicBezTo>
                <a:cubicBezTo>
                  <a:pt x="622849" y="158120"/>
                  <a:pt x="621735" y="158195"/>
                  <a:pt x="620375" y="158195"/>
                </a:cubicBezTo>
                <a:cubicBezTo>
                  <a:pt x="619091" y="158195"/>
                  <a:pt x="618014" y="158120"/>
                  <a:pt x="617146" y="157969"/>
                </a:cubicBezTo>
                <a:cubicBezTo>
                  <a:pt x="616277" y="157818"/>
                  <a:pt x="615578" y="157629"/>
                  <a:pt x="615049" y="157402"/>
                </a:cubicBezTo>
                <a:cubicBezTo>
                  <a:pt x="614520" y="157176"/>
                  <a:pt x="614162" y="156873"/>
                  <a:pt x="613973" y="156496"/>
                </a:cubicBezTo>
                <a:cubicBezTo>
                  <a:pt x="613784" y="156116"/>
                  <a:pt x="613689" y="155699"/>
                  <a:pt x="613689" y="155246"/>
                </a:cubicBezTo>
                <a:lnTo>
                  <a:pt x="613689" y="52584"/>
                </a:lnTo>
                <a:cubicBezTo>
                  <a:pt x="613689" y="52131"/>
                  <a:pt x="613784" y="51715"/>
                  <a:pt x="613973" y="51338"/>
                </a:cubicBezTo>
                <a:cubicBezTo>
                  <a:pt x="614162" y="50958"/>
                  <a:pt x="614520" y="50635"/>
                  <a:pt x="615049" y="50371"/>
                </a:cubicBezTo>
                <a:cubicBezTo>
                  <a:pt x="615578" y="50107"/>
                  <a:pt x="616277" y="49918"/>
                  <a:pt x="617146" y="49804"/>
                </a:cubicBezTo>
                <a:cubicBezTo>
                  <a:pt x="618014" y="49691"/>
                  <a:pt x="619091" y="49634"/>
                  <a:pt x="620375" y="49634"/>
                </a:cubicBezTo>
                <a:cubicBezTo>
                  <a:pt x="621735" y="49634"/>
                  <a:pt x="622849" y="49691"/>
                  <a:pt x="623718" y="49804"/>
                </a:cubicBezTo>
                <a:cubicBezTo>
                  <a:pt x="624587" y="49918"/>
                  <a:pt x="625267" y="50107"/>
                  <a:pt x="625758" y="50371"/>
                </a:cubicBezTo>
                <a:cubicBezTo>
                  <a:pt x="626249" y="50635"/>
                  <a:pt x="626608" y="50958"/>
                  <a:pt x="626835" y="51338"/>
                </a:cubicBezTo>
                <a:cubicBezTo>
                  <a:pt x="627061" y="51715"/>
                  <a:pt x="627175" y="52131"/>
                  <a:pt x="627175" y="52584"/>
                </a:cubicBezTo>
                <a:lnTo>
                  <a:pt x="627175" y="155246"/>
                </a:lnTo>
                <a:moveTo>
                  <a:pt x="629214" y="17848"/>
                </a:moveTo>
                <a:cubicBezTo>
                  <a:pt x="629214" y="21495"/>
                  <a:pt x="628572" y="23966"/>
                  <a:pt x="627288" y="25260"/>
                </a:cubicBezTo>
                <a:cubicBezTo>
                  <a:pt x="626004" y="26551"/>
                  <a:pt x="623662" y="27197"/>
                  <a:pt x="620262" y="27197"/>
                </a:cubicBezTo>
                <a:cubicBezTo>
                  <a:pt x="616938" y="27197"/>
                  <a:pt x="614653" y="26570"/>
                  <a:pt x="613406" y="25317"/>
                </a:cubicBezTo>
                <a:cubicBezTo>
                  <a:pt x="612160" y="24063"/>
                  <a:pt x="611536" y="21611"/>
                  <a:pt x="611536" y="17961"/>
                </a:cubicBezTo>
                <a:cubicBezTo>
                  <a:pt x="611536" y="14314"/>
                  <a:pt x="612178" y="11844"/>
                  <a:pt x="613463" y="10553"/>
                </a:cubicBezTo>
                <a:cubicBezTo>
                  <a:pt x="614747" y="9259"/>
                  <a:pt x="617089" y="8612"/>
                  <a:pt x="620489" y="8612"/>
                </a:cubicBezTo>
                <a:cubicBezTo>
                  <a:pt x="623813" y="8612"/>
                  <a:pt x="626098" y="9239"/>
                  <a:pt x="627344" y="10493"/>
                </a:cubicBezTo>
                <a:cubicBezTo>
                  <a:pt x="628591" y="11746"/>
                  <a:pt x="629214" y="14198"/>
                  <a:pt x="629214" y="17848"/>
                </a:cubicBezTo>
                <a:close/>
                <a:moveTo>
                  <a:pt x="759463" y="102952"/>
                </a:moveTo>
                <a:cubicBezTo>
                  <a:pt x="759463" y="111118"/>
                  <a:pt x="758405" y="118642"/>
                  <a:pt x="756290" y="125524"/>
                </a:cubicBezTo>
                <a:cubicBezTo>
                  <a:pt x="754175" y="132406"/>
                  <a:pt x="751021" y="138381"/>
                  <a:pt x="746828" y="143450"/>
                </a:cubicBezTo>
                <a:cubicBezTo>
                  <a:pt x="742635" y="148516"/>
                  <a:pt x="737403" y="152467"/>
                  <a:pt x="731133" y="155302"/>
                </a:cubicBezTo>
                <a:cubicBezTo>
                  <a:pt x="724863" y="158138"/>
                  <a:pt x="717572" y="159555"/>
                  <a:pt x="709262" y="159555"/>
                </a:cubicBezTo>
                <a:cubicBezTo>
                  <a:pt x="701254" y="159555"/>
                  <a:pt x="694247" y="158289"/>
                  <a:pt x="688241" y="155756"/>
                </a:cubicBezTo>
                <a:cubicBezTo>
                  <a:pt x="682235" y="153222"/>
                  <a:pt x="677211" y="149593"/>
                  <a:pt x="673170" y="144866"/>
                </a:cubicBezTo>
                <a:cubicBezTo>
                  <a:pt x="669128" y="140140"/>
                  <a:pt x="666106" y="134411"/>
                  <a:pt x="664104" y="127680"/>
                </a:cubicBezTo>
                <a:cubicBezTo>
                  <a:pt x="662102" y="120950"/>
                  <a:pt x="661101" y="113349"/>
                  <a:pt x="661101" y="104878"/>
                </a:cubicBezTo>
                <a:cubicBezTo>
                  <a:pt x="661101" y="96712"/>
                  <a:pt x="662140" y="89188"/>
                  <a:pt x="664217" y="82306"/>
                </a:cubicBezTo>
                <a:cubicBezTo>
                  <a:pt x="666295" y="75424"/>
                  <a:pt x="669430" y="69469"/>
                  <a:pt x="673623" y="64440"/>
                </a:cubicBezTo>
                <a:cubicBezTo>
                  <a:pt x="677816" y="59409"/>
                  <a:pt x="683047" y="55495"/>
                  <a:pt x="689318" y="52698"/>
                </a:cubicBezTo>
                <a:cubicBezTo>
                  <a:pt x="695588" y="49900"/>
                  <a:pt x="702916" y="48501"/>
                  <a:pt x="711302" y="48501"/>
                </a:cubicBezTo>
                <a:cubicBezTo>
                  <a:pt x="719310" y="48501"/>
                  <a:pt x="726317" y="49749"/>
                  <a:pt x="732323" y="52244"/>
                </a:cubicBezTo>
                <a:cubicBezTo>
                  <a:pt x="738329" y="54740"/>
                  <a:pt x="743334" y="58351"/>
                  <a:pt x="747338" y="63077"/>
                </a:cubicBezTo>
                <a:cubicBezTo>
                  <a:pt x="751342" y="67803"/>
                  <a:pt x="754364" y="73532"/>
                  <a:pt x="756403" y="80263"/>
                </a:cubicBezTo>
                <a:cubicBezTo>
                  <a:pt x="758443" y="86994"/>
                  <a:pt x="759463" y="94557"/>
                  <a:pt x="759463" y="102952"/>
                </a:cubicBezTo>
                <a:moveTo>
                  <a:pt x="745185" y="104198"/>
                </a:moveTo>
                <a:cubicBezTo>
                  <a:pt x="745185" y="98374"/>
                  <a:pt x="744618" y="92814"/>
                  <a:pt x="743485" y="87519"/>
                </a:cubicBezTo>
                <a:cubicBezTo>
                  <a:pt x="742352" y="82224"/>
                  <a:pt x="740463" y="77553"/>
                  <a:pt x="737819" y="73506"/>
                </a:cubicBezTo>
                <a:cubicBezTo>
                  <a:pt x="735175" y="69460"/>
                  <a:pt x="731624" y="66245"/>
                  <a:pt x="727167" y="63863"/>
                </a:cubicBezTo>
                <a:cubicBezTo>
                  <a:pt x="722710" y="61479"/>
                  <a:pt x="717157" y="60287"/>
                  <a:pt x="710509" y="60287"/>
                </a:cubicBezTo>
                <a:cubicBezTo>
                  <a:pt x="704389" y="60287"/>
                  <a:pt x="699101" y="61383"/>
                  <a:pt x="694644" y="63576"/>
                </a:cubicBezTo>
                <a:cubicBezTo>
                  <a:pt x="690187" y="65770"/>
                  <a:pt x="686541" y="68815"/>
                  <a:pt x="683708" y="72713"/>
                </a:cubicBezTo>
                <a:cubicBezTo>
                  <a:pt x="680875" y="76608"/>
                  <a:pt x="678779" y="81204"/>
                  <a:pt x="677419" y="86499"/>
                </a:cubicBezTo>
                <a:cubicBezTo>
                  <a:pt x="676059" y="91794"/>
                  <a:pt x="675379" y="97505"/>
                  <a:pt x="675379" y="103632"/>
                </a:cubicBezTo>
                <a:cubicBezTo>
                  <a:pt x="675379" y="109531"/>
                  <a:pt x="675946" y="115148"/>
                  <a:pt x="677079" y="120481"/>
                </a:cubicBezTo>
                <a:cubicBezTo>
                  <a:pt x="678212" y="125814"/>
                  <a:pt x="680101" y="130485"/>
                  <a:pt x="682745" y="134494"/>
                </a:cubicBezTo>
                <a:cubicBezTo>
                  <a:pt x="685389" y="138503"/>
                  <a:pt x="688940" y="141680"/>
                  <a:pt x="693397" y="144027"/>
                </a:cubicBezTo>
                <a:cubicBezTo>
                  <a:pt x="697855" y="146371"/>
                  <a:pt x="703407" y="147543"/>
                  <a:pt x="710055" y="147543"/>
                </a:cubicBezTo>
                <a:cubicBezTo>
                  <a:pt x="716175" y="147543"/>
                  <a:pt x="721463" y="146447"/>
                  <a:pt x="725920" y="144254"/>
                </a:cubicBezTo>
                <a:cubicBezTo>
                  <a:pt x="730378" y="142060"/>
                  <a:pt x="734023" y="139035"/>
                  <a:pt x="736856" y="135177"/>
                </a:cubicBezTo>
                <a:cubicBezTo>
                  <a:pt x="739689" y="131317"/>
                  <a:pt x="741785" y="126741"/>
                  <a:pt x="743145" y="121448"/>
                </a:cubicBezTo>
                <a:cubicBezTo>
                  <a:pt x="744505" y="116152"/>
                  <a:pt x="745185" y="110403"/>
                  <a:pt x="745185" y="104198"/>
                </a:cubicBezTo>
                <a:close/>
                <a:moveTo>
                  <a:pt x="872784" y="155249"/>
                </a:moveTo>
                <a:cubicBezTo>
                  <a:pt x="872784" y="155702"/>
                  <a:pt x="872671" y="156118"/>
                  <a:pt x="872444" y="156496"/>
                </a:cubicBezTo>
                <a:cubicBezTo>
                  <a:pt x="872217" y="156873"/>
                  <a:pt x="871859" y="157176"/>
                  <a:pt x="871368" y="157402"/>
                </a:cubicBezTo>
                <a:cubicBezTo>
                  <a:pt x="870877" y="157629"/>
                  <a:pt x="870197" y="157818"/>
                  <a:pt x="869328" y="157969"/>
                </a:cubicBezTo>
                <a:cubicBezTo>
                  <a:pt x="868459" y="158120"/>
                  <a:pt x="867382" y="158195"/>
                  <a:pt x="866098" y="158195"/>
                </a:cubicBezTo>
                <a:cubicBezTo>
                  <a:pt x="864738" y="158195"/>
                  <a:pt x="863624" y="158120"/>
                  <a:pt x="862755" y="157969"/>
                </a:cubicBezTo>
                <a:cubicBezTo>
                  <a:pt x="861886" y="157818"/>
                  <a:pt x="861206" y="157629"/>
                  <a:pt x="860715" y="157402"/>
                </a:cubicBezTo>
                <a:cubicBezTo>
                  <a:pt x="860224" y="157176"/>
                  <a:pt x="859866" y="156873"/>
                  <a:pt x="859639" y="156496"/>
                </a:cubicBezTo>
                <a:cubicBezTo>
                  <a:pt x="859412" y="156118"/>
                  <a:pt x="859299" y="155702"/>
                  <a:pt x="859299" y="155249"/>
                </a:cubicBezTo>
                <a:lnTo>
                  <a:pt x="859299" y="94396"/>
                </a:lnTo>
                <a:cubicBezTo>
                  <a:pt x="859299" y="88050"/>
                  <a:pt x="858808" y="82894"/>
                  <a:pt x="857826" y="78928"/>
                </a:cubicBezTo>
                <a:cubicBezTo>
                  <a:pt x="856844" y="74962"/>
                  <a:pt x="855370" y="71562"/>
                  <a:pt x="853406" y="68729"/>
                </a:cubicBezTo>
                <a:cubicBezTo>
                  <a:pt x="851442" y="65896"/>
                  <a:pt x="848930" y="63705"/>
                  <a:pt x="845870" y="62156"/>
                </a:cubicBezTo>
                <a:cubicBezTo>
                  <a:pt x="842811" y="60608"/>
                  <a:pt x="839241" y="59833"/>
                  <a:pt x="835162" y="59833"/>
                </a:cubicBezTo>
                <a:cubicBezTo>
                  <a:pt x="829949" y="59833"/>
                  <a:pt x="824736" y="61684"/>
                  <a:pt x="819523" y="65386"/>
                </a:cubicBezTo>
                <a:cubicBezTo>
                  <a:pt x="814311" y="69088"/>
                  <a:pt x="808834" y="74527"/>
                  <a:pt x="803092" y="81704"/>
                </a:cubicBezTo>
                <a:lnTo>
                  <a:pt x="803092" y="155249"/>
                </a:lnTo>
                <a:cubicBezTo>
                  <a:pt x="803092" y="155702"/>
                  <a:pt x="802979" y="156118"/>
                  <a:pt x="802752" y="156496"/>
                </a:cubicBezTo>
                <a:cubicBezTo>
                  <a:pt x="802525" y="156873"/>
                  <a:pt x="802166" y="157176"/>
                  <a:pt x="801675" y="157402"/>
                </a:cubicBezTo>
                <a:cubicBezTo>
                  <a:pt x="801184" y="157629"/>
                  <a:pt x="800504" y="157818"/>
                  <a:pt x="799636" y="157969"/>
                </a:cubicBezTo>
                <a:cubicBezTo>
                  <a:pt x="798767" y="158120"/>
                  <a:pt x="797653" y="158195"/>
                  <a:pt x="796293" y="158195"/>
                </a:cubicBezTo>
                <a:cubicBezTo>
                  <a:pt x="795008" y="158195"/>
                  <a:pt x="793932" y="158120"/>
                  <a:pt x="793063" y="157969"/>
                </a:cubicBezTo>
                <a:cubicBezTo>
                  <a:pt x="792194" y="157818"/>
                  <a:pt x="791495" y="157629"/>
                  <a:pt x="790967" y="157402"/>
                </a:cubicBezTo>
                <a:cubicBezTo>
                  <a:pt x="790438" y="157176"/>
                  <a:pt x="790079" y="156873"/>
                  <a:pt x="789890" y="156496"/>
                </a:cubicBezTo>
                <a:cubicBezTo>
                  <a:pt x="789701" y="156116"/>
                  <a:pt x="789607" y="155699"/>
                  <a:pt x="789607" y="155246"/>
                </a:cubicBezTo>
                <a:lnTo>
                  <a:pt x="789607" y="52584"/>
                </a:lnTo>
                <a:cubicBezTo>
                  <a:pt x="789607" y="52131"/>
                  <a:pt x="789701" y="51715"/>
                  <a:pt x="789890" y="51338"/>
                </a:cubicBezTo>
                <a:cubicBezTo>
                  <a:pt x="790079" y="50958"/>
                  <a:pt x="790438" y="50635"/>
                  <a:pt x="790967" y="50371"/>
                </a:cubicBezTo>
                <a:cubicBezTo>
                  <a:pt x="791495" y="50107"/>
                  <a:pt x="792156" y="49918"/>
                  <a:pt x="792950" y="49804"/>
                </a:cubicBezTo>
                <a:cubicBezTo>
                  <a:pt x="793743" y="49691"/>
                  <a:pt x="794782" y="49634"/>
                  <a:pt x="796066" y="49634"/>
                </a:cubicBezTo>
                <a:cubicBezTo>
                  <a:pt x="797350" y="49634"/>
                  <a:pt x="798408" y="49691"/>
                  <a:pt x="799239" y="49804"/>
                </a:cubicBezTo>
                <a:cubicBezTo>
                  <a:pt x="800070" y="49918"/>
                  <a:pt x="800712" y="50107"/>
                  <a:pt x="801165" y="50371"/>
                </a:cubicBezTo>
                <a:cubicBezTo>
                  <a:pt x="801619" y="50635"/>
                  <a:pt x="801940" y="50958"/>
                  <a:pt x="802129" y="51338"/>
                </a:cubicBezTo>
                <a:cubicBezTo>
                  <a:pt x="802318" y="51715"/>
                  <a:pt x="802412" y="52131"/>
                  <a:pt x="802412" y="52584"/>
                </a:cubicBezTo>
                <a:lnTo>
                  <a:pt x="802412" y="67103"/>
                </a:lnTo>
                <a:cubicBezTo>
                  <a:pt x="808305" y="60564"/>
                  <a:pt x="814084" y="55829"/>
                  <a:pt x="819750" y="52899"/>
                </a:cubicBezTo>
                <a:cubicBezTo>
                  <a:pt x="825416" y="49967"/>
                  <a:pt x="831044" y="48501"/>
                  <a:pt x="836635" y="48501"/>
                </a:cubicBezTo>
                <a:cubicBezTo>
                  <a:pt x="843359" y="48501"/>
                  <a:pt x="849025" y="49634"/>
                  <a:pt x="853633" y="51901"/>
                </a:cubicBezTo>
                <a:cubicBezTo>
                  <a:pt x="858241" y="54167"/>
                  <a:pt x="861962" y="57227"/>
                  <a:pt x="864795" y="61080"/>
                </a:cubicBezTo>
                <a:cubicBezTo>
                  <a:pt x="867628" y="64933"/>
                  <a:pt x="869668" y="69428"/>
                  <a:pt x="870914" y="74565"/>
                </a:cubicBezTo>
                <a:cubicBezTo>
                  <a:pt x="872161" y="79702"/>
                  <a:pt x="872784" y="85897"/>
                  <a:pt x="872784" y="93149"/>
                </a:cubicBezTo>
                <a:lnTo>
                  <a:pt x="872784" y="155249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15B8A-9413-41FC-8260-3ED7587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834" y="2318958"/>
            <a:ext cx="1801387" cy="629933"/>
          </a:xfrm>
          <a:custGeom xmlns:a="http://schemas.openxmlformats.org/drawingml/2006/main">
            <a:pathLst>
              <a:path w="1801387" h="629933" fill="none">
                <a:moveTo>
                  <a:pt x="0" y="629933"/>
                </a:moveTo>
                <a:lnTo>
                  <a:pt x="1801387" y="629933"/>
                </a:lnTo>
                <a:lnTo>
                  <a:pt x="1801387" y="0"/>
                </a:lnTo>
                <a:lnTo>
                  <a:pt x="0" y="0"/>
                </a:lnTo>
                <a:lnTo>
                  <a:pt x="0" y="6299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54" name="Text 𝑠">
            <a:extLst xmlns:a="http://schemas.openxmlformats.org/drawingml/2006/main">
              <a:ext uri="{FF2B5EF4-FFF2-40B4-BE49-F238E27FC236}">
                <a16:creationId xmlns:a16="http://schemas.microsoft.com/office/drawing/2014/main" id="{C7042D07-9DA8-47F1-B294-400FDA15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267" y="2540687"/>
            <a:ext cx="143473" cy="170957"/>
          </a:xfrm>
          <a:custGeom xmlns:a="http://schemas.openxmlformats.org/drawingml/2006/main">
            <a:pathLst>
              <a:path w="143473" h="170957">
                <a:moveTo>
                  <a:pt x="121693" y="44770"/>
                </a:moveTo>
                <a:cubicBezTo>
                  <a:pt x="120425" y="34514"/>
                  <a:pt x="117054" y="26735"/>
                  <a:pt x="111580" y="21434"/>
                </a:cubicBezTo>
                <a:cubicBezTo>
                  <a:pt x="106107" y="16133"/>
                  <a:pt x="97492" y="13483"/>
                  <a:pt x="85738" y="13483"/>
                </a:cubicBezTo>
                <a:cubicBezTo>
                  <a:pt x="76634" y="13483"/>
                  <a:pt x="69259" y="15817"/>
                  <a:pt x="63612" y="20484"/>
                </a:cubicBezTo>
                <a:cubicBezTo>
                  <a:pt x="57965" y="25151"/>
                  <a:pt x="55142" y="31287"/>
                  <a:pt x="55142" y="38893"/>
                </a:cubicBezTo>
                <a:cubicBezTo>
                  <a:pt x="55142" y="43042"/>
                  <a:pt x="55862" y="46701"/>
                  <a:pt x="57303" y="49870"/>
                </a:cubicBezTo>
                <a:cubicBezTo>
                  <a:pt x="58743" y="53039"/>
                  <a:pt x="61653" y="56525"/>
                  <a:pt x="66032" y="60328"/>
                </a:cubicBezTo>
                <a:cubicBezTo>
                  <a:pt x="70411" y="64131"/>
                  <a:pt x="77210" y="68798"/>
                  <a:pt x="86429" y="74329"/>
                </a:cubicBezTo>
                <a:cubicBezTo>
                  <a:pt x="93689" y="78708"/>
                  <a:pt x="99509" y="82713"/>
                  <a:pt x="103888" y="86343"/>
                </a:cubicBezTo>
                <a:cubicBezTo>
                  <a:pt x="108267" y="89973"/>
                  <a:pt x="111724" y="93574"/>
                  <a:pt x="114260" y="97147"/>
                </a:cubicBezTo>
                <a:cubicBezTo>
                  <a:pt x="116795" y="100719"/>
                  <a:pt x="118639" y="104493"/>
                  <a:pt x="119791" y="108469"/>
                </a:cubicBezTo>
                <a:cubicBezTo>
                  <a:pt x="120944" y="112445"/>
                  <a:pt x="121520" y="117256"/>
                  <a:pt x="121520" y="122903"/>
                </a:cubicBezTo>
                <a:cubicBezTo>
                  <a:pt x="121520" y="133159"/>
                  <a:pt x="118783" y="141946"/>
                  <a:pt x="113309" y="149264"/>
                </a:cubicBezTo>
                <a:cubicBezTo>
                  <a:pt x="107835" y="156581"/>
                  <a:pt x="100402" y="162026"/>
                  <a:pt x="91010" y="165599"/>
                </a:cubicBezTo>
                <a:cubicBezTo>
                  <a:pt x="81618" y="169171"/>
                  <a:pt x="70930" y="170957"/>
                  <a:pt x="58945" y="170957"/>
                </a:cubicBezTo>
                <a:cubicBezTo>
                  <a:pt x="49380" y="170957"/>
                  <a:pt x="39988" y="170237"/>
                  <a:pt x="30769" y="168797"/>
                </a:cubicBezTo>
                <a:cubicBezTo>
                  <a:pt x="21550" y="167356"/>
                  <a:pt x="11293" y="164907"/>
                  <a:pt x="0" y="161450"/>
                </a:cubicBezTo>
                <a:lnTo>
                  <a:pt x="8297" y="123767"/>
                </a:lnTo>
                <a:lnTo>
                  <a:pt x="21780" y="123767"/>
                </a:lnTo>
                <a:cubicBezTo>
                  <a:pt x="22241" y="134830"/>
                  <a:pt x="25353" y="143185"/>
                  <a:pt x="31115" y="148831"/>
                </a:cubicBezTo>
                <a:cubicBezTo>
                  <a:pt x="36877" y="154478"/>
                  <a:pt x="46038" y="157302"/>
                  <a:pt x="58599" y="157302"/>
                </a:cubicBezTo>
                <a:cubicBezTo>
                  <a:pt x="69547" y="157302"/>
                  <a:pt x="78103" y="154853"/>
                  <a:pt x="84269" y="149955"/>
                </a:cubicBezTo>
                <a:cubicBezTo>
                  <a:pt x="90434" y="145057"/>
                  <a:pt x="93517" y="138114"/>
                  <a:pt x="93517" y="129126"/>
                </a:cubicBezTo>
                <a:cubicBezTo>
                  <a:pt x="93517" y="123940"/>
                  <a:pt x="92652" y="119474"/>
                  <a:pt x="90924" y="115729"/>
                </a:cubicBezTo>
                <a:cubicBezTo>
                  <a:pt x="89195" y="111984"/>
                  <a:pt x="86372" y="108382"/>
                  <a:pt x="82454" y="104925"/>
                </a:cubicBezTo>
                <a:cubicBezTo>
                  <a:pt x="78536" y="101468"/>
                  <a:pt x="72313" y="97147"/>
                  <a:pt x="63785" y="91961"/>
                </a:cubicBezTo>
                <a:cubicBezTo>
                  <a:pt x="54796" y="86545"/>
                  <a:pt x="47795" y="81647"/>
                  <a:pt x="42783" y="77268"/>
                </a:cubicBezTo>
                <a:cubicBezTo>
                  <a:pt x="37770" y="72889"/>
                  <a:pt x="33996" y="68135"/>
                  <a:pt x="31460" y="63007"/>
                </a:cubicBezTo>
                <a:cubicBezTo>
                  <a:pt x="28925" y="57879"/>
                  <a:pt x="27657" y="51973"/>
                  <a:pt x="27657" y="45289"/>
                </a:cubicBezTo>
                <a:cubicBezTo>
                  <a:pt x="27657" y="36185"/>
                  <a:pt x="30106" y="28205"/>
                  <a:pt x="35004" y="21348"/>
                </a:cubicBezTo>
                <a:cubicBezTo>
                  <a:pt x="39902" y="14491"/>
                  <a:pt x="46902" y="9219"/>
                  <a:pt x="56006" y="5531"/>
                </a:cubicBezTo>
                <a:cubicBezTo>
                  <a:pt x="65110" y="1844"/>
                  <a:pt x="75712" y="0"/>
                  <a:pt x="87812" y="0"/>
                </a:cubicBezTo>
                <a:cubicBezTo>
                  <a:pt x="98530" y="0"/>
                  <a:pt x="108296" y="634"/>
                  <a:pt x="117112" y="1901"/>
                </a:cubicBezTo>
                <a:cubicBezTo>
                  <a:pt x="125928" y="3169"/>
                  <a:pt x="134715" y="5359"/>
                  <a:pt x="143473" y="8470"/>
                </a:cubicBezTo>
                <a:lnTo>
                  <a:pt x="135694" y="44770"/>
                </a:lnTo>
                <a:lnTo>
                  <a:pt x="121693" y="447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𝑑">
            <a:extLst xmlns:a="http://schemas.openxmlformats.org/drawingml/2006/main">
              <a:ext uri="{FF2B5EF4-FFF2-40B4-BE49-F238E27FC236}">
                <a16:creationId xmlns:a16="http://schemas.microsoft.com/office/drawing/2014/main" id="{21C243D2-B4B1-4123-816D-C55B76C8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91" y="2611249"/>
            <a:ext cx="138338" cy="171897"/>
          </a:xfrm>
          <a:custGeom xmlns:a="http://schemas.openxmlformats.org/drawingml/2006/main">
            <a:pathLst>
              <a:path w="138338" h="171897">
                <a:moveTo>
                  <a:pt x="103909" y="126779"/>
                </a:moveTo>
                <a:cubicBezTo>
                  <a:pt x="102749" y="131668"/>
                  <a:pt x="101982" y="135562"/>
                  <a:pt x="101609" y="138462"/>
                </a:cubicBezTo>
                <a:cubicBezTo>
                  <a:pt x="101237" y="141362"/>
                  <a:pt x="101050" y="143973"/>
                  <a:pt x="101050" y="146293"/>
                </a:cubicBezTo>
                <a:cubicBezTo>
                  <a:pt x="101050" y="149441"/>
                  <a:pt x="101692" y="151720"/>
                  <a:pt x="102977" y="153129"/>
                </a:cubicBezTo>
                <a:cubicBezTo>
                  <a:pt x="104261" y="154537"/>
                  <a:pt x="106105" y="155242"/>
                  <a:pt x="108508" y="155242"/>
                </a:cubicBezTo>
                <a:cubicBezTo>
                  <a:pt x="109999" y="155242"/>
                  <a:pt x="111470" y="154952"/>
                  <a:pt x="112920" y="154372"/>
                </a:cubicBezTo>
                <a:cubicBezTo>
                  <a:pt x="114370" y="153792"/>
                  <a:pt x="115945" y="152880"/>
                  <a:pt x="117643" y="151637"/>
                </a:cubicBezTo>
                <a:cubicBezTo>
                  <a:pt x="119342" y="150394"/>
                  <a:pt x="121206" y="148799"/>
                  <a:pt x="123236" y="146852"/>
                </a:cubicBezTo>
                <a:cubicBezTo>
                  <a:pt x="125267" y="144905"/>
                  <a:pt x="127566" y="142564"/>
                  <a:pt x="130135" y="139829"/>
                </a:cubicBezTo>
                <a:cubicBezTo>
                  <a:pt x="131460" y="141238"/>
                  <a:pt x="132828" y="142626"/>
                  <a:pt x="134236" y="143993"/>
                </a:cubicBezTo>
                <a:cubicBezTo>
                  <a:pt x="135645" y="145361"/>
                  <a:pt x="137012" y="146707"/>
                  <a:pt x="138338" y="148033"/>
                </a:cubicBezTo>
                <a:cubicBezTo>
                  <a:pt x="134195" y="152259"/>
                  <a:pt x="130425" y="155884"/>
                  <a:pt x="127027" y="158908"/>
                </a:cubicBezTo>
                <a:cubicBezTo>
                  <a:pt x="123630" y="161933"/>
                  <a:pt x="120336" y="164419"/>
                  <a:pt x="117146" y="166366"/>
                </a:cubicBezTo>
                <a:cubicBezTo>
                  <a:pt x="113956" y="168313"/>
                  <a:pt x="110828" y="169722"/>
                  <a:pt x="107762" y="170592"/>
                </a:cubicBezTo>
                <a:cubicBezTo>
                  <a:pt x="104696" y="171462"/>
                  <a:pt x="101506" y="171897"/>
                  <a:pt x="98191" y="171897"/>
                </a:cubicBezTo>
                <a:cubicBezTo>
                  <a:pt x="92225" y="171897"/>
                  <a:pt x="87585" y="169970"/>
                  <a:pt x="84271" y="166117"/>
                </a:cubicBezTo>
                <a:cubicBezTo>
                  <a:pt x="80956" y="162264"/>
                  <a:pt x="79299" y="156982"/>
                  <a:pt x="79299" y="150270"/>
                </a:cubicBezTo>
                <a:cubicBezTo>
                  <a:pt x="79299" y="146541"/>
                  <a:pt x="79879" y="142978"/>
                  <a:pt x="81039" y="139581"/>
                </a:cubicBezTo>
                <a:lnTo>
                  <a:pt x="79299" y="138835"/>
                </a:lnTo>
                <a:cubicBezTo>
                  <a:pt x="75073" y="144718"/>
                  <a:pt x="70971" y="149731"/>
                  <a:pt x="66994" y="153875"/>
                </a:cubicBezTo>
                <a:cubicBezTo>
                  <a:pt x="63016" y="158018"/>
                  <a:pt x="59081" y="161436"/>
                  <a:pt x="55186" y="164129"/>
                </a:cubicBezTo>
                <a:cubicBezTo>
                  <a:pt x="51292" y="166822"/>
                  <a:pt x="47356" y="168790"/>
                  <a:pt x="43378" y="170033"/>
                </a:cubicBezTo>
                <a:cubicBezTo>
                  <a:pt x="39401" y="171276"/>
                  <a:pt x="35258" y="171897"/>
                  <a:pt x="30949" y="171897"/>
                </a:cubicBezTo>
                <a:cubicBezTo>
                  <a:pt x="21088" y="171897"/>
                  <a:pt x="13465" y="168355"/>
                  <a:pt x="8079" y="161270"/>
                </a:cubicBezTo>
                <a:cubicBezTo>
                  <a:pt x="2693" y="154185"/>
                  <a:pt x="0" y="143890"/>
                  <a:pt x="0" y="130383"/>
                </a:cubicBezTo>
                <a:cubicBezTo>
                  <a:pt x="0" y="122346"/>
                  <a:pt x="849" y="114619"/>
                  <a:pt x="2548" y="107203"/>
                </a:cubicBezTo>
                <a:cubicBezTo>
                  <a:pt x="4247" y="99786"/>
                  <a:pt x="6650" y="92826"/>
                  <a:pt x="9757" y="86321"/>
                </a:cubicBezTo>
                <a:cubicBezTo>
                  <a:pt x="12864" y="79817"/>
                  <a:pt x="16572" y="73892"/>
                  <a:pt x="20881" y="68548"/>
                </a:cubicBezTo>
                <a:cubicBezTo>
                  <a:pt x="25190" y="63203"/>
                  <a:pt x="29913" y="58625"/>
                  <a:pt x="35051" y="54813"/>
                </a:cubicBezTo>
                <a:cubicBezTo>
                  <a:pt x="40188" y="51001"/>
                  <a:pt x="45657" y="48039"/>
                  <a:pt x="51457" y="45926"/>
                </a:cubicBezTo>
                <a:cubicBezTo>
                  <a:pt x="57258" y="43813"/>
                  <a:pt x="63265" y="42757"/>
                  <a:pt x="69480" y="42757"/>
                </a:cubicBezTo>
                <a:cubicBezTo>
                  <a:pt x="74949" y="42757"/>
                  <a:pt x="79962" y="43295"/>
                  <a:pt x="84519" y="44373"/>
                </a:cubicBezTo>
                <a:cubicBezTo>
                  <a:pt x="89077" y="45450"/>
                  <a:pt x="93427" y="47604"/>
                  <a:pt x="97570" y="50836"/>
                </a:cubicBezTo>
                <a:cubicBezTo>
                  <a:pt x="98979" y="45615"/>
                  <a:pt x="100097" y="41162"/>
                  <a:pt x="100926" y="37474"/>
                </a:cubicBezTo>
                <a:cubicBezTo>
                  <a:pt x="101754" y="33787"/>
                  <a:pt x="102438" y="30390"/>
                  <a:pt x="102977" y="27282"/>
                </a:cubicBezTo>
                <a:cubicBezTo>
                  <a:pt x="103515" y="24175"/>
                  <a:pt x="103785" y="21586"/>
                  <a:pt x="103785" y="19514"/>
                </a:cubicBezTo>
                <a:cubicBezTo>
                  <a:pt x="103785" y="17774"/>
                  <a:pt x="103557" y="16324"/>
                  <a:pt x="103101" y="15164"/>
                </a:cubicBezTo>
                <a:cubicBezTo>
                  <a:pt x="102645" y="14004"/>
                  <a:pt x="101837" y="13051"/>
                  <a:pt x="100677" y="12305"/>
                </a:cubicBezTo>
                <a:cubicBezTo>
                  <a:pt x="99517" y="11559"/>
                  <a:pt x="97881" y="11021"/>
                  <a:pt x="95768" y="10689"/>
                </a:cubicBezTo>
                <a:cubicBezTo>
                  <a:pt x="93655" y="10358"/>
                  <a:pt x="90982" y="10109"/>
                  <a:pt x="87751" y="9943"/>
                </a:cubicBezTo>
                <a:lnTo>
                  <a:pt x="89367" y="1492"/>
                </a:lnTo>
                <a:lnTo>
                  <a:pt x="126406" y="0"/>
                </a:lnTo>
                <a:lnTo>
                  <a:pt x="132745" y="0"/>
                </a:lnTo>
                <a:lnTo>
                  <a:pt x="103909" y="126779"/>
                </a:lnTo>
                <a:moveTo>
                  <a:pt x="87129" y="99310"/>
                </a:moveTo>
                <a:cubicBezTo>
                  <a:pt x="88041" y="94835"/>
                  <a:pt x="88869" y="90361"/>
                  <a:pt x="89615" y="85886"/>
                </a:cubicBezTo>
                <a:cubicBezTo>
                  <a:pt x="90361" y="81412"/>
                  <a:pt x="90734" y="77310"/>
                  <a:pt x="90734" y="73581"/>
                </a:cubicBezTo>
                <a:cubicBezTo>
                  <a:pt x="90734" y="66870"/>
                  <a:pt x="89222" y="62105"/>
                  <a:pt x="86197" y="59288"/>
                </a:cubicBezTo>
                <a:cubicBezTo>
                  <a:pt x="83173" y="56470"/>
                  <a:pt x="78346" y="55062"/>
                  <a:pt x="71717" y="55062"/>
                </a:cubicBezTo>
                <a:cubicBezTo>
                  <a:pt x="66828" y="55062"/>
                  <a:pt x="62291" y="56118"/>
                  <a:pt x="58107" y="58231"/>
                </a:cubicBezTo>
                <a:cubicBezTo>
                  <a:pt x="53922" y="60344"/>
                  <a:pt x="50090" y="63244"/>
                  <a:pt x="46610" y="66932"/>
                </a:cubicBezTo>
                <a:cubicBezTo>
                  <a:pt x="43130" y="70619"/>
                  <a:pt x="40022" y="74886"/>
                  <a:pt x="37288" y="79734"/>
                </a:cubicBezTo>
                <a:cubicBezTo>
                  <a:pt x="34553" y="84581"/>
                  <a:pt x="32254" y="89760"/>
                  <a:pt x="30390" y="95270"/>
                </a:cubicBezTo>
                <a:cubicBezTo>
                  <a:pt x="28525" y="100781"/>
                  <a:pt x="27117" y="106415"/>
                  <a:pt x="26164" y="112174"/>
                </a:cubicBezTo>
                <a:cubicBezTo>
                  <a:pt x="25211" y="117933"/>
                  <a:pt x="24734" y="123547"/>
                  <a:pt x="24734" y="129016"/>
                </a:cubicBezTo>
                <a:cubicBezTo>
                  <a:pt x="24734" y="137965"/>
                  <a:pt x="25998" y="144615"/>
                  <a:pt x="28525" y="148965"/>
                </a:cubicBezTo>
                <a:cubicBezTo>
                  <a:pt x="31053" y="153315"/>
                  <a:pt x="35133" y="155490"/>
                  <a:pt x="40768" y="155490"/>
                </a:cubicBezTo>
                <a:cubicBezTo>
                  <a:pt x="44580" y="155490"/>
                  <a:pt x="48806" y="154206"/>
                  <a:pt x="53446" y="151637"/>
                </a:cubicBezTo>
                <a:cubicBezTo>
                  <a:pt x="58086" y="149069"/>
                  <a:pt x="62581" y="145361"/>
                  <a:pt x="66932" y="140513"/>
                </a:cubicBezTo>
                <a:cubicBezTo>
                  <a:pt x="71282" y="135666"/>
                  <a:pt x="75280" y="129762"/>
                  <a:pt x="78926" y="122801"/>
                </a:cubicBezTo>
                <a:cubicBezTo>
                  <a:pt x="82572" y="115841"/>
                  <a:pt x="85306" y="108010"/>
                  <a:pt x="87129" y="99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||𝑥">
            <a:extLst xmlns:a="http://schemas.openxmlformats.org/drawingml/2006/main">
              <a:ext uri="{FF2B5EF4-FFF2-40B4-BE49-F238E27FC236}">
                <a16:creationId xmlns:a16="http://schemas.microsoft.com/office/drawing/2014/main" id="{BB034428-B29E-4876-AFC0-B6016160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389" y="2461345"/>
            <a:ext cx="365541" cy="321690"/>
          </a:xfrm>
          <a:custGeom xmlns:a="http://schemas.openxmlformats.org/drawingml/2006/main">
            <a:pathLst>
              <a:path w="365541" h="321690">
                <a:moveTo>
                  <a:pt x="26620" y="321690"/>
                </a:moveTo>
                <a:lnTo>
                  <a:pt x="0" y="321690"/>
                </a:lnTo>
                <a:lnTo>
                  <a:pt x="0" y="0"/>
                </a:lnTo>
                <a:lnTo>
                  <a:pt x="26620" y="0"/>
                </a:lnTo>
                <a:lnTo>
                  <a:pt x="26620" y="321690"/>
                </a:lnTo>
                <a:close/>
                <a:moveTo>
                  <a:pt x="139345" y="321690"/>
                </a:moveTo>
                <a:lnTo>
                  <a:pt x="112725" y="321690"/>
                </a:lnTo>
                <a:lnTo>
                  <a:pt x="112725" y="0"/>
                </a:lnTo>
                <a:lnTo>
                  <a:pt x="139345" y="0"/>
                </a:lnTo>
                <a:lnTo>
                  <a:pt x="139345" y="321690"/>
                </a:lnTo>
                <a:close/>
                <a:moveTo>
                  <a:pt x="264765" y="169229"/>
                </a:moveTo>
                <a:cubicBezTo>
                  <a:pt x="263036" y="160125"/>
                  <a:pt x="261250" y="151367"/>
                  <a:pt x="259406" y="142954"/>
                </a:cubicBezTo>
                <a:cubicBezTo>
                  <a:pt x="257562" y="134542"/>
                  <a:pt x="255661" y="126706"/>
                  <a:pt x="253702" y="119445"/>
                </a:cubicBezTo>
                <a:cubicBezTo>
                  <a:pt x="251742" y="112185"/>
                  <a:pt x="250129" y="107432"/>
                  <a:pt x="248861" y="105185"/>
                </a:cubicBezTo>
                <a:cubicBezTo>
                  <a:pt x="247594" y="102937"/>
                  <a:pt x="246240" y="101382"/>
                  <a:pt x="244799" y="100517"/>
                </a:cubicBezTo>
                <a:cubicBezTo>
                  <a:pt x="243359" y="99653"/>
                  <a:pt x="241544" y="99221"/>
                  <a:pt x="239354" y="99221"/>
                </a:cubicBezTo>
                <a:cubicBezTo>
                  <a:pt x="236934" y="99221"/>
                  <a:pt x="234745" y="99768"/>
                  <a:pt x="232786" y="100863"/>
                </a:cubicBezTo>
                <a:cubicBezTo>
                  <a:pt x="230827" y="101958"/>
                  <a:pt x="228695" y="103859"/>
                  <a:pt x="226390" y="106567"/>
                </a:cubicBezTo>
                <a:cubicBezTo>
                  <a:pt x="224085" y="109276"/>
                  <a:pt x="221031" y="113511"/>
                  <a:pt x="217228" y="119273"/>
                </a:cubicBezTo>
                <a:lnTo>
                  <a:pt x="205993" y="111840"/>
                </a:lnTo>
                <a:cubicBezTo>
                  <a:pt x="213253" y="100892"/>
                  <a:pt x="220225" y="92710"/>
                  <a:pt x="226908" y="87294"/>
                </a:cubicBezTo>
                <a:cubicBezTo>
                  <a:pt x="233592" y="81877"/>
                  <a:pt x="241486" y="79169"/>
                  <a:pt x="250590" y="79169"/>
                </a:cubicBezTo>
                <a:cubicBezTo>
                  <a:pt x="254162" y="79169"/>
                  <a:pt x="257303" y="79573"/>
                  <a:pt x="260011" y="80379"/>
                </a:cubicBezTo>
                <a:cubicBezTo>
                  <a:pt x="262719" y="81186"/>
                  <a:pt x="265110" y="82425"/>
                  <a:pt x="267185" y="84096"/>
                </a:cubicBezTo>
                <a:cubicBezTo>
                  <a:pt x="269259" y="85767"/>
                  <a:pt x="271103" y="87928"/>
                  <a:pt x="272716" y="90578"/>
                </a:cubicBezTo>
                <a:cubicBezTo>
                  <a:pt x="274329" y="93229"/>
                  <a:pt x="275885" y="96830"/>
                  <a:pt x="277383" y="101382"/>
                </a:cubicBezTo>
                <a:cubicBezTo>
                  <a:pt x="278881" y="105934"/>
                  <a:pt x="280293" y="111580"/>
                  <a:pt x="281618" y="118322"/>
                </a:cubicBezTo>
                <a:cubicBezTo>
                  <a:pt x="282943" y="125063"/>
                  <a:pt x="284125" y="132064"/>
                  <a:pt x="285162" y="139324"/>
                </a:cubicBezTo>
                <a:lnTo>
                  <a:pt x="286890" y="139324"/>
                </a:lnTo>
                <a:cubicBezTo>
                  <a:pt x="297953" y="123767"/>
                  <a:pt x="306337" y="112387"/>
                  <a:pt x="312041" y="105185"/>
                </a:cubicBezTo>
                <a:cubicBezTo>
                  <a:pt x="317746" y="97982"/>
                  <a:pt x="322557" y="92624"/>
                  <a:pt x="326475" y="89109"/>
                </a:cubicBezTo>
                <a:cubicBezTo>
                  <a:pt x="330393" y="85594"/>
                  <a:pt x="334167" y="83116"/>
                  <a:pt x="337797" y="81676"/>
                </a:cubicBezTo>
                <a:cubicBezTo>
                  <a:pt x="341427" y="80235"/>
                  <a:pt x="346239" y="79515"/>
                  <a:pt x="352231" y="79515"/>
                </a:cubicBezTo>
                <a:cubicBezTo>
                  <a:pt x="357647" y="79515"/>
                  <a:pt x="362084" y="80206"/>
                  <a:pt x="365541" y="81589"/>
                </a:cubicBezTo>
                <a:lnTo>
                  <a:pt x="358627" y="112877"/>
                </a:lnTo>
                <a:lnTo>
                  <a:pt x="346527" y="112877"/>
                </a:lnTo>
                <a:cubicBezTo>
                  <a:pt x="345835" y="108037"/>
                  <a:pt x="343819" y="105617"/>
                  <a:pt x="340477" y="105617"/>
                </a:cubicBezTo>
                <a:cubicBezTo>
                  <a:pt x="339440" y="105617"/>
                  <a:pt x="338345" y="105790"/>
                  <a:pt x="337192" y="106135"/>
                </a:cubicBezTo>
                <a:cubicBezTo>
                  <a:pt x="336040" y="106481"/>
                  <a:pt x="334628" y="107230"/>
                  <a:pt x="332957" y="108382"/>
                </a:cubicBezTo>
                <a:cubicBezTo>
                  <a:pt x="331286" y="109535"/>
                  <a:pt x="328838" y="111782"/>
                  <a:pt x="325611" y="115124"/>
                </a:cubicBezTo>
                <a:cubicBezTo>
                  <a:pt x="322384" y="118466"/>
                  <a:pt x="318754" y="122557"/>
                  <a:pt x="314721" y="127397"/>
                </a:cubicBezTo>
                <a:cubicBezTo>
                  <a:pt x="310687" y="132237"/>
                  <a:pt x="306539" y="137308"/>
                  <a:pt x="302275" y="142609"/>
                </a:cubicBezTo>
                <a:lnTo>
                  <a:pt x="290520" y="157302"/>
                </a:lnTo>
                <a:cubicBezTo>
                  <a:pt x="292595" y="168364"/>
                  <a:pt x="294554" y="177929"/>
                  <a:pt x="296398" y="185996"/>
                </a:cubicBezTo>
                <a:cubicBezTo>
                  <a:pt x="298242" y="194063"/>
                  <a:pt x="299884" y="200776"/>
                  <a:pt x="301324" y="206134"/>
                </a:cubicBezTo>
                <a:cubicBezTo>
                  <a:pt x="302765" y="211493"/>
                  <a:pt x="304032" y="215728"/>
                  <a:pt x="305127" y="218839"/>
                </a:cubicBezTo>
                <a:cubicBezTo>
                  <a:pt x="306222" y="221951"/>
                  <a:pt x="307403" y="224284"/>
                  <a:pt x="308671" y="225840"/>
                </a:cubicBezTo>
                <a:cubicBezTo>
                  <a:pt x="309938" y="227396"/>
                  <a:pt x="311235" y="228491"/>
                  <a:pt x="312560" y="229124"/>
                </a:cubicBezTo>
                <a:cubicBezTo>
                  <a:pt x="313885" y="229758"/>
                  <a:pt x="315412" y="230075"/>
                  <a:pt x="317141" y="230075"/>
                </a:cubicBezTo>
                <a:cubicBezTo>
                  <a:pt x="320252" y="230075"/>
                  <a:pt x="323277" y="228865"/>
                  <a:pt x="326216" y="226445"/>
                </a:cubicBezTo>
                <a:cubicBezTo>
                  <a:pt x="329154" y="224025"/>
                  <a:pt x="333389" y="218551"/>
                  <a:pt x="338921" y="210023"/>
                </a:cubicBezTo>
                <a:lnTo>
                  <a:pt x="350157" y="217456"/>
                </a:lnTo>
                <a:cubicBezTo>
                  <a:pt x="342090" y="229441"/>
                  <a:pt x="334801" y="237883"/>
                  <a:pt x="328290" y="242780"/>
                </a:cubicBezTo>
                <a:cubicBezTo>
                  <a:pt x="321779" y="247678"/>
                  <a:pt x="314029" y="250127"/>
                  <a:pt x="305041" y="250127"/>
                </a:cubicBezTo>
                <a:cubicBezTo>
                  <a:pt x="300085" y="250127"/>
                  <a:pt x="295879" y="249234"/>
                  <a:pt x="292422" y="247447"/>
                </a:cubicBezTo>
                <a:cubicBezTo>
                  <a:pt x="288965" y="245661"/>
                  <a:pt x="285969" y="242809"/>
                  <a:pt x="283433" y="238891"/>
                </a:cubicBezTo>
                <a:cubicBezTo>
                  <a:pt x="280898" y="234973"/>
                  <a:pt x="278651" y="228865"/>
                  <a:pt x="276692" y="220568"/>
                </a:cubicBezTo>
                <a:cubicBezTo>
                  <a:pt x="273119" y="205817"/>
                  <a:pt x="270930" y="194524"/>
                  <a:pt x="270123" y="186688"/>
                </a:cubicBezTo>
                <a:lnTo>
                  <a:pt x="268395" y="186688"/>
                </a:lnTo>
                <a:cubicBezTo>
                  <a:pt x="256179" y="203858"/>
                  <a:pt x="247104" y="216189"/>
                  <a:pt x="241169" y="223679"/>
                </a:cubicBezTo>
                <a:cubicBezTo>
                  <a:pt x="235234" y="231170"/>
                  <a:pt x="230337" y="236701"/>
                  <a:pt x="226476" y="240274"/>
                </a:cubicBezTo>
                <a:cubicBezTo>
                  <a:pt x="222616" y="243846"/>
                  <a:pt x="218870" y="246353"/>
                  <a:pt x="215240" y="247793"/>
                </a:cubicBezTo>
                <a:cubicBezTo>
                  <a:pt x="211610" y="249234"/>
                  <a:pt x="206799" y="249954"/>
                  <a:pt x="200807" y="249954"/>
                </a:cubicBezTo>
                <a:cubicBezTo>
                  <a:pt x="195391" y="249954"/>
                  <a:pt x="190954" y="249262"/>
                  <a:pt x="187497" y="247880"/>
                </a:cubicBezTo>
                <a:lnTo>
                  <a:pt x="194411" y="216592"/>
                </a:lnTo>
                <a:lnTo>
                  <a:pt x="206511" y="216592"/>
                </a:lnTo>
                <a:cubicBezTo>
                  <a:pt x="207203" y="221432"/>
                  <a:pt x="209219" y="223852"/>
                  <a:pt x="212561" y="223852"/>
                </a:cubicBezTo>
                <a:cubicBezTo>
                  <a:pt x="214174" y="223852"/>
                  <a:pt x="215874" y="223420"/>
                  <a:pt x="217660" y="222556"/>
                </a:cubicBezTo>
                <a:cubicBezTo>
                  <a:pt x="219447" y="221691"/>
                  <a:pt x="222011" y="219617"/>
                  <a:pt x="225353" y="216333"/>
                </a:cubicBezTo>
                <a:cubicBezTo>
                  <a:pt x="228695" y="213048"/>
                  <a:pt x="233304" y="207892"/>
                  <a:pt x="239181" y="200862"/>
                </a:cubicBezTo>
                <a:cubicBezTo>
                  <a:pt x="245059" y="193832"/>
                  <a:pt x="253586" y="183288"/>
                  <a:pt x="264765" y="169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A8E95-C8F7-4A5E-88A6-F52FF622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067" y="1384741"/>
            <a:ext cx="816334" cy="828712"/>
          </a:xfrm>
          <a:custGeom xmlns:a="http://schemas.openxmlformats.org/drawingml/2006/main">
            <a:pathLst>
              <a:path w="816334" h="828712">
                <a:moveTo>
                  <a:pt x="41553" y="0"/>
                </a:moveTo>
                <a:lnTo>
                  <a:pt x="768297" y="739269"/>
                </a:lnTo>
                <a:lnTo>
                  <a:pt x="816334" y="691968"/>
                </a:lnTo>
                <a:lnTo>
                  <a:pt x="815155" y="828712"/>
                </a:lnTo>
                <a:lnTo>
                  <a:pt x="678559" y="827533"/>
                </a:lnTo>
                <a:lnTo>
                  <a:pt x="726596" y="780233"/>
                </a:lnTo>
                <a:lnTo>
                  <a:pt x="0" y="40964"/>
                </a:lnTo>
                <a:lnTo>
                  <a:pt x="41553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D0E45-3C8D-466C-AD1D-CB586C2C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067" y="1384741"/>
            <a:ext cx="816334" cy="828712"/>
          </a:xfrm>
          <a:custGeom xmlns:a="http://schemas.openxmlformats.org/drawingml/2006/main">
            <a:pathLst>
              <a:path w="816334" h="828712" fill="none">
                <a:moveTo>
                  <a:pt x="41553" y="0"/>
                </a:moveTo>
                <a:lnTo>
                  <a:pt x="768297" y="739269"/>
                </a:lnTo>
                <a:lnTo>
                  <a:pt x="816334" y="691968"/>
                </a:lnTo>
                <a:lnTo>
                  <a:pt x="815155" y="828712"/>
                </a:lnTo>
                <a:lnTo>
                  <a:pt x="678559" y="827533"/>
                </a:lnTo>
                <a:lnTo>
                  <a:pt x="726596" y="780233"/>
                </a:lnTo>
                <a:lnTo>
                  <a:pt x="0" y="40964"/>
                </a:lnTo>
                <a:lnTo>
                  <a:pt x="415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4F808-ADDA-4554-8217-0F6F1A97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809" y="898920"/>
            <a:ext cx="431007" cy="176823"/>
          </a:xfrm>
          <a:custGeom xmlns:a="http://schemas.openxmlformats.org/drawingml/2006/main">
            <a:pathLst>
              <a:path w="431007" h="176823">
                <a:moveTo>
                  <a:pt x="0" y="61593"/>
                </a:moveTo>
                <a:lnTo>
                  <a:pt x="342595" y="61593"/>
                </a:lnTo>
                <a:lnTo>
                  <a:pt x="342595" y="0"/>
                </a:lnTo>
                <a:lnTo>
                  <a:pt x="431007" y="88412"/>
                </a:lnTo>
                <a:lnTo>
                  <a:pt x="342595" y="176823"/>
                </a:lnTo>
                <a:lnTo>
                  <a:pt x="342595" y="115082"/>
                </a:lnTo>
                <a:lnTo>
                  <a:pt x="0" y="115082"/>
                </a:lnTo>
                <a:lnTo>
                  <a:pt x="0" y="61593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AD797-941C-48FF-BA4B-2A645210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809" y="898920"/>
            <a:ext cx="431007" cy="176823"/>
          </a:xfrm>
          <a:custGeom xmlns:a="http://schemas.openxmlformats.org/drawingml/2006/main">
            <a:pathLst>
              <a:path w="431007" h="176823" fill="none">
                <a:moveTo>
                  <a:pt x="0" y="61593"/>
                </a:moveTo>
                <a:lnTo>
                  <a:pt x="342595" y="61593"/>
                </a:lnTo>
                <a:lnTo>
                  <a:pt x="342595" y="0"/>
                </a:lnTo>
                <a:lnTo>
                  <a:pt x="431007" y="88412"/>
                </a:lnTo>
                <a:lnTo>
                  <a:pt x="342595" y="176823"/>
                </a:lnTo>
                <a:lnTo>
                  <a:pt x="342595" y="115082"/>
                </a:lnTo>
                <a:lnTo>
                  <a:pt x="0" y="115082"/>
                </a:lnTo>
                <a:lnTo>
                  <a:pt x="0" y="615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FF13A-8666-459F-AE7E-2947EF05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757" y="4192253"/>
            <a:ext cx="431007" cy="165772"/>
          </a:xfrm>
          <a:custGeom xmlns:a="http://schemas.openxmlformats.org/drawingml/2006/main">
            <a:pathLst>
              <a:path w="431007" h="165772">
                <a:moveTo>
                  <a:pt x="0" y="57762"/>
                </a:moveTo>
                <a:lnTo>
                  <a:pt x="348047" y="57762"/>
                </a:lnTo>
                <a:lnTo>
                  <a:pt x="348047" y="0"/>
                </a:lnTo>
                <a:lnTo>
                  <a:pt x="431007" y="82812"/>
                </a:lnTo>
                <a:lnTo>
                  <a:pt x="348047" y="165772"/>
                </a:lnTo>
                <a:lnTo>
                  <a:pt x="348047" y="107862"/>
                </a:lnTo>
                <a:lnTo>
                  <a:pt x="0" y="107862"/>
                </a:lnTo>
                <a:lnTo>
                  <a:pt x="0" y="57762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42472-4E80-418A-9CA9-60285E06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757" y="4192253"/>
            <a:ext cx="431007" cy="165772"/>
          </a:xfrm>
          <a:custGeom xmlns:a="http://schemas.openxmlformats.org/drawingml/2006/main">
            <a:pathLst>
              <a:path w="431007" h="165772" fill="none">
                <a:moveTo>
                  <a:pt x="0" y="57762"/>
                </a:moveTo>
                <a:lnTo>
                  <a:pt x="348047" y="57762"/>
                </a:lnTo>
                <a:lnTo>
                  <a:pt x="348047" y="0"/>
                </a:lnTo>
                <a:lnTo>
                  <a:pt x="431007" y="82812"/>
                </a:lnTo>
                <a:lnTo>
                  <a:pt x="348047" y="165772"/>
                </a:lnTo>
                <a:lnTo>
                  <a:pt x="348047" y="107862"/>
                </a:lnTo>
                <a:lnTo>
                  <a:pt x="0" y="107862"/>
                </a:lnTo>
                <a:lnTo>
                  <a:pt x="0" y="577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40EB4-A0CD-4743-87BC-DBD100E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403" y="2960973"/>
            <a:ext cx="809703" cy="836521"/>
          </a:xfrm>
          <a:custGeom xmlns:a="http://schemas.openxmlformats.org/drawingml/2006/main">
            <a:pathLst>
              <a:path w="809703" h="836521">
                <a:moveTo>
                  <a:pt x="0" y="795999"/>
                </a:moveTo>
                <a:lnTo>
                  <a:pt x="719081" y="49363"/>
                </a:lnTo>
                <a:lnTo>
                  <a:pt x="670455" y="2652"/>
                </a:lnTo>
                <a:lnTo>
                  <a:pt x="807198" y="0"/>
                </a:lnTo>
                <a:lnTo>
                  <a:pt x="809703" y="136743"/>
                </a:lnTo>
                <a:lnTo>
                  <a:pt x="761224" y="89885"/>
                </a:lnTo>
                <a:lnTo>
                  <a:pt x="42143" y="836521"/>
                </a:lnTo>
                <a:lnTo>
                  <a:pt x="0" y="795999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9B414-9ED9-401C-94E0-9FC27B31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403" y="2960973"/>
            <a:ext cx="809703" cy="836521"/>
          </a:xfrm>
          <a:custGeom xmlns:a="http://schemas.openxmlformats.org/drawingml/2006/main">
            <a:pathLst>
              <a:path w="809703" h="836521" fill="none">
                <a:moveTo>
                  <a:pt x="0" y="795999"/>
                </a:moveTo>
                <a:lnTo>
                  <a:pt x="719081" y="49363"/>
                </a:lnTo>
                <a:lnTo>
                  <a:pt x="670455" y="2652"/>
                </a:lnTo>
                <a:lnTo>
                  <a:pt x="807198" y="0"/>
                </a:lnTo>
                <a:lnTo>
                  <a:pt x="809703" y="136743"/>
                </a:lnTo>
                <a:lnTo>
                  <a:pt x="761224" y="89885"/>
                </a:lnTo>
                <a:lnTo>
                  <a:pt x="42143" y="836521"/>
                </a:lnTo>
                <a:lnTo>
                  <a:pt x="0" y="7959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8C35B-A97C-4D80-AD75-2ACDC2E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749" y="2992212"/>
            <a:ext cx="1056372" cy="1072728"/>
          </a:xfrm>
          <a:custGeom xmlns:a="http://schemas.openxmlformats.org/drawingml/2006/main">
            <a:pathLst>
              <a:path w="1056372" h="1072728">
                <a:moveTo>
                  <a:pt x="41553" y="0"/>
                </a:moveTo>
                <a:lnTo>
                  <a:pt x="1008187" y="983285"/>
                </a:lnTo>
                <a:lnTo>
                  <a:pt x="1056372" y="935984"/>
                </a:lnTo>
                <a:lnTo>
                  <a:pt x="1055193" y="1072728"/>
                </a:lnTo>
                <a:lnTo>
                  <a:pt x="918449" y="1071549"/>
                </a:lnTo>
                <a:lnTo>
                  <a:pt x="966486" y="1024249"/>
                </a:lnTo>
                <a:lnTo>
                  <a:pt x="0" y="40964"/>
                </a:lnTo>
                <a:lnTo>
                  <a:pt x="41553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F0EE3-929A-414F-9478-D8FF6910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749" y="2992212"/>
            <a:ext cx="1056372" cy="1072728"/>
          </a:xfrm>
          <a:custGeom xmlns:a="http://schemas.openxmlformats.org/drawingml/2006/main">
            <a:pathLst>
              <a:path w="1056372" h="1072728" fill="none">
                <a:moveTo>
                  <a:pt x="41553" y="0"/>
                </a:moveTo>
                <a:lnTo>
                  <a:pt x="1008187" y="983285"/>
                </a:lnTo>
                <a:lnTo>
                  <a:pt x="1056372" y="935984"/>
                </a:lnTo>
                <a:lnTo>
                  <a:pt x="1055193" y="1072728"/>
                </a:lnTo>
                <a:lnTo>
                  <a:pt x="918449" y="1071549"/>
                </a:lnTo>
                <a:lnTo>
                  <a:pt x="966486" y="1024249"/>
                </a:lnTo>
                <a:lnTo>
                  <a:pt x="0" y="40964"/>
                </a:lnTo>
                <a:lnTo>
                  <a:pt x="415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94DEC-D26E-4C71-8498-939037F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191" y="1114939"/>
            <a:ext cx="1055929" cy="1073170"/>
          </a:xfrm>
          <a:custGeom xmlns:a="http://schemas.openxmlformats.org/drawingml/2006/main">
            <a:pathLst>
              <a:path w="1055929" h="1073170">
                <a:moveTo>
                  <a:pt x="0" y="1032353"/>
                </a:moveTo>
                <a:lnTo>
                  <a:pt x="966044" y="48626"/>
                </a:lnTo>
                <a:lnTo>
                  <a:pt x="917860" y="1326"/>
                </a:lnTo>
                <a:lnTo>
                  <a:pt x="1054603" y="0"/>
                </a:lnTo>
                <a:lnTo>
                  <a:pt x="1055929" y="136743"/>
                </a:lnTo>
                <a:lnTo>
                  <a:pt x="1007745" y="89443"/>
                </a:lnTo>
                <a:lnTo>
                  <a:pt x="41701" y="1073170"/>
                </a:lnTo>
                <a:lnTo>
                  <a:pt x="0" y="1032353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6449F-F30F-4098-B4C9-016340AF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191" y="1114939"/>
            <a:ext cx="1055929" cy="1073170"/>
          </a:xfrm>
          <a:custGeom xmlns:a="http://schemas.openxmlformats.org/drawingml/2006/main">
            <a:pathLst>
              <a:path w="1055929" h="1073170" fill="none">
                <a:moveTo>
                  <a:pt x="0" y="1032353"/>
                </a:moveTo>
                <a:lnTo>
                  <a:pt x="966044" y="48626"/>
                </a:lnTo>
                <a:lnTo>
                  <a:pt x="917860" y="1326"/>
                </a:lnTo>
                <a:lnTo>
                  <a:pt x="1054603" y="0"/>
                </a:lnTo>
                <a:lnTo>
                  <a:pt x="1055929" y="136743"/>
                </a:lnTo>
                <a:lnTo>
                  <a:pt x="1007745" y="89443"/>
                </a:lnTo>
                <a:lnTo>
                  <a:pt x="41701" y="1073170"/>
                </a:lnTo>
                <a:lnTo>
                  <a:pt x="0" y="10323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EB548-FDB2-46A1-820D-74A6D2B7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408" y="1219412"/>
            <a:ext cx="209978" cy="364698"/>
          </a:xfrm>
          <a:custGeom xmlns:a="http://schemas.openxmlformats.org/drawingml/2006/main">
            <a:pathLst>
              <a:path w="209978" h="364698">
                <a:moveTo>
                  <a:pt x="136596" y="0"/>
                </a:moveTo>
                <a:lnTo>
                  <a:pt x="136596" y="259635"/>
                </a:lnTo>
                <a:lnTo>
                  <a:pt x="209978" y="259635"/>
                </a:lnTo>
                <a:lnTo>
                  <a:pt x="104915" y="364698"/>
                </a:lnTo>
                <a:lnTo>
                  <a:pt x="0" y="259635"/>
                </a:lnTo>
                <a:lnTo>
                  <a:pt x="73234" y="259635"/>
                </a:lnTo>
                <a:lnTo>
                  <a:pt x="73234" y="0"/>
                </a:lnTo>
                <a:lnTo>
                  <a:pt x="136596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5EAB4-E75A-4885-A64A-8413CA7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408" y="1219412"/>
            <a:ext cx="209978" cy="364698"/>
          </a:xfrm>
          <a:custGeom xmlns:a="http://schemas.openxmlformats.org/drawingml/2006/main">
            <a:pathLst>
              <a:path w="209978" h="364698" fill="none">
                <a:moveTo>
                  <a:pt x="136596" y="0"/>
                </a:moveTo>
                <a:lnTo>
                  <a:pt x="136596" y="259635"/>
                </a:lnTo>
                <a:lnTo>
                  <a:pt x="209978" y="259635"/>
                </a:lnTo>
                <a:lnTo>
                  <a:pt x="104915" y="364698"/>
                </a:lnTo>
                <a:lnTo>
                  <a:pt x="0" y="259635"/>
                </a:lnTo>
                <a:lnTo>
                  <a:pt x="73234" y="259635"/>
                </a:lnTo>
                <a:lnTo>
                  <a:pt x="73234" y="0"/>
                </a:lnTo>
                <a:lnTo>
                  <a:pt x="13659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5" cap="flat">
            <a:solidFill>
              <a:srgbClr val="172C51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4839B-F34D-4C42-B821-8F8B0C36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223" y="163924"/>
            <a:ext cx="3392796" cy="685190"/>
          </a:xfrm>
          <a:custGeom xmlns:a="http://schemas.openxmlformats.org/drawingml/2006/main">
            <a:pathLst>
              <a:path w="3392796" h="685190" fill="none">
                <a:moveTo>
                  <a:pt x="0" y="685190"/>
                </a:moveTo>
                <a:lnTo>
                  <a:pt x="3392796" y="685190"/>
                </a:lnTo>
                <a:lnTo>
                  <a:pt x="3392796" y="0"/>
                </a:lnTo>
                <a:lnTo>
                  <a:pt x="0" y="0"/>
                </a:lnTo>
                <a:lnTo>
                  <a:pt x="0" y="6851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72" name="Text Output">
            <a:extLst xmlns:a="http://schemas.openxmlformats.org/drawingml/2006/main">
              <a:ext uri="{FF2B5EF4-FFF2-40B4-BE49-F238E27FC236}">
                <a16:creationId xmlns:a16="http://schemas.microsoft.com/office/drawing/2014/main" id="{37A25A88-3155-40E3-A3C7-6816800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546" y="360203"/>
            <a:ext cx="894791" cy="262893"/>
          </a:xfrm>
          <a:custGeom xmlns:a="http://schemas.openxmlformats.org/drawingml/2006/main">
            <a:pathLst>
              <a:path w="894791" h="262893">
                <a:moveTo>
                  <a:pt x="175471" y="101831"/>
                </a:moveTo>
                <a:cubicBezTo>
                  <a:pt x="175471" y="118046"/>
                  <a:pt x="173617" y="132718"/>
                  <a:pt x="169909" y="145845"/>
                </a:cubicBezTo>
                <a:cubicBezTo>
                  <a:pt x="166201" y="158973"/>
                  <a:pt x="160639" y="170165"/>
                  <a:pt x="153223" y="179422"/>
                </a:cubicBezTo>
                <a:cubicBezTo>
                  <a:pt x="145808" y="188678"/>
                  <a:pt x="136460" y="195818"/>
                  <a:pt x="125179" y="200841"/>
                </a:cubicBezTo>
                <a:cubicBezTo>
                  <a:pt x="113899" y="205861"/>
                  <a:pt x="100739" y="208371"/>
                  <a:pt x="85699" y="208371"/>
                </a:cubicBezTo>
                <a:cubicBezTo>
                  <a:pt x="70658" y="208371"/>
                  <a:pt x="57733" y="205992"/>
                  <a:pt x="46923" y="201233"/>
                </a:cubicBezTo>
                <a:cubicBezTo>
                  <a:pt x="36112" y="196474"/>
                  <a:pt x="27234" y="189675"/>
                  <a:pt x="20289" y="180837"/>
                </a:cubicBezTo>
                <a:cubicBezTo>
                  <a:pt x="13343" y="171994"/>
                  <a:pt x="8225" y="161194"/>
                  <a:pt x="4935" y="148435"/>
                </a:cubicBezTo>
                <a:cubicBezTo>
                  <a:pt x="1645" y="135673"/>
                  <a:pt x="0" y="121289"/>
                  <a:pt x="0" y="105282"/>
                </a:cubicBezTo>
                <a:cubicBezTo>
                  <a:pt x="0" y="89384"/>
                  <a:pt x="1828" y="74949"/>
                  <a:pt x="5483" y="61978"/>
                </a:cubicBezTo>
                <a:cubicBezTo>
                  <a:pt x="9139" y="49007"/>
                  <a:pt x="14701" y="37945"/>
                  <a:pt x="22169" y="28793"/>
                </a:cubicBezTo>
                <a:cubicBezTo>
                  <a:pt x="29637" y="19641"/>
                  <a:pt x="38985" y="12555"/>
                  <a:pt x="50213" y="7535"/>
                </a:cubicBezTo>
                <a:cubicBezTo>
                  <a:pt x="61441" y="2512"/>
                  <a:pt x="74627" y="0"/>
                  <a:pt x="89772" y="0"/>
                </a:cubicBezTo>
                <a:cubicBezTo>
                  <a:pt x="104499" y="0"/>
                  <a:pt x="117242" y="2353"/>
                  <a:pt x="128000" y="7060"/>
                </a:cubicBezTo>
                <a:cubicBezTo>
                  <a:pt x="138758" y="11767"/>
                  <a:pt x="147662" y="18513"/>
                  <a:pt x="154712" y="27300"/>
                </a:cubicBezTo>
                <a:cubicBezTo>
                  <a:pt x="161762" y="36086"/>
                  <a:pt x="166984" y="46756"/>
                  <a:pt x="170379" y="59309"/>
                </a:cubicBezTo>
                <a:cubicBezTo>
                  <a:pt x="173773" y="71863"/>
                  <a:pt x="175471" y="86036"/>
                  <a:pt x="175471" y="101831"/>
                </a:cubicBezTo>
                <a:moveTo>
                  <a:pt x="155103" y="103559"/>
                </a:moveTo>
                <a:cubicBezTo>
                  <a:pt x="155103" y="91525"/>
                  <a:pt x="153981" y="80251"/>
                  <a:pt x="151735" y="69738"/>
                </a:cubicBezTo>
                <a:cubicBezTo>
                  <a:pt x="149489" y="59221"/>
                  <a:pt x="145782" y="50066"/>
                  <a:pt x="140611" y="42272"/>
                </a:cubicBezTo>
                <a:cubicBezTo>
                  <a:pt x="135441" y="34474"/>
                  <a:pt x="128574" y="28352"/>
                  <a:pt x="120009" y="23907"/>
                </a:cubicBezTo>
                <a:cubicBezTo>
                  <a:pt x="111445" y="19458"/>
                  <a:pt x="100843" y="17234"/>
                  <a:pt x="88205" y="17234"/>
                </a:cubicBezTo>
                <a:cubicBezTo>
                  <a:pt x="75672" y="17234"/>
                  <a:pt x="65096" y="19563"/>
                  <a:pt x="56480" y="24220"/>
                </a:cubicBezTo>
                <a:cubicBezTo>
                  <a:pt x="47863" y="28875"/>
                  <a:pt x="40865" y="35127"/>
                  <a:pt x="35486" y="42977"/>
                </a:cubicBezTo>
                <a:cubicBezTo>
                  <a:pt x="30107" y="50823"/>
                  <a:pt x="26242" y="59979"/>
                  <a:pt x="23892" y="70443"/>
                </a:cubicBezTo>
                <a:cubicBezTo>
                  <a:pt x="21542" y="80904"/>
                  <a:pt x="20367" y="91943"/>
                  <a:pt x="20367" y="103559"/>
                </a:cubicBezTo>
                <a:cubicBezTo>
                  <a:pt x="20367" y="115907"/>
                  <a:pt x="21438" y="127391"/>
                  <a:pt x="23579" y="138012"/>
                </a:cubicBezTo>
                <a:cubicBezTo>
                  <a:pt x="25720" y="148629"/>
                  <a:pt x="29350" y="157863"/>
                  <a:pt x="34467" y="165713"/>
                </a:cubicBezTo>
                <a:cubicBezTo>
                  <a:pt x="39585" y="173560"/>
                  <a:pt x="46427" y="179707"/>
                  <a:pt x="54991" y="184156"/>
                </a:cubicBezTo>
                <a:cubicBezTo>
                  <a:pt x="63556" y="188602"/>
                  <a:pt x="74262" y="190824"/>
                  <a:pt x="87109" y="190824"/>
                </a:cubicBezTo>
                <a:cubicBezTo>
                  <a:pt x="99851" y="190824"/>
                  <a:pt x="110557" y="188445"/>
                  <a:pt x="119226" y="183686"/>
                </a:cubicBezTo>
                <a:cubicBezTo>
                  <a:pt x="127895" y="178924"/>
                  <a:pt x="134893" y="172541"/>
                  <a:pt x="140220" y="164538"/>
                </a:cubicBezTo>
                <a:cubicBezTo>
                  <a:pt x="145547" y="156531"/>
                  <a:pt x="149359" y="147270"/>
                  <a:pt x="151657" y="136753"/>
                </a:cubicBezTo>
                <a:cubicBezTo>
                  <a:pt x="153955" y="126237"/>
                  <a:pt x="155103" y="115172"/>
                  <a:pt x="155103" y="103559"/>
                </a:cubicBezTo>
                <a:close/>
                <a:moveTo>
                  <a:pt x="333143" y="202413"/>
                </a:moveTo>
                <a:cubicBezTo>
                  <a:pt x="333143" y="203040"/>
                  <a:pt x="333012" y="203616"/>
                  <a:pt x="332751" y="204141"/>
                </a:cubicBezTo>
                <a:cubicBezTo>
                  <a:pt x="332490" y="204663"/>
                  <a:pt x="331994" y="205081"/>
                  <a:pt x="331262" y="205395"/>
                </a:cubicBezTo>
                <a:cubicBezTo>
                  <a:pt x="330531" y="205708"/>
                  <a:pt x="329591" y="205969"/>
                  <a:pt x="328442" y="206178"/>
                </a:cubicBezTo>
                <a:cubicBezTo>
                  <a:pt x="327293" y="206387"/>
                  <a:pt x="325883" y="206491"/>
                  <a:pt x="324212" y="206491"/>
                </a:cubicBezTo>
                <a:cubicBezTo>
                  <a:pt x="322332" y="206491"/>
                  <a:pt x="320818" y="206387"/>
                  <a:pt x="319669" y="206178"/>
                </a:cubicBezTo>
                <a:cubicBezTo>
                  <a:pt x="318520" y="205969"/>
                  <a:pt x="317632" y="205708"/>
                  <a:pt x="317005" y="205395"/>
                </a:cubicBezTo>
                <a:cubicBezTo>
                  <a:pt x="316379" y="205081"/>
                  <a:pt x="315935" y="204663"/>
                  <a:pt x="315674" y="204141"/>
                </a:cubicBezTo>
                <a:cubicBezTo>
                  <a:pt x="315413" y="203616"/>
                  <a:pt x="315282" y="203040"/>
                  <a:pt x="315282" y="202413"/>
                </a:cubicBezTo>
                <a:lnTo>
                  <a:pt x="315282" y="182340"/>
                </a:lnTo>
                <a:cubicBezTo>
                  <a:pt x="307135" y="191492"/>
                  <a:pt x="299171" y="198119"/>
                  <a:pt x="291390" y="202222"/>
                </a:cubicBezTo>
                <a:cubicBezTo>
                  <a:pt x="283609" y="206322"/>
                  <a:pt x="275853" y="208371"/>
                  <a:pt x="268124" y="208371"/>
                </a:cubicBezTo>
                <a:cubicBezTo>
                  <a:pt x="258829" y="208371"/>
                  <a:pt x="250995" y="206801"/>
                  <a:pt x="244624" y="203661"/>
                </a:cubicBezTo>
                <a:cubicBezTo>
                  <a:pt x="238253" y="200521"/>
                  <a:pt x="233109" y="196257"/>
                  <a:pt x="229192" y="190868"/>
                </a:cubicBezTo>
                <a:cubicBezTo>
                  <a:pt x="225275" y="185476"/>
                  <a:pt x="222455" y="179223"/>
                  <a:pt x="220732" y="172107"/>
                </a:cubicBezTo>
                <a:cubicBezTo>
                  <a:pt x="219008" y="164988"/>
                  <a:pt x="218147" y="156406"/>
                  <a:pt x="218147" y="146359"/>
                </a:cubicBezTo>
                <a:lnTo>
                  <a:pt x="218147" y="60484"/>
                </a:lnTo>
                <a:cubicBezTo>
                  <a:pt x="218147" y="59855"/>
                  <a:pt x="218277" y="59278"/>
                  <a:pt x="218538" y="58756"/>
                </a:cubicBezTo>
                <a:cubicBezTo>
                  <a:pt x="218799" y="58234"/>
                  <a:pt x="219296" y="57790"/>
                  <a:pt x="220027" y="57425"/>
                </a:cubicBezTo>
                <a:cubicBezTo>
                  <a:pt x="220758" y="57056"/>
                  <a:pt x="221724" y="56793"/>
                  <a:pt x="222925" y="56636"/>
                </a:cubicBezTo>
                <a:cubicBezTo>
                  <a:pt x="224126" y="56480"/>
                  <a:pt x="225615" y="56401"/>
                  <a:pt x="227390" y="56401"/>
                </a:cubicBezTo>
                <a:cubicBezTo>
                  <a:pt x="229270" y="56401"/>
                  <a:pt x="230811" y="56480"/>
                  <a:pt x="232012" y="56636"/>
                </a:cubicBezTo>
                <a:cubicBezTo>
                  <a:pt x="233213" y="56793"/>
                  <a:pt x="234153" y="57056"/>
                  <a:pt x="234832" y="57425"/>
                </a:cubicBezTo>
                <a:cubicBezTo>
                  <a:pt x="235511" y="57790"/>
                  <a:pt x="236007" y="58234"/>
                  <a:pt x="236320" y="58756"/>
                </a:cubicBezTo>
                <a:cubicBezTo>
                  <a:pt x="236634" y="59278"/>
                  <a:pt x="236790" y="59855"/>
                  <a:pt x="236790" y="60484"/>
                </a:cubicBezTo>
                <a:lnTo>
                  <a:pt x="236790" y="144651"/>
                </a:lnTo>
                <a:cubicBezTo>
                  <a:pt x="236790" y="153447"/>
                  <a:pt x="237469" y="160620"/>
                  <a:pt x="238827" y="166168"/>
                </a:cubicBezTo>
                <a:cubicBezTo>
                  <a:pt x="240185" y="171714"/>
                  <a:pt x="242222" y="176450"/>
                  <a:pt x="244937" y="180376"/>
                </a:cubicBezTo>
                <a:cubicBezTo>
                  <a:pt x="247653" y="184303"/>
                  <a:pt x="251126" y="187340"/>
                  <a:pt x="255356" y="189488"/>
                </a:cubicBezTo>
                <a:cubicBezTo>
                  <a:pt x="259586" y="191632"/>
                  <a:pt x="264521" y="192704"/>
                  <a:pt x="270161" y="192704"/>
                </a:cubicBezTo>
                <a:cubicBezTo>
                  <a:pt x="277368" y="192704"/>
                  <a:pt x="284549" y="190129"/>
                  <a:pt x="291703" y="184979"/>
                </a:cubicBezTo>
                <a:cubicBezTo>
                  <a:pt x="298858" y="179825"/>
                  <a:pt x="306456" y="172254"/>
                  <a:pt x="314499" y="162266"/>
                </a:cubicBezTo>
                <a:lnTo>
                  <a:pt x="314499" y="60480"/>
                </a:lnTo>
                <a:cubicBezTo>
                  <a:pt x="314499" y="59853"/>
                  <a:pt x="314629" y="59278"/>
                  <a:pt x="314890" y="58756"/>
                </a:cubicBezTo>
                <a:cubicBezTo>
                  <a:pt x="315152" y="58231"/>
                  <a:pt x="315648" y="57785"/>
                  <a:pt x="316379" y="57420"/>
                </a:cubicBezTo>
                <a:cubicBezTo>
                  <a:pt x="317110" y="57054"/>
                  <a:pt x="318076" y="56793"/>
                  <a:pt x="319277" y="56636"/>
                </a:cubicBezTo>
                <a:cubicBezTo>
                  <a:pt x="320478" y="56480"/>
                  <a:pt x="322019" y="56401"/>
                  <a:pt x="323899" y="56401"/>
                </a:cubicBezTo>
                <a:cubicBezTo>
                  <a:pt x="325675" y="56401"/>
                  <a:pt x="327163" y="56480"/>
                  <a:pt x="328364" y="56636"/>
                </a:cubicBezTo>
                <a:cubicBezTo>
                  <a:pt x="329565" y="56793"/>
                  <a:pt x="330505" y="57054"/>
                  <a:pt x="331184" y="57420"/>
                </a:cubicBezTo>
                <a:cubicBezTo>
                  <a:pt x="331863" y="57785"/>
                  <a:pt x="332359" y="58231"/>
                  <a:pt x="332672" y="58756"/>
                </a:cubicBezTo>
                <a:cubicBezTo>
                  <a:pt x="332986" y="59278"/>
                  <a:pt x="333143" y="59853"/>
                  <a:pt x="333143" y="60480"/>
                </a:cubicBezTo>
                <a:lnTo>
                  <a:pt x="333143" y="202413"/>
                </a:lnTo>
                <a:close/>
                <a:moveTo>
                  <a:pt x="453929" y="194114"/>
                </a:moveTo>
                <a:cubicBezTo>
                  <a:pt x="453929" y="196308"/>
                  <a:pt x="453746" y="198083"/>
                  <a:pt x="453381" y="199441"/>
                </a:cubicBezTo>
                <a:cubicBezTo>
                  <a:pt x="453015" y="200799"/>
                  <a:pt x="452441" y="201870"/>
                  <a:pt x="451657" y="202653"/>
                </a:cubicBezTo>
                <a:cubicBezTo>
                  <a:pt x="450874" y="203436"/>
                  <a:pt x="449725" y="204167"/>
                  <a:pt x="448210" y="204846"/>
                </a:cubicBezTo>
                <a:cubicBezTo>
                  <a:pt x="446696" y="205525"/>
                  <a:pt x="444946" y="206100"/>
                  <a:pt x="442962" y="206570"/>
                </a:cubicBezTo>
                <a:cubicBezTo>
                  <a:pt x="440977" y="207040"/>
                  <a:pt x="438889" y="207405"/>
                  <a:pt x="436695" y="207666"/>
                </a:cubicBezTo>
                <a:cubicBezTo>
                  <a:pt x="434502" y="207927"/>
                  <a:pt x="432361" y="208058"/>
                  <a:pt x="430272" y="208058"/>
                </a:cubicBezTo>
                <a:cubicBezTo>
                  <a:pt x="423274" y="208058"/>
                  <a:pt x="417320" y="207118"/>
                  <a:pt x="412411" y="205238"/>
                </a:cubicBezTo>
                <a:cubicBezTo>
                  <a:pt x="407502" y="203358"/>
                  <a:pt x="403481" y="200512"/>
                  <a:pt x="400348" y="196699"/>
                </a:cubicBezTo>
                <a:cubicBezTo>
                  <a:pt x="397214" y="192887"/>
                  <a:pt x="394943" y="188056"/>
                  <a:pt x="393533" y="182207"/>
                </a:cubicBezTo>
                <a:cubicBezTo>
                  <a:pt x="392123" y="176358"/>
                  <a:pt x="391418" y="169465"/>
                  <a:pt x="391418" y="161527"/>
                </a:cubicBezTo>
                <a:lnTo>
                  <a:pt x="391418" y="73322"/>
                </a:lnTo>
                <a:lnTo>
                  <a:pt x="370267" y="73322"/>
                </a:lnTo>
                <a:cubicBezTo>
                  <a:pt x="368805" y="73322"/>
                  <a:pt x="367656" y="72662"/>
                  <a:pt x="366820" y="71344"/>
                </a:cubicBezTo>
                <a:cubicBezTo>
                  <a:pt x="365985" y="70025"/>
                  <a:pt x="365567" y="68047"/>
                  <a:pt x="365567" y="65410"/>
                </a:cubicBezTo>
                <a:cubicBezTo>
                  <a:pt x="365567" y="64039"/>
                  <a:pt x="365671" y="62852"/>
                  <a:pt x="365880" y="61850"/>
                </a:cubicBezTo>
                <a:cubicBezTo>
                  <a:pt x="366089" y="60848"/>
                  <a:pt x="366403" y="60005"/>
                  <a:pt x="366820" y="59319"/>
                </a:cubicBezTo>
                <a:cubicBezTo>
                  <a:pt x="367238" y="58634"/>
                  <a:pt x="367734" y="58133"/>
                  <a:pt x="368309" y="57816"/>
                </a:cubicBezTo>
                <a:cubicBezTo>
                  <a:pt x="368883" y="57500"/>
                  <a:pt x="369536" y="57341"/>
                  <a:pt x="370267" y="57341"/>
                </a:cubicBezTo>
                <a:lnTo>
                  <a:pt x="391418" y="57341"/>
                </a:lnTo>
                <a:lnTo>
                  <a:pt x="391418" y="22561"/>
                </a:lnTo>
                <a:cubicBezTo>
                  <a:pt x="391418" y="21934"/>
                  <a:pt x="391548" y="21359"/>
                  <a:pt x="391809" y="20837"/>
                </a:cubicBezTo>
                <a:cubicBezTo>
                  <a:pt x="392070" y="20315"/>
                  <a:pt x="392566" y="19871"/>
                  <a:pt x="393298" y="19505"/>
                </a:cubicBezTo>
                <a:cubicBezTo>
                  <a:pt x="394029" y="19140"/>
                  <a:pt x="394995" y="18879"/>
                  <a:pt x="396196" y="18722"/>
                </a:cubicBezTo>
                <a:cubicBezTo>
                  <a:pt x="397397" y="18565"/>
                  <a:pt x="398885" y="18487"/>
                  <a:pt x="400661" y="18487"/>
                </a:cubicBezTo>
                <a:cubicBezTo>
                  <a:pt x="402541" y="18487"/>
                  <a:pt x="404082" y="18565"/>
                  <a:pt x="405283" y="18722"/>
                </a:cubicBezTo>
                <a:cubicBezTo>
                  <a:pt x="406484" y="18879"/>
                  <a:pt x="407424" y="19140"/>
                  <a:pt x="408103" y="19505"/>
                </a:cubicBezTo>
                <a:cubicBezTo>
                  <a:pt x="408782" y="19871"/>
                  <a:pt x="409278" y="20315"/>
                  <a:pt x="409591" y="20837"/>
                </a:cubicBezTo>
                <a:cubicBezTo>
                  <a:pt x="409905" y="21359"/>
                  <a:pt x="410061" y="21934"/>
                  <a:pt x="410061" y="22561"/>
                </a:cubicBezTo>
                <a:lnTo>
                  <a:pt x="410061" y="57341"/>
                </a:lnTo>
                <a:lnTo>
                  <a:pt x="449229" y="57341"/>
                </a:lnTo>
                <a:cubicBezTo>
                  <a:pt x="449960" y="57341"/>
                  <a:pt x="450613" y="57500"/>
                  <a:pt x="451187" y="57816"/>
                </a:cubicBezTo>
                <a:cubicBezTo>
                  <a:pt x="451762" y="58133"/>
                  <a:pt x="452258" y="58634"/>
                  <a:pt x="452676" y="59319"/>
                </a:cubicBezTo>
                <a:cubicBezTo>
                  <a:pt x="453093" y="60005"/>
                  <a:pt x="453407" y="60848"/>
                  <a:pt x="453616" y="61850"/>
                </a:cubicBezTo>
                <a:cubicBezTo>
                  <a:pt x="453824" y="62852"/>
                  <a:pt x="453929" y="64039"/>
                  <a:pt x="453929" y="65410"/>
                </a:cubicBezTo>
                <a:cubicBezTo>
                  <a:pt x="453929" y="68047"/>
                  <a:pt x="453485" y="70025"/>
                  <a:pt x="452597" y="71344"/>
                </a:cubicBezTo>
                <a:cubicBezTo>
                  <a:pt x="451709" y="72662"/>
                  <a:pt x="450587" y="73322"/>
                  <a:pt x="449229" y="73322"/>
                </a:cubicBezTo>
                <a:lnTo>
                  <a:pt x="410061" y="73322"/>
                </a:lnTo>
                <a:lnTo>
                  <a:pt x="410061" y="159020"/>
                </a:lnTo>
                <a:cubicBezTo>
                  <a:pt x="410061" y="169778"/>
                  <a:pt x="411602" y="177977"/>
                  <a:pt x="414683" y="183617"/>
                </a:cubicBezTo>
                <a:cubicBezTo>
                  <a:pt x="417764" y="189258"/>
                  <a:pt x="423378" y="192078"/>
                  <a:pt x="431525" y="192078"/>
                </a:cubicBezTo>
                <a:cubicBezTo>
                  <a:pt x="434032" y="192078"/>
                  <a:pt x="436304" y="191817"/>
                  <a:pt x="438340" y="191294"/>
                </a:cubicBezTo>
                <a:cubicBezTo>
                  <a:pt x="440377" y="190772"/>
                  <a:pt x="442179" y="190198"/>
                  <a:pt x="443745" y="189571"/>
                </a:cubicBezTo>
                <a:cubicBezTo>
                  <a:pt x="445312" y="188944"/>
                  <a:pt x="446644" y="188370"/>
                  <a:pt x="447740" y="187848"/>
                </a:cubicBezTo>
                <a:cubicBezTo>
                  <a:pt x="448837" y="187325"/>
                  <a:pt x="449803" y="187064"/>
                  <a:pt x="450639" y="187064"/>
                </a:cubicBezTo>
                <a:cubicBezTo>
                  <a:pt x="451161" y="187064"/>
                  <a:pt x="451631" y="187169"/>
                  <a:pt x="452049" y="187378"/>
                </a:cubicBezTo>
                <a:cubicBezTo>
                  <a:pt x="452467" y="187586"/>
                  <a:pt x="452806" y="187978"/>
                  <a:pt x="453067" y="188553"/>
                </a:cubicBezTo>
                <a:cubicBezTo>
                  <a:pt x="453328" y="189127"/>
                  <a:pt x="453537" y="189858"/>
                  <a:pt x="453694" y="190746"/>
                </a:cubicBezTo>
                <a:cubicBezTo>
                  <a:pt x="453851" y="191634"/>
                  <a:pt x="453929" y="192757"/>
                  <a:pt x="453929" y="194114"/>
                </a:cubicBezTo>
                <a:close/>
                <a:moveTo>
                  <a:pt x="618482" y="129488"/>
                </a:moveTo>
                <a:cubicBezTo>
                  <a:pt x="618482" y="141614"/>
                  <a:pt x="617151" y="152538"/>
                  <a:pt x="614487" y="162261"/>
                </a:cubicBezTo>
                <a:cubicBezTo>
                  <a:pt x="611824" y="171985"/>
                  <a:pt x="607907" y="180246"/>
                  <a:pt x="602737" y="187045"/>
                </a:cubicBezTo>
                <a:cubicBezTo>
                  <a:pt x="597567" y="193840"/>
                  <a:pt x="591170" y="199094"/>
                  <a:pt x="583545" y="202805"/>
                </a:cubicBezTo>
                <a:cubicBezTo>
                  <a:pt x="575920" y="206516"/>
                  <a:pt x="567199" y="208371"/>
                  <a:pt x="557381" y="208371"/>
                </a:cubicBezTo>
                <a:cubicBezTo>
                  <a:pt x="553203" y="208371"/>
                  <a:pt x="549286" y="207926"/>
                  <a:pt x="545631" y="207035"/>
                </a:cubicBezTo>
                <a:cubicBezTo>
                  <a:pt x="541975" y="206147"/>
                  <a:pt x="538398" y="204763"/>
                  <a:pt x="534899" y="202883"/>
                </a:cubicBezTo>
                <a:cubicBezTo>
                  <a:pt x="531400" y="201000"/>
                  <a:pt x="527901" y="198646"/>
                  <a:pt x="524402" y="195823"/>
                </a:cubicBezTo>
                <a:cubicBezTo>
                  <a:pt x="520903" y="193000"/>
                  <a:pt x="517221" y="189602"/>
                  <a:pt x="513357" y="185630"/>
                </a:cubicBezTo>
                <a:lnTo>
                  <a:pt x="513357" y="258819"/>
                </a:lnTo>
                <a:cubicBezTo>
                  <a:pt x="513357" y="259446"/>
                  <a:pt x="513200" y="260020"/>
                  <a:pt x="512887" y="260542"/>
                </a:cubicBezTo>
                <a:cubicBezTo>
                  <a:pt x="512573" y="261065"/>
                  <a:pt x="512077" y="261509"/>
                  <a:pt x="511398" y="261874"/>
                </a:cubicBezTo>
                <a:cubicBezTo>
                  <a:pt x="510719" y="262240"/>
                  <a:pt x="509779" y="262501"/>
                  <a:pt x="508578" y="262658"/>
                </a:cubicBezTo>
                <a:cubicBezTo>
                  <a:pt x="507377" y="262814"/>
                  <a:pt x="505836" y="262893"/>
                  <a:pt x="503956" y="262893"/>
                </a:cubicBezTo>
                <a:cubicBezTo>
                  <a:pt x="502181" y="262893"/>
                  <a:pt x="500692" y="262814"/>
                  <a:pt x="499491" y="262658"/>
                </a:cubicBezTo>
                <a:cubicBezTo>
                  <a:pt x="498290" y="262501"/>
                  <a:pt x="497324" y="262240"/>
                  <a:pt x="496593" y="261874"/>
                </a:cubicBezTo>
                <a:cubicBezTo>
                  <a:pt x="495862" y="261509"/>
                  <a:pt x="495366" y="261063"/>
                  <a:pt x="495105" y="260538"/>
                </a:cubicBezTo>
                <a:cubicBezTo>
                  <a:pt x="494843" y="260015"/>
                  <a:pt x="494713" y="259441"/>
                  <a:pt x="494713" y="258814"/>
                </a:cubicBezTo>
                <a:lnTo>
                  <a:pt x="494713" y="60480"/>
                </a:lnTo>
                <a:cubicBezTo>
                  <a:pt x="494713" y="59748"/>
                  <a:pt x="494843" y="59122"/>
                  <a:pt x="495105" y="58600"/>
                </a:cubicBezTo>
                <a:cubicBezTo>
                  <a:pt x="495366" y="58074"/>
                  <a:pt x="495836" y="57655"/>
                  <a:pt x="496515" y="57341"/>
                </a:cubicBezTo>
                <a:cubicBezTo>
                  <a:pt x="497194" y="57028"/>
                  <a:pt x="498081" y="56793"/>
                  <a:pt x="499178" y="56636"/>
                </a:cubicBezTo>
                <a:cubicBezTo>
                  <a:pt x="500275" y="56480"/>
                  <a:pt x="501606" y="56401"/>
                  <a:pt x="503173" y="56401"/>
                </a:cubicBezTo>
                <a:cubicBezTo>
                  <a:pt x="504740" y="56401"/>
                  <a:pt x="506045" y="56481"/>
                  <a:pt x="507090" y="56641"/>
                </a:cubicBezTo>
                <a:cubicBezTo>
                  <a:pt x="508134" y="56798"/>
                  <a:pt x="509022" y="57034"/>
                  <a:pt x="509753" y="57351"/>
                </a:cubicBezTo>
                <a:cubicBezTo>
                  <a:pt x="510484" y="57664"/>
                  <a:pt x="511007" y="58084"/>
                  <a:pt x="511320" y="58609"/>
                </a:cubicBezTo>
                <a:cubicBezTo>
                  <a:pt x="511633" y="59135"/>
                  <a:pt x="511790" y="59766"/>
                  <a:pt x="511790" y="60504"/>
                </a:cubicBezTo>
                <a:lnTo>
                  <a:pt x="511790" y="81180"/>
                </a:lnTo>
                <a:cubicBezTo>
                  <a:pt x="516177" y="76685"/>
                  <a:pt x="520355" y="72791"/>
                  <a:pt x="524324" y="69498"/>
                </a:cubicBezTo>
                <a:cubicBezTo>
                  <a:pt x="528293" y="66205"/>
                  <a:pt x="532262" y="63461"/>
                  <a:pt x="536231" y="61268"/>
                </a:cubicBezTo>
                <a:cubicBezTo>
                  <a:pt x="540199" y="59071"/>
                  <a:pt x="544273" y="57451"/>
                  <a:pt x="548451" y="56406"/>
                </a:cubicBezTo>
                <a:cubicBezTo>
                  <a:pt x="552629" y="55358"/>
                  <a:pt x="557068" y="54835"/>
                  <a:pt x="561768" y="54835"/>
                </a:cubicBezTo>
                <a:cubicBezTo>
                  <a:pt x="572004" y="54835"/>
                  <a:pt x="580725" y="56795"/>
                  <a:pt x="587932" y="60715"/>
                </a:cubicBezTo>
                <a:cubicBezTo>
                  <a:pt x="595138" y="64635"/>
                  <a:pt x="601014" y="69994"/>
                  <a:pt x="605557" y="76793"/>
                </a:cubicBezTo>
                <a:cubicBezTo>
                  <a:pt x="610100" y="83588"/>
                  <a:pt x="613391" y="91508"/>
                  <a:pt x="615427" y="100553"/>
                </a:cubicBezTo>
                <a:cubicBezTo>
                  <a:pt x="617464" y="109594"/>
                  <a:pt x="618482" y="119239"/>
                  <a:pt x="618482" y="129488"/>
                </a:cubicBezTo>
                <a:moveTo>
                  <a:pt x="598899" y="132465"/>
                </a:moveTo>
                <a:cubicBezTo>
                  <a:pt x="598899" y="124517"/>
                  <a:pt x="598272" y="116856"/>
                  <a:pt x="597019" y="109483"/>
                </a:cubicBezTo>
                <a:cubicBezTo>
                  <a:pt x="595765" y="102110"/>
                  <a:pt x="593650" y="95548"/>
                  <a:pt x="590673" y="89796"/>
                </a:cubicBezTo>
                <a:cubicBezTo>
                  <a:pt x="587697" y="84045"/>
                  <a:pt x="583728" y="79445"/>
                  <a:pt x="578766" y="75995"/>
                </a:cubicBezTo>
                <a:cubicBezTo>
                  <a:pt x="573805" y="72542"/>
                  <a:pt x="567565" y="70815"/>
                  <a:pt x="560044" y="70815"/>
                </a:cubicBezTo>
                <a:cubicBezTo>
                  <a:pt x="556284" y="70815"/>
                  <a:pt x="552603" y="71339"/>
                  <a:pt x="548999" y="72387"/>
                </a:cubicBezTo>
                <a:cubicBezTo>
                  <a:pt x="545396" y="73431"/>
                  <a:pt x="541714" y="75156"/>
                  <a:pt x="537954" y="77562"/>
                </a:cubicBezTo>
                <a:cubicBezTo>
                  <a:pt x="534194" y="79967"/>
                  <a:pt x="530277" y="83079"/>
                  <a:pt x="526204" y="86898"/>
                </a:cubicBezTo>
                <a:cubicBezTo>
                  <a:pt x="522130" y="90717"/>
                  <a:pt x="517848" y="95451"/>
                  <a:pt x="513357" y="101101"/>
                </a:cubicBezTo>
                <a:lnTo>
                  <a:pt x="513357" y="162893"/>
                </a:lnTo>
                <a:cubicBezTo>
                  <a:pt x="521190" y="172411"/>
                  <a:pt x="528684" y="179707"/>
                  <a:pt x="535839" y="184783"/>
                </a:cubicBezTo>
                <a:cubicBezTo>
                  <a:pt x="542993" y="189855"/>
                  <a:pt x="550487" y="192391"/>
                  <a:pt x="558321" y="192391"/>
                </a:cubicBezTo>
                <a:cubicBezTo>
                  <a:pt x="565528" y="192391"/>
                  <a:pt x="571716" y="190640"/>
                  <a:pt x="576886" y="187138"/>
                </a:cubicBezTo>
                <a:cubicBezTo>
                  <a:pt x="582057" y="183632"/>
                  <a:pt x="586261" y="179030"/>
                  <a:pt x="589498" y="173331"/>
                </a:cubicBezTo>
                <a:cubicBezTo>
                  <a:pt x="592736" y="167632"/>
                  <a:pt x="595112" y="161201"/>
                  <a:pt x="596627" y="154036"/>
                </a:cubicBezTo>
                <a:cubicBezTo>
                  <a:pt x="598141" y="146872"/>
                  <a:pt x="598899" y="139681"/>
                  <a:pt x="598899" y="132465"/>
                </a:cubicBezTo>
                <a:close/>
                <a:moveTo>
                  <a:pt x="774967" y="202413"/>
                </a:moveTo>
                <a:cubicBezTo>
                  <a:pt x="774967" y="203040"/>
                  <a:pt x="774837" y="203616"/>
                  <a:pt x="774575" y="204141"/>
                </a:cubicBezTo>
                <a:cubicBezTo>
                  <a:pt x="774314" y="204663"/>
                  <a:pt x="773818" y="205081"/>
                  <a:pt x="773087" y="205395"/>
                </a:cubicBezTo>
                <a:cubicBezTo>
                  <a:pt x="772356" y="205708"/>
                  <a:pt x="771416" y="205969"/>
                  <a:pt x="770267" y="206178"/>
                </a:cubicBezTo>
                <a:cubicBezTo>
                  <a:pt x="769118" y="206387"/>
                  <a:pt x="767708" y="206491"/>
                  <a:pt x="766037" y="206491"/>
                </a:cubicBezTo>
                <a:cubicBezTo>
                  <a:pt x="764157" y="206491"/>
                  <a:pt x="762642" y="206387"/>
                  <a:pt x="761494" y="206178"/>
                </a:cubicBezTo>
                <a:cubicBezTo>
                  <a:pt x="760345" y="205969"/>
                  <a:pt x="759457" y="205708"/>
                  <a:pt x="758830" y="205395"/>
                </a:cubicBezTo>
                <a:cubicBezTo>
                  <a:pt x="758203" y="205081"/>
                  <a:pt x="757760" y="204663"/>
                  <a:pt x="757498" y="204141"/>
                </a:cubicBezTo>
                <a:cubicBezTo>
                  <a:pt x="757237" y="203616"/>
                  <a:pt x="757107" y="203040"/>
                  <a:pt x="757107" y="202413"/>
                </a:cubicBezTo>
                <a:lnTo>
                  <a:pt x="757107" y="182340"/>
                </a:lnTo>
                <a:cubicBezTo>
                  <a:pt x="748960" y="191492"/>
                  <a:pt x="740996" y="198119"/>
                  <a:pt x="733215" y="202222"/>
                </a:cubicBezTo>
                <a:cubicBezTo>
                  <a:pt x="725433" y="206322"/>
                  <a:pt x="717678" y="208371"/>
                  <a:pt x="709949" y="208371"/>
                </a:cubicBezTo>
                <a:cubicBezTo>
                  <a:pt x="700653" y="208371"/>
                  <a:pt x="692820" y="206801"/>
                  <a:pt x="686449" y="203661"/>
                </a:cubicBezTo>
                <a:cubicBezTo>
                  <a:pt x="680077" y="200521"/>
                  <a:pt x="674933" y="196257"/>
                  <a:pt x="671016" y="190868"/>
                </a:cubicBezTo>
                <a:cubicBezTo>
                  <a:pt x="667100" y="185476"/>
                  <a:pt x="664280" y="179223"/>
                  <a:pt x="662556" y="172107"/>
                </a:cubicBezTo>
                <a:cubicBezTo>
                  <a:pt x="660833" y="164988"/>
                  <a:pt x="659971" y="156406"/>
                  <a:pt x="659971" y="146359"/>
                </a:cubicBezTo>
                <a:lnTo>
                  <a:pt x="659971" y="60484"/>
                </a:lnTo>
                <a:cubicBezTo>
                  <a:pt x="659971" y="59855"/>
                  <a:pt x="660102" y="59278"/>
                  <a:pt x="660363" y="58756"/>
                </a:cubicBezTo>
                <a:cubicBezTo>
                  <a:pt x="660624" y="58234"/>
                  <a:pt x="661120" y="57790"/>
                  <a:pt x="661851" y="57425"/>
                </a:cubicBezTo>
                <a:cubicBezTo>
                  <a:pt x="662582" y="57056"/>
                  <a:pt x="663549" y="56793"/>
                  <a:pt x="664750" y="56636"/>
                </a:cubicBezTo>
                <a:cubicBezTo>
                  <a:pt x="665951" y="56480"/>
                  <a:pt x="667439" y="56401"/>
                  <a:pt x="669215" y="56401"/>
                </a:cubicBezTo>
                <a:cubicBezTo>
                  <a:pt x="671095" y="56401"/>
                  <a:pt x="672635" y="56480"/>
                  <a:pt x="673837" y="56636"/>
                </a:cubicBezTo>
                <a:cubicBezTo>
                  <a:pt x="675038" y="56793"/>
                  <a:pt x="675978" y="57056"/>
                  <a:pt x="676657" y="57425"/>
                </a:cubicBezTo>
                <a:cubicBezTo>
                  <a:pt x="677336" y="57790"/>
                  <a:pt x="677832" y="58234"/>
                  <a:pt x="678145" y="58756"/>
                </a:cubicBezTo>
                <a:cubicBezTo>
                  <a:pt x="678458" y="59278"/>
                  <a:pt x="678615" y="59855"/>
                  <a:pt x="678615" y="60484"/>
                </a:cubicBezTo>
                <a:lnTo>
                  <a:pt x="678615" y="144651"/>
                </a:lnTo>
                <a:cubicBezTo>
                  <a:pt x="678615" y="153447"/>
                  <a:pt x="679294" y="160620"/>
                  <a:pt x="680652" y="166168"/>
                </a:cubicBezTo>
                <a:cubicBezTo>
                  <a:pt x="682010" y="171714"/>
                  <a:pt x="684046" y="176450"/>
                  <a:pt x="686762" y="180376"/>
                </a:cubicBezTo>
                <a:cubicBezTo>
                  <a:pt x="689477" y="184303"/>
                  <a:pt x="692950" y="187340"/>
                  <a:pt x="697180" y="189488"/>
                </a:cubicBezTo>
                <a:cubicBezTo>
                  <a:pt x="701411" y="191632"/>
                  <a:pt x="706346" y="192704"/>
                  <a:pt x="711986" y="192704"/>
                </a:cubicBezTo>
                <a:cubicBezTo>
                  <a:pt x="719193" y="192704"/>
                  <a:pt x="726373" y="190129"/>
                  <a:pt x="733528" y="184979"/>
                </a:cubicBezTo>
                <a:cubicBezTo>
                  <a:pt x="740683" y="179825"/>
                  <a:pt x="748281" y="172254"/>
                  <a:pt x="756323" y="162266"/>
                </a:cubicBezTo>
                <a:lnTo>
                  <a:pt x="756323" y="60480"/>
                </a:lnTo>
                <a:cubicBezTo>
                  <a:pt x="756323" y="59853"/>
                  <a:pt x="756454" y="59278"/>
                  <a:pt x="756715" y="58756"/>
                </a:cubicBezTo>
                <a:cubicBezTo>
                  <a:pt x="756976" y="58231"/>
                  <a:pt x="757472" y="57785"/>
                  <a:pt x="758203" y="57420"/>
                </a:cubicBezTo>
                <a:cubicBezTo>
                  <a:pt x="758935" y="57054"/>
                  <a:pt x="759901" y="56793"/>
                  <a:pt x="761102" y="56636"/>
                </a:cubicBezTo>
                <a:cubicBezTo>
                  <a:pt x="762303" y="56480"/>
                  <a:pt x="763844" y="56401"/>
                  <a:pt x="765724" y="56401"/>
                </a:cubicBezTo>
                <a:cubicBezTo>
                  <a:pt x="767499" y="56401"/>
                  <a:pt x="768988" y="56480"/>
                  <a:pt x="770189" y="56636"/>
                </a:cubicBezTo>
                <a:cubicBezTo>
                  <a:pt x="771390" y="56793"/>
                  <a:pt x="772330" y="57054"/>
                  <a:pt x="773009" y="57420"/>
                </a:cubicBezTo>
                <a:cubicBezTo>
                  <a:pt x="773688" y="57785"/>
                  <a:pt x="774184" y="58231"/>
                  <a:pt x="774497" y="58756"/>
                </a:cubicBezTo>
                <a:cubicBezTo>
                  <a:pt x="774810" y="59278"/>
                  <a:pt x="774967" y="59853"/>
                  <a:pt x="774967" y="60480"/>
                </a:cubicBezTo>
                <a:lnTo>
                  <a:pt x="774967" y="202413"/>
                </a:lnTo>
                <a:close/>
                <a:moveTo>
                  <a:pt x="894791" y="194114"/>
                </a:moveTo>
                <a:cubicBezTo>
                  <a:pt x="894791" y="196308"/>
                  <a:pt x="894609" y="198083"/>
                  <a:pt x="894243" y="199441"/>
                </a:cubicBezTo>
                <a:cubicBezTo>
                  <a:pt x="893878" y="200799"/>
                  <a:pt x="893303" y="201870"/>
                  <a:pt x="892520" y="202653"/>
                </a:cubicBezTo>
                <a:cubicBezTo>
                  <a:pt x="891736" y="203436"/>
                  <a:pt x="890587" y="204167"/>
                  <a:pt x="889073" y="204846"/>
                </a:cubicBezTo>
                <a:cubicBezTo>
                  <a:pt x="887558" y="205525"/>
                  <a:pt x="885809" y="206100"/>
                  <a:pt x="883825" y="206570"/>
                </a:cubicBezTo>
                <a:cubicBezTo>
                  <a:pt x="881840" y="207040"/>
                  <a:pt x="879751" y="207405"/>
                  <a:pt x="877558" y="207666"/>
                </a:cubicBezTo>
                <a:cubicBezTo>
                  <a:pt x="875364" y="207927"/>
                  <a:pt x="873223" y="208058"/>
                  <a:pt x="871134" y="208058"/>
                </a:cubicBezTo>
                <a:cubicBezTo>
                  <a:pt x="864136" y="208058"/>
                  <a:pt x="858183" y="207118"/>
                  <a:pt x="853274" y="205238"/>
                </a:cubicBezTo>
                <a:cubicBezTo>
                  <a:pt x="848365" y="203358"/>
                  <a:pt x="844344" y="200512"/>
                  <a:pt x="841210" y="196699"/>
                </a:cubicBezTo>
                <a:cubicBezTo>
                  <a:pt x="838077" y="192887"/>
                  <a:pt x="835805" y="188056"/>
                  <a:pt x="834395" y="182207"/>
                </a:cubicBezTo>
                <a:cubicBezTo>
                  <a:pt x="832985" y="176358"/>
                  <a:pt x="832280" y="169465"/>
                  <a:pt x="832280" y="161527"/>
                </a:cubicBezTo>
                <a:lnTo>
                  <a:pt x="832280" y="73322"/>
                </a:lnTo>
                <a:lnTo>
                  <a:pt x="811130" y="73322"/>
                </a:lnTo>
                <a:cubicBezTo>
                  <a:pt x="809667" y="73322"/>
                  <a:pt x="808518" y="72662"/>
                  <a:pt x="807683" y="71344"/>
                </a:cubicBezTo>
                <a:cubicBezTo>
                  <a:pt x="806847" y="70025"/>
                  <a:pt x="806429" y="68047"/>
                  <a:pt x="806429" y="65410"/>
                </a:cubicBezTo>
                <a:cubicBezTo>
                  <a:pt x="806429" y="64039"/>
                  <a:pt x="806534" y="62852"/>
                  <a:pt x="806743" y="61850"/>
                </a:cubicBezTo>
                <a:cubicBezTo>
                  <a:pt x="806952" y="60848"/>
                  <a:pt x="807265" y="60005"/>
                  <a:pt x="807683" y="59319"/>
                </a:cubicBezTo>
                <a:cubicBezTo>
                  <a:pt x="808101" y="58634"/>
                  <a:pt x="808597" y="58133"/>
                  <a:pt x="809171" y="57816"/>
                </a:cubicBezTo>
                <a:cubicBezTo>
                  <a:pt x="809746" y="57500"/>
                  <a:pt x="810398" y="57341"/>
                  <a:pt x="811130" y="57341"/>
                </a:cubicBezTo>
                <a:lnTo>
                  <a:pt x="832280" y="57341"/>
                </a:lnTo>
                <a:lnTo>
                  <a:pt x="832280" y="22561"/>
                </a:lnTo>
                <a:cubicBezTo>
                  <a:pt x="832280" y="21934"/>
                  <a:pt x="832411" y="21359"/>
                  <a:pt x="832672" y="20837"/>
                </a:cubicBezTo>
                <a:cubicBezTo>
                  <a:pt x="832933" y="20315"/>
                  <a:pt x="833429" y="19871"/>
                  <a:pt x="834160" y="19505"/>
                </a:cubicBezTo>
                <a:cubicBezTo>
                  <a:pt x="834891" y="19140"/>
                  <a:pt x="835857" y="18879"/>
                  <a:pt x="837058" y="18722"/>
                </a:cubicBezTo>
                <a:cubicBezTo>
                  <a:pt x="838260" y="18565"/>
                  <a:pt x="839748" y="18487"/>
                  <a:pt x="841524" y="18487"/>
                </a:cubicBezTo>
                <a:cubicBezTo>
                  <a:pt x="843404" y="18487"/>
                  <a:pt x="844944" y="18565"/>
                  <a:pt x="846145" y="18722"/>
                </a:cubicBezTo>
                <a:cubicBezTo>
                  <a:pt x="847346" y="18879"/>
                  <a:pt x="848287" y="19140"/>
                  <a:pt x="848965" y="19505"/>
                </a:cubicBezTo>
                <a:cubicBezTo>
                  <a:pt x="849644" y="19871"/>
                  <a:pt x="850140" y="20315"/>
                  <a:pt x="850454" y="20837"/>
                </a:cubicBezTo>
                <a:cubicBezTo>
                  <a:pt x="850767" y="21359"/>
                  <a:pt x="850924" y="21934"/>
                  <a:pt x="850924" y="22561"/>
                </a:cubicBezTo>
                <a:lnTo>
                  <a:pt x="850924" y="57341"/>
                </a:lnTo>
                <a:lnTo>
                  <a:pt x="890091" y="57341"/>
                </a:lnTo>
                <a:cubicBezTo>
                  <a:pt x="890822" y="57341"/>
                  <a:pt x="891475" y="57500"/>
                  <a:pt x="892050" y="57816"/>
                </a:cubicBezTo>
                <a:cubicBezTo>
                  <a:pt x="892624" y="58133"/>
                  <a:pt x="893120" y="58634"/>
                  <a:pt x="893538" y="59319"/>
                </a:cubicBezTo>
                <a:cubicBezTo>
                  <a:pt x="893956" y="60005"/>
                  <a:pt x="894269" y="60848"/>
                  <a:pt x="894478" y="61850"/>
                </a:cubicBezTo>
                <a:cubicBezTo>
                  <a:pt x="894687" y="62852"/>
                  <a:pt x="894791" y="64039"/>
                  <a:pt x="894791" y="65410"/>
                </a:cubicBezTo>
                <a:cubicBezTo>
                  <a:pt x="894791" y="68047"/>
                  <a:pt x="894348" y="70025"/>
                  <a:pt x="893460" y="71344"/>
                </a:cubicBezTo>
                <a:cubicBezTo>
                  <a:pt x="892572" y="72662"/>
                  <a:pt x="891449" y="73322"/>
                  <a:pt x="890091" y="73322"/>
                </a:cubicBezTo>
                <a:lnTo>
                  <a:pt x="850924" y="73322"/>
                </a:lnTo>
                <a:lnTo>
                  <a:pt x="850924" y="159020"/>
                </a:lnTo>
                <a:cubicBezTo>
                  <a:pt x="850924" y="169778"/>
                  <a:pt x="852464" y="177977"/>
                  <a:pt x="855546" y="183617"/>
                </a:cubicBezTo>
                <a:cubicBezTo>
                  <a:pt x="858627" y="189258"/>
                  <a:pt x="864241" y="192078"/>
                  <a:pt x="872388" y="192078"/>
                </a:cubicBezTo>
                <a:cubicBezTo>
                  <a:pt x="874894" y="192078"/>
                  <a:pt x="877166" y="191817"/>
                  <a:pt x="879203" y="191294"/>
                </a:cubicBezTo>
                <a:cubicBezTo>
                  <a:pt x="881239" y="190772"/>
                  <a:pt x="883041" y="190198"/>
                  <a:pt x="884608" y="189571"/>
                </a:cubicBezTo>
                <a:cubicBezTo>
                  <a:pt x="886175" y="188944"/>
                  <a:pt x="887506" y="188370"/>
                  <a:pt x="888603" y="187848"/>
                </a:cubicBezTo>
                <a:cubicBezTo>
                  <a:pt x="889700" y="187325"/>
                  <a:pt x="890666" y="187064"/>
                  <a:pt x="891501" y="187064"/>
                </a:cubicBezTo>
                <a:cubicBezTo>
                  <a:pt x="892024" y="187064"/>
                  <a:pt x="892494" y="187169"/>
                  <a:pt x="892911" y="187378"/>
                </a:cubicBezTo>
                <a:cubicBezTo>
                  <a:pt x="893329" y="187586"/>
                  <a:pt x="893669" y="187978"/>
                  <a:pt x="893930" y="188553"/>
                </a:cubicBezTo>
                <a:cubicBezTo>
                  <a:pt x="894191" y="189127"/>
                  <a:pt x="894400" y="189858"/>
                  <a:pt x="894556" y="190746"/>
                </a:cubicBezTo>
                <a:cubicBezTo>
                  <a:pt x="894713" y="191634"/>
                  <a:pt x="894791" y="192757"/>
                  <a:pt x="894791" y="1941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𝑔′(𝑠">
            <a:extLst xmlns:a="http://schemas.openxmlformats.org/drawingml/2006/main">
              <a:ext uri="{FF2B5EF4-FFF2-40B4-BE49-F238E27FC236}">
                <a16:creationId xmlns:a16="http://schemas.microsoft.com/office/drawing/2014/main" id="{C54961D2-CB1F-435A-956B-DB2C3862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425" y="337018"/>
            <a:ext cx="501956" cy="294673"/>
          </a:xfrm>
          <a:custGeom xmlns:a="http://schemas.openxmlformats.org/drawingml/2006/main">
            <a:pathLst>
              <a:path w="501956" h="294673">
                <a:moveTo>
                  <a:pt x="31364" y="241282"/>
                </a:moveTo>
                <a:cubicBezTo>
                  <a:pt x="29516" y="243519"/>
                  <a:pt x="27960" y="245731"/>
                  <a:pt x="26696" y="247919"/>
                </a:cubicBezTo>
                <a:cubicBezTo>
                  <a:pt x="25431" y="250107"/>
                  <a:pt x="24532" y="252223"/>
                  <a:pt x="23997" y="254265"/>
                </a:cubicBezTo>
                <a:cubicBezTo>
                  <a:pt x="23462" y="256307"/>
                  <a:pt x="23195" y="258738"/>
                  <a:pt x="23195" y="261559"/>
                </a:cubicBezTo>
                <a:cubicBezTo>
                  <a:pt x="23195" y="268853"/>
                  <a:pt x="25820" y="274177"/>
                  <a:pt x="31072" y="277532"/>
                </a:cubicBezTo>
                <a:cubicBezTo>
                  <a:pt x="36324" y="280888"/>
                  <a:pt x="44250" y="282565"/>
                  <a:pt x="54850" y="282565"/>
                </a:cubicBezTo>
                <a:cubicBezTo>
                  <a:pt x="66812" y="282565"/>
                  <a:pt x="76416" y="279866"/>
                  <a:pt x="83661" y="274469"/>
                </a:cubicBezTo>
                <a:cubicBezTo>
                  <a:pt x="90906" y="269071"/>
                  <a:pt x="97106" y="260392"/>
                  <a:pt x="102260" y="248430"/>
                </a:cubicBezTo>
                <a:cubicBezTo>
                  <a:pt x="107415" y="236468"/>
                  <a:pt x="112423" y="218379"/>
                  <a:pt x="117286" y="194163"/>
                </a:cubicBezTo>
                <a:lnTo>
                  <a:pt x="115243" y="193726"/>
                </a:lnTo>
                <a:cubicBezTo>
                  <a:pt x="105810" y="206660"/>
                  <a:pt x="97057" y="216094"/>
                  <a:pt x="88985" y="222026"/>
                </a:cubicBezTo>
                <a:cubicBezTo>
                  <a:pt x="80914" y="227958"/>
                  <a:pt x="72209" y="230924"/>
                  <a:pt x="62873" y="230924"/>
                </a:cubicBezTo>
                <a:cubicBezTo>
                  <a:pt x="52273" y="230924"/>
                  <a:pt x="44031" y="226937"/>
                  <a:pt x="38147" y="218962"/>
                </a:cubicBezTo>
                <a:cubicBezTo>
                  <a:pt x="32263" y="210988"/>
                  <a:pt x="29321" y="199609"/>
                  <a:pt x="29321" y="184827"/>
                </a:cubicBezTo>
                <a:cubicBezTo>
                  <a:pt x="29321" y="168197"/>
                  <a:pt x="32579" y="152223"/>
                  <a:pt x="39095" y="136906"/>
                </a:cubicBezTo>
                <a:cubicBezTo>
                  <a:pt x="45611" y="121589"/>
                  <a:pt x="54656" y="109408"/>
                  <a:pt x="66228" y="100364"/>
                </a:cubicBezTo>
                <a:cubicBezTo>
                  <a:pt x="77801" y="91319"/>
                  <a:pt x="90687" y="86797"/>
                  <a:pt x="104886" y="86797"/>
                </a:cubicBezTo>
                <a:cubicBezTo>
                  <a:pt x="111013" y="86797"/>
                  <a:pt x="116799" y="87527"/>
                  <a:pt x="122246" y="88985"/>
                </a:cubicBezTo>
                <a:cubicBezTo>
                  <a:pt x="127692" y="90444"/>
                  <a:pt x="133186" y="92924"/>
                  <a:pt x="138730" y="96425"/>
                </a:cubicBezTo>
                <a:lnTo>
                  <a:pt x="152150" y="86797"/>
                </a:lnTo>
                <a:lnTo>
                  <a:pt x="161487" y="89131"/>
                </a:lnTo>
                <a:lnTo>
                  <a:pt x="146461" y="157110"/>
                </a:lnTo>
                <a:cubicBezTo>
                  <a:pt x="145391" y="161876"/>
                  <a:pt x="142960" y="173886"/>
                  <a:pt x="139167" y="193142"/>
                </a:cubicBezTo>
                <a:cubicBezTo>
                  <a:pt x="135180" y="213565"/>
                  <a:pt x="131946" y="228007"/>
                  <a:pt x="129466" y="236468"/>
                </a:cubicBezTo>
                <a:cubicBezTo>
                  <a:pt x="126987" y="244929"/>
                  <a:pt x="123899" y="252636"/>
                  <a:pt x="120203" y="259589"/>
                </a:cubicBezTo>
                <a:cubicBezTo>
                  <a:pt x="116508" y="266543"/>
                  <a:pt x="111742" y="272597"/>
                  <a:pt x="105907" y="277751"/>
                </a:cubicBezTo>
                <a:cubicBezTo>
                  <a:pt x="100072" y="282906"/>
                  <a:pt x="92997" y="286893"/>
                  <a:pt x="84682" y="289713"/>
                </a:cubicBezTo>
                <a:cubicBezTo>
                  <a:pt x="76367" y="292533"/>
                  <a:pt x="66520" y="293944"/>
                  <a:pt x="55142" y="293944"/>
                </a:cubicBezTo>
                <a:cubicBezTo>
                  <a:pt x="18381" y="293944"/>
                  <a:pt x="0" y="283246"/>
                  <a:pt x="0" y="261851"/>
                </a:cubicBezTo>
                <a:cubicBezTo>
                  <a:pt x="0" y="256404"/>
                  <a:pt x="1653" y="251445"/>
                  <a:pt x="4960" y="246971"/>
                </a:cubicBezTo>
                <a:cubicBezTo>
                  <a:pt x="8266" y="242497"/>
                  <a:pt x="13567" y="237781"/>
                  <a:pt x="20861" y="232821"/>
                </a:cubicBezTo>
                <a:lnTo>
                  <a:pt x="31364" y="241282"/>
                </a:lnTo>
                <a:moveTo>
                  <a:pt x="73231" y="213711"/>
                </a:moveTo>
                <a:cubicBezTo>
                  <a:pt x="78190" y="213711"/>
                  <a:pt x="83126" y="212009"/>
                  <a:pt x="88037" y="208605"/>
                </a:cubicBezTo>
                <a:cubicBezTo>
                  <a:pt x="92948" y="205201"/>
                  <a:pt x="98200" y="199804"/>
                  <a:pt x="103792" y="192413"/>
                </a:cubicBezTo>
                <a:cubicBezTo>
                  <a:pt x="109384" y="185022"/>
                  <a:pt x="113736" y="177971"/>
                  <a:pt x="116848" y="171260"/>
                </a:cubicBezTo>
                <a:cubicBezTo>
                  <a:pt x="119960" y="164550"/>
                  <a:pt x="122610" y="156186"/>
                  <a:pt x="124798" y="146169"/>
                </a:cubicBezTo>
                <a:cubicBezTo>
                  <a:pt x="126987" y="136153"/>
                  <a:pt x="128081" y="127449"/>
                  <a:pt x="128081" y="120057"/>
                </a:cubicBezTo>
                <a:cubicBezTo>
                  <a:pt x="128081" y="112472"/>
                  <a:pt x="126476" y="106953"/>
                  <a:pt x="123267" y="103500"/>
                </a:cubicBezTo>
                <a:cubicBezTo>
                  <a:pt x="120057" y="100048"/>
                  <a:pt x="114709" y="98322"/>
                  <a:pt x="107220" y="98322"/>
                </a:cubicBezTo>
                <a:cubicBezTo>
                  <a:pt x="97300" y="98322"/>
                  <a:pt x="88402" y="102333"/>
                  <a:pt x="80525" y="110357"/>
                </a:cubicBezTo>
                <a:cubicBezTo>
                  <a:pt x="72647" y="118380"/>
                  <a:pt x="66447" y="129199"/>
                  <a:pt x="61925" y="142814"/>
                </a:cubicBezTo>
                <a:cubicBezTo>
                  <a:pt x="57403" y="156430"/>
                  <a:pt x="55142" y="169996"/>
                  <a:pt x="55142" y="183514"/>
                </a:cubicBezTo>
                <a:cubicBezTo>
                  <a:pt x="55142" y="193628"/>
                  <a:pt x="56601" y="201190"/>
                  <a:pt x="59518" y="206198"/>
                </a:cubicBezTo>
                <a:cubicBezTo>
                  <a:pt x="62436" y="211207"/>
                  <a:pt x="67007" y="213711"/>
                  <a:pt x="73231" y="213711"/>
                </a:cubicBezTo>
                <a:close/>
                <a:moveTo>
                  <a:pt x="235762" y="0"/>
                </a:moveTo>
                <a:lnTo>
                  <a:pt x="235762" y="8315"/>
                </a:lnTo>
                <a:lnTo>
                  <a:pt x="200606" y="92924"/>
                </a:lnTo>
                <a:lnTo>
                  <a:pt x="188206" y="89277"/>
                </a:lnTo>
                <a:lnTo>
                  <a:pt x="208483" y="0"/>
                </a:lnTo>
                <a:lnTo>
                  <a:pt x="235762" y="0"/>
                </a:lnTo>
                <a:close/>
                <a:moveTo>
                  <a:pt x="303070" y="154922"/>
                </a:moveTo>
                <a:cubicBezTo>
                  <a:pt x="303070" y="188960"/>
                  <a:pt x="308540" y="217017"/>
                  <a:pt x="319481" y="239094"/>
                </a:cubicBezTo>
                <a:cubicBezTo>
                  <a:pt x="330422" y="261170"/>
                  <a:pt x="347125" y="275952"/>
                  <a:pt x="369590" y="283440"/>
                </a:cubicBezTo>
                <a:lnTo>
                  <a:pt x="366089" y="294673"/>
                </a:lnTo>
                <a:cubicBezTo>
                  <a:pt x="337594" y="287185"/>
                  <a:pt x="315761" y="271065"/>
                  <a:pt x="300590" y="246315"/>
                </a:cubicBezTo>
                <a:cubicBezTo>
                  <a:pt x="285419" y="221564"/>
                  <a:pt x="277833" y="191586"/>
                  <a:pt x="277833" y="156381"/>
                </a:cubicBezTo>
                <a:cubicBezTo>
                  <a:pt x="277833" y="121273"/>
                  <a:pt x="285443" y="91295"/>
                  <a:pt x="300663" y="66447"/>
                </a:cubicBezTo>
                <a:cubicBezTo>
                  <a:pt x="315883" y="41599"/>
                  <a:pt x="337692" y="25431"/>
                  <a:pt x="366089" y="17943"/>
                </a:cubicBezTo>
                <a:lnTo>
                  <a:pt x="370028" y="29176"/>
                </a:lnTo>
                <a:cubicBezTo>
                  <a:pt x="347271" y="36664"/>
                  <a:pt x="330422" y="51276"/>
                  <a:pt x="319481" y="73012"/>
                </a:cubicBezTo>
                <a:cubicBezTo>
                  <a:pt x="308540" y="94748"/>
                  <a:pt x="303070" y="122051"/>
                  <a:pt x="303070" y="154922"/>
                </a:cubicBezTo>
                <a:close/>
                <a:moveTo>
                  <a:pt x="483575" y="124725"/>
                </a:moveTo>
                <a:cubicBezTo>
                  <a:pt x="482505" y="116070"/>
                  <a:pt x="479661" y="109506"/>
                  <a:pt x="475041" y="105032"/>
                </a:cubicBezTo>
                <a:cubicBezTo>
                  <a:pt x="470422" y="100558"/>
                  <a:pt x="463152" y="98322"/>
                  <a:pt x="453232" y="98322"/>
                </a:cubicBezTo>
                <a:cubicBezTo>
                  <a:pt x="445550" y="98322"/>
                  <a:pt x="439325" y="100291"/>
                  <a:pt x="434560" y="104230"/>
                </a:cubicBezTo>
                <a:cubicBezTo>
                  <a:pt x="429795" y="108168"/>
                  <a:pt x="427412" y="113347"/>
                  <a:pt x="427412" y="119766"/>
                </a:cubicBezTo>
                <a:cubicBezTo>
                  <a:pt x="427412" y="123267"/>
                  <a:pt x="428020" y="126354"/>
                  <a:pt x="429236" y="129029"/>
                </a:cubicBezTo>
                <a:cubicBezTo>
                  <a:pt x="430451" y="131703"/>
                  <a:pt x="432907" y="134645"/>
                  <a:pt x="436602" y="137854"/>
                </a:cubicBezTo>
                <a:cubicBezTo>
                  <a:pt x="440298" y="141064"/>
                  <a:pt x="446036" y="145002"/>
                  <a:pt x="453816" y="149671"/>
                </a:cubicBezTo>
                <a:cubicBezTo>
                  <a:pt x="459943" y="153366"/>
                  <a:pt x="464854" y="156746"/>
                  <a:pt x="468550" y="159809"/>
                </a:cubicBezTo>
                <a:cubicBezTo>
                  <a:pt x="472245" y="162872"/>
                  <a:pt x="475163" y="165912"/>
                  <a:pt x="477302" y="168926"/>
                </a:cubicBezTo>
                <a:cubicBezTo>
                  <a:pt x="479442" y="171941"/>
                  <a:pt x="480998" y="175126"/>
                  <a:pt x="481970" y="178481"/>
                </a:cubicBezTo>
                <a:cubicBezTo>
                  <a:pt x="482943" y="181837"/>
                  <a:pt x="483429" y="185897"/>
                  <a:pt x="483429" y="190662"/>
                </a:cubicBezTo>
                <a:cubicBezTo>
                  <a:pt x="483429" y="199318"/>
                  <a:pt x="481119" y="206733"/>
                  <a:pt x="476500" y="212909"/>
                </a:cubicBezTo>
                <a:cubicBezTo>
                  <a:pt x="471880" y="219084"/>
                  <a:pt x="465608" y="223679"/>
                  <a:pt x="457682" y="226694"/>
                </a:cubicBezTo>
                <a:cubicBezTo>
                  <a:pt x="449756" y="229709"/>
                  <a:pt x="440736" y="231216"/>
                  <a:pt x="430621" y="231216"/>
                </a:cubicBezTo>
                <a:cubicBezTo>
                  <a:pt x="422549" y="231216"/>
                  <a:pt x="414623" y="230608"/>
                  <a:pt x="406843" y="229393"/>
                </a:cubicBezTo>
                <a:cubicBezTo>
                  <a:pt x="399063" y="228177"/>
                  <a:pt x="390408" y="226110"/>
                  <a:pt x="380877" y="223193"/>
                </a:cubicBezTo>
                <a:lnTo>
                  <a:pt x="387879" y="191392"/>
                </a:lnTo>
                <a:lnTo>
                  <a:pt x="399258" y="191392"/>
                </a:lnTo>
                <a:cubicBezTo>
                  <a:pt x="399647" y="200728"/>
                  <a:pt x="402272" y="207779"/>
                  <a:pt x="407135" y="212544"/>
                </a:cubicBezTo>
                <a:cubicBezTo>
                  <a:pt x="411998" y="217309"/>
                  <a:pt x="419729" y="219692"/>
                  <a:pt x="430330" y="219692"/>
                </a:cubicBezTo>
                <a:cubicBezTo>
                  <a:pt x="439569" y="219692"/>
                  <a:pt x="446790" y="217625"/>
                  <a:pt x="451992" y="213492"/>
                </a:cubicBezTo>
                <a:cubicBezTo>
                  <a:pt x="457195" y="209359"/>
                  <a:pt x="459797" y="203499"/>
                  <a:pt x="459797" y="195914"/>
                </a:cubicBezTo>
                <a:cubicBezTo>
                  <a:pt x="459797" y="191537"/>
                  <a:pt x="459068" y="187769"/>
                  <a:pt x="457609" y="184608"/>
                </a:cubicBezTo>
                <a:cubicBezTo>
                  <a:pt x="456150" y="181448"/>
                  <a:pt x="453767" y="178408"/>
                  <a:pt x="450461" y="175491"/>
                </a:cubicBezTo>
                <a:cubicBezTo>
                  <a:pt x="447154" y="172573"/>
                  <a:pt x="441903" y="168926"/>
                  <a:pt x="434706" y="164550"/>
                </a:cubicBezTo>
                <a:cubicBezTo>
                  <a:pt x="427120" y="159979"/>
                  <a:pt x="421212" y="155846"/>
                  <a:pt x="416982" y="152150"/>
                </a:cubicBezTo>
                <a:cubicBezTo>
                  <a:pt x="412751" y="148455"/>
                  <a:pt x="409566" y="144443"/>
                  <a:pt x="407427" y="140116"/>
                </a:cubicBezTo>
                <a:cubicBezTo>
                  <a:pt x="405287" y="135788"/>
                  <a:pt x="404218" y="130804"/>
                  <a:pt x="404218" y="125163"/>
                </a:cubicBezTo>
                <a:cubicBezTo>
                  <a:pt x="404218" y="117480"/>
                  <a:pt x="406284" y="110746"/>
                  <a:pt x="410417" y="104959"/>
                </a:cubicBezTo>
                <a:cubicBezTo>
                  <a:pt x="414551" y="99173"/>
                  <a:pt x="420459" y="94723"/>
                  <a:pt x="428141" y="91611"/>
                </a:cubicBezTo>
                <a:cubicBezTo>
                  <a:pt x="435824" y="88499"/>
                  <a:pt x="444772" y="86943"/>
                  <a:pt x="454983" y="86943"/>
                </a:cubicBezTo>
                <a:cubicBezTo>
                  <a:pt x="464027" y="86943"/>
                  <a:pt x="472269" y="87478"/>
                  <a:pt x="479709" y="88548"/>
                </a:cubicBezTo>
                <a:cubicBezTo>
                  <a:pt x="487149" y="89618"/>
                  <a:pt x="494564" y="91465"/>
                  <a:pt x="501956" y="94091"/>
                </a:cubicBezTo>
                <a:lnTo>
                  <a:pt x="495391" y="124725"/>
                </a:lnTo>
                <a:lnTo>
                  <a:pt x="483575" y="124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𝑑">
            <a:extLst xmlns:a="http://schemas.openxmlformats.org/drawingml/2006/main">
              <a:ext uri="{FF2B5EF4-FFF2-40B4-BE49-F238E27FC236}">
                <a16:creationId xmlns:a16="http://schemas.microsoft.com/office/drawing/2014/main" id="{D42C4C96-7D1B-496F-8DBE-5F6C383D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779" y="478607"/>
            <a:ext cx="120320" cy="149508"/>
          </a:xfrm>
          <a:custGeom xmlns:a="http://schemas.openxmlformats.org/drawingml/2006/main">
            <a:pathLst>
              <a:path w="120320" h="149508">
                <a:moveTo>
                  <a:pt x="90375" y="110266"/>
                </a:moveTo>
                <a:cubicBezTo>
                  <a:pt x="89366" y="114518"/>
                  <a:pt x="88700" y="117906"/>
                  <a:pt x="88375" y="120428"/>
                </a:cubicBezTo>
                <a:cubicBezTo>
                  <a:pt x="88051" y="122951"/>
                  <a:pt x="87889" y="125221"/>
                  <a:pt x="87889" y="127239"/>
                </a:cubicBezTo>
                <a:cubicBezTo>
                  <a:pt x="87889" y="129977"/>
                  <a:pt x="88447" y="131959"/>
                  <a:pt x="89564" y="133184"/>
                </a:cubicBezTo>
                <a:cubicBezTo>
                  <a:pt x="90681" y="134410"/>
                  <a:pt x="92285" y="135022"/>
                  <a:pt x="94375" y="135022"/>
                </a:cubicBezTo>
                <a:cubicBezTo>
                  <a:pt x="95672" y="135022"/>
                  <a:pt x="96951" y="134770"/>
                  <a:pt x="98213" y="134265"/>
                </a:cubicBezTo>
                <a:cubicBezTo>
                  <a:pt x="99474" y="133761"/>
                  <a:pt x="100843" y="132968"/>
                  <a:pt x="102321" y="131887"/>
                </a:cubicBezTo>
                <a:cubicBezTo>
                  <a:pt x="103798" y="130806"/>
                  <a:pt x="105420" y="129419"/>
                  <a:pt x="107185" y="127725"/>
                </a:cubicBezTo>
                <a:cubicBezTo>
                  <a:pt x="108951" y="126031"/>
                  <a:pt x="110951" y="123996"/>
                  <a:pt x="113185" y="121617"/>
                </a:cubicBezTo>
                <a:cubicBezTo>
                  <a:pt x="114338" y="122842"/>
                  <a:pt x="115527" y="124050"/>
                  <a:pt x="116753" y="125239"/>
                </a:cubicBezTo>
                <a:cubicBezTo>
                  <a:pt x="117978" y="126428"/>
                  <a:pt x="119167" y="127599"/>
                  <a:pt x="120320" y="128752"/>
                </a:cubicBezTo>
                <a:cubicBezTo>
                  <a:pt x="116717" y="132428"/>
                  <a:pt x="113437" y="135581"/>
                  <a:pt x="110483" y="138211"/>
                </a:cubicBezTo>
                <a:cubicBezTo>
                  <a:pt x="107528" y="140842"/>
                  <a:pt x="104663" y="143004"/>
                  <a:pt x="101888" y="144697"/>
                </a:cubicBezTo>
                <a:cubicBezTo>
                  <a:pt x="99114" y="146391"/>
                  <a:pt x="96393" y="147616"/>
                  <a:pt x="93726" y="148373"/>
                </a:cubicBezTo>
                <a:cubicBezTo>
                  <a:pt x="91060" y="149130"/>
                  <a:pt x="88285" y="149508"/>
                  <a:pt x="85402" y="149508"/>
                </a:cubicBezTo>
                <a:cubicBezTo>
                  <a:pt x="80213" y="149508"/>
                  <a:pt x="76177" y="147833"/>
                  <a:pt x="73295" y="144481"/>
                </a:cubicBezTo>
                <a:cubicBezTo>
                  <a:pt x="70412" y="141130"/>
                  <a:pt x="68970" y="136536"/>
                  <a:pt x="68970" y="130698"/>
                </a:cubicBezTo>
                <a:cubicBezTo>
                  <a:pt x="68970" y="127455"/>
                  <a:pt x="69475" y="124356"/>
                  <a:pt x="70484" y="121401"/>
                </a:cubicBezTo>
                <a:lnTo>
                  <a:pt x="68970" y="120752"/>
                </a:lnTo>
                <a:cubicBezTo>
                  <a:pt x="65295" y="125869"/>
                  <a:pt x="61728" y="130230"/>
                  <a:pt x="58268" y="133833"/>
                </a:cubicBezTo>
                <a:cubicBezTo>
                  <a:pt x="54809" y="137436"/>
                  <a:pt x="51386" y="140409"/>
                  <a:pt x="47998" y="142752"/>
                </a:cubicBezTo>
                <a:cubicBezTo>
                  <a:pt x="44611" y="145094"/>
                  <a:pt x="41188" y="146806"/>
                  <a:pt x="37728" y="147887"/>
                </a:cubicBezTo>
                <a:cubicBezTo>
                  <a:pt x="34269" y="148968"/>
                  <a:pt x="30666" y="149508"/>
                  <a:pt x="26918" y="149508"/>
                </a:cubicBezTo>
                <a:cubicBezTo>
                  <a:pt x="18342" y="149508"/>
                  <a:pt x="11711" y="146427"/>
                  <a:pt x="7027" y="140265"/>
                </a:cubicBezTo>
                <a:cubicBezTo>
                  <a:pt x="2342" y="134103"/>
                  <a:pt x="0" y="125149"/>
                  <a:pt x="0" y="113401"/>
                </a:cubicBezTo>
                <a:cubicBezTo>
                  <a:pt x="0" y="106411"/>
                  <a:pt x="739" y="99690"/>
                  <a:pt x="2216" y="93240"/>
                </a:cubicBezTo>
                <a:cubicBezTo>
                  <a:pt x="3694" y="86790"/>
                  <a:pt x="5784" y="80736"/>
                  <a:pt x="8486" y="75078"/>
                </a:cubicBezTo>
                <a:cubicBezTo>
                  <a:pt x="11189" y="69421"/>
                  <a:pt x="14414" y="64268"/>
                  <a:pt x="18162" y="59619"/>
                </a:cubicBezTo>
                <a:cubicBezTo>
                  <a:pt x="21909" y="54971"/>
                  <a:pt x="26017" y="50989"/>
                  <a:pt x="30485" y="47674"/>
                </a:cubicBezTo>
                <a:cubicBezTo>
                  <a:pt x="34954" y="44359"/>
                  <a:pt x="39710" y="41782"/>
                  <a:pt x="44755" y="39945"/>
                </a:cubicBezTo>
                <a:cubicBezTo>
                  <a:pt x="49800" y="38107"/>
                  <a:pt x="55025" y="37188"/>
                  <a:pt x="60430" y="37188"/>
                </a:cubicBezTo>
                <a:cubicBezTo>
                  <a:pt x="65187" y="37188"/>
                  <a:pt x="69547" y="37656"/>
                  <a:pt x="73511" y="38593"/>
                </a:cubicBezTo>
                <a:cubicBezTo>
                  <a:pt x="77475" y="39530"/>
                  <a:pt x="81258" y="41404"/>
                  <a:pt x="84862" y="44215"/>
                </a:cubicBezTo>
                <a:cubicBezTo>
                  <a:pt x="86087" y="39674"/>
                  <a:pt x="87060" y="35801"/>
                  <a:pt x="87781" y="32593"/>
                </a:cubicBezTo>
                <a:cubicBezTo>
                  <a:pt x="88501" y="29386"/>
                  <a:pt x="89096" y="26431"/>
                  <a:pt x="89564" y="23729"/>
                </a:cubicBezTo>
                <a:cubicBezTo>
                  <a:pt x="90033" y="21026"/>
                  <a:pt x="90267" y="18774"/>
                  <a:pt x="90267" y="16972"/>
                </a:cubicBezTo>
                <a:cubicBezTo>
                  <a:pt x="90267" y="15459"/>
                  <a:pt x="90069" y="14198"/>
                  <a:pt x="89672" y="13189"/>
                </a:cubicBezTo>
                <a:cubicBezTo>
                  <a:pt x="89276" y="12180"/>
                  <a:pt x="88573" y="11351"/>
                  <a:pt x="87564" y="10702"/>
                </a:cubicBezTo>
                <a:cubicBezTo>
                  <a:pt x="86555" y="10054"/>
                  <a:pt x="85132" y="9585"/>
                  <a:pt x="83294" y="9297"/>
                </a:cubicBezTo>
                <a:cubicBezTo>
                  <a:pt x="81457" y="9009"/>
                  <a:pt x="79132" y="8792"/>
                  <a:pt x="76322" y="8648"/>
                </a:cubicBezTo>
                <a:lnTo>
                  <a:pt x="77727" y="1297"/>
                </a:lnTo>
                <a:lnTo>
                  <a:pt x="109942" y="0"/>
                </a:lnTo>
                <a:lnTo>
                  <a:pt x="115455" y="0"/>
                </a:lnTo>
                <a:lnTo>
                  <a:pt x="90375" y="110266"/>
                </a:lnTo>
                <a:moveTo>
                  <a:pt x="75781" y="86375"/>
                </a:moveTo>
                <a:cubicBezTo>
                  <a:pt x="76574" y="82484"/>
                  <a:pt x="77295" y="78592"/>
                  <a:pt x="77943" y="74700"/>
                </a:cubicBezTo>
                <a:cubicBezTo>
                  <a:pt x="78592" y="70808"/>
                  <a:pt x="78916" y="67241"/>
                  <a:pt x="78916" y="63998"/>
                </a:cubicBezTo>
                <a:cubicBezTo>
                  <a:pt x="78916" y="58160"/>
                  <a:pt x="77601" y="54016"/>
                  <a:pt x="74970" y="51566"/>
                </a:cubicBezTo>
                <a:cubicBezTo>
                  <a:pt x="72340" y="49115"/>
                  <a:pt x="68142" y="47890"/>
                  <a:pt x="62376" y="47890"/>
                </a:cubicBezTo>
                <a:cubicBezTo>
                  <a:pt x="58124" y="47890"/>
                  <a:pt x="54178" y="48809"/>
                  <a:pt x="50539" y="50647"/>
                </a:cubicBezTo>
                <a:cubicBezTo>
                  <a:pt x="46899" y="52485"/>
                  <a:pt x="43566" y="55007"/>
                  <a:pt x="40539" y="58214"/>
                </a:cubicBezTo>
                <a:cubicBezTo>
                  <a:pt x="37512" y="61421"/>
                  <a:pt x="34810" y="65133"/>
                  <a:pt x="32431" y="69349"/>
                </a:cubicBezTo>
                <a:cubicBezTo>
                  <a:pt x="30053" y="73565"/>
                  <a:pt x="28053" y="78069"/>
                  <a:pt x="26431" y="82862"/>
                </a:cubicBezTo>
                <a:cubicBezTo>
                  <a:pt x="24810" y="87654"/>
                  <a:pt x="23585" y="92555"/>
                  <a:pt x="22756" y="97564"/>
                </a:cubicBezTo>
                <a:cubicBezTo>
                  <a:pt x="21927" y="102573"/>
                  <a:pt x="21513" y="107456"/>
                  <a:pt x="21513" y="112212"/>
                </a:cubicBezTo>
                <a:cubicBezTo>
                  <a:pt x="21513" y="119996"/>
                  <a:pt x="22612" y="125779"/>
                  <a:pt x="24810" y="129563"/>
                </a:cubicBezTo>
                <a:cubicBezTo>
                  <a:pt x="27008" y="133347"/>
                  <a:pt x="30557" y="135238"/>
                  <a:pt x="35458" y="135238"/>
                </a:cubicBezTo>
                <a:cubicBezTo>
                  <a:pt x="38773" y="135238"/>
                  <a:pt x="42449" y="134121"/>
                  <a:pt x="46485" y="131887"/>
                </a:cubicBezTo>
                <a:cubicBezTo>
                  <a:pt x="50521" y="129653"/>
                  <a:pt x="54430" y="126428"/>
                  <a:pt x="58214" y="122212"/>
                </a:cubicBezTo>
                <a:cubicBezTo>
                  <a:pt x="61998" y="117996"/>
                  <a:pt x="65475" y="112861"/>
                  <a:pt x="68646" y="106807"/>
                </a:cubicBezTo>
                <a:cubicBezTo>
                  <a:pt x="71817" y="100753"/>
                  <a:pt x="74196" y="93943"/>
                  <a:pt x="75781" y="863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||𝑥)">
            <a:extLst xmlns:a="http://schemas.openxmlformats.org/drawingml/2006/main">
              <a:ext uri="{FF2B5EF4-FFF2-40B4-BE49-F238E27FC236}">
                <a16:creationId xmlns:a16="http://schemas.microsoft.com/office/drawing/2014/main" id="{D170CB6C-1E10-4FC5-8265-EF353DCE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46" y="354961"/>
            <a:ext cx="415205" cy="276730"/>
          </a:xfrm>
          <a:custGeom xmlns:a="http://schemas.openxmlformats.org/drawingml/2006/main">
            <a:pathLst>
              <a:path w="415205" h="276730">
                <a:moveTo>
                  <a:pt x="22465" y="273521"/>
                </a:moveTo>
                <a:lnTo>
                  <a:pt x="0" y="273521"/>
                </a:lnTo>
                <a:lnTo>
                  <a:pt x="0" y="2042"/>
                </a:lnTo>
                <a:lnTo>
                  <a:pt x="22465" y="2042"/>
                </a:lnTo>
                <a:lnTo>
                  <a:pt x="22465" y="273521"/>
                </a:lnTo>
                <a:close/>
                <a:moveTo>
                  <a:pt x="116771" y="273521"/>
                </a:moveTo>
                <a:lnTo>
                  <a:pt x="94306" y="273521"/>
                </a:lnTo>
                <a:lnTo>
                  <a:pt x="94306" y="2042"/>
                </a:lnTo>
                <a:lnTo>
                  <a:pt x="116771" y="2042"/>
                </a:lnTo>
                <a:lnTo>
                  <a:pt x="116771" y="273521"/>
                </a:lnTo>
                <a:close/>
                <a:moveTo>
                  <a:pt x="221721" y="144857"/>
                </a:moveTo>
                <a:cubicBezTo>
                  <a:pt x="220263" y="137174"/>
                  <a:pt x="218755" y="129783"/>
                  <a:pt x="217199" y="122683"/>
                </a:cubicBezTo>
                <a:cubicBezTo>
                  <a:pt x="215643" y="115584"/>
                  <a:pt x="214039" y="108971"/>
                  <a:pt x="212385" y="102844"/>
                </a:cubicBezTo>
                <a:cubicBezTo>
                  <a:pt x="210732" y="96717"/>
                  <a:pt x="209370" y="92705"/>
                  <a:pt x="208301" y="90809"/>
                </a:cubicBezTo>
                <a:cubicBezTo>
                  <a:pt x="207231" y="88912"/>
                  <a:pt x="206088" y="87600"/>
                  <a:pt x="204873" y="86870"/>
                </a:cubicBezTo>
                <a:cubicBezTo>
                  <a:pt x="203657" y="86141"/>
                  <a:pt x="202125" y="85776"/>
                  <a:pt x="200277" y="85776"/>
                </a:cubicBezTo>
                <a:cubicBezTo>
                  <a:pt x="198235" y="85776"/>
                  <a:pt x="196387" y="86238"/>
                  <a:pt x="194734" y="87162"/>
                </a:cubicBezTo>
                <a:cubicBezTo>
                  <a:pt x="193081" y="88086"/>
                  <a:pt x="191282" y="89690"/>
                  <a:pt x="189337" y="91976"/>
                </a:cubicBezTo>
                <a:cubicBezTo>
                  <a:pt x="187392" y="94261"/>
                  <a:pt x="184814" y="97835"/>
                  <a:pt x="181605" y="102698"/>
                </a:cubicBezTo>
                <a:lnTo>
                  <a:pt x="172123" y="96425"/>
                </a:lnTo>
                <a:cubicBezTo>
                  <a:pt x="178250" y="87186"/>
                  <a:pt x="184134" y="80281"/>
                  <a:pt x="189774" y="75711"/>
                </a:cubicBezTo>
                <a:cubicBezTo>
                  <a:pt x="195415" y="71140"/>
                  <a:pt x="202077" y="68854"/>
                  <a:pt x="209759" y="68854"/>
                </a:cubicBezTo>
                <a:cubicBezTo>
                  <a:pt x="212774" y="68854"/>
                  <a:pt x="215424" y="69195"/>
                  <a:pt x="217710" y="69875"/>
                </a:cubicBezTo>
                <a:cubicBezTo>
                  <a:pt x="219995" y="70556"/>
                  <a:pt x="222013" y="71602"/>
                  <a:pt x="223764" y="73012"/>
                </a:cubicBezTo>
                <a:cubicBezTo>
                  <a:pt x="225514" y="74422"/>
                  <a:pt x="227070" y="76245"/>
                  <a:pt x="228432" y="78482"/>
                </a:cubicBezTo>
                <a:cubicBezTo>
                  <a:pt x="229793" y="80719"/>
                  <a:pt x="231106" y="83758"/>
                  <a:pt x="232370" y="87600"/>
                </a:cubicBezTo>
                <a:cubicBezTo>
                  <a:pt x="233635" y="91441"/>
                  <a:pt x="234826" y="96206"/>
                  <a:pt x="235944" y="101896"/>
                </a:cubicBezTo>
                <a:cubicBezTo>
                  <a:pt x="237063" y="107585"/>
                  <a:pt x="238060" y="113493"/>
                  <a:pt x="238935" y="119620"/>
                </a:cubicBezTo>
                <a:lnTo>
                  <a:pt x="240394" y="119620"/>
                </a:lnTo>
                <a:cubicBezTo>
                  <a:pt x="249730" y="106491"/>
                  <a:pt x="256805" y="96887"/>
                  <a:pt x="261619" y="90809"/>
                </a:cubicBezTo>
                <a:cubicBezTo>
                  <a:pt x="266433" y="84731"/>
                  <a:pt x="270493" y="80208"/>
                  <a:pt x="273800" y="77242"/>
                </a:cubicBezTo>
                <a:cubicBezTo>
                  <a:pt x="277106" y="74276"/>
                  <a:pt x="280291" y="72185"/>
                  <a:pt x="283355" y="70970"/>
                </a:cubicBezTo>
                <a:cubicBezTo>
                  <a:pt x="286418" y="69754"/>
                  <a:pt x="290478" y="69146"/>
                  <a:pt x="295536" y="69146"/>
                </a:cubicBezTo>
                <a:cubicBezTo>
                  <a:pt x="300106" y="69146"/>
                  <a:pt x="303851" y="69730"/>
                  <a:pt x="306768" y="70897"/>
                </a:cubicBezTo>
                <a:lnTo>
                  <a:pt x="300933" y="97300"/>
                </a:lnTo>
                <a:lnTo>
                  <a:pt x="290722" y="97300"/>
                </a:lnTo>
                <a:cubicBezTo>
                  <a:pt x="290138" y="93216"/>
                  <a:pt x="288436" y="91174"/>
                  <a:pt x="285616" y="91174"/>
                </a:cubicBezTo>
                <a:cubicBezTo>
                  <a:pt x="284741" y="91174"/>
                  <a:pt x="283817" y="91319"/>
                  <a:pt x="282844" y="91611"/>
                </a:cubicBezTo>
                <a:cubicBezTo>
                  <a:pt x="281872" y="91903"/>
                  <a:pt x="280680" y="92535"/>
                  <a:pt x="279270" y="93508"/>
                </a:cubicBezTo>
                <a:cubicBezTo>
                  <a:pt x="277860" y="94480"/>
                  <a:pt x="275793" y="96377"/>
                  <a:pt x="273070" y="99197"/>
                </a:cubicBezTo>
                <a:cubicBezTo>
                  <a:pt x="270347" y="102017"/>
                  <a:pt x="267284" y="105470"/>
                  <a:pt x="263880" y="109554"/>
                </a:cubicBezTo>
                <a:cubicBezTo>
                  <a:pt x="260476" y="113639"/>
                  <a:pt x="256975" y="117918"/>
                  <a:pt x="253377" y="122391"/>
                </a:cubicBezTo>
                <a:lnTo>
                  <a:pt x="243457" y="134791"/>
                </a:lnTo>
                <a:cubicBezTo>
                  <a:pt x="245208" y="144127"/>
                  <a:pt x="246861" y="152199"/>
                  <a:pt x="248417" y="159007"/>
                </a:cubicBezTo>
                <a:cubicBezTo>
                  <a:pt x="249973" y="165814"/>
                  <a:pt x="251359" y="171479"/>
                  <a:pt x="252575" y="176001"/>
                </a:cubicBezTo>
                <a:cubicBezTo>
                  <a:pt x="253790" y="180524"/>
                  <a:pt x="254860" y="184098"/>
                  <a:pt x="255784" y="186723"/>
                </a:cubicBezTo>
                <a:cubicBezTo>
                  <a:pt x="256708" y="189349"/>
                  <a:pt x="257705" y="191319"/>
                  <a:pt x="258774" y="192632"/>
                </a:cubicBezTo>
                <a:cubicBezTo>
                  <a:pt x="259844" y="193944"/>
                  <a:pt x="260938" y="194868"/>
                  <a:pt x="262057" y="195403"/>
                </a:cubicBezTo>
                <a:cubicBezTo>
                  <a:pt x="263175" y="195938"/>
                  <a:pt x="264464" y="196206"/>
                  <a:pt x="265922" y="196206"/>
                </a:cubicBezTo>
                <a:cubicBezTo>
                  <a:pt x="268548" y="196206"/>
                  <a:pt x="271101" y="195184"/>
                  <a:pt x="273581" y="193142"/>
                </a:cubicBezTo>
                <a:cubicBezTo>
                  <a:pt x="276061" y="191100"/>
                  <a:pt x="279635" y="186480"/>
                  <a:pt x="284303" y="179284"/>
                </a:cubicBezTo>
                <a:lnTo>
                  <a:pt x="293785" y="185556"/>
                </a:lnTo>
                <a:cubicBezTo>
                  <a:pt x="286977" y="195671"/>
                  <a:pt x="280826" y="202794"/>
                  <a:pt x="275331" y="206928"/>
                </a:cubicBezTo>
                <a:cubicBezTo>
                  <a:pt x="269837" y="211061"/>
                  <a:pt x="263297" y="213127"/>
                  <a:pt x="255711" y="213127"/>
                </a:cubicBezTo>
                <a:cubicBezTo>
                  <a:pt x="251529" y="213127"/>
                  <a:pt x="247979" y="212374"/>
                  <a:pt x="245062" y="210866"/>
                </a:cubicBezTo>
                <a:cubicBezTo>
                  <a:pt x="242144" y="209359"/>
                  <a:pt x="239616" y="206952"/>
                  <a:pt x="237476" y="203645"/>
                </a:cubicBezTo>
                <a:cubicBezTo>
                  <a:pt x="235337" y="200339"/>
                  <a:pt x="233440" y="195184"/>
                  <a:pt x="231787" y="188182"/>
                </a:cubicBezTo>
                <a:cubicBezTo>
                  <a:pt x="228772" y="175734"/>
                  <a:pt x="226924" y="166203"/>
                  <a:pt x="226244" y="159590"/>
                </a:cubicBezTo>
                <a:lnTo>
                  <a:pt x="224785" y="159590"/>
                </a:lnTo>
                <a:cubicBezTo>
                  <a:pt x="214476" y="174081"/>
                  <a:pt x="206818" y="184487"/>
                  <a:pt x="201809" y="190808"/>
                </a:cubicBezTo>
                <a:cubicBezTo>
                  <a:pt x="196801" y="197129"/>
                  <a:pt x="192667" y="201798"/>
                  <a:pt x="189409" y="204812"/>
                </a:cubicBezTo>
                <a:cubicBezTo>
                  <a:pt x="186152" y="207827"/>
                  <a:pt x="182991" y="209942"/>
                  <a:pt x="179927" y="211158"/>
                </a:cubicBezTo>
                <a:cubicBezTo>
                  <a:pt x="176864" y="212374"/>
                  <a:pt x="172804" y="212981"/>
                  <a:pt x="167747" y="212981"/>
                </a:cubicBezTo>
                <a:cubicBezTo>
                  <a:pt x="163176" y="212981"/>
                  <a:pt x="159432" y="212398"/>
                  <a:pt x="156514" y="211231"/>
                </a:cubicBezTo>
                <a:lnTo>
                  <a:pt x="162349" y="184827"/>
                </a:lnTo>
                <a:lnTo>
                  <a:pt x="172561" y="184827"/>
                </a:lnTo>
                <a:cubicBezTo>
                  <a:pt x="173144" y="188912"/>
                  <a:pt x="174846" y="190954"/>
                  <a:pt x="177666" y="190954"/>
                </a:cubicBezTo>
                <a:cubicBezTo>
                  <a:pt x="179028" y="190954"/>
                  <a:pt x="180462" y="190589"/>
                  <a:pt x="181970" y="189860"/>
                </a:cubicBezTo>
                <a:cubicBezTo>
                  <a:pt x="183477" y="189130"/>
                  <a:pt x="185641" y="187380"/>
                  <a:pt x="188461" y="184608"/>
                </a:cubicBezTo>
                <a:cubicBezTo>
                  <a:pt x="191282" y="181837"/>
                  <a:pt x="195172" y="177485"/>
                  <a:pt x="200131" y="171552"/>
                </a:cubicBezTo>
                <a:cubicBezTo>
                  <a:pt x="205091" y="165620"/>
                  <a:pt x="212288" y="156721"/>
                  <a:pt x="221721" y="144857"/>
                </a:cubicBezTo>
                <a:close/>
                <a:moveTo>
                  <a:pt x="389968" y="136979"/>
                </a:moveTo>
                <a:cubicBezTo>
                  <a:pt x="389968" y="104108"/>
                  <a:pt x="384522" y="76805"/>
                  <a:pt x="373630" y="55069"/>
                </a:cubicBezTo>
                <a:cubicBezTo>
                  <a:pt x="362738" y="33333"/>
                  <a:pt x="345864" y="18721"/>
                  <a:pt x="323010" y="11233"/>
                </a:cubicBezTo>
                <a:lnTo>
                  <a:pt x="326949" y="0"/>
                </a:lnTo>
                <a:cubicBezTo>
                  <a:pt x="355347" y="7488"/>
                  <a:pt x="377155" y="23656"/>
                  <a:pt x="392375" y="48504"/>
                </a:cubicBezTo>
                <a:cubicBezTo>
                  <a:pt x="407595" y="73352"/>
                  <a:pt x="415205" y="103330"/>
                  <a:pt x="415205" y="138438"/>
                </a:cubicBezTo>
                <a:cubicBezTo>
                  <a:pt x="415205" y="173643"/>
                  <a:pt x="407619" y="203621"/>
                  <a:pt x="392448" y="228372"/>
                </a:cubicBezTo>
                <a:cubicBezTo>
                  <a:pt x="377277" y="253122"/>
                  <a:pt x="355444" y="269242"/>
                  <a:pt x="326949" y="276730"/>
                </a:cubicBezTo>
                <a:lnTo>
                  <a:pt x="323448" y="265497"/>
                </a:lnTo>
                <a:cubicBezTo>
                  <a:pt x="345913" y="258009"/>
                  <a:pt x="362616" y="243227"/>
                  <a:pt x="373557" y="221151"/>
                </a:cubicBezTo>
                <a:cubicBezTo>
                  <a:pt x="384498" y="199074"/>
                  <a:pt x="389968" y="171017"/>
                  <a:pt x="389968" y="136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CBFB2-4BDC-4D15-95A1-5693814E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223" y="4473991"/>
            <a:ext cx="3392796" cy="685190"/>
          </a:xfrm>
          <a:custGeom xmlns:a="http://schemas.openxmlformats.org/drawingml/2006/main">
            <a:pathLst>
              <a:path w="3392796" h="685190" fill="none">
                <a:moveTo>
                  <a:pt x="0" y="685190"/>
                </a:moveTo>
                <a:lnTo>
                  <a:pt x="3392796" y="685190"/>
                </a:lnTo>
                <a:lnTo>
                  <a:pt x="3392796" y="0"/>
                </a:lnTo>
                <a:lnTo>
                  <a:pt x="0" y="0"/>
                </a:lnTo>
                <a:lnTo>
                  <a:pt x="0" y="6851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3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77" name="Text Output">
            <a:extLst xmlns:a="http://schemas.openxmlformats.org/drawingml/2006/main">
              <a:ext uri="{FF2B5EF4-FFF2-40B4-BE49-F238E27FC236}">
                <a16:creationId xmlns:a16="http://schemas.microsoft.com/office/drawing/2014/main" id="{A5D28FFC-8458-4699-B023-24C9E48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911" y="4676311"/>
            <a:ext cx="894792" cy="262893"/>
          </a:xfrm>
          <a:custGeom xmlns:a="http://schemas.openxmlformats.org/drawingml/2006/main">
            <a:pathLst>
              <a:path w="894792" h="262893">
                <a:moveTo>
                  <a:pt x="175471" y="101831"/>
                </a:moveTo>
                <a:cubicBezTo>
                  <a:pt x="175471" y="118046"/>
                  <a:pt x="173617" y="132718"/>
                  <a:pt x="169909" y="145845"/>
                </a:cubicBezTo>
                <a:cubicBezTo>
                  <a:pt x="166201" y="158973"/>
                  <a:pt x="160639" y="170165"/>
                  <a:pt x="153223" y="179422"/>
                </a:cubicBezTo>
                <a:cubicBezTo>
                  <a:pt x="145808" y="188678"/>
                  <a:pt x="136460" y="195818"/>
                  <a:pt x="125179" y="200841"/>
                </a:cubicBezTo>
                <a:cubicBezTo>
                  <a:pt x="113899" y="205861"/>
                  <a:pt x="100739" y="208371"/>
                  <a:pt x="85699" y="208371"/>
                </a:cubicBezTo>
                <a:cubicBezTo>
                  <a:pt x="70658" y="208371"/>
                  <a:pt x="57733" y="205992"/>
                  <a:pt x="46923" y="201233"/>
                </a:cubicBezTo>
                <a:cubicBezTo>
                  <a:pt x="36112" y="196474"/>
                  <a:pt x="27234" y="189675"/>
                  <a:pt x="20289" y="180837"/>
                </a:cubicBezTo>
                <a:cubicBezTo>
                  <a:pt x="13343" y="171994"/>
                  <a:pt x="8225" y="161194"/>
                  <a:pt x="4935" y="148435"/>
                </a:cubicBezTo>
                <a:cubicBezTo>
                  <a:pt x="1645" y="135673"/>
                  <a:pt x="0" y="121289"/>
                  <a:pt x="0" y="105282"/>
                </a:cubicBezTo>
                <a:cubicBezTo>
                  <a:pt x="0" y="89384"/>
                  <a:pt x="1828" y="74949"/>
                  <a:pt x="5483" y="61978"/>
                </a:cubicBezTo>
                <a:cubicBezTo>
                  <a:pt x="9139" y="49007"/>
                  <a:pt x="14701" y="37945"/>
                  <a:pt x="22169" y="28793"/>
                </a:cubicBezTo>
                <a:cubicBezTo>
                  <a:pt x="29637" y="19641"/>
                  <a:pt x="38985" y="12555"/>
                  <a:pt x="50213" y="7535"/>
                </a:cubicBezTo>
                <a:cubicBezTo>
                  <a:pt x="61441" y="2512"/>
                  <a:pt x="74627" y="0"/>
                  <a:pt x="89772" y="0"/>
                </a:cubicBezTo>
                <a:cubicBezTo>
                  <a:pt x="104499" y="0"/>
                  <a:pt x="117242" y="2353"/>
                  <a:pt x="128000" y="7060"/>
                </a:cubicBezTo>
                <a:cubicBezTo>
                  <a:pt x="138758" y="11767"/>
                  <a:pt x="147662" y="18513"/>
                  <a:pt x="154712" y="27300"/>
                </a:cubicBezTo>
                <a:cubicBezTo>
                  <a:pt x="161762" y="36086"/>
                  <a:pt x="166984" y="46756"/>
                  <a:pt x="170379" y="59309"/>
                </a:cubicBezTo>
                <a:cubicBezTo>
                  <a:pt x="173773" y="71863"/>
                  <a:pt x="175471" y="86036"/>
                  <a:pt x="175471" y="101831"/>
                </a:cubicBezTo>
                <a:moveTo>
                  <a:pt x="155103" y="103559"/>
                </a:moveTo>
                <a:cubicBezTo>
                  <a:pt x="155103" y="91525"/>
                  <a:pt x="153981" y="80251"/>
                  <a:pt x="151735" y="69738"/>
                </a:cubicBezTo>
                <a:cubicBezTo>
                  <a:pt x="149489" y="59221"/>
                  <a:pt x="145782" y="50066"/>
                  <a:pt x="140611" y="42272"/>
                </a:cubicBezTo>
                <a:cubicBezTo>
                  <a:pt x="135441" y="34474"/>
                  <a:pt x="128574" y="28352"/>
                  <a:pt x="120009" y="23907"/>
                </a:cubicBezTo>
                <a:cubicBezTo>
                  <a:pt x="111445" y="19458"/>
                  <a:pt x="100843" y="17234"/>
                  <a:pt x="88205" y="17234"/>
                </a:cubicBezTo>
                <a:cubicBezTo>
                  <a:pt x="75672" y="17234"/>
                  <a:pt x="65096" y="19563"/>
                  <a:pt x="56480" y="24220"/>
                </a:cubicBezTo>
                <a:cubicBezTo>
                  <a:pt x="47863" y="28875"/>
                  <a:pt x="40865" y="35127"/>
                  <a:pt x="35486" y="42977"/>
                </a:cubicBezTo>
                <a:cubicBezTo>
                  <a:pt x="30107" y="50823"/>
                  <a:pt x="26242" y="59979"/>
                  <a:pt x="23892" y="70443"/>
                </a:cubicBezTo>
                <a:cubicBezTo>
                  <a:pt x="21542" y="80904"/>
                  <a:pt x="20367" y="91943"/>
                  <a:pt x="20367" y="103559"/>
                </a:cubicBezTo>
                <a:cubicBezTo>
                  <a:pt x="20367" y="115907"/>
                  <a:pt x="21438" y="127391"/>
                  <a:pt x="23579" y="138012"/>
                </a:cubicBezTo>
                <a:cubicBezTo>
                  <a:pt x="25720" y="148629"/>
                  <a:pt x="29350" y="157863"/>
                  <a:pt x="34467" y="165713"/>
                </a:cubicBezTo>
                <a:cubicBezTo>
                  <a:pt x="39585" y="173560"/>
                  <a:pt x="46427" y="179707"/>
                  <a:pt x="54991" y="184156"/>
                </a:cubicBezTo>
                <a:cubicBezTo>
                  <a:pt x="63556" y="188602"/>
                  <a:pt x="74262" y="190824"/>
                  <a:pt x="87109" y="190824"/>
                </a:cubicBezTo>
                <a:cubicBezTo>
                  <a:pt x="99851" y="190824"/>
                  <a:pt x="110557" y="188445"/>
                  <a:pt x="119226" y="183686"/>
                </a:cubicBezTo>
                <a:cubicBezTo>
                  <a:pt x="127895" y="178924"/>
                  <a:pt x="134893" y="172541"/>
                  <a:pt x="140220" y="164538"/>
                </a:cubicBezTo>
                <a:cubicBezTo>
                  <a:pt x="145547" y="156531"/>
                  <a:pt x="149359" y="147270"/>
                  <a:pt x="151657" y="136753"/>
                </a:cubicBezTo>
                <a:cubicBezTo>
                  <a:pt x="153955" y="126237"/>
                  <a:pt x="155103" y="115172"/>
                  <a:pt x="155103" y="103559"/>
                </a:cubicBezTo>
                <a:close/>
                <a:moveTo>
                  <a:pt x="333142" y="202413"/>
                </a:moveTo>
                <a:cubicBezTo>
                  <a:pt x="333142" y="203040"/>
                  <a:pt x="333012" y="203616"/>
                  <a:pt x="332751" y="204141"/>
                </a:cubicBezTo>
                <a:cubicBezTo>
                  <a:pt x="332489" y="204663"/>
                  <a:pt x="331993" y="205081"/>
                  <a:pt x="331262" y="205395"/>
                </a:cubicBezTo>
                <a:cubicBezTo>
                  <a:pt x="330531" y="205708"/>
                  <a:pt x="329591" y="205969"/>
                  <a:pt x="328442" y="206178"/>
                </a:cubicBezTo>
                <a:cubicBezTo>
                  <a:pt x="327293" y="206387"/>
                  <a:pt x="325883" y="206491"/>
                  <a:pt x="324212" y="206491"/>
                </a:cubicBezTo>
                <a:cubicBezTo>
                  <a:pt x="322332" y="206491"/>
                  <a:pt x="320817" y="206387"/>
                  <a:pt x="319669" y="206178"/>
                </a:cubicBezTo>
                <a:cubicBezTo>
                  <a:pt x="318520" y="205969"/>
                  <a:pt x="317632" y="205708"/>
                  <a:pt x="317005" y="205395"/>
                </a:cubicBezTo>
                <a:cubicBezTo>
                  <a:pt x="316379" y="205081"/>
                  <a:pt x="315935" y="204663"/>
                  <a:pt x="315673" y="204141"/>
                </a:cubicBezTo>
                <a:cubicBezTo>
                  <a:pt x="315412" y="203616"/>
                  <a:pt x="315282" y="203040"/>
                  <a:pt x="315282" y="202413"/>
                </a:cubicBezTo>
                <a:lnTo>
                  <a:pt x="315282" y="182340"/>
                </a:lnTo>
                <a:cubicBezTo>
                  <a:pt x="307135" y="191492"/>
                  <a:pt x="299171" y="198119"/>
                  <a:pt x="291390" y="202222"/>
                </a:cubicBezTo>
                <a:cubicBezTo>
                  <a:pt x="283608" y="206322"/>
                  <a:pt x="275853" y="208371"/>
                  <a:pt x="268124" y="208371"/>
                </a:cubicBezTo>
                <a:cubicBezTo>
                  <a:pt x="258828" y="208371"/>
                  <a:pt x="250995" y="206801"/>
                  <a:pt x="244624" y="203661"/>
                </a:cubicBezTo>
                <a:cubicBezTo>
                  <a:pt x="238252" y="200521"/>
                  <a:pt x="233108" y="196257"/>
                  <a:pt x="229192" y="190868"/>
                </a:cubicBezTo>
                <a:cubicBezTo>
                  <a:pt x="225275" y="185476"/>
                  <a:pt x="222455" y="179223"/>
                  <a:pt x="220731" y="172107"/>
                </a:cubicBezTo>
                <a:cubicBezTo>
                  <a:pt x="219008" y="164988"/>
                  <a:pt x="218146" y="156406"/>
                  <a:pt x="218146" y="146359"/>
                </a:cubicBezTo>
                <a:lnTo>
                  <a:pt x="218146" y="60484"/>
                </a:lnTo>
                <a:cubicBezTo>
                  <a:pt x="218146" y="59855"/>
                  <a:pt x="218277" y="59278"/>
                  <a:pt x="218538" y="58756"/>
                </a:cubicBezTo>
                <a:cubicBezTo>
                  <a:pt x="218799" y="58234"/>
                  <a:pt x="219295" y="57790"/>
                  <a:pt x="220026" y="57425"/>
                </a:cubicBezTo>
                <a:cubicBezTo>
                  <a:pt x="220757" y="57056"/>
                  <a:pt x="221724" y="56793"/>
                  <a:pt x="222925" y="56636"/>
                </a:cubicBezTo>
                <a:cubicBezTo>
                  <a:pt x="224126" y="56480"/>
                  <a:pt x="225614" y="56401"/>
                  <a:pt x="227390" y="56401"/>
                </a:cubicBezTo>
                <a:cubicBezTo>
                  <a:pt x="229270" y="56401"/>
                  <a:pt x="230810" y="56480"/>
                  <a:pt x="232012" y="56636"/>
                </a:cubicBezTo>
                <a:cubicBezTo>
                  <a:pt x="233213" y="56793"/>
                  <a:pt x="234153" y="57056"/>
                  <a:pt x="234832" y="57425"/>
                </a:cubicBezTo>
                <a:cubicBezTo>
                  <a:pt x="235511" y="57790"/>
                  <a:pt x="236007" y="58234"/>
                  <a:pt x="236320" y="58756"/>
                </a:cubicBezTo>
                <a:cubicBezTo>
                  <a:pt x="236633" y="59278"/>
                  <a:pt x="236790" y="59855"/>
                  <a:pt x="236790" y="60484"/>
                </a:cubicBezTo>
                <a:lnTo>
                  <a:pt x="236790" y="144651"/>
                </a:lnTo>
                <a:cubicBezTo>
                  <a:pt x="236790" y="153447"/>
                  <a:pt x="237469" y="160620"/>
                  <a:pt x="238827" y="166168"/>
                </a:cubicBezTo>
                <a:cubicBezTo>
                  <a:pt x="240185" y="171714"/>
                  <a:pt x="242221" y="176450"/>
                  <a:pt x="244937" y="180376"/>
                </a:cubicBezTo>
                <a:cubicBezTo>
                  <a:pt x="247653" y="184303"/>
                  <a:pt x="251125" y="187340"/>
                  <a:pt x="255355" y="189488"/>
                </a:cubicBezTo>
                <a:cubicBezTo>
                  <a:pt x="259586" y="191632"/>
                  <a:pt x="264521" y="192704"/>
                  <a:pt x="270161" y="192704"/>
                </a:cubicBezTo>
                <a:cubicBezTo>
                  <a:pt x="277368" y="192704"/>
                  <a:pt x="284548" y="190129"/>
                  <a:pt x="291703" y="184979"/>
                </a:cubicBezTo>
                <a:cubicBezTo>
                  <a:pt x="298858" y="179825"/>
                  <a:pt x="306456" y="172254"/>
                  <a:pt x="314498" y="162266"/>
                </a:cubicBezTo>
                <a:lnTo>
                  <a:pt x="314498" y="60480"/>
                </a:lnTo>
                <a:cubicBezTo>
                  <a:pt x="314498" y="59853"/>
                  <a:pt x="314629" y="59278"/>
                  <a:pt x="314890" y="58756"/>
                </a:cubicBezTo>
                <a:cubicBezTo>
                  <a:pt x="315151" y="58231"/>
                  <a:pt x="315647" y="57785"/>
                  <a:pt x="316379" y="57420"/>
                </a:cubicBezTo>
                <a:cubicBezTo>
                  <a:pt x="317110" y="57054"/>
                  <a:pt x="318076" y="56793"/>
                  <a:pt x="319277" y="56636"/>
                </a:cubicBezTo>
                <a:cubicBezTo>
                  <a:pt x="320478" y="56480"/>
                  <a:pt x="322019" y="56401"/>
                  <a:pt x="323899" y="56401"/>
                </a:cubicBezTo>
                <a:cubicBezTo>
                  <a:pt x="325674" y="56401"/>
                  <a:pt x="327163" y="56480"/>
                  <a:pt x="328364" y="56636"/>
                </a:cubicBezTo>
                <a:cubicBezTo>
                  <a:pt x="329565" y="56793"/>
                  <a:pt x="330505" y="57054"/>
                  <a:pt x="331184" y="57420"/>
                </a:cubicBezTo>
                <a:cubicBezTo>
                  <a:pt x="331863" y="57785"/>
                  <a:pt x="332359" y="58231"/>
                  <a:pt x="332672" y="58756"/>
                </a:cubicBezTo>
                <a:cubicBezTo>
                  <a:pt x="332986" y="59278"/>
                  <a:pt x="333142" y="59853"/>
                  <a:pt x="333142" y="60480"/>
                </a:cubicBezTo>
                <a:lnTo>
                  <a:pt x="333142" y="202413"/>
                </a:lnTo>
                <a:close/>
                <a:moveTo>
                  <a:pt x="453928" y="194114"/>
                </a:moveTo>
                <a:cubicBezTo>
                  <a:pt x="453928" y="196308"/>
                  <a:pt x="453746" y="198083"/>
                  <a:pt x="453380" y="199441"/>
                </a:cubicBezTo>
                <a:cubicBezTo>
                  <a:pt x="453014" y="200799"/>
                  <a:pt x="452440" y="201870"/>
                  <a:pt x="451657" y="202653"/>
                </a:cubicBezTo>
                <a:cubicBezTo>
                  <a:pt x="450873" y="203436"/>
                  <a:pt x="449724" y="204167"/>
                  <a:pt x="448210" y="204846"/>
                </a:cubicBezTo>
                <a:cubicBezTo>
                  <a:pt x="446695" y="205525"/>
                  <a:pt x="444946" y="206100"/>
                  <a:pt x="442961" y="206570"/>
                </a:cubicBezTo>
                <a:cubicBezTo>
                  <a:pt x="440977" y="207040"/>
                  <a:pt x="438888" y="207405"/>
                  <a:pt x="436695" y="207666"/>
                </a:cubicBezTo>
                <a:cubicBezTo>
                  <a:pt x="434501" y="207927"/>
                  <a:pt x="432360" y="208058"/>
                  <a:pt x="430271" y="208058"/>
                </a:cubicBezTo>
                <a:cubicBezTo>
                  <a:pt x="423273" y="208058"/>
                  <a:pt x="417320" y="207118"/>
                  <a:pt x="412411" y="205238"/>
                </a:cubicBezTo>
                <a:cubicBezTo>
                  <a:pt x="407502" y="203358"/>
                  <a:pt x="403481" y="200512"/>
                  <a:pt x="400347" y="196699"/>
                </a:cubicBezTo>
                <a:cubicBezTo>
                  <a:pt x="397214" y="192887"/>
                  <a:pt x="394942" y="188056"/>
                  <a:pt x="393532" y="182207"/>
                </a:cubicBezTo>
                <a:cubicBezTo>
                  <a:pt x="392122" y="176358"/>
                  <a:pt x="391417" y="169465"/>
                  <a:pt x="391417" y="161527"/>
                </a:cubicBezTo>
                <a:lnTo>
                  <a:pt x="391417" y="73322"/>
                </a:lnTo>
                <a:lnTo>
                  <a:pt x="370266" y="73322"/>
                </a:lnTo>
                <a:cubicBezTo>
                  <a:pt x="368804" y="73322"/>
                  <a:pt x="367655" y="72662"/>
                  <a:pt x="366820" y="71344"/>
                </a:cubicBezTo>
                <a:cubicBezTo>
                  <a:pt x="365984" y="70025"/>
                  <a:pt x="365566" y="68047"/>
                  <a:pt x="365566" y="65410"/>
                </a:cubicBezTo>
                <a:cubicBezTo>
                  <a:pt x="365566" y="64039"/>
                  <a:pt x="365671" y="62852"/>
                  <a:pt x="365880" y="61850"/>
                </a:cubicBezTo>
                <a:cubicBezTo>
                  <a:pt x="366089" y="60848"/>
                  <a:pt x="366402" y="60005"/>
                  <a:pt x="366820" y="59319"/>
                </a:cubicBezTo>
                <a:cubicBezTo>
                  <a:pt x="367238" y="58634"/>
                  <a:pt x="367734" y="58133"/>
                  <a:pt x="368308" y="57816"/>
                </a:cubicBezTo>
                <a:cubicBezTo>
                  <a:pt x="368883" y="57500"/>
                  <a:pt x="369535" y="57341"/>
                  <a:pt x="370266" y="57341"/>
                </a:cubicBezTo>
                <a:lnTo>
                  <a:pt x="391417" y="57341"/>
                </a:lnTo>
                <a:lnTo>
                  <a:pt x="391417" y="22561"/>
                </a:lnTo>
                <a:cubicBezTo>
                  <a:pt x="391417" y="21934"/>
                  <a:pt x="391547" y="21359"/>
                  <a:pt x="391809" y="20837"/>
                </a:cubicBezTo>
                <a:cubicBezTo>
                  <a:pt x="392070" y="20315"/>
                  <a:pt x="392566" y="19871"/>
                  <a:pt x="393297" y="19505"/>
                </a:cubicBezTo>
                <a:cubicBezTo>
                  <a:pt x="394028" y="19140"/>
                  <a:pt x="394994" y="18879"/>
                  <a:pt x="396195" y="18722"/>
                </a:cubicBezTo>
                <a:cubicBezTo>
                  <a:pt x="397397" y="18565"/>
                  <a:pt x="398885" y="18487"/>
                  <a:pt x="400660" y="18487"/>
                </a:cubicBezTo>
                <a:cubicBezTo>
                  <a:pt x="402541" y="18487"/>
                  <a:pt x="404081" y="18565"/>
                  <a:pt x="405282" y="18722"/>
                </a:cubicBezTo>
                <a:cubicBezTo>
                  <a:pt x="406483" y="18879"/>
                  <a:pt x="407423" y="19140"/>
                  <a:pt x="408102" y="19505"/>
                </a:cubicBezTo>
                <a:cubicBezTo>
                  <a:pt x="408781" y="19871"/>
                  <a:pt x="409277" y="20315"/>
                  <a:pt x="409591" y="20837"/>
                </a:cubicBezTo>
                <a:cubicBezTo>
                  <a:pt x="409904" y="21359"/>
                  <a:pt x="410061" y="21934"/>
                  <a:pt x="410061" y="22561"/>
                </a:cubicBezTo>
                <a:lnTo>
                  <a:pt x="410061" y="57341"/>
                </a:lnTo>
                <a:lnTo>
                  <a:pt x="449228" y="57341"/>
                </a:lnTo>
                <a:cubicBezTo>
                  <a:pt x="449959" y="57341"/>
                  <a:pt x="450612" y="57500"/>
                  <a:pt x="451187" y="57816"/>
                </a:cubicBezTo>
                <a:cubicBezTo>
                  <a:pt x="451761" y="58133"/>
                  <a:pt x="452257" y="58634"/>
                  <a:pt x="452675" y="59319"/>
                </a:cubicBezTo>
                <a:cubicBezTo>
                  <a:pt x="453093" y="60005"/>
                  <a:pt x="453406" y="60848"/>
                  <a:pt x="453615" y="61850"/>
                </a:cubicBezTo>
                <a:cubicBezTo>
                  <a:pt x="453824" y="62852"/>
                  <a:pt x="453928" y="64039"/>
                  <a:pt x="453928" y="65410"/>
                </a:cubicBezTo>
                <a:cubicBezTo>
                  <a:pt x="453928" y="68047"/>
                  <a:pt x="453484" y="70025"/>
                  <a:pt x="452597" y="71344"/>
                </a:cubicBezTo>
                <a:cubicBezTo>
                  <a:pt x="451709" y="72662"/>
                  <a:pt x="450586" y="73322"/>
                  <a:pt x="449228" y="73322"/>
                </a:cubicBezTo>
                <a:lnTo>
                  <a:pt x="410061" y="73322"/>
                </a:lnTo>
                <a:lnTo>
                  <a:pt x="410061" y="159020"/>
                </a:lnTo>
                <a:cubicBezTo>
                  <a:pt x="410061" y="169778"/>
                  <a:pt x="411601" y="177977"/>
                  <a:pt x="414682" y="183617"/>
                </a:cubicBezTo>
                <a:cubicBezTo>
                  <a:pt x="417764" y="189258"/>
                  <a:pt x="423378" y="192078"/>
                  <a:pt x="431524" y="192078"/>
                </a:cubicBezTo>
                <a:cubicBezTo>
                  <a:pt x="434031" y="192078"/>
                  <a:pt x="436303" y="191817"/>
                  <a:pt x="438340" y="191294"/>
                </a:cubicBezTo>
                <a:cubicBezTo>
                  <a:pt x="440376" y="190772"/>
                  <a:pt x="442178" y="190198"/>
                  <a:pt x="443745" y="189571"/>
                </a:cubicBezTo>
                <a:cubicBezTo>
                  <a:pt x="445311" y="188944"/>
                  <a:pt x="446643" y="188370"/>
                  <a:pt x="447740" y="187848"/>
                </a:cubicBezTo>
                <a:cubicBezTo>
                  <a:pt x="448837" y="187325"/>
                  <a:pt x="449803" y="187064"/>
                  <a:pt x="450638" y="187064"/>
                </a:cubicBezTo>
                <a:cubicBezTo>
                  <a:pt x="451160" y="187064"/>
                  <a:pt x="451631" y="187169"/>
                  <a:pt x="452048" y="187378"/>
                </a:cubicBezTo>
                <a:cubicBezTo>
                  <a:pt x="452466" y="187586"/>
                  <a:pt x="452806" y="187978"/>
                  <a:pt x="453067" y="188553"/>
                </a:cubicBezTo>
                <a:cubicBezTo>
                  <a:pt x="453328" y="189127"/>
                  <a:pt x="453537" y="189858"/>
                  <a:pt x="453693" y="190746"/>
                </a:cubicBezTo>
                <a:cubicBezTo>
                  <a:pt x="453850" y="191634"/>
                  <a:pt x="453928" y="192757"/>
                  <a:pt x="453928" y="194114"/>
                </a:cubicBezTo>
                <a:close/>
                <a:moveTo>
                  <a:pt x="618483" y="129488"/>
                </a:moveTo>
                <a:cubicBezTo>
                  <a:pt x="618483" y="141614"/>
                  <a:pt x="617151" y="152538"/>
                  <a:pt x="614488" y="162261"/>
                </a:cubicBezTo>
                <a:cubicBezTo>
                  <a:pt x="611824" y="171985"/>
                  <a:pt x="607908" y="180246"/>
                  <a:pt x="602738" y="187045"/>
                </a:cubicBezTo>
                <a:cubicBezTo>
                  <a:pt x="597567" y="193840"/>
                  <a:pt x="591170" y="199094"/>
                  <a:pt x="583545" y="202805"/>
                </a:cubicBezTo>
                <a:cubicBezTo>
                  <a:pt x="575921" y="206516"/>
                  <a:pt x="567200" y="208371"/>
                  <a:pt x="557382" y="208371"/>
                </a:cubicBezTo>
                <a:cubicBezTo>
                  <a:pt x="553204" y="208371"/>
                  <a:pt x="549287" y="207926"/>
                  <a:pt x="545631" y="207035"/>
                </a:cubicBezTo>
                <a:cubicBezTo>
                  <a:pt x="541976" y="206147"/>
                  <a:pt x="538398" y="204763"/>
                  <a:pt x="534899" y="202883"/>
                </a:cubicBezTo>
                <a:cubicBezTo>
                  <a:pt x="531400" y="201000"/>
                  <a:pt x="527901" y="198646"/>
                  <a:pt x="524402" y="195823"/>
                </a:cubicBezTo>
                <a:cubicBezTo>
                  <a:pt x="520904" y="193000"/>
                  <a:pt x="517222" y="189602"/>
                  <a:pt x="513357" y="185630"/>
                </a:cubicBezTo>
                <a:lnTo>
                  <a:pt x="513357" y="258819"/>
                </a:lnTo>
                <a:cubicBezTo>
                  <a:pt x="513357" y="259446"/>
                  <a:pt x="513201" y="260020"/>
                  <a:pt x="512887" y="260542"/>
                </a:cubicBezTo>
                <a:cubicBezTo>
                  <a:pt x="512574" y="261065"/>
                  <a:pt x="512078" y="261509"/>
                  <a:pt x="511399" y="261874"/>
                </a:cubicBezTo>
                <a:cubicBezTo>
                  <a:pt x="510720" y="262240"/>
                  <a:pt x="509780" y="262501"/>
                  <a:pt x="508579" y="262658"/>
                </a:cubicBezTo>
                <a:cubicBezTo>
                  <a:pt x="507378" y="262814"/>
                  <a:pt x="505837" y="262893"/>
                  <a:pt x="503957" y="262893"/>
                </a:cubicBezTo>
                <a:cubicBezTo>
                  <a:pt x="502181" y="262893"/>
                  <a:pt x="500693" y="262814"/>
                  <a:pt x="499492" y="262658"/>
                </a:cubicBezTo>
                <a:cubicBezTo>
                  <a:pt x="498291" y="262501"/>
                  <a:pt x="497325" y="262240"/>
                  <a:pt x="496594" y="261874"/>
                </a:cubicBezTo>
                <a:cubicBezTo>
                  <a:pt x="495862" y="261509"/>
                  <a:pt x="495366" y="261063"/>
                  <a:pt x="495105" y="260538"/>
                </a:cubicBezTo>
                <a:cubicBezTo>
                  <a:pt x="494844" y="260015"/>
                  <a:pt x="494713" y="259441"/>
                  <a:pt x="494713" y="258814"/>
                </a:cubicBezTo>
                <a:lnTo>
                  <a:pt x="494713" y="60480"/>
                </a:lnTo>
                <a:cubicBezTo>
                  <a:pt x="494713" y="59748"/>
                  <a:pt x="494844" y="59122"/>
                  <a:pt x="495105" y="58600"/>
                </a:cubicBezTo>
                <a:cubicBezTo>
                  <a:pt x="495366" y="58074"/>
                  <a:pt x="495836" y="57655"/>
                  <a:pt x="496515" y="57341"/>
                </a:cubicBezTo>
                <a:cubicBezTo>
                  <a:pt x="497194" y="57028"/>
                  <a:pt x="498082" y="56793"/>
                  <a:pt x="499179" y="56636"/>
                </a:cubicBezTo>
                <a:cubicBezTo>
                  <a:pt x="500275" y="56480"/>
                  <a:pt x="501607" y="56401"/>
                  <a:pt x="503174" y="56401"/>
                </a:cubicBezTo>
                <a:cubicBezTo>
                  <a:pt x="504740" y="56401"/>
                  <a:pt x="506046" y="56481"/>
                  <a:pt x="507090" y="56641"/>
                </a:cubicBezTo>
                <a:cubicBezTo>
                  <a:pt x="508135" y="56798"/>
                  <a:pt x="509023" y="57034"/>
                  <a:pt x="509754" y="57351"/>
                </a:cubicBezTo>
                <a:cubicBezTo>
                  <a:pt x="510485" y="57664"/>
                  <a:pt x="511007" y="58084"/>
                  <a:pt x="511321" y="58609"/>
                </a:cubicBezTo>
                <a:cubicBezTo>
                  <a:pt x="511634" y="59135"/>
                  <a:pt x="511791" y="59766"/>
                  <a:pt x="511791" y="60504"/>
                </a:cubicBezTo>
                <a:lnTo>
                  <a:pt x="511791" y="81180"/>
                </a:lnTo>
                <a:cubicBezTo>
                  <a:pt x="516177" y="76685"/>
                  <a:pt x="520355" y="72791"/>
                  <a:pt x="524324" y="69498"/>
                </a:cubicBezTo>
                <a:cubicBezTo>
                  <a:pt x="528293" y="66205"/>
                  <a:pt x="532262" y="63461"/>
                  <a:pt x="536231" y="61268"/>
                </a:cubicBezTo>
                <a:cubicBezTo>
                  <a:pt x="540200" y="59071"/>
                  <a:pt x="544273" y="57451"/>
                  <a:pt x="548451" y="56406"/>
                </a:cubicBezTo>
                <a:cubicBezTo>
                  <a:pt x="552629" y="55358"/>
                  <a:pt x="557068" y="54835"/>
                  <a:pt x="561768" y="54835"/>
                </a:cubicBezTo>
                <a:cubicBezTo>
                  <a:pt x="572004" y="54835"/>
                  <a:pt x="580725" y="56795"/>
                  <a:pt x="587932" y="60715"/>
                </a:cubicBezTo>
                <a:cubicBezTo>
                  <a:pt x="595139" y="64635"/>
                  <a:pt x="601014" y="69994"/>
                  <a:pt x="605558" y="76793"/>
                </a:cubicBezTo>
                <a:cubicBezTo>
                  <a:pt x="610101" y="83588"/>
                  <a:pt x="613391" y="91508"/>
                  <a:pt x="615428" y="100553"/>
                </a:cubicBezTo>
                <a:cubicBezTo>
                  <a:pt x="617465" y="109594"/>
                  <a:pt x="618483" y="119239"/>
                  <a:pt x="618483" y="129488"/>
                </a:cubicBezTo>
                <a:moveTo>
                  <a:pt x="598899" y="132465"/>
                </a:moveTo>
                <a:cubicBezTo>
                  <a:pt x="598899" y="124517"/>
                  <a:pt x="598272" y="116856"/>
                  <a:pt x="597019" y="109483"/>
                </a:cubicBezTo>
                <a:cubicBezTo>
                  <a:pt x="595766" y="102110"/>
                  <a:pt x="593651" y="95548"/>
                  <a:pt x="590674" y="89796"/>
                </a:cubicBezTo>
                <a:cubicBezTo>
                  <a:pt x="587697" y="84045"/>
                  <a:pt x="583728" y="79445"/>
                  <a:pt x="578767" y="75995"/>
                </a:cubicBezTo>
                <a:cubicBezTo>
                  <a:pt x="573806" y="72542"/>
                  <a:pt x="567565" y="70815"/>
                  <a:pt x="560045" y="70815"/>
                </a:cubicBezTo>
                <a:cubicBezTo>
                  <a:pt x="556285" y="70815"/>
                  <a:pt x="552603" y="71339"/>
                  <a:pt x="549000" y="72387"/>
                </a:cubicBezTo>
                <a:cubicBezTo>
                  <a:pt x="545396" y="73431"/>
                  <a:pt x="541715" y="75156"/>
                  <a:pt x="537954" y="77562"/>
                </a:cubicBezTo>
                <a:cubicBezTo>
                  <a:pt x="534194" y="79967"/>
                  <a:pt x="530278" y="83079"/>
                  <a:pt x="526204" y="86898"/>
                </a:cubicBezTo>
                <a:cubicBezTo>
                  <a:pt x="522131" y="90717"/>
                  <a:pt x="517848" y="95451"/>
                  <a:pt x="513357" y="101101"/>
                </a:cubicBezTo>
                <a:lnTo>
                  <a:pt x="513357" y="162893"/>
                </a:lnTo>
                <a:cubicBezTo>
                  <a:pt x="521191" y="172411"/>
                  <a:pt x="528685" y="179707"/>
                  <a:pt x="535839" y="184783"/>
                </a:cubicBezTo>
                <a:cubicBezTo>
                  <a:pt x="542994" y="189855"/>
                  <a:pt x="550488" y="192391"/>
                  <a:pt x="558322" y="192391"/>
                </a:cubicBezTo>
                <a:cubicBezTo>
                  <a:pt x="565528" y="192391"/>
                  <a:pt x="571717" y="190640"/>
                  <a:pt x="576887" y="187138"/>
                </a:cubicBezTo>
                <a:cubicBezTo>
                  <a:pt x="582057" y="183632"/>
                  <a:pt x="586261" y="179030"/>
                  <a:pt x="589499" y="173331"/>
                </a:cubicBezTo>
                <a:cubicBezTo>
                  <a:pt x="592737" y="167632"/>
                  <a:pt x="595113" y="161201"/>
                  <a:pt x="596627" y="154036"/>
                </a:cubicBezTo>
                <a:cubicBezTo>
                  <a:pt x="598142" y="146872"/>
                  <a:pt x="598899" y="139681"/>
                  <a:pt x="598899" y="132465"/>
                </a:cubicBezTo>
                <a:close/>
                <a:moveTo>
                  <a:pt x="774967" y="202413"/>
                </a:moveTo>
                <a:cubicBezTo>
                  <a:pt x="774967" y="203040"/>
                  <a:pt x="774837" y="203616"/>
                  <a:pt x="774576" y="204141"/>
                </a:cubicBezTo>
                <a:cubicBezTo>
                  <a:pt x="774315" y="204663"/>
                  <a:pt x="773819" y="205081"/>
                  <a:pt x="773087" y="205395"/>
                </a:cubicBezTo>
                <a:cubicBezTo>
                  <a:pt x="772356" y="205708"/>
                  <a:pt x="771416" y="205969"/>
                  <a:pt x="770267" y="206178"/>
                </a:cubicBezTo>
                <a:cubicBezTo>
                  <a:pt x="769118" y="206387"/>
                  <a:pt x="767708" y="206491"/>
                  <a:pt x="766037" y="206491"/>
                </a:cubicBezTo>
                <a:cubicBezTo>
                  <a:pt x="764157" y="206491"/>
                  <a:pt x="762643" y="206387"/>
                  <a:pt x="761494" y="206178"/>
                </a:cubicBezTo>
                <a:cubicBezTo>
                  <a:pt x="760345" y="205969"/>
                  <a:pt x="759457" y="205708"/>
                  <a:pt x="758830" y="205395"/>
                </a:cubicBezTo>
                <a:cubicBezTo>
                  <a:pt x="758204" y="205081"/>
                  <a:pt x="757760" y="204663"/>
                  <a:pt x="757499" y="204141"/>
                </a:cubicBezTo>
                <a:cubicBezTo>
                  <a:pt x="757238" y="203616"/>
                  <a:pt x="757107" y="203040"/>
                  <a:pt x="757107" y="202413"/>
                </a:cubicBezTo>
                <a:lnTo>
                  <a:pt x="757107" y="182340"/>
                </a:lnTo>
                <a:cubicBezTo>
                  <a:pt x="748960" y="191492"/>
                  <a:pt x="740996" y="198119"/>
                  <a:pt x="733215" y="202222"/>
                </a:cubicBezTo>
                <a:cubicBezTo>
                  <a:pt x="725434" y="206322"/>
                  <a:pt x="717678" y="208371"/>
                  <a:pt x="709949" y="208371"/>
                </a:cubicBezTo>
                <a:cubicBezTo>
                  <a:pt x="700654" y="208371"/>
                  <a:pt x="692820" y="206801"/>
                  <a:pt x="686449" y="203661"/>
                </a:cubicBezTo>
                <a:cubicBezTo>
                  <a:pt x="680078" y="200521"/>
                  <a:pt x="674934" y="196257"/>
                  <a:pt x="671017" y="190868"/>
                </a:cubicBezTo>
                <a:cubicBezTo>
                  <a:pt x="667100" y="185476"/>
                  <a:pt x="664280" y="179223"/>
                  <a:pt x="662557" y="172107"/>
                </a:cubicBezTo>
                <a:cubicBezTo>
                  <a:pt x="660833" y="164988"/>
                  <a:pt x="659972" y="156406"/>
                  <a:pt x="659972" y="146359"/>
                </a:cubicBezTo>
                <a:lnTo>
                  <a:pt x="659972" y="60484"/>
                </a:lnTo>
                <a:cubicBezTo>
                  <a:pt x="659972" y="59855"/>
                  <a:pt x="660102" y="59278"/>
                  <a:pt x="660363" y="58756"/>
                </a:cubicBezTo>
                <a:cubicBezTo>
                  <a:pt x="660624" y="58234"/>
                  <a:pt x="661120" y="57790"/>
                  <a:pt x="661852" y="57425"/>
                </a:cubicBezTo>
                <a:cubicBezTo>
                  <a:pt x="662583" y="57056"/>
                  <a:pt x="663549" y="56793"/>
                  <a:pt x="664750" y="56636"/>
                </a:cubicBezTo>
                <a:cubicBezTo>
                  <a:pt x="665951" y="56480"/>
                  <a:pt x="667439" y="56401"/>
                  <a:pt x="669215" y="56401"/>
                </a:cubicBezTo>
                <a:cubicBezTo>
                  <a:pt x="671095" y="56401"/>
                  <a:pt x="672636" y="56480"/>
                  <a:pt x="673837" y="56636"/>
                </a:cubicBezTo>
                <a:cubicBezTo>
                  <a:pt x="675038" y="56793"/>
                  <a:pt x="675978" y="57056"/>
                  <a:pt x="676657" y="57425"/>
                </a:cubicBezTo>
                <a:cubicBezTo>
                  <a:pt x="677336" y="57790"/>
                  <a:pt x="677832" y="58234"/>
                  <a:pt x="678145" y="58756"/>
                </a:cubicBezTo>
                <a:cubicBezTo>
                  <a:pt x="678459" y="59278"/>
                  <a:pt x="678615" y="59855"/>
                  <a:pt x="678615" y="60484"/>
                </a:cubicBezTo>
                <a:lnTo>
                  <a:pt x="678615" y="144651"/>
                </a:lnTo>
                <a:cubicBezTo>
                  <a:pt x="678615" y="153447"/>
                  <a:pt x="679294" y="160620"/>
                  <a:pt x="680652" y="166168"/>
                </a:cubicBezTo>
                <a:cubicBezTo>
                  <a:pt x="682010" y="171714"/>
                  <a:pt x="684047" y="176450"/>
                  <a:pt x="686762" y="180376"/>
                </a:cubicBezTo>
                <a:cubicBezTo>
                  <a:pt x="689478" y="184303"/>
                  <a:pt x="692951" y="187340"/>
                  <a:pt x="697181" y="189488"/>
                </a:cubicBezTo>
                <a:cubicBezTo>
                  <a:pt x="701411" y="191632"/>
                  <a:pt x="706346" y="192704"/>
                  <a:pt x="711986" y="192704"/>
                </a:cubicBezTo>
                <a:cubicBezTo>
                  <a:pt x="719193" y="192704"/>
                  <a:pt x="726374" y="190129"/>
                  <a:pt x="733528" y="184979"/>
                </a:cubicBezTo>
                <a:cubicBezTo>
                  <a:pt x="740683" y="179825"/>
                  <a:pt x="748281" y="172254"/>
                  <a:pt x="756324" y="162266"/>
                </a:cubicBezTo>
                <a:lnTo>
                  <a:pt x="756324" y="60480"/>
                </a:lnTo>
                <a:cubicBezTo>
                  <a:pt x="756324" y="59853"/>
                  <a:pt x="756454" y="59278"/>
                  <a:pt x="756715" y="58756"/>
                </a:cubicBezTo>
                <a:cubicBezTo>
                  <a:pt x="756976" y="58231"/>
                  <a:pt x="757473" y="57785"/>
                  <a:pt x="758204" y="57420"/>
                </a:cubicBezTo>
                <a:cubicBezTo>
                  <a:pt x="758935" y="57054"/>
                  <a:pt x="759901" y="56793"/>
                  <a:pt x="761102" y="56636"/>
                </a:cubicBezTo>
                <a:cubicBezTo>
                  <a:pt x="762303" y="56480"/>
                  <a:pt x="763844" y="56401"/>
                  <a:pt x="765724" y="56401"/>
                </a:cubicBezTo>
                <a:cubicBezTo>
                  <a:pt x="767499" y="56401"/>
                  <a:pt x="768988" y="56480"/>
                  <a:pt x="770189" y="56636"/>
                </a:cubicBezTo>
                <a:cubicBezTo>
                  <a:pt x="771390" y="56793"/>
                  <a:pt x="772330" y="57054"/>
                  <a:pt x="773009" y="57420"/>
                </a:cubicBezTo>
                <a:cubicBezTo>
                  <a:pt x="773688" y="57785"/>
                  <a:pt x="774184" y="58231"/>
                  <a:pt x="774497" y="58756"/>
                </a:cubicBezTo>
                <a:cubicBezTo>
                  <a:pt x="774811" y="59278"/>
                  <a:pt x="774967" y="59853"/>
                  <a:pt x="774967" y="60480"/>
                </a:cubicBezTo>
                <a:lnTo>
                  <a:pt x="774967" y="202413"/>
                </a:lnTo>
                <a:close/>
                <a:moveTo>
                  <a:pt x="894792" y="194114"/>
                </a:moveTo>
                <a:cubicBezTo>
                  <a:pt x="894792" y="196308"/>
                  <a:pt x="894609" y="198083"/>
                  <a:pt x="894244" y="199441"/>
                </a:cubicBezTo>
                <a:cubicBezTo>
                  <a:pt x="893878" y="200799"/>
                  <a:pt x="893304" y="201870"/>
                  <a:pt x="892520" y="202653"/>
                </a:cubicBezTo>
                <a:cubicBezTo>
                  <a:pt x="891737" y="203436"/>
                  <a:pt x="890588" y="204167"/>
                  <a:pt x="889074" y="204846"/>
                </a:cubicBezTo>
                <a:cubicBezTo>
                  <a:pt x="887559" y="205525"/>
                  <a:pt x="885810" y="206100"/>
                  <a:pt x="883825" y="206570"/>
                </a:cubicBezTo>
                <a:cubicBezTo>
                  <a:pt x="881841" y="207040"/>
                  <a:pt x="879752" y="207405"/>
                  <a:pt x="877558" y="207666"/>
                </a:cubicBezTo>
                <a:cubicBezTo>
                  <a:pt x="875365" y="207927"/>
                  <a:pt x="873224" y="208058"/>
                  <a:pt x="871135" y="208058"/>
                </a:cubicBezTo>
                <a:cubicBezTo>
                  <a:pt x="864137" y="208058"/>
                  <a:pt x="858183" y="207118"/>
                  <a:pt x="853274" y="205238"/>
                </a:cubicBezTo>
                <a:cubicBezTo>
                  <a:pt x="848365" y="203358"/>
                  <a:pt x="844344" y="200512"/>
                  <a:pt x="841211" y="196699"/>
                </a:cubicBezTo>
                <a:cubicBezTo>
                  <a:pt x="838077" y="192887"/>
                  <a:pt x="835806" y="188056"/>
                  <a:pt x="834396" y="182207"/>
                </a:cubicBezTo>
                <a:cubicBezTo>
                  <a:pt x="832986" y="176358"/>
                  <a:pt x="832281" y="169465"/>
                  <a:pt x="832281" y="161527"/>
                </a:cubicBezTo>
                <a:lnTo>
                  <a:pt x="832281" y="73322"/>
                </a:lnTo>
                <a:lnTo>
                  <a:pt x="811130" y="73322"/>
                </a:lnTo>
                <a:cubicBezTo>
                  <a:pt x="809668" y="73322"/>
                  <a:pt x="808519" y="72662"/>
                  <a:pt x="807683" y="71344"/>
                </a:cubicBezTo>
                <a:cubicBezTo>
                  <a:pt x="806848" y="70025"/>
                  <a:pt x="806430" y="68047"/>
                  <a:pt x="806430" y="65410"/>
                </a:cubicBezTo>
                <a:cubicBezTo>
                  <a:pt x="806430" y="64039"/>
                  <a:pt x="806534" y="62852"/>
                  <a:pt x="806743" y="61850"/>
                </a:cubicBezTo>
                <a:cubicBezTo>
                  <a:pt x="806952" y="60848"/>
                  <a:pt x="807266" y="60005"/>
                  <a:pt x="807683" y="59319"/>
                </a:cubicBezTo>
                <a:cubicBezTo>
                  <a:pt x="808101" y="58634"/>
                  <a:pt x="808597" y="58133"/>
                  <a:pt x="809172" y="57816"/>
                </a:cubicBezTo>
                <a:cubicBezTo>
                  <a:pt x="809746" y="57500"/>
                  <a:pt x="810399" y="57341"/>
                  <a:pt x="811130" y="57341"/>
                </a:cubicBezTo>
                <a:lnTo>
                  <a:pt x="832281" y="57341"/>
                </a:lnTo>
                <a:lnTo>
                  <a:pt x="832281" y="22561"/>
                </a:lnTo>
                <a:cubicBezTo>
                  <a:pt x="832281" y="21934"/>
                  <a:pt x="832411" y="21359"/>
                  <a:pt x="832672" y="20837"/>
                </a:cubicBezTo>
                <a:cubicBezTo>
                  <a:pt x="832933" y="20315"/>
                  <a:pt x="833430" y="19871"/>
                  <a:pt x="834161" y="19505"/>
                </a:cubicBezTo>
                <a:cubicBezTo>
                  <a:pt x="834892" y="19140"/>
                  <a:pt x="835858" y="18879"/>
                  <a:pt x="837059" y="18722"/>
                </a:cubicBezTo>
                <a:cubicBezTo>
                  <a:pt x="838260" y="18565"/>
                  <a:pt x="839749" y="18487"/>
                  <a:pt x="841524" y="18487"/>
                </a:cubicBezTo>
                <a:cubicBezTo>
                  <a:pt x="843404" y="18487"/>
                  <a:pt x="844945" y="18565"/>
                  <a:pt x="846146" y="18722"/>
                </a:cubicBezTo>
                <a:cubicBezTo>
                  <a:pt x="847347" y="18879"/>
                  <a:pt x="848287" y="19140"/>
                  <a:pt x="848966" y="19505"/>
                </a:cubicBezTo>
                <a:cubicBezTo>
                  <a:pt x="849645" y="19871"/>
                  <a:pt x="850141" y="20315"/>
                  <a:pt x="850454" y="20837"/>
                </a:cubicBezTo>
                <a:cubicBezTo>
                  <a:pt x="850768" y="21359"/>
                  <a:pt x="850924" y="21934"/>
                  <a:pt x="850924" y="22561"/>
                </a:cubicBezTo>
                <a:lnTo>
                  <a:pt x="850924" y="57341"/>
                </a:lnTo>
                <a:lnTo>
                  <a:pt x="890092" y="57341"/>
                </a:lnTo>
                <a:cubicBezTo>
                  <a:pt x="890823" y="57341"/>
                  <a:pt x="891476" y="57500"/>
                  <a:pt x="892050" y="57816"/>
                </a:cubicBezTo>
                <a:cubicBezTo>
                  <a:pt x="892625" y="58133"/>
                  <a:pt x="893121" y="58634"/>
                  <a:pt x="893539" y="59319"/>
                </a:cubicBezTo>
                <a:cubicBezTo>
                  <a:pt x="893956" y="60005"/>
                  <a:pt x="894270" y="60848"/>
                  <a:pt x="894479" y="61850"/>
                </a:cubicBezTo>
                <a:cubicBezTo>
                  <a:pt x="894688" y="62852"/>
                  <a:pt x="894792" y="64039"/>
                  <a:pt x="894792" y="65410"/>
                </a:cubicBezTo>
                <a:cubicBezTo>
                  <a:pt x="894792" y="68047"/>
                  <a:pt x="894348" y="70025"/>
                  <a:pt x="893460" y="71344"/>
                </a:cubicBezTo>
                <a:cubicBezTo>
                  <a:pt x="892573" y="72662"/>
                  <a:pt x="891450" y="73322"/>
                  <a:pt x="890092" y="73322"/>
                </a:cubicBezTo>
                <a:lnTo>
                  <a:pt x="850924" y="73322"/>
                </a:lnTo>
                <a:lnTo>
                  <a:pt x="850924" y="159020"/>
                </a:lnTo>
                <a:cubicBezTo>
                  <a:pt x="850924" y="169778"/>
                  <a:pt x="852465" y="177977"/>
                  <a:pt x="855546" y="183617"/>
                </a:cubicBezTo>
                <a:cubicBezTo>
                  <a:pt x="858627" y="189258"/>
                  <a:pt x="864241" y="192078"/>
                  <a:pt x="872388" y="192078"/>
                </a:cubicBezTo>
                <a:cubicBezTo>
                  <a:pt x="874895" y="192078"/>
                  <a:pt x="877167" y="191817"/>
                  <a:pt x="879203" y="191294"/>
                </a:cubicBezTo>
                <a:cubicBezTo>
                  <a:pt x="881240" y="190772"/>
                  <a:pt x="883042" y="190198"/>
                  <a:pt x="884608" y="189571"/>
                </a:cubicBezTo>
                <a:cubicBezTo>
                  <a:pt x="886175" y="188944"/>
                  <a:pt x="887507" y="188370"/>
                  <a:pt x="888604" y="187848"/>
                </a:cubicBezTo>
                <a:cubicBezTo>
                  <a:pt x="889700" y="187325"/>
                  <a:pt x="890666" y="187064"/>
                  <a:pt x="891502" y="187064"/>
                </a:cubicBezTo>
                <a:cubicBezTo>
                  <a:pt x="892024" y="187064"/>
                  <a:pt x="892494" y="187169"/>
                  <a:pt x="892912" y="187378"/>
                </a:cubicBezTo>
                <a:cubicBezTo>
                  <a:pt x="893330" y="187586"/>
                  <a:pt x="893669" y="187978"/>
                  <a:pt x="893930" y="188553"/>
                </a:cubicBezTo>
                <a:cubicBezTo>
                  <a:pt x="894191" y="189127"/>
                  <a:pt x="894400" y="189858"/>
                  <a:pt x="894557" y="190746"/>
                </a:cubicBezTo>
                <a:cubicBezTo>
                  <a:pt x="894714" y="191634"/>
                  <a:pt x="894792" y="192757"/>
                  <a:pt x="894792" y="1941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𝑔(𝑠">
            <a:extLst xmlns:a="http://schemas.openxmlformats.org/drawingml/2006/main">
              <a:ext uri="{FF2B5EF4-FFF2-40B4-BE49-F238E27FC236}">
                <a16:creationId xmlns:a16="http://schemas.microsoft.com/office/drawing/2014/main" id="{654019A5-EAB4-45C8-84E7-D9D738E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790" y="4671069"/>
            <a:ext cx="431227" cy="276730"/>
          </a:xfrm>
          <a:custGeom xmlns:a="http://schemas.openxmlformats.org/drawingml/2006/main">
            <a:pathLst>
              <a:path w="431227" h="276730">
                <a:moveTo>
                  <a:pt x="31364" y="223339"/>
                </a:moveTo>
                <a:cubicBezTo>
                  <a:pt x="29516" y="225576"/>
                  <a:pt x="27960" y="227788"/>
                  <a:pt x="26696" y="229976"/>
                </a:cubicBezTo>
                <a:cubicBezTo>
                  <a:pt x="25431" y="232164"/>
                  <a:pt x="24532" y="234280"/>
                  <a:pt x="23997" y="236322"/>
                </a:cubicBezTo>
                <a:cubicBezTo>
                  <a:pt x="23462" y="238364"/>
                  <a:pt x="23195" y="240796"/>
                  <a:pt x="23195" y="243616"/>
                </a:cubicBezTo>
                <a:cubicBezTo>
                  <a:pt x="23195" y="250910"/>
                  <a:pt x="25820" y="256234"/>
                  <a:pt x="31072" y="259589"/>
                </a:cubicBezTo>
                <a:cubicBezTo>
                  <a:pt x="36324" y="262945"/>
                  <a:pt x="44250" y="264622"/>
                  <a:pt x="54850" y="264622"/>
                </a:cubicBezTo>
                <a:cubicBezTo>
                  <a:pt x="66812" y="264622"/>
                  <a:pt x="76416" y="261923"/>
                  <a:pt x="83661" y="256526"/>
                </a:cubicBezTo>
                <a:cubicBezTo>
                  <a:pt x="90906" y="251129"/>
                  <a:pt x="97106" y="242449"/>
                  <a:pt x="102260" y="230487"/>
                </a:cubicBezTo>
                <a:cubicBezTo>
                  <a:pt x="107415" y="218525"/>
                  <a:pt x="112423" y="200436"/>
                  <a:pt x="117286" y="176220"/>
                </a:cubicBezTo>
                <a:lnTo>
                  <a:pt x="115243" y="175783"/>
                </a:lnTo>
                <a:cubicBezTo>
                  <a:pt x="105810" y="188717"/>
                  <a:pt x="97057" y="198151"/>
                  <a:pt x="88985" y="204083"/>
                </a:cubicBezTo>
                <a:cubicBezTo>
                  <a:pt x="80914" y="210015"/>
                  <a:pt x="72209" y="212981"/>
                  <a:pt x="62873" y="212981"/>
                </a:cubicBezTo>
                <a:cubicBezTo>
                  <a:pt x="52273" y="212981"/>
                  <a:pt x="44031" y="208994"/>
                  <a:pt x="38147" y="201020"/>
                </a:cubicBezTo>
                <a:cubicBezTo>
                  <a:pt x="32263" y="193045"/>
                  <a:pt x="29321" y="181666"/>
                  <a:pt x="29321" y="166884"/>
                </a:cubicBezTo>
                <a:cubicBezTo>
                  <a:pt x="29321" y="150254"/>
                  <a:pt x="32579" y="134280"/>
                  <a:pt x="39095" y="118963"/>
                </a:cubicBezTo>
                <a:cubicBezTo>
                  <a:pt x="45611" y="103646"/>
                  <a:pt x="54656" y="91465"/>
                  <a:pt x="66228" y="82421"/>
                </a:cubicBezTo>
                <a:cubicBezTo>
                  <a:pt x="77801" y="73376"/>
                  <a:pt x="90687" y="68854"/>
                  <a:pt x="104886" y="68854"/>
                </a:cubicBezTo>
                <a:cubicBezTo>
                  <a:pt x="111013" y="68854"/>
                  <a:pt x="116799" y="69584"/>
                  <a:pt x="122246" y="71042"/>
                </a:cubicBezTo>
                <a:cubicBezTo>
                  <a:pt x="127692" y="72501"/>
                  <a:pt x="133186" y="74981"/>
                  <a:pt x="138730" y="78482"/>
                </a:cubicBezTo>
                <a:lnTo>
                  <a:pt x="152150" y="68854"/>
                </a:lnTo>
                <a:lnTo>
                  <a:pt x="161487" y="71188"/>
                </a:lnTo>
                <a:lnTo>
                  <a:pt x="146461" y="139167"/>
                </a:lnTo>
                <a:cubicBezTo>
                  <a:pt x="145391" y="143933"/>
                  <a:pt x="142960" y="155943"/>
                  <a:pt x="139167" y="175199"/>
                </a:cubicBezTo>
                <a:cubicBezTo>
                  <a:pt x="135180" y="195622"/>
                  <a:pt x="131946" y="210064"/>
                  <a:pt x="129466" y="218525"/>
                </a:cubicBezTo>
                <a:cubicBezTo>
                  <a:pt x="126987" y="226986"/>
                  <a:pt x="123899" y="234693"/>
                  <a:pt x="120203" y="241646"/>
                </a:cubicBezTo>
                <a:cubicBezTo>
                  <a:pt x="116508" y="248600"/>
                  <a:pt x="111742" y="254654"/>
                  <a:pt x="105907" y="259808"/>
                </a:cubicBezTo>
                <a:cubicBezTo>
                  <a:pt x="100072" y="264963"/>
                  <a:pt x="92997" y="268950"/>
                  <a:pt x="84682" y="271770"/>
                </a:cubicBezTo>
                <a:cubicBezTo>
                  <a:pt x="76367" y="274591"/>
                  <a:pt x="66520" y="276001"/>
                  <a:pt x="55142" y="276001"/>
                </a:cubicBezTo>
                <a:cubicBezTo>
                  <a:pt x="18381" y="276001"/>
                  <a:pt x="0" y="265303"/>
                  <a:pt x="0" y="243908"/>
                </a:cubicBezTo>
                <a:cubicBezTo>
                  <a:pt x="0" y="238461"/>
                  <a:pt x="1653" y="233502"/>
                  <a:pt x="4960" y="229028"/>
                </a:cubicBezTo>
                <a:cubicBezTo>
                  <a:pt x="8266" y="224554"/>
                  <a:pt x="13567" y="219838"/>
                  <a:pt x="20861" y="214878"/>
                </a:cubicBezTo>
                <a:lnTo>
                  <a:pt x="31364" y="223339"/>
                </a:lnTo>
                <a:moveTo>
                  <a:pt x="73231" y="195768"/>
                </a:moveTo>
                <a:cubicBezTo>
                  <a:pt x="78190" y="195768"/>
                  <a:pt x="83126" y="194066"/>
                  <a:pt x="88037" y="190662"/>
                </a:cubicBezTo>
                <a:cubicBezTo>
                  <a:pt x="92948" y="187258"/>
                  <a:pt x="98200" y="181861"/>
                  <a:pt x="103792" y="174470"/>
                </a:cubicBezTo>
                <a:cubicBezTo>
                  <a:pt x="109384" y="167079"/>
                  <a:pt x="113736" y="160028"/>
                  <a:pt x="116848" y="153317"/>
                </a:cubicBezTo>
                <a:cubicBezTo>
                  <a:pt x="119960" y="146607"/>
                  <a:pt x="122610" y="138243"/>
                  <a:pt x="124798" y="128227"/>
                </a:cubicBezTo>
                <a:cubicBezTo>
                  <a:pt x="126987" y="118210"/>
                  <a:pt x="128081" y="109506"/>
                  <a:pt x="128081" y="102114"/>
                </a:cubicBezTo>
                <a:cubicBezTo>
                  <a:pt x="128081" y="94529"/>
                  <a:pt x="126476" y="89010"/>
                  <a:pt x="123267" y="85557"/>
                </a:cubicBezTo>
                <a:cubicBezTo>
                  <a:pt x="120057" y="82105"/>
                  <a:pt x="114709" y="80379"/>
                  <a:pt x="107220" y="80379"/>
                </a:cubicBezTo>
                <a:cubicBezTo>
                  <a:pt x="97300" y="80379"/>
                  <a:pt x="88402" y="84390"/>
                  <a:pt x="80525" y="92414"/>
                </a:cubicBezTo>
                <a:cubicBezTo>
                  <a:pt x="72647" y="100437"/>
                  <a:pt x="66447" y="111256"/>
                  <a:pt x="61925" y="124871"/>
                </a:cubicBezTo>
                <a:cubicBezTo>
                  <a:pt x="57403" y="138487"/>
                  <a:pt x="55142" y="152053"/>
                  <a:pt x="55142" y="165571"/>
                </a:cubicBezTo>
                <a:cubicBezTo>
                  <a:pt x="55142" y="175685"/>
                  <a:pt x="56601" y="183247"/>
                  <a:pt x="59518" y="188255"/>
                </a:cubicBezTo>
                <a:cubicBezTo>
                  <a:pt x="62436" y="193264"/>
                  <a:pt x="67007" y="195768"/>
                  <a:pt x="73231" y="195768"/>
                </a:cubicBezTo>
                <a:close/>
                <a:moveTo>
                  <a:pt x="232783" y="136979"/>
                </a:moveTo>
                <a:cubicBezTo>
                  <a:pt x="232783" y="171017"/>
                  <a:pt x="238253" y="199074"/>
                  <a:pt x="249194" y="221151"/>
                </a:cubicBezTo>
                <a:cubicBezTo>
                  <a:pt x="260135" y="243227"/>
                  <a:pt x="276838" y="258009"/>
                  <a:pt x="299303" y="265497"/>
                </a:cubicBezTo>
                <a:lnTo>
                  <a:pt x="295802" y="276730"/>
                </a:lnTo>
                <a:cubicBezTo>
                  <a:pt x="267307" y="269242"/>
                  <a:pt x="245474" y="253122"/>
                  <a:pt x="230303" y="228372"/>
                </a:cubicBezTo>
                <a:cubicBezTo>
                  <a:pt x="215132" y="203621"/>
                  <a:pt x="207546" y="173643"/>
                  <a:pt x="207546" y="138438"/>
                </a:cubicBezTo>
                <a:cubicBezTo>
                  <a:pt x="207546" y="103330"/>
                  <a:pt x="215156" y="73352"/>
                  <a:pt x="230376" y="48504"/>
                </a:cubicBezTo>
                <a:cubicBezTo>
                  <a:pt x="245596" y="23656"/>
                  <a:pt x="267405" y="7488"/>
                  <a:pt x="295802" y="0"/>
                </a:cubicBezTo>
                <a:lnTo>
                  <a:pt x="299741" y="11233"/>
                </a:lnTo>
                <a:cubicBezTo>
                  <a:pt x="276984" y="18721"/>
                  <a:pt x="260135" y="33333"/>
                  <a:pt x="249194" y="55069"/>
                </a:cubicBezTo>
                <a:cubicBezTo>
                  <a:pt x="238253" y="76805"/>
                  <a:pt x="232783" y="104108"/>
                  <a:pt x="232783" y="136979"/>
                </a:cubicBezTo>
                <a:close/>
                <a:moveTo>
                  <a:pt x="412846" y="106782"/>
                </a:moveTo>
                <a:cubicBezTo>
                  <a:pt x="411777" y="98127"/>
                  <a:pt x="408932" y="91563"/>
                  <a:pt x="404313" y="87089"/>
                </a:cubicBezTo>
                <a:cubicBezTo>
                  <a:pt x="399693" y="82615"/>
                  <a:pt x="392424" y="80379"/>
                  <a:pt x="382504" y="80379"/>
                </a:cubicBezTo>
                <a:cubicBezTo>
                  <a:pt x="374821" y="80379"/>
                  <a:pt x="368597" y="82348"/>
                  <a:pt x="363832" y="86287"/>
                </a:cubicBezTo>
                <a:cubicBezTo>
                  <a:pt x="359066" y="90225"/>
                  <a:pt x="356684" y="95404"/>
                  <a:pt x="356684" y="101823"/>
                </a:cubicBezTo>
                <a:cubicBezTo>
                  <a:pt x="356684" y="105324"/>
                  <a:pt x="357291" y="108411"/>
                  <a:pt x="358507" y="111086"/>
                </a:cubicBezTo>
                <a:cubicBezTo>
                  <a:pt x="359723" y="113760"/>
                  <a:pt x="362178" y="116702"/>
                  <a:pt x="365874" y="119911"/>
                </a:cubicBezTo>
                <a:cubicBezTo>
                  <a:pt x="369569" y="123121"/>
                  <a:pt x="375307" y="127059"/>
                  <a:pt x="383087" y="131728"/>
                </a:cubicBezTo>
                <a:cubicBezTo>
                  <a:pt x="389214" y="135423"/>
                  <a:pt x="394125" y="138803"/>
                  <a:pt x="397821" y="141866"/>
                </a:cubicBezTo>
                <a:cubicBezTo>
                  <a:pt x="401517" y="144930"/>
                  <a:pt x="404434" y="147969"/>
                  <a:pt x="406574" y="150983"/>
                </a:cubicBezTo>
                <a:cubicBezTo>
                  <a:pt x="408713" y="153998"/>
                  <a:pt x="410269" y="157183"/>
                  <a:pt x="411242" y="160538"/>
                </a:cubicBezTo>
                <a:cubicBezTo>
                  <a:pt x="412214" y="163894"/>
                  <a:pt x="412701" y="167954"/>
                  <a:pt x="412701" y="172719"/>
                </a:cubicBezTo>
                <a:cubicBezTo>
                  <a:pt x="412701" y="181375"/>
                  <a:pt x="410391" y="188790"/>
                  <a:pt x="405771" y="194966"/>
                </a:cubicBezTo>
                <a:cubicBezTo>
                  <a:pt x="401152" y="201141"/>
                  <a:pt x="394879" y="205736"/>
                  <a:pt x="386953" y="208751"/>
                </a:cubicBezTo>
                <a:cubicBezTo>
                  <a:pt x="379027" y="211766"/>
                  <a:pt x="370007" y="213273"/>
                  <a:pt x="359893" y="213273"/>
                </a:cubicBezTo>
                <a:cubicBezTo>
                  <a:pt x="351821" y="213273"/>
                  <a:pt x="343895" y="212665"/>
                  <a:pt x="336115" y="211450"/>
                </a:cubicBezTo>
                <a:cubicBezTo>
                  <a:pt x="328335" y="210234"/>
                  <a:pt x="319679" y="208168"/>
                  <a:pt x="310149" y="205250"/>
                </a:cubicBezTo>
                <a:lnTo>
                  <a:pt x="317151" y="173449"/>
                </a:lnTo>
                <a:lnTo>
                  <a:pt x="328529" y="173449"/>
                </a:lnTo>
                <a:cubicBezTo>
                  <a:pt x="328918" y="182785"/>
                  <a:pt x="331544" y="189836"/>
                  <a:pt x="336407" y="194601"/>
                </a:cubicBezTo>
                <a:cubicBezTo>
                  <a:pt x="341269" y="199366"/>
                  <a:pt x="349001" y="201749"/>
                  <a:pt x="359601" y="201749"/>
                </a:cubicBezTo>
                <a:cubicBezTo>
                  <a:pt x="368840" y="201749"/>
                  <a:pt x="376061" y="199682"/>
                  <a:pt x="381264" y="195549"/>
                </a:cubicBezTo>
                <a:cubicBezTo>
                  <a:pt x="386467" y="191416"/>
                  <a:pt x="389068" y="185556"/>
                  <a:pt x="389068" y="177971"/>
                </a:cubicBezTo>
                <a:cubicBezTo>
                  <a:pt x="389068" y="173595"/>
                  <a:pt x="388339" y="169826"/>
                  <a:pt x="386880" y="166665"/>
                </a:cubicBezTo>
                <a:cubicBezTo>
                  <a:pt x="385421" y="163505"/>
                  <a:pt x="383039" y="160466"/>
                  <a:pt x="379732" y="157548"/>
                </a:cubicBezTo>
                <a:cubicBezTo>
                  <a:pt x="376426" y="154630"/>
                  <a:pt x="371174" y="150983"/>
                  <a:pt x="363977" y="146607"/>
                </a:cubicBezTo>
                <a:cubicBezTo>
                  <a:pt x="356392" y="142036"/>
                  <a:pt x="350484" y="137903"/>
                  <a:pt x="346253" y="134208"/>
                </a:cubicBezTo>
                <a:cubicBezTo>
                  <a:pt x="342023" y="130512"/>
                  <a:pt x="338838" y="126500"/>
                  <a:pt x="336698" y="122173"/>
                </a:cubicBezTo>
                <a:cubicBezTo>
                  <a:pt x="334559" y="117845"/>
                  <a:pt x="333489" y="112861"/>
                  <a:pt x="333489" y="107220"/>
                </a:cubicBezTo>
                <a:cubicBezTo>
                  <a:pt x="333489" y="99537"/>
                  <a:pt x="335556" y="92803"/>
                  <a:pt x="339689" y="87016"/>
                </a:cubicBezTo>
                <a:cubicBezTo>
                  <a:pt x="343822" y="81230"/>
                  <a:pt x="349730" y="76780"/>
                  <a:pt x="357413" y="73668"/>
                </a:cubicBezTo>
                <a:cubicBezTo>
                  <a:pt x="365096" y="70556"/>
                  <a:pt x="374043" y="69000"/>
                  <a:pt x="384254" y="69000"/>
                </a:cubicBezTo>
                <a:cubicBezTo>
                  <a:pt x="393299" y="69000"/>
                  <a:pt x="401541" y="69535"/>
                  <a:pt x="408981" y="70605"/>
                </a:cubicBezTo>
                <a:cubicBezTo>
                  <a:pt x="416420" y="71675"/>
                  <a:pt x="423836" y="73522"/>
                  <a:pt x="431227" y="76148"/>
                </a:cubicBezTo>
                <a:lnTo>
                  <a:pt x="424663" y="106782"/>
                </a:lnTo>
                <a:lnTo>
                  <a:pt x="412846" y="1067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𝑑">
            <a:extLst xmlns:a="http://schemas.openxmlformats.org/drawingml/2006/main">
              <a:ext uri="{FF2B5EF4-FFF2-40B4-BE49-F238E27FC236}">
                <a16:creationId xmlns:a16="http://schemas.microsoft.com/office/drawing/2014/main" id="{420539B7-4DCD-45EC-823C-359CD14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686" y="4794814"/>
            <a:ext cx="120120" cy="149259"/>
          </a:xfrm>
          <a:custGeom xmlns:a="http://schemas.openxmlformats.org/drawingml/2006/main">
            <a:pathLst>
              <a:path w="120120" h="149259">
                <a:moveTo>
                  <a:pt x="90225" y="110083"/>
                </a:moveTo>
                <a:cubicBezTo>
                  <a:pt x="89217" y="114328"/>
                  <a:pt x="88552" y="117709"/>
                  <a:pt x="88228" y="120228"/>
                </a:cubicBezTo>
                <a:cubicBezTo>
                  <a:pt x="87904" y="122746"/>
                  <a:pt x="87742" y="125012"/>
                  <a:pt x="87742" y="127027"/>
                </a:cubicBezTo>
                <a:cubicBezTo>
                  <a:pt x="87742" y="129761"/>
                  <a:pt x="88300" y="131740"/>
                  <a:pt x="89415" y="132963"/>
                </a:cubicBezTo>
                <a:cubicBezTo>
                  <a:pt x="90531" y="134186"/>
                  <a:pt x="92131" y="134798"/>
                  <a:pt x="94218" y="134798"/>
                </a:cubicBezTo>
                <a:cubicBezTo>
                  <a:pt x="95513" y="134798"/>
                  <a:pt x="96790" y="134546"/>
                  <a:pt x="98049" y="134042"/>
                </a:cubicBezTo>
                <a:cubicBezTo>
                  <a:pt x="99308" y="133538"/>
                  <a:pt x="100675" y="132747"/>
                  <a:pt x="102150" y="131668"/>
                </a:cubicBezTo>
                <a:cubicBezTo>
                  <a:pt x="103625" y="130588"/>
                  <a:pt x="105244" y="129203"/>
                  <a:pt x="107007" y="127513"/>
                </a:cubicBezTo>
                <a:cubicBezTo>
                  <a:pt x="108770" y="125822"/>
                  <a:pt x="110766" y="123789"/>
                  <a:pt x="112997" y="121415"/>
                </a:cubicBezTo>
                <a:cubicBezTo>
                  <a:pt x="114148" y="122638"/>
                  <a:pt x="115335" y="123843"/>
                  <a:pt x="116558" y="125030"/>
                </a:cubicBezTo>
                <a:cubicBezTo>
                  <a:pt x="117781" y="126218"/>
                  <a:pt x="118969" y="127387"/>
                  <a:pt x="120120" y="128538"/>
                </a:cubicBezTo>
                <a:cubicBezTo>
                  <a:pt x="116522" y="132207"/>
                  <a:pt x="113249" y="135355"/>
                  <a:pt x="110299" y="137981"/>
                </a:cubicBezTo>
                <a:cubicBezTo>
                  <a:pt x="107349" y="140607"/>
                  <a:pt x="104489" y="142766"/>
                  <a:pt x="101719" y="144457"/>
                </a:cubicBezTo>
                <a:cubicBezTo>
                  <a:pt x="98949" y="146148"/>
                  <a:pt x="96233" y="147371"/>
                  <a:pt x="93570" y="148126"/>
                </a:cubicBezTo>
                <a:cubicBezTo>
                  <a:pt x="90908" y="148882"/>
                  <a:pt x="88138" y="149259"/>
                  <a:pt x="85260" y="149259"/>
                </a:cubicBezTo>
                <a:cubicBezTo>
                  <a:pt x="80080" y="149259"/>
                  <a:pt x="76051" y="147587"/>
                  <a:pt x="73173" y="144241"/>
                </a:cubicBezTo>
                <a:cubicBezTo>
                  <a:pt x="70295" y="140895"/>
                  <a:pt x="68856" y="136308"/>
                  <a:pt x="68856" y="130481"/>
                </a:cubicBezTo>
                <a:cubicBezTo>
                  <a:pt x="68856" y="127243"/>
                  <a:pt x="69359" y="124149"/>
                  <a:pt x="70367" y="121199"/>
                </a:cubicBezTo>
                <a:lnTo>
                  <a:pt x="68856" y="120551"/>
                </a:lnTo>
                <a:cubicBezTo>
                  <a:pt x="65186" y="125660"/>
                  <a:pt x="61625" y="130013"/>
                  <a:pt x="58171" y="133610"/>
                </a:cubicBezTo>
                <a:cubicBezTo>
                  <a:pt x="54718" y="137208"/>
                  <a:pt x="51300" y="140176"/>
                  <a:pt x="47918" y="142514"/>
                </a:cubicBezTo>
                <a:cubicBezTo>
                  <a:pt x="44537" y="144852"/>
                  <a:pt x="41119" y="146561"/>
                  <a:pt x="37666" y="147640"/>
                </a:cubicBezTo>
                <a:cubicBezTo>
                  <a:pt x="34212" y="148720"/>
                  <a:pt x="30615" y="149259"/>
                  <a:pt x="26873" y="149259"/>
                </a:cubicBezTo>
                <a:cubicBezTo>
                  <a:pt x="18311" y="149259"/>
                  <a:pt x="11692" y="146184"/>
                  <a:pt x="7015" y="140032"/>
                </a:cubicBezTo>
                <a:cubicBezTo>
                  <a:pt x="2338" y="133880"/>
                  <a:pt x="0" y="124940"/>
                  <a:pt x="0" y="113213"/>
                </a:cubicBezTo>
                <a:cubicBezTo>
                  <a:pt x="0" y="106234"/>
                  <a:pt x="737" y="99524"/>
                  <a:pt x="2212" y="93085"/>
                </a:cubicBezTo>
                <a:cubicBezTo>
                  <a:pt x="3687" y="86645"/>
                  <a:pt x="5774" y="80601"/>
                  <a:pt x="8472" y="74953"/>
                </a:cubicBezTo>
                <a:cubicBezTo>
                  <a:pt x="11170" y="69305"/>
                  <a:pt x="14390" y="64161"/>
                  <a:pt x="18131" y="59520"/>
                </a:cubicBezTo>
                <a:cubicBezTo>
                  <a:pt x="21873" y="54880"/>
                  <a:pt x="25974" y="50904"/>
                  <a:pt x="30435" y="47595"/>
                </a:cubicBezTo>
                <a:cubicBezTo>
                  <a:pt x="34896" y="44285"/>
                  <a:pt x="39644" y="41713"/>
                  <a:pt x="44681" y="39878"/>
                </a:cubicBezTo>
                <a:cubicBezTo>
                  <a:pt x="49717" y="38043"/>
                  <a:pt x="54933" y="37126"/>
                  <a:pt x="60330" y="37126"/>
                </a:cubicBezTo>
                <a:cubicBezTo>
                  <a:pt x="65078" y="37126"/>
                  <a:pt x="69431" y="37594"/>
                  <a:pt x="73389" y="38529"/>
                </a:cubicBezTo>
                <a:cubicBezTo>
                  <a:pt x="77346" y="39464"/>
                  <a:pt x="81123" y="41335"/>
                  <a:pt x="84721" y="44141"/>
                </a:cubicBezTo>
                <a:cubicBezTo>
                  <a:pt x="85944" y="39608"/>
                  <a:pt x="86915" y="35741"/>
                  <a:pt x="87635" y="32539"/>
                </a:cubicBezTo>
                <a:cubicBezTo>
                  <a:pt x="88354" y="29337"/>
                  <a:pt x="88948" y="26387"/>
                  <a:pt x="89415" y="23689"/>
                </a:cubicBezTo>
                <a:cubicBezTo>
                  <a:pt x="89883" y="20991"/>
                  <a:pt x="90117" y="18743"/>
                  <a:pt x="90117" y="16944"/>
                </a:cubicBezTo>
                <a:cubicBezTo>
                  <a:pt x="90117" y="15433"/>
                  <a:pt x="89919" y="14174"/>
                  <a:pt x="89523" y="13167"/>
                </a:cubicBezTo>
                <a:cubicBezTo>
                  <a:pt x="89128" y="12159"/>
                  <a:pt x="88426" y="11332"/>
                  <a:pt x="87419" y="10685"/>
                </a:cubicBezTo>
                <a:cubicBezTo>
                  <a:pt x="86411" y="10037"/>
                  <a:pt x="84990" y="9569"/>
                  <a:pt x="83156" y="9281"/>
                </a:cubicBezTo>
                <a:cubicBezTo>
                  <a:pt x="81321" y="8994"/>
                  <a:pt x="79001" y="8778"/>
                  <a:pt x="76195" y="8634"/>
                </a:cubicBezTo>
                <a:lnTo>
                  <a:pt x="77598" y="1295"/>
                </a:lnTo>
                <a:lnTo>
                  <a:pt x="109759" y="0"/>
                </a:lnTo>
                <a:lnTo>
                  <a:pt x="115263" y="0"/>
                </a:lnTo>
                <a:lnTo>
                  <a:pt x="90225" y="110083"/>
                </a:lnTo>
                <a:moveTo>
                  <a:pt x="75655" y="86232"/>
                </a:moveTo>
                <a:cubicBezTo>
                  <a:pt x="76446" y="82346"/>
                  <a:pt x="77166" y="78461"/>
                  <a:pt x="77813" y="74576"/>
                </a:cubicBezTo>
                <a:cubicBezTo>
                  <a:pt x="78461" y="70690"/>
                  <a:pt x="78785" y="67129"/>
                  <a:pt x="78785" y="63891"/>
                </a:cubicBezTo>
                <a:cubicBezTo>
                  <a:pt x="78785" y="58063"/>
                  <a:pt x="77472" y="53926"/>
                  <a:pt x="74846" y="51480"/>
                </a:cubicBezTo>
                <a:cubicBezTo>
                  <a:pt x="72219" y="49034"/>
                  <a:pt x="68028" y="47810"/>
                  <a:pt x="62272" y="47810"/>
                </a:cubicBezTo>
                <a:cubicBezTo>
                  <a:pt x="58027" y="47810"/>
                  <a:pt x="54088" y="48728"/>
                  <a:pt x="50455" y="50563"/>
                </a:cubicBezTo>
                <a:cubicBezTo>
                  <a:pt x="46821" y="52397"/>
                  <a:pt x="43494" y="54915"/>
                  <a:pt x="40472" y="58117"/>
                </a:cubicBezTo>
                <a:cubicBezTo>
                  <a:pt x="37450" y="61319"/>
                  <a:pt x="34752" y="65024"/>
                  <a:pt x="32377" y="69233"/>
                </a:cubicBezTo>
                <a:cubicBezTo>
                  <a:pt x="30003" y="73443"/>
                  <a:pt x="28006" y="77939"/>
                  <a:pt x="26388" y="82724"/>
                </a:cubicBezTo>
                <a:cubicBezTo>
                  <a:pt x="24769" y="87509"/>
                  <a:pt x="23545" y="92401"/>
                  <a:pt x="22718" y="97402"/>
                </a:cubicBezTo>
                <a:cubicBezTo>
                  <a:pt x="21891" y="102402"/>
                  <a:pt x="21477" y="107277"/>
                  <a:pt x="21477" y="112025"/>
                </a:cubicBezTo>
                <a:cubicBezTo>
                  <a:pt x="21477" y="119796"/>
                  <a:pt x="22574" y="125570"/>
                  <a:pt x="24769" y="129347"/>
                </a:cubicBezTo>
                <a:cubicBezTo>
                  <a:pt x="26963" y="133125"/>
                  <a:pt x="30507" y="135013"/>
                  <a:pt x="35399" y="135013"/>
                </a:cubicBezTo>
                <a:cubicBezTo>
                  <a:pt x="38709" y="135013"/>
                  <a:pt x="42378" y="133898"/>
                  <a:pt x="46407" y="131668"/>
                </a:cubicBezTo>
                <a:cubicBezTo>
                  <a:pt x="50437" y="129437"/>
                  <a:pt x="54340" y="126218"/>
                  <a:pt x="58117" y="122008"/>
                </a:cubicBezTo>
                <a:cubicBezTo>
                  <a:pt x="61895" y="117799"/>
                  <a:pt x="65366" y="112673"/>
                  <a:pt x="68532" y="106629"/>
                </a:cubicBezTo>
                <a:cubicBezTo>
                  <a:pt x="71698" y="100585"/>
                  <a:pt x="74072" y="93786"/>
                  <a:pt x="75655" y="86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||𝑥)">
            <a:extLst xmlns:a="http://schemas.openxmlformats.org/drawingml/2006/main">
              <a:ext uri="{FF2B5EF4-FFF2-40B4-BE49-F238E27FC236}">
                <a16:creationId xmlns:a16="http://schemas.microsoft.com/office/drawing/2014/main" id="{5B7B341E-ECC4-4C40-BC88-D8F169BF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276" y="4671069"/>
            <a:ext cx="415352" cy="276730"/>
          </a:xfrm>
          <a:custGeom xmlns:a="http://schemas.openxmlformats.org/drawingml/2006/main">
            <a:pathLst>
              <a:path w="415352" h="276730">
                <a:moveTo>
                  <a:pt x="22465" y="273521"/>
                </a:moveTo>
                <a:lnTo>
                  <a:pt x="0" y="273521"/>
                </a:lnTo>
                <a:lnTo>
                  <a:pt x="0" y="2042"/>
                </a:lnTo>
                <a:lnTo>
                  <a:pt x="22465" y="2042"/>
                </a:lnTo>
                <a:lnTo>
                  <a:pt x="22465" y="273521"/>
                </a:lnTo>
                <a:close/>
                <a:moveTo>
                  <a:pt x="116329" y="273521"/>
                </a:moveTo>
                <a:lnTo>
                  <a:pt x="93864" y="273521"/>
                </a:lnTo>
                <a:lnTo>
                  <a:pt x="93864" y="2042"/>
                </a:lnTo>
                <a:lnTo>
                  <a:pt x="116329" y="2042"/>
                </a:lnTo>
                <a:lnTo>
                  <a:pt x="116329" y="273521"/>
                </a:lnTo>
                <a:close/>
                <a:moveTo>
                  <a:pt x="221427" y="144857"/>
                </a:moveTo>
                <a:cubicBezTo>
                  <a:pt x="219968" y="137174"/>
                  <a:pt x="218461" y="129783"/>
                  <a:pt x="216905" y="122683"/>
                </a:cubicBezTo>
                <a:cubicBezTo>
                  <a:pt x="215349" y="115584"/>
                  <a:pt x="213744" y="108971"/>
                  <a:pt x="212091" y="102844"/>
                </a:cubicBezTo>
                <a:cubicBezTo>
                  <a:pt x="210437" y="96717"/>
                  <a:pt x="209076" y="92705"/>
                  <a:pt x="208006" y="90809"/>
                </a:cubicBezTo>
                <a:cubicBezTo>
                  <a:pt x="206936" y="88912"/>
                  <a:pt x="205794" y="87600"/>
                  <a:pt x="204578" y="86870"/>
                </a:cubicBezTo>
                <a:cubicBezTo>
                  <a:pt x="203362" y="86141"/>
                  <a:pt x="201831" y="85776"/>
                  <a:pt x="199983" y="85776"/>
                </a:cubicBezTo>
                <a:cubicBezTo>
                  <a:pt x="197940" y="85776"/>
                  <a:pt x="196093" y="86238"/>
                  <a:pt x="194439" y="87162"/>
                </a:cubicBezTo>
                <a:cubicBezTo>
                  <a:pt x="192786" y="88086"/>
                  <a:pt x="190987" y="89690"/>
                  <a:pt x="189042" y="91976"/>
                </a:cubicBezTo>
                <a:cubicBezTo>
                  <a:pt x="187097" y="94261"/>
                  <a:pt x="184520" y="97835"/>
                  <a:pt x="181310" y="102698"/>
                </a:cubicBezTo>
                <a:lnTo>
                  <a:pt x="171828" y="96425"/>
                </a:lnTo>
                <a:cubicBezTo>
                  <a:pt x="177955" y="87186"/>
                  <a:pt x="183839" y="80281"/>
                  <a:pt x="189480" y="75711"/>
                </a:cubicBezTo>
                <a:cubicBezTo>
                  <a:pt x="195120" y="71140"/>
                  <a:pt x="201782" y="68854"/>
                  <a:pt x="209465" y="68854"/>
                </a:cubicBezTo>
                <a:cubicBezTo>
                  <a:pt x="212480" y="68854"/>
                  <a:pt x="215130" y="69195"/>
                  <a:pt x="217415" y="69875"/>
                </a:cubicBezTo>
                <a:cubicBezTo>
                  <a:pt x="219701" y="70556"/>
                  <a:pt x="221719" y="71602"/>
                  <a:pt x="223469" y="73012"/>
                </a:cubicBezTo>
                <a:cubicBezTo>
                  <a:pt x="225220" y="74422"/>
                  <a:pt x="226776" y="76245"/>
                  <a:pt x="228137" y="78482"/>
                </a:cubicBezTo>
                <a:cubicBezTo>
                  <a:pt x="229499" y="80719"/>
                  <a:pt x="230812" y="83758"/>
                  <a:pt x="232076" y="87600"/>
                </a:cubicBezTo>
                <a:cubicBezTo>
                  <a:pt x="233340" y="91441"/>
                  <a:pt x="234531" y="96206"/>
                  <a:pt x="235650" y="101896"/>
                </a:cubicBezTo>
                <a:cubicBezTo>
                  <a:pt x="236768" y="107585"/>
                  <a:pt x="237765" y="113493"/>
                  <a:pt x="238640" y="119620"/>
                </a:cubicBezTo>
                <a:lnTo>
                  <a:pt x="240099" y="119620"/>
                </a:lnTo>
                <a:cubicBezTo>
                  <a:pt x="249435" y="106491"/>
                  <a:pt x="256510" y="96887"/>
                  <a:pt x="261324" y="90809"/>
                </a:cubicBezTo>
                <a:cubicBezTo>
                  <a:pt x="266138" y="84731"/>
                  <a:pt x="270199" y="80208"/>
                  <a:pt x="273505" y="77242"/>
                </a:cubicBezTo>
                <a:cubicBezTo>
                  <a:pt x="276812" y="74276"/>
                  <a:pt x="279997" y="72185"/>
                  <a:pt x="283060" y="70970"/>
                </a:cubicBezTo>
                <a:cubicBezTo>
                  <a:pt x="286124" y="69754"/>
                  <a:pt x="290184" y="69146"/>
                  <a:pt x="295241" y="69146"/>
                </a:cubicBezTo>
                <a:cubicBezTo>
                  <a:pt x="299812" y="69146"/>
                  <a:pt x="303556" y="69730"/>
                  <a:pt x="306473" y="70897"/>
                </a:cubicBezTo>
                <a:lnTo>
                  <a:pt x="300638" y="97300"/>
                </a:lnTo>
                <a:lnTo>
                  <a:pt x="290427" y="97300"/>
                </a:lnTo>
                <a:cubicBezTo>
                  <a:pt x="289843" y="93216"/>
                  <a:pt x="288142" y="91174"/>
                  <a:pt x="285321" y="91174"/>
                </a:cubicBezTo>
                <a:cubicBezTo>
                  <a:pt x="284446" y="91174"/>
                  <a:pt x="283522" y="91319"/>
                  <a:pt x="282550" y="91611"/>
                </a:cubicBezTo>
                <a:cubicBezTo>
                  <a:pt x="281577" y="91903"/>
                  <a:pt x="280386" y="92535"/>
                  <a:pt x="278976" y="93508"/>
                </a:cubicBezTo>
                <a:cubicBezTo>
                  <a:pt x="277565" y="94480"/>
                  <a:pt x="275499" y="96377"/>
                  <a:pt x="272776" y="99197"/>
                </a:cubicBezTo>
                <a:cubicBezTo>
                  <a:pt x="270053" y="102017"/>
                  <a:pt x="266989" y="105470"/>
                  <a:pt x="263585" y="109554"/>
                </a:cubicBezTo>
                <a:cubicBezTo>
                  <a:pt x="260182" y="113639"/>
                  <a:pt x="256681" y="117918"/>
                  <a:pt x="253082" y="122391"/>
                </a:cubicBezTo>
                <a:lnTo>
                  <a:pt x="243163" y="134791"/>
                </a:lnTo>
                <a:cubicBezTo>
                  <a:pt x="244913" y="144127"/>
                  <a:pt x="246566" y="152199"/>
                  <a:pt x="248122" y="159007"/>
                </a:cubicBezTo>
                <a:cubicBezTo>
                  <a:pt x="249678" y="165814"/>
                  <a:pt x="251064" y="171479"/>
                  <a:pt x="252280" y="176001"/>
                </a:cubicBezTo>
                <a:cubicBezTo>
                  <a:pt x="253496" y="180524"/>
                  <a:pt x="254565" y="184098"/>
                  <a:pt x="255489" y="186723"/>
                </a:cubicBezTo>
                <a:cubicBezTo>
                  <a:pt x="256413" y="189349"/>
                  <a:pt x="257410" y="191319"/>
                  <a:pt x="258480" y="192632"/>
                </a:cubicBezTo>
                <a:cubicBezTo>
                  <a:pt x="259549" y="193944"/>
                  <a:pt x="260644" y="194868"/>
                  <a:pt x="261762" y="195403"/>
                </a:cubicBezTo>
                <a:cubicBezTo>
                  <a:pt x="262880" y="195938"/>
                  <a:pt x="264169" y="196206"/>
                  <a:pt x="265628" y="196206"/>
                </a:cubicBezTo>
                <a:cubicBezTo>
                  <a:pt x="268254" y="196206"/>
                  <a:pt x="270806" y="195184"/>
                  <a:pt x="273286" y="193142"/>
                </a:cubicBezTo>
                <a:cubicBezTo>
                  <a:pt x="275766" y="191100"/>
                  <a:pt x="279340" y="186480"/>
                  <a:pt x="284008" y="179284"/>
                </a:cubicBezTo>
                <a:lnTo>
                  <a:pt x="293490" y="185556"/>
                </a:lnTo>
                <a:cubicBezTo>
                  <a:pt x="286683" y="195671"/>
                  <a:pt x="280532" y="202794"/>
                  <a:pt x="275037" y="206928"/>
                </a:cubicBezTo>
                <a:cubicBezTo>
                  <a:pt x="269542" y="211061"/>
                  <a:pt x="263002" y="213127"/>
                  <a:pt x="255416" y="213127"/>
                </a:cubicBezTo>
                <a:cubicBezTo>
                  <a:pt x="251234" y="213127"/>
                  <a:pt x="247685" y="212374"/>
                  <a:pt x="244767" y="210866"/>
                </a:cubicBezTo>
                <a:cubicBezTo>
                  <a:pt x="241850" y="209359"/>
                  <a:pt x="239321" y="206952"/>
                  <a:pt x="237182" y="203645"/>
                </a:cubicBezTo>
                <a:cubicBezTo>
                  <a:pt x="235042" y="200339"/>
                  <a:pt x="233146" y="195184"/>
                  <a:pt x="231492" y="188182"/>
                </a:cubicBezTo>
                <a:cubicBezTo>
                  <a:pt x="228478" y="175734"/>
                  <a:pt x="226630" y="166203"/>
                  <a:pt x="225949" y="159590"/>
                </a:cubicBezTo>
                <a:lnTo>
                  <a:pt x="224490" y="159590"/>
                </a:lnTo>
                <a:cubicBezTo>
                  <a:pt x="214182" y="174081"/>
                  <a:pt x="206523" y="184487"/>
                  <a:pt x="201514" y="190808"/>
                </a:cubicBezTo>
                <a:cubicBezTo>
                  <a:pt x="196506" y="197129"/>
                  <a:pt x="192373" y="201798"/>
                  <a:pt x="189115" y="204812"/>
                </a:cubicBezTo>
                <a:cubicBezTo>
                  <a:pt x="185857" y="207827"/>
                  <a:pt x="182696" y="209942"/>
                  <a:pt x="179633" y="211158"/>
                </a:cubicBezTo>
                <a:cubicBezTo>
                  <a:pt x="176569" y="212374"/>
                  <a:pt x="172509" y="212981"/>
                  <a:pt x="167452" y="212981"/>
                </a:cubicBezTo>
                <a:cubicBezTo>
                  <a:pt x="162881" y="212981"/>
                  <a:pt x="159137" y="212398"/>
                  <a:pt x="156219" y="211231"/>
                </a:cubicBezTo>
                <a:lnTo>
                  <a:pt x="162055" y="184827"/>
                </a:lnTo>
                <a:lnTo>
                  <a:pt x="172266" y="184827"/>
                </a:lnTo>
                <a:cubicBezTo>
                  <a:pt x="172850" y="188912"/>
                  <a:pt x="174551" y="190954"/>
                  <a:pt x="177372" y="190954"/>
                </a:cubicBezTo>
                <a:cubicBezTo>
                  <a:pt x="178733" y="190954"/>
                  <a:pt x="180168" y="190589"/>
                  <a:pt x="181675" y="189860"/>
                </a:cubicBezTo>
                <a:cubicBezTo>
                  <a:pt x="183183" y="189130"/>
                  <a:pt x="185346" y="187380"/>
                  <a:pt x="188167" y="184608"/>
                </a:cubicBezTo>
                <a:cubicBezTo>
                  <a:pt x="190987" y="181837"/>
                  <a:pt x="194877" y="177485"/>
                  <a:pt x="199837" y="171552"/>
                </a:cubicBezTo>
                <a:cubicBezTo>
                  <a:pt x="204797" y="165620"/>
                  <a:pt x="211993" y="156721"/>
                  <a:pt x="221427" y="144857"/>
                </a:cubicBezTo>
                <a:close/>
                <a:moveTo>
                  <a:pt x="390115" y="136979"/>
                </a:moveTo>
                <a:cubicBezTo>
                  <a:pt x="390115" y="104108"/>
                  <a:pt x="384669" y="76805"/>
                  <a:pt x="373777" y="55069"/>
                </a:cubicBezTo>
                <a:cubicBezTo>
                  <a:pt x="362885" y="33333"/>
                  <a:pt x="346011" y="18721"/>
                  <a:pt x="323157" y="11233"/>
                </a:cubicBezTo>
                <a:lnTo>
                  <a:pt x="327096" y="0"/>
                </a:lnTo>
                <a:cubicBezTo>
                  <a:pt x="355493" y="7488"/>
                  <a:pt x="377302" y="23656"/>
                  <a:pt x="392522" y="48504"/>
                </a:cubicBezTo>
                <a:cubicBezTo>
                  <a:pt x="407742" y="73352"/>
                  <a:pt x="415352" y="103330"/>
                  <a:pt x="415352" y="138438"/>
                </a:cubicBezTo>
                <a:cubicBezTo>
                  <a:pt x="415352" y="173643"/>
                  <a:pt x="407766" y="203621"/>
                  <a:pt x="392595" y="228372"/>
                </a:cubicBezTo>
                <a:cubicBezTo>
                  <a:pt x="377424" y="253122"/>
                  <a:pt x="355591" y="269242"/>
                  <a:pt x="327096" y="276730"/>
                </a:cubicBezTo>
                <a:lnTo>
                  <a:pt x="323595" y="265497"/>
                </a:lnTo>
                <a:cubicBezTo>
                  <a:pt x="346060" y="258009"/>
                  <a:pt x="362763" y="243227"/>
                  <a:pt x="373704" y="221151"/>
                </a:cubicBezTo>
                <a:cubicBezTo>
                  <a:pt x="384645" y="199074"/>
                  <a:pt x="390115" y="171017"/>
                  <a:pt x="390115" y="136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08382-BEC3-47D9-ABFE-6F60D50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974" y="1423201"/>
            <a:ext cx="523544" cy="489653"/>
          </a:xfrm>
          <a:custGeom xmlns:a="http://schemas.openxmlformats.org/drawingml/2006/main">
            <a:pathLst>
              <a:path w="523544" h="489653">
                <a:moveTo>
                  <a:pt x="164446" y="425113"/>
                </a:moveTo>
                <a:cubicBezTo>
                  <a:pt x="164888" y="425407"/>
                  <a:pt x="165182" y="425849"/>
                  <a:pt x="165330" y="426144"/>
                </a:cubicBezTo>
                <a:cubicBezTo>
                  <a:pt x="165477" y="426586"/>
                  <a:pt x="165477" y="427028"/>
                  <a:pt x="165330" y="427618"/>
                </a:cubicBezTo>
                <a:cubicBezTo>
                  <a:pt x="165035" y="428207"/>
                  <a:pt x="164740" y="428796"/>
                  <a:pt x="164151" y="429533"/>
                </a:cubicBezTo>
                <a:cubicBezTo>
                  <a:pt x="163709" y="430270"/>
                  <a:pt x="162972" y="431154"/>
                  <a:pt x="161941" y="432185"/>
                </a:cubicBezTo>
                <a:cubicBezTo>
                  <a:pt x="160909" y="433217"/>
                  <a:pt x="159878" y="434101"/>
                  <a:pt x="158846" y="434985"/>
                </a:cubicBezTo>
                <a:cubicBezTo>
                  <a:pt x="157815" y="435869"/>
                  <a:pt x="156783" y="436459"/>
                  <a:pt x="155899" y="436606"/>
                </a:cubicBezTo>
                <a:cubicBezTo>
                  <a:pt x="155015" y="436901"/>
                  <a:pt x="154131" y="436901"/>
                  <a:pt x="153247" y="436753"/>
                </a:cubicBezTo>
                <a:lnTo>
                  <a:pt x="58057" y="426291"/>
                </a:lnTo>
                <a:lnTo>
                  <a:pt x="111693" y="479044"/>
                </a:lnTo>
                <a:cubicBezTo>
                  <a:pt x="111988" y="479338"/>
                  <a:pt x="112283" y="479780"/>
                  <a:pt x="112430" y="480222"/>
                </a:cubicBezTo>
                <a:cubicBezTo>
                  <a:pt x="112430" y="480665"/>
                  <a:pt x="112430" y="481107"/>
                  <a:pt x="112283" y="481549"/>
                </a:cubicBezTo>
                <a:cubicBezTo>
                  <a:pt x="111988" y="482138"/>
                  <a:pt x="111693" y="482727"/>
                  <a:pt x="111104" y="483464"/>
                </a:cubicBezTo>
                <a:cubicBezTo>
                  <a:pt x="110662" y="484201"/>
                  <a:pt x="109925" y="485085"/>
                  <a:pt x="109041" y="486117"/>
                </a:cubicBezTo>
                <a:cubicBezTo>
                  <a:pt x="108157" y="487001"/>
                  <a:pt x="107273" y="487737"/>
                  <a:pt x="106536" y="488180"/>
                </a:cubicBezTo>
                <a:cubicBezTo>
                  <a:pt x="105799" y="488769"/>
                  <a:pt x="105210" y="489211"/>
                  <a:pt x="104620" y="489358"/>
                </a:cubicBezTo>
                <a:cubicBezTo>
                  <a:pt x="104031" y="489653"/>
                  <a:pt x="103589" y="489653"/>
                  <a:pt x="103147" y="489506"/>
                </a:cubicBezTo>
                <a:cubicBezTo>
                  <a:pt x="102705" y="489506"/>
                  <a:pt x="102410" y="489211"/>
                  <a:pt x="101968" y="488916"/>
                </a:cubicBezTo>
                <a:lnTo>
                  <a:pt x="737" y="389306"/>
                </a:lnTo>
                <a:cubicBezTo>
                  <a:pt x="442" y="389011"/>
                  <a:pt x="147" y="388569"/>
                  <a:pt x="0" y="388127"/>
                </a:cubicBezTo>
                <a:cubicBezTo>
                  <a:pt x="0" y="387685"/>
                  <a:pt x="0" y="387243"/>
                  <a:pt x="147" y="386653"/>
                </a:cubicBezTo>
                <a:cubicBezTo>
                  <a:pt x="442" y="386211"/>
                  <a:pt x="737" y="385475"/>
                  <a:pt x="1326" y="384738"/>
                </a:cubicBezTo>
                <a:cubicBezTo>
                  <a:pt x="1916" y="384001"/>
                  <a:pt x="2505" y="383264"/>
                  <a:pt x="3389" y="382233"/>
                </a:cubicBezTo>
                <a:cubicBezTo>
                  <a:pt x="4421" y="381349"/>
                  <a:pt x="5305" y="380612"/>
                  <a:pt x="5894" y="380023"/>
                </a:cubicBezTo>
                <a:cubicBezTo>
                  <a:pt x="6631" y="379581"/>
                  <a:pt x="7368" y="379139"/>
                  <a:pt x="7810" y="378991"/>
                </a:cubicBezTo>
                <a:cubicBezTo>
                  <a:pt x="8399" y="378696"/>
                  <a:pt x="8841" y="378696"/>
                  <a:pt x="9283" y="378844"/>
                </a:cubicBezTo>
                <a:cubicBezTo>
                  <a:pt x="9725" y="378844"/>
                  <a:pt x="10020" y="379139"/>
                  <a:pt x="10462" y="379433"/>
                </a:cubicBezTo>
                <a:lnTo>
                  <a:pt x="57910" y="426144"/>
                </a:lnTo>
                <a:lnTo>
                  <a:pt x="50247" y="338911"/>
                </a:lnTo>
                <a:cubicBezTo>
                  <a:pt x="50100" y="338322"/>
                  <a:pt x="50247" y="337585"/>
                  <a:pt x="50247" y="336996"/>
                </a:cubicBezTo>
                <a:cubicBezTo>
                  <a:pt x="50395" y="336259"/>
                  <a:pt x="50542" y="335669"/>
                  <a:pt x="50837" y="335080"/>
                </a:cubicBezTo>
                <a:cubicBezTo>
                  <a:pt x="51279" y="334343"/>
                  <a:pt x="51721" y="333754"/>
                  <a:pt x="52163" y="333017"/>
                </a:cubicBezTo>
                <a:cubicBezTo>
                  <a:pt x="52752" y="332280"/>
                  <a:pt x="53489" y="331396"/>
                  <a:pt x="54520" y="330365"/>
                </a:cubicBezTo>
                <a:cubicBezTo>
                  <a:pt x="55405" y="329481"/>
                  <a:pt x="56289" y="328744"/>
                  <a:pt x="56878" y="328154"/>
                </a:cubicBezTo>
                <a:cubicBezTo>
                  <a:pt x="57615" y="327712"/>
                  <a:pt x="58204" y="327418"/>
                  <a:pt x="58794" y="327270"/>
                </a:cubicBezTo>
                <a:cubicBezTo>
                  <a:pt x="59236" y="327123"/>
                  <a:pt x="59678" y="327123"/>
                  <a:pt x="60120" y="327270"/>
                </a:cubicBezTo>
                <a:cubicBezTo>
                  <a:pt x="60415" y="327270"/>
                  <a:pt x="60709" y="327565"/>
                  <a:pt x="61151" y="327860"/>
                </a:cubicBezTo>
                <a:cubicBezTo>
                  <a:pt x="61741" y="328449"/>
                  <a:pt x="62183" y="329186"/>
                  <a:pt x="62330" y="329923"/>
                </a:cubicBezTo>
                <a:cubicBezTo>
                  <a:pt x="62625" y="330807"/>
                  <a:pt x="62772" y="331986"/>
                  <a:pt x="62772" y="333459"/>
                </a:cubicBezTo>
                <a:lnTo>
                  <a:pt x="68961" y="414208"/>
                </a:lnTo>
                <a:lnTo>
                  <a:pt x="159878" y="423786"/>
                </a:lnTo>
                <a:cubicBezTo>
                  <a:pt x="161646" y="423934"/>
                  <a:pt x="162677" y="424228"/>
                  <a:pt x="163267" y="424376"/>
                </a:cubicBezTo>
                <a:cubicBezTo>
                  <a:pt x="163856" y="424523"/>
                  <a:pt x="164151" y="424818"/>
                  <a:pt x="164446" y="425113"/>
                </a:cubicBezTo>
                <a:close/>
                <a:moveTo>
                  <a:pt x="236059" y="352615"/>
                </a:moveTo>
                <a:cubicBezTo>
                  <a:pt x="236354" y="352910"/>
                  <a:pt x="236648" y="353204"/>
                  <a:pt x="236796" y="353646"/>
                </a:cubicBezTo>
                <a:cubicBezTo>
                  <a:pt x="236796" y="354089"/>
                  <a:pt x="236796" y="354531"/>
                  <a:pt x="236648" y="355120"/>
                </a:cubicBezTo>
                <a:cubicBezTo>
                  <a:pt x="236501" y="355562"/>
                  <a:pt x="236059" y="356299"/>
                  <a:pt x="235617" y="356888"/>
                </a:cubicBezTo>
                <a:cubicBezTo>
                  <a:pt x="235175" y="357625"/>
                  <a:pt x="234438" y="358509"/>
                  <a:pt x="233554" y="359393"/>
                </a:cubicBezTo>
                <a:cubicBezTo>
                  <a:pt x="232523" y="360425"/>
                  <a:pt x="231786" y="361161"/>
                  <a:pt x="231049" y="361604"/>
                </a:cubicBezTo>
                <a:cubicBezTo>
                  <a:pt x="230312" y="362193"/>
                  <a:pt x="229723" y="362488"/>
                  <a:pt x="229133" y="362635"/>
                </a:cubicBezTo>
                <a:cubicBezTo>
                  <a:pt x="228691" y="362930"/>
                  <a:pt x="228249" y="362930"/>
                  <a:pt x="227807" y="362782"/>
                </a:cubicBezTo>
                <a:cubicBezTo>
                  <a:pt x="227365" y="362782"/>
                  <a:pt x="226923" y="362488"/>
                  <a:pt x="226628" y="362193"/>
                </a:cubicBezTo>
                <a:lnTo>
                  <a:pt x="183307" y="319461"/>
                </a:lnTo>
                <a:cubicBezTo>
                  <a:pt x="178739" y="315040"/>
                  <a:pt x="174760" y="311798"/>
                  <a:pt x="171224" y="309735"/>
                </a:cubicBezTo>
                <a:cubicBezTo>
                  <a:pt x="167687" y="307672"/>
                  <a:pt x="164151" y="306346"/>
                  <a:pt x="160762" y="305757"/>
                </a:cubicBezTo>
                <a:cubicBezTo>
                  <a:pt x="157373" y="305167"/>
                  <a:pt x="154131" y="305462"/>
                  <a:pt x="150889" y="306494"/>
                </a:cubicBezTo>
                <a:cubicBezTo>
                  <a:pt x="147647" y="307672"/>
                  <a:pt x="144553" y="309588"/>
                  <a:pt x="141753" y="312535"/>
                </a:cubicBezTo>
                <a:cubicBezTo>
                  <a:pt x="138069" y="316219"/>
                  <a:pt x="135712" y="321229"/>
                  <a:pt x="134680" y="327565"/>
                </a:cubicBezTo>
                <a:cubicBezTo>
                  <a:pt x="133649" y="333901"/>
                  <a:pt x="133649" y="341564"/>
                  <a:pt x="134828" y="350699"/>
                </a:cubicBezTo>
                <a:lnTo>
                  <a:pt x="187285" y="402273"/>
                </a:lnTo>
                <a:cubicBezTo>
                  <a:pt x="187580" y="402568"/>
                  <a:pt x="187727" y="403010"/>
                  <a:pt x="187875" y="403452"/>
                </a:cubicBezTo>
                <a:cubicBezTo>
                  <a:pt x="188022" y="403746"/>
                  <a:pt x="188022" y="404336"/>
                  <a:pt x="187727" y="404778"/>
                </a:cubicBezTo>
                <a:cubicBezTo>
                  <a:pt x="187580" y="405367"/>
                  <a:pt x="187285" y="405957"/>
                  <a:pt x="186696" y="406693"/>
                </a:cubicBezTo>
                <a:cubicBezTo>
                  <a:pt x="186254" y="407430"/>
                  <a:pt x="185517" y="408167"/>
                  <a:pt x="184633" y="409198"/>
                </a:cubicBezTo>
                <a:cubicBezTo>
                  <a:pt x="183601" y="410083"/>
                  <a:pt x="182865" y="410819"/>
                  <a:pt x="182128" y="411261"/>
                </a:cubicBezTo>
                <a:cubicBezTo>
                  <a:pt x="181391" y="411851"/>
                  <a:pt x="180802" y="412146"/>
                  <a:pt x="180212" y="412440"/>
                </a:cubicBezTo>
                <a:cubicBezTo>
                  <a:pt x="179770" y="412588"/>
                  <a:pt x="179328" y="412735"/>
                  <a:pt x="178886" y="412588"/>
                </a:cubicBezTo>
                <a:cubicBezTo>
                  <a:pt x="178444" y="412440"/>
                  <a:pt x="178149" y="412146"/>
                  <a:pt x="177707" y="411851"/>
                </a:cubicBezTo>
                <a:lnTo>
                  <a:pt x="104620" y="339943"/>
                </a:lnTo>
                <a:cubicBezTo>
                  <a:pt x="104326" y="339648"/>
                  <a:pt x="104031" y="339353"/>
                  <a:pt x="104031" y="338911"/>
                </a:cubicBezTo>
                <a:cubicBezTo>
                  <a:pt x="103884" y="338469"/>
                  <a:pt x="103884" y="338027"/>
                  <a:pt x="104031" y="337438"/>
                </a:cubicBezTo>
                <a:cubicBezTo>
                  <a:pt x="104178" y="336848"/>
                  <a:pt x="104473" y="336259"/>
                  <a:pt x="105062" y="335669"/>
                </a:cubicBezTo>
                <a:cubicBezTo>
                  <a:pt x="105505" y="335080"/>
                  <a:pt x="106241" y="334196"/>
                  <a:pt x="107125" y="333312"/>
                </a:cubicBezTo>
                <a:cubicBezTo>
                  <a:pt x="108010" y="332428"/>
                  <a:pt x="108746" y="331691"/>
                  <a:pt x="109483" y="331102"/>
                </a:cubicBezTo>
                <a:cubicBezTo>
                  <a:pt x="110072" y="330659"/>
                  <a:pt x="110662" y="330365"/>
                  <a:pt x="111251" y="330217"/>
                </a:cubicBezTo>
                <a:cubicBezTo>
                  <a:pt x="111693" y="330070"/>
                  <a:pt x="112135" y="330070"/>
                  <a:pt x="112577" y="330217"/>
                </a:cubicBezTo>
                <a:cubicBezTo>
                  <a:pt x="112872" y="330365"/>
                  <a:pt x="113314" y="330512"/>
                  <a:pt x="113609" y="330807"/>
                </a:cubicBezTo>
                <a:lnTo>
                  <a:pt x="123924" y="340974"/>
                </a:lnTo>
                <a:cubicBezTo>
                  <a:pt x="123482" y="332280"/>
                  <a:pt x="124071" y="324765"/>
                  <a:pt x="125987" y="318724"/>
                </a:cubicBezTo>
                <a:cubicBezTo>
                  <a:pt x="127755" y="312535"/>
                  <a:pt x="130702" y="307525"/>
                  <a:pt x="134680" y="303547"/>
                </a:cubicBezTo>
                <a:cubicBezTo>
                  <a:pt x="139396" y="298684"/>
                  <a:pt x="144111" y="295442"/>
                  <a:pt x="148974" y="293821"/>
                </a:cubicBezTo>
                <a:cubicBezTo>
                  <a:pt x="153836" y="292053"/>
                  <a:pt x="158552" y="291611"/>
                  <a:pt x="163414" y="292200"/>
                </a:cubicBezTo>
                <a:cubicBezTo>
                  <a:pt x="168129" y="292937"/>
                  <a:pt x="172697" y="294705"/>
                  <a:pt x="177265" y="297358"/>
                </a:cubicBezTo>
                <a:cubicBezTo>
                  <a:pt x="181833" y="300010"/>
                  <a:pt x="186696" y="303989"/>
                  <a:pt x="191853" y="308999"/>
                </a:cubicBezTo>
                <a:lnTo>
                  <a:pt x="236059" y="352615"/>
                </a:lnTo>
                <a:close/>
                <a:moveTo>
                  <a:pt x="297063" y="215872"/>
                </a:moveTo>
                <a:cubicBezTo>
                  <a:pt x="302957" y="221618"/>
                  <a:pt x="307525" y="227660"/>
                  <a:pt x="310914" y="233996"/>
                </a:cubicBezTo>
                <a:cubicBezTo>
                  <a:pt x="314303" y="240332"/>
                  <a:pt x="316366" y="246668"/>
                  <a:pt x="317103" y="253299"/>
                </a:cubicBezTo>
                <a:cubicBezTo>
                  <a:pt x="317692" y="259783"/>
                  <a:pt x="316808" y="266266"/>
                  <a:pt x="314451" y="272750"/>
                </a:cubicBezTo>
                <a:cubicBezTo>
                  <a:pt x="312093" y="279233"/>
                  <a:pt x="307967" y="285422"/>
                  <a:pt x="302220" y="291316"/>
                </a:cubicBezTo>
                <a:cubicBezTo>
                  <a:pt x="296621" y="297063"/>
                  <a:pt x="290727" y="301189"/>
                  <a:pt x="284685" y="303694"/>
                </a:cubicBezTo>
                <a:cubicBezTo>
                  <a:pt x="278791" y="306199"/>
                  <a:pt x="272602" y="307230"/>
                  <a:pt x="266414" y="306788"/>
                </a:cubicBezTo>
                <a:cubicBezTo>
                  <a:pt x="260225" y="306346"/>
                  <a:pt x="254036" y="304431"/>
                  <a:pt x="247847" y="301189"/>
                </a:cubicBezTo>
                <a:cubicBezTo>
                  <a:pt x="241658" y="297947"/>
                  <a:pt x="235470" y="293379"/>
                  <a:pt x="229428" y="287338"/>
                </a:cubicBezTo>
                <a:cubicBezTo>
                  <a:pt x="223681" y="281738"/>
                  <a:pt x="218966" y="275697"/>
                  <a:pt x="215577" y="269361"/>
                </a:cubicBezTo>
                <a:cubicBezTo>
                  <a:pt x="212188" y="263025"/>
                  <a:pt x="210125" y="256688"/>
                  <a:pt x="209388" y="250205"/>
                </a:cubicBezTo>
                <a:cubicBezTo>
                  <a:pt x="208799" y="243574"/>
                  <a:pt x="209683" y="237090"/>
                  <a:pt x="212041" y="230754"/>
                </a:cubicBezTo>
                <a:cubicBezTo>
                  <a:pt x="214546" y="224271"/>
                  <a:pt x="218671" y="218082"/>
                  <a:pt x="224566" y="212041"/>
                </a:cubicBezTo>
                <a:cubicBezTo>
                  <a:pt x="230165" y="206441"/>
                  <a:pt x="235912" y="202315"/>
                  <a:pt x="241953" y="199810"/>
                </a:cubicBezTo>
                <a:cubicBezTo>
                  <a:pt x="247847" y="197158"/>
                  <a:pt x="254036" y="196126"/>
                  <a:pt x="260225" y="196569"/>
                </a:cubicBezTo>
                <a:cubicBezTo>
                  <a:pt x="266414" y="197011"/>
                  <a:pt x="272602" y="198926"/>
                  <a:pt x="278791" y="202168"/>
                </a:cubicBezTo>
                <a:cubicBezTo>
                  <a:pt x="284980" y="205410"/>
                  <a:pt x="291022" y="209978"/>
                  <a:pt x="297063" y="215872"/>
                </a:cubicBezTo>
                <a:close/>
                <a:moveTo>
                  <a:pt x="287927" y="226923"/>
                </a:moveTo>
                <a:cubicBezTo>
                  <a:pt x="283801" y="222945"/>
                  <a:pt x="279381" y="219408"/>
                  <a:pt x="274813" y="216461"/>
                </a:cubicBezTo>
                <a:cubicBezTo>
                  <a:pt x="270245" y="213661"/>
                  <a:pt x="265677" y="211598"/>
                  <a:pt x="260962" y="210714"/>
                </a:cubicBezTo>
                <a:cubicBezTo>
                  <a:pt x="256246" y="209830"/>
                  <a:pt x="251384" y="209978"/>
                  <a:pt x="246521" y="211598"/>
                </a:cubicBezTo>
                <a:cubicBezTo>
                  <a:pt x="241806" y="213072"/>
                  <a:pt x="237090" y="216166"/>
                  <a:pt x="232375" y="220882"/>
                </a:cubicBezTo>
                <a:cubicBezTo>
                  <a:pt x="228102" y="225302"/>
                  <a:pt x="225155" y="229870"/>
                  <a:pt x="223534" y="234586"/>
                </a:cubicBezTo>
                <a:cubicBezTo>
                  <a:pt x="222061" y="239301"/>
                  <a:pt x="221618" y="244016"/>
                  <a:pt x="222355" y="248731"/>
                </a:cubicBezTo>
                <a:cubicBezTo>
                  <a:pt x="223239" y="253447"/>
                  <a:pt x="225008" y="258162"/>
                  <a:pt x="227807" y="262877"/>
                </a:cubicBezTo>
                <a:cubicBezTo>
                  <a:pt x="230607" y="267593"/>
                  <a:pt x="234291" y="272013"/>
                  <a:pt x="238564" y="276286"/>
                </a:cubicBezTo>
                <a:cubicBezTo>
                  <a:pt x="242837" y="280412"/>
                  <a:pt x="247258" y="283949"/>
                  <a:pt x="251826" y="286896"/>
                </a:cubicBezTo>
                <a:cubicBezTo>
                  <a:pt x="256394" y="289843"/>
                  <a:pt x="260962" y="291758"/>
                  <a:pt x="265677" y="292642"/>
                </a:cubicBezTo>
                <a:cubicBezTo>
                  <a:pt x="270392" y="293674"/>
                  <a:pt x="275255" y="293379"/>
                  <a:pt x="279970" y="291758"/>
                </a:cubicBezTo>
                <a:cubicBezTo>
                  <a:pt x="284833" y="290285"/>
                  <a:pt x="289548" y="287043"/>
                  <a:pt x="294116" y="282328"/>
                </a:cubicBezTo>
                <a:cubicBezTo>
                  <a:pt x="298537" y="278055"/>
                  <a:pt x="301336" y="273487"/>
                  <a:pt x="302957" y="268771"/>
                </a:cubicBezTo>
                <a:cubicBezTo>
                  <a:pt x="304578" y="264056"/>
                  <a:pt x="304873" y="259341"/>
                  <a:pt x="304136" y="254625"/>
                </a:cubicBezTo>
                <a:cubicBezTo>
                  <a:pt x="303399" y="249910"/>
                  <a:pt x="301631" y="245195"/>
                  <a:pt x="298831" y="240480"/>
                </a:cubicBezTo>
                <a:cubicBezTo>
                  <a:pt x="296032" y="235764"/>
                  <a:pt x="292348" y="231344"/>
                  <a:pt x="287927" y="226923"/>
                </a:cubicBezTo>
                <a:close/>
                <a:moveTo>
                  <a:pt x="378107" y="61593"/>
                </a:moveTo>
                <a:cubicBezTo>
                  <a:pt x="378402" y="61741"/>
                  <a:pt x="378696" y="62183"/>
                  <a:pt x="378991" y="62625"/>
                </a:cubicBezTo>
                <a:cubicBezTo>
                  <a:pt x="379139" y="63067"/>
                  <a:pt x="379433" y="63509"/>
                  <a:pt x="379875" y="63951"/>
                </a:cubicBezTo>
                <a:lnTo>
                  <a:pt x="428796" y="156636"/>
                </a:lnTo>
                <a:cubicBezTo>
                  <a:pt x="429091" y="157225"/>
                  <a:pt x="429238" y="157667"/>
                  <a:pt x="429238" y="158257"/>
                </a:cubicBezTo>
                <a:cubicBezTo>
                  <a:pt x="429238" y="158846"/>
                  <a:pt x="429091" y="159436"/>
                  <a:pt x="428649" y="160025"/>
                </a:cubicBezTo>
                <a:cubicBezTo>
                  <a:pt x="428354" y="160762"/>
                  <a:pt x="427912" y="161499"/>
                  <a:pt x="427175" y="162235"/>
                </a:cubicBezTo>
                <a:cubicBezTo>
                  <a:pt x="426439" y="163119"/>
                  <a:pt x="425555" y="164151"/>
                  <a:pt x="424523" y="165182"/>
                </a:cubicBezTo>
                <a:cubicBezTo>
                  <a:pt x="423344" y="166361"/>
                  <a:pt x="422460" y="167245"/>
                  <a:pt x="421576" y="167982"/>
                </a:cubicBezTo>
                <a:cubicBezTo>
                  <a:pt x="420692" y="168719"/>
                  <a:pt x="419955" y="169161"/>
                  <a:pt x="419218" y="169603"/>
                </a:cubicBezTo>
                <a:cubicBezTo>
                  <a:pt x="418629" y="169898"/>
                  <a:pt x="417892" y="170192"/>
                  <a:pt x="417450" y="170192"/>
                </a:cubicBezTo>
                <a:cubicBezTo>
                  <a:pt x="416861" y="170192"/>
                  <a:pt x="416271" y="170045"/>
                  <a:pt x="415829" y="169750"/>
                </a:cubicBezTo>
                <a:lnTo>
                  <a:pt x="341416" y="130112"/>
                </a:lnTo>
                <a:lnTo>
                  <a:pt x="340679" y="129523"/>
                </a:lnTo>
                <a:lnTo>
                  <a:pt x="341122" y="130407"/>
                </a:lnTo>
                <a:lnTo>
                  <a:pt x="383264" y="202905"/>
                </a:lnTo>
                <a:cubicBezTo>
                  <a:pt x="383559" y="203494"/>
                  <a:pt x="383706" y="204083"/>
                  <a:pt x="383706" y="204673"/>
                </a:cubicBezTo>
                <a:cubicBezTo>
                  <a:pt x="383559" y="205262"/>
                  <a:pt x="383412" y="205852"/>
                  <a:pt x="382970" y="206588"/>
                </a:cubicBezTo>
                <a:cubicBezTo>
                  <a:pt x="382528" y="207325"/>
                  <a:pt x="382086" y="208062"/>
                  <a:pt x="381349" y="208946"/>
                </a:cubicBezTo>
                <a:cubicBezTo>
                  <a:pt x="380612" y="209830"/>
                  <a:pt x="379728" y="210714"/>
                  <a:pt x="378696" y="211746"/>
                </a:cubicBezTo>
                <a:cubicBezTo>
                  <a:pt x="377665" y="212925"/>
                  <a:pt x="376634" y="213809"/>
                  <a:pt x="375897" y="214398"/>
                </a:cubicBezTo>
                <a:cubicBezTo>
                  <a:pt x="375013" y="215135"/>
                  <a:pt x="374276" y="215577"/>
                  <a:pt x="373686" y="216019"/>
                </a:cubicBezTo>
                <a:cubicBezTo>
                  <a:pt x="372950" y="216314"/>
                  <a:pt x="372360" y="216461"/>
                  <a:pt x="371771" y="216461"/>
                </a:cubicBezTo>
                <a:cubicBezTo>
                  <a:pt x="371329" y="216461"/>
                  <a:pt x="370739" y="216314"/>
                  <a:pt x="370297" y="216166"/>
                </a:cubicBezTo>
                <a:lnTo>
                  <a:pt x="277023" y="168571"/>
                </a:lnTo>
                <a:cubicBezTo>
                  <a:pt x="276434" y="168424"/>
                  <a:pt x="275992" y="168129"/>
                  <a:pt x="275550" y="167835"/>
                </a:cubicBezTo>
                <a:cubicBezTo>
                  <a:pt x="275107" y="167540"/>
                  <a:pt x="274665" y="167245"/>
                  <a:pt x="274371" y="166951"/>
                </a:cubicBezTo>
                <a:cubicBezTo>
                  <a:pt x="274076" y="166656"/>
                  <a:pt x="273781" y="166214"/>
                  <a:pt x="273781" y="165772"/>
                </a:cubicBezTo>
                <a:cubicBezTo>
                  <a:pt x="273634" y="165330"/>
                  <a:pt x="273634" y="164888"/>
                  <a:pt x="273929" y="164446"/>
                </a:cubicBezTo>
                <a:cubicBezTo>
                  <a:pt x="274076" y="163856"/>
                  <a:pt x="274518" y="163267"/>
                  <a:pt x="275107" y="162677"/>
                </a:cubicBezTo>
                <a:cubicBezTo>
                  <a:pt x="275550" y="161941"/>
                  <a:pt x="276286" y="161204"/>
                  <a:pt x="277170" y="160467"/>
                </a:cubicBezTo>
                <a:cubicBezTo>
                  <a:pt x="278202" y="159288"/>
                  <a:pt x="279233" y="158404"/>
                  <a:pt x="279970" y="157815"/>
                </a:cubicBezTo>
                <a:cubicBezTo>
                  <a:pt x="280707" y="157078"/>
                  <a:pt x="281296" y="156783"/>
                  <a:pt x="281886" y="156489"/>
                </a:cubicBezTo>
                <a:cubicBezTo>
                  <a:pt x="282328" y="156341"/>
                  <a:pt x="282770" y="156341"/>
                  <a:pt x="283212" y="156489"/>
                </a:cubicBezTo>
                <a:cubicBezTo>
                  <a:pt x="283654" y="156489"/>
                  <a:pt x="284096" y="156636"/>
                  <a:pt x="284685" y="156931"/>
                </a:cubicBezTo>
                <a:lnTo>
                  <a:pt x="367498" y="200400"/>
                </a:lnTo>
                <a:lnTo>
                  <a:pt x="368234" y="200842"/>
                </a:lnTo>
                <a:lnTo>
                  <a:pt x="367792" y="200105"/>
                </a:lnTo>
                <a:lnTo>
                  <a:pt x="321229" y="119798"/>
                </a:lnTo>
                <a:cubicBezTo>
                  <a:pt x="320934" y="119356"/>
                  <a:pt x="320787" y="118914"/>
                  <a:pt x="320639" y="118472"/>
                </a:cubicBezTo>
                <a:cubicBezTo>
                  <a:pt x="320492" y="117882"/>
                  <a:pt x="320639" y="117440"/>
                  <a:pt x="320787" y="116998"/>
                </a:cubicBezTo>
                <a:cubicBezTo>
                  <a:pt x="320934" y="116409"/>
                  <a:pt x="321376" y="115819"/>
                  <a:pt x="321818" y="115082"/>
                </a:cubicBezTo>
                <a:cubicBezTo>
                  <a:pt x="322408" y="114493"/>
                  <a:pt x="323144" y="113609"/>
                  <a:pt x="324029" y="112577"/>
                </a:cubicBezTo>
                <a:cubicBezTo>
                  <a:pt x="324913" y="111693"/>
                  <a:pt x="325797" y="110957"/>
                  <a:pt x="326386" y="110515"/>
                </a:cubicBezTo>
                <a:cubicBezTo>
                  <a:pt x="327123" y="109925"/>
                  <a:pt x="327712" y="109630"/>
                  <a:pt x="328154" y="109336"/>
                </a:cubicBezTo>
                <a:cubicBezTo>
                  <a:pt x="328744" y="109188"/>
                  <a:pt x="329186" y="109188"/>
                  <a:pt x="329628" y="109188"/>
                </a:cubicBezTo>
                <a:cubicBezTo>
                  <a:pt x="330070" y="109336"/>
                  <a:pt x="330512" y="109483"/>
                  <a:pt x="330954" y="109778"/>
                </a:cubicBezTo>
                <a:lnTo>
                  <a:pt x="413472" y="153689"/>
                </a:lnTo>
                <a:lnTo>
                  <a:pt x="414208" y="153984"/>
                </a:lnTo>
                <a:lnTo>
                  <a:pt x="413619" y="153394"/>
                </a:lnTo>
                <a:lnTo>
                  <a:pt x="368824" y="71466"/>
                </a:lnTo>
                <a:cubicBezTo>
                  <a:pt x="368529" y="70877"/>
                  <a:pt x="368234" y="70435"/>
                  <a:pt x="368234" y="69993"/>
                </a:cubicBezTo>
                <a:cubicBezTo>
                  <a:pt x="368087" y="69550"/>
                  <a:pt x="368234" y="69108"/>
                  <a:pt x="368382" y="68519"/>
                </a:cubicBezTo>
                <a:cubicBezTo>
                  <a:pt x="368676" y="67930"/>
                  <a:pt x="368971" y="67340"/>
                  <a:pt x="369561" y="66603"/>
                </a:cubicBezTo>
                <a:cubicBezTo>
                  <a:pt x="370150" y="65867"/>
                  <a:pt x="371034" y="64983"/>
                  <a:pt x="372066" y="63804"/>
                </a:cubicBezTo>
                <a:cubicBezTo>
                  <a:pt x="372950" y="62920"/>
                  <a:pt x="373686" y="62330"/>
                  <a:pt x="374129" y="61888"/>
                </a:cubicBezTo>
                <a:cubicBezTo>
                  <a:pt x="374718" y="61299"/>
                  <a:pt x="375307" y="61004"/>
                  <a:pt x="375749" y="60857"/>
                </a:cubicBezTo>
                <a:cubicBezTo>
                  <a:pt x="376339" y="60709"/>
                  <a:pt x="376634" y="60709"/>
                  <a:pt x="377076" y="60857"/>
                </a:cubicBezTo>
                <a:cubicBezTo>
                  <a:pt x="377370" y="60857"/>
                  <a:pt x="377812" y="61151"/>
                  <a:pt x="378107" y="61593"/>
                </a:cubicBezTo>
                <a:close/>
                <a:moveTo>
                  <a:pt x="522807" y="61004"/>
                </a:moveTo>
                <a:cubicBezTo>
                  <a:pt x="523102" y="61299"/>
                  <a:pt x="523397" y="61741"/>
                  <a:pt x="523397" y="62183"/>
                </a:cubicBezTo>
                <a:cubicBezTo>
                  <a:pt x="523544" y="62625"/>
                  <a:pt x="523544" y="63067"/>
                  <a:pt x="523397" y="63509"/>
                </a:cubicBezTo>
                <a:cubicBezTo>
                  <a:pt x="523102" y="64098"/>
                  <a:pt x="522807" y="64688"/>
                  <a:pt x="522365" y="65425"/>
                </a:cubicBezTo>
                <a:cubicBezTo>
                  <a:pt x="521776" y="66161"/>
                  <a:pt x="521039" y="66898"/>
                  <a:pt x="520155" y="67782"/>
                </a:cubicBezTo>
                <a:cubicBezTo>
                  <a:pt x="519271" y="68814"/>
                  <a:pt x="518387" y="69550"/>
                  <a:pt x="517650" y="70140"/>
                </a:cubicBezTo>
                <a:cubicBezTo>
                  <a:pt x="516913" y="70582"/>
                  <a:pt x="516324" y="70877"/>
                  <a:pt x="515882" y="71171"/>
                </a:cubicBezTo>
                <a:cubicBezTo>
                  <a:pt x="515292" y="71319"/>
                  <a:pt x="514850" y="71319"/>
                  <a:pt x="514408" y="71319"/>
                </a:cubicBezTo>
                <a:cubicBezTo>
                  <a:pt x="513966" y="71171"/>
                  <a:pt x="513672" y="71024"/>
                  <a:pt x="513377" y="70582"/>
                </a:cubicBezTo>
                <a:lnTo>
                  <a:pt x="469908" y="27997"/>
                </a:lnTo>
                <a:cubicBezTo>
                  <a:pt x="465487" y="23576"/>
                  <a:pt x="461361" y="20187"/>
                  <a:pt x="457825" y="18124"/>
                </a:cubicBezTo>
                <a:cubicBezTo>
                  <a:pt x="454436" y="16061"/>
                  <a:pt x="450899" y="14735"/>
                  <a:pt x="447510" y="14146"/>
                </a:cubicBezTo>
                <a:cubicBezTo>
                  <a:pt x="444121" y="13556"/>
                  <a:pt x="440732" y="13851"/>
                  <a:pt x="437490" y="14883"/>
                </a:cubicBezTo>
                <a:cubicBezTo>
                  <a:pt x="434248" y="16061"/>
                  <a:pt x="431301" y="17977"/>
                  <a:pt x="428354" y="20924"/>
                </a:cubicBezTo>
                <a:cubicBezTo>
                  <a:pt x="424670" y="24608"/>
                  <a:pt x="422313" y="29618"/>
                  <a:pt x="421429" y="35954"/>
                </a:cubicBezTo>
                <a:cubicBezTo>
                  <a:pt x="420397" y="42290"/>
                  <a:pt x="420397" y="49953"/>
                  <a:pt x="421429" y="59088"/>
                </a:cubicBezTo>
                <a:lnTo>
                  <a:pt x="473886" y="110662"/>
                </a:lnTo>
                <a:cubicBezTo>
                  <a:pt x="474181" y="110957"/>
                  <a:pt x="474476" y="111399"/>
                  <a:pt x="474623" y="111841"/>
                </a:cubicBezTo>
                <a:cubicBezTo>
                  <a:pt x="474623" y="112283"/>
                  <a:pt x="474623" y="112725"/>
                  <a:pt x="474476" y="113167"/>
                </a:cubicBezTo>
                <a:cubicBezTo>
                  <a:pt x="474328" y="113756"/>
                  <a:pt x="473886" y="114346"/>
                  <a:pt x="473444" y="115082"/>
                </a:cubicBezTo>
                <a:cubicBezTo>
                  <a:pt x="473002" y="115819"/>
                  <a:pt x="472265" y="116703"/>
                  <a:pt x="471234" y="117587"/>
                </a:cubicBezTo>
                <a:cubicBezTo>
                  <a:pt x="470350" y="118472"/>
                  <a:pt x="469613" y="119208"/>
                  <a:pt x="468876" y="119798"/>
                </a:cubicBezTo>
                <a:cubicBezTo>
                  <a:pt x="468140" y="120240"/>
                  <a:pt x="467550" y="120682"/>
                  <a:pt x="466961" y="120829"/>
                </a:cubicBezTo>
                <a:cubicBezTo>
                  <a:pt x="466371" y="121124"/>
                  <a:pt x="465929" y="121124"/>
                  <a:pt x="465487" y="120977"/>
                </a:cubicBezTo>
                <a:cubicBezTo>
                  <a:pt x="465192" y="120829"/>
                  <a:pt x="464750" y="120682"/>
                  <a:pt x="464456" y="120387"/>
                </a:cubicBezTo>
                <a:lnTo>
                  <a:pt x="391369" y="48479"/>
                </a:lnTo>
                <a:cubicBezTo>
                  <a:pt x="391074" y="48037"/>
                  <a:pt x="390779" y="47742"/>
                  <a:pt x="390632" y="47300"/>
                </a:cubicBezTo>
                <a:cubicBezTo>
                  <a:pt x="390485" y="47006"/>
                  <a:pt x="390485" y="46416"/>
                  <a:pt x="390779" y="45974"/>
                </a:cubicBezTo>
                <a:cubicBezTo>
                  <a:pt x="390927" y="45385"/>
                  <a:pt x="391221" y="44795"/>
                  <a:pt x="391663" y="44058"/>
                </a:cubicBezTo>
                <a:cubicBezTo>
                  <a:pt x="392253" y="43469"/>
                  <a:pt x="392842" y="42732"/>
                  <a:pt x="393726" y="41701"/>
                </a:cubicBezTo>
                <a:cubicBezTo>
                  <a:pt x="394611" y="40817"/>
                  <a:pt x="395495" y="40080"/>
                  <a:pt x="396084" y="39638"/>
                </a:cubicBezTo>
                <a:cubicBezTo>
                  <a:pt x="396821" y="39048"/>
                  <a:pt x="397410" y="38754"/>
                  <a:pt x="397852" y="38606"/>
                </a:cubicBezTo>
                <a:cubicBezTo>
                  <a:pt x="398442" y="38459"/>
                  <a:pt x="398884" y="38459"/>
                  <a:pt x="399178" y="38606"/>
                </a:cubicBezTo>
                <a:cubicBezTo>
                  <a:pt x="399621" y="38754"/>
                  <a:pt x="400063" y="39048"/>
                  <a:pt x="400357" y="39343"/>
                </a:cubicBezTo>
                <a:lnTo>
                  <a:pt x="410672" y="49511"/>
                </a:lnTo>
                <a:cubicBezTo>
                  <a:pt x="410083" y="40669"/>
                  <a:pt x="410819" y="33154"/>
                  <a:pt x="412588" y="27113"/>
                </a:cubicBezTo>
                <a:cubicBezTo>
                  <a:pt x="414503" y="20924"/>
                  <a:pt x="417450" y="15914"/>
                  <a:pt x="421281" y="11936"/>
                </a:cubicBezTo>
                <a:cubicBezTo>
                  <a:pt x="425997" y="7220"/>
                  <a:pt x="430859" y="3979"/>
                  <a:pt x="435722" y="2210"/>
                </a:cubicBezTo>
                <a:cubicBezTo>
                  <a:pt x="440585" y="589"/>
                  <a:pt x="445300" y="0"/>
                  <a:pt x="450015" y="737"/>
                </a:cubicBezTo>
                <a:cubicBezTo>
                  <a:pt x="454730" y="1326"/>
                  <a:pt x="459446" y="3094"/>
                  <a:pt x="464014" y="5747"/>
                </a:cubicBezTo>
                <a:cubicBezTo>
                  <a:pt x="468434" y="8546"/>
                  <a:pt x="473297" y="12378"/>
                  <a:pt x="478454" y="17535"/>
                </a:cubicBezTo>
                <a:lnTo>
                  <a:pt x="522807" y="61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CE14A-4C49-4611-ADD6-7F2065D5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394" y="1379584"/>
            <a:ext cx="43322" cy="43616"/>
          </a:xfrm>
          <a:custGeom xmlns:a="http://schemas.openxmlformats.org/drawingml/2006/main">
            <a:pathLst>
              <a:path w="43322" h="43616">
                <a:moveTo>
                  <a:pt x="40522" y="2505"/>
                </a:moveTo>
                <a:cubicBezTo>
                  <a:pt x="42143" y="3979"/>
                  <a:pt x="43027" y="5305"/>
                  <a:pt x="43174" y="6336"/>
                </a:cubicBezTo>
                <a:cubicBezTo>
                  <a:pt x="43322" y="7220"/>
                  <a:pt x="43027" y="8104"/>
                  <a:pt x="42290" y="8841"/>
                </a:cubicBezTo>
                <a:lnTo>
                  <a:pt x="8989" y="42732"/>
                </a:lnTo>
                <a:cubicBezTo>
                  <a:pt x="8252" y="43322"/>
                  <a:pt x="7515" y="43616"/>
                  <a:pt x="6484" y="43469"/>
                </a:cubicBezTo>
                <a:cubicBezTo>
                  <a:pt x="5305" y="43469"/>
                  <a:pt x="4126" y="42585"/>
                  <a:pt x="2652" y="41111"/>
                </a:cubicBezTo>
                <a:cubicBezTo>
                  <a:pt x="1031" y="39638"/>
                  <a:pt x="295" y="38312"/>
                  <a:pt x="147" y="37280"/>
                </a:cubicBezTo>
                <a:cubicBezTo>
                  <a:pt x="0" y="36249"/>
                  <a:pt x="295" y="35365"/>
                  <a:pt x="884" y="34775"/>
                </a:cubicBezTo>
                <a:lnTo>
                  <a:pt x="34186" y="884"/>
                </a:lnTo>
                <a:cubicBezTo>
                  <a:pt x="34481" y="589"/>
                  <a:pt x="34923" y="295"/>
                  <a:pt x="35365" y="147"/>
                </a:cubicBezTo>
                <a:cubicBezTo>
                  <a:pt x="35807" y="0"/>
                  <a:pt x="36249" y="0"/>
                  <a:pt x="36838" y="0"/>
                </a:cubicBezTo>
                <a:cubicBezTo>
                  <a:pt x="37280" y="147"/>
                  <a:pt x="37870" y="442"/>
                  <a:pt x="38459" y="737"/>
                </a:cubicBezTo>
                <a:cubicBezTo>
                  <a:pt x="39048" y="1179"/>
                  <a:pt x="39785" y="1768"/>
                  <a:pt x="40522" y="25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F11AC-A92B-4653-9AAB-F92C82E4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90" y="854861"/>
            <a:ext cx="505125" cy="541816"/>
          </a:xfrm>
          <a:custGeom xmlns:a="http://schemas.openxmlformats.org/drawingml/2006/main">
            <a:pathLst>
              <a:path w="505125" h="541816">
                <a:moveTo>
                  <a:pt x="119208" y="494516"/>
                </a:moveTo>
                <a:cubicBezTo>
                  <a:pt x="119650" y="494958"/>
                  <a:pt x="119945" y="495547"/>
                  <a:pt x="119945" y="496284"/>
                </a:cubicBezTo>
                <a:cubicBezTo>
                  <a:pt x="119945" y="496873"/>
                  <a:pt x="119650" y="497610"/>
                  <a:pt x="119208" y="498199"/>
                </a:cubicBezTo>
                <a:cubicBezTo>
                  <a:pt x="118766" y="498936"/>
                  <a:pt x="118177" y="499820"/>
                  <a:pt x="117145" y="500704"/>
                </a:cubicBezTo>
                <a:cubicBezTo>
                  <a:pt x="116261" y="501736"/>
                  <a:pt x="115377" y="502325"/>
                  <a:pt x="114640" y="502915"/>
                </a:cubicBezTo>
                <a:cubicBezTo>
                  <a:pt x="113904" y="503357"/>
                  <a:pt x="113167" y="503652"/>
                  <a:pt x="112577" y="503799"/>
                </a:cubicBezTo>
                <a:cubicBezTo>
                  <a:pt x="111841" y="503799"/>
                  <a:pt x="111251" y="503652"/>
                  <a:pt x="110809" y="503062"/>
                </a:cubicBezTo>
                <a:lnTo>
                  <a:pt x="102557" y="495105"/>
                </a:lnTo>
                <a:cubicBezTo>
                  <a:pt x="102852" y="501883"/>
                  <a:pt x="102115" y="508072"/>
                  <a:pt x="100200" y="513966"/>
                </a:cubicBezTo>
                <a:cubicBezTo>
                  <a:pt x="98137" y="519860"/>
                  <a:pt x="95190" y="524870"/>
                  <a:pt x="90917" y="529144"/>
                </a:cubicBezTo>
                <a:cubicBezTo>
                  <a:pt x="87233" y="532975"/>
                  <a:pt x="83254" y="535922"/>
                  <a:pt x="79276" y="537985"/>
                </a:cubicBezTo>
                <a:cubicBezTo>
                  <a:pt x="75297" y="540048"/>
                  <a:pt x="71319" y="541226"/>
                  <a:pt x="67488" y="541521"/>
                </a:cubicBezTo>
                <a:cubicBezTo>
                  <a:pt x="63509" y="541816"/>
                  <a:pt x="59678" y="541226"/>
                  <a:pt x="55994" y="539753"/>
                </a:cubicBezTo>
                <a:cubicBezTo>
                  <a:pt x="52163" y="538279"/>
                  <a:pt x="48626" y="535922"/>
                  <a:pt x="45385" y="532680"/>
                </a:cubicBezTo>
                <a:cubicBezTo>
                  <a:pt x="41406" y="528701"/>
                  <a:pt x="38606" y="524428"/>
                  <a:pt x="37280" y="519860"/>
                </a:cubicBezTo>
                <a:cubicBezTo>
                  <a:pt x="35954" y="515145"/>
                  <a:pt x="35807" y="510430"/>
                  <a:pt x="36838" y="505420"/>
                </a:cubicBezTo>
                <a:cubicBezTo>
                  <a:pt x="37870" y="500262"/>
                  <a:pt x="39933" y="495105"/>
                  <a:pt x="43174" y="489948"/>
                </a:cubicBezTo>
                <a:cubicBezTo>
                  <a:pt x="46416" y="484643"/>
                  <a:pt x="50689" y="479338"/>
                  <a:pt x="55847" y="474034"/>
                </a:cubicBezTo>
                <a:lnTo>
                  <a:pt x="67340" y="462393"/>
                </a:lnTo>
                <a:lnTo>
                  <a:pt x="61004" y="456204"/>
                </a:lnTo>
                <a:cubicBezTo>
                  <a:pt x="57910" y="453110"/>
                  <a:pt x="54815" y="450752"/>
                  <a:pt x="51721" y="448984"/>
                </a:cubicBezTo>
                <a:cubicBezTo>
                  <a:pt x="48774" y="447363"/>
                  <a:pt x="45679" y="446331"/>
                  <a:pt x="42585" y="446184"/>
                </a:cubicBezTo>
                <a:cubicBezTo>
                  <a:pt x="39638" y="446184"/>
                  <a:pt x="36543" y="446773"/>
                  <a:pt x="33449" y="448394"/>
                </a:cubicBezTo>
                <a:cubicBezTo>
                  <a:pt x="30355" y="449868"/>
                  <a:pt x="27113" y="452225"/>
                  <a:pt x="23871" y="455615"/>
                </a:cubicBezTo>
                <a:cubicBezTo>
                  <a:pt x="20777" y="458856"/>
                  <a:pt x="18272" y="462098"/>
                  <a:pt x="16504" y="465487"/>
                </a:cubicBezTo>
                <a:cubicBezTo>
                  <a:pt x="14735" y="468876"/>
                  <a:pt x="13409" y="471971"/>
                  <a:pt x="12378" y="474918"/>
                </a:cubicBezTo>
                <a:cubicBezTo>
                  <a:pt x="11494" y="477717"/>
                  <a:pt x="10757" y="480222"/>
                  <a:pt x="10315" y="482285"/>
                </a:cubicBezTo>
                <a:cubicBezTo>
                  <a:pt x="9873" y="484348"/>
                  <a:pt x="9431" y="485527"/>
                  <a:pt x="8841" y="486117"/>
                </a:cubicBezTo>
                <a:cubicBezTo>
                  <a:pt x="8546" y="486411"/>
                  <a:pt x="8252" y="486706"/>
                  <a:pt x="7810" y="486853"/>
                </a:cubicBezTo>
                <a:cubicBezTo>
                  <a:pt x="7515" y="487001"/>
                  <a:pt x="7073" y="487001"/>
                  <a:pt x="6484" y="487001"/>
                </a:cubicBezTo>
                <a:cubicBezTo>
                  <a:pt x="6041" y="486853"/>
                  <a:pt x="5599" y="486559"/>
                  <a:pt x="5010" y="486264"/>
                </a:cubicBezTo>
                <a:cubicBezTo>
                  <a:pt x="4421" y="485822"/>
                  <a:pt x="3831" y="485380"/>
                  <a:pt x="3242" y="484790"/>
                </a:cubicBezTo>
                <a:cubicBezTo>
                  <a:pt x="2063" y="483612"/>
                  <a:pt x="1326" y="482580"/>
                  <a:pt x="737" y="481843"/>
                </a:cubicBezTo>
                <a:cubicBezTo>
                  <a:pt x="295" y="480959"/>
                  <a:pt x="0" y="479928"/>
                  <a:pt x="0" y="478602"/>
                </a:cubicBezTo>
                <a:cubicBezTo>
                  <a:pt x="0" y="477275"/>
                  <a:pt x="295" y="475212"/>
                  <a:pt x="1179" y="472707"/>
                </a:cubicBezTo>
                <a:cubicBezTo>
                  <a:pt x="1916" y="470055"/>
                  <a:pt x="2947" y="467255"/>
                  <a:pt x="4421" y="464161"/>
                </a:cubicBezTo>
                <a:cubicBezTo>
                  <a:pt x="5894" y="461214"/>
                  <a:pt x="7515" y="458120"/>
                  <a:pt x="9578" y="455172"/>
                </a:cubicBezTo>
                <a:cubicBezTo>
                  <a:pt x="11641" y="452078"/>
                  <a:pt x="13999" y="449278"/>
                  <a:pt x="16504" y="446626"/>
                </a:cubicBezTo>
                <a:cubicBezTo>
                  <a:pt x="21513" y="441616"/>
                  <a:pt x="26229" y="437932"/>
                  <a:pt x="30797" y="435722"/>
                </a:cubicBezTo>
                <a:cubicBezTo>
                  <a:pt x="35365" y="433512"/>
                  <a:pt x="39933" y="432333"/>
                  <a:pt x="44206" y="432480"/>
                </a:cubicBezTo>
                <a:cubicBezTo>
                  <a:pt x="48626" y="432628"/>
                  <a:pt x="52900" y="433806"/>
                  <a:pt x="57173" y="436164"/>
                </a:cubicBezTo>
                <a:cubicBezTo>
                  <a:pt x="61299" y="438522"/>
                  <a:pt x="65572" y="441763"/>
                  <a:pt x="69698" y="445889"/>
                </a:cubicBezTo>
                <a:lnTo>
                  <a:pt x="119208" y="494516"/>
                </a:lnTo>
                <a:close/>
                <a:moveTo>
                  <a:pt x="75297" y="470202"/>
                </a:moveTo>
                <a:lnTo>
                  <a:pt x="62183" y="483464"/>
                </a:lnTo>
                <a:cubicBezTo>
                  <a:pt x="58352" y="487443"/>
                  <a:pt x="55257" y="491127"/>
                  <a:pt x="53194" y="494663"/>
                </a:cubicBezTo>
                <a:cubicBezTo>
                  <a:pt x="50984" y="498347"/>
                  <a:pt x="49658" y="501736"/>
                  <a:pt x="49068" y="504978"/>
                </a:cubicBezTo>
                <a:cubicBezTo>
                  <a:pt x="48479" y="508219"/>
                  <a:pt x="48774" y="511314"/>
                  <a:pt x="49658" y="514114"/>
                </a:cubicBezTo>
                <a:cubicBezTo>
                  <a:pt x="50689" y="516913"/>
                  <a:pt x="52310" y="519566"/>
                  <a:pt x="54815" y="521923"/>
                </a:cubicBezTo>
                <a:cubicBezTo>
                  <a:pt x="58941" y="526049"/>
                  <a:pt x="63656" y="527965"/>
                  <a:pt x="68666" y="527817"/>
                </a:cubicBezTo>
                <a:cubicBezTo>
                  <a:pt x="73824" y="527523"/>
                  <a:pt x="78834" y="525018"/>
                  <a:pt x="83549" y="520155"/>
                </a:cubicBezTo>
                <a:cubicBezTo>
                  <a:pt x="87380" y="516324"/>
                  <a:pt x="89885" y="511903"/>
                  <a:pt x="91211" y="506599"/>
                </a:cubicBezTo>
                <a:cubicBezTo>
                  <a:pt x="92390" y="501294"/>
                  <a:pt x="92832" y="494810"/>
                  <a:pt x="92390" y="487148"/>
                </a:cubicBezTo>
                <a:lnTo>
                  <a:pt x="75297" y="470202"/>
                </a:lnTo>
                <a:close/>
                <a:moveTo>
                  <a:pt x="204673" y="407578"/>
                </a:moveTo>
                <a:cubicBezTo>
                  <a:pt x="204968" y="407872"/>
                  <a:pt x="205115" y="408314"/>
                  <a:pt x="205262" y="408756"/>
                </a:cubicBezTo>
                <a:cubicBezTo>
                  <a:pt x="205410" y="409198"/>
                  <a:pt x="205410" y="409641"/>
                  <a:pt x="205115" y="410083"/>
                </a:cubicBezTo>
                <a:cubicBezTo>
                  <a:pt x="204968" y="410672"/>
                  <a:pt x="204673" y="411261"/>
                  <a:pt x="204083" y="411998"/>
                </a:cubicBezTo>
                <a:cubicBezTo>
                  <a:pt x="203641" y="412735"/>
                  <a:pt x="202905" y="413472"/>
                  <a:pt x="202021" y="414503"/>
                </a:cubicBezTo>
                <a:cubicBezTo>
                  <a:pt x="201136" y="415387"/>
                  <a:pt x="200252" y="416124"/>
                  <a:pt x="199516" y="416713"/>
                </a:cubicBezTo>
                <a:cubicBezTo>
                  <a:pt x="198779" y="417156"/>
                  <a:pt x="198189" y="417598"/>
                  <a:pt x="197747" y="417745"/>
                </a:cubicBezTo>
                <a:cubicBezTo>
                  <a:pt x="197158" y="417892"/>
                  <a:pt x="196716" y="417892"/>
                  <a:pt x="196274" y="417892"/>
                </a:cubicBezTo>
                <a:cubicBezTo>
                  <a:pt x="195832" y="417745"/>
                  <a:pt x="195537" y="417598"/>
                  <a:pt x="195095" y="417156"/>
                </a:cubicBezTo>
                <a:lnTo>
                  <a:pt x="151773" y="374571"/>
                </a:lnTo>
                <a:cubicBezTo>
                  <a:pt x="147205" y="370150"/>
                  <a:pt x="143227" y="366908"/>
                  <a:pt x="139690" y="364698"/>
                </a:cubicBezTo>
                <a:cubicBezTo>
                  <a:pt x="136154" y="362635"/>
                  <a:pt x="132765" y="361309"/>
                  <a:pt x="129376" y="360719"/>
                </a:cubicBezTo>
                <a:cubicBezTo>
                  <a:pt x="125987" y="360130"/>
                  <a:pt x="122597" y="360425"/>
                  <a:pt x="119356" y="361604"/>
                </a:cubicBezTo>
                <a:cubicBezTo>
                  <a:pt x="116114" y="362635"/>
                  <a:pt x="113020" y="364698"/>
                  <a:pt x="110220" y="367498"/>
                </a:cubicBezTo>
                <a:cubicBezTo>
                  <a:pt x="106536" y="371329"/>
                  <a:pt x="104178" y="376339"/>
                  <a:pt x="103147" y="382528"/>
                </a:cubicBezTo>
                <a:cubicBezTo>
                  <a:pt x="102115" y="388864"/>
                  <a:pt x="102263" y="396673"/>
                  <a:pt x="103294" y="405809"/>
                </a:cubicBezTo>
                <a:lnTo>
                  <a:pt x="155752" y="457235"/>
                </a:lnTo>
                <a:cubicBezTo>
                  <a:pt x="156047" y="457677"/>
                  <a:pt x="156341" y="457972"/>
                  <a:pt x="156341" y="458414"/>
                </a:cubicBezTo>
                <a:cubicBezTo>
                  <a:pt x="156489" y="458856"/>
                  <a:pt x="156489" y="459298"/>
                  <a:pt x="156341" y="459888"/>
                </a:cubicBezTo>
                <a:cubicBezTo>
                  <a:pt x="156047" y="460330"/>
                  <a:pt x="155752" y="460919"/>
                  <a:pt x="155310" y="461656"/>
                </a:cubicBezTo>
                <a:cubicBezTo>
                  <a:pt x="154720" y="462393"/>
                  <a:pt x="153984" y="463277"/>
                  <a:pt x="153099" y="464161"/>
                </a:cubicBezTo>
                <a:cubicBezTo>
                  <a:pt x="152215" y="465192"/>
                  <a:pt x="151331" y="465782"/>
                  <a:pt x="150594" y="466371"/>
                </a:cubicBezTo>
                <a:cubicBezTo>
                  <a:pt x="150005" y="466813"/>
                  <a:pt x="149268" y="467255"/>
                  <a:pt x="148826" y="467403"/>
                </a:cubicBezTo>
                <a:cubicBezTo>
                  <a:pt x="148237" y="467697"/>
                  <a:pt x="147795" y="467697"/>
                  <a:pt x="147353" y="467550"/>
                </a:cubicBezTo>
                <a:cubicBezTo>
                  <a:pt x="146911" y="467403"/>
                  <a:pt x="146616" y="467255"/>
                  <a:pt x="146321" y="466961"/>
                </a:cubicBezTo>
                <a:lnTo>
                  <a:pt x="73234" y="395053"/>
                </a:lnTo>
                <a:cubicBezTo>
                  <a:pt x="72792" y="394758"/>
                  <a:pt x="72645" y="394316"/>
                  <a:pt x="72498" y="393874"/>
                </a:cubicBezTo>
                <a:cubicBezTo>
                  <a:pt x="72350" y="393579"/>
                  <a:pt x="72350" y="392990"/>
                  <a:pt x="72498" y="392548"/>
                </a:cubicBezTo>
                <a:cubicBezTo>
                  <a:pt x="72792" y="391958"/>
                  <a:pt x="73087" y="391369"/>
                  <a:pt x="73529" y="390632"/>
                </a:cubicBezTo>
                <a:cubicBezTo>
                  <a:pt x="73971" y="390043"/>
                  <a:pt x="74708" y="389306"/>
                  <a:pt x="75592" y="388274"/>
                </a:cubicBezTo>
                <a:cubicBezTo>
                  <a:pt x="76476" y="387390"/>
                  <a:pt x="77213" y="386653"/>
                  <a:pt x="77950" y="386211"/>
                </a:cubicBezTo>
                <a:cubicBezTo>
                  <a:pt x="78539" y="385622"/>
                  <a:pt x="79128" y="385327"/>
                  <a:pt x="79718" y="385180"/>
                </a:cubicBezTo>
                <a:cubicBezTo>
                  <a:pt x="80160" y="385033"/>
                  <a:pt x="80602" y="385033"/>
                  <a:pt x="81044" y="385180"/>
                </a:cubicBezTo>
                <a:cubicBezTo>
                  <a:pt x="81486" y="385327"/>
                  <a:pt x="81781" y="385622"/>
                  <a:pt x="82075" y="385917"/>
                </a:cubicBezTo>
                <a:lnTo>
                  <a:pt x="92537" y="396084"/>
                </a:lnTo>
                <a:cubicBezTo>
                  <a:pt x="91948" y="387243"/>
                  <a:pt x="92537" y="379728"/>
                  <a:pt x="94453" y="373686"/>
                </a:cubicBezTo>
                <a:cubicBezTo>
                  <a:pt x="96369" y="367645"/>
                  <a:pt x="99168" y="362488"/>
                  <a:pt x="103147" y="358509"/>
                </a:cubicBezTo>
                <a:cubicBezTo>
                  <a:pt x="107862" y="353794"/>
                  <a:pt x="112577" y="350552"/>
                  <a:pt x="117440" y="348784"/>
                </a:cubicBezTo>
                <a:cubicBezTo>
                  <a:pt x="122303" y="347163"/>
                  <a:pt x="127165" y="346574"/>
                  <a:pt x="131881" y="347310"/>
                </a:cubicBezTo>
                <a:cubicBezTo>
                  <a:pt x="136596" y="347900"/>
                  <a:pt x="141164" y="349668"/>
                  <a:pt x="145732" y="352320"/>
                </a:cubicBezTo>
                <a:cubicBezTo>
                  <a:pt x="150300" y="355120"/>
                  <a:pt x="155162" y="358951"/>
                  <a:pt x="160320" y="364109"/>
                </a:cubicBezTo>
                <a:lnTo>
                  <a:pt x="204673" y="407578"/>
                </a:lnTo>
                <a:close/>
                <a:moveTo>
                  <a:pt x="254331" y="318134"/>
                </a:moveTo>
                <a:cubicBezTo>
                  <a:pt x="257867" y="321524"/>
                  <a:pt x="260372" y="325207"/>
                  <a:pt x="261846" y="329333"/>
                </a:cubicBezTo>
                <a:cubicBezTo>
                  <a:pt x="263319" y="333312"/>
                  <a:pt x="263909" y="337438"/>
                  <a:pt x="263467" y="341858"/>
                </a:cubicBezTo>
                <a:cubicBezTo>
                  <a:pt x="263025" y="346131"/>
                  <a:pt x="261698" y="350405"/>
                  <a:pt x="259488" y="354825"/>
                </a:cubicBezTo>
                <a:cubicBezTo>
                  <a:pt x="257130" y="359099"/>
                  <a:pt x="254036" y="363372"/>
                  <a:pt x="250058" y="367350"/>
                </a:cubicBezTo>
                <a:cubicBezTo>
                  <a:pt x="247553" y="369855"/>
                  <a:pt x="245048" y="372066"/>
                  <a:pt x="242395" y="373981"/>
                </a:cubicBezTo>
                <a:cubicBezTo>
                  <a:pt x="239743" y="375749"/>
                  <a:pt x="237238" y="377370"/>
                  <a:pt x="234880" y="378549"/>
                </a:cubicBezTo>
                <a:cubicBezTo>
                  <a:pt x="232375" y="379728"/>
                  <a:pt x="230165" y="380759"/>
                  <a:pt x="228249" y="381201"/>
                </a:cubicBezTo>
                <a:cubicBezTo>
                  <a:pt x="226334" y="381791"/>
                  <a:pt x="224860" y="382233"/>
                  <a:pt x="223681" y="382233"/>
                </a:cubicBezTo>
                <a:cubicBezTo>
                  <a:pt x="222503" y="382233"/>
                  <a:pt x="221471" y="382086"/>
                  <a:pt x="220440" y="381496"/>
                </a:cubicBezTo>
                <a:cubicBezTo>
                  <a:pt x="219261" y="381054"/>
                  <a:pt x="218082" y="380023"/>
                  <a:pt x="216756" y="378696"/>
                </a:cubicBezTo>
                <a:cubicBezTo>
                  <a:pt x="216019" y="378107"/>
                  <a:pt x="215577" y="377370"/>
                  <a:pt x="215135" y="376781"/>
                </a:cubicBezTo>
                <a:cubicBezTo>
                  <a:pt x="214693" y="376191"/>
                  <a:pt x="214251" y="375602"/>
                  <a:pt x="214103" y="375013"/>
                </a:cubicBezTo>
                <a:cubicBezTo>
                  <a:pt x="213809" y="374423"/>
                  <a:pt x="213809" y="373981"/>
                  <a:pt x="213956" y="373539"/>
                </a:cubicBezTo>
                <a:cubicBezTo>
                  <a:pt x="213956" y="373097"/>
                  <a:pt x="214103" y="372655"/>
                  <a:pt x="214546" y="372360"/>
                </a:cubicBezTo>
                <a:cubicBezTo>
                  <a:pt x="214988" y="371771"/>
                  <a:pt x="216314" y="371329"/>
                  <a:pt x="218082" y="370887"/>
                </a:cubicBezTo>
                <a:cubicBezTo>
                  <a:pt x="219998" y="370445"/>
                  <a:pt x="222208" y="369855"/>
                  <a:pt x="224713" y="369119"/>
                </a:cubicBezTo>
                <a:cubicBezTo>
                  <a:pt x="227365" y="368234"/>
                  <a:pt x="230165" y="367056"/>
                  <a:pt x="233259" y="365435"/>
                </a:cubicBezTo>
                <a:cubicBezTo>
                  <a:pt x="236206" y="363814"/>
                  <a:pt x="239301" y="361456"/>
                  <a:pt x="242395" y="358362"/>
                </a:cubicBezTo>
                <a:cubicBezTo>
                  <a:pt x="244753" y="356004"/>
                  <a:pt x="246668" y="353499"/>
                  <a:pt x="248142" y="350847"/>
                </a:cubicBezTo>
                <a:cubicBezTo>
                  <a:pt x="249615" y="348342"/>
                  <a:pt x="250647" y="345689"/>
                  <a:pt x="250942" y="343184"/>
                </a:cubicBezTo>
                <a:cubicBezTo>
                  <a:pt x="251384" y="340532"/>
                  <a:pt x="251236" y="338027"/>
                  <a:pt x="250352" y="335522"/>
                </a:cubicBezTo>
                <a:cubicBezTo>
                  <a:pt x="249468" y="333017"/>
                  <a:pt x="247847" y="330659"/>
                  <a:pt x="245637" y="328449"/>
                </a:cubicBezTo>
                <a:cubicBezTo>
                  <a:pt x="243279" y="326239"/>
                  <a:pt x="240922" y="324913"/>
                  <a:pt x="238269" y="324471"/>
                </a:cubicBezTo>
                <a:cubicBezTo>
                  <a:pt x="235617" y="323881"/>
                  <a:pt x="232965" y="324029"/>
                  <a:pt x="230018" y="324618"/>
                </a:cubicBezTo>
                <a:cubicBezTo>
                  <a:pt x="227071" y="325207"/>
                  <a:pt x="224123" y="326239"/>
                  <a:pt x="221029" y="327565"/>
                </a:cubicBezTo>
                <a:cubicBezTo>
                  <a:pt x="217935" y="328891"/>
                  <a:pt x="214840" y="330365"/>
                  <a:pt x="211598" y="331838"/>
                </a:cubicBezTo>
                <a:cubicBezTo>
                  <a:pt x="208357" y="333164"/>
                  <a:pt x="204968" y="334491"/>
                  <a:pt x="201726" y="335522"/>
                </a:cubicBezTo>
                <a:cubicBezTo>
                  <a:pt x="198337" y="336701"/>
                  <a:pt x="195095" y="337290"/>
                  <a:pt x="191706" y="337438"/>
                </a:cubicBezTo>
                <a:cubicBezTo>
                  <a:pt x="188317" y="337732"/>
                  <a:pt x="185075" y="337143"/>
                  <a:pt x="181686" y="335964"/>
                </a:cubicBezTo>
                <a:cubicBezTo>
                  <a:pt x="178444" y="334933"/>
                  <a:pt x="175202" y="332722"/>
                  <a:pt x="171961" y="329628"/>
                </a:cubicBezTo>
                <a:cubicBezTo>
                  <a:pt x="169456" y="327123"/>
                  <a:pt x="167393" y="324176"/>
                  <a:pt x="165919" y="320787"/>
                </a:cubicBezTo>
                <a:cubicBezTo>
                  <a:pt x="164446" y="317398"/>
                  <a:pt x="163709" y="313714"/>
                  <a:pt x="163709" y="309883"/>
                </a:cubicBezTo>
                <a:cubicBezTo>
                  <a:pt x="163856" y="305904"/>
                  <a:pt x="164740" y="301778"/>
                  <a:pt x="166656" y="297505"/>
                </a:cubicBezTo>
                <a:cubicBezTo>
                  <a:pt x="168571" y="293232"/>
                  <a:pt x="171666" y="288811"/>
                  <a:pt x="175939" y="284538"/>
                </a:cubicBezTo>
                <a:cubicBezTo>
                  <a:pt x="177707" y="282770"/>
                  <a:pt x="179623" y="281002"/>
                  <a:pt x="181686" y="279528"/>
                </a:cubicBezTo>
                <a:cubicBezTo>
                  <a:pt x="183749" y="278055"/>
                  <a:pt x="185812" y="276728"/>
                  <a:pt x="187727" y="275697"/>
                </a:cubicBezTo>
                <a:cubicBezTo>
                  <a:pt x="189643" y="274813"/>
                  <a:pt x="191411" y="273929"/>
                  <a:pt x="193032" y="273487"/>
                </a:cubicBezTo>
                <a:cubicBezTo>
                  <a:pt x="194653" y="272897"/>
                  <a:pt x="195979" y="272602"/>
                  <a:pt x="197011" y="272455"/>
                </a:cubicBezTo>
                <a:cubicBezTo>
                  <a:pt x="198042" y="272308"/>
                  <a:pt x="198779" y="272308"/>
                  <a:pt x="199221" y="272455"/>
                </a:cubicBezTo>
                <a:cubicBezTo>
                  <a:pt x="199663" y="272455"/>
                  <a:pt x="200105" y="272750"/>
                  <a:pt x="200547" y="272897"/>
                </a:cubicBezTo>
                <a:cubicBezTo>
                  <a:pt x="200989" y="273192"/>
                  <a:pt x="201431" y="273487"/>
                  <a:pt x="201873" y="273929"/>
                </a:cubicBezTo>
                <a:cubicBezTo>
                  <a:pt x="202463" y="274223"/>
                  <a:pt x="203052" y="274813"/>
                  <a:pt x="203641" y="275402"/>
                </a:cubicBezTo>
                <a:cubicBezTo>
                  <a:pt x="204231" y="275992"/>
                  <a:pt x="204820" y="276728"/>
                  <a:pt x="205262" y="277318"/>
                </a:cubicBezTo>
                <a:cubicBezTo>
                  <a:pt x="205704" y="277907"/>
                  <a:pt x="205999" y="278349"/>
                  <a:pt x="206294" y="278939"/>
                </a:cubicBezTo>
                <a:cubicBezTo>
                  <a:pt x="206441" y="279528"/>
                  <a:pt x="206588" y="279970"/>
                  <a:pt x="206441" y="280412"/>
                </a:cubicBezTo>
                <a:cubicBezTo>
                  <a:pt x="206441" y="280854"/>
                  <a:pt x="206294" y="281149"/>
                  <a:pt x="205999" y="281444"/>
                </a:cubicBezTo>
                <a:cubicBezTo>
                  <a:pt x="205557" y="281886"/>
                  <a:pt x="204526" y="282328"/>
                  <a:pt x="203199" y="282622"/>
                </a:cubicBezTo>
                <a:cubicBezTo>
                  <a:pt x="201726" y="282770"/>
                  <a:pt x="199958" y="283359"/>
                  <a:pt x="197895" y="284096"/>
                </a:cubicBezTo>
                <a:cubicBezTo>
                  <a:pt x="195832" y="284685"/>
                  <a:pt x="193474" y="285717"/>
                  <a:pt x="190969" y="287190"/>
                </a:cubicBezTo>
                <a:cubicBezTo>
                  <a:pt x="188464" y="288517"/>
                  <a:pt x="185959" y="290432"/>
                  <a:pt x="183454" y="292937"/>
                </a:cubicBezTo>
                <a:cubicBezTo>
                  <a:pt x="181096" y="295442"/>
                  <a:pt x="179181" y="298095"/>
                  <a:pt x="177855" y="300452"/>
                </a:cubicBezTo>
                <a:cubicBezTo>
                  <a:pt x="176529" y="302957"/>
                  <a:pt x="175792" y="305462"/>
                  <a:pt x="175644" y="307672"/>
                </a:cubicBezTo>
                <a:cubicBezTo>
                  <a:pt x="175497" y="310030"/>
                  <a:pt x="175939" y="312240"/>
                  <a:pt x="176823" y="314303"/>
                </a:cubicBezTo>
                <a:cubicBezTo>
                  <a:pt x="177560" y="316219"/>
                  <a:pt x="178886" y="318134"/>
                  <a:pt x="180654" y="319903"/>
                </a:cubicBezTo>
                <a:cubicBezTo>
                  <a:pt x="183012" y="322113"/>
                  <a:pt x="185517" y="323587"/>
                  <a:pt x="188169" y="324176"/>
                </a:cubicBezTo>
                <a:cubicBezTo>
                  <a:pt x="190822" y="324618"/>
                  <a:pt x="193621" y="324618"/>
                  <a:pt x="196569" y="324029"/>
                </a:cubicBezTo>
                <a:cubicBezTo>
                  <a:pt x="199516" y="323292"/>
                  <a:pt x="202610" y="322408"/>
                  <a:pt x="205704" y="320934"/>
                </a:cubicBezTo>
                <a:cubicBezTo>
                  <a:pt x="208799" y="319608"/>
                  <a:pt x="212041" y="318282"/>
                  <a:pt x="215282" y="316808"/>
                </a:cubicBezTo>
                <a:cubicBezTo>
                  <a:pt x="218524" y="315335"/>
                  <a:pt x="221766" y="314009"/>
                  <a:pt x="225008" y="312830"/>
                </a:cubicBezTo>
                <a:cubicBezTo>
                  <a:pt x="228397" y="311651"/>
                  <a:pt x="231786" y="310914"/>
                  <a:pt x="235028" y="310767"/>
                </a:cubicBezTo>
                <a:cubicBezTo>
                  <a:pt x="238269" y="310472"/>
                  <a:pt x="241658" y="310914"/>
                  <a:pt x="244900" y="311946"/>
                </a:cubicBezTo>
                <a:cubicBezTo>
                  <a:pt x="248142" y="312977"/>
                  <a:pt x="251236" y="315040"/>
                  <a:pt x="254331" y="318134"/>
                </a:cubicBezTo>
                <a:close/>
                <a:moveTo>
                  <a:pt x="315629" y="148089"/>
                </a:moveTo>
                <a:cubicBezTo>
                  <a:pt x="315924" y="148384"/>
                  <a:pt x="316219" y="148679"/>
                  <a:pt x="316514" y="149121"/>
                </a:cubicBezTo>
                <a:cubicBezTo>
                  <a:pt x="316661" y="149563"/>
                  <a:pt x="317103" y="150005"/>
                  <a:pt x="317398" y="150594"/>
                </a:cubicBezTo>
                <a:lnTo>
                  <a:pt x="366319" y="243132"/>
                </a:lnTo>
                <a:cubicBezTo>
                  <a:pt x="366614" y="243721"/>
                  <a:pt x="366761" y="244311"/>
                  <a:pt x="366761" y="244753"/>
                </a:cubicBezTo>
                <a:cubicBezTo>
                  <a:pt x="366761" y="245342"/>
                  <a:pt x="366614" y="245932"/>
                  <a:pt x="366171" y="246668"/>
                </a:cubicBezTo>
                <a:cubicBezTo>
                  <a:pt x="365877" y="247258"/>
                  <a:pt x="365435" y="247995"/>
                  <a:pt x="364698" y="248879"/>
                </a:cubicBezTo>
                <a:cubicBezTo>
                  <a:pt x="363961" y="249615"/>
                  <a:pt x="363077" y="250647"/>
                  <a:pt x="362046" y="251678"/>
                </a:cubicBezTo>
                <a:cubicBezTo>
                  <a:pt x="360867" y="252857"/>
                  <a:pt x="359983" y="253741"/>
                  <a:pt x="359099" y="254478"/>
                </a:cubicBezTo>
                <a:cubicBezTo>
                  <a:pt x="358214" y="255215"/>
                  <a:pt x="357478" y="255804"/>
                  <a:pt x="356741" y="256099"/>
                </a:cubicBezTo>
                <a:cubicBezTo>
                  <a:pt x="356151" y="256541"/>
                  <a:pt x="355415" y="256688"/>
                  <a:pt x="354973" y="256688"/>
                </a:cubicBezTo>
                <a:cubicBezTo>
                  <a:pt x="354383" y="256688"/>
                  <a:pt x="353794" y="256688"/>
                  <a:pt x="353352" y="256394"/>
                </a:cubicBezTo>
                <a:lnTo>
                  <a:pt x="278939" y="216608"/>
                </a:lnTo>
                <a:lnTo>
                  <a:pt x="278202" y="216166"/>
                </a:lnTo>
                <a:lnTo>
                  <a:pt x="278644" y="216903"/>
                </a:lnTo>
                <a:lnTo>
                  <a:pt x="320787" y="289548"/>
                </a:lnTo>
                <a:cubicBezTo>
                  <a:pt x="321082" y="289990"/>
                  <a:pt x="321229" y="290580"/>
                  <a:pt x="321229" y="291169"/>
                </a:cubicBezTo>
                <a:cubicBezTo>
                  <a:pt x="321082" y="291758"/>
                  <a:pt x="320934" y="292348"/>
                  <a:pt x="320492" y="293085"/>
                </a:cubicBezTo>
                <a:cubicBezTo>
                  <a:pt x="320197" y="293821"/>
                  <a:pt x="319608" y="294705"/>
                  <a:pt x="318871" y="295442"/>
                </a:cubicBezTo>
                <a:cubicBezTo>
                  <a:pt x="318134" y="296326"/>
                  <a:pt x="317250" y="297358"/>
                  <a:pt x="316219" y="298389"/>
                </a:cubicBezTo>
                <a:cubicBezTo>
                  <a:pt x="315187" y="299421"/>
                  <a:pt x="314156" y="300305"/>
                  <a:pt x="313419" y="300894"/>
                </a:cubicBezTo>
                <a:cubicBezTo>
                  <a:pt x="312535" y="301631"/>
                  <a:pt x="311798" y="302220"/>
                  <a:pt x="311209" y="302515"/>
                </a:cubicBezTo>
                <a:cubicBezTo>
                  <a:pt x="310472" y="302810"/>
                  <a:pt x="309883" y="303105"/>
                  <a:pt x="309293" y="303105"/>
                </a:cubicBezTo>
                <a:cubicBezTo>
                  <a:pt x="308851" y="303105"/>
                  <a:pt x="308262" y="302957"/>
                  <a:pt x="307820" y="302662"/>
                </a:cubicBezTo>
                <a:lnTo>
                  <a:pt x="214546" y="255068"/>
                </a:lnTo>
                <a:cubicBezTo>
                  <a:pt x="213956" y="254920"/>
                  <a:pt x="213514" y="254625"/>
                  <a:pt x="213072" y="254331"/>
                </a:cubicBezTo>
                <a:cubicBezTo>
                  <a:pt x="212630" y="254036"/>
                  <a:pt x="212188" y="253741"/>
                  <a:pt x="211893" y="253594"/>
                </a:cubicBezTo>
                <a:cubicBezTo>
                  <a:pt x="211598" y="253152"/>
                  <a:pt x="211304" y="252710"/>
                  <a:pt x="211304" y="252415"/>
                </a:cubicBezTo>
                <a:cubicBezTo>
                  <a:pt x="211156" y="251973"/>
                  <a:pt x="211156" y="251384"/>
                  <a:pt x="211451" y="250942"/>
                </a:cubicBezTo>
                <a:cubicBezTo>
                  <a:pt x="211598" y="250500"/>
                  <a:pt x="212041" y="249910"/>
                  <a:pt x="212630" y="249173"/>
                </a:cubicBezTo>
                <a:cubicBezTo>
                  <a:pt x="213072" y="248584"/>
                  <a:pt x="213809" y="247847"/>
                  <a:pt x="214693" y="246963"/>
                </a:cubicBezTo>
                <a:cubicBezTo>
                  <a:pt x="215724" y="245784"/>
                  <a:pt x="216756" y="244900"/>
                  <a:pt x="217493" y="244311"/>
                </a:cubicBezTo>
                <a:cubicBezTo>
                  <a:pt x="218229" y="243721"/>
                  <a:pt x="218819" y="243279"/>
                  <a:pt x="219408" y="243132"/>
                </a:cubicBezTo>
                <a:cubicBezTo>
                  <a:pt x="219850" y="242837"/>
                  <a:pt x="220292" y="242837"/>
                  <a:pt x="220734" y="242985"/>
                </a:cubicBezTo>
                <a:cubicBezTo>
                  <a:pt x="221176" y="243132"/>
                  <a:pt x="221618" y="243279"/>
                  <a:pt x="222208" y="243574"/>
                </a:cubicBezTo>
                <a:lnTo>
                  <a:pt x="305020" y="287043"/>
                </a:lnTo>
                <a:lnTo>
                  <a:pt x="305757" y="287338"/>
                </a:lnTo>
                <a:lnTo>
                  <a:pt x="305315" y="286601"/>
                </a:lnTo>
                <a:lnTo>
                  <a:pt x="258751" y="206294"/>
                </a:lnTo>
                <a:cubicBezTo>
                  <a:pt x="258457" y="205852"/>
                  <a:pt x="258309" y="205410"/>
                  <a:pt x="258162" y="204968"/>
                </a:cubicBezTo>
                <a:cubicBezTo>
                  <a:pt x="258015" y="204526"/>
                  <a:pt x="258162" y="204083"/>
                  <a:pt x="258309" y="203494"/>
                </a:cubicBezTo>
                <a:cubicBezTo>
                  <a:pt x="258457" y="203052"/>
                  <a:pt x="258899" y="202463"/>
                  <a:pt x="259341" y="201726"/>
                </a:cubicBezTo>
                <a:cubicBezTo>
                  <a:pt x="259930" y="200989"/>
                  <a:pt x="260667" y="200105"/>
                  <a:pt x="261551" y="199221"/>
                </a:cubicBezTo>
                <a:cubicBezTo>
                  <a:pt x="262435" y="198337"/>
                  <a:pt x="263319" y="197600"/>
                  <a:pt x="263909" y="197011"/>
                </a:cubicBezTo>
                <a:cubicBezTo>
                  <a:pt x="264645" y="196569"/>
                  <a:pt x="265235" y="196126"/>
                  <a:pt x="265677" y="195979"/>
                </a:cubicBezTo>
                <a:cubicBezTo>
                  <a:pt x="266266" y="195684"/>
                  <a:pt x="266708" y="195684"/>
                  <a:pt x="267150" y="195832"/>
                </a:cubicBezTo>
                <a:cubicBezTo>
                  <a:pt x="267593" y="195832"/>
                  <a:pt x="268035" y="196126"/>
                  <a:pt x="268477" y="196274"/>
                </a:cubicBezTo>
                <a:lnTo>
                  <a:pt x="350994" y="240185"/>
                </a:lnTo>
                <a:lnTo>
                  <a:pt x="351731" y="240627"/>
                </a:lnTo>
                <a:lnTo>
                  <a:pt x="351141" y="239890"/>
                </a:lnTo>
                <a:lnTo>
                  <a:pt x="306346" y="157962"/>
                </a:lnTo>
                <a:cubicBezTo>
                  <a:pt x="306052" y="157520"/>
                  <a:pt x="305757" y="156931"/>
                  <a:pt x="305757" y="156489"/>
                </a:cubicBezTo>
                <a:cubicBezTo>
                  <a:pt x="305610" y="156047"/>
                  <a:pt x="305757" y="155604"/>
                  <a:pt x="305904" y="155015"/>
                </a:cubicBezTo>
                <a:cubicBezTo>
                  <a:pt x="306199" y="154573"/>
                  <a:pt x="306494" y="153836"/>
                  <a:pt x="307083" y="153099"/>
                </a:cubicBezTo>
                <a:cubicBezTo>
                  <a:pt x="307672" y="152363"/>
                  <a:pt x="308557" y="151479"/>
                  <a:pt x="309588" y="150447"/>
                </a:cubicBezTo>
                <a:cubicBezTo>
                  <a:pt x="310472" y="149563"/>
                  <a:pt x="311209" y="148826"/>
                  <a:pt x="311798" y="148384"/>
                </a:cubicBezTo>
                <a:cubicBezTo>
                  <a:pt x="312240" y="147942"/>
                  <a:pt x="312830" y="147500"/>
                  <a:pt x="313272" y="147353"/>
                </a:cubicBezTo>
                <a:cubicBezTo>
                  <a:pt x="313861" y="147205"/>
                  <a:pt x="314156" y="147205"/>
                  <a:pt x="314598" y="147353"/>
                </a:cubicBezTo>
                <a:cubicBezTo>
                  <a:pt x="314893" y="147500"/>
                  <a:pt x="315335" y="147795"/>
                  <a:pt x="315629" y="148089"/>
                </a:cubicBezTo>
                <a:close/>
                <a:moveTo>
                  <a:pt x="428060" y="99758"/>
                </a:moveTo>
                <a:cubicBezTo>
                  <a:pt x="429975" y="101673"/>
                  <a:pt x="430859" y="103442"/>
                  <a:pt x="430565" y="105210"/>
                </a:cubicBezTo>
                <a:cubicBezTo>
                  <a:pt x="430270" y="106978"/>
                  <a:pt x="429680" y="108304"/>
                  <a:pt x="428649" y="109188"/>
                </a:cubicBezTo>
                <a:lnTo>
                  <a:pt x="379728" y="159141"/>
                </a:lnTo>
                <a:cubicBezTo>
                  <a:pt x="384148" y="163561"/>
                  <a:pt x="388716" y="167098"/>
                  <a:pt x="393284" y="169898"/>
                </a:cubicBezTo>
                <a:cubicBezTo>
                  <a:pt x="397852" y="172550"/>
                  <a:pt x="402420" y="174171"/>
                  <a:pt x="406988" y="174760"/>
                </a:cubicBezTo>
                <a:cubicBezTo>
                  <a:pt x="411703" y="175202"/>
                  <a:pt x="416271" y="174466"/>
                  <a:pt x="420839" y="172550"/>
                </a:cubicBezTo>
                <a:cubicBezTo>
                  <a:pt x="425555" y="170782"/>
                  <a:pt x="430270" y="167393"/>
                  <a:pt x="434985" y="162530"/>
                </a:cubicBezTo>
                <a:cubicBezTo>
                  <a:pt x="438227" y="159141"/>
                  <a:pt x="440879" y="155899"/>
                  <a:pt x="442942" y="152510"/>
                </a:cubicBezTo>
                <a:cubicBezTo>
                  <a:pt x="445005" y="149268"/>
                  <a:pt x="446626" y="146321"/>
                  <a:pt x="447952" y="143669"/>
                </a:cubicBezTo>
                <a:cubicBezTo>
                  <a:pt x="449131" y="141017"/>
                  <a:pt x="450015" y="138659"/>
                  <a:pt x="450752" y="136891"/>
                </a:cubicBezTo>
                <a:cubicBezTo>
                  <a:pt x="451341" y="134975"/>
                  <a:pt x="451931" y="133796"/>
                  <a:pt x="452520" y="133207"/>
                </a:cubicBezTo>
                <a:cubicBezTo>
                  <a:pt x="452815" y="132912"/>
                  <a:pt x="453110" y="132765"/>
                  <a:pt x="453552" y="132617"/>
                </a:cubicBezTo>
                <a:cubicBezTo>
                  <a:pt x="453994" y="132470"/>
                  <a:pt x="454436" y="132470"/>
                  <a:pt x="455025" y="132765"/>
                </a:cubicBezTo>
                <a:cubicBezTo>
                  <a:pt x="455467" y="132912"/>
                  <a:pt x="456057" y="133207"/>
                  <a:pt x="456646" y="133649"/>
                </a:cubicBezTo>
                <a:cubicBezTo>
                  <a:pt x="457235" y="134091"/>
                  <a:pt x="457972" y="134680"/>
                  <a:pt x="458856" y="135564"/>
                </a:cubicBezTo>
                <a:cubicBezTo>
                  <a:pt x="459151" y="135859"/>
                  <a:pt x="459593" y="136301"/>
                  <a:pt x="459888" y="136743"/>
                </a:cubicBezTo>
                <a:cubicBezTo>
                  <a:pt x="460182" y="137038"/>
                  <a:pt x="460330" y="137480"/>
                  <a:pt x="460625" y="137775"/>
                </a:cubicBezTo>
                <a:cubicBezTo>
                  <a:pt x="460772" y="138217"/>
                  <a:pt x="460919" y="138659"/>
                  <a:pt x="461067" y="138954"/>
                </a:cubicBezTo>
                <a:cubicBezTo>
                  <a:pt x="461214" y="139396"/>
                  <a:pt x="461214" y="139985"/>
                  <a:pt x="461214" y="140427"/>
                </a:cubicBezTo>
                <a:cubicBezTo>
                  <a:pt x="461214" y="141017"/>
                  <a:pt x="460919" y="142343"/>
                  <a:pt x="460182" y="144406"/>
                </a:cubicBezTo>
                <a:cubicBezTo>
                  <a:pt x="459446" y="146469"/>
                  <a:pt x="458414" y="148974"/>
                  <a:pt x="456793" y="151773"/>
                </a:cubicBezTo>
                <a:cubicBezTo>
                  <a:pt x="455320" y="154720"/>
                  <a:pt x="453257" y="157962"/>
                  <a:pt x="450899" y="161499"/>
                </a:cubicBezTo>
                <a:cubicBezTo>
                  <a:pt x="448542" y="165035"/>
                  <a:pt x="445595" y="168571"/>
                  <a:pt x="442205" y="171961"/>
                </a:cubicBezTo>
                <a:cubicBezTo>
                  <a:pt x="436606" y="177560"/>
                  <a:pt x="430859" y="181833"/>
                  <a:pt x="424818" y="184486"/>
                </a:cubicBezTo>
                <a:cubicBezTo>
                  <a:pt x="418924" y="187138"/>
                  <a:pt x="412735" y="188317"/>
                  <a:pt x="406546" y="188022"/>
                </a:cubicBezTo>
                <a:cubicBezTo>
                  <a:pt x="400357" y="187727"/>
                  <a:pt x="394021" y="185959"/>
                  <a:pt x="387538" y="182717"/>
                </a:cubicBezTo>
                <a:cubicBezTo>
                  <a:pt x="381201" y="179476"/>
                  <a:pt x="374718" y="174613"/>
                  <a:pt x="368234" y="168277"/>
                </a:cubicBezTo>
                <a:cubicBezTo>
                  <a:pt x="362046" y="162235"/>
                  <a:pt x="357330" y="155899"/>
                  <a:pt x="353941" y="149563"/>
                </a:cubicBezTo>
                <a:cubicBezTo>
                  <a:pt x="350699" y="143079"/>
                  <a:pt x="348784" y="136743"/>
                  <a:pt x="348194" y="130407"/>
                </a:cubicBezTo>
                <a:cubicBezTo>
                  <a:pt x="347752" y="124071"/>
                  <a:pt x="348636" y="117882"/>
                  <a:pt x="350847" y="111988"/>
                </a:cubicBezTo>
                <a:cubicBezTo>
                  <a:pt x="353204" y="106094"/>
                  <a:pt x="356888" y="100495"/>
                  <a:pt x="361898" y="95337"/>
                </a:cubicBezTo>
                <a:cubicBezTo>
                  <a:pt x="367350" y="89885"/>
                  <a:pt x="372802" y="86054"/>
                  <a:pt x="378549" y="83991"/>
                </a:cubicBezTo>
                <a:cubicBezTo>
                  <a:pt x="384148" y="81928"/>
                  <a:pt x="389748" y="81191"/>
                  <a:pt x="395347" y="81781"/>
                </a:cubicBezTo>
                <a:cubicBezTo>
                  <a:pt x="400799" y="82223"/>
                  <a:pt x="406251" y="83991"/>
                  <a:pt x="411556" y="86791"/>
                </a:cubicBezTo>
                <a:cubicBezTo>
                  <a:pt x="416713" y="89738"/>
                  <a:pt x="421576" y="93422"/>
                  <a:pt x="426144" y="97842"/>
                </a:cubicBezTo>
                <a:lnTo>
                  <a:pt x="428060" y="99758"/>
                </a:lnTo>
                <a:close/>
                <a:moveTo>
                  <a:pt x="415387" y="106831"/>
                </a:moveTo>
                <a:cubicBezTo>
                  <a:pt x="407872" y="99021"/>
                  <a:pt x="400063" y="94895"/>
                  <a:pt x="392106" y="94306"/>
                </a:cubicBezTo>
                <a:cubicBezTo>
                  <a:pt x="384001" y="93716"/>
                  <a:pt x="376486" y="96958"/>
                  <a:pt x="369561" y="104178"/>
                </a:cubicBezTo>
                <a:cubicBezTo>
                  <a:pt x="365877" y="107862"/>
                  <a:pt x="363372" y="111693"/>
                  <a:pt x="362046" y="115819"/>
                </a:cubicBezTo>
                <a:cubicBezTo>
                  <a:pt x="360719" y="119945"/>
                  <a:pt x="360277" y="124071"/>
                  <a:pt x="360572" y="128197"/>
                </a:cubicBezTo>
                <a:cubicBezTo>
                  <a:pt x="361014" y="132323"/>
                  <a:pt x="362193" y="136449"/>
                  <a:pt x="364109" y="140427"/>
                </a:cubicBezTo>
                <a:cubicBezTo>
                  <a:pt x="366171" y="144258"/>
                  <a:pt x="368676" y="147942"/>
                  <a:pt x="371771" y="151331"/>
                </a:cubicBezTo>
                <a:lnTo>
                  <a:pt x="415387" y="106831"/>
                </a:lnTo>
                <a:close/>
                <a:moveTo>
                  <a:pt x="465487" y="3536"/>
                </a:moveTo>
                <a:cubicBezTo>
                  <a:pt x="466224" y="4273"/>
                  <a:pt x="466961" y="5010"/>
                  <a:pt x="467403" y="5599"/>
                </a:cubicBezTo>
                <a:cubicBezTo>
                  <a:pt x="467992" y="6189"/>
                  <a:pt x="468287" y="6778"/>
                  <a:pt x="468582" y="7220"/>
                </a:cubicBezTo>
                <a:cubicBezTo>
                  <a:pt x="468729" y="7662"/>
                  <a:pt x="468876" y="8104"/>
                  <a:pt x="468876" y="8546"/>
                </a:cubicBezTo>
                <a:cubicBezTo>
                  <a:pt x="468876" y="8841"/>
                  <a:pt x="468729" y="9283"/>
                  <a:pt x="468434" y="9578"/>
                </a:cubicBezTo>
                <a:cubicBezTo>
                  <a:pt x="467845" y="10020"/>
                  <a:pt x="467255" y="10462"/>
                  <a:pt x="466371" y="10904"/>
                </a:cubicBezTo>
                <a:cubicBezTo>
                  <a:pt x="465487" y="11346"/>
                  <a:pt x="464456" y="11788"/>
                  <a:pt x="463424" y="12378"/>
                </a:cubicBezTo>
                <a:cubicBezTo>
                  <a:pt x="462245" y="12967"/>
                  <a:pt x="461067" y="13704"/>
                  <a:pt x="459888" y="14441"/>
                </a:cubicBezTo>
                <a:cubicBezTo>
                  <a:pt x="458562" y="15325"/>
                  <a:pt x="457383" y="16356"/>
                  <a:pt x="456057" y="17535"/>
                </a:cubicBezTo>
                <a:cubicBezTo>
                  <a:pt x="454730" y="19008"/>
                  <a:pt x="453552" y="20777"/>
                  <a:pt x="452815" y="22692"/>
                </a:cubicBezTo>
                <a:cubicBezTo>
                  <a:pt x="452078" y="24755"/>
                  <a:pt x="451636" y="27113"/>
                  <a:pt x="451489" y="30060"/>
                </a:cubicBezTo>
                <a:cubicBezTo>
                  <a:pt x="451341" y="33007"/>
                  <a:pt x="451636" y="36396"/>
                  <a:pt x="452225" y="40227"/>
                </a:cubicBezTo>
                <a:cubicBezTo>
                  <a:pt x="452815" y="44206"/>
                  <a:pt x="453699" y="48774"/>
                  <a:pt x="455025" y="54078"/>
                </a:cubicBezTo>
                <a:lnTo>
                  <a:pt x="504388" y="102705"/>
                </a:lnTo>
                <a:cubicBezTo>
                  <a:pt x="504683" y="103000"/>
                  <a:pt x="504978" y="103442"/>
                  <a:pt x="505125" y="103884"/>
                </a:cubicBezTo>
                <a:cubicBezTo>
                  <a:pt x="505125" y="104178"/>
                  <a:pt x="505125" y="104768"/>
                  <a:pt x="504978" y="105210"/>
                </a:cubicBezTo>
                <a:cubicBezTo>
                  <a:pt x="504830" y="105799"/>
                  <a:pt x="504388" y="106389"/>
                  <a:pt x="503946" y="107125"/>
                </a:cubicBezTo>
                <a:cubicBezTo>
                  <a:pt x="503504" y="107862"/>
                  <a:pt x="502767" y="108599"/>
                  <a:pt x="501736" y="109630"/>
                </a:cubicBezTo>
                <a:cubicBezTo>
                  <a:pt x="500852" y="110515"/>
                  <a:pt x="500115" y="111251"/>
                  <a:pt x="499378" y="111693"/>
                </a:cubicBezTo>
                <a:cubicBezTo>
                  <a:pt x="498642" y="112283"/>
                  <a:pt x="498052" y="112577"/>
                  <a:pt x="497463" y="112872"/>
                </a:cubicBezTo>
                <a:cubicBezTo>
                  <a:pt x="496873" y="113020"/>
                  <a:pt x="496431" y="113167"/>
                  <a:pt x="496137" y="113020"/>
                </a:cubicBezTo>
                <a:cubicBezTo>
                  <a:pt x="495694" y="112872"/>
                  <a:pt x="495252" y="112577"/>
                  <a:pt x="494958" y="112283"/>
                </a:cubicBezTo>
                <a:lnTo>
                  <a:pt x="421871" y="40375"/>
                </a:lnTo>
                <a:cubicBezTo>
                  <a:pt x="421576" y="40080"/>
                  <a:pt x="421281" y="39785"/>
                  <a:pt x="421134" y="39343"/>
                </a:cubicBezTo>
                <a:cubicBezTo>
                  <a:pt x="420987" y="38901"/>
                  <a:pt x="420987" y="38459"/>
                  <a:pt x="421281" y="37870"/>
                </a:cubicBezTo>
                <a:cubicBezTo>
                  <a:pt x="421429" y="37280"/>
                  <a:pt x="421723" y="36691"/>
                  <a:pt x="422165" y="36101"/>
                </a:cubicBezTo>
                <a:cubicBezTo>
                  <a:pt x="422755" y="35365"/>
                  <a:pt x="423344" y="34628"/>
                  <a:pt x="424228" y="33744"/>
                </a:cubicBezTo>
                <a:cubicBezTo>
                  <a:pt x="425113" y="32860"/>
                  <a:pt x="425997" y="32123"/>
                  <a:pt x="426586" y="31533"/>
                </a:cubicBezTo>
                <a:cubicBezTo>
                  <a:pt x="427323" y="31091"/>
                  <a:pt x="427912" y="30797"/>
                  <a:pt x="428354" y="30649"/>
                </a:cubicBezTo>
                <a:cubicBezTo>
                  <a:pt x="428944" y="30502"/>
                  <a:pt x="429386" y="30502"/>
                  <a:pt x="429680" y="30649"/>
                </a:cubicBezTo>
                <a:cubicBezTo>
                  <a:pt x="430123" y="30797"/>
                  <a:pt x="430565" y="30944"/>
                  <a:pt x="430859" y="31239"/>
                </a:cubicBezTo>
                <a:lnTo>
                  <a:pt x="442353" y="42585"/>
                </a:lnTo>
                <a:cubicBezTo>
                  <a:pt x="441321" y="37575"/>
                  <a:pt x="440879" y="33154"/>
                  <a:pt x="440732" y="29471"/>
                </a:cubicBezTo>
                <a:cubicBezTo>
                  <a:pt x="440585" y="25934"/>
                  <a:pt x="440732" y="22692"/>
                  <a:pt x="441321" y="20040"/>
                </a:cubicBezTo>
                <a:cubicBezTo>
                  <a:pt x="441763" y="17388"/>
                  <a:pt x="442648" y="15177"/>
                  <a:pt x="443826" y="13262"/>
                </a:cubicBezTo>
                <a:cubicBezTo>
                  <a:pt x="444858" y="11346"/>
                  <a:pt x="446331" y="9578"/>
                  <a:pt x="447805" y="7957"/>
                </a:cubicBezTo>
                <a:cubicBezTo>
                  <a:pt x="448542" y="7220"/>
                  <a:pt x="449426" y="6484"/>
                  <a:pt x="450310" y="5747"/>
                </a:cubicBezTo>
                <a:cubicBezTo>
                  <a:pt x="451341" y="4863"/>
                  <a:pt x="452520" y="3979"/>
                  <a:pt x="453699" y="3094"/>
                </a:cubicBezTo>
                <a:cubicBezTo>
                  <a:pt x="455025" y="2358"/>
                  <a:pt x="456204" y="1621"/>
                  <a:pt x="457235" y="1031"/>
                </a:cubicBezTo>
                <a:cubicBezTo>
                  <a:pt x="458414" y="589"/>
                  <a:pt x="459151" y="295"/>
                  <a:pt x="459740" y="147"/>
                </a:cubicBezTo>
                <a:cubicBezTo>
                  <a:pt x="460330" y="0"/>
                  <a:pt x="460772" y="0"/>
                  <a:pt x="461067" y="147"/>
                </a:cubicBezTo>
                <a:cubicBezTo>
                  <a:pt x="461361" y="147"/>
                  <a:pt x="461656" y="295"/>
                  <a:pt x="462098" y="589"/>
                </a:cubicBezTo>
                <a:cubicBezTo>
                  <a:pt x="462393" y="737"/>
                  <a:pt x="462835" y="1179"/>
                  <a:pt x="463424" y="1621"/>
                </a:cubicBezTo>
                <a:cubicBezTo>
                  <a:pt x="464014" y="2063"/>
                  <a:pt x="464603" y="2652"/>
                  <a:pt x="465487" y="35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09157-F06D-4111-BD29-45B878F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982" y="1257723"/>
            <a:ext cx="672223" cy="670750"/>
          </a:xfrm>
          <a:custGeom xmlns:a="http://schemas.openxmlformats.org/drawingml/2006/main">
            <a:pathLst>
              <a:path w="672223" h="670750">
                <a:moveTo>
                  <a:pt x="121124" y="620797"/>
                </a:moveTo>
                <a:cubicBezTo>
                  <a:pt x="121419" y="621092"/>
                  <a:pt x="121713" y="621534"/>
                  <a:pt x="121861" y="621976"/>
                </a:cubicBezTo>
                <a:cubicBezTo>
                  <a:pt x="122008" y="622270"/>
                  <a:pt x="122008" y="622713"/>
                  <a:pt x="121713" y="623302"/>
                </a:cubicBezTo>
                <a:cubicBezTo>
                  <a:pt x="121566" y="623744"/>
                  <a:pt x="121271" y="624333"/>
                  <a:pt x="120829" y="624923"/>
                </a:cubicBezTo>
                <a:cubicBezTo>
                  <a:pt x="120387" y="625660"/>
                  <a:pt x="119798" y="626249"/>
                  <a:pt x="118914" y="627133"/>
                </a:cubicBezTo>
                <a:cubicBezTo>
                  <a:pt x="118177" y="628017"/>
                  <a:pt x="117440" y="628607"/>
                  <a:pt x="116703" y="629196"/>
                </a:cubicBezTo>
                <a:cubicBezTo>
                  <a:pt x="116114" y="629638"/>
                  <a:pt x="115525" y="629933"/>
                  <a:pt x="115082" y="630080"/>
                </a:cubicBezTo>
                <a:cubicBezTo>
                  <a:pt x="114493" y="630375"/>
                  <a:pt x="114051" y="630375"/>
                  <a:pt x="113609" y="630375"/>
                </a:cubicBezTo>
                <a:cubicBezTo>
                  <a:pt x="113167" y="630228"/>
                  <a:pt x="112725" y="630080"/>
                  <a:pt x="112283" y="629638"/>
                </a:cubicBezTo>
                <a:lnTo>
                  <a:pt x="101821" y="619323"/>
                </a:lnTo>
                <a:cubicBezTo>
                  <a:pt x="102263" y="627280"/>
                  <a:pt x="101526" y="634648"/>
                  <a:pt x="99905" y="641132"/>
                </a:cubicBezTo>
                <a:cubicBezTo>
                  <a:pt x="98137" y="647615"/>
                  <a:pt x="94895" y="653362"/>
                  <a:pt x="90180" y="658225"/>
                </a:cubicBezTo>
                <a:cubicBezTo>
                  <a:pt x="84875" y="663529"/>
                  <a:pt x="79570" y="666918"/>
                  <a:pt x="73824" y="668687"/>
                </a:cubicBezTo>
                <a:cubicBezTo>
                  <a:pt x="68077" y="670455"/>
                  <a:pt x="62330" y="670750"/>
                  <a:pt x="56583" y="669571"/>
                </a:cubicBezTo>
                <a:cubicBezTo>
                  <a:pt x="50689" y="668539"/>
                  <a:pt x="44943" y="666182"/>
                  <a:pt x="39196" y="662645"/>
                </a:cubicBezTo>
                <a:cubicBezTo>
                  <a:pt x="33449" y="659109"/>
                  <a:pt x="27850" y="654688"/>
                  <a:pt x="22545" y="649531"/>
                </a:cubicBezTo>
                <a:cubicBezTo>
                  <a:pt x="16356" y="643342"/>
                  <a:pt x="11494" y="637153"/>
                  <a:pt x="7810" y="630964"/>
                </a:cubicBezTo>
                <a:cubicBezTo>
                  <a:pt x="4126" y="624775"/>
                  <a:pt x="1916" y="618587"/>
                  <a:pt x="1031" y="612545"/>
                </a:cubicBezTo>
                <a:cubicBezTo>
                  <a:pt x="0" y="606356"/>
                  <a:pt x="589" y="600462"/>
                  <a:pt x="2505" y="594716"/>
                </a:cubicBezTo>
                <a:cubicBezTo>
                  <a:pt x="4421" y="588969"/>
                  <a:pt x="7957" y="583664"/>
                  <a:pt x="12967" y="578507"/>
                </a:cubicBezTo>
                <a:cubicBezTo>
                  <a:pt x="17240" y="574086"/>
                  <a:pt x="22250" y="570992"/>
                  <a:pt x="27850" y="569223"/>
                </a:cubicBezTo>
                <a:cubicBezTo>
                  <a:pt x="33449" y="567603"/>
                  <a:pt x="39785" y="566718"/>
                  <a:pt x="47153" y="567013"/>
                </a:cubicBezTo>
                <a:lnTo>
                  <a:pt x="3094" y="523692"/>
                </a:lnTo>
                <a:cubicBezTo>
                  <a:pt x="2800" y="523397"/>
                  <a:pt x="2505" y="522955"/>
                  <a:pt x="2358" y="522660"/>
                </a:cubicBezTo>
                <a:cubicBezTo>
                  <a:pt x="2210" y="522218"/>
                  <a:pt x="2358" y="521776"/>
                  <a:pt x="2505" y="521187"/>
                </a:cubicBezTo>
                <a:cubicBezTo>
                  <a:pt x="2800" y="520597"/>
                  <a:pt x="3094" y="520008"/>
                  <a:pt x="3536" y="519271"/>
                </a:cubicBezTo>
                <a:cubicBezTo>
                  <a:pt x="4126" y="518534"/>
                  <a:pt x="4863" y="517797"/>
                  <a:pt x="5747" y="516913"/>
                </a:cubicBezTo>
                <a:cubicBezTo>
                  <a:pt x="6631" y="515882"/>
                  <a:pt x="7515" y="515145"/>
                  <a:pt x="8252" y="514556"/>
                </a:cubicBezTo>
                <a:cubicBezTo>
                  <a:pt x="8841" y="514114"/>
                  <a:pt x="9578" y="513819"/>
                  <a:pt x="10020" y="513524"/>
                </a:cubicBezTo>
                <a:cubicBezTo>
                  <a:pt x="10609" y="513377"/>
                  <a:pt x="11051" y="513377"/>
                  <a:pt x="11494" y="513377"/>
                </a:cubicBezTo>
                <a:cubicBezTo>
                  <a:pt x="11788" y="513524"/>
                  <a:pt x="12230" y="513672"/>
                  <a:pt x="12525" y="514114"/>
                </a:cubicBezTo>
                <a:lnTo>
                  <a:pt x="121124" y="620797"/>
                </a:lnTo>
                <a:close/>
                <a:moveTo>
                  <a:pt x="58794" y="578507"/>
                </a:moveTo>
                <a:cubicBezTo>
                  <a:pt x="49953" y="577770"/>
                  <a:pt x="42438" y="577917"/>
                  <a:pt x="36101" y="579096"/>
                </a:cubicBezTo>
                <a:cubicBezTo>
                  <a:pt x="29913" y="580275"/>
                  <a:pt x="24755" y="582927"/>
                  <a:pt x="20777" y="587053"/>
                </a:cubicBezTo>
                <a:cubicBezTo>
                  <a:pt x="17093" y="590737"/>
                  <a:pt x="14883" y="594863"/>
                  <a:pt x="13999" y="599283"/>
                </a:cubicBezTo>
                <a:cubicBezTo>
                  <a:pt x="13114" y="603557"/>
                  <a:pt x="13409" y="608125"/>
                  <a:pt x="14735" y="612545"/>
                </a:cubicBezTo>
                <a:cubicBezTo>
                  <a:pt x="15914" y="617113"/>
                  <a:pt x="17977" y="621534"/>
                  <a:pt x="20924" y="625954"/>
                </a:cubicBezTo>
                <a:cubicBezTo>
                  <a:pt x="23871" y="630228"/>
                  <a:pt x="27260" y="634353"/>
                  <a:pt x="30944" y="638037"/>
                </a:cubicBezTo>
                <a:cubicBezTo>
                  <a:pt x="35070" y="642016"/>
                  <a:pt x="39343" y="645552"/>
                  <a:pt x="43764" y="648647"/>
                </a:cubicBezTo>
                <a:cubicBezTo>
                  <a:pt x="48184" y="651741"/>
                  <a:pt x="52752" y="653951"/>
                  <a:pt x="57173" y="655425"/>
                </a:cubicBezTo>
                <a:cubicBezTo>
                  <a:pt x="61741" y="656751"/>
                  <a:pt x="66161" y="657046"/>
                  <a:pt x="70582" y="656309"/>
                </a:cubicBezTo>
                <a:cubicBezTo>
                  <a:pt x="74855" y="655425"/>
                  <a:pt x="78981" y="653067"/>
                  <a:pt x="82812" y="649236"/>
                </a:cubicBezTo>
                <a:cubicBezTo>
                  <a:pt x="84728" y="647320"/>
                  <a:pt x="86201" y="645110"/>
                  <a:pt x="87528" y="642752"/>
                </a:cubicBezTo>
                <a:cubicBezTo>
                  <a:pt x="88854" y="640395"/>
                  <a:pt x="89738" y="637595"/>
                  <a:pt x="90475" y="634501"/>
                </a:cubicBezTo>
                <a:cubicBezTo>
                  <a:pt x="91064" y="631259"/>
                  <a:pt x="91506" y="627723"/>
                  <a:pt x="91506" y="623744"/>
                </a:cubicBezTo>
                <a:cubicBezTo>
                  <a:pt x="91653" y="619765"/>
                  <a:pt x="91359" y="615050"/>
                  <a:pt x="90769" y="609893"/>
                </a:cubicBezTo>
                <a:lnTo>
                  <a:pt x="58794" y="578507"/>
                </a:lnTo>
                <a:close/>
                <a:moveTo>
                  <a:pt x="166656" y="493779"/>
                </a:moveTo>
                <a:cubicBezTo>
                  <a:pt x="168571" y="495694"/>
                  <a:pt x="169456" y="497463"/>
                  <a:pt x="169161" y="499231"/>
                </a:cubicBezTo>
                <a:cubicBezTo>
                  <a:pt x="168866" y="500999"/>
                  <a:pt x="168277" y="502325"/>
                  <a:pt x="167245" y="503357"/>
                </a:cubicBezTo>
                <a:lnTo>
                  <a:pt x="118177" y="553162"/>
                </a:lnTo>
                <a:cubicBezTo>
                  <a:pt x="122745" y="557583"/>
                  <a:pt x="127313" y="561266"/>
                  <a:pt x="131881" y="563919"/>
                </a:cubicBezTo>
                <a:cubicBezTo>
                  <a:pt x="136301" y="566571"/>
                  <a:pt x="141017" y="568192"/>
                  <a:pt x="145584" y="568781"/>
                </a:cubicBezTo>
                <a:cubicBezTo>
                  <a:pt x="150152" y="569223"/>
                  <a:pt x="154868" y="568634"/>
                  <a:pt x="159436" y="566718"/>
                </a:cubicBezTo>
                <a:cubicBezTo>
                  <a:pt x="164151" y="564803"/>
                  <a:pt x="168719" y="561414"/>
                  <a:pt x="173434" y="556699"/>
                </a:cubicBezTo>
                <a:cubicBezTo>
                  <a:pt x="176823" y="553309"/>
                  <a:pt x="179476" y="549920"/>
                  <a:pt x="181539" y="546679"/>
                </a:cubicBezTo>
                <a:cubicBezTo>
                  <a:pt x="183601" y="543289"/>
                  <a:pt x="185222" y="540342"/>
                  <a:pt x="186401" y="537690"/>
                </a:cubicBezTo>
                <a:cubicBezTo>
                  <a:pt x="187727" y="535038"/>
                  <a:pt x="188611" y="532680"/>
                  <a:pt x="189201" y="530912"/>
                </a:cubicBezTo>
                <a:cubicBezTo>
                  <a:pt x="189938" y="528996"/>
                  <a:pt x="190527" y="527817"/>
                  <a:pt x="190969" y="527375"/>
                </a:cubicBezTo>
                <a:cubicBezTo>
                  <a:pt x="191411" y="526933"/>
                  <a:pt x="191706" y="526786"/>
                  <a:pt x="192148" y="526639"/>
                </a:cubicBezTo>
                <a:cubicBezTo>
                  <a:pt x="192590" y="526491"/>
                  <a:pt x="193032" y="526639"/>
                  <a:pt x="193474" y="526786"/>
                </a:cubicBezTo>
                <a:cubicBezTo>
                  <a:pt x="194064" y="526933"/>
                  <a:pt x="194653" y="527228"/>
                  <a:pt x="195242" y="527670"/>
                </a:cubicBezTo>
                <a:cubicBezTo>
                  <a:pt x="195832" y="528112"/>
                  <a:pt x="196569" y="528849"/>
                  <a:pt x="197305" y="529586"/>
                </a:cubicBezTo>
                <a:cubicBezTo>
                  <a:pt x="197747" y="530028"/>
                  <a:pt x="198042" y="530322"/>
                  <a:pt x="198337" y="530764"/>
                </a:cubicBezTo>
                <a:cubicBezTo>
                  <a:pt x="198631" y="531206"/>
                  <a:pt x="198926" y="531501"/>
                  <a:pt x="199221" y="531943"/>
                </a:cubicBezTo>
                <a:cubicBezTo>
                  <a:pt x="199368" y="532238"/>
                  <a:pt x="199516" y="532680"/>
                  <a:pt x="199663" y="533122"/>
                </a:cubicBezTo>
                <a:cubicBezTo>
                  <a:pt x="199810" y="533564"/>
                  <a:pt x="199810" y="534006"/>
                  <a:pt x="199810" y="534596"/>
                </a:cubicBezTo>
                <a:cubicBezTo>
                  <a:pt x="199810" y="535038"/>
                  <a:pt x="199516" y="536364"/>
                  <a:pt x="198779" y="538427"/>
                </a:cubicBezTo>
                <a:cubicBezTo>
                  <a:pt x="198042" y="540490"/>
                  <a:pt x="197011" y="542995"/>
                  <a:pt x="195390" y="545942"/>
                </a:cubicBezTo>
                <a:cubicBezTo>
                  <a:pt x="193769" y="548889"/>
                  <a:pt x="191853" y="552131"/>
                  <a:pt x="189496" y="555520"/>
                </a:cubicBezTo>
                <a:cubicBezTo>
                  <a:pt x="186991" y="559056"/>
                  <a:pt x="184191" y="562593"/>
                  <a:pt x="180802" y="565982"/>
                </a:cubicBezTo>
                <a:cubicBezTo>
                  <a:pt x="175202" y="571728"/>
                  <a:pt x="169456" y="575854"/>
                  <a:pt x="163414" y="578507"/>
                </a:cubicBezTo>
                <a:cubicBezTo>
                  <a:pt x="157520" y="581306"/>
                  <a:pt x="151331" y="582485"/>
                  <a:pt x="145142" y="582191"/>
                </a:cubicBezTo>
                <a:cubicBezTo>
                  <a:pt x="138954" y="581896"/>
                  <a:pt x="132617" y="580128"/>
                  <a:pt x="126134" y="576738"/>
                </a:cubicBezTo>
                <a:cubicBezTo>
                  <a:pt x="119798" y="573497"/>
                  <a:pt x="113314" y="568634"/>
                  <a:pt x="106831" y="562298"/>
                </a:cubicBezTo>
                <a:cubicBezTo>
                  <a:pt x="100642" y="556256"/>
                  <a:pt x="95927" y="549920"/>
                  <a:pt x="92537" y="543584"/>
                </a:cubicBezTo>
                <a:cubicBezTo>
                  <a:pt x="89148" y="537101"/>
                  <a:pt x="87233" y="530764"/>
                  <a:pt x="86791" y="524428"/>
                </a:cubicBezTo>
                <a:cubicBezTo>
                  <a:pt x="86349" y="518092"/>
                  <a:pt x="87233" y="512051"/>
                  <a:pt x="89443" y="506009"/>
                </a:cubicBezTo>
                <a:cubicBezTo>
                  <a:pt x="91801" y="500115"/>
                  <a:pt x="95485" y="494516"/>
                  <a:pt x="100495" y="489506"/>
                </a:cubicBezTo>
                <a:cubicBezTo>
                  <a:pt x="105947" y="483906"/>
                  <a:pt x="111399" y="480222"/>
                  <a:pt x="116998" y="478160"/>
                </a:cubicBezTo>
                <a:cubicBezTo>
                  <a:pt x="122745" y="475949"/>
                  <a:pt x="128344" y="475212"/>
                  <a:pt x="133796" y="475802"/>
                </a:cubicBezTo>
                <a:cubicBezTo>
                  <a:pt x="139396" y="476391"/>
                  <a:pt x="144848" y="478012"/>
                  <a:pt x="150005" y="480959"/>
                </a:cubicBezTo>
                <a:cubicBezTo>
                  <a:pt x="155310" y="483759"/>
                  <a:pt x="160172" y="487443"/>
                  <a:pt x="164740" y="491863"/>
                </a:cubicBezTo>
                <a:lnTo>
                  <a:pt x="166656" y="493779"/>
                </a:lnTo>
                <a:close/>
                <a:moveTo>
                  <a:pt x="153984" y="500999"/>
                </a:moveTo>
                <a:cubicBezTo>
                  <a:pt x="146469" y="493189"/>
                  <a:pt x="138659" y="488916"/>
                  <a:pt x="130554" y="488474"/>
                </a:cubicBezTo>
                <a:cubicBezTo>
                  <a:pt x="122597" y="487885"/>
                  <a:pt x="115082" y="491127"/>
                  <a:pt x="108157" y="498199"/>
                </a:cubicBezTo>
                <a:cubicBezTo>
                  <a:pt x="104473" y="501883"/>
                  <a:pt x="101968" y="505714"/>
                  <a:pt x="100642" y="509840"/>
                </a:cubicBezTo>
                <a:cubicBezTo>
                  <a:pt x="99316" y="513966"/>
                  <a:pt x="98874" y="518092"/>
                  <a:pt x="99168" y="522218"/>
                </a:cubicBezTo>
                <a:cubicBezTo>
                  <a:pt x="99610" y="526491"/>
                  <a:pt x="100789" y="530470"/>
                  <a:pt x="102705" y="534448"/>
                </a:cubicBezTo>
                <a:cubicBezTo>
                  <a:pt x="104768" y="538427"/>
                  <a:pt x="107273" y="542111"/>
                  <a:pt x="110367" y="545352"/>
                </a:cubicBezTo>
                <a:lnTo>
                  <a:pt x="153984" y="500999"/>
                </a:lnTo>
                <a:close/>
                <a:moveTo>
                  <a:pt x="263761" y="466813"/>
                </a:moveTo>
                <a:cubicBezTo>
                  <a:pt x="264940" y="467992"/>
                  <a:pt x="265824" y="469024"/>
                  <a:pt x="266266" y="469908"/>
                </a:cubicBezTo>
                <a:cubicBezTo>
                  <a:pt x="266856" y="470792"/>
                  <a:pt x="267003" y="471529"/>
                  <a:pt x="267003" y="472413"/>
                </a:cubicBezTo>
                <a:cubicBezTo>
                  <a:pt x="267150" y="473150"/>
                  <a:pt x="266856" y="474181"/>
                  <a:pt x="266414" y="475212"/>
                </a:cubicBezTo>
                <a:cubicBezTo>
                  <a:pt x="265972" y="476391"/>
                  <a:pt x="265382" y="477570"/>
                  <a:pt x="264645" y="478896"/>
                </a:cubicBezTo>
                <a:cubicBezTo>
                  <a:pt x="263909" y="480075"/>
                  <a:pt x="263025" y="481401"/>
                  <a:pt x="262140" y="482580"/>
                </a:cubicBezTo>
                <a:cubicBezTo>
                  <a:pt x="261109" y="483906"/>
                  <a:pt x="260078" y="485085"/>
                  <a:pt x="259046" y="486117"/>
                </a:cubicBezTo>
                <a:cubicBezTo>
                  <a:pt x="255510" y="489800"/>
                  <a:pt x="251973" y="492305"/>
                  <a:pt x="248437" y="493926"/>
                </a:cubicBezTo>
                <a:cubicBezTo>
                  <a:pt x="245048" y="495547"/>
                  <a:pt x="241511" y="496137"/>
                  <a:pt x="237975" y="495842"/>
                </a:cubicBezTo>
                <a:cubicBezTo>
                  <a:pt x="234438" y="495547"/>
                  <a:pt x="230754" y="494221"/>
                  <a:pt x="227071" y="492011"/>
                </a:cubicBezTo>
                <a:cubicBezTo>
                  <a:pt x="223387" y="489800"/>
                  <a:pt x="219408" y="486559"/>
                  <a:pt x="215282" y="482580"/>
                </a:cubicBezTo>
                <a:lnTo>
                  <a:pt x="169750" y="437785"/>
                </a:lnTo>
                <a:lnTo>
                  <a:pt x="159141" y="448689"/>
                </a:lnTo>
                <a:cubicBezTo>
                  <a:pt x="158404" y="449573"/>
                  <a:pt x="157373" y="449720"/>
                  <a:pt x="156341" y="449573"/>
                </a:cubicBezTo>
                <a:cubicBezTo>
                  <a:pt x="155310" y="449278"/>
                  <a:pt x="153984" y="448542"/>
                  <a:pt x="152657" y="447215"/>
                </a:cubicBezTo>
                <a:cubicBezTo>
                  <a:pt x="151921" y="446479"/>
                  <a:pt x="151479" y="445889"/>
                  <a:pt x="151037" y="445300"/>
                </a:cubicBezTo>
                <a:cubicBezTo>
                  <a:pt x="150594" y="444710"/>
                  <a:pt x="150300" y="444121"/>
                  <a:pt x="150152" y="443532"/>
                </a:cubicBezTo>
                <a:cubicBezTo>
                  <a:pt x="150005" y="442942"/>
                  <a:pt x="150005" y="442500"/>
                  <a:pt x="150152" y="441911"/>
                </a:cubicBezTo>
                <a:cubicBezTo>
                  <a:pt x="150300" y="441469"/>
                  <a:pt x="150594" y="441174"/>
                  <a:pt x="150889" y="440732"/>
                </a:cubicBezTo>
                <a:lnTo>
                  <a:pt x="161646" y="429828"/>
                </a:lnTo>
                <a:lnTo>
                  <a:pt x="143669" y="412146"/>
                </a:lnTo>
                <a:cubicBezTo>
                  <a:pt x="143374" y="411851"/>
                  <a:pt x="143227" y="411556"/>
                  <a:pt x="143079" y="411114"/>
                </a:cubicBezTo>
                <a:cubicBezTo>
                  <a:pt x="142932" y="410672"/>
                  <a:pt x="142932" y="410230"/>
                  <a:pt x="143079" y="409641"/>
                </a:cubicBezTo>
                <a:cubicBezTo>
                  <a:pt x="143227" y="409051"/>
                  <a:pt x="143669" y="408462"/>
                  <a:pt x="144111" y="407725"/>
                </a:cubicBezTo>
                <a:cubicBezTo>
                  <a:pt x="144700" y="407136"/>
                  <a:pt x="145437" y="406251"/>
                  <a:pt x="146321" y="405367"/>
                </a:cubicBezTo>
                <a:cubicBezTo>
                  <a:pt x="147205" y="404336"/>
                  <a:pt x="148089" y="403599"/>
                  <a:pt x="148826" y="403157"/>
                </a:cubicBezTo>
                <a:cubicBezTo>
                  <a:pt x="149416" y="402568"/>
                  <a:pt x="150005" y="402126"/>
                  <a:pt x="150594" y="401978"/>
                </a:cubicBezTo>
                <a:cubicBezTo>
                  <a:pt x="151184" y="401831"/>
                  <a:pt x="151626" y="401831"/>
                  <a:pt x="152068" y="401978"/>
                </a:cubicBezTo>
                <a:cubicBezTo>
                  <a:pt x="152510" y="401978"/>
                  <a:pt x="152805" y="402273"/>
                  <a:pt x="153247" y="402568"/>
                </a:cubicBezTo>
                <a:lnTo>
                  <a:pt x="171076" y="420250"/>
                </a:lnTo>
                <a:lnTo>
                  <a:pt x="190969" y="400063"/>
                </a:lnTo>
                <a:cubicBezTo>
                  <a:pt x="191411" y="399621"/>
                  <a:pt x="191706" y="399326"/>
                  <a:pt x="192148" y="399178"/>
                </a:cubicBezTo>
                <a:cubicBezTo>
                  <a:pt x="192737" y="399031"/>
                  <a:pt x="193179" y="399031"/>
                  <a:pt x="193769" y="399178"/>
                </a:cubicBezTo>
                <a:cubicBezTo>
                  <a:pt x="194358" y="399326"/>
                  <a:pt x="194948" y="399621"/>
                  <a:pt x="195537" y="400063"/>
                </a:cubicBezTo>
                <a:cubicBezTo>
                  <a:pt x="196126" y="400357"/>
                  <a:pt x="196716" y="400947"/>
                  <a:pt x="197453" y="401683"/>
                </a:cubicBezTo>
                <a:cubicBezTo>
                  <a:pt x="198779" y="403010"/>
                  <a:pt x="199663" y="404188"/>
                  <a:pt x="199810" y="405367"/>
                </a:cubicBezTo>
                <a:cubicBezTo>
                  <a:pt x="200105" y="406399"/>
                  <a:pt x="199810" y="407283"/>
                  <a:pt x="199074" y="408020"/>
                </a:cubicBezTo>
                <a:lnTo>
                  <a:pt x="179328" y="428207"/>
                </a:lnTo>
                <a:lnTo>
                  <a:pt x="223534" y="471676"/>
                </a:lnTo>
                <a:cubicBezTo>
                  <a:pt x="228986" y="477128"/>
                  <a:pt x="233996" y="480517"/>
                  <a:pt x="238564" y="481843"/>
                </a:cubicBezTo>
                <a:cubicBezTo>
                  <a:pt x="242985" y="483022"/>
                  <a:pt x="247258" y="481549"/>
                  <a:pt x="251384" y="477423"/>
                </a:cubicBezTo>
                <a:cubicBezTo>
                  <a:pt x="252710" y="476097"/>
                  <a:pt x="253741" y="474770"/>
                  <a:pt x="254478" y="473444"/>
                </a:cubicBezTo>
                <a:cubicBezTo>
                  <a:pt x="255215" y="472118"/>
                  <a:pt x="255804" y="470939"/>
                  <a:pt x="256246" y="469760"/>
                </a:cubicBezTo>
                <a:cubicBezTo>
                  <a:pt x="256836" y="468729"/>
                  <a:pt x="257130" y="467697"/>
                  <a:pt x="257425" y="466813"/>
                </a:cubicBezTo>
                <a:cubicBezTo>
                  <a:pt x="257720" y="466077"/>
                  <a:pt x="258162" y="465487"/>
                  <a:pt x="258457" y="465045"/>
                </a:cubicBezTo>
                <a:cubicBezTo>
                  <a:pt x="258751" y="464750"/>
                  <a:pt x="259046" y="464456"/>
                  <a:pt x="259341" y="464456"/>
                </a:cubicBezTo>
                <a:cubicBezTo>
                  <a:pt x="259783" y="464308"/>
                  <a:pt x="260078" y="464308"/>
                  <a:pt x="260520" y="464456"/>
                </a:cubicBezTo>
                <a:cubicBezTo>
                  <a:pt x="260962" y="464603"/>
                  <a:pt x="261404" y="464898"/>
                  <a:pt x="261993" y="465340"/>
                </a:cubicBezTo>
                <a:cubicBezTo>
                  <a:pt x="262435" y="465635"/>
                  <a:pt x="263172" y="466224"/>
                  <a:pt x="263761" y="466813"/>
                </a:cubicBezTo>
                <a:close/>
                <a:moveTo>
                  <a:pt x="298389" y="359835"/>
                </a:moveTo>
                <a:cubicBezTo>
                  <a:pt x="300305" y="361751"/>
                  <a:pt x="301189" y="363519"/>
                  <a:pt x="300894" y="365287"/>
                </a:cubicBezTo>
                <a:cubicBezTo>
                  <a:pt x="300600" y="367056"/>
                  <a:pt x="300010" y="368382"/>
                  <a:pt x="298979" y="369413"/>
                </a:cubicBezTo>
                <a:lnTo>
                  <a:pt x="249910" y="419218"/>
                </a:lnTo>
                <a:cubicBezTo>
                  <a:pt x="254478" y="423639"/>
                  <a:pt x="259046" y="427175"/>
                  <a:pt x="263614" y="429975"/>
                </a:cubicBezTo>
                <a:cubicBezTo>
                  <a:pt x="268035" y="432628"/>
                  <a:pt x="272750" y="434248"/>
                  <a:pt x="277318" y="434838"/>
                </a:cubicBezTo>
                <a:cubicBezTo>
                  <a:pt x="281886" y="435280"/>
                  <a:pt x="286601" y="434690"/>
                  <a:pt x="291169" y="432775"/>
                </a:cubicBezTo>
                <a:cubicBezTo>
                  <a:pt x="295884" y="430859"/>
                  <a:pt x="300452" y="427470"/>
                  <a:pt x="305167" y="422608"/>
                </a:cubicBezTo>
                <a:cubicBezTo>
                  <a:pt x="308557" y="419218"/>
                  <a:pt x="311209" y="415977"/>
                  <a:pt x="313272" y="412735"/>
                </a:cubicBezTo>
                <a:cubicBezTo>
                  <a:pt x="315335" y="409346"/>
                  <a:pt x="316956" y="406399"/>
                  <a:pt x="318134" y="403746"/>
                </a:cubicBezTo>
                <a:cubicBezTo>
                  <a:pt x="319461" y="401094"/>
                  <a:pt x="320345" y="398736"/>
                  <a:pt x="320934" y="396968"/>
                </a:cubicBezTo>
                <a:cubicBezTo>
                  <a:pt x="321671" y="395053"/>
                  <a:pt x="322260" y="393874"/>
                  <a:pt x="322702" y="393432"/>
                </a:cubicBezTo>
                <a:cubicBezTo>
                  <a:pt x="322997" y="392990"/>
                  <a:pt x="323439" y="392842"/>
                  <a:pt x="323881" y="392695"/>
                </a:cubicBezTo>
                <a:cubicBezTo>
                  <a:pt x="324323" y="392548"/>
                  <a:pt x="324765" y="392695"/>
                  <a:pt x="325207" y="392842"/>
                </a:cubicBezTo>
                <a:cubicBezTo>
                  <a:pt x="325797" y="392990"/>
                  <a:pt x="326386" y="393284"/>
                  <a:pt x="326976" y="393726"/>
                </a:cubicBezTo>
                <a:cubicBezTo>
                  <a:pt x="327565" y="394168"/>
                  <a:pt x="328302" y="394905"/>
                  <a:pt x="329039" y="395642"/>
                </a:cubicBezTo>
                <a:cubicBezTo>
                  <a:pt x="329481" y="395937"/>
                  <a:pt x="329775" y="396379"/>
                  <a:pt x="330070" y="396821"/>
                </a:cubicBezTo>
                <a:cubicBezTo>
                  <a:pt x="330365" y="397116"/>
                  <a:pt x="330659" y="397558"/>
                  <a:pt x="330954" y="398000"/>
                </a:cubicBezTo>
                <a:cubicBezTo>
                  <a:pt x="331102" y="398294"/>
                  <a:pt x="331249" y="398736"/>
                  <a:pt x="331396" y="399178"/>
                </a:cubicBezTo>
                <a:cubicBezTo>
                  <a:pt x="331544" y="399621"/>
                  <a:pt x="331544" y="400063"/>
                  <a:pt x="331544" y="400505"/>
                </a:cubicBezTo>
                <a:cubicBezTo>
                  <a:pt x="331544" y="401094"/>
                  <a:pt x="331249" y="402420"/>
                  <a:pt x="330512" y="404483"/>
                </a:cubicBezTo>
                <a:cubicBezTo>
                  <a:pt x="329775" y="406546"/>
                  <a:pt x="328597" y="409051"/>
                  <a:pt x="327123" y="411998"/>
                </a:cubicBezTo>
                <a:cubicBezTo>
                  <a:pt x="325502" y="414945"/>
                  <a:pt x="323587" y="418040"/>
                  <a:pt x="321229" y="421576"/>
                </a:cubicBezTo>
                <a:cubicBezTo>
                  <a:pt x="318724" y="425113"/>
                  <a:pt x="315924" y="428649"/>
                  <a:pt x="312535" y="432038"/>
                </a:cubicBezTo>
                <a:cubicBezTo>
                  <a:pt x="306936" y="437785"/>
                  <a:pt x="301189" y="441911"/>
                  <a:pt x="295147" y="444563"/>
                </a:cubicBezTo>
                <a:cubicBezTo>
                  <a:pt x="289253" y="447363"/>
                  <a:pt x="283065" y="448542"/>
                  <a:pt x="276876" y="448247"/>
                </a:cubicBezTo>
                <a:cubicBezTo>
                  <a:pt x="270687" y="447952"/>
                  <a:pt x="264351" y="446037"/>
                  <a:pt x="257867" y="442795"/>
                </a:cubicBezTo>
                <a:cubicBezTo>
                  <a:pt x="251531" y="439553"/>
                  <a:pt x="245048" y="434690"/>
                  <a:pt x="238564" y="428354"/>
                </a:cubicBezTo>
                <a:cubicBezTo>
                  <a:pt x="232375" y="422313"/>
                  <a:pt x="227660" y="415977"/>
                  <a:pt x="224271" y="409641"/>
                </a:cubicBezTo>
                <a:cubicBezTo>
                  <a:pt x="220882" y="403157"/>
                  <a:pt x="218966" y="396821"/>
                  <a:pt x="218524" y="390485"/>
                </a:cubicBezTo>
                <a:cubicBezTo>
                  <a:pt x="217935" y="384148"/>
                  <a:pt x="218966" y="378107"/>
                  <a:pt x="221176" y="372066"/>
                </a:cubicBezTo>
                <a:cubicBezTo>
                  <a:pt x="223534" y="366171"/>
                  <a:pt x="227218" y="360572"/>
                  <a:pt x="232228" y="355562"/>
                </a:cubicBezTo>
                <a:cubicBezTo>
                  <a:pt x="237533" y="349963"/>
                  <a:pt x="243132" y="346279"/>
                  <a:pt x="248731" y="344069"/>
                </a:cubicBezTo>
                <a:cubicBezTo>
                  <a:pt x="254478" y="342006"/>
                  <a:pt x="260078" y="341269"/>
                  <a:pt x="265530" y="341858"/>
                </a:cubicBezTo>
                <a:cubicBezTo>
                  <a:pt x="271129" y="342448"/>
                  <a:pt x="276581" y="344069"/>
                  <a:pt x="281738" y="347016"/>
                </a:cubicBezTo>
                <a:cubicBezTo>
                  <a:pt x="287043" y="349815"/>
                  <a:pt x="291906" y="353499"/>
                  <a:pt x="296474" y="357920"/>
                </a:cubicBezTo>
                <a:lnTo>
                  <a:pt x="298389" y="359835"/>
                </a:lnTo>
                <a:close/>
                <a:moveTo>
                  <a:pt x="285717" y="367056"/>
                </a:moveTo>
                <a:cubicBezTo>
                  <a:pt x="278202" y="359246"/>
                  <a:pt x="270392" y="354973"/>
                  <a:pt x="262288" y="354383"/>
                </a:cubicBezTo>
                <a:cubicBezTo>
                  <a:pt x="254331" y="353941"/>
                  <a:pt x="246816" y="357183"/>
                  <a:pt x="239743" y="364256"/>
                </a:cubicBezTo>
                <a:cubicBezTo>
                  <a:pt x="236206" y="367940"/>
                  <a:pt x="233701" y="371771"/>
                  <a:pt x="232375" y="375897"/>
                </a:cubicBezTo>
                <a:cubicBezTo>
                  <a:pt x="231049" y="380023"/>
                  <a:pt x="230607" y="384148"/>
                  <a:pt x="230902" y="388274"/>
                </a:cubicBezTo>
                <a:cubicBezTo>
                  <a:pt x="231344" y="392400"/>
                  <a:pt x="232523" y="396526"/>
                  <a:pt x="234438" y="400505"/>
                </a:cubicBezTo>
                <a:cubicBezTo>
                  <a:pt x="236501" y="404483"/>
                  <a:pt x="239006" y="408020"/>
                  <a:pt x="242100" y="411409"/>
                </a:cubicBezTo>
                <a:lnTo>
                  <a:pt x="285717" y="367056"/>
                </a:lnTo>
                <a:close/>
                <a:moveTo>
                  <a:pt x="404631" y="310767"/>
                </a:moveTo>
                <a:cubicBezTo>
                  <a:pt x="405367" y="311356"/>
                  <a:pt x="405809" y="311946"/>
                  <a:pt x="406251" y="312535"/>
                </a:cubicBezTo>
                <a:cubicBezTo>
                  <a:pt x="406841" y="313124"/>
                  <a:pt x="407136" y="313567"/>
                  <a:pt x="407430" y="314009"/>
                </a:cubicBezTo>
                <a:cubicBezTo>
                  <a:pt x="407725" y="314598"/>
                  <a:pt x="407872" y="315040"/>
                  <a:pt x="408020" y="315482"/>
                </a:cubicBezTo>
                <a:cubicBezTo>
                  <a:pt x="408020" y="315924"/>
                  <a:pt x="408167" y="316956"/>
                  <a:pt x="408167" y="318282"/>
                </a:cubicBezTo>
                <a:cubicBezTo>
                  <a:pt x="408167" y="319755"/>
                  <a:pt x="407872" y="321671"/>
                  <a:pt x="407430" y="324471"/>
                </a:cubicBezTo>
                <a:cubicBezTo>
                  <a:pt x="406841" y="327123"/>
                  <a:pt x="405957" y="329923"/>
                  <a:pt x="404778" y="332722"/>
                </a:cubicBezTo>
                <a:cubicBezTo>
                  <a:pt x="403599" y="335522"/>
                  <a:pt x="401978" y="338469"/>
                  <a:pt x="400210" y="341269"/>
                </a:cubicBezTo>
                <a:cubicBezTo>
                  <a:pt x="398442" y="344216"/>
                  <a:pt x="396231" y="346868"/>
                  <a:pt x="393726" y="349373"/>
                </a:cubicBezTo>
                <a:cubicBezTo>
                  <a:pt x="388716" y="354531"/>
                  <a:pt x="383559" y="358214"/>
                  <a:pt x="377960" y="360425"/>
                </a:cubicBezTo>
                <a:cubicBezTo>
                  <a:pt x="372508" y="362635"/>
                  <a:pt x="366761" y="363372"/>
                  <a:pt x="360867" y="362782"/>
                </a:cubicBezTo>
                <a:cubicBezTo>
                  <a:pt x="354973" y="362193"/>
                  <a:pt x="348931" y="360130"/>
                  <a:pt x="342742" y="356888"/>
                </a:cubicBezTo>
                <a:cubicBezTo>
                  <a:pt x="336554" y="353499"/>
                  <a:pt x="330217" y="348636"/>
                  <a:pt x="324029" y="342448"/>
                </a:cubicBezTo>
                <a:cubicBezTo>
                  <a:pt x="316808" y="335522"/>
                  <a:pt x="311651" y="328597"/>
                  <a:pt x="308262" y="321966"/>
                </a:cubicBezTo>
                <a:cubicBezTo>
                  <a:pt x="304873" y="315335"/>
                  <a:pt x="302957" y="308851"/>
                  <a:pt x="302662" y="302810"/>
                </a:cubicBezTo>
                <a:cubicBezTo>
                  <a:pt x="302368" y="296621"/>
                  <a:pt x="303399" y="290874"/>
                  <a:pt x="305757" y="285275"/>
                </a:cubicBezTo>
                <a:cubicBezTo>
                  <a:pt x="308115" y="279823"/>
                  <a:pt x="311504" y="274813"/>
                  <a:pt x="315924" y="270392"/>
                </a:cubicBezTo>
                <a:cubicBezTo>
                  <a:pt x="318282" y="267887"/>
                  <a:pt x="320787" y="265824"/>
                  <a:pt x="323439" y="264056"/>
                </a:cubicBezTo>
                <a:cubicBezTo>
                  <a:pt x="326092" y="262288"/>
                  <a:pt x="328744" y="260814"/>
                  <a:pt x="331249" y="259783"/>
                </a:cubicBezTo>
                <a:cubicBezTo>
                  <a:pt x="333901" y="258604"/>
                  <a:pt x="336406" y="257867"/>
                  <a:pt x="338764" y="257278"/>
                </a:cubicBezTo>
                <a:cubicBezTo>
                  <a:pt x="341122" y="256836"/>
                  <a:pt x="343037" y="256541"/>
                  <a:pt x="344363" y="256541"/>
                </a:cubicBezTo>
                <a:cubicBezTo>
                  <a:pt x="345689" y="256541"/>
                  <a:pt x="346574" y="256541"/>
                  <a:pt x="347163" y="256688"/>
                </a:cubicBezTo>
                <a:cubicBezTo>
                  <a:pt x="347752" y="256836"/>
                  <a:pt x="348342" y="256983"/>
                  <a:pt x="348931" y="257278"/>
                </a:cubicBezTo>
                <a:cubicBezTo>
                  <a:pt x="349521" y="257573"/>
                  <a:pt x="350110" y="258015"/>
                  <a:pt x="350699" y="258457"/>
                </a:cubicBezTo>
                <a:cubicBezTo>
                  <a:pt x="351141" y="258899"/>
                  <a:pt x="351878" y="259488"/>
                  <a:pt x="352468" y="260078"/>
                </a:cubicBezTo>
                <a:cubicBezTo>
                  <a:pt x="354089" y="261698"/>
                  <a:pt x="354973" y="262877"/>
                  <a:pt x="355120" y="264056"/>
                </a:cubicBezTo>
                <a:cubicBezTo>
                  <a:pt x="355267" y="265088"/>
                  <a:pt x="355120" y="265824"/>
                  <a:pt x="354531" y="266414"/>
                </a:cubicBezTo>
                <a:cubicBezTo>
                  <a:pt x="353794" y="267150"/>
                  <a:pt x="352468" y="267593"/>
                  <a:pt x="350405" y="267740"/>
                </a:cubicBezTo>
                <a:cubicBezTo>
                  <a:pt x="348342" y="267887"/>
                  <a:pt x="345837" y="268329"/>
                  <a:pt x="343037" y="268919"/>
                </a:cubicBezTo>
                <a:cubicBezTo>
                  <a:pt x="340237" y="269508"/>
                  <a:pt x="336996" y="270540"/>
                  <a:pt x="333754" y="272013"/>
                </a:cubicBezTo>
                <a:cubicBezTo>
                  <a:pt x="330365" y="273487"/>
                  <a:pt x="326976" y="275992"/>
                  <a:pt x="323587" y="279381"/>
                </a:cubicBezTo>
                <a:cubicBezTo>
                  <a:pt x="316661" y="286306"/>
                  <a:pt x="314156" y="294411"/>
                  <a:pt x="315777" y="303547"/>
                </a:cubicBezTo>
                <a:cubicBezTo>
                  <a:pt x="317398" y="312535"/>
                  <a:pt x="323292" y="322113"/>
                  <a:pt x="333459" y="332133"/>
                </a:cubicBezTo>
                <a:cubicBezTo>
                  <a:pt x="338617" y="337143"/>
                  <a:pt x="343627" y="341122"/>
                  <a:pt x="348489" y="343774"/>
                </a:cubicBezTo>
                <a:cubicBezTo>
                  <a:pt x="353352" y="346574"/>
                  <a:pt x="357920" y="348342"/>
                  <a:pt x="362488" y="348931"/>
                </a:cubicBezTo>
                <a:cubicBezTo>
                  <a:pt x="366908" y="349521"/>
                  <a:pt x="371034" y="349079"/>
                  <a:pt x="375013" y="347605"/>
                </a:cubicBezTo>
                <a:cubicBezTo>
                  <a:pt x="378991" y="345984"/>
                  <a:pt x="382675" y="343627"/>
                  <a:pt x="386064" y="340090"/>
                </a:cubicBezTo>
                <a:cubicBezTo>
                  <a:pt x="389306" y="336848"/>
                  <a:pt x="391516" y="333459"/>
                  <a:pt x="392990" y="330070"/>
                </a:cubicBezTo>
                <a:cubicBezTo>
                  <a:pt x="394316" y="326534"/>
                  <a:pt x="395347" y="323292"/>
                  <a:pt x="395937" y="320197"/>
                </a:cubicBezTo>
                <a:cubicBezTo>
                  <a:pt x="396526" y="317250"/>
                  <a:pt x="396821" y="314598"/>
                  <a:pt x="396968" y="312388"/>
                </a:cubicBezTo>
                <a:cubicBezTo>
                  <a:pt x="397116" y="310177"/>
                  <a:pt x="397558" y="308704"/>
                  <a:pt x="398147" y="308115"/>
                </a:cubicBezTo>
                <a:cubicBezTo>
                  <a:pt x="398442" y="307820"/>
                  <a:pt x="398884" y="307672"/>
                  <a:pt x="399326" y="307525"/>
                </a:cubicBezTo>
                <a:cubicBezTo>
                  <a:pt x="399621" y="307525"/>
                  <a:pt x="400210" y="307525"/>
                  <a:pt x="400799" y="307820"/>
                </a:cubicBezTo>
                <a:cubicBezTo>
                  <a:pt x="401241" y="308115"/>
                  <a:pt x="401978" y="308409"/>
                  <a:pt x="402568" y="308851"/>
                </a:cubicBezTo>
                <a:cubicBezTo>
                  <a:pt x="403157" y="309293"/>
                  <a:pt x="403894" y="310030"/>
                  <a:pt x="404631" y="310767"/>
                </a:cubicBezTo>
                <a:close/>
                <a:moveTo>
                  <a:pt x="465340" y="261993"/>
                </a:moveTo>
                <a:cubicBezTo>
                  <a:pt x="466371" y="263025"/>
                  <a:pt x="467255" y="264056"/>
                  <a:pt x="467697" y="264940"/>
                </a:cubicBezTo>
                <a:cubicBezTo>
                  <a:pt x="468287" y="265824"/>
                  <a:pt x="468582" y="266708"/>
                  <a:pt x="468582" y="267445"/>
                </a:cubicBezTo>
                <a:cubicBezTo>
                  <a:pt x="468582" y="268329"/>
                  <a:pt x="468287" y="269213"/>
                  <a:pt x="467845" y="270392"/>
                </a:cubicBezTo>
                <a:cubicBezTo>
                  <a:pt x="467550" y="271571"/>
                  <a:pt x="466961" y="272750"/>
                  <a:pt x="466077" y="273929"/>
                </a:cubicBezTo>
                <a:cubicBezTo>
                  <a:pt x="465340" y="275255"/>
                  <a:pt x="464456" y="276434"/>
                  <a:pt x="463572" y="277760"/>
                </a:cubicBezTo>
                <a:cubicBezTo>
                  <a:pt x="462540" y="278939"/>
                  <a:pt x="461509" y="280117"/>
                  <a:pt x="460477" y="281296"/>
                </a:cubicBezTo>
                <a:cubicBezTo>
                  <a:pt x="456941" y="284833"/>
                  <a:pt x="453404" y="287485"/>
                  <a:pt x="450015" y="289106"/>
                </a:cubicBezTo>
                <a:cubicBezTo>
                  <a:pt x="446479" y="290580"/>
                  <a:pt x="442942" y="291316"/>
                  <a:pt x="439406" y="290874"/>
                </a:cubicBezTo>
                <a:cubicBezTo>
                  <a:pt x="435869" y="290580"/>
                  <a:pt x="432185" y="289401"/>
                  <a:pt x="428502" y="287043"/>
                </a:cubicBezTo>
                <a:cubicBezTo>
                  <a:pt x="424818" y="284833"/>
                  <a:pt x="420839" y="281738"/>
                  <a:pt x="416713" y="277760"/>
                </a:cubicBezTo>
                <a:lnTo>
                  <a:pt x="371329" y="232965"/>
                </a:lnTo>
                <a:lnTo>
                  <a:pt x="360572" y="243869"/>
                </a:lnTo>
                <a:cubicBezTo>
                  <a:pt x="359835" y="244605"/>
                  <a:pt x="358951" y="244900"/>
                  <a:pt x="357772" y="244605"/>
                </a:cubicBezTo>
                <a:cubicBezTo>
                  <a:pt x="356741" y="244458"/>
                  <a:pt x="355415" y="243721"/>
                  <a:pt x="354089" y="242395"/>
                </a:cubicBezTo>
                <a:cubicBezTo>
                  <a:pt x="353499" y="241658"/>
                  <a:pt x="352910" y="240922"/>
                  <a:pt x="352468" y="240332"/>
                </a:cubicBezTo>
                <a:cubicBezTo>
                  <a:pt x="352026" y="239743"/>
                  <a:pt x="351731" y="239153"/>
                  <a:pt x="351584" y="238564"/>
                </a:cubicBezTo>
                <a:cubicBezTo>
                  <a:pt x="351584" y="238122"/>
                  <a:pt x="351584" y="237533"/>
                  <a:pt x="351584" y="237090"/>
                </a:cubicBezTo>
                <a:cubicBezTo>
                  <a:pt x="351731" y="236648"/>
                  <a:pt x="352026" y="236206"/>
                  <a:pt x="352320" y="235912"/>
                </a:cubicBezTo>
                <a:lnTo>
                  <a:pt x="363077" y="225008"/>
                </a:lnTo>
                <a:lnTo>
                  <a:pt x="345247" y="207325"/>
                </a:lnTo>
                <a:cubicBezTo>
                  <a:pt x="344805" y="207031"/>
                  <a:pt x="344658" y="206588"/>
                  <a:pt x="344511" y="206294"/>
                </a:cubicBezTo>
                <a:cubicBezTo>
                  <a:pt x="344363" y="205852"/>
                  <a:pt x="344363" y="205410"/>
                  <a:pt x="344511" y="204820"/>
                </a:cubicBezTo>
                <a:cubicBezTo>
                  <a:pt x="344805" y="204231"/>
                  <a:pt x="345100" y="203641"/>
                  <a:pt x="345689" y="202905"/>
                </a:cubicBezTo>
                <a:cubicBezTo>
                  <a:pt x="346131" y="202168"/>
                  <a:pt x="346868" y="201431"/>
                  <a:pt x="347752" y="200400"/>
                </a:cubicBezTo>
                <a:cubicBezTo>
                  <a:pt x="348784" y="199516"/>
                  <a:pt x="349521" y="198779"/>
                  <a:pt x="350257" y="198189"/>
                </a:cubicBezTo>
                <a:cubicBezTo>
                  <a:pt x="350994" y="197600"/>
                  <a:pt x="351584" y="197305"/>
                  <a:pt x="352026" y="197158"/>
                </a:cubicBezTo>
                <a:cubicBezTo>
                  <a:pt x="352615" y="197011"/>
                  <a:pt x="353057" y="197011"/>
                  <a:pt x="353499" y="197011"/>
                </a:cubicBezTo>
                <a:cubicBezTo>
                  <a:pt x="353941" y="197158"/>
                  <a:pt x="354383" y="197305"/>
                  <a:pt x="354678" y="197747"/>
                </a:cubicBezTo>
                <a:lnTo>
                  <a:pt x="372508" y="215282"/>
                </a:lnTo>
                <a:lnTo>
                  <a:pt x="392400" y="195095"/>
                </a:lnTo>
                <a:cubicBezTo>
                  <a:pt x="392842" y="194800"/>
                  <a:pt x="393284" y="194506"/>
                  <a:pt x="393726" y="194358"/>
                </a:cubicBezTo>
                <a:cubicBezTo>
                  <a:pt x="394168" y="194211"/>
                  <a:pt x="394611" y="194211"/>
                  <a:pt x="395200" y="194358"/>
                </a:cubicBezTo>
                <a:cubicBezTo>
                  <a:pt x="395789" y="194506"/>
                  <a:pt x="396379" y="194800"/>
                  <a:pt x="396968" y="195095"/>
                </a:cubicBezTo>
                <a:cubicBezTo>
                  <a:pt x="397558" y="195537"/>
                  <a:pt x="398294" y="196126"/>
                  <a:pt x="398884" y="196716"/>
                </a:cubicBezTo>
                <a:cubicBezTo>
                  <a:pt x="400357" y="198042"/>
                  <a:pt x="401094" y="199368"/>
                  <a:pt x="401241" y="200400"/>
                </a:cubicBezTo>
                <a:cubicBezTo>
                  <a:pt x="401536" y="201578"/>
                  <a:pt x="401241" y="202463"/>
                  <a:pt x="400652" y="203199"/>
                </a:cubicBezTo>
                <a:lnTo>
                  <a:pt x="380759" y="223387"/>
                </a:lnTo>
                <a:lnTo>
                  <a:pt x="424965" y="266856"/>
                </a:lnTo>
                <a:cubicBezTo>
                  <a:pt x="430417" y="272308"/>
                  <a:pt x="435427" y="275697"/>
                  <a:pt x="439995" y="276876"/>
                </a:cubicBezTo>
                <a:cubicBezTo>
                  <a:pt x="444416" y="278202"/>
                  <a:pt x="448689" y="276728"/>
                  <a:pt x="452815" y="272455"/>
                </a:cubicBezTo>
                <a:cubicBezTo>
                  <a:pt x="454141" y="271276"/>
                  <a:pt x="455172" y="269950"/>
                  <a:pt x="455909" y="268624"/>
                </a:cubicBezTo>
                <a:cubicBezTo>
                  <a:pt x="456646" y="267298"/>
                  <a:pt x="457235" y="266119"/>
                  <a:pt x="457825" y="264940"/>
                </a:cubicBezTo>
                <a:cubicBezTo>
                  <a:pt x="458267" y="263761"/>
                  <a:pt x="458562" y="262877"/>
                  <a:pt x="458856" y="261993"/>
                </a:cubicBezTo>
                <a:cubicBezTo>
                  <a:pt x="459151" y="261109"/>
                  <a:pt x="459593" y="260520"/>
                  <a:pt x="460035" y="260078"/>
                </a:cubicBezTo>
                <a:cubicBezTo>
                  <a:pt x="460182" y="259783"/>
                  <a:pt x="460477" y="259635"/>
                  <a:pt x="460919" y="259488"/>
                </a:cubicBezTo>
                <a:cubicBezTo>
                  <a:pt x="461214" y="259488"/>
                  <a:pt x="461509" y="259488"/>
                  <a:pt x="461951" y="259635"/>
                </a:cubicBezTo>
                <a:cubicBezTo>
                  <a:pt x="462393" y="259783"/>
                  <a:pt x="462835" y="260078"/>
                  <a:pt x="463424" y="260372"/>
                </a:cubicBezTo>
                <a:cubicBezTo>
                  <a:pt x="464014" y="260814"/>
                  <a:pt x="464603" y="261256"/>
                  <a:pt x="465340" y="261993"/>
                </a:cubicBezTo>
                <a:close/>
                <a:moveTo>
                  <a:pt x="498642" y="236796"/>
                </a:moveTo>
                <a:cubicBezTo>
                  <a:pt x="499084" y="237090"/>
                  <a:pt x="499231" y="237385"/>
                  <a:pt x="499378" y="237827"/>
                </a:cubicBezTo>
                <a:cubicBezTo>
                  <a:pt x="499526" y="238269"/>
                  <a:pt x="499378" y="238711"/>
                  <a:pt x="499231" y="239301"/>
                </a:cubicBezTo>
                <a:cubicBezTo>
                  <a:pt x="499084" y="239743"/>
                  <a:pt x="498642" y="240332"/>
                  <a:pt x="498199" y="241069"/>
                </a:cubicBezTo>
                <a:cubicBezTo>
                  <a:pt x="497757" y="241806"/>
                  <a:pt x="497021" y="242690"/>
                  <a:pt x="495989" y="243574"/>
                </a:cubicBezTo>
                <a:cubicBezTo>
                  <a:pt x="495105" y="244605"/>
                  <a:pt x="494368" y="245342"/>
                  <a:pt x="493632" y="245784"/>
                </a:cubicBezTo>
                <a:cubicBezTo>
                  <a:pt x="492895" y="246226"/>
                  <a:pt x="492305" y="246668"/>
                  <a:pt x="491716" y="246816"/>
                </a:cubicBezTo>
                <a:cubicBezTo>
                  <a:pt x="491127" y="247110"/>
                  <a:pt x="490684" y="247110"/>
                  <a:pt x="490390" y="246963"/>
                </a:cubicBezTo>
                <a:cubicBezTo>
                  <a:pt x="489948" y="246816"/>
                  <a:pt x="489506" y="246668"/>
                  <a:pt x="489211" y="246374"/>
                </a:cubicBezTo>
                <a:lnTo>
                  <a:pt x="416124" y="174466"/>
                </a:lnTo>
                <a:cubicBezTo>
                  <a:pt x="415829" y="174171"/>
                  <a:pt x="415535" y="173729"/>
                  <a:pt x="415387" y="173434"/>
                </a:cubicBezTo>
                <a:cubicBezTo>
                  <a:pt x="415240" y="172992"/>
                  <a:pt x="415240" y="172550"/>
                  <a:pt x="415535" y="171961"/>
                </a:cubicBezTo>
                <a:cubicBezTo>
                  <a:pt x="415682" y="171371"/>
                  <a:pt x="415977" y="170782"/>
                  <a:pt x="416566" y="170045"/>
                </a:cubicBezTo>
                <a:cubicBezTo>
                  <a:pt x="417156" y="169308"/>
                  <a:pt x="417745" y="168571"/>
                  <a:pt x="418629" y="167540"/>
                </a:cubicBezTo>
                <a:cubicBezTo>
                  <a:pt x="419660" y="166656"/>
                  <a:pt x="420545" y="165919"/>
                  <a:pt x="421134" y="165330"/>
                </a:cubicBezTo>
                <a:cubicBezTo>
                  <a:pt x="421871" y="164740"/>
                  <a:pt x="422460" y="164446"/>
                  <a:pt x="423050" y="164298"/>
                </a:cubicBezTo>
                <a:cubicBezTo>
                  <a:pt x="423492" y="164151"/>
                  <a:pt x="424081" y="164151"/>
                  <a:pt x="424376" y="164151"/>
                </a:cubicBezTo>
                <a:cubicBezTo>
                  <a:pt x="424818" y="164298"/>
                  <a:pt x="425260" y="164446"/>
                  <a:pt x="425555" y="164888"/>
                </a:cubicBezTo>
                <a:lnTo>
                  <a:pt x="498642" y="236796"/>
                </a:lnTo>
                <a:close/>
                <a:moveTo>
                  <a:pt x="402420" y="139101"/>
                </a:moveTo>
                <a:cubicBezTo>
                  <a:pt x="404925" y="141606"/>
                  <a:pt x="406251" y="143816"/>
                  <a:pt x="406251" y="145732"/>
                </a:cubicBezTo>
                <a:cubicBezTo>
                  <a:pt x="406251" y="147500"/>
                  <a:pt x="405073" y="149563"/>
                  <a:pt x="402715" y="152068"/>
                </a:cubicBezTo>
                <a:cubicBezTo>
                  <a:pt x="400357" y="154426"/>
                  <a:pt x="398294" y="155604"/>
                  <a:pt x="396526" y="155604"/>
                </a:cubicBezTo>
                <a:cubicBezTo>
                  <a:pt x="394758" y="155604"/>
                  <a:pt x="392695" y="154426"/>
                  <a:pt x="390043" y="151773"/>
                </a:cubicBezTo>
                <a:cubicBezTo>
                  <a:pt x="387390" y="149268"/>
                  <a:pt x="386211" y="147058"/>
                  <a:pt x="386211" y="145290"/>
                </a:cubicBezTo>
                <a:cubicBezTo>
                  <a:pt x="386064" y="143522"/>
                  <a:pt x="387243" y="141311"/>
                  <a:pt x="389748" y="138954"/>
                </a:cubicBezTo>
                <a:cubicBezTo>
                  <a:pt x="391958" y="136596"/>
                  <a:pt x="394021" y="135417"/>
                  <a:pt x="395789" y="135417"/>
                </a:cubicBezTo>
                <a:cubicBezTo>
                  <a:pt x="397558" y="135270"/>
                  <a:pt x="399768" y="136596"/>
                  <a:pt x="402420" y="139101"/>
                </a:cubicBezTo>
                <a:close/>
                <a:moveTo>
                  <a:pt x="554341" y="105505"/>
                </a:moveTo>
                <a:cubicBezTo>
                  <a:pt x="560088" y="111251"/>
                  <a:pt x="564803" y="117293"/>
                  <a:pt x="568192" y="123629"/>
                </a:cubicBezTo>
                <a:cubicBezTo>
                  <a:pt x="571581" y="129965"/>
                  <a:pt x="573644" y="136301"/>
                  <a:pt x="574233" y="142932"/>
                </a:cubicBezTo>
                <a:cubicBezTo>
                  <a:pt x="574970" y="149416"/>
                  <a:pt x="574086" y="155899"/>
                  <a:pt x="571728" y="162383"/>
                </a:cubicBezTo>
                <a:cubicBezTo>
                  <a:pt x="569371" y="168866"/>
                  <a:pt x="565245" y="175055"/>
                  <a:pt x="559351" y="180949"/>
                </a:cubicBezTo>
                <a:cubicBezTo>
                  <a:pt x="553751" y="186696"/>
                  <a:pt x="548005" y="190822"/>
                  <a:pt x="541963" y="193327"/>
                </a:cubicBezTo>
                <a:cubicBezTo>
                  <a:pt x="535922" y="195832"/>
                  <a:pt x="529880" y="196863"/>
                  <a:pt x="523692" y="196421"/>
                </a:cubicBezTo>
                <a:cubicBezTo>
                  <a:pt x="517503" y="195979"/>
                  <a:pt x="511314" y="194064"/>
                  <a:pt x="504978" y="190822"/>
                </a:cubicBezTo>
                <a:cubicBezTo>
                  <a:pt x="498789" y="187580"/>
                  <a:pt x="492747" y="182865"/>
                  <a:pt x="486706" y="176971"/>
                </a:cubicBezTo>
                <a:cubicBezTo>
                  <a:pt x="480959" y="171224"/>
                  <a:pt x="476244" y="165330"/>
                  <a:pt x="472855" y="158994"/>
                </a:cubicBezTo>
                <a:cubicBezTo>
                  <a:pt x="469318" y="152657"/>
                  <a:pt x="467255" y="146321"/>
                  <a:pt x="466666" y="139690"/>
                </a:cubicBezTo>
                <a:cubicBezTo>
                  <a:pt x="466077" y="133207"/>
                  <a:pt x="466961" y="126723"/>
                  <a:pt x="469318" y="120387"/>
                </a:cubicBezTo>
                <a:cubicBezTo>
                  <a:pt x="471676" y="113904"/>
                  <a:pt x="475802" y="107715"/>
                  <a:pt x="481696" y="101673"/>
                </a:cubicBezTo>
                <a:cubicBezTo>
                  <a:pt x="487295" y="96074"/>
                  <a:pt x="493189" y="91948"/>
                  <a:pt x="499084" y="89296"/>
                </a:cubicBezTo>
                <a:cubicBezTo>
                  <a:pt x="505125" y="86791"/>
                  <a:pt x="511167" y="85759"/>
                  <a:pt x="517355" y="86201"/>
                </a:cubicBezTo>
                <a:cubicBezTo>
                  <a:pt x="523544" y="86643"/>
                  <a:pt x="529733" y="88559"/>
                  <a:pt x="535922" y="91801"/>
                </a:cubicBezTo>
                <a:cubicBezTo>
                  <a:pt x="542258" y="95042"/>
                  <a:pt x="548299" y="99610"/>
                  <a:pt x="554341" y="105505"/>
                </a:cubicBezTo>
                <a:close/>
                <a:moveTo>
                  <a:pt x="545205" y="116556"/>
                </a:moveTo>
                <a:cubicBezTo>
                  <a:pt x="541079" y="112430"/>
                  <a:pt x="536659" y="109041"/>
                  <a:pt x="532091" y="106094"/>
                </a:cubicBezTo>
                <a:cubicBezTo>
                  <a:pt x="527523" y="103147"/>
                  <a:pt x="522955" y="101231"/>
                  <a:pt x="518092" y="100347"/>
                </a:cubicBezTo>
                <a:cubicBezTo>
                  <a:pt x="513377" y="99316"/>
                  <a:pt x="508662" y="99610"/>
                  <a:pt x="503799" y="101231"/>
                </a:cubicBezTo>
                <a:cubicBezTo>
                  <a:pt x="498936" y="102705"/>
                  <a:pt x="494221" y="105799"/>
                  <a:pt x="489653" y="110515"/>
                </a:cubicBezTo>
                <a:cubicBezTo>
                  <a:pt x="485232" y="114935"/>
                  <a:pt x="482433" y="119503"/>
                  <a:pt x="480812" y="124218"/>
                </a:cubicBezTo>
                <a:cubicBezTo>
                  <a:pt x="479191" y="128934"/>
                  <a:pt x="478896" y="133649"/>
                  <a:pt x="479633" y="138364"/>
                </a:cubicBezTo>
                <a:cubicBezTo>
                  <a:pt x="480370" y="143079"/>
                  <a:pt x="482285" y="147795"/>
                  <a:pt x="485085" y="152510"/>
                </a:cubicBezTo>
                <a:cubicBezTo>
                  <a:pt x="487885" y="157225"/>
                  <a:pt x="491421" y="161646"/>
                  <a:pt x="495842" y="165919"/>
                </a:cubicBezTo>
                <a:cubicBezTo>
                  <a:pt x="499968" y="170045"/>
                  <a:pt x="504388" y="173581"/>
                  <a:pt x="508956" y="176529"/>
                </a:cubicBezTo>
                <a:cubicBezTo>
                  <a:pt x="513672" y="179476"/>
                  <a:pt x="518239" y="181391"/>
                  <a:pt x="522955" y="182275"/>
                </a:cubicBezTo>
                <a:cubicBezTo>
                  <a:pt x="527670" y="183159"/>
                  <a:pt x="532385" y="182865"/>
                  <a:pt x="537248" y="181391"/>
                </a:cubicBezTo>
                <a:cubicBezTo>
                  <a:pt x="541963" y="179918"/>
                  <a:pt x="546679" y="176676"/>
                  <a:pt x="551394" y="171961"/>
                </a:cubicBezTo>
                <a:cubicBezTo>
                  <a:pt x="555667" y="167540"/>
                  <a:pt x="558614" y="163119"/>
                  <a:pt x="560235" y="158404"/>
                </a:cubicBezTo>
                <a:cubicBezTo>
                  <a:pt x="561709" y="153689"/>
                  <a:pt x="562151" y="148974"/>
                  <a:pt x="561414" y="144258"/>
                </a:cubicBezTo>
                <a:cubicBezTo>
                  <a:pt x="560677" y="139543"/>
                  <a:pt x="558909" y="134828"/>
                  <a:pt x="555962" y="130112"/>
                </a:cubicBezTo>
                <a:cubicBezTo>
                  <a:pt x="553162" y="125397"/>
                  <a:pt x="549626" y="120977"/>
                  <a:pt x="545205" y="116556"/>
                </a:cubicBezTo>
                <a:close/>
                <a:moveTo>
                  <a:pt x="671486" y="61004"/>
                </a:moveTo>
                <a:cubicBezTo>
                  <a:pt x="671928" y="61299"/>
                  <a:pt x="672076" y="61593"/>
                  <a:pt x="672223" y="62035"/>
                </a:cubicBezTo>
                <a:cubicBezTo>
                  <a:pt x="672223" y="62478"/>
                  <a:pt x="672223" y="62920"/>
                  <a:pt x="672076" y="63509"/>
                </a:cubicBezTo>
                <a:cubicBezTo>
                  <a:pt x="671928" y="63951"/>
                  <a:pt x="671486" y="64540"/>
                  <a:pt x="671044" y="65277"/>
                </a:cubicBezTo>
                <a:cubicBezTo>
                  <a:pt x="670602" y="66014"/>
                  <a:pt x="669865" y="66898"/>
                  <a:pt x="668981" y="67782"/>
                </a:cubicBezTo>
                <a:cubicBezTo>
                  <a:pt x="667950" y="68814"/>
                  <a:pt x="667213" y="69550"/>
                  <a:pt x="666476" y="69993"/>
                </a:cubicBezTo>
                <a:cubicBezTo>
                  <a:pt x="665740" y="70582"/>
                  <a:pt x="665150" y="70877"/>
                  <a:pt x="664561" y="71024"/>
                </a:cubicBezTo>
                <a:cubicBezTo>
                  <a:pt x="664119" y="71319"/>
                  <a:pt x="663677" y="71319"/>
                  <a:pt x="663235" y="71171"/>
                </a:cubicBezTo>
                <a:cubicBezTo>
                  <a:pt x="662792" y="71024"/>
                  <a:pt x="662350" y="70877"/>
                  <a:pt x="662056" y="70582"/>
                </a:cubicBezTo>
                <a:lnTo>
                  <a:pt x="618734" y="27850"/>
                </a:lnTo>
                <a:cubicBezTo>
                  <a:pt x="614166" y="23429"/>
                  <a:pt x="610188" y="20187"/>
                  <a:pt x="606651" y="18124"/>
                </a:cubicBezTo>
                <a:cubicBezTo>
                  <a:pt x="603115" y="16061"/>
                  <a:pt x="599725" y="14735"/>
                  <a:pt x="596189" y="14146"/>
                </a:cubicBezTo>
                <a:cubicBezTo>
                  <a:pt x="592800" y="13556"/>
                  <a:pt x="589558" y="13851"/>
                  <a:pt x="586316" y="14883"/>
                </a:cubicBezTo>
                <a:cubicBezTo>
                  <a:pt x="583075" y="15914"/>
                  <a:pt x="579980" y="17977"/>
                  <a:pt x="577181" y="20924"/>
                </a:cubicBezTo>
                <a:cubicBezTo>
                  <a:pt x="573497" y="24608"/>
                  <a:pt x="571139" y="29618"/>
                  <a:pt x="570108" y="35954"/>
                </a:cubicBezTo>
                <a:cubicBezTo>
                  <a:pt x="569076" y="42290"/>
                  <a:pt x="569076" y="49953"/>
                  <a:pt x="570255" y="59088"/>
                </a:cubicBezTo>
                <a:lnTo>
                  <a:pt x="622713" y="110662"/>
                </a:lnTo>
                <a:cubicBezTo>
                  <a:pt x="623007" y="110957"/>
                  <a:pt x="623155" y="111399"/>
                  <a:pt x="623302" y="111693"/>
                </a:cubicBezTo>
                <a:cubicBezTo>
                  <a:pt x="623449" y="112135"/>
                  <a:pt x="623449" y="112725"/>
                  <a:pt x="623155" y="113167"/>
                </a:cubicBezTo>
                <a:cubicBezTo>
                  <a:pt x="623007" y="113609"/>
                  <a:pt x="622713" y="114346"/>
                  <a:pt x="622123" y="115082"/>
                </a:cubicBezTo>
                <a:cubicBezTo>
                  <a:pt x="621681" y="115672"/>
                  <a:pt x="620944" y="116556"/>
                  <a:pt x="620060" y="117587"/>
                </a:cubicBezTo>
                <a:cubicBezTo>
                  <a:pt x="619176" y="118472"/>
                  <a:pt x="618292" y="119208"/>
                  <a:pt x="617555" y="119650"/>
                </a:cubicBezTo>
                <a:cubicBezTo>
                  <a:pt x="616818" y="120240"/>
                  <a:pt x="616229" y="120535"/>
                  <a:pt x="615640" y="120829"/>
                </a:cubicBezTo>
                <a:cubicBezTo>
                  <a:pt x="615198" y="120977"/>
                  <a:pt x="614755" y="121124"/>
                  <a:pt x="614313" y="120977"/>
                </a:cubicBezTo>
                <a:cubicBezTo>
                  <a:pt x="613871" y="120829"/>
                  <a:pt x="613577" y="120535"/>
                  <a:pt x="613282" y="120240"/>
                </a:cubicBezTo>
                <a:lnTo>
                  <a:pt x="540048" y="48332"/>
                </a:lnTo>
                <a:cubicBezTo>
                  <a:pt x="539753" y="48037"/>
                  <a:pt x="539606" y="47742"/>
                  <a:pt x="539458" y="47300"/>
                </a:cubicBezTo>
                <a:cubicBezTo>
                  <a:pt x="539311" y="46858"/>
                  <a:pt x="539311" y="46416"/>
                  <a:pt x="539458" y="45827"/>
                </a:cubicBezTo>
                <a:cubicBezTo>
                  <a:pt x="539606" y="45237"/>
                  <a:pt x="540048" y="44648"/>
                  <a:pt x="540490" y="44058"/>
                </a:cubicBezTo>
                <a:cubicBezTo>
                  <a:pt x="540932" y="43322"/>
                  <a:pt x="541669" y="42585"/>
                  <a:pt x="542553" y="41701"/>
                </a:cubicBezTo>
                <a:cubicBezTo>
                  <a:pt x="543437" y="40817"/>
                  <a:pt x="544174" y="40080"/>
                  <a:pt x="544910" y="39491"/>
                </a:cubicBezTo>
                <a:cubicBezTo>
                  <a:pt x="545500" y="39048"/>
                  <a:pt x="546089" y="38754"/>
                  <a:pt x="546679" y="38606"/>
                </a:cubicBezTo>
                <a:cubicBezTo>
                  <a:pt x="547121" y="38459"/>
                  <a:pt x="547563" y="38459"/>
                  <a:pt x="548005" y="38606"/>
                </a:cubicBezTo>
                <a:cubicBezTo>
                  <a:pt x="548447" y="38754"/>
                  <a:pt x="548741" y="38901"/>
                  <a:pt x="549036" y="39196"/>
                </a:cubicBezTo>
                <a:lnTo>
                  <a:pt x="559351" y="49363"/>
                </a:lnTo>
                <a:cubicBezTo>
                  <a:pt x="558909" y="40522"/>
                  <a:pt x="559498" y="33154"/>
                  <a:pt x="561414" y="26966"/>
                </a:cubicBezTo>
                <a:cubicBezTo>
                  <a:pt x="563329" y="20924"/>
                  <a:pt x="566129" y="15914"/>
                  <a:pt x="570108" y="11936"/>
                </a:cubicBezTo>
                <a:cubicBezTo>
                  <a:pt x="574823" y="7073"/>
                  <a:pt x="579538" y="3831"/>
                  <a:pt x="584401" y="2210"/>
                </a:cubicBezTo>
                <a:cubicBezTo>
                  <a:pt x="589263" y="442"/>
                  <a:pt x="594126" y="0"/>
                  <a:pt x="598841" y="589"/>
                </a:cubicBezTo>
                <a:cubicBezTo>
                  <a:pt x="603557" y="1326"/>
                  <a:pt x="608125" y="2947"/>
                  <a:pt x="612693" y="5747"/>
                </a:cubicBezTo>
                <a:cubicBezTo>
                  <a:pt x="617260" y="8399"/>
                  <a:pt x="622123" y="12378"/>
                  <a:pt x="627280" y="17388"/>
                </a:cubicBezTo>
                <a:lnTo>
                  <a:pt x="671486" y="61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6EFD6-152B-4375-8462-6E69E99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189" y="3158868"/>
            <a:ext cx="933185" cy="916239"/>
          </a:xfrm>
          <a:custGeom xmlns:a="http://schemas.openxmlformats.org/drawingml/2006/main">
            <a:pathLst>
              <a:path w="933185" h="916239">
                <a:moveTo>
                  <a:pt x="127460" y="123924"/>
                </a:moveTo>
                <a:cubicBezTo>
                  <a:pt x="118766" y="132765"/>
                  <a:pt x="110072" y="139396"/>
                  <a:pt x="101231" y="143964"/>
                </a:cubicBezTo>
                <a:cubicBezTo>
                  <a:pt x="92390" y="148384"/>
                  <a:pt x="83696" y="150742"/>
                  <a:pt x="74855" y="151037"/>
                </a:cubicBezTo>
                <a:cubicBezTo>
                  <a:pt x="66161" y="151331"/>
                  <a:pt x="57468" y="149563"/>
                  <a:pt x="48921" y="145584"/>
                </a:cubicBezTo>
                <a:cubicBezTo>
                  <a:pt x="40227" y="141753"/>
                  <a:pt x="31533" y="135417"/>
                  <a:pt x="22840" y="126723"/>
                </a:cubicBezTo>
                <a:lnTo>
                  <a:pt x="2210" y="106389"/>
                </a:lnTo>
                <a:cubicBezTo>
                  <a:pt x="1326" y="105505"/>
                  <a:pt x="589" y="104178"/>
                  <a:pt x="295" y="102410"/>
                </a:cubicBezTo>
                <a:cubicBezTo>
                  <a:pt x="0" y="100642"/>
                  <a:pt x="884" y="98874"/>
                  <a:pt x="2800" y="96958"/>
                </a:cubicBezTo>
                <a:lnTo>
                  <a:pt x="95779" y="2652"/>
                </a:lnTo>
                <a:cubicBezTo>
                  <a:pt x="97547" y="737"/>
                  <a:pt x="99463" y="0"/>
                  <a:pt x="101231" y="295"/>
                </a:cubicBezTo>
                <a:cubicBezTo>
                  <a:pt x="102852" y="442"/>
                  <a:pt x="104326" y="1179"/>
                  <a:pt x="105210" y="2063"/>
                </a:cubicBezTo>
                <a:lnTo>
                  <a:pt x="127165" y="23724"/>
                </a:lnTo>
                <a:cubicBezTo>
                  <a:pt x="136007" y="32418"/>
                  <a:pt x="142343" y="41111"/>
                  <a:pt x="146027" y="49511"/>
                </a:cubicBezTo>
                <a:cubicBezTo>
                  <a:pt x="149710" y="57910"/>
                  <a:pt x="151479" y="66456"/>
                  <a:pt x="151184" y="75003"/>
                </a:cubicBezTo>
                <a:cubicBezTo>
                  <a:pt x="151037" y="83402"/>
                  <a:pt x="148826" y="91801"/>
                  <a:pt x="144848" y="100052"/>
                </a:cubicBezTo>
                <a:cubicBezTo>
                  <a:pt x="140722" y="108452"/>
                  <a:pt x="134975" y="116409"/>
                  <a:pt x="127460" y="123924"/>
                </a:cubicBezTo>
                <a:close/>
                <a:moveTo>
                  <a:pt x="116409" y="114051"/>
                </a:moveTo>
                <a:cubicBezTo>
                  <a:pt x="122450" y="108010"/>
                  <a:pt x="127165" y="101526"/>
                  <a:pt x="130702" y="94895"/>
                </a:cubicBezTo>
                <a:cubicBezTo>
                  <a:pt x="134386" y="88117"/>
                  <a:pt x="136449" y="81339"/>
                  <a:pt x="136891" y="74413"/>
                </a:cubicBezTo>
                <a:cubicBezTo>
                  <a:pt x="137480" y="67488"/>
                  <a:pt x="136301" y="60562"/>
                  <a:pt x="133502" y="53636"/>
                </a:cubicBezTo>
                <a:cubicBezTo>
                  <a:pt x="130702" y="46711"/>
                  <a:pt x="125545" y="39491"/>
                  <a:pt x="117882" y="31976"/>
                </a:cubicBezTo>
                <a:lnTo>
                  <a:pt x="101821" y="16061"/>
                </a:lnTo>
                <a:lnTo>
                  <a:pt x="16209" y="102852"/>
                </a:lnTo>
                <a:lnTo>
                  <a:pt x="32418" y="118766"/>
                </a:lnTo>
                <a:cubicBezTo>
                  <a:pt x="39491" y="125839"/>
                  <a:pt x="46269" y="130849"/>
                  <a:pt x="53047" y="133944"/>
                </a:cubicBezTo>
                <a:cubicBezTo>
                  <a:pt x="59678" y="137038"/>
                  <a:pt x="66456" y="138512"/>
                  <a:pt x="73234" y="138069"/>
                </a:cubicBezTo>
                <a:cubicBezTo>
                  <a:pt x="80160" y="137627"/>
                  <a:pt x="87233" y="135417"/>
                  <a:pt x="94306" y="131439"/>
                </a:cubicBezTo>
                <a:cubicBezTo>
                  <a:pt x="101379" y="127607"/>
                  <a:pt x="108746" y="121713"/>
                  <a:pt x="116409" y="114051"/>
                </a:cubicBezTo>
                <a:close/>
                <a:moveTo>
                  <a:pt x="150889" y="250058"/>
                </a:moveTo>
                <a:cubicBezTo>
                  <a:pt x="150447" y="250500"/>
                  <a:pt x="149858" y="250794"/>
                  <a:pt x="149121" y="250794"/>
                </a:cubicBezTo>
                <a:cubicBezTo>
                  <a:pt x="148532" y="250647"/>
                  <a:pt x="147795" y="250500"/>
                  <a:pt x="147205" y="250058"/>
                </a:cubicBezTo>
                <a:cubicBezTo>
                  <a:pt x="146469" y="249615"/>
                  <a:pt x="145584" y="248879"/>
                  <a:pt x="144700" y="247995"/>
                </a:cubicBezTo>
                <a:cubicBezTo>
                  <a:pt x="143816" y="247110"/>
                  <a:pt x="143079" y="246226"/>
                  <a:pt x="142490" y="245490"/>
                </a:cubicBezTo>
                <a:cubicBezTo>
                  <a:pt x="142048" y="244753"/>
                  <a:pt x="141753" y="244016"/>
                  <a:pt x="141606" y="243279"/>
                </a:cubicBezTo>
                <a:cubicBezTo>
                  <a:pt x="141606" y="242690"/>
                  <a:pt x="141901" y="242100"/>
                  <a:pt x="142343" y="241511"/>
                </a:cubicBezTo>
                <a:lnTo>
                  <a:pt x="150447" y="233407"/>
                </a:lnTo>
                <a:cubicBezTo>
                  <a:pt x="143669" y="233701"/>
                  <a:pt x="137333" y="232965"/>
                  <a:pt x="131439" y="230902"/>
                </a:cubicBezTo>
                <a:cubicBezTo>
                  <a:pt x="125545" y="228986"/>
                  <a:pt x="120535" y="225892"/>
                  <a:pt x="116261" y="221766"/>
                </a:cubicBezTo>
                <a:cubicBezTo>
                  <a:pt x="112430" y="217935"/>
                  <a:pt x="109483" y="214103"/>
                  <a:pt x="107420" y="210125"/>
                </a:cubicBezTo>
                <a:cubicBezTo>
                  <a:pt x="105357" y="206146"/>
                  <a:pt x="104326" y="202168"/>
                  <a:pt x="104031" y="198189"/>
                </a:cubicBezTo>
                <a:cubicBezTo>
                  <a:pt x="103736" y="194211"/>
                  <a:pt x="104326" y="190380"/>
                  <a:pt x="105799" y="186696"/>
                </a:cubicBezTo>
                <a:cubicBezTo>
                  <a:pt x="107273" y="182865"/>
                  <a:pt x="109630" y="179476"/>
                  <a:pt x="112872" y="176086"/>
                </a:cubicBezTo>
                <a:cubicBezTo>
                  <a:pt x="116851" y="172108"/>
                  <a:pt x="121124" y="169456"/>
                  <a:pt x="125692" y="168129"/>
                </a:cubicBezTo>
                <a:cubicBezTo>
                  <a:pt x="130407" y="166803"/>
                  <a:pt x="135122" y="166656"/>
                  <a:pt x="140280" y="167687"/>
                </a:cubicBezTo>
                <a:cubicBezTo>
                  <a:pt x="145290" y="168719"/>
                  <a:pt x="150447" y="170782"/>
                  <a:pt x="155604" y="174024"/>
                </a:cubicBezTo>
                <a:cubicBezTo>
                  <a:pt x="160909" y="177265"/>
                  <a:pt x="166214" y="181539"/>
                  <a:pt x="171519" y="186696"/>
                </a:cubicBezTo>
                <a:lnTo>
                  <a:pt x="183159" y="198189"/>
                </a:lnTo>
                <a:lnTo>
                  <a:pt x="189348" y="191853"/>
                </a:lnTo>
                <a:cubicBezTo>
                  <a:pt x="192443" y="188759"/>
                  <a:pt x="194800" y="185664"/>
                  <a:pt x="196569" y="182717"/>
                </a:cubicBezTo>
                <a:cubicBezTo>
                  <a:pt x="198189" y="179623"/>
                  <a:pt x="199221" y="176676"/>
                  <a:pt x="199368" y="173581"/>
                </a:cubicBezTo>
                <a:cubicBezTo>
                  <a:pt x="199516" y="170487"/>
                  <a:pt x="198779" y="167393"/>
                  <a:pt x="197305" y="164298"/>
                </a:cubicBezTo>
                <a:cubicBezTo>
                  <a:pt x="195684" y="161351"/>
                  <a:pt x="193327" y="158109"/>
                  <a:pt x="189938" y="154868"/>
                </a:cubicBezTo>
                <a:cubicBezTo>
                  <a:pt x="186696" y="151626"/>
                  <a:pt x="183454" y="149121"/>
                  <a:pt x="180065" y="147353"/>
                </a:cubicBezTo>
                <a:cubicBezTo>
                  <a:pt x="176823" y="145584"/>
                  <a:pt x="173581" y="144258"/>
                  <a:pt x="170782" y="143374"/>
                </a:cubicBezTo>
                <a:cubicBezTo>
                  <a:pt x="167835" y="142343"/>
                  <a:pt x="165330" y="141606"/>
                  <a:pt x="163414" y="141164"/>
                </a:cubicBezTo>
                <a:cubicBezTo>
                  <a:pt x="161351" y="140722"/>
                  <a:pt x="160025" y="140280"/>
                  <a:pt x="159436" y="139690"/>
                </a:cubicBezTo>
                <a:cubicBezTo>
                  <a:pt x="159141" y="139396"/>
                  <a:pt x="158994" y="139101"/>
                  <a:pt x="158699" y="138659"/>
                </a:cubicBezTo>
                <a:cubicBezTo>
                  <a:pt x="158552" y="138217"/>
                  <a:pt x="158552" y="137922"/>
                  <a:pt x="158699" y="137333"/>
                </a:cubicBezTo>
                <a:cubicBezTo>
                  <a:pt x="158846" y="136891"/>
                  <a:pt x="158994" y="136449"/>
                  <a:pt x="159436" y="135859"/>
                </a:cubicBezTo>
                <a:cubicBezTo>
                  <a:pt x="159730" y="135270"/>
                  <a:pt x="160320" y="134680"/>
                  <a:pt x="160909" y="134091"/>
                </a:cubicBezTo>
                <a:cubicBezTo>
                  <a:pt x="162088" y="132912"/>
                  <a:pt x="162972" y="132175"/>
                  <a:pt x="163856" y="131586"/>
                </a:cubicBezTo>
                <a:cubicBezTo>
                  <a:pt x="164593" y="131144"/>
                  <a:pt x="165772" y="130849"/>
                  <a:pt x="167098" y="130849"/>
                </a:cubicBezTo>
                <a:cubicBezTo>
                  <a:pt x="168424" y="130849"/>
                  <a:pt x="170340" y="131144"/>
                  <a:pt x="172992" y="132028"/>
                </a:cubicBezTo>
                <a:cubicBezTo>
                  <a:pt x="175644" y="132765"/>
                  <a:pt x="178444" y="133944"/>
                  <a:pt x="181391" y="135270"/>
                </a:cubicBezTo>
                <a:cubicBezTo>
                  <a:pt x="184486" y="136743"/>
                  <a:pt x="187433" y="138512"/>
                  <a:pt x="190527" y="140574"/>
                </a:cubicBezTo>
                <a:cubicBezTo>
                  <a:pt x="193621" y="142637"/>
                  <a:pt x="196421" y="144848"/>
                  <a:pt x="198926" y="147500"/>
                </a:cubicBezTo>
                <a:cubicBezTo>
                  <a:pt x="203936" y="152363"/>
                  <a:pt x="207620" y="157225"/>
                  <a:pt x="209830" y="161793"/>
                </a:cubicBezTo>
                <a:cubicBezTo>
                  <a:pt x="212041" y="166361"/>
                  <a:pt x="213219" y="170782"/>
                  <a:pt x="213072" y="175202"/>
                </a:cubicBezTo>
                <a:cubicBezTo>
                  <a:pt x="212925" y="179623"/>
                  <a:pt x="211746" y="183896"/>
                  <a:pt x="209388" y="188022"/>
                </a:cubicBezTo>
                <a:cubicBezTo>
                  <a:pt x="207031" y="192295"/>
                  <a:pt x="203789" y="196421"/>
                  <a:pt x="199663" y="200694"/>
                </a:cubicBezTo>
                <a:lnTo>
                  <a:pt x="150889" y="250058"/>
                </a:lnTo>
                <a:close/>
                <a:moveTo>
                  <a:pt x="175350" y="206146"/>
                </a:moveTo>
                <a:lnTo>
                  <a:pt x="161941" y="193032"/>
                </a:lnTo>
                <a:cubicBezTo>
                  <a:pt x="158109" y="189201"/>
                  <a:pt x="154426" y="186106"/>
                  <a:pt x="150742" y="184044"/>
                </a:cubicBezTo>
                <a:cubicBezTo>
                  <a:pt x="147205" y="181833"/>
                  <a:pt x="143816" y="180507"/>
                  <a:pt x="140574" y="179918"/>
                </a:cubicBezTo>
                <a:cubicBezTo>
                  <a:pt x="137333" y="179328"/>
                  <a:pt x="134238" y="179476"/>
                  <a:pt x="131439" y="180507"/>
                </a:cubicBezTo>
                <a:cubicBezTo>
                  <a:pt x="128639" y="181391"/>
                  <a:pt x="125987" y="183159"/>
                  <a:pt x="123629" y="185517"/>
                </a:cubicBezTo>
                <a:cubicBezTo>
                  <a:pt x="119503" y="189790"/>
                  <a:pt x="117587" y="194358"/>
                  <a:pt x="117735" y="199516"/>
                </a:cubicBezTo>
                <a:cubicBezTo>
                  <a:pt x="117882" y="204673"/>
                  <a:pt x="120387" y="209536"/>
                  <a:pt x="125250" y="214398"/>
                </a:cubicBezTo>
                <a:cubicBezTo>
                  <a:pt x="129081" y="218082"/>
                  <a:pt x="133649" y="220734"/>
                  <a:pt x="138954" y="221913"/>
                </a:cubicBezTo>
                <a:cubicBezTo>
                  <a:pt x="144111" y="223239"/>
                  <a:pt x="150594" y="223681"/>
                  <a:pt x="158404" y="223239"/>
                </a:cubicBezTo>
                <a:lnTo>
                  <a:pt x="175350" y="206146"/>
                </a:lnTo>
                <a:close/>
                <a:moveTo>
                  <a:pt x="217935" y="307525"/>
                </a:moveTo>
                <a:cubicBezTo>
                  <a:pt x="216756" y="308704"/>
                  <a:pt x="215872" y="309441"/>
                  <a:pt x="214988" y="310030"/>
                </a:cubicBezTo>
                <a:cubicBezTo>
                  <a:pt x="214103" y="310472"/>
                  <a:pt x="213219" y="310767"/>
                  <a:pt x="212483" y="310767"/>
                </a:cubicBezTo>
                <a:cubicBezTo>
                  <a:pt x="211598" y="310767"/>
                  <a:pt x="210714" y="310619"/>
                  <a:pt x="209536" y="310177"/>
                </a:cubicBezTo>
                <a:cubicBezTo>
                  <a:pt x="208357" y="309735"/>
                  <a:pt x="207178" y="309146"/>
                  <a:pt x="205999" y="308409"/>
                </a:cubicBezTo>
                <a:cubicBezTo>
                  <a:pt x="204673" y="307525"/>
                  <a:pt x="203494" y="306788"/>
                  <a:pt x="202168" y="305757"/>
                </a:cubicBezTo>
                <a:cubicBezTo>
                  <a:pt x="200842" y="304725"/>
                  <a:pt x="199663" y="303694"/>
                  <a:pt x="198631" y="302662"/>
                </a:cubicBezTo>
                <a:cubicBezTo>
                  <a:pt x="195095" y="299126"/>
                  <a:pt x="192443" y="295590"/>
                  <a:pt x="190822" y="292200"/>
                </a:cubicBezTo>
                <a:cubicBezTo>
                  <a:pt x="189348" y="288664"/>
                  <a:pt x="188759" y="285127"/>
                  <a:pt x="189054" y="281591"/>
                </a:cubicBezTo>
                <a:cubicBezTo>
                  <a:pt x="189348" y="278055"/>
                  <a:pt x="190674" y="274371"/>
                  <a:pt x="192885" y="270687"/>
                </a:cubicBezTo>
                <a:cubicBezTo>
                  <a:pt x="195095" y="267003"/>
                  <a:pt x="198189" y="263025"/>
                  <a:pt x="202315" y="259046"/>
                </a:cubicBezTo>
                <a:lnTo>
                  <a:pt x="247110" y="213514"/>
                </a:lnTo>
                <a:lnTo>
                  <a:pt x="236206" y="202905"/>
                </a:lnTo>
                <a:cubicBezTo>
                  <a:pt x="235470" y="202021"/>
                  <a:pt x="235175" y="201136"/>
                  <a:pt x="235470" y="200105"/>
                </a:cubicBezTo>
                <a:cubicBezTo>
                  <a:pt x="235617" y="198926"/>
                  <a:pt x="236501" y="197747"/>
                  <a:pt x="237827" y="196421"/>
                </a:cubicBezTo>
                <a:cubicBezTo>
                  <a:pt x="238417" y="195684"/>
                  <a:pt x="239153" y="195095"/>
                  <a:pt x="239743" y="194800"/>
                </a:cubicBezTo>
                <a:cubicBezTo>
                  <a:pt x="240332" y="194358"/>
                  <a:pt x="240922" y="194064"/>
                  <a:pt x="241511" y="193916"/>
                </a:cubicBezTo>
                <a:cubicBezTo>
                  <a:pt x="242100" y="193769"/>
                  <a:pt x="242543" y="193769"/>
                  <a:pt x="242985" y="193916"/>
                </a:cubicBezTo>
                <a:cubicBezTo>
                  <a:pt x="243427" y="194064"/>
                  <a:pt x="243869" y="194358"/>
                  <a:pt x="244311" y="194653"/>
                </a:cubicBezTo>
                <a:lnTo>
                  <a:pt x="255215" y="205410"/>
                </a:lnTo>
                <a:lnTo>
                  <a:pt x="272750" y="187580"/>
                </a:lnTo>
                <a:cubicBezTo>
                  <a:pt x="273192" y="187138"/>
                  <a:pt x="273487" y="186991"/>
                  <a:pt x="273929" y="186843"/>
                </a:cubicBezTo>
                <a:cubicBezTo>
                  <a:pt x="274223" y="186696"/>
                  <a:pt x="274813" y="186696"/>
                  <a:pt x="275402" y="186843"/>
                </a:cubicBezTo>
                <a:cubicBezTo>
                  <a:pt x="275844" y="187138"/>
                  <a:pt x="276581" y="187433"/>
                  <a:pt x="277170" y="188022"/>
                </a:cubicBezTo>
                <a:cubicBezTo>
                  <a:pt x="277907" y="188464"/>
                  <a:pt x="278791" y="189201"/>
                  <a:pt x="279675" y="190085"/>
                </a:cubicBezTo>
                <a:cubicBezTo>
                  <a:pt x="280560" y="191116"/>
                  <a:pt x="281296" y="191853"/>
                  <a:pt x="281886" y="192590"/>
                </a:cubicBezTo>
                <a:cubicBezTo>
                  <a:pt x="282475" y="193327"/>
                  <a:pt x="282770" y="193916"/>
                  <a:pt x="282917" y="194358"/>
                </a:cubicBezTo>
                <a:cubicBezTo>
                  <a:pt x="283065" y="194948"/>
                  <a:pt x="283212" y="195390"/>
                  <a:pt x="283065" y="195832"/>
                </a:cubicBezTo>
                <a:cubicBezTo>
                  <a:pt x="282917" y="196274"/>
                  <a:pt x="282770" y="196716"/>
                  <a:pt x="282475" y="197011"/>
                </a:cubicBezTo>
                <a:lnTo>
                  <a:pt x="264793" y="214840"/>
                </a:lnTo>
                <a:lnTo>
                  <a:pt x="284980" y="234733"/>
                </a:lnTo>
                <a:cubicBezTo>
                  <a:pt x="285275" y="235175"/>
                  <a:pt x="285570" y="235617"/>
                  <a:pt x="285717" y="236059"/>
                </a:cubicBezTo>
                <a:cubicBezTo>
                  <a:pt x="285864" y="236501"/>
                  <a:pt x="285864" y="236943"/>
                  <a:pt x="285717" y="237533"/>
                </a:cubicBezTo>
                <a:cubicBezTo>
                  <a:pt x="285570" y="238122"/>
                  <a:pt x="285275" y="238711"/>
                  <a:pt x="284833" y="239301"/>
                </a:cubicBezTo>
                <a:cubicBezTo>
                  <a:pt x="284538" y="239890"/>
                  <a:pt x="283949" y="240627"/>
                  <a:pt x="283212" y="241364"/>
                </a:cubicBezTo>
                <a:cubicBezTo>
                  <a:pt x="281886" y="242690"/>
                  <a:pt x="280707" y="243427"/>
                  <a:pt x="279528" y="243721"/>
                </a:cubicBezTo>
                <a:cubicBezTo>
                  <a:pt x="278497" y="243869"/>
                  <a:pt x="277612" y="243574"/>
                  <a:pt x="276876" y="242985"/>
                </a:cubicBezTo>
                <a:lnTo>
                  <a:pt x="256688" y="223092"/>
                </a:lnTo>
                <a:lnTo>
                  <a:pt x="213219" y="267150"/>
                </a:lnTo>
                <a:cubicBezTo>
                  <a:pt x="207767" y="272750"/>
                  <a:pt x="204378" y="277760"/>
                  <a:pt x="203052" y="282180"/>
                </a:cubicBezTo>
                <a:cubicBezTo>
                  <a:pt x="201726" y="286601"/>
                  <a:pt x="203199" y="291022"/>
                  <a:pt x="207473" y="295147"/>
                </a:cubicBezTo>
                <a:cubicBezTo>
                  <a:pt x="208651" y="296326"/>
                  <a:pt x="209978" y="297358"/>
                  <a:pt x="211304" y="298095"/>
                </a:cubicBezTo>
                <a:cubicBezTo>
                  <a:pt x="212630" y="298979"/>
                  <a:pt x="213809" y="299568"/>
                  <a:pt x="214988" y="300010"/>
                </a:cubicBezTo>
                <a:cubicBezTo>
                  <a:pt x="216166" y="300452"/>
                  <a:pt x="217051" y="300894"/>
                  <a:pt x="217935" y="301189"/>
                </a:cubicBezTo>
                <a:cubicBezTo>
                  <a:pt x="218671" y="301484"/>
                  <a:pt x="219408" y="301778"/>
                  <a:pt x="219850" y="302220"/>
                </a:cubicBezTo>
                <a:cubicBezTo>
                  <a:pt x="220145" y="302515"/>
                  <a:pt x="220292" y="302810"/>
                  <a:pt x="220440" y="303105"/>
                </a:cubicBezTo>
                <a:cubicBezTo>
                  <a:pt x="220440" y="303399"/>
                  <a:pt x="220440" y="303841"/>
                  <a:pt x="220292" y="304283"/>
                </a:cubicBezTo>
                <a:cubicBezTo>
                  <a:pt x="220145" y="304725"/>
                  <a:pt x="219850" y="305167"/>
                  <a:pt x="219556" y="305610"/>
                </a:cubicBezTo>
                <a:cubicBezTo>
                  <a:pt x="219113" y="306199"/>
                  <a:pt x="218671" y="306788"/>
                  <a:pt x="217935" y="307525"/>
                </a:cubicBezTo>
                <a:close/>
                <a:moveTo>
                  <a:pt x="276728" y="374276"/>
                </a:moveTo>
                <a:cubicBezTo>
                  <a:pt x="276286" y="374718"/>
                  <a:pt x="275697" y="375013"/>
                  <a:pt x="274960" y="375013"/>
                </a:cubicBezTo>
                <a:cubicBezTo>
                  <a:pt x="274371" y="374865"/>
                  <a:pt x="273781" y="374718"/>
                  <a:pt x="273045" y="374276"/>
                </a:cubicBezTo>
                <a:cubicBezTo>
                  <a:pt x="272308" y="373834"/>
                  <a:pt x="271424" y="373097"/>
                  <a:pt x="270540" y="372213"/>
                </a:cubicBezTo>
                <a:cubicBezTo>
                  <a:pt x="269655" y="371329"/>
                  <a:pt x="268919" y="370445"/>
                  <a:pt x="268329" y="369708"/>
                </a:cubicBezTo>
                <a:cubicBezTo>
                  <a:pt x="267887" y="368824"/>
                  <a:pt x="267593" y="368234"/>
                  <a:pt x="267593" y="367498"/>
                </a:cubicBezTo>
                <a:cubicBezTo>
                  <a:pt x="267445" y="366908"/>
                  <a:pt x="267740" y="366319"/>
                  <a:pt x="268182" y="365729"/>
                </a:cubicBezTo>
                <a:lnTo>
                  <a:pt x="276286" y="357625"/>
                </a:lnTo>
                <a:cubicBezTo>
                  <a:pt x="269508" y="357920"/>
                  <a:pt x="263172" y="357183"/>
                  <a:pt x="257278" y="355120"/>
                </a:cubicBezTo>
                <a:cubicBezTo>
                  <a:pt x="251384" y="353204"/>
                  <a:pt x="246374" y="350110"/>
                  <a:pt x="242100" y="345984"/>
                </a:cubicBezTo>
                <a:cubicBezTo>
                  <a:pt x="238269" y="342153"/>
                  <a:pt x="235322" y="338322"/>
                  <a:pt x="233259" y="334343"/>
                </a:cubicBezTo>
                <a:cubicBezTo>
                  <a:pt x="231344" y="330217"/>
                  <a:pt x="230165" y="326386"/>
                  <a:pt x="229870" y="322408"/>
                </a:cubicBezTo>
                <a:cubicBezTo>
                  <a:pt x="229576" y="318429"/>
                  <a:pt x="230165" y="314598"/>
                  <a:pt x="231638" y="310914"/>
                </a:cubicBezTo>
                <a:cubicBezTo>
                  <a:pt x="233112" y="307083"/>
                  <a:pt x="235470" y="303694"/>
                  <a:pt x="238711" y="300305"/>
                </a:cubicBezTo>
                <a:cubicBezTo>
                  <a:pt x="242690" y="296326"/>
                  <a:pt x="246963" y="293674"/>
                  <a:pt x="251531" y="292348"/>
                </a:cubicBezTo>
                <a:cubicBezTo>
                  <a:pt x="256246" y="291022"/>
                  <a:pt x="261109" y="290727"/>
                  <a:pt x="266119" y="291906"/>
                </a:cubicBezTo>
                <a:cubicBezTo>
                  <a:pt x="271129" y="292937"/>
                  <a:pt x="276286" y="295000"/>
                  <a:pt x="281591" y="298242"/>
                </a:cubicBezTo>
                <a:cubicBezTo>
                  <a:pt x="286748" y="301484"/>
                  <a:pt x="292053" y="305757"/>
                  <a:pt x="297358" y="310914"/>
                </a:cubicBezTo>
                <a:lnTo>
                  <a:pt x="308999" y="322408"/>
                </a:lnTo>
                <a:lnTo>
                  <a:pt x="315187" y="316072"/>
                </a:lnTo>
                <a:cubicBezTo>
                  <a:pt x="318282" y="312977"/>
                  <a:pt x="320639" y="309883"/>
                  <a:pt x="322408" y="306936"/>
                </a:cubicBezTo>
                <a:cubicBezTo>
                  <a:pt x="324029" y="303841"/>
                  <a:pt x="325060" y="300747"/>
                  <a:pt x="325207" y="297800"/>
                </a:cubicBezTo>
                <a:cubicBezTo>
                  <a:pt x="325355" y="294705"/>
                  <a:pt x="324618" y="291611"/>
                  <a:pt x="323144" y="288517"/>
                </a:cubicBezTo>
                <a:cubicBezTo>
                  <a:pt x="321524" y="285422"/>
                  <a:pt x="319166" y="282328"/>
                  <a:pt x="315777" y="278939"/>
                </a:cubicBezTo>
                <a:cubicBezTo>
                  <a:pt x="312535" y="275844"/>
                  <a:pt x="309293" y="273339"/>
                  <a:pt x="305904" y="271571"/>
                </a:cubicBezTo>
                <a:cubicBezTo>
                  <a:pt x="302662" y="269803"/>
                  <a:pt x="299421" y="268477"/>
                  <a:pt x="296621" y="267445"/>
                </a:cubicBezTo>
                <a:cubicBezTo>
                  <a:pt x="293674" y="266561"/>
                  <a:pt x="291169" y="265824"/>
                  <a:pt x="289253" y="265382"/>
                </a:cubicBezTo>
                <a:cubicBezTo>
                  <a:pt x="287190" y="264940"/>
                  <a:pt x="285864" y="264498"/>
                  <a:pt x="285422" y="263909"/>
                </a:cubicBezTo>
                <a:cubicBezTo>
                  <a:pt x="284980" y="263614"/>
                  <a:pt x="284833" y="263172"/>
                  <a:pt x="284685" y="262877"/>
                </a:cubicBezTo>
                <a:cubicBezTo>
                  <a:pt x="284391" y="262435"/>
                  <a:pt x="284391" y="261993"/>
                  <a:pt x="284538" y="261551"/>
                </a:cubicBezTo>
                <a:cubicBezTo>
                  <a:pt x="284685" y="261109"/>
                  <a:pt x="284833" y="260520"/>
                  <a:pt x="285275" y="260078"/>
                </a:cubicBezTo>
                <a:cubicBezTo>
                  <a:pt x="285570" y="259488"/>
                  <a:pt x="286159" y="258899"/>
                  <a:pt x="286748" y="258309"/>
                </a:cubicBezTo>
                <a:cubicBezTo>
                  <a:pt x="287927" y="257130"/>
                  <a:pt x="288811" y="256394"/>
                  <a:pt x="289695" y="255804"/>
                </a:cubicBezTo>
                <a:cubicBezTo>
                  <a:pt x="290432" y="255362"/>
                  <a:pt x="291611" y="255068"/>
                  <a:pt x="292937" y="255068"/>
                </a:cubicBezTo>
                <a:cubicBezTo>
                  <a:pt x="294263" y="255068"/>
                  <a:pt x="296179" y="255362"/>
                  <a:pt x="298831" y="256246"/>
                </a:cubicBezTo>
                <a:cubicBezTo>
                  <a:pt x="301484" y="256983"/>
                  <a:pt x="304283" y="258015"/>
                  <a:pt x="307230" y="259488"/>
                </a:cubicBezTo>
                <a:cubicBezTo>
                  <a:pt x="310325" y="260962"/>
                  <a:pt x="313272" y="262730"/>
                  <a:pt x="316366" y="264793"/>
                </a:cubicBezTo>
                <a:cubicBezTo>
                  <a:pt x="319461" y="266856"/>
                  <a:pt x="322260" y="269066"/>
                  <a:pt x="324765" y="271718"/>
                </a:cubicBezTo>
                <a:cubicBezTo>
                  <a:pt x="329775" y="276581"/>
                  <a:pt x="333459" y="281296"/>
                  <a:pt x="335669" y="286012"/>
                </a:cubicBezTo>
                <a:cubicBezTo>
                  <a:pt x="337880" y="290580"/>
                  <a:pt x="339059" y="295000"/>
                  <a:pt x="338911" y="299421"/>
                </a:cubicBezTo>
                <a:cubicBezTo>
                  <a:pt x="338764" y="303694"/>
                  <a:pt x="337585" y="308115"/>
                  <a:pt x="335227" y="312240"/>
                </a:cubicBezTo>
                <a:cubicBezTo>
                  <a:pt x="332870" y="316514"/>
                  <a:pt x="329628" y="320639"/>
                  <a:pt x="325502" y="324913"/>
                </a:cubicBezTo>
                <a:lnTo>
                  <a:pt x="276728" y="374276"/>
                </a:lnTo>
                <a:close/>
                <a:moveTo>
                  <a:pt x="301189" y="330365"/>
                </a:moveTo>
                <a:lnTo>
                  <a:pt x="287927" y="317103"/>
                </a:lnTo>
                <a:cubicBezTo>
                  <a:pt x="283949" y="313419"/>
                  <a:pt x="280265" y="310325"/>
                  <a:pt x="276728" y="308262"/>
                </a:cubicBezTo>
                <a:cubicBezTo>
                  <a:pt x="273045" y="306052"/>
                  <a:pt x="269655" y="304725"/>
                  <a:pt x="266414" y="304136"/>
                </a:cubicBezTo>
                <a:cubicBezTo>
                  <a:pt x="263172" y="303547"/>
                  <a:pt x="260078" y="303694"/>
                  <a:pt x="257278" y="304725"/>
                </a:cubicBezTo>
                <a:cubicBezTo>
                  <a:pt x="254478" y="305610"/>
                  <a:pt x="251973" y="307378"/>
                  <a:pt x="249468" y="309735"/>
                </a:cubicBezTo>
                <a:cubicBezTo>
                  <a:pt x="245342" y="313861"/>
                  <a:pt x="243427" y="318577"/>
                  <a:pt x="243574" y="323734"/>
                </a:cubicBezTo>
                <a:cubicBezTo>
                  <a:pt x="243721" y="328891"/>
                  <a:pt x="246374" y="333754"/>
                  <a:pt x="251089" y="338617"/>
                </a:cubicBezTo>
                <a:cubicBezTo>
                  <a:pt x="254920" y="342300"/>
                  <a:pt x="259488" y="344805"/>
                  <a:pt x="264793" y="346131"/>
                </a:cubicBezTo>
                <a:cubicBezTo>
                  <a:pt x="269950" y="347458"/>
                  <a:pt x="276434" y="347900"/>
                  <a:pt x="284243" y="347458"/>
                </a:cubicBezTo>
                <a:lnTo>
                  <a:pt x="301189" y="330365"/>
                </a:lnTo>
                <a:close/>
                <a:moveTo>
                  <a:pt x="385180" y="428649"/>
                </a:moveTo>
                <a:cubicBezTo>
                  <a:pt x="380612" y="433217"/>
                  <a:pt x="375749" y="436606"/>
                  <a:pt x="370445" y="438669"/>
                </a:cubicBezTo>
                <a:cubicBezTo>
                  <a:pt x="365140" y="440585"/>
                  <a:pt x="359688" y="441469"/>
                  <a:pt x="354236" y="441027"/>
                </a:cubicBezTo>
                <a:cubicBezTo>
                  <a:pt x="348636" y="440585"/>
                  <a:pt x="343184" y="438964"/>
                  <a:pt x="337732" y="436311"/>
                </a:cubicBezTo>
                <a:cubicBezTo>
                  <a:pt x="332280" y="433512"/>
                  <a:pt x="327123" y="429680"/>
                  <a:pt x="322113" y="424965"/>
                </a:cubicBezTo>
                <a:cubicBezTo>
                  <a:pt x="318871" y="421576"/>
                  <a:pt x="315924" y="418187"/>
                  <a:pt x="313714" y="414651"/>
                </a:cubicBezTo>
                <a:cubicBezTo>
                  <a:pt x="311356" y="411114"/>
                  <a:pt x="309441" y="407725"/>
                  <a:pt x="307967" y="404631"/>
                </a:cubicBezTo>
                <a:cubicBezTo>
                  <a:pt x="306494" y="401536"/>
                  <a:pt x="305315" y="398736"/>
                  <a:pt x="304725" y="396231"/>
                </a:cubicBezTo>
                <a:cubicBezTo>
                  <a:pt x="303989" y="393726"/>
                  <a:pt x="303547" y="391958"/>
                  <a:pt x="303694" y="390779"/>
                </a:cubicBezTo>
                <a:cubicBezTo>
                  <a:pt x="303694" y="389601"/>
                  <a:pt x="303989" y="388422"/>
                  <a:pt x="304431" y="387243"/>
                </a:cubicBezTo>
                <a:cubicBezTo>
                  <a:pt x="305020" y="386211"/>
                  <a:pt x="305904" y="385033"/>
                  <a:pt x="307083" y="383854"/>
                </a:cubicBezTo>
                <a:cubicBezTo>
                  <a:pt x="308115" y="382970"/>
                  <a:pt x="308851" y="382233"/>
                  <a:pt x="309588" y="381643"/>
                </a:cubicBezTo>
                <a:cubicBezTo>
                  <a:pt x="310177" y="381201"/>
                  <a:pt x="310914" y="380907"/>
                  <a:pt x="311356" y="380759"/>
                </a:cubicBezTo>
                <a:cubicBezTo>
                  <a:pt x="311946" y="380465"/>
                  <a:pt x="312535" y="380465"/>
                  <a:pt x="312977" y="380612"/>
                </a:cubicBezTo>
                <a:cubicBezTo>
                  <a:pt x="313272" y="380759"/>
                  <a:pt x="313714" y="381054"/>
                  <a:pt x="314009" y="381349"/>
                </a:cubicBezTo>
                <a:cubicBezTo>
                  <a:pt x="314745" y="382086"/>
                  <a:pt x="315335" y="383559"/>
                  <a:pt x="315777" y="385917"/>
                </a:cubicBezTo>
                <a:cubicBezTo>
                  <a:pt x="316219" y="388274"/>
                  <a:pt x="317103" y="390927"/>
                  <a:pt x="318134" y="394168"/>
                </a:cubicBezTo>
                <a:cubicBezTo>
                  <a:pt x="319166" y="397558"/>
                  <a:pt x="320787" y="401094"/>
                  <a:pt x="322850" y="405073"/>
                </a:cubicBezTo>
                <a:cubicBezTo>
                  <a:pt x="325060" y="408904"/>
                  <a:pt x="328154" y="412882"/>
                  <a:pt x="332133" y="416861"/>
                </a:cubicBezTo>
                <a:cubicBezTo>
                  <a:pt x="335375" y="420103"/>
                  <a:pt x="338911" y="422608"/>
                  <a:pt x="342448" y="424523"/>
                </a:cubicBezTo>
                <a:cubicBezTo>
                  <a:pt x="346131" y="426291"/>
                  <a:pt x="349668" y="427323"/>
                  <a:pt x="353352" y="427618"/>
                </a:cubicBezTo>
                <a:cubicBezTo>
                  <a:pt x="357036" y="427912"/>
                  <a:pt x="360572" y="427470"/>
                  <a:pt x="364109" y="425997"/>
                </a:cubicBezTo>
                <a:cubicBezTo>
                  <a:pt x="367645" y="424670"/>
                  <a:pt x="370887" y="422460"/>
                  <a:pt x="373981" y="419366"/>
                </a:cubicBezTo>
                <a:cubicBezTo>
                  <a:pt x="377223" y="416124"/>
                  <a:pt x="379139" y="412735"/>
                  <a:pt x="380023" y="408904"/>
                </a:cubicBezTo>
                <a:cubicBezTo>
                  <a:pt x="380907" y="405220"/>
                  <a:pt x="381054" y="401389"/>
                  <a:pt x="380612" y="397410"/>
                </a:cubicBezTo>
                <a:cubicBezTo>
                  <a:pt x="380023" y="393432"/>
                  <a:pt x="378991" y="389306"/>
                  <a:pt x="377518" y="385033"/>
                </a:cubicBezTo>
                <a:cubicBezTo>
                  <a:pt x="376044" y="380759"/>
                  <a:pt x="374423" y="376339"/>
                  <a:pt x="372802" y="371918"/>
                </a:cubicBezTo>
                <a:cubicBezTo>
                  <a:pt x="371181" y="367498"/>
                  <a:pt x="369708" y="363077"/>
                  <a:pt x="368382" y="358509"/>
                </a:cubicBezTo>
                <a:cubicBezTo>
                  <a:pt x="367203" y="353941"/>
                  <a:pt x="366466" y="349373"/>
                  <a:pt x="366466" y="344953"/>
                </a:cubicBezTo>
                <a:cubicBezTo>
                  <a:pt x="366319" y="340532"/>
                  <a:pt x="367056" y="335964"/>
                  <a:pt x="368676" y="331691"/>
                </a:cubicBezTo>
                <a:cubicBezTo>
                  <a:pt x="370297" y="327270"/>
                  <a:pt x="373097" y="322997"/>
                  <a:pt x="377223" y="318871"/>
                </a:cubicBezTo>
                <a:cubicBezTo>
                  <a:pt x="381201" y="314745"/>
                  <a:pt x="385475" y="311946"/>
                  <a:pt x="390043" y="310177"/>
                </a:cubicBezTo>
                <a:cubicBezTo>
                  <a:pt x="394611" y="308409"/>
                  <a:pt x="399326" y="307672"/>
                  <a:pt x="404188" y="308115"/>
                </a:cubicBezTo>
                <a:cubicBezTo>
                  <a:pt x="409051" y="308409"/>
                  <a:pt x="413914" y="309883"/>
                  <a:pt x="418776" y="312240"/>
                </a:cubicBezTo>
                <a:cubicBezTo>
                  <a:pt x="423639" y="314745"/>
                  <a:pt x="428207" y="318134"/>
                  <a:pt x="432628" y="322555"/>
                </a:cubicBezTo>
                <a:cubicBezTo>
                  <a:pt x="434838" y="324618"/>
                  <a:pt x="436901" y="327123"/>
                  <a:pt x="438669" y="329775"/>
                </a:cubicBezTo>
                <a:cubicBezTo>
                  <a:pt x="440585" y="332428"/>
                  <a:pt x="442058" y="335080"/>
                  <a:pt x="443532" y="337732"/>
                </a:cubicBezTo>
                <a:cubicBezTo>
                  <a:pt x="444858" y="340385"/>
                  <a:pt x="445889" y="342890"/>
                  <a:pt x="446626" y="345247"/>
                </a:cubicBezTo>
                <a:cubicBezTo>
                  <a:pt x="447363" y="347752"/>
                  <a:pt x="447805" y="349373"/>
                  <a:pt x="447805" y="350405"/>
                </a:cubicBezTo>
                <a:cubicBezTo>
                  <a:pt x="447805" y="351436"/>
                  <a:pt x="447805" y="352173"/>
                  <a:pt x="447658" y="352468"/>
                </a:cubicBezTo>
                <a:cubicBezTo>
                  <a:pt x="447510" y="352910"/>
                  <a:pt x="447363" y="353352"/>
                  <a:pt x="447068" y="353794"/>
                </a:cubicBezTo>
                <a:cubicBezTo>
                  <a:pt x="446773" y="354236"/>
                  <a:pt x="446479" y="354825"/>
                  <a:pt x="446037" y="355415"/>
                </a:cubicBezTo>
                <a:cubicBezTo>
                  <a:pt x="445595" y="356004"/>
                  <a:pt x="445005" y="356594"/>
                  <a:pt x="444268" y="357330"/>
                </a:cubicBezTo>
                <a:cubicBezTo>
                  <a:pt x="443532" y="358067"/>
                  <a:pt x="442942" y="358656"/>
                  <a:pt x="442205" y="359099"/>
                </a:cubicBezTo>
                <a:cubicBezTo>
                  <a:pt x="441616" y="359541"/>
                  <a:pt x="441027" y="359983"/>
                  <a:pt x="440437" y="360277"/>
                </a:cubicBezTo>
                <a:cubicBezTo>
                  <a:pt x="439848" y="360425"/>
                  <a:pt x="439406" y="360572"/>
                  <a:pt x="438964" y="360572"/>
                </a:cubicBezTo>
                <a:cubicBezTo>
                  <a:pt x="438522" y="360572"/>
                  <a:pt x="438080" y="360425"/>
                  <a:pt x="437785" y="359983"/>
                </a:cubicBezTo>
                <a:cubicBezTo>
                  <a:pt x="437195" y="359393"/>
                  <a:pt x="436606" y="358214"/>
                  <a:pt x="436164" y="356151"/>
                </a:cubicBezTo>
                <a:cubicBezTo>
                  <a:pt x="435722" y="354236"/>
                  <a:pt x="435133" y="351878"/>
                  <a:pt x="434248" y="349079"/>
                </a:cubicBezTo>
                <a:cubicBezTo>
                  <a:pt x="433364" y="346279"/>
                  <a:pt x="432038" y="343332"/>
                  <a:pt x="430270" y="339943"/>
                </a:cubicBezTo>
                <a:cubicBezTo>
                  <a:pt x="428502" y="336701"/>
                  <a:pt x="425997" y="333459"/>
                  <a:pt x="422902" y="330365"/>
                </a:cubicBezTo>
                <a:cubicBezTo>
                  <a:pt x="419660" y="327123"/>
                  <a:pt x="416419" y="324913"/>
                  <a:pt x="413324" y="323439"/>
                </a:cubicBezTo>
                <a:cubicBezTo>
                  <a:pt x="410083" y="321966"/>
                  <a:pt x="406988" y="321229"/>
                  <a:pt x="403894" y="321082"/>
                </a:cubicBezTo>
                <a:cubicBezTo>
                  <a:pt x="400947" y="321082"/>
                  <a:pt x="398000" y="321671"/>
                  <a:pt x="395200" y="322850"/>
                </a:cubicBezTo>
                <a:cubicBezTo>
                  <a:pt x="392548" y="324029"/>
                  <a:pt x="390043" y="325797"/>
                  <a:pt x="387832" y="328007"/>
                </a:cubicBezTo>
                <a:cubicBezTo>
                  <a:pt x="384738" y="331249"/>
                  <a:pt x="382675" y="334638"/>
                  <a:pt x="381791" y="338322"/>
                </a:cubicBezTo>
                <a:cubicBezTo>
                  <a:pt x="380907" y="342006"/>
                  <a:pt x="380759" y="345984"/>
                  <a:pt x="381349" y="349963"/>
                </a:cubicBezTo>
                <a:cubicBezTo>
                  <a:pt x="381791" y="354089"/>
                  <a:pt x="382970" y="358214"/>
                  <a:pt x="384443" y="362488"/>
                </a:cubicBezTo>
                <a:cubicBezTo>
                  <a:pt x="385917" y="366908"/>
                  <a:pt x="387538" y="371181"/>
                  <a:pt x="389158" y="375602"/>
                </a:cubicBezTo>
                <a:cubicBezTo>
                  <a:pt x="390779" y="380023"/>
                  <a:pt x="392253" y="384591"/>
                  <a:pt x="393579" y="389158"/>
                </a:cubicBezTo>
                <a:cubicBezTo>
                  <a:pt x="394905" y="393579"/>
                  <a:pt x="395642" y="398147"/>
                  <a:pt x="395642" y="402715"/>
                </a:cubicBezTo>
                <a:cubicBezTo>
                  <a:pt x="395789" y="407136"/>
                  <a:pt x="395053" y="411556"/>
                  <a:pt x="393579" y="415977"/>
                </a:cubicBezTo>
                <a:cubicBezTo>
                  <a:pt x="391958" y="420397"/>
                  <a:pt x="389158" y="424523"/>
                  <a:pt x="385180" y="428649"/>
                </a:cubicBezTo>
                <a:close/>
                <a:moveTo>
                  <a:pt x="482138" y="497463"/>
                </a:moveTo>
                <a:cubicBezTo>
                  <a:pt x="480370" y="499378"/>
                  <a:pt x="478454" y="500262"/>
                  <a:pt x="476686" y="499968"/>
                </a:cubicBezTo>
                <a:cubicBezTo>
                  <a:pt x="475065" y="499673"/>
                  <a:pt x="473592" y="499084"/>
                  <a:pt x="472707" y="498199"/>
                </a:cubicBezTo>
                <a:lnTo>
                  <a:pt x="422902" y="448984"/>
                </a:lnTo>
                <a:cubicBezTo>
                  <a:pt x="418482" y="453552"/>
                  <a:pt x="414798" y="458120"/>
                  <a:pt x="412146" y="462540"/>
                </a:cubicBezTo>
                <a:cubicBezTo>
                  <a:pt x="409493" y="467108"/>
                  <a:pt x="407725" y="471676"/>
                  <a:pt x="407283" y="476391"/>
                </a:cubicBezTo>
                <a:cubicBezTo>
                  <a:pt x="406693" y="480959"/>
                  <a:pt x="407430" y="485527"/>
                  <a:pt x="409346" y="490242"/>
                </a:cubicBezTo>
                <a:cubicBezTo>
                  <a:pt x="411261" y="494810"/>
                  <a:pt x="414503" y="499526"/>
                  <a:pt x="419366" y="504241"/>
                </a:cubicBezTo>
                <a:cubicBezTo>
                  <a:pt x="422755" y="507630"/>
                  <a:pt x="425997" y="510282"/>
                  <a:pt x="429386" y="512345"/>
                </a:cubicBezTo>
                <a:cubicBezTo>
                  <a:pt x="432628" y="514408"/>
                  <a:pt x="435575" y="516029"/>
                  <a:pt x="438227" y="517208"/>
                </a:cubicBezTo>
                <a:cubicBezTo>
                  <a:pt x="440879" y="518534"/>
                  <a:pt x="443237" y="519418"/>
                  <a:pt x="445005" y="520008"/>
                </a:cubicBezTo>
                <a:cubicBezTo>
                  <a:pt x="446921" y="520744"/>
                  <a:pt x="448100" y="521334"/>
                  <a:pt x="448689" y="521776"/>
                </a:cubicBezTo>
                <a:cubicBezTo>
                  <a:pt x="448984" y="522218"/>
                  <a:pt x="449131" y="522513"/>
                  <a:pt x="449278" y="522955"/>
                </a:cubicBezTo>
                <a:cubicBezTo>
                  <a:pt x="449426" y="523397"/>
                  <a:pt x="449426" y="523839"/>
                  <a:pt x="449131" y="524428"/>
                </a:cubicBezTo>
                <a:cubicBezTo>
                  <a:pt x="448984" y="524870"/>
                  <a:pt x="448689" y="525460"/>
                  <a:pt x="448247" y="526049"/>
                </a:cubicBezTo>
                <a:cubicBezTo>
                  <a:pt x="447805" y="526639"/>
                  <a:pt x="447215" y="527375"/>
                  <a:pt x="446331" y="528259"/>
                </a:cubicBezTo>
                <a:cubicBezTo>
                  <a:pt x="446037" y="528554"/>
                  <a:pt x="445595" y="528849"/>
                  <a:pt x="445153" y="529144"/>
                </a:cubicBezTo>
                <a:cubicBezTo>
                  <a:pt x="444858" y="529438"/>
                  <a:pt x="444416" y="529733"/>
                  <a:pt x="443974" y="530028"/>
                </a:cubicBezTo>
                <a:cubicBezTo>
                  <a:pt x="443679" y="530175"/>
                  <a:pt x="443237" y="530322"/>
                  <a:pt x="442795" y="530470"/>
                </a:cubicBezTo>
                <a:cubicBezTo>
                  <a:pt x="442353" y="530617"/>
                  <a:pt x="441911" y="530617"/>
                  <a:pt x="441469" y="530617"/>
                </a:cubicBezTo>
                <a:cubicBezTo>
                  <a:pt x="440879" y="530617"/>
                  <a:pt x="439553" y="530322"/>
                  <a:pt x="437490" y="529586"/>
                </a:cubicBezTo>
                <a:cubicBezTo>
                  <a:pt x="435427" y="528849"/>
                  <a:pt x="432922" y="527670"/>
                  <a:pt x="429975" y="526197"/>
                </a:cubicBezTo>
                <a:cubicBezTo>
                  <a:pt x="427175" y="524576"/>
                  <a:pt x="423934" y="522660"/>
                  <a:pt x="420397" y="520302"/>
                </a:cubicBezTo>
                <a:cubicBezTo>
                  <a:pt x="416861" y="517797"/>
                  <a:pt x="413324" y="514850"/>
                  <a:pt x="409935" y="511461"/>
                </a:cubicBezTo>
                <a:cubicBezTo>
                  <a:pt x="404336" y="506009"/>
                  <a:pt x="400063" y="500115"/>
                  <a:pt x="397410" y="494221"/>
                </a:cubicBezTo>
                <a:cubicBezTo>
                  <a:pt x="394758" y="488180"/>
                  <a:pt x="393579" y="482138"/>
                  <a:pt x="393874" y="475802"/>
                </a:cubicBezTo>
                <a:cubicBezTo>
                  <a:pt x="394168" y="469613"/>
                  <a:pt x="395937" y="463277"/>
                  <a:pt x="399326" y="456941"/>
                </a:cubicBezTo>
                <a:cubicBezTo>
                  <a:pt x="402568" y="450457"/>
                  <a:pt x="407430" y="444121"/>
                  <a:pt x="413766" y="437638"/>
                </a:cubicBezTo>
                <a:cubicBezTo>
                  <a:pt x="419955" y="431449"/>
                  <a:pt x="426144" y="426733"/>
                  <a:pt x="432628" y="423344"/>
                </a:cubicBezTo>
                <a:cubicBezTo>
                  <a:pt x="438964" y="419955"/>
                  <a:pt x="445300" y="418040"/>
                  <a:pt x="451636" y="417598"/>
                </a:cubicBezTo>
                <a:cubicBezTo>
                  <a:pt x="457972" y="417156"/>
                  <a:pt x="464161" y="418040"/>
                  <a:pt x="470055" y="420397"/>
                </a:cubicBezTo>
                <a:cubicBezTo>
                  <a:pt x="476097" y="422608"/>
                  <a:pt x="481549" y="426291"/>
                  <a:pt x="486706" y="431301"/>
                </a:cubicBezTo>
                <a:cubicBezTo>
                  <a:pt x="492158" y="436753"/>
                  <a:pt x="495989" y="442353"/>
                  <a:pt x="498052" y="447952"/>
                </a:cubicBezTo>
                <a:cubicBezTo>
                  <a:pt x="500115" y="453552"/>
                  <a:pt x="500852" y="459151"/>
                  <a:pt x="500262" y="464750"/>
                </a:cubicBezTo>
                <a:cubicBezTo>
                  <a:pt x="499673" y="470350"/>
                  <a:pt x="498052" y="475655"/>
                  <a:pt x="495105" y="480959"/>
                </a:cubicBezTo>
                <a:cubicBezTo>
                  <a:pt x="492305" y="486117"/>
                  <a:pt x="488622" y="491127"/>
                  <a:pt x="484054" y="495547"/>
                </a:cubicBezTo>
                <a:lnTo>
                  <a:pt x="482138" y="497463"/>
                </a:lnTo>
                <a:close/>
                <a:moveTo>
                  <a:pt x="475065" y="484938"/>
                </a:moveTo>
                <a:cubicBezTo>
                  <a:pt x="482875" y="477275"/>
                  <a:pt x="487001" y="469466"/>
                  <a:pt x="487590" y="461509"/>
                </a:cubicBezTo>
                <a:cubicBezTo>
                  <a:pt x="488180" y="453404"/>
                  <a:pt x="484938" y="446037"/>
                  <a:pt x="477865" y="438964"/>
                </a:cubicBezTo>
                <a:cubicBezTo>
                  <a:pt x="474181" y="435280"/>
                  <a:pt x="470350" y="432922"/>
                  <a:pt x="466224" y="431449"/>
                </a:cubicBezTo>
                <a:cubicBezTo>
                  <a:pt x="462098" y="430123"/>
                  <a:pt x="457972" y="429680"/>
                  <a:pt x="453846" y="429975"/>
                </a:cubicBezTo>
                <a:cubicBezTo>
                  <a:pt x="449720" y="430417"/>
                  <a:pt x="445595" y="431596"/>
                  <a:pt x="441616" y="433512"/>
                </a:cubicBezTo>
                <a:cubicBezTo>
                  <a:pt x="437785" y="435575"/>
                  <a:pt x="434101" y="438080"/>
                  <a:pt x="430712" y="441174"/>
                </a:cubicBezTo>
                <a:lnTo>
                  <a:pt x="475065" y="484938"/>
                </a:lnTo>
                <a:close/>
                <a:moveTo>
                  <a:pt x="528701" y="622860"/>
                </a:moveTo>
                <a:cubicBezTo>
                  <a:pt x="528407" y="623155"/>
                  <a:pt x="527965" y="623302"/>
                  <a:pt x="527523" y="623449"/>
                </a:cubicBezTo>
                <a:cubicBezTo>
                  <a:pt x="527081" y="623597"/>
                  <a:pt x="526639" y="623597"/>
                  <a:pt x="526197" y="623302"/>
                </a:cubicBezTo>
                <a:cubicBezTo>
                  <a:pt x="525607" y="623155"/>
                  <a:pt x="525018" y="622860"/>
                  <a:pt x="524281" y="622270"/>
                </a:cubicBezTo>
                <a:cubicBezTo>
                  <a:pt x="523544" y="621828"/>
                  <a:pt x="522807" y="621092"/>
                  <a:pt x="521923" y="620208"/>
                </a:cubicBezTo>
                <a:cubicBezTo>
                  <a:pt x="520892" y="619323"/>
                  <a:pt x="520155" y="618439"/>
                  <a:pt x="519713" y="617703"/>
                </a:cubicBezTo>
                <a:cubicBezTo>
                  <a:pt x="519124" y="616966"/>
                  <a:pt x="518829" y="616376"/>
                  <a:pt x="518534" y="615934"/>
                </a:cubicBezTo>
                <a:cubicBezTo>
                  <a:pt x="518387" y="615345"/>
                  <a:pt x="518387" y="614903"/>
                  <a:pt x="518387" y="614461"/>
                </a:cubicBezTo>
                <a:cubicBezTo>
                  <a:pt x="518534" y="614019"/>
                  <a:pt x="518829" y="613724"/>
                  <a:pt x="519124" y="613282"/>
                </a:cubicBezTo>
                <a:lnTo>
                  <a:pt x="561856" y="570108"/>
                </a:lnTo>
                <a:cubicBezTo>
                  <a:pt x="566276" y="565540"/>
                  <a:pt x="569518" y="561561"/>
                  <a:pt x="571728" y="558025"/>
                </a:cubicBezTo>
                <a:cubicBezTo>
                  <a:pt x="573791" y="554488"/>
                  <a:pt x="575118" y="551099"/>
                  <a:pt x="575707" y="547563"/>
                </a:cubicBezTo>
                <a:cubicBezTo>
                  <a:pt x="576296" y="544174"/>
                  <a:pt x="576002" y="540932"/>
                  <a:pt x="574970" y="537690"/>
                </a:cubicBezTo>
                <a:cubicBezTo>
                  <a:pt x="573791" y="534448"/>
                  <a:pt x="571876" y="531354"/>
                  <a:pt x="568929" y="528554"/>
                </a:cubicBezTo>
                <a:cubicBezTo>
                  <a:pt x="565245" y="524870"/>
                  <a:pt x="560235" y="522513"/>
                  <a:pt x="553899" y="521481"/>
                </a:cubicBezTo>
                <a:cubicBezTo>
                  <a:pt x="547563" y="520450"/>
                  <a:pt x="539900" y="520450"/>
                  <a:pt x="530764" y="521481"/>
                </a:cubicBezTo>
                <a:lnTo>
                  <a:pt x="479044" y="573939"/>
                </a:lnTo>
                <a:cubicBezTo>
                  <a:pt x="478749" y="574233"/>
                  <a:pt x="478454" y="574381"/>
                  <a:pt x="478012" y="574528"/>
                </a:cubicBezTo>
                <a:cubicBezTo>
                  <a:pt x="477570" y="574676"/>
                  <a:pt x="477128" y="574528"/>
                  <a:pt x="476539" y="574381"/>
                </a:cubicBezTo>
                <a:cubicBezTo>
                  <a:pt x="476097" y="574233"/>
                  <a:pt x="475507" y="573939"/>
                  <a:pt x="474770" y="573349"/>
                </a:cubicBezTo>
                <a:cubicBezTo>
                  <a:pt x="474034" y="572907"/>
                  <a:pt x="473150" y="572171"/>
                  <a:pt x="472118" y="571139"/>
                </a:cubicBezTo>
                <a:cubicBezTo>
                  <a:pt x="471234" y="570255"/>
                  <a:pt x="470497" y="569518"/>
                  <a:pt x="470055" y="568781"/>
                </a:cubicBezTo>
                <a:cubicBezTo>
                  <a:pt x="469466" y="568045"/>
                  <a:pt x="469171" y="567455"/>
                  <a:pt x="468876" y="566866"/>
                </a:cubicBezTo>
                <a:cubicBezTo>
                  <a:pt x="468729" y="566424"/>
                  <a:pt x="468729" y="565834"/>
                  <a:pt x="468876" y="565540"/>
                </a:cubicBezTo>
                <a:cubicBezTo>
                  <a:pt x="468876" y="565098"/>
                  <a:pt x="469171" y="564656"/>
                  <a:pt x="469466" y="564361"/>
                </a:cubicBezTo>
                <a:lnTo>
                  <a:pt x="541521" y="491421"/>
                </a:lnTo>
                <a:cubicBezTo>
                  <a:pt x="541816" y="491127"/>
                  <a:pt x="542258" y="490832"/>
                  <a:pt x="542553" y="490684"/>
                </a:cubicBezTo>
                <a:cubicBezTo>
                  <a:pt x="542995" y="490537"/>
                  <a:pt x="543437" y="490537"/>
                  <a:pt x="544026" y="490832"/>
                </a:cubicBezTo>
                <a:cubicBezTo>
                  <a:pt x="544616" y="490979"/>
                  <a:pt x="545205" y="491274"/>
                  <a:pt x="545794" y="491716"/>
                </a:cubicBezTo>
                <a:cubicBezTo>
                  <a:pt x="546531" y="492305"/>
                  <a:pt x="547268" y="492895"/>
                  <a:pt x="548152" y="493779"/>
                </a:cubicBezTo>
                <a:cubicBezTo>
                  <a:pt x="549036" y="494810"/>
                  <a:pt x="549773" y="495547"/>
                  <a:pt x="550362" y="496137"/>
                </a:cubicBezTo>
                <a:cubicBezTo>
                  <a:pt x="550804" y="496873"/>
                  <a:pt x="551099" y="497463"/>
                  <a:pt x="551246" y="497905"/>
                </a:cubicBezTo>
                <a:cubicBezTo>
                  <a:pt x="551394" y="498494"/>
                  <a:pt x="551394" y="498936"/>
                  <a:pt x="551246" y="499378"/>
                </a:cubicBezTo>
                <a:cubicBezTo>
                  <a:pt x="551246" y="499673"/>
                  <a:pt x="550952" y="500115"/>
                  <a:pt x="550657" y="500410"/>
                </a:cubicBezTo>
                <a:lnTo>
                  <a:pt x="540490" y="510724"/>
                </a:lnTo>
                <a:cubicBezTo>
                  <a:pt x="549331" y="510135"/>
                  <a:pt x="556699" y="510872"/>
                  <a:pt x="562887" y="512787"/>
                </a:cubicBezTo>
                <a:cubicBezTo>
                  <a:pt x="568929" y="514556"/>
                  <a:pt x="573939" y="517503"/>
                  <a:pt x="577917" y="521481"/>
                </a:cubicBezTo>
                <a:cubicBezTo>
                  <a:pt x="582780" y="526197"/>
                  <a:pt x="586022" y="530912"/>
                  <a:pt x="587643" y="535774"/>
                </a:cubicBezTo>
                <a:cubicBezTo>
                  <a:pt x="589411" y="540637"/>
                  <a:pt x="589853" y="545500"/>
                  <a:pt x="589116" y="550215"/>
                </a:cubicBezTo>
                <a:cubicBezTo>
                  <a:pt x="588527" y="554930"/>
                  <a:pt x="586758" y="559498"/>
                  <a:pt x="584106" y="564066"/>
                </a:cubicBezTo>
                <a:cubicBezTo>
                  <a:pt x="581306" y="568634"/>
                  <a:pt x="577475" y="573497"/>
                  <a:pt x="572318" y="578654"/>
                </a:cubicBezTo>
                <a:lnTo>
                  <a:pt x="528701" y="622860"/>
                </a:lnTo>
                <a:close/>
                <a:moveTo>
                  <a:pt x="595452" y="680180"/>
                </a:moveTo>
                <a:cubicBezTo>
                  <a:pt x="594421" y="681212"/>
                  <a:pt x="593389" y="682096"/>
                  <a:pt x="592505" y="682538"/>
                </a:cubicBezTo>
                <a:cubicBezTo>
                  <a:pt x="591621" y="683127"/>
                  <a:pt x="590737" y="683422"/>
                  <a:pt x="590000" y="683422"/>
                </a:cubicBezTo>
                <a:cubicBezTo>
                  <a:pt x="589116" y="683422"/>
                  <a:pt x="588232" y="683127"/>
                  <a:pt x="587053" y="682832"/>
                </a:cubicBezTo>
                <a:cubicBezTo>
                  <a:pt x="586022" y="682390"/>
                  <a:pt x="584696" y="681801"/>
                  <a:pt x="583517" y="680917"/>
                </a:cubicBezTo>
                <a:cubicBezTo>
                  <a:pt x="582191" y="680180"/>
                  <a:pt x="581012" y="679296"/>
                  <a:pt x="579686" y="678412"/>
                </a:cubicBezTo>
                <a:cubicBezTo>
                  <a:pt x="578507" y="677380"/>
                  <a:pt x="577328" y="676349"/>
                  <a:pt x="576149" y="675317"/>
                </a:cubicBezTo>
                <a:cubicBezTo>
                  <a:pt x="572613" y="671781"/>
                  <a:pt x="569960" y="668245"/>
                  <a:pt x="568487" y="664708"/>
                </a:cubicBezTo>
                <a:cubicBezTo>
                  <a:pt x="566866" y="661319"/>
                  <a:pt x="566276" y="657782"/>
                  <a:pt x="566571" y="654246"/>
                </a:cubicBezTo>
                <a:cubicBezTo>
                  <a:pt x="566866" y="650710"/>
                  <a:pt x="568192" y="647026"/>
                  <a:pt x="570402" y="643342"/>
                </a:cubicBezTo>
                <a:cubicBezTo>
                  <a:pt x="572613" y="639658"/>
                  <a:pt x="575854" y="635680"/>
                  <a:pt x="579833" y="631554"/>
                </a:cubicBezTo>
                <a:lnTo>
                  <a:pt x="624628" y="586169"/>
                </a:lnTo>
                <a:lnTo>
                  <a:pt x="613724" y="575412"/>
                </a:lnTo>
                <a:cubicBezTo>
                  <a:pt x="612987" y="574676"/>
                  <a:pt x="612840" y="573791"/>
                  <a:pt x="612987" y="572760"/>
                </a:cubicBezTo>
                <a:cubicBezTo>
                  <a:pt x="613282" y="571581"/>
                  <a:pt x="614019" y="570402"/>
                  <a:pt x="615345" y="569076"/>
                </a:cubicBezTo>
                <a:cubicBezTo>
                  <a:pt x="616082" y="568339"/>
                  <a:pt x="616671" y="567750"/>
                  <a:pt x="617260" y="567308"/>
                </a:cubicBezTo>
                <a:cubicBezTo>
                  <a:pt x="617850" y="567013"/>
                  <a:pt x="618439" y="566718"/>
                  <a:pt x="619029" y="566571"/>
                </a:cubicBezTo>
                <a:cubicBezTo>
                  <a:pt x="619618" y="566424"/>
                  <a:pt x="620060" y="566424"/>
                  <a:pt x="620502" y="566571"/>
                </a:cubicBezTo>
                <a:cubicBezTo>
                  <a:pt x="621092" y="566718"/>
                  <a:pt x="621386" y="566866"/>
                  <a:pt x="621828" y="567308"/>
                </a:cubicBezTo>
                <a:lnTo>
                  <a:pt x="632733" y="578065"/>
                </a:lnTo>
                <a:lnTo>
                  <a:pt x="650415" y="560088"/>
                </a:lnTo>
                <a:cubicBezTo>
                  <a:pt x="650710" y="559793"/>
                  <a:pt x="651004" y="559646"/>
                  <a:pt x="651446" y="559498"/>
                </a:cubicBezTo>
                <a:cubicBezTo>
                  <a:pt x="651888" y="559351"/>
                  <a:pt x="652330" y="559351"/>
                  <a:pt x="652920" y="559498"/>
                </a:cubicBezTo>
                <a:cubicBezTo>
                  <a:pt x="653509" y="559646"/>
                  <a:pt x="654099" y="560088"/>
                  <a:pt x="654835" y="560530"/>
                </a:cubicBezTo>
                <a:cubicBezTo>
                  <a:pt x="655425" y="561119"/>
                  <a:pt x="656309" y="561856"/>
                  <a:pt x="657193" y="562740"/>
                </a:cubicBezTo>
                <a:cubicBezTo>
                  <a:pt x="658225" y="563771"/>
                  <a:pt x="658961" y="564508"/>
                  <a:pt x="659403" y="565245"/>
                </a:cubicBezTo>
                <a:cubicBezTo>
                  <a:pt x="659993" y="565834"/>
                  <a:pt x="660287" y="566571"/>
                  <a:pt x="660582" y="567013"/>
                </a:cubicBezTo>
                <a:cubicBezTo>
                  <a:pt x="660730" y="567603"/>
                  <a:pt x="660730" y="568045"/>
                  <a:pt x="660582" y="568487"/>
                </a:cubicBezTo>
                <a:cubicBezTo>
                  <a:pt x="660435" y="568929"/>
                  <a:pt x="660287" y="569223"/>
                  <a:pt x="659993" y="569666"/>
                </a:cubicBezTo>
                <a:lnTo>
                  <a:pt x="642310" y="587495"/>
                </a:lnTo>
                <a:lnTo>
                  <a:pt x="662498" y="607388"/>
                </a:lnTo>
                <a:cubicBezTo>
                  <a:pt x="662792" y="607830"/>
                  <a:pt x="663087" y="608272"/>
                  <a:pt x="663235" y="608714"/>
                </a:cubicBezTo>
                <a:cubicBezTo>
                  <a:pt x="663382" y="609156"/>
                  <a:pt x="663382" y="609598"/>
                  <a:pt x="663235" y="610188"/>
                </a:cubicBezTo>
                <a:cubicBezTo>
                  <a:pt x="663087" y="610777"/>
                  <a:pt x="662792" y="611366"/>
                  <a:pt x="662498" y="611956"/>
                </a:cubicBezTo>
                <a:cubicBezTo>
                  <a:pt x="662056" y="612545"/>
                  <a:pt x="661466" y="613282"/>
                  <a:pt x="660877" y="613871"/>
                </a:cubicBezTo>
                <a:cubicBezTo>
                  <a:pt x="659551" y="615198"/>
                  <a:pt x="658225" y="616082"/>
                  <a:pt x="657193" y="616229"/>
                </a:cubicBezTo>
                <a:cubicBezTo>
                  <a:pt x="656014" y="616524"/>
                  <a:pt x="655130" y="616229"/>
                  <a:pt x="654393" y="615640"/>
                </a:cubicBezTo>
                <a:lnTo>
                  <a:pt x="634206" y="595600"/>
                </a:lnTo>
                <a:lnTo>
                  <a:pt x="590737" y="639805"/>
                </a:lnTo>
                <a:cubicBezTo>
                  <a:pt x="585285" y="645257"/>
                  <a:pt x="581896" y="650267"/>
                  <a:pt x="580570" y="654835"/>
                </a:cubicBezTo>
                <a:cubicBezTo>
                  <a:pt x="579391" y="659256"/>
                  <a:pt x="580717" y="663529"/>
                  <a:pt x="584990" y="667655"/>
                </a:cubicBezTo>
                <a:cubicBezTo>
                  <a:pt x="586316" y="668981"/>
                  <a:pt x="587643" y="670013"/>
                  <a:pt x="588821" y="670750"/>
                </a:cubicBezTo>
                <a:cubicBezTo>
                  <a:pt x="590148" y="671486"/>
                  <a:pt x="591474" y="672223"/>
                  <a:pt x="592505" y="672665"/>
                </a:cubicBezTo>
                <a:cubicBezTo>
                  <a:pt x="593684" y="673107"/>
                  <a:pt x="594716" y="673549"/>
                  <a:pt x="595452" y="673844"/>
                </a:cubicBezTo>
                <a:cubicBezTo>
                  <a:pt x="596336" y="673991"/>
                  <a:pt x="596926" y="674433"/>
                  <a:pt x="597368" y="674875"/>
                </a:cubicBezTo>
                <a:cubicBezTo>
                  <a:pt x="597663" y="675170"/>
                  <a:pt x="597810" y="675465"/>
                  <a:pt x="597957" y="675759"/>
                </a:cubicBezTo>
                <a:cubicBezTo>
                  <a:pt x="598105" y="676054"/>
                  <a:pt x="597957" y="676349"/>
                  <a:pt x="597810" y="676791"/>
                </a:cubicBezTo>
                <a:cubicBezTo>
                  <a:pt x="597663" y="677233"/>
                  <a:pt x="597368" y="677822"/>
                  <a:pt x="597073" y="678264"/>
                </a:cubicBezTo>
                <a:cubicBezTo>
                  <a:pt x="596631" y="678854"/>
                  <a:pt x="596189" y="679443"/>
                  <a:pt x="595452" y="680180"/>
                </a:cubicBezTo>
                <a:close/>
                <a:moveTo>
                  <a:pt x="620650" y="713629"/>
                </a:moveTo>
                <a:cubicBezTo>
                  <a:pt x="620355" y="713924"/>
                  <a:pt x="619913" y="714071"/>
                  <a:pt x="619618" y="714219"/>
                </a:cubicBezTo>
                <a:cubicBezTo>
                  <a:pt x="619176" y="714366"/>
                  <a:pt x="618734" y="714366"/>
                  <a:pt x="618145" y="714071"/>
                </a:cubicBezTo>
                <a:cubicBezTo>
                  <a:pt x="617703" y="713924"/>
                  <a:pt x="616966" y="713629"/>
                  <a:pt x="616376" y="713040"/>
                </a:cubicBezTo>
                <a:cubicBezTo>
                  <a:pt x="615640" y="712598"/>
                  <a:pt x="614755" y="711861"/>
                  <a:pt x="613724" y="710977"/>
                </a:cubicBezTo>
                <a:cubicBezTo>
                  <a:pt x="612840" y="710093"/>
                  <a:pt x="612103" y="709209"/>
                  <a:pt x="611661" y="708472"/>
                </a:cubicBezTo>
                <a:cubicBezTo>
                  <a:pt x="611072" y="707735"/>
                  <a:pt x="610777" y="707146"/>
                  <a:pt x="610482" y="706556"/>
                </a:cubicBezTo>
                <a:cubicBezTo>
                  <a:pt x="610335" y="706114"/>
                  <a:pt x="610335" y="705672"/>
                  <a:pt x="610335" y="705230"/>
                </a:cubicBezTo>
                <a:cubicBezTo>
                  <a:pt x="610482" y="704788"/>
                  <a:pt x="610777" y="704493"/>
                  <a:pt x="611072" y="704199"/>
                </a:cubicBezTo>
                <a:lnTo>
                  <a:pt x="683127" y="631112"/>
                </a:lnTo>
                <a:cubicBezTo>
                  <a:pt x="683422" y="630817"/>
                  <a:pt x="683864" y="630522"/>
                  <a:pt x="684159" y="630522"/>
                </a:cubicBezTo>
                <a:cubicBezTo>
                  <a:pt x="684601" y="630375"/>
                  <a:pt x="685043" y="630375"/>
                  <a:pt x="685632" y="630522"/>
                </a:cubicBezTo>
                <a:cubicBezTo>
                  <a:pt x="686222" y="630670"/>
                  <a:pt x="686811" y="631112"/>
                  <a:pt x="687548" y="631554"/>
                </a:cubicBezTo>
                <a:cubicBezTo>
                  <a:pt x="688284" y="632143"/>
                  <a:pt x="689021" y="632880"/>
                  <a:pt x="689905" y="633764"/>
                </a:cubicBezTo>
                <a:cubicBezTo>
                  <a:pt x="690937" y="634648"/>
                  <a:pt x="691674" y="635532"/>
                  <a:pt x="692263" y="636269"/>
                </a:cubicBezTo>
                <a:cubicBezTo>
                  <a:pt x="692705" y="636858"/>
                  <a:pt x="693147" y="637448"/>
                  <a:pt x="693294" y="638037"/>
                </a:cubicBezTo>
                <a:cubicBezTo>
                  <a:pt x="693442" y="638627"/>
                  <a:pt x="693442" y="639069"/>
                  <a:pt x="693294" y="639511"/>
                </a:cubicBezTo>
                <a:cubicBezTo>
                  <a:pt x="693294" y="639953"/>
                  <a:pt x="693000" y="640247"/>
                  <a:pt x="692705" y="640542"/>
                </a:cubicBezTo>
                <a:lnTo>
                  <a:pt x="620650" y="713629"/>
                </a:lnTo>
                <a:close/>
                <a:moveTo>
                  <a:pt x="718492" y="617408"/>
                </a:moveTo>
                <a:cubicBezTo>
                  <a:pt x="715839" y="620060"/>
                  <a:pt x="713776" y="621386"/>
                  <a:pt x="711861" y="621386"/>
                </a:cubicBezTo>
                <a:cubicBezTo>
                  <a:pt x="710093" y="621386"/>
                  <a:pt x="708030" y="620208"/>
                  <a:pt x="705525" y="617703"/>
                </a:cubicBezTo>
                <a:cubicBezTo>
                  <a:pt x="703167" y="615492"/>
                  <a:pt x="701988" y="613429"/>
                  <a:pt x="701988" y="611661"/>
                </a:cubicBezTo>
                <a:cubicBezTo>
                  <a:pt x="701988" y="609893"/>
                  <a:pt x="703167" y="607683"/>
                  <a:pt x="705819" y="605178"/>
                </a:cubicBezTo>
                <a:cubicBezTo>
                  <a:pt x="708324" y="602525"/>
                  <a:pt x="710535" y="601199"/>
                  <a:pt x="712303" y="601199"/>
                </a:cubicBezTo>
                <a:cubicBezTo>
                  <a:pt x="714071" y="601199"/>
                  <a:pt x="716281" y="602378"/>
                  <a:pt x="718639" y="604735"/>
                </a:cubicBezTo>
                <a:cubicBezTo>
                  <a:pt x="720997" y="607093"/>
                  <a:pt x="722176" y="609156"/>
                  <a:pt x="722176" y="610924"/>
                </a:cubicBezTo>
                <a:cubicBezTo>
                  <a:pt x="722323" y="612693"/>
                  <a:pt x="720997" y="614903"/>
                  <a:pt x="718492" y="617408"/>
                </a:cubicBezTo>
                <a:close/>
                <a:moveTo>
                  <a:pt x="701694" y="793642"/>
                </a:moveTo>
                <a:cubicBezTo>
                  <a:pt x="701399" y="793936"/>
                  <a:pt x="701104" y="794084"/>
                  <a:pt x="700662" y="794231"/>
                </a:cubicBezTo>
                <a:cubicBezTo>
                  <a:pt x="700220" y="794378"/>
                  <a:pt x="699778" y="794378"/>
                  <a:pt x="699189" y="794084"/>
                </a:cubicBezTo>
                <a:cubicBezTo>
                  <a:pt x="698747" y="793936"/>
                  <a:pt x="698157" y="793642"/>
                  <a:pt x="697420" y="793052"/>
                </a:cubicBezTo>
                <a:cubicBezTo>
                  <a:pt x="696684" y="792610"/>
                  <a:pt x="695799" y="791873"/>
                  <a:pt x="694915" y="790989"/>
                </a:cubicBezTo>
                <a:cubicBezTo>
                  <a:pt x="693884" y="790105"/>
                  <a:pt x="693147" y="789221"/>
                  <a:pt x="692705" y="788484"/>
                </a:cubicBezTo>
                <a:cubicBezTo>
                  <a:pt x="692116" y="787748"/>
                  <a:pt x="691821" y="787158"/>
                  <a:pt x="691674" y="786716"/>
                </a:cubicBezTo>
                <a:cubicBezTo>
                  <a:pt x="691379" y="786127"/>
                  <a:pt x="691379" y="785685"/>
                  <a:pt x="691526" y="785243"/>
                </a:cubicBezTo>
                <a:cubicBezTo>
                  <a:pt x="691674" y="784800"/>
                  <a:pt x="691821" y="784506"/>
                  <a:pt x="692116" y="784211"/>
                </a:cubicBezTo>
                <a:lnTo>
                  <a:pt x="734848" y="740889"/>
                </a:lnTo>
                <a:cubicBezTo>
                  <a:pt x="739416" y="736321"/>
                  <a:pt x="742658" y="732343"/>
                  <a:pt x="744721" y="728806"/>
                </a:cubicBezTo>
                <a:cubicBezTo>
                  <a:pt x="746783" y="725270"/>
                  <a:pt x="748110" y="721881"/>
                  <a:pt x="748699" y="718344"/>
                </a:cubicBezTo>
                <a:cubicBezTo>
                  <a:pt x="749288" y="714955"/>
                  <a:pt x="748994" y="711714"/>
                  <a:pt x="747962" y="708472"/>
                </a:cubicBezTo>
                <a:cubicBezTo>
                  <a:pt x="746931" y="705230"/>
                  <a:pt x="744868" y="702136"/>
                  <a:pt x="741921" y="699336"/>
                </a:cubicBezTo>
                <a:cubicBezTo>
                  <a:pt x="738237" y="695652"/>
                  <a:pt x="733227" y="693294"/>
                  <a:pt x="726891" y="692263"/>
                </a:cubicBezTo>
                <a:cubicBezTo>
                  <a:pt x="720702" y="691232"/>
                  <a:pt x="712892" y="691232"/>
                  <a:pt x="703757" y="692263"/>
                </a:cubicBezTo>
                <a:lnTo>
                  <a:pt x="652183" y="744721"/>
                </a:lnTo>
                <a:cubicBezTo>
                  <a:pt x="651888" y="745015"/>
                  <a:pt x="651446" y="745163"/>
                  <a:pt x="651004" y="745310"/>
                </a:cubicBezTo>
                <a:cubicBezTo>
                  <a:pt x="650562" y="745457"/>
                  <a:pt x="650120" y="745310"/>
                  <a:pt x="649678" y="745163"/>
                </a:cubicBezTo>
                <a:cubicBezTo>
                  <a:pt x="649089" y="745015"/>
                  <a:pt x="648499" y="744721"/>
                  <a:pt x="647762" y="744131"/>
                </a:cubicBezTo>
                <a:cubicBezTo>
                  <a:pt x="647026" y="743689"/>
                  <a:pt x="646142" y="742952"/>
                  <a:pt x="645257" y="741921"/>
                </a:cubicBezTo>
                <a:cubicBezTo>
                  <a:pt x="644373" y="741037"/>
                  <a:pt x="643637" y="740300"/>
                  <a:pt x="643047" y="739563"/>
                </a:cubicBezTo>
                <a:cubicBezTo>
                  <a:pt x="642605" y="738826"/>
                  <a:pt x="642163" y="738237"/>
                  <a:pt x="642016" y="737648"/>
                </a:cubicBezTo>
                <a:cubicBezTo>
                  <a:pt x="641721" y="737206"/>
                  <a:pt x="641721" y="736616"/>
                  <a:pt x="641868" y="736321"/>
                </a:cubicBezTo>
                <a:cubicBezTo>
                  <a:pt x="642016" y="735879"/>
                  <a:pt x="642163" y="735437"/>
                  <a:pt x="642605" y="735143"/>
                </a:cubicBezTo>
                <a:lnTo>
                  <a:pt x="714513" y="662203"/>
                </a:lnTo>
                <a:cubicBezTo>
                  <a:pt x="714955" y="661908"/>
                  <a:pt x="715250" y="661614"/>
                  <a:pt x="715692" y="661466"/>
                </a:cubicBezTo>
                <a:cubicBezTo>
                  <a:pt x="715987" y="661319"/>
                  <a:pt x="716576" y="661319"/>
                  <a:pt x="717166" y="661614"/>
                </a:cubicBezTo>
                <a:cubicBezTo>
                  <a:pt x="717608" y="661761"/>
                  <a:pt x="718197" y="662056"/>
                  <a:pt x="718934" y="662498"/>
                </a:cubicBezTo>
                <a:cubicBezTo>
                  <a:pt x="719523" y="663087"/>
                  <a:pt x="720260" y="663677"/>
                  <a:pt x="721291" y="664561"/>
                </a:cubicBezTo>
                <a:cubicBezTo>
                  <a:pt x="722176" y="665592"/>
                  <a:pt x="722912" y="666329"/>
                  <a:pt x="723354" y="666918"/>
                </a:cubicBezTo>
                <a:cubicBezTo>
                  <a:pt x="723944" y="667655"/>
                  <a:pt x="724239" y="668245"/>
                  <a:pt x="724386" y="668687"/>
                </a:cubicBezTo>
                <a:cubicBezTo>
                  <a:pt x="724533" y="669276"/>
                  <a:pt x="724533" y="669718"/>
                  <a:pt x="724386" y="670160"/>
                </a:cubicBezTo>
                <a:cubicBezTo>
                  <a:pt x="724239" y="670455"/>
                  <a:pt x="723944" y="670897"/>
                  <a:pt x="723649" y="671192"/>
                </a:cubicBezTo>
                <a:lnTo>
                  <a:pt x="713482" y="681506"/>
                </a:lnTo>
                <a:cubicBezTo>
                  <a:pt x="722323" y="680917"/>
                  <a:pt x="729838" y="681654"/>
                  <a:pt x="735879" y="683569"/>
                </a:cubicBezTo>
                <a:cubicBezTo>
                  <a:pt x="741921" y="685337"/>
                  <a:pt x="747078" y="688284"/>
                  <a:pt x="751057" y="692263"/>
                </a:cubicBezTo>
                <a:cubicBezTo>
                  <a:pt x="755772" y="696978"/>
                  <a:pt x="759014" y="701694"/>
                  <a:pt x="760635" y="706556"/>
                </a:cubicBezTo>
                <a:cubicBezTo>
                  <a:pt x="762403" y="711419"/>
                  <a:pt x="762845" y="716281"/>
                  <a:pt x="762256" y="720997"/>
                </a:cubicBezTo>
                <a:cubicBezTo>
                  <a:pt x="761519" y="725712"/>
                  <a:pt x="759751" y="730280"/>
                  <a:pt x="757098" y="734848"/>
                </a:cubicBezTo>
                <a:cubicBezTo>
                  <a:pt x="754298" y="739416"/>
                  <a:pt x="750467" y="744279"/>
                  <a:pt x="745310" y="749436"/>
                </a:cubicBezTo>
                <a:lnTo>
                  <a:pt x="701694" y="793642"/>
                </a:lnTo>
                <a:close/>
                <a:moveTo>
                  <a:pt x="828270" y="839026"/>
                </a:moveTo>
                <a:cubicBezTo>
                  <a:pt x="826354" y="840942"/>
                  <a:pt x="824586" y="841826"/>
                  <a:pt x="822817" y="841531"/>
                </a:cubicBezTo>
                <a:cubicBezTo>
                  <a:pt x="821049" y="841237"/>
                  <a:pt x="819723" y="840647"/>
                  <a:pt x="818839" y="839763"/>
                </a:cubicBezTo>
                <a:lnTo>
                  <a:pt x="769034" y="790547"/>
                </a:lnTo>
                <a:cubicBezTo>
                  <a:pt x="764613" y="795115"/>
                  <a:pt x="760929" y="799683"/>
                  <a:pt x="758277" y="804104"/>
                </a:cubicBezTo>
                <a:cubicBezTo>
                  <a:pt x="755477" y="808672"/>
                  <a:pt x="753856" y="813240"/>
                  <a:pt x="753414" y="817955"/>
                </a:cubicBezTo>
                <a:cubicBezTo>
                  <a:pt x="752825" y="822523"/>
                  <a:pt x="753562" y="827091"/>
                  <a:pt x="755477" y="831806"/>
                </a:cubicBezTo>
                <a:cubicBezTo>
                  <a:pt x="757393" y="836374"/>
                  <a:pt x="760635" y="841089"/>
                  <a:pt x="765497" y="845805"/>
                </a:cubicBezTo>
                <a:cubicBezTo>
                  <a:pt x="768886" y="849194"/>
                  <a:pt x="772128" y="851846"/>
                  <a:pt x="775370" y="853909"/>
                </a:cubicBezTo>
                <a:cubicBezTo>
                  <a:pt x="778759" y="855972"/>
                  <a:pt x="781706" y="857593"/>
                  <a:pt x="784358" y="858772"/>
                </a:cubicBezTo>
                <a:cubicBezTo>
                  <a:pt x="787011" y="860098"/>
                  <a:pt x="789368" y="860982"/>
                  <a:pt x="791137" y="861571"/>
                </a:cubicBezTo>
                <a:cubicBezTo>
                  <a:pt x="793052" y="862308"/>
                  <a:pt x="794231" y="862897"/>
                  <a:pt x="794673" y="863487"/>
                </a:cubicBezTo>
                <a:cubicBezTo>
                  <a:pt x="795115" y="863782"/>
                  <a:pt x="795263" y="864076"/>
                  <a:pt x="795410" y="864518"/>
                </a:cubicBezTo>
                <a:cubicBezTo>
                  <a:pt x="795557" y="864960"/>
                  <a:pt x="795410" y="865402"/>
                  <a:pt x="795263" y="865992"/>
                </a:cubicBezTo>
                <a:cubicBezTo>
                  <a:pt x="795115" y="866434"/>
                  <a:pt x="794820" y="867023"/>
                  <a:pt x="794378" y="867613"/>
                </a:cubicBezTo>
                <a:cubicBezTo>
                  <a:pt x="793936" y="868202"/>
                  <a:pt x="793200" y="868939"/>
                  <a:pt x="792463" y="869823"/>
                </a:cubicBezTo>
                <a:cubicBezTo>
                  <a:pt x="792021" y="870118"/>
                  <a:pt x="791726" y="870412"/>
                  <a:pt x="791284" y="870707"/>
                </a:cubicBezTo>
                <a:cubicBezTo>
                  <a:pt x="790842" y="871002"/>
                  <a:pt x="790547" y="871297"/>
                  <a:pt x="790105" y="871591"/>
                </a:cubicBezTo>
                <a:cubicBezTo>
                  <a:pt x="789810" y="871739"/>
                  <a:pt x="789368" y="871886"/>
                  <a:pt x="788926" y="872033"/>
                </a:cubicBezTo>
                <a:cubicBezTo>
                  <a:pt x="788484" y="872181"/>
                  <a:pt x="788042" y="872181"/>
                  <a:pt x="787453" y="872181"/>
                </a:cubicBezTo>
                <a:cubicBezTo>
                  <a:pt x="787011" y="872181"/>
                  <a:pt x="785685" y="871886"/>
                  <a:pt x="783622" y="871149"/>
                </a:cubicBezTo>
                <a:cubicBezTo>
                  <a:pt x="781559" y="870412"/>
                  <a:pt x="779054" y="869234"/>
                  <a:pt x="776107" y="867760"/>
                </a:cubicBezTo>
                <a:cubicBezTo>
                  <a:pt x="773160" y="866139"/>
                  <a:pt x="770065" y="864224"/>
                  <a:pt x="766529" y="861866"/>
                </a:cubicBezTo>
                <a:cubicBezTo>
                  <a:pt x="762992" y="859361"/>
                  <a:pt x="759456" y="856561"/>
                  <a:pt x="756067" y="853025"/>
                </a:cubicBezTo>
                <a:cubicBezTo>
                  <a:pt x="750467" y="847573"/>
                  <a:pt x="746194" y="841679"/>
                  <a:pt x="743542" y="835785"/>
                </a:cubicBezTo>
                <a:cubicBezTo>
                  <a:pt x="740889" y="829743"/>
                  <a:pt x="739711" y="823702"/>
                  <a:pt x="740005" y="817365"/>
                </a:cubicBezTo>
                <a:cubicBezTo>
                  <a:pt x="740300" y="811177"/>
                  <a:pt x="742068" y="804840"/>
                  <a:pt x="745457" y="798504"/>
                </a:cubicBezTo>
                <a:cubicBezTo>
                  <a:pt x="748699" y="792021"/>
                  <a:pt x="753562" y="785685"/>
                  <a:pt x="759898" y="779201"/>
                </a:cubicBezTo>
                <a:cubicBezTo>
                  <a:pt x="765939" y="773012"/>
                  <a:pt x="772276" y="768297"/>
                  <a:pt x="778612" y="764908"/>
                </a:cubicBezTo>
                <a:cubicBezTo>
                  <a:pt x="785095" y="761519"/>
                  <a:pt x="791431" y="759751"/>
                  <a:pt x="797768" y="759161"/>
                </a:cubicBezTo>
                <a:cubicBezTo>
                  <a:pt x="804104" y="758719"/>
                  <a:pt x="810293" y="759603"/>
                  <a:pt x="816187" y="761961"/>
                </a:cubicBezTo>
                <a:cubicBezTo>
                  <a:pt x="822081" y="764171"/>
                  <a:pt x="827680" y="767855"/>
                  <a:pt x="832690" y="772865"/>
                </a:cubicBezTo>
                <a:cubicBezTo>
                  <a:pt x="838290" y="778317"/>
                  <a:pt x="841973" y="783916"/>
                  <a:pt x="844036" y="789516"/>
                </a:cubicBezTo>
                <a:cubicBezTo>
                  <a:pt x="846099" y="795115"/>
                  <a:pt x="846983" y="800715"/>
                  <a:pt x="846394" y="806314"/>
                </a:cubicBezTo>
                <a:cubicBezTo>
                  <a:pt x="845805" y="811913"/>
                  <a:pt x="844036" y="817365"/>
                  <a:pt x="841237" y="822523"/>
                </a:cubicBezTo>
                <a:cubicBezTo>
                  <a:pt x="838290" y="827680"/>
                  <a:pt x="834606" y="832690"/>
                  <a:pt x="830185" y="837111"/>
                </a:cubicBezTo>
                <a:lnTo>
                  <a:pt x="828270" y="839026"/>
                </a:lnTo>
                <a:close/>
                <a:moveTo>
                  <a:pt x="821197" y="826501"/>
                </a:moveTo>
                <a:cubicBezTo>
                  <a:pt x="829006" y="818839"/>
                  <a:pt x="833132" y="811029"/>
                  <a:pt x="833722" y="803072"/>
                </a:cubicBezTo>
                <a:cubicBezTo>
                  <a:pt x="834311" y="794968"/>
                  <a:pt x="831069" y="787600"/>
                  <a:pt x="823996" y="780527"/>
                </a:cubicBezTo>
                <a:cubicBezTo>
                  <a:pt x="820312" y="776843"/>
                  <a:pt x="816481" y="774486"/>
                  <a:pt x="812355" y="773012"/>
                </a:cubicBezTo>
                <a:cubicBezTo>
                  <a:pt x="808230" y="771686"/>
                  <a:pt x="804104" y="771244"/>
                  <a:pt x="799978" y="771539"/>
                </a:cubicBezTo>
                <a:cubicBezTo>
                  <a:pt x="795852" y="771981"/>
                  <a:pt x="791726" y="773160"/>
                  <a:pt x="787748" y="775075"/>
                </a:cubicBezTo>
                <a:cubicBezTo>
                  <a:pt x="783769" y="777138"/>
                  <a:pt x="780233" y="779643"/>
                  <a:pt x="776843" y="782738"/>
                </a:cubicBezTo>
                <a:lnTo>
                  <a:pt x="821197" y="826501"/>
                </a:lnTo>
                <a:close/>
                <a:moveTo>
                  <a:pt x="825175" y="915502"/>
                </a:moveTo>
                <a:cubicBezTo>
                  <a:pt x="824880" y="915797"/>
                  <a:pt x="824438" y="915944"/>
                  <a:pt x="824144" y="916092"/>
                </a:cubicBezTo>
                <a:cubicBezTo>
                  <a:pt x="823702" y="916239"/>
                  <a:pt x="823112" y="916092"/>
                  <a:pt x="822670" y="915944"/>
                </a:cubicBezTo>
                <a:cubicBezTo>
                  <a:pt x="822228" y="915797"/>
                  <a:pt x="821491" y="915502"/>
                  <a:pt x="820755" y="914913"/>
                </a:cubicBezTo>
                <a:cubicBezTo>
                  <a:pt x="820165" y="914471"/>
                  <a:pt x="819281" y="913734"/>
                  <a:pt x="818250" y="912703"/>
                </a:cubicBezTo>
                <a:cubicBezTo>
                  <a:pt x="817365" y="911819"/>
                  <a:pt x="816629" y="911082"/>
                  <a:pt x="816187" y="910345"/>
                </a:cubicBezTo>
                <a:cubicBezTo>
                  <a:pt x="815597" y="909608"/>
                  <a:pt x="815303" y="909019"/>
                  <a:pt x="815008" y="908429"/>
                </a:cubicBezTo>
                <a:cubicBezTo>
                  <a:pt x="814860" y="907987"/>
                  <a:pt x="814713" y="907398"/>
                  <a:pt x="814860" y="907103"/>
                </a:cubicBezTo>
                <a:cubicBezTo>
                  <a:pt x="815008" y="906661"/>
                  <a:pt x="815303" y="906219"/>
                  <a:pt x="815597" y="905924"/>
                </a:cubicBezTo>
                <a:lnTo>
                  <a:pt x="922870" y="797178"/>
                </a:lnTo>
                <a:cubicBezTo>
                  <a:pt x="923165" y="796883"/>
                  <a:pt x="923607" y="796736"/>
                  <a:pt x="923901" y="796589"/>
                </a:cubicBezTo>
                <a:cubicBezTo>
                  <a:pt x="924344" y="796441"/>
                  <a:pt x="924786" y="796441"/>
                  <a:pt x="925375" y="796589"/>
                </a:cubicBezTo>
                <a:cubicBezTo>
                  <a:pt x="925964" y="796736"/>
                  <a:pt x="926554" y="797178"/>
                  <a:pt x="927291" y="797768"/>
                </a:cubicBezTo>
                <a:cubicBezTo>
                  <a:pt x="928027" y="798210"/>
                  <a:pt x="928764" y="798946"/>
                  <a:pt x="929648" y="799830"/>
                </a:cubicBezTo>
                <a:cubicBezTo>
                  <a:pt x="930680" y="800862"/>
                  <a:pt x="931416" y="801599"/>
                  <a:pt x="932006" y="802335"/>
                </a:cubicBezTo>
                <a:cubicBezTo>
                  <a:pt x="932448" y="803072"/>
                  <a:pt x="932890" y="803662"/>
                  <a:pt x="933037" y="804104"/>
                </a:cubicBezTo>
                <a:cubicBezTo>
                  <a:pt x="933185" y="804693"/>
                  <a:pt x="933185" y="805135"/>
                  <a:pt x="933185" y="805577"/>
                </a:cubicBezTo>
                <a:cubicBezTo>
                  <a:pt x="933037" y="806019"/>
                  <a:pt x="932743" y="806461"/>
                  <a:pt x="932448" y="806756"/>
                </a:cubicBezTo>
                <a:lnTo>
                  <a:pt x="825175" y="915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81185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2026-09-05T08:52:56.5160000Z</dcterms:created>
  <dcterms:modified xsi:type="dcterms:W3CDTF">2026-09-05T08:52:56.5160000Z</dcterms:modified>
</coreProperties>
</file>