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bbae1e6c14261" /><Relationship Type="http://schemas.openxmlformats.org/officeDocument/2006/relationships/extended-properties" Target="/docProps/app.xml" Id="R468401faedf64774" /><Relationship Type="http://schemas.openxmlformats.org/officeDocument/2006/relationships/officeDocument" Target="/ppt/presentation.xml" Id="R80cfdaebd13941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7d79f0a0dd4a9f"/>
  </p:sldMasterIdLst>
  <p:notesMasterIdLst>
    <p:notesMasterId xmlns:r="http://schemas.openxmlformats.org/officeDocument/2006/relationships" r:id="Rede46070f0a24d17"/>
  </p:notesMasterIdLst>
  <p:sldIdLst>
    <p:sldId xmlns:r="http://schemas.openxmlformats.org/officeDocument/2006/relationships" id="256" r:id="R0ce7d81e10b941f7"/>
  </p:sldIdLst>
  <p:sldSz cx="13858875" cy="4200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9fc71da2464293" /><Relationship Type="http://schemas.openxmlformats.org/officeDocument/2006/relationships/slideMaster" Target="/ppt/slideMasters/slideMaster1.xml" Id="R777d79f0a0dd4a9f" /><Relationship Type="http://schemas.openxmlformats.org/officeDocument/2006/relationships/notesMaster" Target="/ppt/notesMasters/notesMaster1.xml" Id="Rede46070f0a24d17" /><Relationship Type="http://schemas.openxmlformats.org/officeDocument/2006/relationships/presProps" Target="/ppt/presProps.xml" Id="R6f488122c59d47d6" /><Relationship Type="http://schemas.openxmlformats.org/officeDocument/2006/relationships/tableStyles" Target="/ppt/tableStyles.xml" Id="Rb6d6c8f332754b6f" /><Relationship Type="http://schemas.openxmlformats.org/officeDocument/2006/relationships/slide" Target="/ppt/slides/slide1.xml" Id="R0ce7d81e10b941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b2458045af4b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43f38c15854108" /><Relationship Type="http://schemas.openxmlformats.org/officeDocument/2006/relationships/notesMaster" Target="/ppt/notesMasters/notesMaster1.xml" Id="R9da8c335412740d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素材ID：SEC-039</ns1:t>
            </ns1:r>
          </ns1:p>
          <ns1:p>
            <ns1:r>
              <ns1:t>论文：LPG: Raise Your Location Privacy Game in Direct-to-Cell LEO Satellite Networks</ns1:t>
            </ns1:r>
          </ns1:p>
          <ns1:p>
            <ns1:r>
              <ns1:t>会议：USENIX Security 2026</ns1:t>
            </ns1:r>
          </ns1:p>
          <ns1:p>
            <ns1:r>
              <ns1:t>奖项：Distinguished Paper Award</ns1:t>
            </ns1:r>
          </ns1:p>
          <ns1:p>
            <ns1:r>
              <ns1:t>图号：Figure 6，PDF第6页</ns1:t>
            </ns1:r>
          </ns1:p>
          <ns1:p>
            <ns1:r>
              <ns1:t>类型：动机示例</ns1:t>
            </ns1:r>
          </ns1:p>
          <ns1:p>
            <ns1:r>
              <ns1:t>借鉴点：比较现状、迁移方案、新方案的参与方可见性，左侧网络连接、右侧步骤表与底部状态对象共同对齐。</ns1:t>
            </ns1:r>
          </ns1:p>
          <ns1:p>
            <ns1:r>
              <ns1:t>论文URL：https://www.usenix.org/system/files/usenixsecurity26-shi-quan.pdf</ns1:t>
            </ns1:r>
          </ns1:p>
          <ns1:p>
            <ns1:r>
              <ns1:t>官方获奖URL：https://www.usenix.org/conference/usenixsecurity26/presentation/shi-quan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554a9c29444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cc915bb43c4c0b" /><Relationship Type="http://schemas.openxmlformats.org/officeDocument/2006/relationships/slideLayout" Target="/ppt/slideLayouts/slideLayout1.xml" Id="R4c54422c1f3c48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54422c1f3c48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f1c87f38a4f5c" /><Relationship Type="http://schemas.openxmlformats.org/officeDocument/2006/relationships/image" Target="/ppt/media/image.png" Id="R61600e2b387349d7" /><Relationship Type="http://schemas.openxmlformats.org/officeDocument/2006/relationships/image" Target="/ppt/media/image2.png" Id="Rc3f0647c50504f90" /><Relationship Type="http://schemas.openxmlformats.org/officeDocument/2006/relationships/image" Target="/ppt/media/image3.png" Id="R99bc235f9c9048dd" /><Relationship Type="http://schemas.openxmlformats.org/officeDocument/2006/relationships/image" Target="/ppt/media/image4.png" Id="Rd8668c0878e248d6" /><Relationship Type="http://schemas.openxmlformats.org/officeDocument/2006/relationships/image" Target="/ppt/media/image5.png" Id="Rb83c0eb6c24a45c9" /><Relationship Type="http://schemas.openxmlformats.org/officeDocument/2006/relationships/image" Target="/ppt/media/image6.png" Id="Rb82ac362f008467b" /><Relationship Type="http://schemas.openxmlformats.org/officeDocument/2006/relationships/image" Target="/ppt/media/image7.png" Id="Recca6cc3abd24020" /><Relationship Type="http://schemas.openxmlformats.org/officeDocument/2006/relationships/image" Target="/ppt/media/image8.png" Id="R08d53fb233e14bc6" /><Relationship Type="http://schemas.openxmlformats.org/officeDocument/2006/relationships/image" Target="/ppt/media/image9.png" Id="R4eefacf41d994bff" /><Relationship Type="http://schemas.openxmlformats.org/officeDocument/2006/relationships/image" Target="/ppt/media/image10.png" Id="Re4de4ed2f5a343cf" /><Relationship Type="http://schemas.openxmlformats.org/officeDocument/2006/relationships/image" Target="/ppt/media/image11.png" Id="R90e49d2fa569463e" /><Relationship Type="http://schemas.openxmlformats.org/officeDocument/2006/relationships/image" Target="/ppt/media/image12.png" Id="Ra03cc840de6a4211" /><Relationship Type="http://schemas.openxmlformats.org/officeDocument/2006/relationships/image" Target="/ppt/media/image13.png" Id="R3f0a534405254606" /><Relationship Type="http://schemas.openxmlformats.org/officeDocument/2006/relationships/image" Target="/ppt/media/image14.png" Id="R3da31cceebb74627" /><Relationship Type="http://schemas.openxmlformats.org/officeDocument/2006/relationships/image" Target="/ppt/media/image15.png" Id="R764f579ed3e24900" /><Relationship Type="http://schemas.openxmlformats.org/officeDocument/2006/relationships/image" Target="/ppt/media/image16.png" Id="R17dbd70869cd488d" /><Relationship Type="http://schemas.openxmlformats.org/officeDocument/2006/relationships/image" Target="/ppt/media/image17.png" Id="R82d6cb9180cd4ba9" /><Relationship Type="http://schemas.openxmlformats.org/officeDocument/2006/relationships/image" Target="/ppt/media/image18.png" Id="R169f25fc858f4b63" /><Relationship Type="http://schemas.openxmlformats.org/officeDocument/2006/relationships/image" Target="/ppt/media/image19.png" Id="R8751a9ce4a9a4abe" /><Relationship Type="http://schemas.openxmlformats.org/officeDocument/2006/relationships/image" Target="/ppt/media/image20.png" Id="R8743c718c8114a37" /><Relationship Type="http://schemas.openxmlformats.org/officeDocument/2006/relationships/image" Target="/ppt/media/image21.png" Id="R5bbdfdaaf0014b84" /><Relationship Type="http://schemas.openxmlformats.org/officeDocument/2006/relationships/image" Target="/ppt/media/image22.png" Id="R4b4a95a6b5584e31" /><Relationship Type="http://schemas.openxmlformats.org/officeDocument/2006/relationships/image" Target="/ppt/media/image23.png" Id="R6da6aa274dd846f1" /><Relationship Type="http://schemas.openxmlformats.org/officeDocument/2006/relationships/image" Target="/ppt/media/image24.png" Id="R584285577fe54220" /><Relationship Type="http://schemas.openxmlformats.org/officeDocument/2006/relationships/image" Target="/ppt/media/image25.png" Id="Reae811885c504b17" /><Relationship Type="http://schemas.openxmlformats.org/officeDocument/2006/relationships/image" Target="/ppt/media/image26.png" Id="R33e1c90deefe47ee" /><Relationship Type="http://schemas.openxmlformats.org/officeDocument/2006/relationships/image" Target="/ppt/media/image27.png" Id="R68a0068ed1764945" /><Relationship Type="http://schemas.openxmlformats.org/officeDocument/2006/relationships/image" Target="/ppt/media/image28.png" Id="Rd6e775865c7b4292" /><Relationship Type="http://schemas.openxmlformats.org/officeDocument/2006/relationships/image" Target="/ppt/media/image29.png" Id="R9cf1ccba197841e5" /><Relationship Type="http://schemas.openxmlformats.org/officeDocument/2006/relationships/image" Target="/ppt/media/image30.png" Id="R0f6546ede5f745f5" /><Relationship Type="http://schemas.openxmlformats.org/officeDocument/2006/relationships/image" Target="/ppt/media/image31.png" Id="Rc881ba840cf24951" /><Relationship Type="http://schemas.openxmlformats.org/officeDocument/2006/relationships/image" Target="/ppt/media/image32.png" Id="R417b0c769ec5443f" /><Relationship Type="http://schemas.openxmlformats.org/officeDocument/2006/relationships/image" Target="/ppt/media/image33.png" Id="R5ed83dc953ea489f" /><Relationship Type="http://schemas.openxmlformats.org/officeDocument/2006/relationships/image" Target="/ppt/media/image34.png" Id="Rd86fe52d4fff4619" /><Relationship Type="http://schemas.openxmlformats.org/officeDocument/2006/relationships/image" Target="/ppt/media/image35.png" Id="Redff3ce5464e4d32" /><Relationship Type="http://schemas.openxmlformats.org/officeDocument/2006/relationships/image" Target="/ppt/media/image36.png" Id="Rf6314b80a3464f67" /><Relationship Type="http://schemas.openxmlformats.org/officeDocument/2006/relationships/image" Target="/ppt/media/image37.png" Id="R877b60cd240f4caa" /><Relationship Type="http://schemas.openxmlformats.org/officeDocument/2006/relationships/notesSlide" Target="/ppt/notesSlides/notesSlide1.xml" Id="R6612a8bc378d40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0932E-7C1A-483B-9C78-FA510B3A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858875" cy="4061133"/>
          </a:xfrm>
          <a:custGeom xmlns:a="http://schemas.openxmlformats.org/drawingml/2006/main">
            <a:pathLst>
              <a:path w="13858875" h="4061133">
                <a:moveTo>
                  <a:pt x="13858875" y="4061133"/>
                </a:moveTo>
                <a:lnTo>
                  <a:pt x="13858875" y="0"/>
                </a:lnTo>
                <a:lnTo>
                  <a:pt x="0" y="0"/>
                </a:lnTo>
                <a:lnTo>
                  <a:pt x="0" y="4061133"/>
                </a:lnTo>
                <a:lnTo>
                  <a:pt x="13858875" y="40611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A3C7D-C8EA-4E77-BD1F-9177E33D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932" y="130768"/>
            <a:ext cx="700913" cy="350457"/>
          </a:xfrm>
          <a:custGeom xmlns:a="http://schemas.openxmlformats.org/drawingml/2006/main">
            <a:pathLst>
              <a:path w="700913" h="350457">
                <a:moveTo>
                  <a:pt x="0" y="58411"/>
                </a:moveTo>
                <a:cubicBezTo>
                  <a:pt x="0" y="26152"/>
                  <a:pt x="26151" y="0"/>
                  <a:pt x="58411" y="0"/>
                </a:cubicBezTo>
                <a:lnTo>
                  <a:pt x="642502" y="0"/>
                </a:lnTo>
                <a:cubicBezTo>
                  <a:pt x="674761" y="0"/>
                  <a:pt x="700913" y="26152"/>
                  <a:pt x="700913" y="58411"/>
                </a:cubicBezTo>
                <a:lnTo>
                  <a:pt x="700913" y="292046"/>
                </a:lnTo>
                <a:cubicBezTo>
                  <a:pt x="700913" y="324305"/>
                  <a:pt x="674761" y="350457"/>
                  <a:pt x="642502" y="350457"/>
                </a:cubicBezTo>
                <a:lnTo>
                  <a:pt x="58411" y="350457"/>
                </a:lnTo>
                <a:cubicBezTo>
                  <a:pt x="26151" y="350457"/>
                  <a:pt x="0" y="324305"/>
                  <a:pt x="0" y="292046"/>
                </a:cubicBezTo>
                <a:lnTo>
                  <a:pt x="0" y="58411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3C2AFA-06AD-44EB-9ED8-A0FDF834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932" y="130768"/>
            <a:ext cx="700913" cy="350456"/>
          </a:xfrm>
          <a:custGeom xmlns:a="http://schemas.openxmlformats.org/drawingml/2006/main">
            <a:pathLst>
              <a:path w="700913" h="350456" fill="none">
                <a:moveTo>
                  <a:pt x="0" y="58411"/>
                </a:moveTo>
                <a:cubicBezTo>
                  <a:pt x="0" y="26151"/>
                  <a:pt x="26151" y="0"/>
                  <a:pt x="58411" y="0"/>
                </a:cubicBezTo>
                <a:lnTo>
                  <a:pt x="642502" y="0"/>
                </a:lnTo>
                <a:cubicBezTo>
                  <a:pt x="674761" y="0"/>
                  <a:pt x="700913" y="26151"/>
                  <a:pt x="700913" y="58411"/>
                </a:cubicBezTo>
                <a:lnTo>
                  <a:pt x="700913" y="292045"/>
                </a:lnTo>
                <a:cubicBezTo>
                  <a:pt x="700913" y="324305"/>
                  <a:pt x="674761" y="350456"/>
                  <a:pt x="642502" y="350456"/>
                </a:cubicBezTo>
                <a:lnTo>
                  <a:pt x="58411" y="350456"/>
                </a:lnTo>
                <a:cubicBezTo>
                  <a:pt x="26151" y="350456"/>
                  <a:pt x="0" y="324305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1EAF2-42F8-4DC5-A230-98ADB1DB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613" y="130768"/>
            <a:ext cx="703859" cy="350457"/>
          </a:xfrm>
          <a:custGeom xmlns:a="http://schemas.openxmlformats.org/drawingml/2006/main">
            <a:pathLst>
              <a:path w="703859" h="350457">
                <a:moveTo>
                  <a:pt x="0" y="58411"/>
                </a:moveTo>
                <a:cubicBezTo>
                  <a:pt x="0" y="26152"/>
                  <a:pt x="26152" y="0"/>
                  <a:pt x="58411" y="0"/>
                </a:cubicBezTo>
                <a:lnTo>
                  <a:pt x="645449" y="0"/>
                </a:lnTo>
                <a:cubicBezTo>
                  <a:pt x="677708" y="0"/>
                  <a:pt x="703859" y="26152"/>
                  <a:pt x="703859" y="58411"/>
                </a:cubicBezTo>
                <a:lnTo>
                  <a:pt x="703859" y="292046"/>
                </a:lnTo>
                <a:cubicBezTo>
                  <a:pt x="703859" y="324305"/>
                  <a:pt x="677708" y="350457"/>
                  <a:pt x="645449" y="350457"/>
                </a:cubicBezTo>
                <a:lnTo>
                  <a:pt x="58411" y="350457"/>
                </a:lnTo>
                <a:cubicBezTo>
                  <a:pt x="26152" y="350457"/>
                  <a:pt x="0" y="324305"/>
                  <a:pt x="0" y="292046"/>
                </a:cubicBezTo>
                <a:lnTo>
                  <a:pt x="0" y="5841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F0395-0FD9-4A49-A603-129AC4BA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613" y="130768"/>
            <a:ext cx="703859" cy="350456"/>
          </a:xfrm>
          <a:custGeom xmlns:a="http://schemas.openxmlformats.org/drawingml/2006/main">
            <a:pathLst>
              <a:path w="703859" h="350456" fill="none">
                <a:moveTo>
                  <a:pt x="0" y="58411"/>
                </a:moveTo>
                <a:cubicBezTo>
                  <a:pt x="0" y="26151"/>
                  <a:pt x="26151" y="0"/>
                  <a:pt x="58411" y="0"/>
                </a:cubicBezTo>
                <a:lnTo>
                  <a:pt x="645448" y="0"/>
                </a:lnTo>
                <a:cubicBezTo>
                  <a:pt x="677707" y="0"/>
                  <a:pt x="703859" y="26151"/>
                  <a:pt x="703859" y="58411"/>
                </a:cubicBezTo>
                <a:lnTo>
                  <a:pt x="703859" y="292045"/>
                </a:lnTo>
                <a:cubicBezTo>
                  <a:pt x="703859" y="324305"/>
                  <a:pt x="677707" y="350456"/>
                  <a:pt x="645448" y="350456"/>
                </a:cubicBezTo>
                <a:lnTo>
                  <a:pt x="58411" y="350456"/>
                </a:lnTo>
                <a:cubicBezTo>
                  <a:pt x="26151" y="350456"/>
                  <a:pt x="0" y="324305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CF1BD-D989-4B82-A444-3E40432C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528" y="766985"/>
            <a:ext cx="689869" cy="91111"/>
          </a:xfrm>
          <a:custGeom xmlns:a="http://schemas.openxmlformats.org/drawingml/2006/main">
            <a:pathLst>
              <a:path w="689869" h="91111">
                <a:moveTo>
                  <a:pt x="91111" y="30370"/>
                </a:moveTo>
                <a:lnTo>
                  <a:pt x="91111" y="0"/>
                </a:lnTo>
                <a:lnTo>
                  <a:pt x="0" y="45556"/>
                </a:lnTo>
                <a:lnTo>
                  <a:pt x="91111" y="91111"/>
                </a:lnTo>
                <a:lnTo>
                  <a:pt x="91111" y="60741"/>
                </a:lnTo>
                <a:lnTo>
                  <a:pt x="689869" y="60740"/>
                </a:lnTo>
                <a:lnTo>
                  <a:pt x="689869" y="30369"/>
                </a:lnTo>
                <a:lnTo>
                  <a:pt x="91111" y="303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AB1C9-06CB-45C5-9AA8-7FB79868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674" y="766983"/>
            <a:ext cx="519352" cy="91111"/>
          </a:xfrm>
          <a:custGeom xmlns:a="http://schemas.openxmlformats.org/drawingml/2006/main">
            <a:pathLst>
              <a:path w="519352" h="91111">
                <a:moveTo>
                  <a:pt x="428241" y="91111"/>
                </a:moveTo>
                <a:lnTo>
                  <a:pt x="519352" y="45557"/>
                </a:lnTo>
                <a:lnTo>
                  <a:pt x="428241" y="0"/>
                </a:lnTo>
                <a:lnTo>
                  <a:pt x="428241" y="30372"/>
                </a:lnTo>
                <a:lnTo>
                  <a:pt x="0" y="30370"/>
                </a:lnTo>
                <a:lnTo>
                  <a:pt x="0" y="60741"/>
                </a:lnTo>
                <a:lnTo>
                  <a:pt x="428241" y="60742"/>
                </a:lnTo>
                <a:lnTo>
                  <a:pt x="428241" y="911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SNO">
            <a:extLst xmlns:a="http://schemas.openxmlformats.org/drawingml/2006/main">
              <a:ext uri="{FF2B5EF4-FFF2-40B4-BE49-F238E27FC236}">
                <a16:creationId xmlns:a16="http://schemas.microsoft.com/office/drawing/2014/main" id="{472C0202-D50F-4B67-89AC-D568B6C2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339" y="216636"/>
            <a:ext cx="508930" cy="181059"/>
          </a:xfrm>
          <a:custGeom xmlns:a="http://schemas.openxmlformats.org/drawingml/2006/main">
            <a:pathLst>
              <a:path w="508930" h="181059">
                <a:moveTo>
                  <a:pt x="0" y="121024"/>
                </a:moveTo>
                <a:lnTo>
                  <a:pt x="34374" y="117683"/>
                </a:lnTo>
                <a:cubicBezTo>
                  <a:pt x="36443" y="129220"/>
                  <a:pt x="40640" y="137694"/>
                  <a:pt x="46966" y="143105"/>
                </a:cubicBezTo>
                <a:cubicBezTo>
                  <a:pt x="53291" y="148516"/>
                  <a:pt x="61825" y="151221"/>
                  <a:pt x="72567" y="151221"/>
                </a:cubicBezTo>
                <a:cubicBezTo>
                  <a:pt x="83945" y="151221"/>
                  <a:pt x="92519" y="148814"/>
                  <a:pt x="98288" y="144000"/>
                </a:cubicBezTo>
                <a:cubicBezTo>
                  <a:pt x="104056" y="139186"/>
                  <a:pt x="106941" y="133557"/>
                  <a:pt x="106941" y="127111"/>
                </a:cubicBezTo>
                <a:cubicBezTo>
                  <a:pt x="106941" y="122974"/>
                  <a:pt x="105727" y="119453"/>
                  <a:pt x="103300" y="116549"/>
                </a:cubicBezTo>
                <a:cubicBezTo>
                  <a:pt x="100874" y="113644"/>
                  <a:pt x="96637" y="111118"/>
                  <a:pt x="90589" y="108970"/>
                </a:cubicBezTo>
                <a:cubicBezTo>
                  <a:pt x="86452" y="107538"/>
                  <a:pt x="77023" y="104991"/>
                  <a:pt x="62303" y="101331"/>
                </a:cubicBezTo>
                <a:cubicBezTo>
                  <a:pt x="43365" y="96637"/>
                  <a:pt x="30077" y="90868"/>
                  <a:pt x="22438" y="84025"/>
                </a:cubicBezTo>
                <a:cubicBezTo>
                  <a:pt x="11697" y="74397"/>
                  <a:pt x="6326" y="62661"/>
                  <a:pt x="6326" y="48816"/>
                </a:cubicBezTo>
                <a:cubicBezTo>
                  <a:pt x="6326" y="39904"/>
                  <a:pt x="8852" y="31569"/>
                  <a:pt x="13905" y="23811"/>
                </a:cubicBezTo>
                <a:cubicBezTo>
                  <a:pt x="18957" y="16053"/>
                  <a:pt x="26238" y="10145"/>
                  <a:pt x="35746" y="6087"/>
                </a:cubicBezTo>
                <a:cubicBezTo>
                  <a:pt x="45255" y="2029"/>
                  <a:pt x="56733" y="0"/>
                  <a:pt x="70180" y="0"/>
                </a:cubicBezTo>
                <a:cubicBezTo>
                  <a:pt x="92141" y="0"/>
                  <a:pt x="108671" y="4814"/>
                  <a:pt x="119771" y="14442"/>
                </a:cubicBezTo>
                <a:cubicBezTo>
                  <a:pt x="130871" y="24070"/>
                  <a:pt x="136700" y="36920"/>
                  <a:pt x="137257" y="52993"/>
                </a:cubicBezTo>
                <a:lnTo>
                  <a:pt x="101928" y="54545"/>
                </a:lnTo>
                <a:cubicBezTo>
                  <a:pt x="100416" y="45553"/>
                  <a:pt x="97174" y="39088"/>
                  <a:pt x="92201" y="35150"/>
                </a:cubicBezTo>
                <a:cubicBezTo>
                  <a:pt x="87228" y="31211"/>
                  <a:pt x="79768" y="29242"/>
                  <a:pt x="69822" y="29242"/>
                </a:cubicBezTo>
                <a:cubicBezTo>
                  <a:pt x="59557" y="29242"/>
                  <a:pt x="51521" y="31350"/>
                  <a:pt x="45712" y="35567"/>
                </a:cubicBezTo>
                <a:cubicBezTo>
                  <a:pt x="41973" y="38273"/>
                  <a:pt x="40103" y="41893"/>
                  <a:pt x="40103" y="46429"/>
                </a:cubicBezTo>
                <a:cubicBezTo>
                  <a:pt x="40103" y="50566"/>
                  <a:pt x="41853" y="54107"/>
                  <a:pt x="45354" y="57051"/>
                </a:cubicBezTo>
                <a:cubicBezTo>
                  <a:pt x="49810" y="60791"/>
                  <a:pt x="60632" y="64690"/>
                  <a:pt x="77818" y="68748"/>
                </a:cubicBezTo>
                <a:cubicBezTo>
                  <a:pt x="95005" y="72806"/>
                  <a:pt x="107717" y="77003"/>
                  <a:pt x="115952" y="81339"/>
                </a:cubicBezTo>
                <a:cubicBezTo>
                  <a:pt x="124187" y="85676"/>
                  <a:pt x="130632" y="91604"/>
                  <a:pt x="135287" y="99123"/>
                </a:cubicBezTo>
                <a:cubicBezTo>
                  <a:pt x="139942" y="106642"/>
                  <a:pt x="142269" y="115932"/>
                  <a:pt x="142269" y="126992"/>
                </a:cubicBezTo>
                <a:cubicBezTo>
                  <a:pt x="142269" y="137018"/>
                  <a:pt x="139484" y="146407"/>
                  <a:pt x="133915" y="155160"/>
                </a:cubicBezTo>
                <a:cubicBezTo>
                  <a:pt x="128345" y="163912"/>
                  <a:pt x="120467" y="170417"/>
                  <a:pt x="110283" y="174674"/>
                </a:cubicBezTo>
                <a:cubicBezTo>
                  <a:pt x="100098" y="178931"/>
                  <a:pt x="87407" y="181059"/>
                  <a:pt x="72209" y="181059"/>
                </a:cubicBezTo>
                <a:cubicBezTo>
                  <a:pt x="50089" y="181059"/>
                  <a:pt x="33101" y="175947"/>
                  <a:pt x="21245" y="165722"/>
                </a:cubicBezTo>
                <a:cubicBezTo>
                  <a:pt x="9389" y="155498"/>
                  <a:pt x="2308" y="140598"/>
                  <a:pt x="0" y="121024"/>
                </a:cubicBezTo>
                <a:close/>
                <a:moveTo>
                  <a:pt x="171297" y="177956"/>
                </a:moveTo>
                <a:lnTo>
                  <a:pt x="171297" y="2984"/>
                </a:lnTo>
                <a:lnTo>
                  <a:pt x="205671" y="2984"/>
                </a:lnTo>
                <a:lnTo>
                  <a:pt x="277283" y="119831"/>
                </a:lnTo>
                <a:lnTo>
                  <a:pt x="277283" y="2984"/>
                </a:lnTo>
                <a:lnTo>
                  <a:pt x="310105" y="2984"/>
                </a:lnTo>
                <a:lnTo>
                  <a:pt x="310105" y="177956"/>
                </a:lnTo>
                <a:lnTo>
                  <a:pt x="274657" y="177956"/>
                </a:lnTo>
                <a:lnTo>
                  <a:pt x="204120" y="63854"/>
                </a:lnTo>
                <a:lnTo>
                  <a:pt x="204120" y="177956"/>
                </a:lnTo>
                <a:lnTo>
                  <a:pt x="171297" y="177956"/>
                </a:lnTo>
                <a:close/>
                <a:moveTo>
                  <a:pt x="339210" y="91544"/>
                </a:moveTo>
                <a:cubicBezTo>
                  <a:pt x="339210" y="73721"/>
                  <a:pt x="341875" y="58762"/>
                  <a:pt x="347206" y="46667"/>
                </a:cubicBezTo>
                <a:cubicBezTo>
                  <a:pt x="351185" y="37756"/>
                  <a:pt x="356615" y="29759"/>
                  <a:pt x="363498" y="22677"/>
                </a:cubicBezTo>
                <a:cubicBezTo>
                  <a:pt x="370381" y="15596"/>
                  <a:pt x="377920" y="10344"/>
                  <a:pt x="386116" y="6923"/>
                </a:cubicBezTo>
                <a:cubicBezTo>
                  <a:pt x="397017" y="2308"/>
                  <a:pt x="409589" y="0"/>
                  <a:pt x="423831" y="0"/>
                </a:cubicBezTo>
                <a:cubicBezTo>
                  <a:pt x="449612" y="0"/>
                  <a:pt x="470240" y="7997"/>
                  <a:pt x="485716" y="23990"/>
                </a:cubicBezTo>
                <a:cubicBezTo>
                  <a:pt x="501192" y="39983"/>
                  <a:pt x="508930" y="62223"/>
                  <a:pt x="508930" y="90709"/>
                </a:cubicBezTo>
                <a:cubicBezTo>
                  <a:pt x="508930" y="118956"/>
                  <a:pt x="501252" y="141056"/>
                  <a:pt x="485895" y="157010"/>
                </a:cubicBezTo>
                <a:cubicBezTo>
                  <a:pt x="470538" y="172963"/>
                  <a:pt x="450010" y="180940"/>
                  <a:pt x="424309" y="180940"/>
                </a:cubicBezTo>
                <a:cubicBezTo>
                  <a:pt x="398290" y="180940"/>
                  <a:pt x="377602" y="173003"/>
                  <a:pt x="362245" y="157129"/>
                </a:cubicBezTo>
                <a:cubicBezTo>
                  <a:pt x="346888" y="141255"/>
                  <a:pt x="339210" y="119393"/>
                  <a:pt x="339210" y="91544"/>
                </a:cubicBezTo>
                <a:moveTo>
                  <a:pt x="375613" y="90351"/>
                </a:moveTo>
                <a:cubicBezTo>
                  <a:pt x="375613" y="110163"/>
                  <a:pt x="380188" y="125182"/>
                  <a:pt x="389338" y="135407"/>
                </a:cubicBezTo>
                <a:cubicBezTo>
                  <a:pt x="398489" y="145631"/>
                  <a:pt x="410106" y="150743"/>
                  <a:pt x="424189" y="150743"/>
                </a:cubicBezTo>
                <a:cubicBezTo>
                  <a:pt x="438273" y="150743"/>
                  <a:pt x="449831" y="145671"/>
                  <a:pt x="458862" y="135526"/>
                </a:cubicBezTo>
                <a:cubicBezTo>
                  <a:pt x="467893" y="125381"/>
                  <a:pt x="472408" y="110163"/>
                  <a:pt x="472408" y="89873"/>
                </a:cubicBezTo>
                <a:cubicBezTo>
                  <a:pt x="472408" y="69822"/>
                  <a:pt x="468012" y="54863"/>
                  <a:pt x="459220" y="44996"/>
                </a:cubicBezTo>
                <a:cubicBezTo>
                  <a:pt x="450427" y="35130"/>
                  <a:pt x="438751" y="30196"/>
                  <a:pt x="424189" y="30196"/>
                </a:cubicBezTo>
                <a:cubicBezTo>
                  <a:pt x="409628" y="30196"/>
                  <a:pt x="397892" y="35189"/>
                  <a:pt x="388980" y="45175"/>
                </a:cubicBezTo>
                <a:cubicBezTo>
                  <a:pt x="380068" y="55161"/>
                  <a:pt x="375613" y="70220"/>
                  <a:pt x="375613" y="90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63A05-8055-464E-A58D-7D92882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6" y="130768"/>
            <a:ext cx="700913" cy="350457"/>
          </a:xfrm>
          <a:custGeom xmlns:a="http://schemas.openxmlformats.org/drawingml/2006/main">
            <a:pathLst>
              <a:path w="700913" h="350457">
                <a:moveTo>
                  <a:pt x="0" y="58411"/>
                </a:moveTo>
                <a:cubicBezTo>
                  <a:pt x="0" y="26152"/>
                  <a:pt x="26152" y="0"/>
                  <a:pt x="58411" y="0"/>
                </a:cubicBezTo>
                <a:lnTo>
                  <a:pt x="642502" y="0"/>
                </a:lnTo>
                <a:cubicBezTo>
                  <a:pt x="674761" y="0"/>
                  <a:pt x="700913" y="26152"/>
                  <a:pt x="700913" y="58411"/>
                </a:cubicBezTo>
                <a:lnTo>
                  <a:pt x="700913" y="292046"/>
                </a:lnTo>
                <a:cubicBezTo>
                  <a:pt x="700913" y="324305"/>
                  <a:pt x="674761" y="350457"/>
                  <a:pt x="642502" y="350457"/>
                </a:cubicBezTo>
                <a:lnTo>
                  <a:pt x="58411" y="350457"/>
                </a:lnTo>
                <a:cubicBezTo>
                  <a:pt x="26152" y="350457"/>
                  <a:pt x="0" y="324305"/>
                  <a:pt x="0" y="292046"/>
                </a:cubicBezTo>
                <a:lnTo>
                  <a:pt x="0" y="58411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0949D-289E-4EB3-8D82-71BAA79F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86" y="130768"/>
            <a:ext cx="700913" cy="350456"/>
          </a:xfrm>
          <a:custGeom xmlns:a="http://schemas.openxmlformats.org/drawingml/2006/main">
            <a:pathLst>
              <a:path w="700913" h="350456" fill="none">
                <a:moveTo>
                  <a:pt x="0" y="58411"/>
                </a:moveTo>
                <a:cubicBezTo>
                  <a:pt x="0" y="26151"/>
                  <a:pt x="26151" y="0"/>
                  <a:pt x="58411" y="0"/>
                </a:cubicBezTo>
                <a:lnTo>
                  <a:pt x="642502" y="0"/>
                </a:lnTo>
                <a:cubicBezTo>
                  <a:pt x="674761" y="0"/>
                  <a:pt x="700913" y="26151"/>
                  <a:pt x="700913" y="58411"/>
                </a:cubicBezTo>
                <a:lnTo>
                  <a:pt x="700913" y="292045"/>
                </a:lnTo>
                <a:cubicBezTo>
                  <a:pt x="700913" y="324305"/>
                  <a:pt x="674761" y="350456"/>
                  <a:pt x="642502" y="350456"/>
                </a:cubicBezTo>
                <a:lnTo>
                  <a:pt x="58411" y="350456"/>
                </a:lnTo>
                <a:cubicBezTo>
                  <a:pt x="26151" y="350456"/>
                  <a:pt x="0" y="324305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11" name="Text UE">
            <a:extLst xmlns:a="http://schemas.openxmlformats.org/drawingml/2006/main">
              <a:ext uri="{FF2B5EF4-FFF2-40B4-BE49-F238E27FC236}">
                <a16:creationId xmlns:a16="http://schemas.microsoft.com/office/drawing/2014/main" id="{64D79985-A039-420D-8DB4-FA834921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07" y="210785"/>
            <a:ext cx="308798" cy="177956"/>
          </a:xfrm>
          <a:custGeom xmlns:a="http://schemas.openxmlformats.org/drawingml/2006/main">
            <a:pathLst>
              <a:path w="308798" h="177956">
                <a:moveTo>
                  <a:pt x="0" y="0"/>
                </a:moveTo>
                <a:lnTo>
                  <a:pt x="35329" y="0"/>
                </a:lnTo>
                <a:lnTo>
                  <a:pt x="35329" y="94767"/>
                </a:lnTo>
                <a:cubicBezTo>
                  <a:pt x="35329" y="109805"/>
                  <a:pt x="35766" y="119552"/>
                  <a:pt x="36642" y="124008"/>
                </a:cubicBezTo>
                <a:cubicBezTo>
                  <a:pt x="38153" y="131169"/>
                  <a:pt x="41754" y="136918"/>
                  <a:pt x="47443" y="141255"/>
                </a:cubicBezTo>
                <a:cubicBezTo>
                  <a:pt x="53132" y="145591"/>
                  <a:pt x="60910" y="147760"/>
                  <a:pt x="70777" y="147760"/>
                </a:cubicBezTo>
                <a:cubicBezTo>
                  <a:pt x="80802" y="147760"/>
                  <a:pt x="88361" y="145711"/>
                  <a:pt x="93454" y="141613"/>
                </a:cubicBezTo>
                <a:cubicBezTo>
                  <a:pt x="98546" y="137515"/>
                  <a:pt x="101610" y="132482"/>
                  <a:pt x="102644" y="126515"/>
                </a:cubicBezTo>
                <a:cubicBezTo>
                  <a:pt x="103678" y="120547"/>
                  <a:pt x="104196" y="110641"/>
                  <a:pt x="104196" y="96796"/>
                </a:cubicBezTo>
                <a:lnTo>
                  <a:pt x="104196" y="0"/>
                </a:lnTo>
                <a:lnTo>
                  <a:pt x="139524" y="0"/>
                </a:lnTo>
                <a:lnTo>
                  <a:pt x="139524" y="91902"/>
                </a:lnTo>
                <a:cubicBezTo>
                  <a:pt x="139524" y="112908"/>
                  <a:pt x="138569" y="127748"/>
                  <a:pt x="136660" y="136421"/>
                </a:cubicBezTo>
                <a:cubicBezTo>
                  <a:pt x="134750" y="145094"/>
                  <a:pt x="131229" y="152414"/>
                  <a:pt x="126097" y="158382"/>
                </a:cubicBezTo>
                <a:cubicBezTo>
                  <a:pt x="120965" y="164350"/>
                  <a:pt x="114102" y="169104"/>
                  <a:pt x="105509" y="172645"/>
                </a:cubicBezTo>
                <a:cubicBezTo>
                  <a:pt x="96915" y="176186"/>
                  <a:pt x="85696" y="177956"/>
                  <a:pt x="71851" y="177956"/>
                </a:cubicBezTo>
                <a:cubicBezTo>
                  <a:pt x="55141" y="177956"/>
                  <a:pt x="42470" y="176027"/>
                  <a:pt x="33837" y="172167"/>
                </a:cubicBezTo>
                <a:cubicBezTo>
                  <a:pt x="25203" y="168308"/>
                  <a:pt x="18380" y="163295"/>
                  <a:pt x="13368" y="157129"/>
                </a:cubicBezTo>
                <a:cubicBezTo>
                  <a:pt x="8355" y="150962"/>
                  <a:pt x="5053" y="144497"/>
                  <a:pt x="3461" y="137734"/>
                </a:cubicBezTo>
                <a:cubicBezTo>
                  <a:pt x="1154" y="127708"/>
                  <a:pt x="0" y="112908"/>
                  <a:pt x="0" y="93334"/>
                </a:cubicBezTo>
                <a:lnTo>
                  <a:pt x="0" y="0"/>
                </a:lnTo>
                <a:close/>
                <a:moveTo>
                  <a:pt x="175719" y="174972"/>
                </a:moveTo>
                <a:lnTo>
                  <a:pt x="175719" y="0"/>
                </a:lnTo>
                <a:lnTo>
                  <a:pt x="305457" y="0"/>
                </a:lnTo>
                <a:lnTo>
                  <a:pt x="305457" y="29600"/>
                </a:lnTo>
                <a:lnTo>
                  <a:pt x="211048" y="29600"/>
                </a:lnTo>
                <a:lnTo>
                  <a:pt x="211048" y="68390"/>
                </a:lnTo>
                <a:lnTo>
                  <a:pt x="298892" y="68390"/>
                </a:lnTo>
                <a:lnTo>
                  <a:pt x="298892" y="97870"/>
                </a:lnTo>
                <a:lnTo>
                  <a:pt x="211048" y="97870"/>
                </a:lnTo>
                <a:lnTo>
                  <a:pt x="211048" y="145492"/>
                </a:lnTo>
                <a:lnTo>
                  <a:pt x="308798" y="145492"/>
                </a:lnTo>
                <a:lnTo>
                  <a:pt x="308798" y="174972"/>
                </a:lnTo>
                <a:lnTo>
                  <a:pt x="175719" y="174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MNO">
            <a:extLst xmlns:a="http://schemas.openxmlformats.org/drawingml/2006/main">
              <a:ext uri="{FF2B5EF4-FFF2-40B4-BE49-F238E27FC236}">
                <a16:creationId xmlns:a16="http://schemas.microsoft.com/office/drawing/2014/main" id="{7151A020-47A7-4AB4-A030-A48DEBF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1653" y="213691"/>
            <a:ext cx="541082" cy="180940"/>
          </a:xfrm>
          <a:custGeom xmlns:a="http://schemas.openxmlformats.org/drawingml/2006/main">
            <a:pathLst>
              <a:path w="541082" h="180940">
                <a:moveTo>
                  <a:pt x="0" y="177956"/>
                </a:moveTo>
                <a:lnTo>
                  <a:pt x="0" y="2984"/>
                </a:lnTo>
                <a:lnTo>
                  <a:pt x="52874" y="2984"/>
                </a:lnTo>
                <a:lnTo>
                  <a:pt x="84622" y="122337"/>
                </a:lnTo>
                <a:lnTo>
                  <a:pt x="116012" y="2984"/>
                </a:lnTo>
                <a:lnTo>
                  <a:pt x="169005" y="2984"/>
                </a:lnTo>
                <a:lnTo>
                  <a:pt x="169005" y="177956"/>
                </a:lnTo>
                <a:lnTo>
                  <a:pt x="136182" y="177956"/>
                </a:lnTo>
                <a:lnTo>
                  <a:pt x="136182" y="40222"/>
                </a:lnTo>
                <a:lnTo>
                  <a:pt x="101450" y="177956"/>
                </a:lnTo>
                <a:lnTo>
                  <a:pt x="67435" y="177956"/>
                </a:lnTo>
                <a:lnTo>
                  <a:pt x="32822" y="40222"/>
                </a:lnTo>
                <a:lnTo>
                  <a:pt x="32822" y="177956"/>
                </a:lnTo>
                <a:lnTo>
                  <a:pt x="0" y="177956"/>
                </a:lnTo>
                <a:close/>
                <a:moveTo>
                  <a:pt x="203302" y="177956"/>
                </a:moveTo>
                <a:lnTo>
                  <a:pt x="203302" y="2984"/>
                </a:lnTo>
                <a:lnTo>
                  <a:pt x="237675" y="2984"/>
                </a:lnTo>
                <a:lnTo>
                  <a:pt x="309288" y="119831"/>
                </a:lnTo>
                <a:lnTo>
                  <a:pt x="309288" y="2984"/>
                </a:lnTo>
                <a:lnTo>
                  <a:pt x="342110" y="2984"/>
                </a:lnTo>
                <a:lnTo>
                  <a:pt x="342110" y="177956"/>
                </a:lnTo>
                <a:lnTo>
                  <a:pt x="306662" y="177956"/>
                </a:lnTo>
                <a:lnTo>
                  <a:pt x="236124" y="63854"/>
                </a:lnTo>
                <a:lnTo>
                  <a:pt x="236124" y="177956"/>
                </a:lnTo>
                <a:lnTo>
                  <a:pt x="203302" y="177956"/>
                </a:lnTo>
                <a:close/>
                <a:moveTo>
                  <a:pt x="371361" y="91544"/>
                </a:moveTo>
                <a:cubicBezTo>
                  <a:pt x="371361" y="73721"/>
                  <a:pt x="374026" y="58762"/>
                  <a:pt x="379358" y="46667"/>
                </a:cubicBezTo>
                <a:cubicBezTo>
                  <a:pt x="383336" y="37756"/>
                  <a:pt x="388767" y="29759"/>
                  <a:pt x="395649" y="22677"/>
                </a:cubicBezTo>
                <a:cubicBezTo>
                  <a:pt x="402532" y="15596"/>
                  <a:pt x="410071" y="10344"/>
                  <a:pt x="418267" y="6923"/>
                </a:cubicBezTo>
                <a:cubicBezTo>
                  <a:pt x="429168" y="2308"/>
                  <a:pt x="441740" y="0"/>
                  <a:pt x="455983" y="0"/>
                </a:cubicBezTo>
                <a:cubicBezTo>
                  <a:pt x="481763" y="0"/>
                  <a:pt x="502391" y="7997"/>
                  <a:pt x="517867" y="23990"/>
                </a:cubicBezTo>
                <a:cubicBezTo>
                  <a:pt x="533344" y="39983"/>
                  <a:pt x="541082" y="62223"/>
                  <a:pt x="541082" y="90709"/>
                </a:cubicBezTo>
                <a:cubicBezTo>
                  <a:pt x="541082" y="118956"/>
                  <a:pt x="533403" y="141056"/>
                  <a:pt x="518046" y="157010"/>
                </a:cubicBezTo>
                <a:cubicBezTo>
                  <a:pt x="502690" y="172963"/>
                  <a:pt x="482161" y="180940"/>
                  <a:pt x="456460" y="180940"/>
                </a:cubicBezTo>
                <a:cubicBezTo>
                  <a:pt x="430441" y="180940"/>
                  <a:pt x="409753" y="173003"/>
                  <a:pt x="394396" y="157129"/>
                </a:cubicBezTo>
                <a:cubicBezTo>
                  <a:pt x="379039" y="141255"/>
                  <a:pt x="371361" y="119393"/>
                  <a:pt x="371361" y="91544"/>
                </a:cubicBezTo>
                <a:moveTo>
                  <a:pt x="407764" y="90351"/>
                </a:moveTo>
                <a:cubicBezTo>
                  <a:pt x="407764" y="110163"/>
                  <a:pt x="412339" y="125182"/>
                  <a:pt x="421489" y="135407"/>
                </a:cubicBezTo>
                <a:cubicBezTo>
                  <a:pt x="430640" y="145631"/>
                  <a:pt x="442257" y="150743"/>
                  <a:pt x="456341" y="150743"/>
                </a:cubicBezTo>
                <a:cubicBezTo>
                  <a:pt x="470424" y="150743"/>
                  <a:pt x="481982" y="145671"/>
                  <a:pt x="491013" y="135526"/>
                </a:cubicBezTo>
                <a:cubicBezTo>
                  <a:pt x="500044" y="125381"/>
                  <a:pt x="504559" y="110163"/>
                  <a:pt x="504559" y="89873"/>
                </a:cubicBezTo>
                <a:cubicBezTo>
                  <a:pt x="504559" y="69822"/>
                  <a:pt x="500163" y="54863"/>
                  <a:pt x="491371" y="44996"/>
                </a:cubicBezTo>
                <a:cubicBezTo>
                  <a:pt x="482578" y="35130"/>
                  <a:pt x="470902" y="30196"/>
                  <a:pt x="456341" y="30196"/>
                </a:cubicBezTo>
                <a:cubicBezTo>
                  <a:pt x="441779" y="30196"/>
                  <a:pt x="430043" y="35189"/>
                  <a:pt x="421131" y="45175"/>
                </a:cubicBezTo>
                <a:cubicBezTo>
                  <a:pt x="412220" y="55161"/>
                  <a:pt x="407764" y="70220"/>
                  <a:pt x="407764" y="90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EAB2B-8158-45F5-BFBB-D75CA46A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37" y="764039"/>
            <a:ext cx="689870" cy="91111"/>
          </a:xfrm>
          <a:custGeom xmlns:a="http://schemas.openxmlformats.org/drawingml/2006/main">
            <a:pathLst>
              <a:path w="689870" h="91111">
                <a:moveTo>
                  <a:pt x="91111" y="30370"/>
                </a:moveTo>
                <a:lnTo>
                  <a:pt x="91111" y="0"/>
                </a:lnTo>
                <a:lnTo>
                  <a:pt x="0" y="45556"/>
                </a:lnTo>
                <a:lnTo>
                  <a:pt x="91111" y="91111"/>
                </a:lnTo>
                <a:lnTo>
                  <a:pt x="91111" y="60741"/>
                </a:lnTo>
                <a:lnTo>
                  <a:pt x="689870" y="60740"/>
                </a:lnTo>
                <a:lnTo>
                  <a:pt x="689870" y="30369"/>
                </a:lnTo>
                <a:lnTo>
                  <a:pt x="91111" y="303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B7A216-F492-4168-94B9-2346FA0E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83" y="764039"/>
            <a:ext cx="519352" cy="91111"/>
          </a:xfrm>
          <a:custGeom xmlns:a="http://schemas.openxmlformats.org/drawingml/2006/main">
            <a:pathLst>
              <a:path w="519352" h="91111">
                <a:moveTo>
                  <a:pt x="0" y="30369"/>
                </a:moveTo>
                <a:lnTo>
                  <a:pt x="0" y="60740"/>
                </a:lnTo>
                <a:lnTo>
                  <a:pt x="428241" y="60741"/>
                </a:lnTo>
                <a:lnTo>
                  <a:pt x="428241" y="91111"/>
                </a:lnTo>
                <a:lnTo>
                  <a:pt x="519352" y="45556"/>
                </a:lnTo>
                <a:lnTo>
                  <a:pt x="428241" y="0"/>
                </a:lnTo>
                <a:lnTo>
                  <a:pt x="428241" y="30370"/>
                </a:lnTo>
                <a:lnTo>
                  <a:pt x="0" y="30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Useridentity">
            <a:extLst xmlns:a="http://schemas.openxmlformats.org/drawingml/2006/main">
              <a:ext uri="{FF2B5EF4-FFF2-40B4-BE49-F238E27FC236}">
                <a16:creationId xmlns:a16="http://schemas.microsoft.com/office/drawing/2014/main" id="{D27A6086-88FA-47D3-B46B-0D02D6C9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72" y="991340"/>
            <a:ext cx="966940" cy="150033"/>
          </a:xfrm>
          <a:custGeom xmlns:a="http://schemas.openxmlformats.org/drawingml/2006/main">
            <a:pathLst>
              <a:path w="966940" h="150033">
                <a:moveTo>
                  <a:pt x="0" y="0"/>
                </a:moveTo>
                <a:lnTo>
                  <a:pt x="23411" y="0"/>
                </a:lnTo>
                <a:lnTo>
                  <a:pt x="23411" y="62797"/>
                </a:lnTo>
                <a:cubicBezTo>
                  <a:pt x="23411" y="72763"/>
                  <a:pt x="23701" y="79221"/>
                  <a:pt x="24281" y="82174"/>
                </a:cubicBezTo>
                <a:cubicBezTo>
                  <a:pt x="25282" y="86920"/>
                  <a:pt x="27668" y="90729"/>
                  <a:pt x="31438" y="93603"/>
                </a:cubicBezTo>
                <a:cubicBezTo>
                  <a:pt x="35208" y="96476"/>
                  <a:pt x="40362" y="97913"/>
                  <a:pt x="46900" y="97913"/>
                </a:cubicBezTo>
                <a:cubicBezTo>
                  <a:pt x="53544" y="97913"/>
                  <a:pt x="58553" y="96555"/>
                  <a:pt x="61927" y="93840"/>
                </a:cubicBezTo>
                <a:cubicBezTo>
                  <a:pt x="65302" y="91124"/>
                  <a:pt x="67332" y="87790"/>
                  <a:pt x="68017" y="83835"/>
                </a:cubicBezTo>
                <a:cubicBezTo>
                  <a:pt x="68703" y="79881"/>
                  <a:pt x="69045" y="73316"/>
                  <a:pt x="69045" y="64142"/>
                </a:cubicBezTo>
                <a:lnTo>
                  <a:pt x="69045" y="0"/>
                </a:lnTo>
                <a:lnTo>
                  <a:pt x="92456" y="0"/>
                </a:lnTo>
                <a:lnTo>
                  <a:pt x="92456" y="60899"/>
                </a:lnTo>
                <a:cubicBezTo>
                  <a:pt x="92456" y="74819"/>
                  <a:pt x="91823" y="84652"/>
                  <a:pt x="90558" y="90400"/>
                </a:cubicBezTo>
                <a:cubicBezTo>
                  <a:pt x="89292" y="96147"/>
                  <a:pt x="86959" y="100998"/>
                  <a:pt x="83558" y="104952"/>
                </a:cubicBezTo>
                <a:cubicBezTo>
                  <a:pt x="80157" y="108906"/>
                  <a:pt x="75610" y="112057"/>
                  <a:pt x="69915" y="114403"/>
                </a:cubicBezTo>
                <a:cubicBezTo>
                  <a:pt x="64221" y="116750"/>
                  <a:pt x="56786" y="117923"/>
                  <a:pt x="47612" y="117923"/>
                </a:cubicBezTo>
                <a:cubicBezTo>
                  <a:pt x="36539" y="117923"/>
                  <a:pt x="28143" y="116644"/>
                  <a:pt x="22422" y="114087"/>
                </a:cubicBezTo>
                <a:cubicBezTo>
                  <a:pt x="16701" y="111530"/>
                  <a:pt x="12180" y="108208"/>
                  <a:pt x="8858" y="104122"/>
                </a:cubicBezTo>
                <a:cubicBezTo>
                  <a:pt x="5536" y="100035"/>
                  <a:pt x="3348" y="95751"/>
                  <a:pt x="2294" y="91269"/>
                </a:cubicBezTo>
                <a:cubicBezTo>
                  <a:pt x="765" y="84626"/>
                  <a:pt x="0" y="74819"/>
                  <a:pt x="0" y="61848"/>
                </a:cubicBezTo>
                <a:lnTo>
                  <a:pt x="0" y="0"/>
                </a:lnTo>
                <a:close/>
                <a:moveTo>
                  <a:pt x="108582" y="91981"/>
                </a:moveTo>
                <a:lnTo>
                  <a:pt x="130885" y="88580"/>
                </a:lnTo>
                <a:cubicBezTo>
                  <a:pt x="131834" y="92904"/>
                  <a:pt x="133759" y="96186"/>
                  <a:pt x="136659" y="98427"/>
                </a:cubicBezTo>
                <a:cubicBezTo>
                  <a:pt x="139559" y="100668"/>
                  <a:pt x="143619" y="101788"/>
                  <a:pt x="148839" y="101788"/>
                </a:cubicBezTo>
                <a:cubicBezTo>
                  <a:pt x="154586" y="101788"/>
                  <a:pt x="158909" y="100734"/>
                  <a:pt x="161809" y="98625"/>
                </a:cubicBezTo>
                <a:cubicBezTo>
                  <a:pt x="163760" y="97148"/>
                  <a:pt x="164736" y="95171"/>
                  <a:pt x="164736" y="92693"/>
                </a:cubicBezTo>
                <a:cubicBezTo>
                  <a:pt x="164736" y="91006"/>
                  <a:pt x="164208" y="89609"/>
                  <a:pt x="163154" y="88501"/>
                </a:cubicBezTo>
                <a:cubicBezTo>
                  <a:pt x="162047" y="87447"/>
                  <a:pt x="159569" y="86471"/>
                  <a:pt x="155719" y="85575"/>
                </a:cubicBezTo>
                <a:cubicBezTo>
                  <a:pt x="137792" y="81621"/>
                  <a:pt x="126430" y="78009"/>
                  <a:pt x="121632" y="74740"/>
                </a:cubicBezTo>
                <a:cubicBezTo>
                  <a:pt x="114988" y="70205"/>
                  <a:pt x="111667" y="63904"/>
                  <a:pt x="111667" y="55837"/>
                </a:cubicBezTo>
                <a:cubicBezTo>
                  <a:pt x="111667" y="48561"/>
                  <a:pt x="114540" y="42445"/>
                  <a:pt x="120287" y="37489"/>
                </a:cubicBezTo>
                <a:cubicBezTo>
                  <a:pt x="126034" y="32532"/>
                  <a:pt x="134945" y="30054"/>
                  <a:pt x="147020" y="30054"/>
                </a:cubicBezTo>
                <a:cubicBezTo>
                  <a:pt x="158514" y="30054"/>
                  <a:pt x="167056" y="31926"/>
                  <a:pt x="172645" y="35669"/>
                </a:cubicBezTo>
                <a:cubicBezTo>
                  <a:pt x="178234" y="39413"/>
                  <a:pt x="182083" y="44949"/>
                  <a:pt x="184192" y="52278"/>
                </a:cubicBezTo>
                <a:lnTo>
                  <a:pt x="163233" y="56154"/>
                </a:lnTo>
                <a:cubicBezTo>
                  <a:pt x="162337" y="52885"/>
                  <a:pt x="160636" y="50380"/>
                  <a:pt x="158132" y="48640"/>
                </a:cubicBezTo>
                <a:cubicBezTo>
                  <a:pt x="155627" y="46900"/>
                  <a:pt x="152055" y="46030"/>
                  <a:pt x="147415" y="46030"/>
                </a:cubicBezTo>
                <a:cubicBezTo>
                  <a:pt x="141562" y="46030"/>
                  <a:pt x="137371" y="46847"/>
                  <a:pt x="134840" y="48482"/>
                </a:cubicBezTo>
                <a:cubicBezTo>
                  <a:pt x="133153" y="49642"/>
                  <a:pt x="132309" y="51145"/>
                  <a:pt x="132309" y="52990"/>
                </a:cubicBezTo>
                <a:cubicBezTo>
                  <a:pt x="132309" y="54572"/>
                  <a:pt x="133047" y="55916"/>
                  <a:pt x="134523" y="57024"/>
                </a:cubicBezTo>
                <a:cubicBezTo>
                  <a:pt x="136527" y="58500"/>
                  <a:pt x="143447" y="60583"/>
                  <a:pt x="155284" y="63272"/>
                </a:cubicBezTo>
                <a:cubicBezTo>
                  <a:pt x="167122" y="65961"/>
                  <a:pt x="175386" y="69256"/>
                  <a:pt x="180079" y="73158"/>
                </a:cubicBezTo>
                <a:cubicBezTo>
                  <a:pt x="184719" y="77112"/>
                  <a:pt x="187039" y="82622"/>
                  <a:pt x="187039" y="89688"/>
                </a:cubicBezTo>
                <a:cubicBezTo>
                  <a:pt x="187039" y="97386"/>
                  <a:pt x="183823" y="104003"/>
                  <a:pt x="177390" y="109539"/>
                </a:cubicBezTo>
                <a:cubicBezTo>
                  <a:pt x="170957" y="115075"/>
                  <a:pt x="161440" y="117844"/>
                  <a:pt x="148839" y="117844"/>
                </a:cubicBezTo>
                <a:cubicBezTo>
                  <a:pt x="137397" y="117844"/>
                  <a:pt x="128341" y="115524"/>
                  <a:pt x="121671" y="110884"/>
                </a:cubicBezTo>
                <a:cubicBezTo>
                  <a:pt x="115001" y="106244"/>
                  <a:pt x="110638" y="99943"/>
                  <a:pt x="108582" y="91981"/>
                </a:cubicBezTo>
                <a:close/>
                <a:moveTo>
                  <a:pt x="254414" y="89213"/>
                </a:moveTo>
                <a:lnTo>
                  <a:pt x="276559" y="92930"/>
                </a:lnTo>
                <a:cubicBezTo>
                  <a:pt x="273712" y="101050"/>
                  <a:pt x="269217" y="107232"/>
                  <a:pt x="263074" y="111477"/>
                </a:cubicBezTo>
                <a:cubicBezTo>
                  <a:pt x="256932" y="115721"/>
                  <a:pt x="249247" y="117844"/>
                  <a:pt x="240020" y="117844"/>
                </a:cubicBezTo>
                <a:cubicBezTo>
                  <a:pt x="225415" y="117844"/>
                  <a:pt x="214606" y="113072"/>
                  <a:pt x="207593" y="103528"/>
                </a:cubicBezTo>
                <a:cubicBezTo>
                  <a:pt x="202057" y="95883"/>
                  <a:pt x="199289" y="86234"/>
                  <a:pt x="199289" y="74582"/>
                </a:cubicBezTo>
                <a:cubicBezTo>
                  <a:pt x="199289" y="60662"/>
                  <a:pt x="202927" y="49761"/>
                  <a:pt x="210203" y="41878"/>
                </a:cubicBezTo>
                <a:cubicBezTo>
                  <a:pt x="217479" y="33995"/>
                  <a:pt x="226680" y="30054"/>
                  <a:pt x="237805" y="30054"/>
                </a:cubicBezTo>
                <a:cubicBezTo>
                  <a:pt x="250301" y="30054"/>
                  <a:pt x="260161" y="34180"/>
                  <a:pt x="267385" y="42432"/>
                </a:cubicBezTo>
                <a:cubicBezTo>
                  <a:pt x="274608" y="50683"/>
                  <a:pt x="278062" y="63324"/>
                  <a:pt x="277746" y="80355"/>
                </a:cubicBezTo>
                <a:lnTo>
                  <a:pt x="222066" y="80355"/>
                </a:lnTo>
                <a:cubicBezTo>
                  <a:pt x="222225" y="86946"/>
                  <a:pt x="224017" y="92074"/>
                  <a:pt x="227445" y="95738"/>
                </a:cubicBezTo>
                <a:cubicBezTo>
                  <a:pt x="230872" y="99403"/>
                  <a:pt x="235143" y="101235"/>
                  <a:pt x="240257" y="101235"/>
                </a:cubicBezTo>
                <a:cubicBezTo>
                  <a:pt x="243737" y="101235"/>
                  <a:pt x="246663" y="100286"/>
                  <a:pt x="249036" y="98388"/>
                </a:cubicBezTo>
                <a:cubicBezTo>
                  <a:pt x="251409" y="96489"/>
                  <a:pt x="253201" y="93431"/>
                  <a:pt x="254414" y="89213"/>
                </a:cubicBezTo>
                <a:moveTo>
                  <a:pt x="255680" y="66752"/>
                </a:moveTo>
                <a:cubicBezTo>
                  <a:pt x="255521" y="60319"/>
                  <a:pt x="253860" y="55429"/>
                  <a:pt x="250697" y="52081"/>
                </a:cubicBezTo>
                <a:cubicBezTo>
                  <a:pt x="247533" y="48732"/>
                  <a:pt x="243684" y="47058"/>
                  <a:pt x="239150" y="47058"/>
                </a:cubicBezTo>
                <a:cubicBezTo>
                  <a:pt x="234299" y="47058"/>
                  <a:pt x="230292" y="48825"/>
                  <a:pt x="227128" y="52357"/>
                </a:cubicBezTo>
                <a:cubicBezTo>
                  <a:pt x="223965" y="55890"/>
                  <a:pt x="222409" y="60688"/>
                  <a:pt x="222462" y="66752"/>
                </a:cubicBezTo>
                <a:lnTo>
                  <a:pt x="255680" y="66752"/>
                </a:lnTo>
                <a:close/>
                <a:moveTo>
                  <a:pt x="316411" y="115945"/>
                </a:moveTo>
                <a:lnTo>
                  <a:pt x="294187" y="115945"/>
                </a:lnTo>
                <a:lnTo>
                  <a:pt x="294187" y="31952"/>
                </a:lnTo>
                <a:lnTo>
                  <a:pt x="314829" y="31952"/>
                </a:lnTo>
                <a:lnTo>
                  <a:pt x="314829" y="43895"/>
                </a:lnTo>
                <a:cubicBezTo>
                  <a:pt x="318362" y="38253"/>
                  <a:pt x="321539" y="34536"/>
                  <a:pt x="324359" y="32743"/>
                </a:cubicBezTo>
                <a:cubicBezTo>
                  <a:pt x="327180" y="30950"/>
                  <a:pt x="330383" y="30054"/>
                  <a:pt x="333969" y="30054"/>
                </a:cubicBezTo>
                <a:cubicBezTo>
                  <a:pt x="339031" y="30054"/>
                  <a:pt x="343908" y="31451"/>
                  <a:pt x="348600" y="34246"/>
                </a:cubicBezTo>
                <a:lnTo>
                  <a:pt x="341720" y="53623"/>
                </a:lnTo>
                <a:cubicBezTo>
                  <a:pt x="337976" y="51197"/>
                  <a:pt x="334496" y="49985"/>
                  <a:pt x="331280" y="49985"/>
                </a:cubicBezTo>
                <a:cubicBezTo>
                  <a:pt x="328169" y="49985"/>
                  <a:pt x="325533" y="50841"/>
                  <a:pt x="323371" y="52555"/>
                </a:cubicBezTo>
                <a:cubicBezTo>
                  <a:pt x="321209" y="54269"/>
                  <a:pt x="319509" y="57366"/>
                  <a:pt x="318270" y="61848"/>
                </a:cubicBezTo>
                <a:cubicBezTo>
                  <a:pt x="317031" y="66330"/>
                  <a:pt x="316411" y="75715"/>
                  <a:pt x="316411" y="90004"/>
                </a:cubicBezTo>
                <a:lnTo>
                  <a:pt x="316411" y="115945"/>
                </a:lnTo>
                <a:close/>
                <a:moveTo>
                  <a:pt x="403238" y="20563"/>
                </a:moveTo>
                <a:lnTo>
                  <a:pt x="403238" y="0"/>
                </a:lnTo>
                <a:lnTo>
                  <a:pt x="425463" y="0"/>
                </a:lnTo>
                <a:lnTo>
                  <a:pt x="425463" y="20563"/>
                </a:lnTo>
                <a:lnTo>
                  <a:pt x="403238" y="20563"/>
                </a:lnTo>
                <a:moveTo>
                  <a:pt x="403238" y="115945"/>
                </a:moveTo>
                <a:lnTo>
                  <a:pt x="403238" y="31952"/>
                </a:lnTo>
                <a:lnTo>
                  <a:pt x="425463" y="31952"/>
                </a:lnTo>
                <a:lnTo>
                  <a:pt x="425463" y="115945"/>
                </a:lnTo>
                <a:lnTo>
                  <a:pt x="403238" y="115945"/>
                </a:lnTo>
                <a:close/>
                <a:moveTo>
                  <a:pt x="525900" y="115945"/>
                </a:moveTo>
                <a:lnTo>
                  <a:pt x="505258" y="115945"/>
                </a:lnTo>
                <a:lnTo>
                  <a:pt x="505258" y="103607"/>
                </a:lnTo>
                <a:cubicBezTo>
                  <a:pt x="501831" y="108406"/>
                  <a:pt x="497784" y="111978"/>
                  <a:pt x="493118" y="114324"/>
                </a:cubicBezTo>
                <a:cubicBezTo>
                  <a:pt x="488451" y="116670"/>
                  <a:pt x="483746" y="117844"/>
                  <a:pt x="479000" y="117844"/>
                </a:cubicBezTo>
                <a:cubicBezTo>
                  <a:pt x="469351" y="117844"/>
                  <a:pt x="461086" y="113955"/>
                  <a:pt x="454206" y="106178"/>
                </a:cubicBezTo>
                <a:cubicBezTo>
                  <a:pt x="447325" y="98401"/>
                  <a:pt x="443884" y="87552"/>
                  <a:pt x="443884" y="73632"/>
                </a:cubicBezTo>
                <a:cubicBezTo>
                  <a:pt x="443884" y="59396"/>
                  <a:pt x="447232" y="48574"/>
                  <a:pt x="453929" y="41166"/>
                </a:cubicBezTo>
                <a:cubicBezTo>
                  <a:pt x="460625" y="33758"/>
                  <a:pt x="469088" y="30054"/>
                  <a:pt x="479317" y="30054"/>
                </a:cubicBezTo>
                <a:cubicBezTo>
                  <a:pt x="488702" y="30054"/>
                  <a:pt x="496822" y="33956"/>
                  <a:pt x="503676" y="41759"/>
                </a:cubicBezTo>
                <a:lnTo>
                  <a:pt x="503676" y="0"/>
                </a:lnTo>
                <a:lnTo>
                  <a:pt x="525900" y="0"/>
                </a:lnTo>
                <a:lnTo>
                  <a:pt x="525900" y="115945"/>
                </a:lnTo>
                <a:moveTo>
                  <a:pt x="466583" y="72130"/>
                </a:moveTo>
                <a:cubicBezTo>
                  <a:pt x="466583" y="81093"/>
                  <a:pt x="467822" y="87579"/>
                  <a:pt x="470300" y="91586"/>
                </a:cubicBezTo>
                <a:cubicBezTo>
                  <a:pt x="473886" y="97386"/>
                  <a:pt x="478895" y="100286"/>
                  <a:pt x="485327" y="100286"/>
                </a:cubicBezTo>
                <a:cubicBezTo>
                  <a:pt x="490442" y="100286"/>
                  <a:pt x="494792" y="98111"/>
                  <a:pt x="498377" y="93761"/>
                </a:cubicBezTo>
                <a:cubicBezTo>
                  <a:pt x="501963" y="89411"/>
                  <a:pt x="503755" y="82912"/>
                  <a:pt x="503755" y="74265"/>
                </a:cubicBezTo>
                <a:cubicBezTo>
                  <a:pt x="503755" y="64616"/>
                  <a:pt x="502015" y="57670"/>
                  <a:pt x="498535" y="53425"/>
                </a:cubicBezTo>
                <a:cubicBezTo>
                  <a:pt x="495055" y="49181"/>
                  <a:pt x="490600" y="47058"/>
                  <a:pt x="485169" y="47058"/>
                </a:cubicBezTo>
                <a:cubicBezTo>
                  <a:pt x="479897" y="47058"/>
                  <a:pt x="475481" y="49154"/>
                  <a:pt x="471922" y="53346"/>
                </a:cubicBezTo>
                <a:cubicBezTo>
                  <a:pt x="468363" y="57538"/>
                  <a:pt x="466583" y="63799"/>
                  <a:pt x="466583" y="72130"/>
                </a:cubicBezTo>
                <a:close/>
                <a:moveTo>
                  <a:pt x="597074" y="89213"/>
                </a:moveTo>
                <a:lnTo>
                  <a:pt x="619219" y="92930"/>
                </a:lnTo>
                <a:cubicBezTo>
                  <a:pt x="616372" y="101050"/>
                  <a:pt x="611877" y="107232"/>
                  <a:pt x="605734" y="111477"/>
                </a:cubicBezTo>
                <a:cubicBezTo>
                  <a:pt x="599591" y="115721"/>
                  <a:pt x="591906" y="117844"/>
                  <a:pt x="582679" y="117844"/>
                </a:cubicBezTo>
                <a:cubicBezTo>
                  <a:pt x="568074" y="117844"/>
                  <a:pt x="557265" y="113072"/>
                  <a:pt x="550253" y="103528"/>
                </a:cubicBezTo>
                <a:cubicBezTo>
                  <a:pt x="544716" y="95883"/>
                  <a:pt x="541948" y="86234"/>
                  <a:pt x="541948" y="74582"/>
                </a:cubicBezTo>
                <a:cubicBezTo>
                  <a:pt x="541948" y="60662"/>
                  <a:pt x="545586" y="49761"/>
                  <a:pt x="552863" y="41878"/>
                </a:cubicBezTo>
                <a:cubicBezTo>
                  <a:pt x="560139" y="33995"/>
                  <a:pt x="569340" y="30054"/>
                  <a:pt x="580465" y="30054"/>
                </a:cubicBezTo>
                <a:cubicBezTo>
                  <a:pt x="592961" y="30054"/>
                  <a:pt x="602821" y="34180"/>
                  <a:pt x="610044" y="42432"/>
                </a:cubicBezTo>
                <a:cubicBezTo>
                  <a:pt x="617268" y="50683"/>
                  <a:pt x="620721" y="63324"/>
                  <a:pt x="620405" y="80355"/>
                </a:cubicBezTo>
                <a:lnTo>
                  <a:pt x="564726" y="80355"/>
                </a:lnTo>
                <a:cubicBezTo>
                  <a:pt x="564884" y="86946"/>
                  <a:pt x="566677" y="92074"/>
                  <a:pt x="570104" y="95738"/>
                </a:cubicBezTo>
                <a:cubicBezTo>
                  <a:pt x="573531" y="99403"/>
                  <a:pt x="577802" y="101235"/>
                  <a:pt x="582917" y="101235"/>
                </a:cubicBezTo>
                <a:cubicBezTo>
                  <a:pt x="586397" y="101235"/>
                  <a:pt x="589323" y="100286"/>
                  <a:pt x="591696" y="98388"/>
                </a:cubicBezTo>
                <a:cubicBezTo>
                  <a:pt x="594068" y="96489"/>
                  <a:pt x="595861" y="93431"/>
                  <a:pt x="597074" y="89213"/>
                </a:cubicBezTo>
                <a:moveTo>
                  <a:pt x="598339" y="66752"/>
                </a:moveTo>
                <a:cubicBezTo>
                  <a:pt x="598181" y="60319"/>
                  <a:pt x="596520" y="55429"/>
                  <a:pt x="593356" y="52081"/>
                </a:cubicBezTo>
                <a:cubicBezTo>
                  <a:pt x="590193" y="48732"/>
                  <a:pt x="586344" y="47058"/>
                  <a:pt x="581809" y="47058"/>
                </a:cubicBezTo>
                <a:cubicBezTo>
                  <a:pt x="576958" y="47058"/>
                  <a:pt x="572951" y="48825"/>
                  <a:pt x="569788" y="52357"/>
                </a:cubicBezTo>
                <a:cubicBezTo>
                  <a:pt x="566624" y="55890"/>
                  <a:pt x="565069" y="60688"/>
                  <a:pt x="565121" y="66752"/>
                </a:cubicBezTo>
                <a:lnTo>
                  <a:pt x="598339" y="66752"/>
                </a:lnTo>
                <a:close/>
                <a:moveTo>
                  <a:pt x="714196" y="115945"/>
                </a:moveTo>
                <a:lnTo>
                  <a:pt x="691972" y="115945"/>
                </a:lnTo>
                <a:lnTo>
                  <a:pt x="691972" y="73079"/>
                </a:lnTo>
                <a:cubicBezTo>
                  <a:pt x="691972" y="64010"/>
                  <a:pt x="691497" y="58144"/>
                  <a:pt x="690548" y="55481"/>
                </a:cubicBezTo>
                <a:cubicBezTo>
                  <a:pt x="689599" y="52819"/>
                  <a:pt x="688057" y="50749"/>
                  <a:pt x="685922" y="49273"/>
                </a:cubicBezTo>
                <a:cubicBezTo>
                  <a:pt x="683786" y="47797"/>
                  <a:pt x="681216" y="47058"/>
                  <a:pt x="678210" y="47058"/>
                </a:cubicBezTo>
                <a:cubicBezTo>
                  <a:pt x="674361" y="47058"/>
                  <a:pt x="670908" y="48113"/>
                  <a:pt x="667850" y="50222"/>
                </a:cubicBezTo>
                <a:cubicBezTo>
                  <a:pt x="664791" y="52331"/>
                  <a:pt x="662695" y="55126"/>
                  <a:pt x="661562" y="58605"/>
                </a:cubicBezTo>
                <a:cubicBezTo>
                  <a:pt x="660428" y="62085"/>
                  <a:pt x="659861" y="68518"/>
                  <a:pt x="659861" y="77903"/>
                </a:cubicBezTo>
                <a:lnTo>
                  <a:pt x="659861" y="115945"/>
                </a:lnTo>
                <a:lnTo>
                  <a:pt x="637637" y="115945"/>
                </a:lnTo>
                <a:lnTo>
                  <a:pt x="637637" y="31952"/>
                </a:lnTo>
                <a:lnTo>
                  <a:pt x="658280" y="31952"/>
                </a:lnTo>
                <a:lnTo>
                  <a:pt x="658280" y="44290"/>
                </a:lnTo>
                <a:cubicBezTo>
                  <a:pt x="665609" y="34799"/>
                  <a:pt x="674836" y="30054"/>
                  <a:pt x="685961" y="30054"/>
                </a:cubicBezTo>
                <a:cubicBezTo>
                  <a:pt x="690865" y="30054"/>
                  <a:pt x="695346" y="30937"/>
                  <a:pt x="699406" y="32704"/>
                </a:cubicBezTo>
                <a:cubicBezTo>
                  <a:pt x="703466" y="34470"/>
                  <a:pt x="706538" y="36724"/>
                  <a:pt x="708620" y="39466"/>
                </a:cubicBezTo>
                <a:cubicBezTo>
                  <a:pt x="710703" y="42208"/>
                  <a:pt x="712153" y="45318"/>
                  <a:pt x="712970" y="48798"/>
                </a:cubicBezTo>
                <a:cubicBezTo>
                  <a:pt x="713787" y="52278"/>
                  <a:pt x="714196" y="57261"/>
                  <a:pt x="714196" y="63746"/>
                </a:cubicBezTo>
                <a:lnTo>
                  <a:pt x="714196" y="115945"/>
                </a:lnTo>
                <a:close/>
                <a:moveTo>
                  <a:pt x="775879" y="31952"/>
                </a:moveTo>
                <a:lnTo>
                  <a:pt x="775879" y="49668"/>
                </a:lnTo>
                <a:lnTo>
                  <a:pt x="760693" y="49668"/>
                </a:lnTo>
                <a:lnTo>
                  <a:pt x="760693" y="83519"/>
                </a:lnTo>
                <a:cubicBezTo>
                  <a:pt x="760693" y="90373"/>
                  <a:pt x="760838" y="94367"/>
                  <a:pt x="761128" y="95501"/>
                </a:cubicBezTo>
                <a:cubicBezTo>
                  <a:pt x="761418" y="96634"/>
                  <a:pt x="762077" y="97570"/>
                  <a:pt x="763106" y="98308"/>
                </a:cubicBezTo>
                <a:cubicBezTo>
                  <a:pt x="764134" y="99047"/>
                  <a:pt x="765386" y="99416"/>
                  <a:pt x="766862" y="99416"/>
                </a:cubicBezTo>
                <a:cubicBezTo>
                  <a:pt x="768919" y="99416"/>
                  <a:pt x="771898" y="98704"/>
                  <a:pt x="775799" y="97280"/>
                </a:cubicBezTo>
                <a:lnTo>
                  <a:pt x="777698" y="114522"/>
                </a:lnTo>
                <a:cubicBezTo>
                  <a:pt x="772530" y="116736"/>
                  <a:pt x="766678" y="117844"/>
                  <a:pt x="760140" y="117844"/>
                </a:cubicBezTo>
                <a:cubicBezTo>
                  <a:pt x="756132" y="117844"/>
                  <a:pt x="752521" y="117171"/>
                  <a:pt x="749304" y="115827"/>
                </a:cubicBezTo>
                <a:cubicBezTo>
                  <a:pt x="746088" y="114482"/>
                  <a:pt x="743729" y="112742"/>
                  <a:pt x="742226" y="110607"/>
                </a:cubicBezTo>
                <a:cubicBezTo>
                  <a:pt x="740723" y="108471"/>
                  <a:pt x="739682" y="105585"/>
                  <a:pt x="739102" y="101947"/>
                </a:cubicBezTo>
                <a:cubicBezTo>
                  <a:pt x="738627" y="99363"/>
                  <a:pt x="738390" y="94143"/>
                  <a:pt x="738390" y="86287"/>
                </a:cubicBezTo>
                <a:lnTo>
                  <a:pt x="738390" y="49668"/>
                </a:lnTo>
                <a:lnTo>
                  <a:pt x="728187" y="49668"/>
                </a:lnTo>
                <a:lnTo>
                  <a:pt x="728187" y="31952"/>
                </a:lnTo>
                <a:lnTo>
                  <a:pt x="738390" y="31952"/>
                </a:lnTo>
                <a:lnTo>
                  <a:pt x="738390" y="15264"/>
                </a:lnTo>
                <a:lnTo>
                  <a:pt x="760693" y="2294"/>
                </a:lnTo>
                <a:lnTo>
                  <a:pt x="760693" y="31952"/>
                </a:lnTo>
                <a:lnTo>
                  <a:pt x="775879" y="31952"/>
                </a:lnTo>
                <a:close/>
                <a:moveTo>
                  <a:pt x="791413" y="20563"/>
                </a:moveTo>
                <a:lnTo>
                  <a:pt x="791413" y="0"/>
                </a:lnTo>
                <a:lnTo>
                  <a:pt x="813637" y="0"/>
                </a:lnTo>
                <a:lnTo>
                  <a:pt x="813637" y="20563"/>
                </a:lnTo>
                <a:lnTo>
                  <a:pt x="791413" y="20563"/>
                </a:lnTo>
                <a:moveTo>
                  <a:pt x="791413" y="115945"/>
                </a:moveTo>
                <a:lnTo>
                  <a:pt x="791413" y="31952"/>
                </a:lnTo>
                <a:lnTo>
                  <a:pt x="813637" y="31952"/>
                </a:lnTo>
                <a:lnTo>
                  <a:pt x="813637" y="115945"/>
                </a:lnTo>
                <a:lnTo>
                  <a:pt x="791413" y="115945"/>
                </a:lnTo>
                <a:close/>
                <a:moveTo>
                  <a:pt x="875558" y="31952"/>
                </a:moveTo>
                <a:lnTo>
                  <a:pt x="875558" y="49668"/>
                </a:lnTo>
                <a:lnTo>
                  <a:pt x="860373" y="49668"/>
                </a:lnTo>
                <a:lnTo>
                  <a:pt x="860373" y="83519"/>
                </a:lnTo>
                <a:cubicBezTo>
                  <a:pt x="860373" y="90373"/>
                  <a:pt x="860518" y="94367"/>
                  <a:pt x="860808" y="95501"/>
                </a:cubicBezTo>
                <a:cubicBezTo>
                  <a:pt x="861098" y="96634"/>
                  <a:pt x="861757" y="97570"/>
                  <a:pt x="862785" y="98308"/>
                </a:cubicBezTo>
                <a:cubicBezTo>
                  <a:pt x="863814" y="99047"/>
                  <a:pt x="865066" y="99416"/>
                  <a:pt x="866542" y="99416"/>
                </a:cubicBezTo>
                <a:cubicBezTo>
                  <a:pt x="868598" y="99416"/>
                  <a:pt x="871578" y="98704"/>
                  <a:pt x="875479" y="97280"/>
                </a:cubicBezTo>
                <a:lnTo>
                  <a:pt x="877377" y="114522"/>
                </a:lnTo>
                <a:cubicBezTo>
                  <a:pt x="872210" y="116736"/>
                  <a:pt x="866358" y="117844"/>
                  <a:pt x="859820" y="117844"/>
                </a:cubicBezTo>
                <a:cubicBezTo>
                  <a:pt x="855812" y="117844"/>
                  <a:pt x="852201" y="117171"/>
                  <a:pt x="848984" y="115827"/>
                </a:cubicBezTo>
                <a:cubicBezTo>
                  <a:pt x="845768" y="114482"/>
                  <a:pt x="843408" y="112742"/>
                  <a:pt x="841906" y="110607"/>
                </a:cubicBezTo>
                <a:cubicBezTo>
                  <a:pt x="840403" y="108471"/>
                  <a:pt x="839362" y="105585"/>
                  <a:pt x="838782" y="101947"/>
                </a:cubicBezTo>
                <a:cubicBezTo>
                  <a:pt x="838307" y="99363"/>
                  <a:pt x="838070" y="94143"/>
                  <a:pt x="838070" y="86287"/>
                </a:cubicBezTo>
                <a:lnTo>
                  <a:pt x="838070" y="49668"/>
                </a:lnTo>
                <a:lnTo>
                  <a:pt x="827867" y="49668"/>
                </a:lnTo>
                <a:lnTo>
                  <a:pt x="827867" y="31952"/>
                </a:lnTo>
                <a:lnTo>
                  <a:pt x="838070" y="31952"/>
                </a:lnTo>
                <a:lnTo>
                  <a:pt x="838070" y="15264"/>
                </a:lnTo>
                <a:lnTo>
                  <a:pt x="860373" y="2294"/>
                </a:lnTo>
                <a:lnTo>
                  <a:pt x="860373" y="31952"/>
                </a:lnTo>
                <a:lnTo>
                  <a:pt x="875558" y="31952"/>
                </a:lnTo>
                <a:close/>
                <a:moveTo>
                  <a:pt x="880574" y="31952"/>
                </a:moveTo>
                <a:lnTo>
                  <a:pt x="904222" y="31952"/>
                </a:lnTo>
                <a:lnTo>
                  <a:pt x="924311" y="91586"/>
                </a:lnTo>
                <a:lnTo>
                  <a:pt x="943925" y="31952"/>
                </a:lnTo>
                <a:lnTo>
                  <a:pt x="966940" y="31952"/>
                </a:lnTo>
                <a:lnTo>
                  <a:pt x="937281" y="112782"/>
                </a:lnTo>
                <a:lnTo>
                  <a:pt x="931982" y="127413"/>
                </a:lnTo>
                <a:cubicBezTo>
                  <a:pt x="930031" y="132317"/>
                  <a:pt x="928173" y="136061"/>
                  <a:pt x="926406" y="138644"/>
                </a:cubicBezTo>
                <a:cubicBezTo>
                  <a:pt x="924640" y="141228"/>
                  <a:pt x="922610" y="143324"/>
                  <a:pt x="920317" y="144932"/>
                </a:cubicBezTo>
                <a:cubicBezTo>
                  <a:pt x="918023" y="146540"/>
                  <a:pt x="915202" y="147792"/>
                  <a:pt x="911854" y="148689"/>
                </a:cubicBezTo>
                <a:cubicBezTo>
                  <a:pt x="908506" y="149585"/>
                  <a:pt x="904723" y="150033"/>
                  <a:pt x="900505" y="150033"/>
                </a:cubicBezTo>
                <a:cubicBezTo>
                  <a:pt x="896234" y="150033"/>
                  <a:pt x="892042" y="149585"/>
                  <a:pt x="887929" y="148689"/>
                </a:cubicBezTo>
                <a:lnTo>
                  <a:pt x="885952" y="131289"/>
                </a:lnTo>
                <a:cubicBezTo>
                  <a:pt x="889432" y="131974"/>
                  <a:pt x="892569" y="132317"/>
                  <a:pt x="895364" y="132317"/>
                </a:cubicBezTo>
                <a:cubicBezTo>
                  <a:pt x="900531" y="132317"/>
                  <a:pt x="904354" y="130801"/>
                  <a:pt x="906832" y="127769"/>
                </a:cubicBezTo>
                <a:cubicBezTo>
                  <a:pt x="909310" y="124738"/>
                  <a:pt x="911208" y="120875"/>
                  <a:pt x="912526" y="116183"/>
                </a:cubicBezTo>
                <a:lnTo>
                  <a:pt x="880574" y="31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Userlocation">
            <a:extLst xmlns:a="http://schemas.openxmlformats.org/drawingml/2006/main">
              <a:ext uri="{FF2B5EF4-FFF2-40B4-BE49-F238E27FC236}">
                <a16:creationId xmlns:a16="http://schemas.microsoft.com/office/drawing/2014/main" id="{BECAF16A-C2E0-42DF-8D3B-4F125363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367" y="1262281"/>
            <a:ext cx="1002804" cy="117923"/>
          </a:xfrm>
          <a:custGeom xmlns:a="http://schemas.openxmlformats.org/drawingml/2006/main">
            <a:pathLst>
              <a:path w="1002804" h="117923">
                <a:moveTo>
                  <a:pt x="0" y="0"/>
                </a:moveTo>
                <a:lnTo>
                  <a:pt x="23411" y="0"/>
                </a:lnTo>
                <a:lnTo>
                  <a:pt x="23411" y="62797"/>
                </a:lnTo>
                <a:cubicBezTo>
                  <a:pt x="23411" y="72763"/>
                  <a:pt x="23701" y="79221"/>
                  <a:pt x="24281" y="82174"/>
                </a:cubicBezTo>
                <a:cubicBezTo>
                  <a:pt x="25282" y="86920"/>
                  <a:pt x="27668" y="90729"/>
                  <a:pt x="31438" y="93603"/>
                </a:cubicBezTo>
                <a:cubicBezTo>
                  <a:pt x="35208" y="96476"/>
                  <a:pt x="40362" y="97913"/>
                  <a:pt x="46900" y="97913"/>
                </a:cubicBezTo>
                <a:cubicBezTo>
                  <a:pt x="53544" y="97913"/>
                  <a:pt x="58553" y="96555"/>
                  <a:pt x="61927" y="93840"/>
                </a:cubicBezTo>
                <a:cubicBezTo>
                  <a:pt x="65302" y="91124"/>
                  <a:pt x="67332" y="87790"/>
                  <a:pt x="68017" y="83835"/>
                </a:cubicBezTo>
                <a:cubicBezTo>
                  <a:pt x="68703" y="79881"/>
                  <a:pt x="69045" y="73316"/>
                  <a:pt x="69045" y="64142"/>
                </a:cubicBezTo>
                <a:lnTo>
                  <a:pt x="69045" y="0"/>
                </a:lnTo>
                <a:lnTo>
                  <a:pt x="92456" y="0"/>
                </a:lnTo>
                <a:lnTo>
                  <a:pt x="92456" y="60899"/>
                </a:lnTo>
                <a:cubicBezTo>
                  <a:pt x="92456" y="74819"/>
                  <a:pt x="91823" y="84652"/>
                  <a:pt x="90558" y="90400"/>
                </a:cubicBezTo>
                <a:cubicBezTo>
                  <a:pt x="89292" y="96147"/>
                  <a:pt x="86959" y="100998"/>
                  <a:pt x="83558" y="104952"/>
                </a:cubicBezTo>
                <a:cubicBezTo>
                  <a:pt x="80157" y="108906"/>
                  <a:pt x="75610" y="112057"/>
                  <a:pt x="69915" y="114403"/>
                </a:cubicBezTo>
                <a:cubicBezTo>
                  <a:pt x="64221" y="116750"/>
                  <a:pt x="56786" y="117923"/>
                  <a:pt x="47612" y="117923"/>
                </a:cubicBezTo>
                <a:cubicBezTo>
                  <a:pt x="36539" y="117923"/>
                  <a:pt x="28143" y="116644"/>
                  <a:pt x="22422" y="114087"/>
                </a:cubicBezTo>
                <a:cubicBezTo>
                  <a:pt x="16701" y="111530"/>
                  <a:pt x="12180" y="108208"/>
                  <a:pt x="8858" y="104122"/>
                </a:cubicBezTo>
                <a:cubicBezTo>
                  <a:pt x="5536" y="100035"/>
                  <a:pt x="3348" y="95751"/>
                  <a:pt x="2294" y="91269"/>
                </a:cubicBezTo>
                <a:cubicBezTo>
                  <a:pt x="765" y="84626"/>
                  <a:pt x="0" y="74819"/>
                  <a:pt x="0" y="61848"/>
                </a:cubicBezTo>
                <a:lnTo>
                  <a:pt x="0" y="0"/>
                </a:lnTo>
                <a:close/>
                <a:moveTo>
                  <a:pt x="108582" y="91981"/>
                </a:moveTo>
                <a:lnTo>
                  <a:pt x="130885" y="88580"/>
                </a:lnTo>
                <a:cubicBezTo>
                  <a:pt x="131834" y="92904"/>
                  <a:pt x="133759" y="96186"/>
                  <a:pt x="136659" y="98427"/>
                </a:cubicBezTo>
                <a:cubicBezTo>
                  <a:pt x="139559" y="100668"/>
                  <a:pt x="143619" y="101788"/>
                  <a:pt x="148839" y="101788"/>
                </a:cubicBezTo>
                <a:cubicBezTo>
                  <a:pt x="154586" y="101788"/>
                  <a:pt x="158909" y="100734"/>
                  <a:pt x="161809" y="98625"/>
                </a:cubicBezTo>
                <a:cubicBezTo>
                  <a:pt x="163760" y="97148"/>
                  <a:pt x="164736" y="95171"/>
                  <a:pt x="164736" y="92693"/>
                </a:cubicBezTo>
                <a:cubicBezTo>
                  <a:pt x="164736" y="91006"/>
                  <a:pt x="164208" y="89609"/>
                  <a:pt x="163154" y="88501"/>
                </a:cubicBezTo>
                <a:cubicBezTo>
                  <a:pt x="162047" y="87447"/>
                  <a:pt x="159569" y="86471"/>
                  <a:pt x="155719" y="85575"/>
                </a:cubicBezTo>
                <a:cubicBezTo>
                  <a:pt x="137792" y="81621"/>
                  <a:pt x="126430" y="78009"/>
                  <a:pt x="121632" y="74740"/>
                </a:cubicBezTo>
                <a:cubicBezTo>
                  <a:pt x="114988" y="70205"/>
                  <a:pt x="111667" y="63904"/>
                  <a:pt x="111667" y="55837"/>
                </a:cubicBezTo>
                <a:cubicBezTo>
                  <a:pt x="111667" y="48561"/>
                  <a:pt x="114540" y="42445"/>
                  <a:pt x="120287" y="37489"/>
                </a:cubicBezTo>
                <a:cubicBezTo>
                  <a:pt x="126034" y="32532"/>
                  <a:pt x="134945" y="30054"/>
                  <a:pt x="147020" y="30054"/>
                </a:cubicBezTo>
                <a:cubicBezTo>
                  <a:pt x="158514" y="30054"/>
                  <a:pt x="167056" y="31926"/>
                  <a:pt x="172645" y="35669"/>
                </a:cubicBezTo>
                <a:cubicBezTo>
                  <a:pt x="178234" y="39413"/>
                  <a:pt x="182083" y="44949"/>
                  <a:pt x="184192" y="52278"/>
                </a:cubicBezTo>
                <a:lnTo>
                  <a:pt x="163233" y="56154"/>
                </a:lnTo>
                <a:cubicBezTo>
                  <a:pt x="162337" y="52885"/>
                  <a:pt x="160636" y="50380"/>
                  <a:pt x="158132" y="48640"/>
                </a:cubicBezTo>
                <a:cubicBezTo>
                  <a:pt x="155627" y="46900"/>
                  <a:pt x="152055" y="46030"/>
                  <a:pt x="147415" y="46030"/>
                </a:cubicBezTo>
                <a:cubicBezTo>
                  <a:pt x="141562" y="46030"/>
                  <a:pt x="137371" y="46847"/>
                  <a:pt x="134840" y="48482"/>
                </a:cubicBezTo>
                <a:cubicBezTo>
                  <a:pt x="133153" y="49642"/>
                  <a:pt x="132309" y="51145"/>
                  <a:pt x="132309" y="52990"/>
                </a:cubicBezTo>
                <a:cubicBezTo>
                  <a:pt x="132309" y="54572"/>
                  <a:pt x="133047" y="55916"/>
                  <a:pt x="134523" y="57024"/>
                </a:cubicBezTo>
                <a:cubicBezTo>
                  <a:pt x="136527" y="58500"/>
                  <a:pt x="143447" y="60583"/>
                  <a:pt x="155285" y="63272"/>
                </a:cubicBezTo>
                <a:cubicBezTo>
                  <a:pt x="167122" y="65961"/>
                  <a:pt x="175386" y="69256"/>
                  <a:pt x="180079" y="73158"/>
                </a:cubicBezTo>
                <a:cubicBezTo>
                  <a:pt x="184719" y="77112"/>
                  <a:pt x="187039" y="82622"/>
                  <a:pt x="187039" y="89688"/>
                </a:cubicBezTo>
                <a:cubicBezTo>
                  <a:pt x="187039" y="97386"/>
                  <a:pt x="183823" y="104003"/>
                  <a:pt x="177390" y="109539"/>
                </a:cubicBezTo>
                <a:cubicBezTo>
                  <a:pt x="170957" y="115075"/>
                  <a:pt x="161440" y="117844"/>
                  <a:pt x="148839" y="117844"/>
                </a:cubicBezTo>
                <a:cubicBezTo>
                  <a:pt x="137397" y="117844"/>
                  <a:pt x="128341" y="115524"/>
                  <a:pt x="121671" y="110884"/>
                </a:cubicBezTo>
                <a:cubicBezTo>
                  <a:pt x="115001" y="106244"/>
                  <a:pt x="110638" y="99943"/>
                  <a:pt x="108582" y="91981"/>
                </a:cubicBezTo>
                <a:close/>
                <a:moveTo>
                  <a:pt x="254414" y="89213"/>
                </a:moveTo>
                <a:lnTo>
                  <a:pt x="276559" y="92930"/>
                </a:lnTo>
                <a:cubicBezTo>
                  <a:pt x="273712" y="101050"/>
                  <a:pt x="269217" y="107232"/>
                  <a:pt x="263074" y="111477"/>
                </a:cubicBezTo>
                <a:cubicBezTo>
                  <a:pt x="256932" y="115721"/>
                  <a:pt x="249247" y="117844"/>
                  <a:pt x="240020" y="117844"/>
                </a:cubicBezTo>
                <a:cubicBezTo>
                  <a:pt x="225414" y="117844"/>
                  <a:pt x="214606" y="113072"/>
                  <a:pt x="207593" y="103528"/>
                </a:cubicBezTo>
                <a:cubicBezTo>
                  <a:pt x="202057" y="95883"/>
                  <a:pt x="199289" y="86234"/>
                  <a:pt x="199289" y="74582"/>
                </a:cubicBezTo>
                <a:cubicBezTo>
                  <a:pt x="199289" y="60662"/>
                  <a:pt x="202927" y="49761"/>
                  <a:pt x="210203" y="41878"/>
                </a:cubicBezTo>
                <a:cubicBezTo>
                  <a:pt x="217479" y="33995"/>
                  <a:pt x="226680" y="30054"/>
                  <a:pt x="237805" y="30054"/>
                </a:cubicBezTo>
                <a:cubicBezTo>
                  <a:pt x="250301" y="30054"/>
                  <a:pt x="260161" y="34180"/>
                  <a:pt x="267385" y="42432"/>
                </a:cubicBezTo>
                <a:cubicBezTo>
                  <a:pt x="274608" y="50683"/>
                  <a:pt x="278062" y="63324"/>
                  <a:pt x="277745" y="80355"/>
                </a:cubicBezTo>
                <a:lnTo>
                  <a:pt x="222066" y="80355"/>
                </a:lnTo>
                <a:cubicBezTo>
                  <a:pt x="222225" y="86946"/>
                  <a:pt x="224017" y="92074"/>
                  <a:pt x="227444" y="95738"/>
                </a:cubicBezTo>
                <a:cubicBezTo>
                  <a:pt x="230872" y="99403"/>
                  <a:pt x="235142" y="101235"/>
                  <a:pt x="240257" y="101235"/>
                </a:cubicBezTo>
                <a:cubicBezTo>
                  <a:pt x="243737" y="101235"/>
                  <a:pt x="246663" y="100286"/>
                  <a:pt x="249036" y="98388"/>
                </a:cubicBezTo>
                <a:cubicBezTo>
                  <a:pt x="251409" y="96489"/>
                  <a:pt x="253201" y="93431"/>
                  <a:pt x="254414" y="89213"/>
                </a:cubicBezTo>
                <a:moveTo>
                  <a:pt x="255679" y="66752"/>
                </a:moveTo>
                <a:cubicBezTo>
                  <a:pt x="255521" y="60319"/>
                  <a:pt x="253860" y="55429"/>
                  <a:pt x="250697" y="52081"/>
                </a:cubicBezTo>
                <a:cubicBezTo>
                  <a:pt x="247533" y="48732"/>
                  <a:pt x="243684" y="47058"/>
                  <a:pt x="239150" y="47058"/>
                </a:cubicBezTo>
                <a:cubicBezTo>
                  <a:pt x="234299" y="47058"/>
                  <a:pt x="230292" y="48825"/>
                  <a:pt x="227128" y="52357"/>
                </a:cubicBezTo>
                <a:cubicBezTo>
                  <a:pt x="223964" y="55890"/>
                  <a:pt x="222409" y="60688"/>
                  <a:pt x="222462" y="66752"/>
                </a:cubicBezTo>
                <a:lnTo>
                  <a:pt x="255679" y="66752"/>
                </a:lnTo>
                <a:close/>
                <a:moveTo>
                  <a:pt x="316411" y="115945"/>
                </a:moveTo>
                <a:lnTo>
                  <a:pt x="294187" y="115945"/>
                </a:lnTo>
                <a:lnTo>
                  <a:pt x="294187" y="31952"/>
                </a:lnTo>
                <a:lnTo>
                  <a:pt x="314829" y="31952"/>
                </a:lnTo>
                <a:lnTo>
                  <a:pt x="314829" y="43895"/>
                </a:lnTo>
                <a:cubicBezTo>
                  <a:pt x="318362" y="38253"/>
                  <a:pt x="321539" y="34536"/>
                  <a:pt x="324359" y="32743"/>
                </a:cubicBezTo>
                <a:cubicBezTo>
                  <a:pt x="327180" y="30950"/>
                  <a:pt x="330383" y="30054"/>
                  <a:pt x="333969" y="30054"/>
                </a:cubicBezTo>
                <a:cubicBezTo>
                  <a:pt x="339031" y="30054"/>
                  <a:pt x="343908" y="31451"/>
                  <a:pt x="348600" y="34246"/>
                </a:cubicBezTo>
                <a:lnTo>
                  <a:pt x="341720" y="53623"/>
                </a:lnTo>
                <a:cubicBezTo>
                  <a:pt x="337976" y="51197"/>
                  <a:pt x="334496" y="49985"/>
                  <a:pt x="331280" y="49985"/>
                </a:cubicBezTo>
                <a:cubicBezTo>
                  <a:pt x="328169" y="49985"/>
                  <a:pt x="325533" y="50841"/>
                  <a:pt x="323371" y="52555"/>
                </a:cubicBezTo>
                <a:cubicBezTo>
                  <a:pt x="321209" y="54269"/>
                  <a:pt x="319509" y="57366"/>
                  <a:pt x="318270" y="61848"/>
                </a:cubicBezTo>
                <a:cubicBezTo>
                  <a:pt x="317030" y="66330"/>
                  <a:pt x="316411" y="75715"/>
                  <a:pt x="316411" y="90004"/>
                </a:cubicBezTo>
                <a:lnTo>
                  <a:pt x="316411" y="115945"/>
                </a:lnTo>
                <a:close/>
                <a:moveTo>
                  <a:pt x="403238" y="115945"/>
                </a:moveTo>
                <a:lnTo>
                  <a:pt x="403238" y="0"/>
                </a:lnTo>
                <a:lnTo>
                  <a:pt x="425463" y="0"/>
                </a:lnTo>
                <a:lnTo>
                  <a:pt x="425463" y="115945"/>
                </a:lnTo>
                <a:lnTo>
                  <a:pt x="403238" y="115945"/>
                </a:lnTo>
                <a:close/>
                <a:moveTo>
                  <a:pt x="443726" y="72763"/>
                </a:moveTo>
                <a:cubicBezTo>
                  <a:pt x="443726" y="65381"/>
                  <a:pt x="445545" y="58236"/>
                  <a:pt x="449183" y="51329"/>
                </a:cubicBezTo>
                <a:cubicBezTo>
                  <a:pt x="452821" y="44422"/>
                  <a:pt x="457975" y="39149"/>
                  <a:pt x="464645" y="35511"/>
                </a:cubicBezTo>
                <a:cubicBezTo>
                  <a:pt x="471315" y="31873"/>
                  <a:pt x="478763" y="30054"/>
                  <a:pt x="486988" y="30054"/>
                </a:cubicBezTo>
                <a:cubicBezTo>
                  <a:pt x="499695" y="30054"/>
                  <a:pt x="510109" y="34180"/>
                  <a:pt x="518229" y="42432"/>
                </a:cubicBezTo>
                <a:cubicBezTo>
                  <a:pt x="526348" y="50683"/>
                  <a:pt x="530408" y="61110"/>
                  <a:pt x="530408" y="73712"/>
                </a:cubicBezTo>
                <a:cubicBezTo>
                  <a:pt x="530408" y="86419"/>
                  <a:pt x="526309" y="96951"/>
                  <a:pt x="518110" y="105308"/>
                </a:cubicBezTo>
                <a:cubicBezTo>
                  <a:pt x="509911" y="113665"/>
                  <a:pt x="499590" y="117844"/>
                  <a:pt x="487146" y="117844"/>
                </a:cubicBezTo>
                <a:cubicBezTo>
                  <a:pt x="479448" y="117844"/>
                  <a:pt x="472106" y="116104"/>
                  <a:pt x="465120" y="112624"/>
                </a:cubicBezTo>
                <a:cubicBezTo>
                  <a:pt x="458134" y="109144"/>
                  <a:pt x="452821" y="104042"/>
                  <a:pt x="449183" y="97320"/>
                </a:cubicBezTo>
                <a:cubicBezTo>
                  <a:pt x="445545" y="90597"/>
                  <a:pt x="443726" y="82411"/>
                  <a:pt x="443726" y="72763"/>
                </a:cubicBezTo>
                <a:moveTo>
                  <a:pt x="466504" y="73949"/>
                </a:moveTo>
                <a:cubicBezTo>
                  <a:pt x="466504" y="82280"/>
                  <a:pt x="468481" y="88660"/>
                  <a:pt x="472436" y="93089"/>
                </a:cubicBezTo>
                <a:cubicBezTo>
                  <a:pt x="476390" y="97518"/>
                  <a:pt x="481267" y="99732"/>
                  <a:pt x="487067" y="99732"/>
                </a:cubicBezTo>
                <a:cubicBezTo>
                  <a:pt x="492867" y="99732"/>
                  <a:pt x="497731" y="97518"/>
                  <a:pt x="501659" y="93089"/>
                </a:cubicBezTo>
                <a:cubicBezTo>
                  <a:pt x="505587" y="88660"/>
                  <a:pt x="507552" y="82227"/>
                  <a:pt x="507552" y="73791"/>
                </a:cubicBezTo>
                <a:cubicBezTo>
                  <a:pt x="507552" y="65565"/>
                  <a:pt x="505587" y="59238"/>
                  <a:pt x="501659" y="54809"/>
                </a:cubicBezTo>
                <a:cubicBezTo>
                  <a:pt x="497731" y="50380"/>
                  <a:pt x="492867" y="48166"/>
                  <a:pt x="487067" y="48166"/>
                </a:cubicBezTo>
                <a:cubicBezTo>
                  <a:pt x="481267" y="48166"/>
                  <a:pt x="476390" y="50380"/>
                  <a:pt x="472436" y="54809"/>
                </a:cubicBezTo>
                <a:cubicBezTo>
                  <a:pt x="468481" y="59238"/>
                  <a:pt x="466504" y="65618"/>
                  <a:pt x="466504" y="73949"/>
                </a:cubicBezTo>
                <a:close/>
                <a:moveTo>
                  <a:pt x="621670" y="56786"/>
                </a:moveTo>
                <a:lnTo>
                  <a:pt x="599763" y="60741"/>
                </a:lnTo>
                <a:cubicBezTo>
                  <a:pt x="599024" y="56365"/>
                  <a:pt x="597350" y="53069"/>
                  <a:pt x="594740" y="50855"/>
                </a:cubicBezTo>
                <a:cubicBezTo>
                  <a:pt x="592130" y="48640"/>
                  <a:pt x="588743" y="47533"/>
                  <a:pt x="584577" y="47533"/>
                </a:cubicBezTo>
                <a:cubicBezTo>
                  <a:pt x="579041" y="47533"/>
                  <a:pt x="574625" y="49444"/>
                  <a:pt x="571330" y="53267"/>
                </a:cubicBezTo>
                <a:cubicBezTo>
                  <a:pt x="568034" y="57090"/>
                  <a:pt x="566387" y="63483"/>
                  <a:pt x="566387" y="72446"/>
                </a:cubicBezTo>
                <a:cubicBezTo>
                  <a:pt x="566387" y="82411"/>
                  <a:pt x="568061" y="89450"/>
                  <a:pt x="571409" y="93563"/>
                </a:cubicBezTo>
                <a:cubicBezTo>
                  <a:pt x="574757" y="97676"/>
                  <a:pt x="579252" y="99732"/>
                  <a:pt x="584894" y="99732"/>
                </a:cubicBezTo>
                <a:cubicBezTo>
                  <a:pt x="589112" y="99732"/>
                  <a:pt x="592565" y="98533"/>
                  <a:pt x="595255" y="96134"/>
                </a:cubicBezTo>
                <a:cubicBezTo>
                  <a:pt x="597944" y="93734"/>
                  <a:pt x="599842" y="89609"/>
                  <a:pt x="600949" y="83756"/>
                </a:cubicBezTo>
                <a:lnTo>
                  <a:pt x="622778" y="87473"/>
                </a:lnTo>
                <a:cubicBezTo>
                  <a:pt x="620511" y="97491"/>
                  <a:pt x="616161" y="105057"/>
                  <a:pt x="609728" y="110172"/>
                </a:cubicBezTo>
                <a:cubicBezTo>
                  <a:pt x="603295" y="115286"/>
                  <a:pt x="594675" y="117844"/>
                  <a:pt x="583866" y="117844"/>
                </a:cubicBezTo>
                <a:cubicBezTo>
                  <a:pt x="571580" y="117844"/>
                  <a:pt x="561786" y="113968"/>
                  <a:pt x="554484" y="106217"/>
                </a:cubicBezTo>
                <a:cubicBezTo>
                  <a:pt x="547181" y="98467"/>
                  <a:pt x="543530" y="87737"/>
                  <a:pt x="543530" y="74028"/>
                </a:cubicBezTo>
                <a:cubicBezTo>
                  <a:pt x="543530" y="60161"/>
                  <a:pt x="547194" y="49365"/>
                  <a:pt x="554523" y="41641"/>
                </a:cubicBezTo>
                <a:cubicBezTo>
                  <a:pt x="561852" y="33916"/>
                  <a:pt x="571765" y="30054"/>
                  <a:pt x="584261" y="30054"/>
                </a:cubicBezTo>
                <a:cubicBezTo>
                  <a:pt x="594490" y="30054"/>
                  <a:pt x="602623" y="32255"/>
                  <a:pt x="608660" y="36658"/>
                </a:cubicBezTo>
                <a:cubicBezTo>
                  <a:pt x="614697" y="41061"/>
                  <a:pt x="619034" y="47770"/>
                  <a:pt x="621670" y="56786"/>
                </a:cubicBezTo>
                <a:close/>
                <a:moveTo>
                  <a:pt x="654404" y="57577"/>
                </a:moveTo>
                <a:lnTo>
                  <a:pt x="634236" y="53939"/>
                </a:lnTo>
                <a:cubicBezTo>
                  <a:pt x="636503" y="45819"/>
                  <a:pt x="640405" y="39808"/>
                  <a:pt x="645942" y="35907"/>
                </a:cubicBezTo>
                <a:cubicBezTo>
                  <a:pt x="651478" y="32005"/>
                  <a:pt x="659703" y="30054"/>
                  <a:pt x="670618" y="30054"/>
                </a:cubicBezTo>
                <a:cubicBezTo>
                  <a:pt x="680530" y="30054"/>
                  <a:pt x="687912" y="31227"/>
                  <a:pt x="692763" y="33574"/>
                </a:cubicBezTo>
                <a:cubicBezTo>
                  <a:pt x="697613" y="35920"/>
                  <a:pt x="701027" y="38899"/>
                  <a:pt x="703005" y="42511"/>
                </a:cubicBezTo>
                <a:cubicBezTo>
                  <a:pt x="704982" y="46122"/>
                  <a:pt x="705971" y="52753"/>
                  <a:pt x="705971" y="62402"/>
                </a:cubicBezTo>
                <a:lnTo>
                  <a:pt x="705733" y="88343"/>
                </a:lnTo>
                <a:cubicBezTo>
                  <a:pt x="705733" y="95725"/>
                  <a:pt x="706089" y="101169"/>
                  <a:pt x="706801" y="104675"/>
                </a:cubicBezTo>
                <a:cubicBezTo>
                  <a:pt x="707513" y="108182"/>
                  <a:pt x="708844" y="111938"/>
                  <a:pt x="710795" y="115945"/>
                </a:cubicBezTo>
                <a:lnTo>
                  <a:pt x="688808" y="115945"/>
                </a:lnTo>
                <a:cubicBezTo>
                  <a:pt x="688228" y="114469"/>
                  <a:pt x="687516" y="112281"/>
                  <a:pt x="686673" y="109381"/>
                </a:cubicBezTo>
                <a:cubicBezTo>
                  <a:pt x="686304" y="108063"/>
                  <a:pt x="686040" y="107193"/>
                  <a:pt x="685882" y="106771"/>
                </a:cubicBezTo>
                <a:cubicBezTo>
                  <a:pt x="682086" y="110462"/>
                  <a:pt x="678026" y="113230"/>
                  <a:pt x="673702" y="115075"/>
                </a:cubicBezTo>
                <a:cubicBezTo>
                  <a:pt x="669378" y="116921"/>
                  <a:pt x="664765" y="117844"/>
                  <a:pt x="659861" y="117844"/>
                </a:cubicBezTo>
                <a:cubicBezTo>
                  <a:pt x="651214" y="117844"/>
                  <a:pt x="644399" y="115497"/>
                  <a:pt x="639417" y="110805"/>
                </a:cubicBezTo>
                <a:cubicBezTo>
                  <a:pt x="634434" y="106112"/>
                  <a:pt x="631943" y="100180"/>
                  <a:pt x="631943" y="93009"/>
                </a:cubicBezTo>
                <a:cubicBezTo>
                  <a:pt x="631943" y="88264"/>
                  <a:pt x="633076" y="84033"/>
                  <a:pt x="635344" y="80316"/>
                </a:cubicBezTo>
                <a:cubicBezTo>
                  <a:pt x="637611" y="76598"/>
                  <a:pt x="640788" y="73751"/>
                  <a:pt x="644874" y="71774"/>
                </a:cubicBezTo>
                <a:cubicBezTo>
                  <a:pt x="648960" y="69797"/>
                  <a:pt x="654852" y="68070"/>
                  <a:pt x="662550" y="66594"/>
                </a:cubicBezTo>
                <a:cubicBezTo>
                  <a:pt x="672937" y="64643"/>
                  <a:pt x="680135" y="62824"/>
                  <a:pt x="684142" y="61136"/>
                </a:cubicBezTo>
                <a:lnTo>
                  <a:pt x="684142" y="58922"/>
                </a:lnTo>
                <a:cubicBezTo>
                  <a:pt x="684142" y="54651"/>
                  <a:pt x="683087" y="51606"/>
                  <a:pt x="680978" y="49787"/>
                </a:cubicBezTo>
                <a:cubicBezTo>
                  <a:pt x="678869" y="47968"/>
                  <a:pt x="674888" y="47058"/>
                  <a:pt x="669036" y="47058"/>
                </a:cubicBezTo>
                <a:cubicBezTo>
                  <a:pt x="665081" y="47058"/>
                  <a:pt x="661997" y="47836"/>
                  <a:pt x="659782" y="49392"/>
                </a:cubicBezTo>
                <a:cubicBezTo>
                  <a:pt x="657568" y="50947"/>
                  <a:pt x="655775" y="53676"/>
                  <a:pt x="654404" y="57577"/>
                </a:cubicBezTo>
                <a:moveTo>
                  <a:pt x="684142" y="75610"/>
                </a:moveTo>
                <a:cubicBezTo>
                  <a:pt x="681295" y="76559"/>
                  <a:pt x="676786" y="77692"/>
                  <a:pt x="670618" y="79011"/>
                </a:cubicBezTo>
                <a:cubicBezTo>
                  <a:pt x="664449" y="80329"/>
                  <a:pt x="660415" y="81621"/>
                  <a:pt x="658517" y="82886"/>
                </a:cubicBezTo>
                <a:cubicBezTo>
                  <a:pt x="655617" y="84942"/>
                  <a:pt x="654167" y="87552"/>
                  <a:pt x="654167" y="90716"/>
                </a:cubicBezTo>
                <a:cubicBezTo>
                  <a:pt x="654167" y="93827"/>
                  <a:pt x="655327" y="96516"/>
                  <a:pt x="657647" y="98783"/>
                </a:cubicBezTo>
                <a:cubicBezTo>
                  <a:pt x="659967" y="101050"/>
                  <a:pt x="662919" y="102184"/>
                  <a:pt x="666505" y="102184"/>
                </a:cubicBezTo>
                <a:cubicBezTo>
                  <a:pt x="670512" y="102184"/>
                  <a:pt x="674335" y="100866"/>
                  <a:pt x="677973" y="98229"/>
                </a:cubicBezTo>
                <a:cubicBezTo>
                  <a:pt x="680662" y="96226"/>
                  <a:pt x="682428" y="93774"/>
                  <a:pt x="683272" y="90874"/>
                </a:cubicBezTo>
                <a:cubicBezTo>
                  <a:pt x="683852" y="88976"/>
                  <a:pt x="684142" y="85364"/>
                  <a:pt x="684142" y="80039"/>
                </a:cubicBezTo>
                <a:lnTo>
                  <a:pt x="684142" y="75610"/>
                </a:lnTo>
                <a:close/>
                <a:moveTo>
                  <a:pt x="765674" y="31952"/>
                </a:moveTo>
                <a:lnTo>
                  <a:pt x="765674" y="49668"/>
                </a:lnTo>
                <a:lnTo>
                  <a:pt x="750489" y="49668"/>
                </a:lnTo>
                <a:lnTo>
                  <a:pt x="750489" y="83519"/>
                </a:lnTo>
                <a:cubicBezTo>
                  <a:pt x="750489" y="90373"/>
                  <a:pt x="750634" y="94367"/>
                  <a:pt x="750924" y="95501"/>
                </a:cubicBezTo>
                <a:cubicBezTo>
                  <a:pt x="751214" y="96634"/>
                  <a:pt x="751873" y="97570"/>
                  <a:pt x="752901" y="98308"/>
                </a:cubicBezTo>
                <a:cubicBezTo>
                  <a:pt x="753929" y="99047"/>
                  <a:pt x="755182" y="99416"/>
                  <a:pt x="756658" y="99416"/>
                </a:cubicBezTo>
                <a:cubicBezTo>
                  <a:pt x="758714" y="99416"/>
                  <a:pt x="761693" y="98704"/>
                  <a:pt x="765595" y="97280"/>
                </a:cubicBezTo>
                <a:lnTo>
                  <a:pt x="767493" y="114522"/>
                </a:lnTo>
                <a:cubicBezTo>
                  <a:pt x="762326" y="116736"/>
                  <a:pt x="756473" y="117844"/>
                  <a:pt x="749935" y="117844"/>
                </a:cubicBezTo>
                <a:cubicBezTo>
                  <a:pt x="745928" y="117844"/>
                  <a:pt x="742316" y="117171"/>
                  <a:pt x="739100" y="115827"/>
                </a:cubicBezTo>
                <a:cubicBezTo>
                  <a:pt x="735884" y="114482"/>
                  <a:pt x="733524" y="112742"/>
                  <a:pt x="732021" y="110607"/>
                </a:cubicBezTo>
                <a:cubicBezTo>
                  <a:pt x="730519" y="108471"/>
                  <a:pt x="729477" y="105585"/>
                  <a:pt x="728897" y="101947"/>
                </a:cubicBezTo>
                <a:cubicBezTo>
                  <a:pt x="728423" y="99363"/>
                  <a:pt x="728186" y="94143"/>
                  <a:pt x="728186" y="86287"/>
                </a:cubicBezTo>
                <a:lnTo>
                  <a:pt x="728186" y="49668"/>
                </a:lnTo>
                <a:lnTo>
                  <a:pt x="717983" y="49668"/>
                </a:lnTo>
                <a:lnTo>
                  <a:pt x="717983" y="31952"/>
                </a:lnTo>
                <a:lnTo>
                  <a:pt x="728186" y="31952"/>
                </a:lnTo>
                <a:lnTo>
                  <a:pt x="728186" y="15264"/>
                </a:lnTo>
                <a:lnTo>
                  <a:pt x="750489" y="2294"/>
                </a:lnTo>
                <a:lnTo>
                  <a:pt x="750489" y="31952"/>
                </a:lnTo>
                <a:lnTo>
                  <a:pt x="765674" y="31952"/>
                </a:lnTo>
                <a:close/>
                <a:moveTo>
                  <a:pt x="781209" y="20563"/>
                </a:moveTo>
                <a:lnTo>
                  <a:pt x="781209" y="0"/>
                </a:lnTo>
                <a:lnTo>
                  <a:pt x="803433" y="0"/>
                </a:lnTo>
                <a:lnTo>
                  <a:pt x="803433" y="20563"/>
                </a:lnTo>
                <a:lnTo>
                  <a:pt x="781209" y="20563"/>
                </a:lnTo>
                <a:moveTo>
                  <a:pt x="781209" y="115945"/>
                </a:moveTo>
                <a:lnTo>
                  <a:pt x="781209" y="31952"/>
                </a:lnTo>
                <a:lnTo>
                  <a:pt x="803433" y="31952"/>
                </a:lnTo>
                <a:lnTo>
                  <a:pt x="803433" y="115945"/>
                </a:lnTo>
                <a:lnTo>
                  <a:pt x="781209" y="115945"/>
                </a:lnTo>
                <a:close/>
                <a:moveTo>
                  <a:pt x="821696" y="72763"/>
                </a:moveTo>
                <a:cubicBezTo>
                  <a:pt x="821696" y="65381"/>
                  <a:pt x="823515" y="58236"/>
                  <a:pt x="827154" y="51329"/>
                </a:cubicBezTo>
                <a:cubicBezTo>
                  <a:pt x="830792" y="44422"/>
                  <a:pt x="835946" y="39149"/>
                  <a:pt x="842616" y="35511"/>
                </a:cubicBezTo>
                <a:cubicBezTo>
                  <a:pt x="849285" y="31873"/>
                  <a:pt x="856733" y="30054"/>
                  <a:pt x="864958" y="30054"/>
                </a:cubicBezTo>
                <a:cubicBezTo>
                  <a:pt x="877666" y="30054"/>
                  <a:pt x="888079" y="34180"/>
                  <a:pt x="896199" y="42432"/>
                </a:cubicBezTo>
                <a:cubicBezTo>
                  <a:pt x="904319" y="50683"/>
                  <a:pt x="908379" y="61110"/>
                  <a:pt x="908379" y="73712"/>
                </a:cubicBezTo>
                <a:cubicBezTo>
                  <a:pt x="908379" y="86419"/>
                  <a:pt x="904279" y="96951"/>
                  <a:pt x="896080" y="105308"/>
                </a:cubicBezTo>
                <a:cubicBezTo>
                  <a:pt x="887881" y="113665"/>
                  <a:pt x="877560" y="117844"/>
                  <a:pt x="865117" y="117844"/>
                </a:cubicBezTo>
                <a:cubicBezTo>
                  <a:pt x="857419" y="117844"/>
                  <a:pt x="850076" y="116104"/>
                  <a:pt x="843090" y="112624"/>
                </a:cubicBezTo>
                <a:cubicBezTo>
                  <a:pt x="836104" y="109144"/>
                  <a:pt x="830792" y="104042"/>
                  <a:pt x="827154" y="97320"/>
                </a:cubicBezTo>
                <a:cubicBezTo>
                  <a:pt x="823515" y="90597"/>
                  <a:pt x="821696" y="82411"/>
                  <a:pt x="821696" y="72763"/>
                </a:cubicBezTo>
                <a:moveTo>
                  <a:pt x="844474" y="73949"/>
                </a:moveTo>
                <a:cubicBezTo>
                  <a:pt x="844474" y="82280"/>
                  <a:pt x="846451" y="88660"/>
                  <a:pt x="850406" y="93089"/>
                </a:cubicBezTo>
                <a:cubicBezTo>
                  <a:pt x="854360" y="97518"/>
                  <a:pt x="859238" y="99732"/>
                  <a:pt x="865038" y="99732"/>
                </a:cubicBezTo>
                <a:cubicBezTo>
                  <a:pt x="870837" y="99732"/>
                  <a:pt x="875701" y="97518"/>
                  <a:pt x="879630" y="93089"/>
                </a:cubicBezTo>
                <a:cubicBezTo>
                  <a:pt x="883558" y="88660"/>
                  <a:pt x="885522" y="82227"/>
                  <a:pt x="885522" y="73791"/>
                </a:cubicBezTo>
                <a:cubicBezTo>
                  <a:pt x="885522" y="65565"/>
                  <a:pt x="883558" y="59238"/>
                  <a:pt x="879630" y="54809"/>
                </a:cubicBezTo>
                <a:cubicBezTo>
                  <a:pt x="875701" y="50380"/>
                  <a:pt x="870837" y="48166"/>
                  <a:pt x="865038" y="48166"/>
                </a:cubicBezTo>
                <a:cubicBezTo>
                  <a:pt x="859238" y="48166"/>
                  <a:pt x="854360" y="50380"/>
                  <a:pt x="850406" y="54809"/>
                </a:cubicBezTo>
                <a:cubicBezTo>
                  <a:pt x="846451" y="59238"/>
                  <a:pt x="844474" y="65618"/>
                  <a:pt x="844474" y="73949"/>
                </a:cubicBezTo>
                <a:close/>
                <a:moveTo>
                  <a:pt x="1002804" y="115945"/>
                </a:moveTo>
                <a:lnTo>
                  <a:pt x="980580" y="115945"/>
                </a:lnTo>
                <a:lnTo>
                  <a:pt x="980580" y="73079"/>
                </a:lnTo>
                <a:cubicBezTo>
                  <a:pt x="980580" y="64010"/>
                  <a:pt x="980106" y="58144"/>
                  <a:pt x="979156" y="55481"/>
                </a:cubicBezTo>
                <a:cubicBezTo>
                  <a:pt x="978207" y="52819"/>
                  <a:pt x="976665" y="50749"/>
                  <a:pt x="974530" y="49273"/>
                </a:cubicBezTo>
                <a:cubicBezTo>
                  <a:pt x="972394" y="47797"/>
                  <a:pt x="969824" y="47058"/>
                  <a:pt x="966818" y="47058"/>
                </a:cubicBezTo>
                <a:cubicBezTo>
                  <a:pt x="962969" y="47058"/>
                  <a:pt x="959516" y="48113"/>
                  <a:pt x="956458" y="50222"/>
                </a:cubicBezTo>
                <a:cubicBezTo>
                  <a:pt x="953400" y="52331"/>
                  <a:pt x="951304" y="55126"/>
                  <a:pt x="950170" y="58605"/>
                </a:cubicBezTo>
                <a:cubicBezTo>
                  <a:pt x="949036" y="62085"/>
                  <a:pt x="948470" y="68518"/>
                  <a:pt x="948470" y="77903"/>
                </a:cubicBezTo>
                <a:lnTo>
                  <a:pt x="948470" y="115945"/>
                </a:lnTo>
                <a:lnTo>
                  <a:pt x="926245" y="115945"/>
                </a:lnTo>
                <a:lnTo>
                  <a:pt x="926245" y="31952"/>
                </a:lnTo>
                <a:lnTo>
                  <a:pt x="946888" y="31952"/>
                </a:lnTo>
                <a:lnTo>
                  <a:pt x="946888" y="44290"/>
                </a:lnTo>
                <a:cubicBezTo>
                  <a:pt x="954217" y="34799"/>
                  <a:pt x="963444" y="30054"/>
                  <a:pt x="974569" y="30054"/>
                </a:cubicBezTo>
                <a:cubicBezTo>
                  <a:pt x="979473" y="30054"/>
                  <a:pt x="983955" y="30937"/>
                  <a:pt x="988015" y="32704"/>
                </a:cubicBezTo>
                <a:cubicBezTo>
                  <a:pt x="992074" y="34470"/>
                  <a:pt x="995146" y="36724"/>
                  <a:pt x="997228" y="39466"/>
                </a:cubicBezTo>
                <a:cubicBezTo>
                  <a:pt x="999311" y="42208"/>
                  <a:pt x="1000761" y="45318"/>
                  <a:pt x="1001578" y="48798"/>
                </a:cubicBezTo>
                <a:cubicBezTo>
                  <a:pt x="1002396" y="52278"/>
                  <a:pt x="1002804" y="57261"/>
                  <a:pt x="1002804" y="63746"/>
                </a:cubicBezTo>
                <a:lnTo>
                  <a:pt x="1002804" y="115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B3EBD-98EF-430B-92F9-87337C5D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" y="26220"/>
            <a:ext cx="3949261" cy="1837688"/>
          </a:xfrm>
          <a:custGeom xmlns:a="http://schemas.openxmlformats.org/drawingml/2006/main">
            <a:pathLst>
              <a:path w="3949261" h="1837688" fill="none">
                <a:moveTo>
                  <a:pt x="0" y="0"/>
                </a:moveTo>
                <a:lnTo>
                  <a:pt x="3949261" y="0"/>
                </a:lnTo>
                <a:lnTo>
                  <a:pt x="3949261" y="1837688"/>
                </a:lnTo>
                <a:lnTo>
                  <a:pt x="0" y="18376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370" cap="flat">
            <a:solidFill>
              <a:srgbClr val="172C51"/>
            </a:solidFill>
            <a:custDash>
              <a:ds d="300000" sp="100000"/>
            </a:custDash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121573-A0E1-40E3-9E5E-B53D306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984" y="26220"/>
            <a:ext cx="9806892" cy="1831798"/>
          </a:xfrm>
          <a:custGeom xmlns:a="http://schemas.openxmlformats.org/drawingml/2006/main">
            <a:pathLst>
              <a:path w="9806892" h="1831798" fill="none">
                <a:moveTo>
                  <a:pt x="0" y="0"/>
                </a:moveTo>
                <a:lnTo>
                  <a:pt x="9806892" y="0"/>
                </a:lnTo>
                <a:lnTo>
                  <a:pt x="9806892" y="1831798"/>
                </a:lnTo>
                <a:lnTo>
                  <a:pt x="0" y="18317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370" cap="flat">
            <a:solidFill>
              <a:srgbClr val="172C51"/>
            </a:solidFill>
            <a:custDash>
              <a:ds d="300000" sp="100000"/>
            </a:custDash>
            <a:miter/>
          </a:ln>
        </p:spPr>
      </p:sp>
      <p:sp>
        <p:nvSpPr>
          <p:cNvPr id="19" name="Text A.CurrentD2Carchitecture.">
            <a:extLst xmlns:a="http://schemas.openxmlformats.org/drawingml/2006/main">
              <a:ext uri="{FF2B5EF4-FFF2-40B4-BE49-F238E27FC236}">
                <a16:creationId xmlns:a16="http://schemas.microsoft.com/office/drawing/2014/main" id="{DEC66CD7-359C-4C4C-BD7F-4A8D8A6D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82" y="1582629"/>
            <a:ext cx="2523133" cy="139520"/>
          </a:xfrm>
          <a:custGeom xmlns:a="http://schemas.openxmlformats.org/drawingml/2006/main">
            <a:pathLst>
              <a:path w="2523133" h="139520">
                <a:moveTo>
                  <a:pt x="135379" y="137219"/>
                </a:moveTo>
                <a:lnTo>
                  <a:pt x="105744" y="137219"/>
                </a:lnTo>
                <a:lnTo>
                  <a:pt x="93964" y="106573"/>
                </a:lnTo>
                <a:lnTo>
                  <a:pt x="40034" y="106573"/>
                </a:lnTo>
                <a:lnTo>
                  <a:pt x="28898" y="137219"/>
                </a:lnTo>
                <a:lnTo>
                  <a:pt x="0" y="137219"/>
                </a:lnTo>
                <a:lnTo>
                  <a:pt x="52550" y="2301"/>
                </a:lnTo>
                <a:lnTo>
                  <a:pt x="81356" y="2301"/>
                </a:lnTo>
                <a:lnTo>
                  <a:pt x="135379" y="137219"/>
                </a:lnTo>
                <a:moveTo>
                  <a:pt x="85221" y="83841"/>
                </a:moveTo>
                <a:lnTo>
                  <a:pt x="66631" y="33776"/>
                </a:lnTo>
                <a:lnTo>
                  <a:pt x="48409" y="83841"/>
                </a:lnTo>
                <a:lnTo>
                  <a:pt x="85221" y="83841"/>
                </a:lnTo>
                <a:close/>
                <a:moveTo>
                  <a:pt x="150196" y="137219"/>
                </a:moveTo>
                <a:lnTo>
                  <a:pt x="150196" y="111358"/>
                </a:lnTo>
                <a:lnTo>
                  <a:pt x="176057" y="111358"/>
                </a:lnTo>
                <a:lnTo>
                  <a:pt x="176057" y="137219"/>
                </a:lnTo>
                <a:lnTo>
                  <a:pt x="150196" y="137219"/>
                </a:lnTo>
                <a:close/>
                <a:moveTo>
                  <a:pt x="341162" y="87614"/>
                </a:moveTo>
                <a:lnTo>
                  <a:pt x="367575" y="95989"/>
                </a:lnTo>
                <a:cubicBezTo>
                  <a:pt x="363526" y="110714"/>
                  <a:pt x="356792" y="121650"/>
                  <a:pt x="347374" y="128798"/>
                </a:cubicBezTo>
                <a:cubicBezTo>
                  <a:pt x="337956" y="135946"/>
                  <a:pt x="326007" y="139520"/>
                  <a:pt x="311528" y="139520"/>
                </a:cubicBezTo>
                <a:cubicBezTo>
                  <a:pt x="293612" y="139520"/>
                  <a:pt x="278887" y="133400"/>
                  <a:pt x="267353" y="121160"/>
                </a:cubicBezTo>
                <a:cubicBezTo>
                  <a:pt x="255818" y="108919"/>
                  <a:pt x="250051" y="92185"/>
                  <a:pt x="250051" y="70956"/>
                </a:cubicBezTo>
                <a:cubicBezTo>
                  <a:pt x="250051" y="48501"/>
                  <a:pt x="255849" y="31061"/>
                  <a:pt x="267445" y="18636"/>
                </a:cubicBezTo>
                <a:cubicBezTo>
                  <a:pt x="279041" y="6212"/>
                  <a:pt x="294287" y="0"/>
                  <a:pt x="313184" y="0"/>
                </a:cubicBezTo>
                <a:cubicBezTo>
                  <a:pt x="329689" y="0"/>
                  <a:pt x="343095" y="4878"/>
                  <a:pt x="353402" y="14633"/>
                </a:cubicBezTo>
                <a:cubicBezTo>
                  <a:pt x="359538" y="20400"/>
                  <a:pt x="364139" y="28683"/>
                  <a:pt x="367207" y="39482"/>
                </a:cubicBezTo>
                <a:lnTo>
                  <a:pt x="340242" y="45924"/>
                </a:lnTo>
                <a:cubicBezTo>
                  <a:pt x="338646" y="38929"/>
                  <a:pt x="335318" y="33407"/>
                  <a:pt x="330256" y="29358"/>
                </a:cubicBezTo>
                <a:cubicBezTo>
                  <a:pt x="325194" y="25309"/>
                  <a:pt x="319044" y="23284"/>
                  <a:pt x="311804" y="23284"/>
                </a:cubicBezTo>
                <a:cubicBezTo>
                  <a:pt x="301803" y="23284"/>
                  <a:pt x="293689" y="26873"/>
                  <a:pt x="287461" y="34052"/>
                </a:cubicBezTo>
                <a:cubicBezTo>
                  <a:pt x="281234" y="41230"/>
                  <a:pt x="278120" y="52857"/>
                  <a:pt x="278120" y="68932"/>
                </a:cubicBezTo>
                <a:cubicBezTo>
                  <a:pt x="278120" y="85988"/>
                  <a:pt x="281188" y="98136"/>
                  <a:pt x="287323" y="105376"/>
                </a:cubicBezTo>
                <a:cubicBezTo>
                  <a:pt x="293459" y="112616"/>
                  <a:pt x="301435" y="116236"/>
                  <a:pt x="311252" y="116236"/>
                </a:cubicBezTo>
                <a:cubicBezTo>
                  <a:pt x="318491" y="116236"/>
                  <a:pt x="324719" y="113935"/>
                  <a:pt x="329934" y="109334"/>
                </a:cubicBezTo>
                <a:cubicBezTo>
                  <a:pt x="335149" y="104732"/>
                  <a:pt x="338892" y="97492"/>
                  <a:pt x="341162" y="87614"/>
                </a:cubicBezTo>
                <a:close/>
                <a:moveTo>
                  <a:pt x="455650" y="137219"/>
                </a:moveTo>
                <a:lnTo>
                  <a:pt x="455650" y="122586"/>
                </a:lnTo>
                <a:cubicBezTo>
                  <a:pt x="452091" y="127801"/>
                  <a:pt x="447413" y="131912"/>
                  <a:pt x="441615" y="134918"/>
                </a:cubicBezTo>
                <a:cubicBezTo>
                  <a:pt x="435817" y="137925"/>
                  <a:pt x="429697" y="139428"/>
                  <a:pt x="423255" y="139428"/>
                </a:cubicBezTo>
                <a:cubicBezTo>
                  <a:pt x="416690" y="139428"/>
                  <a:pt x="410800" y="137986"/>
                  <a:pt x="405584" y="135102"/>
                </a:cubicBezTo>
                <a:cubicBezTo>
                  <a:pt x="400369" y="132219"/>
                  <a:pt x="396596" y="128169"/>
                  <a:pt x="394265" y="122954"/>
                </a:cubicBezTo>
                <a:cubicBezTo>
                  <a:pt x="391933" y="117739"/>
                  <a:pt x="390767" y="110530"/>
                  <a:pt x="390767" y="101327"/>
                </a:cubicBezTo>
                <a:lnTo>
                  <a:pt x="390767" y="39482"/>
                </a:lnTo>
                <a:lnTo>
                  <a:pt x="416628" y="39482"/>
                </a:lnTo>
                <a:lnTo>
                  <a:pt x="416628" y="84393"/>
                </a:lnTo>
                <a:cubicBezTo>
                  <a:pt x="416628" y="98136"/>
                  <a:pt x="417104" y="106557"/>
                  <a:pt x="418055" y="109656"/>
                </a:cubicBezTo>
                <a:cubicBezTo>
                  <a:pt x="419006" y="112754"/>
                  <a:pt x="420739" y="115208"/>
                  <a:pt x="423255" y="117018"/>
                </a:cubicBezTo>
                <a:cubicBezTo>
                  <a:pt x="425770" y="118828"/>
                  <a:pt x="428961" y="119733"/>
                  <a:pt x="432826" y="119733"/>
                </a:cubicBezTo>
                <a:cubicBezTo>
                  <a:pt x="437243" y="119733"/>
                  <a:pt x="441201" y="118521"/>
                  <a:pt x="444698" y="116098"/>
                </a:cubicBezTo>
                <a:cubicBezTo>
                  <a:pt x="448195" y="113674"/>
                  <a:pt x="450588" y="110668"/>
                  <a:pt x="451876" y="107079"/>
                </a:cubicBezTo>
                <a:cubicBezTo>
                  <a:pt x="453165" y="103490"/>
                  <a:pt x="453809" y="94701"/>
                  <a:pt x="453809" y="80712"/>
                </a:cubicBezTo>
                <a:lnTo>
                  <a:pt x="453809" y="39482"/>
                </a:lnTo>
                <a:lnTo>
                  <a:pt x="479670" y="39482"/>
                </a:lnTo>
                <a:lnTo>
                  <a:pt x="479670" y="137219"/>
                </a:lnTo>
                <a:lnTo>
                  <a:pt x="455650" y="137219"/>
                </a:lnTo>
                <a:close/>
                <a:moveTo>
                  <a:pt x="530880" y="137219"/>
                </a:moveTo>
                <a:lnTo>
                  <a:pt x="505019" y="137219"/>
                </a:lnTo>
                <a:lnTo>
                  <a:pt x="505019" y="39482"/>
                </a:lnTo>
                <a:lnTo>
                  <a:pt x="529039" y="39482"/>
                </a:lnTo>
                <a:lnTo>
                  <a:pt x="529039" y="53378"/>
                </a:lnTo>
                <a:cubicBezTo>
                  <a:pt x="533150" y="46813"/>
                  <a:pt x="536846" y="42488"/>
                  <a:pt x="540129" y="40402"/>
                </a:cubicBezTo>
                <a:cubicBezTo>
                  <a:pt x="543411" y="38316"/>
                  <a:pt x="547139" y="37273"/>
                  <a:pt x="551311" y="37273"/>
                </a:cubicBezTo>
                <a:cubicBezTo>
                  <a:pt x="557201" y="37273"/>
                  <a:pt x="562876" y="38899"/>
                  <a:pt x="568337" y="42150"/>
                </a:cubicBezTo>
                <a:lnTo>
                  <a:pt x="560330" y="64698"/>
                </a:lnTo>
                <a:cubicBezTo>
                  <a:pt x="555974" y="61876"/>
                  <a:pt x="551924" y="60465"/>
                  <a:pt x="548182" y="60465"/>
                </a:cubicBezTo>
                <a:cubicBezTo>
                  <a:pt x="544562" y="60465"/>
                  <a:pt x="541494" y="61462"/>
                  <a:pt x="538978" y="63456"/>
                </a:cubicBezTo>
                <a:cubicBezTo>
                  <a:pt x="536463" y="65450"/>
                  <a:pt x="534484" y="69054"/>
                  <a:pt x="533042" y="74270"/>
                </a:cubicBezTo>
                <a:cubicBezTo>
                  <a:pt x="531601" y="79485"/>
                  <a:pt x="530880" y="90406"/>
                  <a:pt x="530880" y="107033"/>
                </a:cubicBezTo>
                <a:lnTo>
                  <a:pt x="530880" y="137219"/>
                </a:lnTo>
                <a:close/>
                <a:moveTo>
                  <a:pt x="605160" y="137219"/>
                </a:moveTo>
                <a:lnTo>
                  <a:pt x="579299" y="137219"/>
                </a:lnTo>
                <a:lnTo>
                  <a:pt x="579299" y="39482"/>
                </a:lnTo>
                <a:lnTo>
                  <a:pt x="603319" y="39482"/>
                </a:lnTo>
                <a:lnTo>
                  <a:pt x="603319" y="53378"/>
                </a:lnTo>
                <a:cubicBezTo>
                  <a:pt x="607430" y="46813"/>
                  <a:pt x="611127" y="42488"/>
                  <a:pt x="614409" y="40402"/>
                </a:cubicBezTo>
                <a:cubicBezTo>
                  <a:pt x="617692" y="38316"/>
                  <a:pt x="621419" y="37273"/>
                  <a:pt x="625591" y="37273"/>
                </a:cubicBezTo>
                <a:cubicBezTo>
                  <a:pt x="631481" y="37273"/>
                  <a:pt x="637156" y="38899"/>
                  <a:pt x="642617" y="42150"/>
                </a:cubicBezTo>
                <a:lnTo>
                  <a:pt x="634610" y="64698"/>
                </a:lnTo>
                <a:cubicBezTo>
                  <a:pt x="630254" y="61876"/>
                  <a:pt x="626205" y="60465"/>
                  <a:pt x="622462" y="60465"/>
                </a:cubicBezTo>
                <a:cubicBezTo>
                  <a:pt x="618842" y="60465"/>
                  <a:pt x="615774" y="61462"/>
                  <a:pt x="613259" y="63456"/>
                </a:cubicBezTo>
                <a:cubicBezTo>
                  <a:pt x="610743" y="65450"/>
                  <a:pt x="608765" y="69054"/>
                  <a:pt x="607323" y="74270"/>
                </a:cubicBezTo>
                <a:cubicBezTo>
                  <a:pt x="605881" y="79485"/>
                  <a:pt x="605160" y="90406"/>
                  <a:pt x="605160" y="107033"/>
                </a:cubicBezTo>
                <a:lnTo>
                  <a:pt x="605160" y="137219"/>
                </a:lnTo>
                <a:close/>
                <a:moveTo>
                  <a:pt x="711283" y="106112"/>
                </a:moveTo>
                <a:lnTo>
                  <a:pt x="737052" y="110438"/>
                </a:lnTo>
                <a:cubicBezTo>
                  <a:pt x="733739" y="119887"/>
                  <a:pt x="728509" y="127080"/>
                  <a:pt x="721361" y="132019"/>
                </a:cubicBezTo>
                <a:cubicBezTo>
                  <a:pt x="714213" y="136958"/>
                  <a:pt x="705271" y="139428"/>
                  <a:pt x="694533" y="139428"/>
                </a:cubicBezTo>
                <a:cubicBezTo>
                  <a:pt x="677538" y="139428"/>
                  <a:pt x="664961" y="133875"/>
                  <a:pt x="656801" y="122770"/>
                </a:cubicBezTo>
                <a:cubicBezTo>
                  <a:pt x="650358" y="113874"/>
                  <a:pt x="647137" y="102646"/>
                  <a:pt x="647137" y="89087"/>
                </a:cubicBezTo>
                <a:cubicBezTo>
                  <a:pt x="647137" y="72889"/>
                  <a:pt x="651371" y="60204"/>
                  <a:pt x="659838" y="51032"/>
                </a:cubicBezTo>
                <a:cubicBezTo>
                  <a:pt x="668304" y="41859"/>
                  <a:pt x="679011" y="37273"/>
                  <a:pt x="691957" y="37273"/>
                </a:cubicBezTo>
                <a:cubicBezTo>
                  <a:pt x="706498" y="37273"/>
                  <a:pt x="717971" y="42074"/>
                  <a:pt x="726376" y="51676"/>
                </a:cubicBezTo>
                <a:cubicBezTo>
                  <a:pt x="734782" y="61278"/>
                  <a:pt x="738801" y="75987"/>
                  <a:pt x="738433" y="95805"/>
                </a:cubicBezTo>
                <a:lnTo>
                  <a:pt x="673642" y="95805"/>
                </a:lnTo>
                <a:cubicBezTo>
                  <a:pt x="673826" y="103474"/>
                  <a:pt x="675912" y="109441"/>
                  <a:pt x="679900" y="113705"/>
                </a:cubicBezTo>
                <a:cubicBezTo>
                  <a:pt x="683889" y="117969"/>
                  <a:pt x="688858" y="120101"/>
                  <a:pt x="694810" y="120101"/>
                </a:cubicBezTo>
                <a:cubicBezTo>
                  <a:pt x="698859" y="120101"/>
                  <a:pt x="702264" y="118997"/>
                  <a:pt x="705025" y="116788"/>
                </a:cubicBezTo>
                <a:cubicBezTo>
                  <a:pt x="707786" y="114579"/>
                  <a:pt x="709872" y="111021"/>
                  <a:pt x="711283" y="106112"/>
                </a:cubicBezTo>
                <a:moveTo>
                  <a:pt x="712756" y="79975"/>
                </a:moveTo>
                <a:cubicBezTo>
                  <a:pt x="712572" y="72490"/>
                  <a:pt x="710639" y="66800"/>
                  <a:pt x="706958" y="62904"/>
                </a:cubicBezTo>
                <a:cubicBezTo>
                  <a:pt x="703276" y="59008"/>
                  <a:pt x="698798" y="57060"/>
                  <a:pt x="693521" y="57060"/>
                </a:cubicBezTo>
                <a:cubicBezTo>
                  <a:pt x="687877" y="57060"/>
                  <a:pt x="683214" y="59115"/>
                  <a:pt x="679532" y="63226"/>
                </a:cubicBezTo>
                <a:cubicBezTo>
                  <a:pt x="675851" y="67336"/>
                  <a:pt x="674041" y="72920"/>
                  <a:pt x="674102" y="79975"/>
                </a:cubicBezTo>
                <a:lnTo>
                  <a:pt x="712756" y="79975"/>
                </a:lnTo>
                <a:close/>
                <a:moveTo>
                  <a:pt x="848212" y="137219"/>
                </a:moveTo>
                <a:lnTo>
                  <a:pt x="822351" y="137219"/>
                </a:lnTo>
                <a:lnTo>
                  <a:pt x="822351" y="87338"/>
                </a:lnTo>
                <a:cubicBezTo>
                  <a:pt x="822351" y="76785"/>
                  <a:pt x="821799" y="69959"/>
                  <a:pt x="820695" y="66861"/>
                </a:cubicBezTo>
                <a:cubicBezTo>
                  <a:pt x="819590" y="63763"/>
                  <a:pt x="817796" y="61354"/>
                  <a:pt x="815311" y="59637"/>
                </a:cubicBezTo>
                <a:cubicBezTo>
                  <a:pt x="812826" y="57919"/>
                  <a:pt x="809835" y="57060"/>
                  <a:pt x="806338" y="57060"/>
                </a:cubicBezTo>
                <a:cubicBezTo>
                  <a:pt x="801859" y="57060"/>
                  <a:pt x="797840" y="58287"/>
                  <a:pt x="794282" y="60741"/>
                </a:cubicBezTo>
                <a:cubicBezTo>
                  <a:pt x="790723" y="63195"/>
                  <a:pt x="788284" y="66447"/>
                  <a:pt x="786965" y="70496"/>
                </a:cubicBezTo>
                <a:cubicBezTo>
                  <a:pt x="785646" y="74546"/>
                  <a:pt x="784986" y="82031"/>
                  <a:pt x="784986" y="92952"/>
                </a:cubicBezTo>
                <a:lnTo>
                  <a:pt x="784986" y="137219"/>
                </a:lnTo>
                <a:lnTo>
                  <a:pt x="759126" y="137219"/>
                </a:lnTo>
                <a:lnTo>
                  <a:pt x="759126" y="39482"/>
                </a:lnTo>
                <a:lnTo>
                  <a:pt x="783146" y="39482"/>
                </a:lnTo>
                <a:lnTo>
                  <a:pt x="783146" y="53839"/>
                </a:lnTo>
                <a:cubicBezTo>
                  <a:pt x="791674" y="42795"/>
                  <a:pt x="802411" y="37273"/>
                  <a:pt x="815357" y="37273"/>
                </a:cubicBezTo>
                <a:cubicBezTo>
                  <a:pt x="821063" y="37273"/>
                  <a:pt x="826278" y="38300"/>
                  <a:pt x="831002" y="40356"/>
                </a:cubicBezTo>
                <a:cubicBezTo>
                  <a:pt x="835727" y="42411"/>
                  <a:pt x="839300" y="45034"/>
                  <a:pt x="841724" y="48225"/>
                </a:cubicBezTo>
                <a:cubicBezTo>
                  <a:pt x="844147" y="51415"/>
                  <a:pt x="845835" y="55035"/>
                  <a:pt x="846786" y="59084"/>
                </a:cubicBezTo>
                <a:cubicBezTo>
                  <a:pt x="847737" y="63134"/>
                  <a:pt x="848212" y="68932"/>
                  <a:pt x="848212" y="76478"/>
                </a:cubicBezTo>
                <a:lnTo>
                  <a:pt x="848212" y="137219"/>
                </a:lnTo>
                <a:close/>
                <a:moveTo>
                  <a:pt x="918933" y="39482"/>
                </a:moveTo>
                <a:lnTo>
                  <a:pt x="918933" y="60097"/>
                </a:lnTo>
                <a:lnTo>
                  <a:pt x="901262" y="60097"/>
                </a:lnTo>
                <a:lnTo>
                  <a:pt x="901262" y="99486"/>
                </a:lnTo>
                <a:cubicBezTo>
                  <a:pt x="901262" y="107462"/>
                  <a:pt x="901431" y="112110"/>
                  <a:pt x="901769" y="113429"/>
                </a:cubicBezTo>
                <a:cubicBezTo>
                  <a:pt x="902106" y="114748"/>
                  <a:pt x="902873" y="115837"/>
                  <a:pt x="904069" y="116696"/>
                </a:cubicBezTo>
                <a:cubicBezTo>
                  <a:pt x="905266" y="117555"/>
                  <a:pt x="906723" y="117985"/>
                  <a:pt x="908441" y="117985"/>
                </a:cubicBezTo>
                <a:cubicBezTo>
                  <a:pt x="910834" y="117985"/>
                  <a:pt x="914300" y="117156"/>
                  <a:pt x="918841" y="115500"/>
                </a:cubicBezTo>
                <a:lnTo>
                  <a:pt x="921049" y="135563"/>
                </a:lnTo>
                <a:cubicBezTo>
                  <a:pt x="915037" y="138139"/>
                  <a:pt x="908226" y="139428"/>
                  <a:pt x="900618" y="139428"/>
                </a:cubicBezTo>
                <a:cubicBezTo>
                  <a:pt x="895955" y="139428"/>
                  <a:pt x="891753" y="138646"/>
                  <a:pt x="888010" y="137081"/>
                </a:cubicBezTo>
                <a:cubicBezTo>
                  <a:pt x="884267" y="135517"/>
                  <a:pt x="881522" y="133492"/>
                  <a:pt x="879773" y="131007"/>
                </a:cubicBezTo>
                <a:cubicBezTo>
                  <a:pt x="878025" y="128522"/>
                  <a:pt x="876813" y="125163"/>
                  <a:pt x="876138" y="120930"/>
                </a:cubicBezTo>
                <a:cubicBezTo>
                  <a:pt x="875586" y="117923"/>
                  <a:pt x="875310" y="111849"/>
                  <a:pt x="875310" y="102707"/>
                </a:cubicBezTo>
                <a:lnTo>
                  <a:pt x="875310" y="60097"/>
                </a:lnTo>
                <a:lnTo>
                  <a:pt x="863437" y="60097"/>
                </a:lnTo>
                <a:lnTo>
                  <a:pt x="863437" y="39482"/>
                </a:lnTo>
                <a:lnTo>
                  <a:pt x="875310" y="39482"/>
                </a:lnTo>
                <a:lnTo>
                  <a:pt x="875310" y="20063"/>
                </a:lnTo>
                <a:lnTo>
                  <a:pt x="901262" y="4970"/>
                </a:lnTo>
                <a:lnTo>
                  <a:pt x="901262" y="39482"/>
                </a:lnTo>
                <a:lnTo>
                  <a:pt x="918933" y="39482"/>
                </a:lnTo>
                <a:close/>
                <a:moveTo>
                  <a:pt x="988839" y="2301"/>
                </a:moveTo>
                <a:lnTo>
                  <a:pt x="1038628" y="2301"/>
                </a:lnTo>
                <a:cubicBezTo>
                  <a:pt x="1049856" y="2301"/>
                  <a:pt x="1058415" y="3160"/>
                  <a:pt x="1064305" y="4878"/>
                </a:cubicBezTo>
                <a:cubicBezTo>
                  <a:pt x="1072220" y="7209"/>
                  <a:pt x="1079000" y="11351"/>
                  <a:pt x="1084644" y="17302"/>
                </a:cubicBezTo>
                <a:cubicBezTo>
                  <a:pt x="1090289" y="23253"/>
                  <a:pt x="1094584" y="30539"/>
                  <a:pt x="1097529" y="39159"/>
                </a:cubicBezTo>
                <a:cubicBezTo>
                  <a:pt x="1100474" y="47780"/>
                  <a:pt x="1101946" y="58409"/>
                  <a:pt x="1101946" y="71048"/>
                </a:cubicBezTo>
                <a:cubicBezTo>
                  <a:pt x="1101946" y="82154"/>
                  <a:pt x="1100566" y="91725"/>
                  <a:pt x="1097805" y="99762"/>
                </a:cubicBezTo>
                <a:cubicBezTo>
                  <a:pt x="1094430" y="109579"/>
                  <a:pt x="1089614" y="117524"/>
                  <a:pt x="1083356" y="123598"/>
                </a:cubicBezTo>
                <a:cubicBezTo>
                  <a:pt x="1078631" y="128200"/>
                  <a:pt x="1072251" y="131789"/>
                  <a:pt x="1064213" y="134366"/>
                </a:cubicBezTo>
                <a:cubicBezTo>
                  <a:pt x="1058200" y="136268"/>
                  <a:pt x="1050163" y="137219"/>
                  <a:pt x="1040101" y="137219"/>
                </a:cubicBezTo>
                <a:lnTo>
                  <a:pt x="988839" y="137219"/>
                </a:lnTo>
                <a:lnTo>
                  <a:pt x="988839" y="2301"/>
                </a:lnTo>
                <a:moveTo>
                  <a:pt x="1016081" y="25125"/>
                </a:moveTo>
                <a:lnTo>
                  <a:pt x="1016081" y="114487"/>
                </a:lnTo>
                <a:lnTo>
                  <a:pt x="1036420" y="114487"/>
                </a:lnTo>
                <a:cubicBezTo>
                  <a:pt x="1044028" y="114487"/>
                  <a:pt x="1049519" y="114058"/>
                  <a:pt x="1052893" y="113199"/>
                </a:cubicBezTo>
                <a:cubicBezTo>
                  <a:pt x="1057311" y="112095"/>
                  <a:pt x="1060977" y="110223"/>
                  <a:pt x="1063891" y="107585"/>
                </a:cubicBezTo>
                <a:cubicBezTo>
                  <a:pt x="1066805" y="104947"/>
                  <a:pt x="1069183" y="100606"/>
                  <a:pt x="1071023" y="94563"/>
                </a:cubicBezTo>
                <a:cubicBezTo>
                  <a:pt x="1072864" y="88519"/>
                  <a:pt x="1073784" y="80282"/>
                  <a:pt x="1073784" y="69852"/>
                </a:cubicBezTo>
                <a:cubicBezTo>
                  <a:pt x="1073784" y="59422"/>
                  <a:pt x="1072864" y="51415"/>
                  <a:pt x="1071023" y="45832"/>
                </a:cubicBezTo>
                <a:cubicBezTo>
                  <a:pt x="1069183" y="40249"/>
                  <a:pt x="1066606" y="35892"/>
                  <a:pt x="1063293" y="32763"/>
                </a:cubicBezTo>
                <a:cubicBezTo>
                  <a:pt x="1059980" y="29634"/>
                  <a:pt x="1055777" y="27517"/>
                  <a:pt x="1050684" y="26413"/>
                </a:cubicBezTo>
                <a:cubicBezTo>
                  <a:pt x="1046880" y="25554"/>
                  <a:pt x="1039426" y="25125"/>
                  <a:pt x="1028321" y="25125"/>
                </a:cubicBezTo>
                <a:lnTo>
                  <a:pt x="1016081" y="25125"/>
                </a:lnTo>
                <a:close/>
                <a:moveTo>
                  <a:pt x="1207231" y="113199"/>
                </a:moveTo>
                <a:lnTo>
                  <a:pt x="1207231" y="137219"/>
                </a:lnTo>
                <a:lnTo>
                  <a:pt x="1116580" y="137219"/>
                </a:lnTo>
                <a:cubicBezTo>
                  <a:pt x="1117561" y="128139"/>
                  <a:pt x="1120506" y="119534"/>
                  <a:pt x="1125415" y="111404"/>
                </a:cubicBezTo>
                <a:cubicBezTo>
                  <a:pt x="1130323" y="103275"/>
                  <a:pt x="1140017" y="92492"/>
                  <a:pt x="1154497" y="79055"/>
                </a:cubicBezTo>
                <a:cubicBezTo>
                  <a:pt x="1166154" y="68195"/>
                  <a:pt x="1173302" y="60833"/>
                  <a:pt x="1175940" y="56968"/>
                </a:cubicBezTo>
                <a:cubicBezTo>
                  <a:pt x="1179498" y="51630"/>
                  <a:pt x="1181278" y="46353"/>
                  <a:pt x="1181278" y="41138"/>
                </a:cubicBezTo>
                <a:cubicBezTo>
                  <a:pt x="1181278" y="35371"/>
                  <a:pt x="1179729" y="30938"/>
                  <a:pt x="1176630" y="27840"/>
                </a:cubicBezTo>
                <a:cubicBezTo>
                  <a:pt x="1173532" y="24741"/>
                  <a:pt x="1169252" y="23192"/>
                  <a:pt x="1163792" y="23192"/>
                </a:cubicBezTo>
                <a:cubicBezTo>
                  <a:pt x="1158393" y="23192"/>
                  <a:pt x="1154098" y="24818"/>
                  <a:pt x="1150907" y="28070"/>
                </a:cubicBezTo>
                <a:cubicBezTo>
                  <a:pt x="1147717" y="31321"/>
                  <a:pt x="1145876" y="36721"/>
                  <a:pt x="1145385" y="44267"/>
                </a:cubicBezTo>
                <a:lnTo>
                  <a:pt x="1119617" y="41690"/>
                </a:lnTo>
                <a:cubicBezTo>
                  <a:pt x="1121150" y="27456"/>
                  <a:pt x="1125967" y="17241"/>
                  <a:pt x="1134066" y="11044"/>
                </a:cubicBezTo>
                <a:cubicBezTo>
                  <a:pt x="1142164" y="4847"/>
                  <a:pt x="1152288" y="1749"/>
                  <a:pt x="1164436" y="1749"/>
                </a:cubicBezTo>
                <a:cubicBezTo>
                  <a:pt x="1177750" y="1749"/>
                  <a:pt x="1188211" y="5338"/>
                  <a:pt x="1195819" y="12516"/>
                </a:cubicBezTo>
                <a:cubicBezTo>
                  <a:pt x="1203427" y="19695"/>
                  <a:pt x="1207231" y="28622"/>
                  <a:pt x="1207231" y="39298"/>
                </a:cubicBezTo>
                <a:cubicBezTo>
                  <a:pt x="1207231" y="45372"/>
                  <a:pt x="1206142" y="51154"/>
                  <a:pt x="1203964" y="56645"/>
                </a:cubicBezTo>
                <a:cubicBezTo>
                  <a:pt x="1201785" y="62137"/>
                  <a:pt x="1198334" y="67889"/>
                  <a:pt x="1193610" y="73901"/>
                </a:cubicBezTo>
                <a:cubicBezTo>
                  <a:pt x="1190481" y="77889"/>
                  <a:pt x="1184836" y="83626"/>
                  <a:pt x="1176676" y="91111"/>
                </a:cubicBezTo>
                <a:cubicBezTo>
                  <a:pt x="1168516" y="98597"/>
                  <a:pt x="1163347" y="103566"/>
                  <a:pt x="1161169" y="106020"/>
                </a:cubicBezTo>
                <a:cubicBezTo>
                  <a:pt x="1158991" y="108475"/>
                  <a:pt x="1157227" y="110867"/>
                  <a:pt x="1155877" y="113199"/>
                </a:cubicBezTo>
                <a:lnTo>
                  <a:pt x="1207231" y="113199"/>
                </a:lnTo>
                <a:close/>
                <a:moveTo>
                  <a:pt x="1316550" y="87614"/>
                </a:moveTo>
                <a:lnTo>
                  <a:pt x="1342963" y="95989"/>
                </a:lnTo>
                <a:cubicBezTo>
                  <a:pt x="1338914" y="110714"/>
                  <a:pt x="1332180" y="121650"/>
                  <a:pt x="1322762" y="128798"/>
                </a:cubicBezTo>
                <a:cubicBezTo>
                  <a:pt x="1313344" y="135946"/>
                  <a:pt x="1301395" y="139520"/>
                  <a:pt x="1286916" y="139520"/>
                </a:cubicBezTo>
                <a:cubicBezTo>
                  <a:pt x="1269000" y="139520"/>
                  <a:pt x="1254275" y="133400"/>
                  <a:pt x="1242741" y="121160"/>
                </a:cubicBezTo>
                <a:cubicBezTo>
                  <a:pt x="1231206" y="108919"/>
                  <a:pt x="1225439" y="92185"/>
                  <a:pt x="1225439" y="70956"/>
                </a:cubicBezTo>
                <a:cubicBezTo>
                  <a:pt x="1225439" y="48501"/>
                  <a:pt x="1231237" y="31061"/>
                  <a:pt x="1242833" y="18636"/>
                </a:cubicBezTo>
                <a:cubicBezTo>
                  <a:pt x="1254429" y="6212"/>
                  <a:pt x="1269675" y="0"/>
                  <a:pt x="1288572" y="0"/>
                </a:cubicBezTo>
                <a:cubicBezTo>
                  <a:pt x="1305077" y="0"/>
                  <a:pt x="1318483" y="4878"/>
                  <a:pt x="1328790" y="14633"/>
                </a:cubicBezTo>
                <a:cubicBezTo>
                  <a:pt x="1334926" y="20400"/>
                  <a:pt x="1339527" y="28683"/>
                  <a:pt x="1342595" y="39482"/>
                </a:cubicBezTo>
                <a:lnTo>
                  <a:pt x="1315630" y="45924"/>
                </a:lnTo>
                <a:cubicBezTo>
                  <a:pt x="1314034" y="38929"/>
                  <a:pt x="1310706" y="33407"/>
                  <a:pt x="1305644" y="29358"/>
                </a:cubicBezTo>
                <a:cubicBezTo>
                  <a:pt x="1300582" y="25309"/>
                  <a:pt x="1294432" y="23284"/>
                  <a:pt x="1287192" y="23284"/>
                </a:cubicBezTo>
                <a:cubicBezTo>
                  <a:pt x="1277191" y="23284"/>
                  <a:pt x="1269077" y="26873"/>
                  <a:pt x="1262849" y="34052"/>
                </a:cubicBezTo>
                <a:cubicBezTo>
                  <a:pt x="1256622" y="41230"/>
                  <a:pt x="1253508" y="52857"/>
                  <a:pt x="1253508" y="68932"/>
                </a:cubicBezTo>
                <a:cubicBezTo>
                  <a:pt x="1253508" y="85988"/>
                  <a:pt x="1256576" y="98136"/>
                  <a:pt x="1262711" y="105376"/>
                </a:cubicBezTo>
                <a:cubicBezTo>
                  <a:pt x="1268847" y="112616"/>
                  <a:pt x="1276823" y="116236"/>
                  <a:pt x="1286640" y="116236"/>
                </a:cubicBezTo>
                <a:cubicBezTo>
                  <a:pt x="1293879" y="116236"/>
                  <a:pt x="1300107" y="113935"/>
                  <a:pt x="1305322" y="109334"/>
                </a:cubicBezTo>
                <a:cubicBezTo>
                  <a:pt x="1310537" y="104732"/>
                  <a:pt x="1314280" y="97492"/>
                  <a:pt x="1316550" y="87614"/>
                </a:cubicBezTo>
                <a:close/>
                <a:moveTo>
                  <a:pt x="1438262" y="69300"/>
                </a:moveTo>
                <a:lnTo>
                  <a:pt x="1414794" y="65066"/>
                </a:lnTo>
                <a:cubicBezTo>
                  <a:pt x="1417433" y="55618"/>
                  <a:pt x="1421973" y="48623"/>
                  <a:pt x="1428415" y="44083"/>
                </a:cubicBezTo>
                <a:cubicBezTo>
                  <a:pt x="1434857" y="39543"/>
                  <a:pt x="1444429" y="37273"/>
                  <a:pt x="1457129" y="37273"/>
                </a:cubicBezTo>
                <a:cubicBezTo>
                  <a:pt x="1468664" y="37273"/>
                  <a:pt x="1477253" y="38638"/>
                  <a:pt x="1482898" y="41368"/>
                </a:cubicBezTo>
                <a:cubicBezTo>
                  <a:pt x="1488542" y="44098"/>
                  <a:pt x="1492515" y="47565"/>
                  <a:pt x="1494816" y="51768"/>
                </a:cubicBezTo>
                <a:cubicBezTo>
                  <a:pt x="1497117" y="55971"/>
                  <a:pt x="1498267" y="63686"/>
                  <a:pt x="1498267" y="74914"/>
                </a:cubicBezTo>
                <a:lnTo>
                  <a:pt x="1497991" y="105100"/>
                </a:lnTo>
                <a:cubicBezTo>
                  <a:pt x="1497991" y="113690"/>
                  <a:pt x="1498405" y="120025"/>
                  <a:pt x="1499233" y="124105"/>
                </a:cubicBezTo>
                <a:cubicBezTo>
                  <a:pt x="1500062" y="128185"/>
                  <a:pt x="1501611" y="132556"/>
                  <a:pt x="1503881" y="137219"/>
                </a:cubicBezTo>
                <a:lnTo>
                  <a:pt x="1478296" y="137219"/>
                </a:lnTo>
                <a:cubicBezTo>
                  <a:pt x="1477621" y="135501"/>
                  <a:pt x="1476793" y="132955"/>
                  <a:pt x="1475811" y="129581"/>
                </a:cubicBezTo>
                <a:cubicBezTo>
                  <a:pt x="1475382" y="128047"/>
                  <a:pt x="1475075" y="127034"/>
                  <a:pt x="1474891" y="126543"/>
                </a:cubicBezTo>
                <a:cubicBezTo>
                  <a:pt x="1470473" y="130838"/>
                  <a:pt x="1465749" y="134059"/>
                  <a:pt x="1460718" y="136207"/>
                </a:cubicBezTo>
                <a:cubicBezTo>
                  <a:pt x="1455687" y="138354"/>
                  <a:pt x="1450319" y="139428"/>
                  <a:pt x="1444613" y="139428"/>
                </a:cubicBezTo>
                <a:cubicBezTo>
                  <a:pt x="1434550" y="139428"/>
                  <a:pt x="1426620" y="136698"/>
                  <a:pt x="1420822" y="131237"/>
                </a:cubicBezTo>
                <a:cubicBezTo>
                  <a:pt x="1415024" y="125777"/>
                  <a:pt x="1412125" y="118874"/>
                  <a:pt x="1412125" y="110530"/>
                </a:cubicBezTo>
                <a:cubicBezTo>
                  <a:pt x="1412125" y="105008"/>
                  <a:pt x="1413445" y="100084"/>
                  <a:pt x="1416083" y="95759"/>
                </a:cubicBezTo>
                <a:cubicBezTo>
                  <a:pt x="1418721" y="91433"/>
                  <a:pt x="1422418" y="88120"/>
                  <a:pt x="1427173" y="85819"/>
                </a:cubicBezTo>
                <a:cubicBezTo>
                  <a:pt x="1431928" y="83519"/>
                  <a:pt x="1438784" y="81509"/>
                  <a:pt x="1447742" y="79791"/>
                </a:cubicBezTo>
                <a:cubicBezTo>
                  <a:pt x="1459828" y="77521"/>
                  <a:pt x="1468203" y="75405"/>
                  <a:pt x="1472866" y="73441"/>
                </a:cubicBezTo>
                <a:lnTo>
                  <a:pt x="1472866" y="70864"/>
                </a:lnTo>
                <a:cubicBezTo>
                  <a:pt x="1472866" y="65895"/>
                  <a:pt x="1471639" y="62351"/>
                  <a:pt x="1469185" y="60235"/>
                </a:cubicBezTo>
                <a:cubicBezTo>
                  <a:pt x="1466731" y="58118"/>
                  <a:pt x="1462099" y="57060"/>
                  <a:pt x="1455288" y="57060"/>
                </a:cubicBezTo>
                <a:cubicBezTo>
                  <a:pt x="1450687" y="57060"/>
                  <a:pt x="1447097" y="57965"/>
                  <a:pt x="1444521" y="59775"/>
                </a:cubicBezTo>
                <a:cubicBezTo>
                  <a:pt x="1441944" y="61585"/>
                  <a:pt x="1439858" y="64760"/>
                  <a:pt x="1438262" y="69300"/>
                </a:cubicBezTo>
                <a:moveTo>
                  <a:pt x="1472866" y="90283"/>
                </a:moveTo>
                <a:cubicBezTo>
                  <a:pt x="1469553" y="91387"/>
                  <a:pt x="1464307" y="92707"/>
                  <a:pt x="1457129" y="94240"/>
                </a:cubicBezTo>
                <a:cubicBezTo>
                  <a:pt x="1449950" y="95774"/>
                  <a:pt x="1445257" y="97277"/>
                  <a:pt x="1443048" y="98750"/>
                </a:cubicBezTo>
                <a:cubicBezTo>
                  <a:pt x="1439674" y="101143"/>
                  <a:pt x="1437986" y="104180"/>
                  <a:pt x="1437986" y="107861"/>
                </a:cubicBezTo>
                <a:cubicBezTo>
                  <a:pt x="1437986" y="111481"/>
                  <a:pt x="1439336" y="114610"/>
                  <a:pt x="1442036" y="117248"/>
                </a:cubicBezTo>
                <a:cubicBezTo>
                  <a:pt x="1444735" y="119887"/>
                  <a:pt x="1448171" y="121206"/>
                  <a:pt x="1452343" y="121206"/>
                </a:cubicBezTo>
                <a:cubicBezTo>
                  <a:pt x="1457006" y="121206"/>
                  <a:pt x="1461454" y="119672"/>
                  <a:pt x="1465688" y="116604"/>
                </a:cubicBezTo>
                <a:cubicBezTo>
                  <a:pt x="1468817" y="114273"/>
                  <a:pt x="1470872" y="111420"/>
                  <a:pt x="1471854" y="108045"/>
                </a:cubicBezTo>
                <a:cubicBezTo>
                  <a:pt x="1472529" y="105836"/>
                  <a:pt x="1472866" y="101634"/>
                  <a:pt x="1472866" y="95437"/>
                </a:cubicBezTo>
                <a:lnTo>
                  <a:pt x="1472866" y="90283"/>
                </a:lnTo>
                <a:close/>
                <a:moveTo>
                  <a:pt x="1548318" y="137219"/>
                </a:moveTo>
                <a:lnTo>
                  <a:pt x="1522457" y="137219"/>
                </a:lnTo>
                <a:lnTo>
                  <a:pt x="1522457" y="39482"/>
                </a:lnTo>
                <a:lnTo>
                  <a:pt x="1546477" y="39482"/>
                </a:lnTo>
                <a:lnTo>
                  <a:pt x="1546477" y="53378"/>
                </a:lnTo>
                <a:cubicBezTo>
                  <a:pt x="1550588" y="46813"/>
                  <a:pt x="1554285" y="42488"/>
                  <a:pt x="1557567" y="40402"/>
                </a:cubicBezTo>
                <a:cubicBezTo>
                  <a:pt x="1560849" y="38316"/>
                  <a:pt x="1564577" y="37273"/>
                  <a:pt x="1568749" y="37273"/>
                </a:cubicBezTo>
                <a:cubicBezTo>
                  <a:pt x="1574639" y="37273"/>
                  <a:pt x="1580314" y="38899"/>
                  <a:pt x="1585775" y="42150"/>
                </a:cubicBezTo>
                <a:lnTo>
                  <a:pt x="1577768" y="64698"/>
                </a:lnTo>
                <a:cubicBezTo>
                  <a:pt x="1573412" y="61876"/>
                  <a:pt x="1569362" y="60465"/>
                  <a:pt x="1565620" y="60465"/>
                </a:cubicBezTo>
                <a:cubicBezTo>
                  <a:pt x="1562000" y="60465"/>
                  <a:pt x="1558932" y="61462"/>
                  <a:pt x="1556417" y="63456"/>
                </a:cubicBezTo>
                <a:cubicBezTo>
                  <a:pt x="1553901" y="65450"/>
                  <a:pt x="1551922" y="69054"/>
                  <a:pt x="1550481" y="74270"/>
                </a:cubicBezTo>
                <a:cubicBezTo>
                  <a:pt x="1549039" y="79485"/>
                  <a:pt x="1548318" y="90406"/>
                  <a:pt x="1548318" y="107033"/>
                </a:cubicBezTo>
                <a:lnTo>
                  <a:pt x="1548318" y="137219"/>
                </a:lnTo>
                <a:close/>
                <a:moveTo>
                  <a:pt x="1683063" y="68380"/>
                </a:moveTo>
                <a:lnTo>
                  <a:pt x="1657570" y="72981"/>
                </a:lnTo>
                <a:cubicBezTo>
                  <a:pt x="1656711" y="67889"/>
                  <a:pt x="1654763" y="64054"/>
                  <a:pt x="1651726" y="61477"/>
                </a:cubicBezTo>
                <a:cubicBezTo>
                  <a:pt x="1648689" y="58900"/>
                  <a:pt x="1644747" y="57612"/>
                  <a:pt x="1639900" y="57612"/>
                </a:cubicBezTo>
                <a:cubicBezTo>
                  <a:pt x="1633458" y="57612"/>
                  <a:pt x="1628319" y="59836"/>
                  <a:pt x="1624485" y="64284"/>
                </a:cubicBezTo>
                <a:cubicBezTo>
                  <a:pt x="1620650" y="68732"/>
                  <a:pt x="1618733" y="76172"/>
                  <a:pt x="1618733" y="86602"/>
                </a:cubicBezTo>
                <a:cubicBezTo>
                  <a:pt x="1618733" y="98198"/>
                  <a:pt x="1620681" y="106389"/>
                  <a:pt x="1624577" y="111174"/>
                </a:cubicBezTo>
                <a:cubicBezTo>
                  <a:pt x="1628473" y="115960"/>
                  <a:pt x="1633703" y="118353"/>
                  <a:pt x="1640268" y="118353"/>
                </a:cubicBezTo>
                <a:cubicBezTo>
                  <a:pt x="1645177" y="118353"/>
                  <a:pt x="1649195" y="116957"/>
                  <a:pt x="1652324" y="114165"/>
                </a:cubicBezTo>
                <a:cubicBezTo>
                  <a:pt x="1655453" y="111374"/>
                  <a:pt x="1657662" y="106573"/>
                  <a:pt x="1658951" y="99762"/>
                </a:cubicBezTo>
                <a:lnTo>
                  <a:pt x="1684351" y="104088"/>
                </a:lnTo>
                <a:cubicBezTo>
                  <a:pt x="1681713" y="115745"/>
                  <a:pt x="1676651" y="124549"/>
                  <a:pt x="1669166" y="130501"/>
                </a:cubicBezTo>
                <a:cubicBezTo>
                  <a:pt x="1661681" y="136452"/>
                  <a:pt x="1651649" y="139428"/>
                  <a:pt x="1639072" y="139428"/>
                </a:cubicBezTo>
                <a:cubicBezTo>
                  <a:pt x="1624776" y="139428"/>
                  <a:pt x="1613380" y="134918"/>
                  <a:pt x="1604882" y="125899"/>
                </a:cubicBezTo>
                <a:cubicBezTo>
                  <a:pt x="1596384" y="116880"/>
                  <a:pt x="1592136" y="104395"/>
                  <a:pt x="1592136" y="88442"/>
                </a:cubicBezTo>
                <a:cubicBezTo>
                  <a:pt x="1592136" y="72306"/>
                  <a:pt x="1596400" y="59744"/>
                  <a:pt x="1604928" y="50755"/>
                </a:cubicBezTo>
                <a:cubicBezTo>
                  <a:pt x="1613456" y="41767"/>
                  <a:pt x="1624991" y="37273"/>
                  <a:pt x="1639532" y="37273"/>
                </a:cubicBezTo>
                <a:cubicBezTo>
                  <a:pt x="1651435" y="37273"/>
                  <a:pt x="1660899" y="39834"/>
                  <a:pt x="1667924" y="44957"/>
                </a:cubicBezTo>
                <a:cubicBezTo>
                  <a:pt x="1674949" y="50081"/>
                  <a:pt x="1679995" y="57888"/>
                  <a:pt x="1683063" y="68380"/>
                </a:cubicBezTo>
                <a:close/>
                <a:moveTo>
                  <a:pt x="1728236" y="2301"/>
                </a:moveTo>
                <a:lnTo>
                  <a:pt x="1728236" y="51906"/>
                </a:lnTo>
                <a:cubicBezTo>
                  <a:pt x="1736580" y="42150"/>
                  <a:pt x="1746550" y="37273"/>
                  <a:pt x="1758146" y="37273"/>
                </a:cubicBezTo>
                <a:cubicBezTo>
                  <a:pt x="1764098" y="37273"/>
                  <a:pt x="1769466" y="38377"/>
                  <a:pt x="1774252" y="40586"/>
                </a:cubicBezTo>
                <a:cubicBezTo>
                  <a:pt x="1779038" y="42795"/>
                  <a:pt x="1782642" y="45617"/>
                  <a:pt x="1785066" y="49053"/>
                </a:cubicBezTo>
                <a:cubicBezTo>
                  <a:pt x="1787489" y="52489"/>
                  <a:pt x="1789146" y="56293"/>
                  <a:pt x="1790035" y="60465"/>
                </a:cubicBezTo>
                <a:cubicBezTo>
                  <a:pt x="1790925" y="64637"/>
                  <a:pt x="1791370" y="71110"/>
                  <a:pt x="1791370" y="79883"/>
                </a:cubicBezTo>
                <a:lnTo>
                  <a:pt x="1791370" y="137219"/>
                </a:lnTo>
                <a:lnTo>
                  <a:pt x="1765509" y="137219"/>
                </a:lnTo>
                <a:lnTo>
                  <a:pt x="1765509" y="85589"/>
                </a:lnTo>
                <a:cubicBezTo>
                  <a:pt x="1765509" y="75343"/>
                  <a:pt x="1765018" y="68840"/>
                  <a:pt x="1764036" y="66079"/>
                </a:cubicBezTo>
                <a:cubicBezTo>
                  <a:pt x="1763055" y="63318"/>
                  <a:pt x="1761321" y="61124"/>
                  <a:pt x="1758837" y="59498"/>
                </a:cubicBezTo>
                <a:cubicBezTo>
                  <a:pt x="1756352" y="57873"/>
                  <a:pt x="1753238" y="57060"/>
                  <a:pt x="1749495" y="57060"/>
                </a:cubicBezTo>
                <a:cubicBezTo>
                  <a:pt x="1745201" y="57060"/>
                  <a:pt x="1741366" y="58103"/>
                  <a:pt x="1737991" y="60189"/>
                </a:cubicBezTo>
                <a:cubicBezTo>
                  <a:pt x="1734617" y="62275"/>
                  <a:pt x="1732147" y="65419"/>
                  <a:pt x="1730583" y="69622"/>
                </a:cubicBezTo>
                <a:cubicBezTo>
                  <a:pt x="1729018" y="73825"/>
                  <a:pt x="1728236" y="80037"/>
                  <a:pt x="1728236" y="88258"/>
                </a:cubicBezTo>
                <a:lnTo>
                  <a:pt x="1728236" y="137219"/>
                </a:lnTo>
                <a:lnTo>
                  <a:pt x="1702375" y="137219"/>
                </a:lnTo>
                <a:lnTo>
                  <a:pt x="1702375" y="2301"/>
                </a:lnTo>
                <a:lnTo>
                  <a:pt x="1728236" y="2301"/>
                </a:lnTo>
                <a:close/>
                <a:moveTo>
                  <a:pt x="1817271" y="26229"/>
                </a:moveTo>
                <a:lnTo>
                  <a:pt x="1817271" y="2301"/>
                </a:lnTo>
                <a:lnTo>
                  <a:pt x="1843132" y="2301"/>
                </a:lnTo>
                <a:lnTo>
                  <a:pt x="1843132" y="26229"/>
                </a:lnTo>
                <a:lnTo>
                  <a:pt x="1817271" y="26229"/>
                </a:lnTo>
                <a:moveTo>
                  <a:pt x="1817271" y="137219"/>
                </a:moveTo>
                <a:lnTo>
                  <a:pt x="1817271" y="39482"/>
                </a:lnTo>
                <a:lnTo>
                  <a:pt x="1843132" y="39482"/>
                </a:lnTo>
                <a:lnTo>
                  <a:pt x="1843132" y="137219"/>
                </a:lnTo>
                <a:lnTo>
                  <a:pt x="1817271" y="137219"/>
                </a:lnTo>
                <a:close/>
                <a:moveTo>
                  <a:pt x="1914319" y="39482"/>
                </a:moveTo>
                <a:lnTo>
                  <a:pt x="1914319" y="60097"/>
                </a:lnTo>
                <a:lnTo>
                  <a:pt x="1896649" y="60097"/>
                </a:lnTo>
                <a:lnTo>
                  <a:pt x="1896649" y="99486"/>
                </a:lnTo>
                <a:cubicBezTo>
                  <a:pt x="1896649" y="107462"/>
                  <a:pt x="1896817" y="112110"/>
                  <a:pt x="1897155" y="113429"/>
                </a:cubicBezTo>
                <a:cubicBezTo>
                  <a:pt x="1897492" y="114748"/>
                  <a:pt x="1898259" y="115837"/>
                  <a:pt x="1899456" y="116696"/>
                </a:cubicBezTo>
                <a:cubicBezTo>
                  <a:pt x="1900652" y="117555"/>
                  <a:pt x="1902109" y="117985"/>
                  <a:pt x="1903827" y="117985"/>
                </a:cubicBezTo>
                <a:cubicBezTo>
                  <a:pt x="1906220" y="117985"/>
                  <a:pt x="1909686" y="117156"/>
                  <a:pt x="1914227" y="115500"/>
                </a:cubicBezTo>
                <a:lnTo>
                  <a:pt x="1916435" y="135563"/>
                </a:lnTo>
                <a:cubicBezTo>
                  <a:pt x="1910423" y="138139"/>
                  <a:pt x="1903612" y="139428"/>
                  <a:pt x="1896004" y="139428"/>
                </a:cubicBezTo>
                <a:cubicBezTo>
                  <a:pt x="1891341" y="139428"/>
                  <a:pt x="1887139" y="138646"/>
                  <a:pt x="1883396" y="137081"/>
                </a:cubicBezTo>
                <a:cubicBezTo>
                  <a:pt x="1879653" y="135517"/>
                  <a:pt x="1876908" y="133492"/>
                  <a:pt x="1875159" y="131007"/>
                </a:cubicBezTo>
                <a:cubicBezTo>
                  <a:pt x="1873411" y="128522"/>
                  <a:pt x="1872199" y="125163"/>
                  <a:pt x="1871524" y="120930"/>
                </a:cubicBezTo>
                <a:cubicBezTo>
                  <a:pt x="1870972" y="117923"/>
                  <a:pt x="1870696" y="111849"/>
                  <a:pt x="1870696" y="102707"/>
                </a:cubicBezTo>
                <a:lnTo>
                  <a:pt x="1870696" y="60097"/>
                </a:lnTo>
                <a:lnTo>
                  <a:pt x="1858824" y="60097"/>
                </a:lnTo>
                <a:lnTo>
                  <a:pt x="1858824" y="39482"/>
                </a:lnTo>
                <a:lnTo>
                  <a:pt x="1870696" y="39482"/>
                </a:lnTo>
                <a:lnTo>
                  <a:pt x="1870696" y="20063"/>
                </a:lnTo>
                <a:lnTo>
                  <a:pt x="1896649" y="4970"/>
                </a:lnTo>
                <a:lnTo>
                  <a:pt x="1896649" y="39482"/>
                </a:lnTo>
                <a:lnTo>
                  <a:pt x="1914319" y="39482"/>
                </a:lnTo>
                <a:close/>
                <a:moveTo>
                  <a:pt x="1988504" y="106112"/>
                </a:moveTo>
                <a:lnTo>
                  <a:pt x="2014273" y="110438"/>
                </a:lnTo>
                <a:cubicBezTo>
                  <a:pt x="2010960" y="119887"/>
                  <a:pt x="2005730" y="127080"/>
                  <a:pt x="1998582" y="132019"/>
                </a:cubicBezTo>
                <a:cubicBezTo>
                  <a:pt x="1991434" y="136958"/>
                  <a:pt x="1982492" y="139428"/>
                  <a:pt x="1971755" y="139428"/>
                </a:cubicBezTo>
                <a:cubicBezTo>
                  <a:pt x="1954760" y="139428"/>
                  <a:pt x="1942182" y="133875"/>
                  <a:pt x="1934022" y="122770"/>
                </a:cubicBezTo>
                <a:cubicBezTo>
                  <a:pt x="1927580" y="113874"/>
                  <a:pt x="1924358" y="102646"/>
                  <a:pt x="1924358" y="89087"/>
                </a:cubicBezTo>
                <a:cubicBezTo>
                  <a:pt x="1924358" y="72889"/>
                  <a:pt x="1928592" y="60204"/>
                  <a:pt x="1937059" y="51032"/>
                </a:cubicBezTo>
                <a:cubicBezTo>
                  <a:pt x="1945526" y="41859"/>
                  <a:pt x="1956232" y="37273"/>
                  <a:pt x="1969178" y="37273"/>
                </a:cubicBezTo>
                <a:cubicBezTo>
                  <a:pt x="1983719" y="37273"/>
                  <a:pt x="1995192" y="42074"/>
                  <a:pt x="2003598" y="51676"/>
                </a:cubicBezTo>
                <a:cubicBezTo>
                  <a:pt x="2012003" y="61278"/>
                  <a:pt x="2016022" y="75987"/>
                  <a:pt x="2015654" y="95805"/>
                </a:cubicBezTo>
                <a:lnTo>
                  <a:pt x="1950864" y="95805"/>
                </a:lnTo>
                <a:cubicBezTo>
                  <a:pt x="1951048" y="103474"/>
                  <a:pt x="1953134" y="109441"/>
                  <a:pt x="1957122" y="113705"/>
                </a:cubicBezTo>
                <a:cubicBezTo>
                  <a:pt x="1961110" y="117969"/>
                  <a:pt x="1966079" y="120101"/>
                  <a:pt x="1972031" y="120101"/>
                </a:cubicBezTo>
                <a:cubicBezTo>
                  <a:pt x="1976080" y="120101"/>
                  <a:pt x="1979485" y="118997"/>
                  <a:pt x="1982246" y="116788"/>
                </a:cubicBezTo>
                <a:cubicBezTo>
                  <a:pt x="1985007" y="114579"/>
                  <a:pt x="1987093" y="111021"/>
                  <a:pt x="1988504" y="106112"/>
                </a:cubicBezTo>
                <a:moveTo>
                  <a:pt x="1989977" y="79975"/>
                </a:moveTo>
                <a:cubicBezTo>
                  <a:pt x="1989793" y="72490"/>
                  <a:pt x="1987860" y="66800"/>
                  <a:pt x="1984179" y="62904"/>
                </a:cubicBezTo>
                <a:cubicBezTo>
                  <a:pt x="1980498" y="59008"/>
                  <a:pt x="1976019" y="57060"/>
                  <a:pt x="1970742" y="57060"/>
                </a:cubicBezTo>
                <a:cubicBezTo>
                  <a:pt x="1965098" y="57060"/>
                  <a:pt x="1960435" y="59115"/>
                  <a:pt x="1956754" y="63226"/>
                </a:cubicBezTo>
                <a:cubicBezTo>
                  <a:pt x="1953072" y="67336"/>
                  <a:pt x="1951262" y="72920"/>
                  <a:pt x="1951324" y="79975"/>
                </a:cubicBezTo>
                <a:lnTo>
                  <a:pt x="1989977" y="79975"/>
                </a:lnTo>
                <a:close/>
                <a:moveTo>
                  <a:pt x="2121752" y="68380"/>
                </a:moveTo>
                <a:lnTo>
                  <a:pt x="2096259" y="72981"/>
                </a:lnTo>
                <a:cubicBezTo>
                  <a:pt x="2095400" y="67889"/>
                  <a:pt x="2093452" y="64054"/>
                  <a:pt x="2090415" y="61477"/>
                </a:cubicBezTo>
                <a:cubicBezTo>
                  <a:pt x="2087378" y="58900"/>
                  <a:pt x="2083436" y="57612"/>
                  <a:pt x="2078589" y="57612"/>
                </a:cubicBezTo>
                <a:cubicBezTo>
                  <a:pt x="2072147" y="57612"/>
                  <a:pt x="2067009" y="59836"/>
                  <a:pt x="2063174" y="64284"/>
                </a:cubicBezTo>
                <a:cubicBezTo>
                  <a:pt x="2059339" y="68732"/>
                  <a:pt x="2057422" y="76172"/>
                  <a:pt x="2057422" y="86602"/>
                </a:cubicBezTo>
                <a:cubicBezTo>
                  <a:pt x="2057422" y="98198"/>
                  <a:pt x="2059370" y="106389"/>
                  <a:pt x="2063266" y="111174"/>
                </a:cubicBezTo>
                <a:cubicBezTo>
                  <a:pt x="2067162" y="115960"/>
                  <a:pt x="2072392" y="118353"/>
                  <a:pt x="2078957" y="118353"/>
                </a:cubicBezTo>
                <a:cubicBezTo>
                  <a:pt x="2083866" y="118353"/>
                  <a:pt x="2087884" y="116957"/>
                  <a:pt x="2091013" y="114165"/>
                </a:cubicBezTo>
                <a:cubicBezTo>
                  <a:pt x="2094143" y="111374"/>
                  <a:pt x="2096351" y="106573"/>
                  <a:pt x="2097640" y="99762"/>
                </a:cubicBezTo>
                <a:lnTo>
                  <a:pt x="2123040" y="104088"/>
                </a:lnTo>
                <a:cubicBezTo>
                  <a:pt x="2120402" y="115745"/>
                  <a:pt x="2115340" y="124549"/>
                  <a:pt x="2107855" y="130501"/>
                </a:cubicBezTo>
                <a:cubicBezTo>
                  <a:pt x="2100370" y="136452"/>
                  <a:pt x="2090339" y="139428"/>
                  <a:pt x="2077761" y="139428"/>
                </a:cubicBezTo>
                <a:cubicBezTo>
                  <a:pt x="2063465" y="139428"/>
                  <a:pt x="2052069" y="134918"/>
                  <a:pt x="2043571" y="125899"/>
                </a:cubicBezTo>
                <a:cubicBezTo>
                  <a:pt x="2035074" y="116880"/>
                  <a:pt x="2030825" y="104395"/>
                  <a:pt x="2030825" y="88442"/>
                </a:cubicBezTo>
                <a:cubicBezTo>
                  <a:pt x="2030825" y="72306"/>
                  <a:pt x="2035089" y="59744"/>
                  <a:pt x="2043617" y="50755"/>
                </a:cubicBezTo>
                <a:cubicBezTo>
                  <a:pt x="2052145" y="41767"/>
                  <a:pt x="2063680" y="37273"/>
                  <a:pt x="2078221" y="37273"/>
                </a:cubicBezTo>
                <a:cubicBezTo>
                  <a:pt x="2090124" y="37273"/>
                  <a:pt x="2099588" y="39834"/>
                  <a:pt x="2106613" y="44957"/>
                </a:cubicBezTo>
                <a:cubicBezTo>
                  <a:pt x="2113638" y="50081"/>
                  <a:pt x="2118684" y="57888"/>
                  <a:pt x="2121752" y="68380"/>
                </a:cubicBezTo>
                <a:close/>
                <a:moveTo>
                  <a:pt x="2185976" y="39482"/>
                </a:moveTo>
                <a:lnTo>
                  <a:pt x="2185976" y="60097"/>
                </a:lnTo>
                <a:lnTo>
                  <a:pt x="2168306" y="60097"/>
                </a:lnTo>
                <a:lnTo>
                  <a:pt x="2168306" y="99486"/>
                </a:lnTo>
                <a:cubicBezTo>
                  <a:pt x="2168306" y="107462"/>
                  <a:pt x="2168475" y="112110"/>
                  <a:pt x="2168812" y="113429"/>
                </a:cubicBezTo>
                <a:cubicBezTo>
                  <a:pt x="2169150" y="114748"/>
                  <a:pt x="2169917" y="115837"/>
                  <a:pt x="2171113" y="116696"/>
                </a:cubicBezTo>
                <a:cubicBezTo>
                  <a:pt x="2172309" y="117555"/>
                  <a:pt x="2173767" y="117985"/>
                  <a:pt x="2175484" y="117985"/>
                </a:cubicBezTo>
                <a:cubicBezTo>
                  <a:pt x="2177877" y="117985"/>
                  <a:pt x="2181344" y="117156"/>
                  <a:pt x="2185884" y="115500"/>
                </a:cubicBezTo>
                <a:lnTo>
                  <a:pt x="2188093" y="135563"/>
                </a:lnTo>
                <a:cubicBezTo>
                  <a:pt x="2182080" y="138139"/>
                  <a:pt x="2175270" y="139428"/>
                  <a:pt x="2167662" y="139428"/>
                </a:cubicBezTo>
                <a:cubicBezTo>
                  <a:pt x="2162999" y="139428"/>
                  <a:pt x="2158796" y="138646"/>
                  <a:pt x="2155053" y="137081"/>
                </a:cubicBezTo>
                <a:cubicBezTo>
                  <a:pt x="2151311" y="135517"/>
                  <a:pt x="2148565" y="133492"/>
                  <a:pt x="2146817" y="131007"/>
                </a:cubicBezTo>
                <a:cubicBezTo>
                  <a:pt x="2145068" y="128522"/>
                  <a:pt x="2143856" y="125163"/>
                  <a:pt x="2143181" y="120930"/>
                </a:cubicBezTo>
                <a:cubicBezTo>
                  <a:pt x="2142629" y="117923"/>
                  <a:pt x="2142353" y="111849"/>
                  <a:pt x="2142353" y="102707"/>
                </a:cubicBezTo>
                <a:lnTo>
                  <a:pt x="2142353" y="60097"/>
                </a:lnTo>
                <a:lnTo>
                  <a:pt x="2130481" y="60097"/>
                </a:lnTo>
                <a:lnTo>
                  <a:pt x="2130481" y="39482"/>
                </a:lnTo>
                <a:lnTo>
                  <a:pt x="2142353" y="39482"/>
                </a:lnTo>
                <a:lnTo>
                  <a:pt x="2142353" y="20063"/>
                </a:lnTo>
                <a:lnTo>
                  <a:pt x="2168306" y="4970"/>
                </a:lnTo>
                <a:lnTo>
                  <a:pt x="2168306" y="39482"/>
                </a:lnTo>
                <a:lnTo>
                  <a:pt x="2185976" y="39482"/>
                </a:lnTo>
                <a:close/>
                <a:moveTo>
                  <a:pt x="2267893" y="137219"/>
                </a:moveTo>
                <a:lnTo>
                  <a:pt x="2267893" y="122586"/>
                </a:lnTo>
                <a:cubicBezTo>
                  <a:pt x="2264334" y="127801"/>
                  <a:pt x="2259656" y="131912"/>
                  <a:pt x="2253858" y="134918"/>
                </a:cubicBezTo>
                <a:cubicBezTo>
                  <a:pt x="2248060" y="137925"/>
                  <a:pt x="2241940" y="139428"/>
                  <a:pt x="2235497" y="139428"/>
                </a:cubicBezTo>
                <a:cubicBezTo>
                  <a:pt x="2228932" y="139428"/>
                  <a:pt x="2223042" y="137986"/>
                  <a:pt x="2217827" y="135102"/>
                </a:cubicBezTo>
                <a:cubicBezTo>
                  <a:pt x="2212612" y="132219"/>
                  <a:pt x="2208839" y="128169"/>
                  <a:pt x="2206507" y="122954"/>
                </a:cubicBezTo>
                <a:cubicBezTo>
                  <a:pt x="2204176" y="117739"/>
                  <a:pt x="2203010" y="110530"/>
                  <a:pt x="2203010" y="101327"/>
                </a:cubicBezTo>
                <a:lnTo>
                  <a:pt x="2203010" y="39482"/>
                </a:lnTo>
                <a:lnTo>
                  <a:pt x="2228871" y="39482"/>
                </a:lnTo>
                <a:lnTo>
                  <a:pt x="2228871" y="84393"/>
                </a:lnTo>
                <a:cubicBezTo>
                  <a:pt x="2228871" y="98136"/>
                  <a:pt x="2229347" y="106557"/>
                  <a:pt x="2230298" y="109656"/>
                </a:cubicBezTo>
                <a:cubicBezTo>
                  <a:pt x="2231249" y="112754"/>
                  <a:pt x="2232982" y="115208"/>
                  <a:pt x="2235497" y="117018"/>
                </a:cubicBezTo>
                <a:cubicBezTo>
                  <a:pt x="2238013" y="118828"/>
                  <a:pt x="2241203" y="119733"/>
                  <a:pt x="2245069" y="119733"/>
                </a:cubicBezTo>
                <a:cubicBezTo>
                  <a:pt x="2249486" y="119733"/>
                  <a:pt x="2253444" y="118521"/>
                  <a:pt x="2256941" y="116098"/>
                </a:cubicBezTo>
                <a:cubicBezTo>
                  <a:pt x="2260438" y="113674"/>
                  <a:pt x="2262831" y="110668"/>
                  <a:pt x="2264119" y="107079"/>
                </a:cubicBezTo>
                <a:cubicBezTo>
                  <a:pt x="2265408" y="103490"/>
                  <a:pt x="2266052" y="94701"/>
                  <a:pt x="2266052" y="80712"/>
                </a:cubicBezTo>
                <a:lnTo>
                  <a:pt x="2266052" y="39482"/>
                </a:lnTo>
                <a:lnTo>
                  <a:pt x="2291913" y="39482"/>
                </a:lnTo>
                <a:lnTo>
                  <a:pt x="2291913" y="137219"/>
                </a:lnTo>
                <a:lnTo>
                  <a:pt x="2267893" y="137219"/>
                </a:lnTo>
                <a:close/>
                <a:moveTo>
                  <a:pt x="2343122" y="137219"/>
                </a:moveTo>
                <a:lnTo>
                  <a:pt x="2317262" y="137219"/>
                </a:lnTo>
                <a:lnTo>
                  <a:pt x="2317262" y="39482"/>
                </a:lnTo>
                <a:lnTo>
                  <a:pt x="2341282" y="39482"/>
                </a:lnTo>
                <a:lnTo>
                  <a:pt x="2341282" y="53378"/>
                </a:lnTo>
                <a:cubicBezTo>
                  <a:pt x="2345393" y="46813"/>
                  <a:pt x="2349089" y="42488"/>
                  <a:pt x="2352372" y="40402"/>
                </a:cubicBezTo>
                <a:cubicBezTo>
                  <a:pt x="2355654" y="38316"/>
                  <a:pt x="2359381" y="37273"/>
                  <a:pt x="2363553" y="37273"/>
                </a:cubicBezTo>
                <a:cubicBezTo>
                  <a:pt x="2369444" y="37273"/>
                  <a:pt x="2375119" y="38899"/>
                  <a:pt x="2380579" y="42150"/>
                </a:cubicBezTo>
                <a:lnTo>
                  <a:pt x="2372573" y="64698"/>
                </a:lnTo>
                <a:cubicBezTo>
                  <a:pt x="2368216" y="61876"/>
                  <a:pt x="2364167" y="60465"/>
                  <a:pt x="2360424" y="60465"/>
                </a:cubicBezTo>
                <a:cubicBezTo>
                  <a:pt x="2356805" y="60465"/>
                  <a:pt x="2353737" y="61462"/>
                  <a:pt x="2351221" y="63456"/>
                </a:cubicBezTo>
                <a:cubicBezTo>
                  <a:pt x="2348706" y="65450"/>
                  <a:pt x="2346727" y="69054"/>
                  <a:pt x="2345285" y="74270"/>
                </a:cubicBezTo>
                <a:cubicBezTo>
                  <a:pt x="2343843" y="79485"/>
                  <a:pt x="2343122" y="90406"/>
                  <a:pt x="2343122" y="107033"/>
                </a:cubicBezTo>
                <a:lnTo>
                  <a:pt x="2343122" y="137219"/>
                </a:lnTo>
                <a:close/>
                <a:moveTo>
                  <a:pt x="2449246" y="106112"/>
                </a:moveTo>
                <a:lnTo>
                  <a:pt x="2475015" y="110438"/>
                </a:lnTo>
                <a:cubicBezTo>
                  <a:pt x="2471702" y="119887"/>
                  <a:pt x="2466471" y="127080"/>
                  <a:pt x="2459323" y="132019"/>
                </a:cubicBezTo>
                <a:cubicBezTo>
                  <a:pt x="2452176" y="136958"/>
                  <a:pt x="2443233" y="139428"/>
                  <a:pt x="2432496" y="139428"/>
                </a:cubicBezTo>
                <a:cubicBezTo>
                  <a:pt x="2415501" y="139428"/>
                  <a:pt x="2402923" y="133875"/>
                  <a:pt x="2394763" y="122770"/>
                </a:cubicBezTo>
                <a:cubicBezTo>
                  <a:pt x="2388321" y="113874"/>
                  <a:pt x="2385100" y="102646"/>
                  <a:pt x="2385100" y="89087"/>
                </a:cubicBezTo>
                <a:cubicBezTo>
                  <a:pt x="2385100" y="72889"/>
                  <a:pt x="2389333" y="60204"/>
                  <a:pt x="2397800" y="51032"/>
                </a:cubicBezTo>
                <a:cubicBezTo>
                  <a:pt x="2406267" y="41859"/>
                  <a:pt x="2416973" y="37273"/>
                  <a:pt x="2429919" y="37273"/>
                </a:cubicBezTo>
                <a:cubicBezTo>
                  <a:pt x="2444460" y="37273"/>
                  <a:pt x="2455933" y="42074"/>
                  <a:pt x="2464339" y="51676"/>
                </a:cubicBezTo>
                <a:cubicBezTo>
                  <a:pt x="2472745" y="61278"/>
                  <a:pt x="2476763" y="75987"/>
                  <a:pt x="2476395" y="95805"/>
                </a:cubicBezTo>
                <a:lnTo>
                  <a:pt x="2411605" y="95805"/>
                </a:lnTo>
                <a:cubicBezTo>
                  <a:pt x="2411789" y="103474"/>
                  <a:pt x="2413875" y="109441"/>
                  <a:pt x="2417863" y="113705"/>
                </a:cubicBezTo>
                <a:cubicBezTo>
                  <a:pt x="2421851" y="117969"/>
                  <a:pt x="2426821" y="120101"/>
                  <a:pt x="2432772" y="120101"/>
                </a:cubicBezTo>
                <a:cubicBezTo>
                  <a:pt x="2436822" y="120101"/>
                  <a:pt x="2440227" y="118997"/>
                  <a:pt x="2442988" y="116788"/>
                </a:cubicBezTo>
                <a:cubicBezTo>
                  <a:pt x="2445749" y="114579"/>
                  <a:pt x="2447835" y="111021"/>
                  <a:pt x="2449246" y="106112"/>
                </a:cubicBezTo>
                <a:moveTo>
                  <a:pt x="2450718" y="79975"/>
                </a:moveTo>
                <a:cubicBezTo>
                  <a:pt x="2450534" y="72490"/>
                  <a:pt x="2448602" y="66800"/>
                  <a:pt x="2444920" y="62904"/>
                </a:cubicBezTo>
                <a:cubicBezTo>
                  <a:pt x="2441239" y="59008"/>
                  <a:pt x="2436760" y="57060"/>
                  <a:pt x="2431484" y="57060"/>
                </a:cubicBezTo>
                <a:cubicBezTo>
                  <a:pt x="2425839" y="57060"/>
                  <a:pt x="2421176" y="59115"/>
                  <a:pt x="2417495" y="63226"/>
                </a:cubicBezTo>
                <a:cubicBezTo>
                  <a:pt x="2413814" y="67336"/>
                  <a:pt x="2412004" y="72920"/>
                  <a:pt x="2412065" y="79975"/>
                </a:cubicBezTo>
                <a:lnTo>
                  <a:pt x="2450718" y="79975"/>
                </a:lnTo>
                <a:close/>
                <a:moveTo>
                  <a:pt x="2497272" y="137219"/>
                </a:moveTo>
                <a:lnTo>
                  <a:pt x="2497272" y="111358"/>
                </a:lnTo>
                <a:lnTo>
                  <a:pt x="2523133" y="111358"/>
                </a:lnTo>
                <a:lnTo>
                  <a:pt x="2523133" y="137219"/>
                </a:lnTo>
                <a:lnTo>
                  <a:pt x="2497272" y="1372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B.Directlymigrateterrestrialsolution">
            <a:extLst xmlns:a="http://schemas.openxmlformats.org/drawingml/2006/main">
              <a:ext uri="{FF2B5EF4-FFF2-40B4-BE49-F238E27FC236}">
                <a16:creationId xmlns:a16="http://schemas.microsoft.com/office/drawing/2014/main" id="{88F4D6D1-7A07-430D-864C-E2113290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096" y="1411175"/>
            <a:ext cx="3346463" cy="174584"/>
          </a:xfrm>
          <a:custGeom xmlns:a="http://schemas.openxmlformats.org/drawingml/2006/main">
            <a:pathLst>
              <a:path w="3346463" h="174584">
                <a:moveTo>
                  <a:pt x="0" y="0"/>
                </a:moveTo>
                <a:lnTo>
                  <a:pt x="53931" y="0"/>
                </a:lnTo>
                <a:cubicBezTo>
                  <a:pt x="64606" y="0"/>
                  <a:pt x="72567" y="445"/>
                  <a:pt x="77813" y="1334"/>
                </a:cubicBezTo>
                <a:cubicBezTo>
                  <a:pt x="83059" y="2224"/>
                  <a:pt x="87752" y="4080"/>
                  <a:pt x="91894" y="6902"/>
                </a:cubicBezTo>
                <a:cubicBezTo>
                  <a:pt x="96035" y="9725"/>
                  <a:pt x="99486" y="13483"/>
                  <a:pt x="102247" y="18176"/>
                </a:cubicBezTo>
                <a:cubicBezTo>
                  <a:pt x="105008" y="22870"/>
                  <a:pt x="106389" y="28131"/>
                  <a:pt x="106389" y="33960"/>
                </a:cubicBezTo>
                <a:cubicBezTo>
                  <a:pt x="106389" y="40279"/>
                  <a:pt x="104686" y="46077"/>
                  <a:pt x="101281" y="51354"/>
                </a:cubicBezTo>
                <a:cubicBezTo>
                  <a:pt x="97876" y="56630"/>
                  <a:pt x="93259" y="60587"/>
                  <a:pt x="87430" y="63226"/>
                </a:cubicBezTo>
                <a:cubicBezTo>
                  <a:pt x="95652" y="65619"/>
                  <a:pt x="101971" y="69699"/>
                  <a:pt x="106389" y="75466"/>
                </a:cubicBezTo>
                <a:cubicBezTo>
                  <a:pt x="110806" y="81233"/>
                  <a:pt x="113015" y="88013"/>
                  <a:pt x="113015" y="95805"/>
                </a:cubicBezTo>
                <a:cubicBezTo>
                  <a:pt x="113015" y="101940"/>
                  <a:pt x="111588" y="107907"/>
                  <a:pt x="108735" y="113705"/>
                </a:cubicBezTo>
                <a:cubicBezTo>
                  <a:pt x="105882" y="119503"/>
                  <a:pt x="101986" y="124135"/>
                  <a:pt x="97047" y="127602"/>
                </a:cubicBezTo>
                <a:cubicBezTo>
                  <a:pt x="92108" y="131068"/>
                  <a:pt x="86019" y="133200"/>
                  <a:pt x="78779" y="133998"/>
                </a:cubicBezTo>
                <a:cubicBezTo>
                  <a:pt x="74239" y="134489"/>
                  <a:pt x="63287" y="134796"/>
                  <a:pt x="45924" y="134918"/>
                </a:cubicBezTo>
                <a:lnTo>
                  <a:pt x="0" y="134918"/>
                </a:lnTo>
                <a:lnTo>
                  <a:pt x="0" y="0"/>
                </a:lnTo>
                <a:moveTo>
                  <a:pt x="27241" y="22456"/>
                </a:moveTo>
                <a:lnTo>
                  <a:pt x="27241" y="53654"/>
                </a:lnTo>
                <a:lnTo>
                  <a:pt x="45095" y="53654"/>
                </a:lnTo>
                <a:cubicBezTo>
                  <a:pt x="55710" y="53654"/>
                  <a:pt x="62305" y="53501"/>
                  <a:pt x="64882" y="53194"/>
                </a:cubicBezTo>
                <a:cubicBezTo>
                  <a:pt x="69545" y="52642"/>
                  <a:pt x="73211" y="51032"/>
                  <a:pt x="75880" y="48363"/>
                </a:cubicBezTo>
                <a:cubicBezTo>
                  <a:pt x="78549" y="45694"/>
                  <a:pt x="79883" y="42181"/>
                  <a:pt x="79883" y="37825"/>
                </a:cubicBezTo>
                <a:cubicBezTo>
                  <a:pt x="79883" y="33653"/>
                  <a:pt x="78733" y="30263"/>
                  <a:pt x="76432" y="27656"/>
                </a:cubicBezTo>
                <a:cubicBezTo>
                  <a:pt x="74131" y="25048"/>
                  <a:pt x="70711" y="23468"/>
                  <a:pt x="66171" y="22916"/>
                </a:cubicBezTo>
                <a:cubicBezTo>
                  <a:pt x="63471" y="22609"/>
                  <a:pt x="55710" y="22456"/>
                  <a:pt x="42887" y="22456"/>
                </a:cubicBezTo>
                <a:lnTo>
                  <a:pt x="27241" y="22456"/>
                </a:lnTo>
                <a:moveTo>
                  <a:pt x="27241" y="76110"/>
                </a:moveTo>
                <a:lnTo>
                  <a:pt x="27241" y="112187"/>
                </a:lnTo>
                <a:lnTo>
                  <a:pt x="52458" y="112187"/>
                </a:lnTo>
                <a:cubicBezTo>
                  <a:pt x="62275" y="112187"/>
                  <a:pt x="68502" y="111910"/>
                  <a:pt x="71140" y="111358"/>
                </a:cubicBezTo>
                <a:cubicBezTo>
                  <a:pt x="75190" y="110622"/>
                  <a:pt x="78488" y="108827"/>
                  <a:pt x="81034" y="105974"/>
                </a:cubicBezTo>
                <a:cubicBezTo>
                  <a:pt x="83580" y="103121"/>
                  <a:pt x="84853" y="99302"/>
                  <a:pt x="84853" y="94516"/>
                </a:cubicBezTo>
                <a:cubicBezTo>
                  <a:pt x="84853" y="90467"/>
                  <a:pt x="83871" y="87031"/>
                  <a:pt x="81908" y="84209"/>
                </a:cubicBezTo>
                <a:cubicBezTo>
                  <a:pt x="79945" y="81387"/>
                  <a:pt x="77107" y="79331"/>
                  <a:pt x="73395" y="78043"/>
                </a:cubicBezTo>
                <a:cubicBezTo>
                  <a:pt x="69683" y="76754"/>
                  <a:pt x="61631" y="76110"/>
                  <a:pt x="49237" y="76110"/>
                </a:cubicBezTo>
                <a:lnTo>
                  <a:pt x="27241" y="76110"/>
                </a:lnTo>
                <a:close/>
                <a:moveTo>
                  <a:pt x="136391" y="134918"/>
                </a:moveTo>
                <a:lnTo>
                  <a:pt x="136391" y="109057"/>
                </a:lnTo>
                <a:lnTo>
                  <a:pt x="162252" y="109057"/>
                </a:lnTo>
                <a:lnTo>
                  <a:pt x="162252" y="134918"/>
                </a:lnTo>
                <a:lnTo>
                  <a:pt x="136391" y="134918"/>
                </a:lnTo>
                <a:close/>
                <a:moveTo>
                  <a:pt x="241092" y="0"/>
                </a:moveTo>
                <a:lnTo>
                  <a:pt x="290881" y="0"/>
                </a:lnTo>
                <a:cubicBezTo>
                  <a:pt x="302109" y="0"/>
                  <a:pt x="310668" y="859"/>
                  <a:pt x="316558" y="2577"/>
                </a:cubicBezTo>
                <a:cubicBezTo>
                  <a:pt x="324472" y="4908"/>
                  <a:pt x="331252" y="9050"/>
                  <a:pt x="336897" y="15001"/>
                </a:cubicBezTo>
                <a:cubicBezTo>
                  <a:pt x="342541" y="20953"/>
                  <a:pt x="346836" y="28238"/>
                  <a:pt x="349781" y="36859"/>
                </a:cubicBezTo>
                <a:cubicBezTo>
                  <a:pt x="352726" y="45479"/>
                  <a:pt x="354199" y="56109"/>
                  <a:pt x="354199" y="68748"/>
                </a:cubicBezTo>
                <a:cubicBezTo>
                  <a:pt x="354199" y="79853"/>
                  <a:pt x="352818" y="89424"/>
                  <a:pt x="350057" y="97461"/>
                </a:cubicBezTo>
                <a:cubicBezTo>
                  <a:pt x="346683" y="107278"/>
                  <a:pt x="341866" y="115224"/>
                  <a:pt x="335608" y="121298"/>
                </a:cubicBezTo>
                <a:cubicBezTo>
                  <a:pt x="330884" y="125899"/>
                  <a:pt x="324503" y="129489"/>
                  <a:pt x="316466" y="132065"/>
                </a:cubicBezTo>
                <a:cubicBezTo>
                  <a:pt x="310453" y="133967"/>
                  <a:pt x="302416" y="134918"/>
                  <a:pt x="292353" y="134918"/>
                </a:cubicBezTo>
                <a:lnTo>
                  <a:pt x="241092" y="134918"/>
                </a:lnTo>
                <a:lnTo>
                  <a:pt x="241092" y="0"/>
                </a:lnTo>
                <a:moveTo>
                  <a:pt x="268333" y="22824"/>
                </a:moveTo>
                <a:lnTo>
                  <a:pt x="268333" y="112187"/>
                </a:lnTo>
                <a:lnTo>
                  <a:pt x="288672" y="112187"/>
                </a:lnTo>
                <a:cubicBezTo>
                  <a:pt x="296280" y="112187"/>
                  <a:pt x="301771" y="111757"/>
                  <a:pt x="305146" y="110898"/>
                </a:cubicBezTo>
                <a:cubicBezTo>
                  <a:pt x="309563" y="109794"/>
                  <a:pt x="313229" y="107922"/>
                  <a:pt x="316144" y="105284"/>
                </a:cubicBezTo>
                <a:cubicBezTo>
                  <a:pt x="319058" y="102646"/>
                  <a:pt x="321435" y="98305"/>
                  <a:pt x="323276" y="92262"/>
                </a:cubicBezTo>
                <a:cubicBezTo>
                  <a:pt x="325117" y="86218"/>
                  <a:pt x="326037" y="77981"/>
                  <a:pt x="326037" y="67551"/>
                </a:cubicBezTo>
                <a:cubicBezTo>
                  <a:pt x="326037" y="57121"/>
                  <a:pt x="325117" y="49114"/>
                  <a:pt x="323276" y="43531"/>
                </a:cubicBezTo>
                <a:cubicBezTo>
                  <a:pt x="321435" y="37948"/>
                  <a:pt x="318859" y="33592"/>
                  <a:pt x="315545" y="30462"/>
                </a:cubicBezTo>
                <a:cubicBezTo>
                  <a:pt x="312232" y="27333"/>
                  <a:pt x="308029" y="25217"/>
                  <a:pt x="302937" y="24112"/>
                </a:cubicBezTo>
                <a:cubicBezTo>
                  <a:pt x="299133" y="23253"/>
                  <a:pt x="291679" y="22824"/>
                  <a:pt x="280573" y="22824"/>
                </a:cubicBezTo>
                <a:lnTo>
                  <a:pt x="268333" y="22824"/>
                </a:lnTo>
                <a:close/>
                <a:moveTo>
                  <a:pt x="377667" y="23928"/>
                </a:moveTo>
                <a:lnTo>
                  <a:pt x="377667" y="0"/>
                </a:lnTo>
                <a:lnTo>
                  <a:pt x="403528" y="0"/>
                </a:lnTo>
                <a:lnTo>
                  <a:pt x="403528" y="23928"/>
                </a:lnTo>
                <a:lnTo>
                  <a:pt x="377667" y="23928"/>
                </a:lnTo>
                <a:moveTo>
                  <a:pt x="377667" y="134918"/>
                </a:moveTo>
                <a:lnTo>
                  <a:pt x="377667" y="37181"/>
                </a:lnTo>
                <a:lnTo>
                  <a:pt x="403528" y="37181"/>
                </a:lnTo>
                <a:lnTo>
                  <a:pt x="403528" y="134918"/>
                </a:lnTo>
                <a:lnTo>
                  <a:pt x="377667" y="134918"/>
                </a:lnTo>
                <a:close/>
                <a:moveTo>
                  <a:pt x="454652" y="134918"/>
                </a:moveTo>
                <a:lnTo>
                  <a:pt x="428791" y="134918"/>
                </a:lnTo>
                <a:lnTo>
                  <a:pt x="428791" y="37181"/>
                </a:lnTo>
                <a:lnTo>
                  <a:pt x="452811" y="37181"/>
                </a:lnTo>
                <a:lnTo>
                  <a:pt x="452811" y="51078"/>
                </a:lnTo>
                <a:cubicBezTo>
                  <a:pt x="456922" y="44513"/>
                  <a:pt x="460619" y="40187"/>
                  <a:pt x="463901" y="38101"/>
                </a:cubicBezTo>
                <a:cubicBezTo>
                  <a:pt x="467184" y="36015"/>
                  <a:pt x="470911" y="34972"/>
                  <a:pt x="475083" y="34972"/>
                </a:cubicBezTo>
                <a:cubicBezTo>
                  <a:pt x="480973" y="34972"/>
                  <a:pt x="486648" y="36598"/>
                  <a:pt x="492109" y="39850"/>
                </a:cubicBezTo>
                <a:lnTo>
                  <a:pt x="484102" y="62397"/>
                </a:lnTo>
                <a:cubicBezTo>
                  <a:pt x="479746" y="59575"/>
                  <a:pt x="475696" y="58164"/>
                  <a:pt x="471954" y="58164"/>
                </a:cubicBezTo>
                <a:cubicBezTo>
                  <a:pt x="468334" y="58164"/>
                  <a:pt x="465266" y="59161"/>
                  <a:pt x="462751" y="61155"/>
                </a:cubicBezTo>
                <a:cubicBezTo>
                  <a:pt x="460235" y="63149"/>
                  <a:pt x="458256" y="66754"/>
                  <a:pt x="456815" y="71969"/>
                </a:cubicBezTo>
                <a:cubicBezTo>
                  <a:pt x="455373" y="77184"/>
                  <a:pt x="454652" y="88105"/>
                  <a:pt x="454652" y="104732"/>
                </a:cubicBezTo>
                <a:lnTo>
                  <a:pt x="454652" y="134918"/>
                </a:lnTo>
                <a:close/>
                <a:moveTo>
                  <a:pt x="560775" y="103812"/>
                </a:moveTo>
                <a:lnTo>
                  <a:pt x="586544" y="108137"/>
                </a:lnTo>
                <a:cubicBezTo>
                  <a:pt x="583231" y="117586"/>
                  <a:pt x="578001" y="124780"/>
                  <a:pt x="570853" y="129719"/>
                </a:cubicBezTo>
                <a:cubicBezTo>
                  <a:pt x="563705" y="134658"/>
                  <a:pt x="554763" y="137127"/>
                  <a:pt x="544026" y="137127"/>
                </a:cubicBezTo>
                <a:cubicBezTo>
                  <a:pt x="527030" y="137127"/>
                  <a:pt x="514453" y="131575"/>
                  <a:pt x="506293" y="120469"/>
                </a:cubicBezTo>
                <a:cubicBezTo>
                  <a:pt x="499850" y="111573"/>
                  <a:pt x="496629" y="100345"/>
                  <a:pt x="496629" y="86786"/>
                </a:cubicBezTo>
                <a:cubicBezTo>
                  <a:pt x="496629" y="70588"/>
                  <a:pt x="500863" y="57903"/>
                  <a:pt x="509330" y="48731"/>
                </a:cubicBezTo>
                <a:cubicBezTo>
                  <a:pt x="517796" y="39558"/>
                  <a:pt x="528503" y="34972"/>
                  <a:pt x="541449" y="34972"/>
                </a:cubicBezTo>
                <a:cubicBezTo>
                  <a:pt x="555990" y="34972"/>
                  <a:pt x="567463" y="39773"/>
                  <a:pt x="575868" y="49375"/>
                </a:cubicBezTo>
                <a:cubicBezTo>
                  <a:pt x="584274" y="58977"/>
                  <a:pt x="588293" y="73687"/>
                  <a:pt x="587925" y="93504"/>
                </a:cubicBezTo>
                <a:lnTo>
                  <a:pt x="523134" y="93504"/>
                </a:lnTo>
                <a:cubicBezTo>
                  <a:pt x="523318" y="101173"/>
                  <a:pt x="525404" y="107140"/>
                  <a:pt x="529392" y="111404"/>
                </a:cubicBezTo>
                <a:cubicBezTo>
                  <a:pt x="533381" y="115668"/>
                  <a:pt x="538350" y="117800"/>
                  <a:pt x="544302" y="117800"/>
                </a:cubicBezTo>
                <a:cubicBezTo>
                  <a:pt x="548351" y="117800"/>
                  <a:pt x="551756" y="116696"/>
                  <a:pt x="554517" y="114487"/>
                </a:cubicBezTo>
                <a:cubicBezTo>
                  <a:pt x="557278" y="112279"/>
                  <a:pt x="559364" y="108720"/>
                  <a:pt x="560775" y="103812"/>
                </a:cubicBezTo>
                <a:moveTo>
                  <a:pt x="562248" y="77675"/>
                </a:moveTo>
                <a:cubicBezTo>
                  <a:pt x="562064" y="70189"/>
                  <a:pt x="560131" y="64499"/>
                  <a:pt x="556450" y="60603"/>
                </a:cubicBezTo>
                <a:cubicBezTo>
                  <a:pt x="552769" y="56707"/>
                  <a:pt x="548290" y="54759"/>
                  <a:pt x="543013" y="54759"/>
                </a:cubicBezTo>
                <a:cubicBezTo>
                  <a:pt x="537369" y="54759"/>
                  <a:pt x="532706" y="56814"/>
                  <a:pt x="529024" y="60925"/>
                </a:cubicBezTo>
                <a:cubicBezTo>
                  <a:pt x="525343" y="65036"/>
                  <a:pt x="523533" y="70619"/>
                  <a:pt x="523594" y="77675"/>
                </a:cubicBezTo>
                <a:lnTo>
                  <a:pt x="562248" y="77675"/>
                </a:lnTo>
                <a:close/>
                <a:moveTo>
                  <a:pt x="694022" y="66079"/>
                </a:moveTo>
                <a:lnTo>
                  <a:pt x="668530" y="70680"/>
                </a:lnTo>
                <a:cubicBezTo>
                  <a:pt x="667671" y="65588"/>
                  <a:pt x="665723" y="61753"/>
                  <a:pt x="662686" y="59176"/>
                </a:cubicBezTo>
                <a:cubicBezTo>
                  <a:pt x="659649" y="56599"/>
                  <a:pt x="655707" y="55311"/>
                  <a:pt x="650860" y="55311"/>
                </a:cubicBezTo>
                <a:cubicBezTo>
                  <a:pt x="644417" y="55311"/>
                  <a:pt x="639279" y="57535"/>
                  <a:pt x="635444" y="61983"/>
                </a:cubicBezTo>
                <a:cubicBezTo>
                  <a:pt x="631610" y="66431"/>
                  <a:pt x="629692" y="73871"/>
                  <a:pt x="629692" y="84301"/>
                </a:cubicBezTo>
                <a:cubicBezTo>
                  <a:pt x="629692" y="95897"/>
                  <a:pt x="631640" y="104088"/>
                  <a:pt x="635536" y="108873"/>
                </a:cubicBezTo>
                <a:cubicBezTo>
                  <a:pt x="639432" y="113659"/>
                  <a:pt x="644663" y="116052"/>
                  <a:pt x="651228" y="116052"/>
                </a:cubicBezTo>
                <a:cubicBezTo>
                  <a:pt x="656136" y="116052"/>
                  <a:pt x="660155" y="114656"/>
                  <a:pt x="663284" y="111864"/>
                </a:cubicBezTo>
                <a:cubicBezTo>
                  <a:pt x="666413" y="109073"/>
                  <a:pt x="668622" y="104272"/>
                  <a:pt x="669910" y="97461"/>
                </a:cubicBezTo>
                <a:lnTo>
                  <a:pt x="695311" y="101787"/>
                </a:lnTo>
                <a:cubicBezTo>
                  <a:pt x="692673" y="113444"/>
                  <a:pt x="687611" y="122249"/>
                  <a:pt x="680126" y="128200"/>
                </a:cubicBezTo>
                <a:cubicBezTo>
                  <a:pt x="672640" y="134151"/>
                  <a:pt x="662609" y="137127"/>
                  <a:pt x="650031" y="137127"/>
                </a:cubicBezTo>
                <a:cubicBezTo>
                  <a:pt x="635736" y="137127"/>
                  <a:pt x="624339" y="132618"/>
                  <a:pt x="615842" y="123598"/>
                </a:cubicBezTo>
                <a:cubicBezTo>
                  <a:pt x="607344" y="114579"/>
                  <a:pt x="603095" y="102094"/>
                  <a:pt x="603095" y="86142"/>
                </a:cubicBezTo>
                <a:cubicBezTo>
                  <a:pt x="603095" y="70005"/>
                  <a:pt x="607359" y="57443"/>
                  <a:pt x="615888" y="48455"/>
                </a:cubicBezTo>
                <a:cubicBezTo>
                  <a:pt x="624416" y="39466"/>
                  <a:pt x="635951" y="34972"/>
                  <a:pt x="650492" y="34972"/>
                </a:cubicBezTo>
                <a:cubicBezTo>
                  <a:pt x="662394" y="34972"/>
                  <a:pt x="671858" y="37534"/>
                  <a:pt x="678883" y="42657"/>
                </a:cubicBezTo>
                <a:cubicBezTo>
                  <a:pt x="685908" y="47780"/>
                  <a:pt x="690955" y="55587"/>
                  <a:pt x="694022" y="66079"/>
                </a:cubicBezTo>
                <a:close/>
                <a:moveTo>
                  <a:pt x="758247" y="37181"/>
                </a:moveTo>
                <a:lnTo>
                  <a:pt x="758247" y="57796"/>
                </a:lnTo>
                <a:lnTo>
                  <a:pt x="740576" y="57796"/>
                </a:lnTo>
                <a:lnTo>
                  <a:pt x="740576" y="97185"/>
                </a:lnTo>
                <a:cubicBezTo>
                  <a:pt x="740576" y="105161"/>
                  <a:pt x="740745" y="109809"/>
                  <a:pt x="741083" y="111128"/>
                </a:cubicBezTo>
                <a:cubicBezTo>
                  <a:pt x="741420" y="112447"/>
                  <a:pt x="742187" y="113536"/>
                  <a:pt x="743383" y="114395"/>
                </a:cubicBezTo>
                <a:cubicBezTo>
                  <a:pt x="744580" y="115254"/>
                  <a:pt x="746037" y="115684"/>
                  <a:pt x="747755" y="115684"/>
                </a:cubicBezTo>
                <a:cubicBezTo>
                  <a:pt x="750148" y="115684"/>
                  <a:pt x="753614" y="114855"/>
                  <a:pt x="758154" y="113199"/>
                </a:cubicBezTo>
                <a:lnTo>
                  <a:pt x="760363" y="133262"/>
                </a:lnTo>
                <a:cubicBezTo>
                  <a:pt x="754351" y="135839"/>
                  <a:pt x="747540" y="137127"/>
                  <a:pt x="739932" y="137127"/>
                </a:cubicBezTo>
                <a:cubicBezTo>
                  <a:pt x="735269" y="137127"/>
                  <a:pt x="731067" y="136345"/>
                  <a:pt x="727324" y="134780"/>
                </a:cubicBezTo>
                <a:cubicBezTo>
                  <a:pt x="723581" y="133216"/>
                  <a:pt x="720836" y="131191"/>
                  <a:pt x="719087" y="128706"/>
                </a:cubicBezTo>
                <a:cubicBezTo>
                  <a:pt x="717338" y="126221"/>
                  <a:pt x="716127" y="122862"/>
                  <a:pt x="715452" y="118629"/>
                </a:cubicBezTo>
                <a:cubicBezTo>
                  <a:pt x="714900" y="115622"/>
                  <a:pt x="714624" y="109548"/>
                  <a:pt x="714624" y="100407"/>
                </a:cubicBezTo>
                <a:lnTo>
                  <a:pt x="714624" y="57796"/>
                </a:lnTo>
                <a:lnTo>
                  <a:pt x="702751" y="57796"/>
                </a:lnTo>
                <a:lnTo>
                  <a:pt x="702751" y="37181"/>
                </a:lnTo>
                <a:lnTo>
                  <a:pt x="714624" y="37181"/>
                </a:lnTo>
                <a:lnTo>
                  <a:pt x="714624" y="17762"/>
                </a:lnTo>
                <a:lnTo>
                  <a:pt x="740576" y="2669"/>
                </a:lnTo>
                <a:lnTo>
                  <a:pt x="740576" y="37181"/>
                </a:lnTo>
                <a:lnTo>
                  <a:pt x="758247" y="37181"/>
                </a:lnTo>
                <a:close/>
                <a:moveTo>
                  <a:pt x="775833" y="134918"/>
                </a:moveTo>
                <a:lnTo>
                  <a:pt x="775833" y="0"/>
                </a:lnTo>
                <a:lnTo>
                  <a:pt x="801694" y="0"/>
                </a:lnTo>
                <a:lnTo>
                  <a:pt x="801694" y="134918"/>
                </a:lnTo>
                <a:lnTo>
                  <a:pt x="775833" y="134918"/>
                </a:lnTo>
                <a:close/>
                <a:moveTo>
                  <a:pt x="815821" y="37181"/>
                </a:moveTo>
                <a:lnTo>
                  <a:pt x="843338" y="37181"/>
                </a:lnTo>
                <a:lnTo>
                  <a:pt x="866714" y="106573"/>
                </a:lnTo>
                <a:lnTo>
                  <a:pt x="889538" y="37181"/>
                </a:lnTo>
                <a:lnTo>
                  <a:pt x="916319" y="37181"/>
                </a:lnTo>
                <a:lnTo>
                  <a:pt x="881808" y="131237"/>
                </a:lnTo>
                <a:lnTo>
                  <a:pt x="875642" y="148263"/>
                </a:lnTo>
                <a:cubicBezTo>
                  <a:pt x="873371" y="153969"/>
                  <a:pt x="871209" y="158325"/>
                  <a:pt x="869153" y="161331"/>
                </a:cubicBezTo>
                <a:cubicBezTo>
                  <a:pt x="867098" y="164338"/>
                  <a:pt x="864736" y="166777"/>
                  <a:pt x="862067" y="168648"/>
                </a:cubicBezTo>
                <a:cubicBezTo>
                  <a:pt x="859398" y="170519"/>
                  <a:pt x="856115" y="171976"/>
                  <a:pt x="852219" y="173019"/>
                </a:cubicBezTo>
                <a:cubicBezTo>
                  <a:pt x="848323" y="174062"/>
                  <a:pt x="843921" y="174584"/>
                  <a:pt x="839013" y="174584"/>
                </a:cubicBezTo>
                <a:cubicBezTo>
                  <a:pt x="834043" y="174584"/>
                  <a:pt x="829166" y="174062"/>
                  <a:pt x="824380" y="173019"/>
                </a:cubicBezTo>
                <a:lnTo>
                  <a:pt x="822079" y="152773"/>
                </a:lnTo>
                <a:cubicBezTo>
                  <a:pt x="826128" y="153570"/>
                  <a:pt x="829779" y="153969"/>
                  <a:pt x="833031" y="153969"/>
                </a:cubicBezTo>
                <a:cubicBezTo>
                  <a:pt x="839044" y="153969"/>
                  <a:pt x="843492" y="152205"/>
                  <a:pt x="846375" y="148677"/>
                </a:cubicBezTo>
                <a:cubicBezTo>
                  <a:pt x="849259" y="145149"/>
                  <a:pt x="851468" y="140655"/>
                  <a:pt x="853002" y="135194"/>
                </a:cubicBezTo>
                <a:lnTo>
                  <a:pt x="815821" y="37181"/>
                </a:lnTo>
                <a:close/>
                <a:moveTo>
                  <a:pt x="982982" y="37181"/>
                </a:moveTo>
                <a:lnTo>
                  <a:pt x="1006818" y="37181"/>
                </a:lnTo>
                <a:lnTo>
                  <a:pt x="1006818" y="50525"/>
                </a:lnTo>
                <a:cubicBezTo>
                  <a:pt x="1015347" y="40156"/>
                  <a:pt x="1025501" y="34972"/>
                  <a:pt x="1037281" y="34972"/>
                </a:cubicBezTo>
                <a:cubicBezTo>
                  <a:pt x="1043539" y="34972"/>
                  <a:pt x="1048969" y="36260"/>
                  <a:pt x="1053570" y="38837"/>
                </a:cubicBezTo>
                <a:cubicBezTo>
                  <a:pt x="1058172" y="41414"/>
                  <a:pt x="1061945" y="45310"/>
                  <a:pt x="1064890" y="50525"/>
                </a:cubicBezTo>
                <a:cubicBezTo>
                  <a:pt x="1069185" y="45310"/>
                  <a:pt x="1073817" y="41414"/>
                  <a:pt x="1078787" y="38837"/>
                </a:cubicBezTo>
                <a:cubicBezTo>
                  <a:pt x="1083757" y="36260"/>
                  <a:pt x="1089064" y="34972"/>
                  <a:pt x="1094708" y="34972"/>
                </a:cubicBezTo>
                <a:cubicBezTo>
                  <a:pt x="1101887" y="34972"/>
                  <a:pt x="1107961" y="36429"/>
                  <a:pt x="1112931" y="39344"/>
                </a:cubicBezTo>
                <a:cubicBezTo>
                  <a:pt x="1117900" y="42258"/>
                  <a:pt x="1121612" y="46537"/>
                  <a:pt x="1124067" y="52182"/>
                </a:cubicBezTo>
                <a:cubicBezTo>
                  <a:pt x="1125846" y="56354"/>
                  <a:pt x="1126735" y="63103"/>
                  <a:pt x="1126735" y="72429"/>
                </a:cubicBezTo>
                <a:lnTo>
                  <a:pt x="1126735" y="134918"/>
                </a:lnTo>
                <a:lnTo>
                  <a:pt x="1100875" y="134918"/>
                </a:lnTo>
                <a:lnTo>
                  <a:pt x="1100875" y="79055"/>
                </a:lnTo>
                <a:cubicBezTo>
                  <a:pt x="1100875" y="69361"/>
                  <a:pt x="1099985" y="63103"/>
                  <a:pt x="1098206" y="60281"/>
                </a:cubicBezTo>
                <a:cubicBezTo>
                  <a:pt x="1095813" y="56599"/>
                  <a:pt x="1092132" y="54759"/>
                  <a:pt x="1087162" y="54759"/>
                </a:cubicBezTo>
                <a:cubicBezTo>
                  <a:pt x="1083542" y="54759"/>
                  <a:pt x="1080137" y="55863"/>
                  <a:pt x="1076946" y="58072"/>
                </a:cubicBezTo>
                <a:cubicBezTo>
                  <a:pt x="1073756" y="60281"/>
                  <a:pt x="1071455" y="63517"/>
                  <a:pt x="1070044" y="67781"/>
                </a:cubicBezTo>
                <a:cubicBezTo>
                  <a:pt x="1068633" y="72045"/>
                  <a:pt x="1067927" y="78779"/>
                  <a:pt x="1067927" y="87982"/>
                </a:cubicBezTo>
                <a:lnTo>
                  <a:pt x="1067927" y="134918"/>
                </a:lnTo>
                <a:lnTo>
                  <a:pt x="1042066" y="134918"/>
                </a:lnTo>
                <a:lnTo>
                  <a:pt x="1042066" y="81356"/>
                </a:lnTo>
                <a:cubicBezTo>
                  <a:pt x="1042066" y="71846"/>
                  <a:pt x="1041606" y="65711"/>
                  <a:pt x="1040686" y="62950"/>
                </a:cubicBezTo>
                <a:cubicBezTo>
                  <a:pt x="1039766" y="60189"/>
                  <a:pt x="1038339" y="58133"/>
                  <a:pt x="1036406" y="56784"/>
                </a:cubicBezTo>
                <a:cubicBezTo>
                  <a:pt x="1034474" y="55434"/>
                  <a:pt x="1031851" y="54759"/>
                  <a:pt x="1028538" y="54759"/>
                </a:cubicBezTo>
                <a:cubicBezTo>
                  <a:pt x="1024550" y="54759"/>
                  <a:pt x="1020960" y="55833"/>
                  <a:pt x="1017770" y="57980"/>
                </a:cubicBezTo>
                <a:cubicBezTo>
                  <a:pt x="1014580" y="60127"/>
                  <a:pt x="1012294" y="63226"/>
                  <a:pt x="1010914" y="67275"/>
                </a:cubicBezTo>
                <a:cubicBezTo>
                  <a:pt x="1009533" y="71325"/>
                  <a:pt x="1008843" y="78043"/>
                  <a:pt x="1008843" y="87430"/>
                </a:cubicBezTo>
                <a:lnTo>
                  <a:pt x="1008843" y="134918"/>
                </a:lnTo>
                <a:lnTo>
                  <a:pt x="982982" y="134918"/>
                </a:lnTo>
                <a:lnTo>
                  <a:pt x="982982" y="37181"/>
                </a:lnTo>
                <a:close/>
                <a:moveTo>
                  <a:pt x="1153624" y="23928"/>
                </a:moveTo>
                <a:lnTo>
                  <a:pt x="1153624" y="0"/>
                </a:lnTo>
                <a:lnTo>
                  <a:pt x="1179485" y="0"/>
                </a:lnTo>
                <a:lnTo>
                  <a:pt x="1179485" y="23928"/>
                </a:lnTo>
                <a:lnTo>
                  <a:pt x="1153624" y="23928"/>
                </a:lnTo>
                <a:moveTo>
                  <a:pt x="1153624" y="134918"/>
                </a:moveTo>
                <a:lnTo>
                  <a:pt x="1153624" y="37181"/>
                </a:lnTo>
                <a:lnTo>
                  <a:pt x="1179485" y="37181"/>
                </a:lnTo>
                <a:lnTo>
                  <a:pt x="1179485" y="134918"/>
                </a:lnTo>
                <a:lnTo>
                  <a:pt x="1153624" y="134918"/>
                </a:lnTo>
                <a:close/>
                <a:moveTo>
                  <a:pt x="1203459" y="141361"/>
                </a:moveTo>
                <a:lnTo>
                  <a:pt x="1233001" y="144950"/>
                </a:lnTo>
                <a:cubicBezTo>
                  <a:pt x="1233492" y="148386"/>
                  <a:pt x="1234627" y="150748"/>
                  <a:pt x="1236406" y="152036"/>
                </a:cubicBezTo>
                <a:cubicBezTo>
                  <a:pt x="1238860" y="153877"/>
                  <a:pt x="1242726" y="154797"/>
                  <a:pt x="1248002" y="154797"/>
                </a:cubicBezTo>
                <a:cubicBezTo>
                  <a:pt x="1254751" y="154797"/>
                  <a:pt x="1259813" y="153785"/>
                  <a:pt x="1263188" y="151760"/>
                </a:cubicBezTo>
                <a:cubicBezTo>
                  <a:pt x="1265458" y="150410"/>
                  <a:pt x="1267176" y="148232"/>
                  <a:pt x="1268341" y="145226"/>
                </a:cubicBezTo>
                <a:cubicBezTo>
                  <a:pt x="1269139" y="143079"/>
                  <a:pt x="1269538" y="139121"/>
                  <a:pt x="1269538" y="133354"/>
                </a:cubicBezTo>
                <a:lnTo>
                  <a:pt x="1269538" y="119089"/>
                </a:lnTo>
                <a:cubicBezTo>
                  <a:pt x="1261807" y="129642"/>
                  <a:pt x="1252052" y="134918"/>
                  <a:pt x="1240272" y="134918"/>
                </a:cubicBezTo>
                <a:cubicBezTo>
                  <a:pt x="1227142" y="134918"/>
                  <a:pt x="1216742" y="129366"/>
                  <a:pt x="1209073" y="118261"/>
                </a:cubicBezTo>
                <a:cubicBezTo>
                  <a:pt x="1203060" y="109487"/>
                  <a:pt x="1200054" y="98566"/>
                  <a:pt x="1200054" y="85497"/>
                </a:cubicBezTo>
                <a:cubicBezTo>
                  <a:pt x="1200054" y="69116"/>
                  <a:pt x="1203996" y="56599"/>
                  <a:pt x="1211880" y="47948"/>
                </a:cubicBezTo>
                <a:cubicBezTo>
                  <a:pt x="1219764" y="39298"/>
                  <a:pt x="1229565" y="34972"/>
                  <a:pt x="1241284" y="34972"/>
                </a:cubicBezTo>
                <a:cubicBezTo>
                  <a:pt x="1253371" y="34972"/>
                  <a:pt x="1263341" y="40279"/>
                  <a:pt x="1271194" y="50893"/>
                </a:cubicBezTo>
                <a:lnTo>
                  <a:pt x="1271194" y="37181"/>
                </a:lnTo>
                <a:lnTo>
                  <a:pt x="1295399" y="37181"/>
                </a:lnTo>
                <a:lnTo>
                  <a:pt x="1295399" y="124887"/>
                </a:lnTo>
                <a:cubicBezTo>
                  <a:pt x="1295399" y="136422"/>
                  <a:pt x="1294448" y="145042"/>
                  <a:pt x="1292546" y="150748"/>
                </a:cubicBezTo>
                <a:cubicBezTo>
                  <a:pt x="1290644" y="156454"/>
                  <a:pt x="1287975" y="160933"/>
                  <a:pt x="1284539" y="164184"/>
                </a:cubicBezTo>
                <a:cubicBezTo>
                  <a:pt x="1281103" y="167436"/>
                  <a:pt x="1276517" y="169982"/>
                  <a:pt x="1270780" y="171823"/>
                </a:cubicBezTo>
                <a:cubicBezTo>
                  <a:pt x="1265043" y="173664"/>
                  <a:pt x="1257788" y="174584"/>
                  <a:pt x="1249015" y="174584"/>
                </a:cubicBezTo>
                <a:cubicBezTo>
                  <a:pt x="1232449" y="174584"/>
                  <a:pt x="1220700" y="171746"/>
                  <a:pt x="1213767" y="166071"/>
                </a:cubicBezTo>
                <a:cubicBezTo>
                  <a:pt x="1206833" y="160396"/>
                  <a:pt x="1203367" y="153202"/>
                  <a:pt x="1203367" y="144490"/>
                </a:cubicBezTo>
                <a:cubicBezTo>
                  <a:pt x="1203367" y="143631"/>
                  <a:pt x="1203398" y="142588"/>
                  <a:pt x="1203459" y="141361"/>
                </a:cubicBezTo>
                <a:moveTo>
                  <a:pt x="1226559" y="84025"/>
                </a:moveTo>
                <a:cubicBezTo>
                  <a:pt x="1226559" y="94394"/>
                  <a:pt x="1228568" y="101986"/>
                  <a:pt x="1232587" y="106803"/>
                </a:cubicBezTo>
                <a:cubicBezTo>
                  <a:pt x="1236606" y="111619"/>
                  <a:pt x="1241560" y="114027"/>
                  <a:pt x="1247450" y="114027"/>
                </a:cubicBezTo>
                <a:cubicBezTo>
                  <a:pt x="1253770" y="114027"/>
                  <a:pt x="1259107" y="111558"/>
                  <a:pt x="1263464" y="106619"/>
                </a:cubicBezTo>
                <a:cubicBezTo>
                  <a:pt x="1267820" y="101680"/>
                  <a:pt x="1269998" y="94363"/>
                  <a:pt x="1269998" y="84669"/>
                </a:cubicBezTo>
                <a:cubicBezTo>
                  <a:pt x="1269998" y="74546"/>
                  <a:pt x="1267912" y="67030"/>
                  <a:pt x="1263740" y="62121"/>
                </a:cubicBezTo>
                <a:cubicBezTo>
                  <a:pt x="1259568" y="57213"/>
                  <a:pt x="1254291" y="54759"/>
                  <a:pt x="1247910" y="54759"/>
                </a:cubicBezTo>
                <a:cubicBezTo>
                  <a:pt x="1241713" y="54759"/>
                  <a:pt x="1236606" y="57167"/>
                  <a:pt x="1232587" y="61983"/>
                </a:cubicBezTo>
                <a:cubicBezTo>
                  <a:pt x="1228568" y="66800"/>
                  <a:pt x="1226559" y="74147"/>
                  <a:pt x="1226559" y="84025"/>
                </a:cubicBezTo>
                <a:close/>
                <a:moveTo>
                  <a:pt x="1345412" y="134918"/>
                </a:moveTo>
                <a:lnTo>
                  <a:pt x="1319551" y="134918"/>
                </a:lnTo>
                <a:lnTo>
                  <a:pt x="1319551" y="37181"/>
                </a:lnTo>
                <a:lnTo>
                  <a:pt x="1343571" y="37181"/>
                </a:lnTo>
                <a:lnTo>
                  <a:pt x="1343571" y="51078"/>
                </a:lnTo>
                <a:cubicBezTo>
                  <a:pt x="1347682" y="44513"/>
                  <a:pt x="1351379" y="40187"/>
                  <a:pt x="1354661" y="38101"/>
                </a:cubicBezTo>
                <a:cubicBezTo>
                  <a:pt x="1357943" y="36015"/>
                  <a:pt x="1361671" y="34972"/>
                  <a:pt x="1365843" y="34972"/>
                </a:cubicBezTo>
                <a:cubicBezTo>
                  <a:pt x="1371733" y="34972"/>
                  <a:pt x="1377408" y="36598"/>
                  <a:pt x="1382869" y="39850"/>
                </a:cubicBezTo>
                <a:lnTo>
                  <a:pt x="1374862" y="62397"/>
                </a:lnTo>
                <a:cubicBezTo>
                  <a:pt x="1370506" y="59575"/>
                  <a:pt x="1366456" y="58164"/>
                  <a:pt x="1362714" y="58164"/>
                </a:cubicBezTo>
                <a:cubicBezTo>
                  <a:pt x="1359094" y="58164"/>
                  <a:pt x="1356026" y="59161"/>
                  <a:pt x="1353511" y="61155"/>
                </a:cubicBezTo>
                <a:cubicBezTo>
                  <a:pt x="1350995" y="63149"/>
                  <a:pt x="1349016" y="66754"/>
                  <a:pt x="1347575" y="71969"/>
                </a:cubicBezTo>
                <a:cubicBezTo>
                  <a:pt x="1346133" y="77184"/>
                  <a:pt x="1345412" y="88105"/>
                  <a:pt x="1345412" y="104732"/>
                </a:cubicBezTo>
                <a:lnTo>
                  <a:pt x="1345412" y="134918"/>
                </a:lnTo>
                <a:close/>
                <a:moveTo>
                  <a:pt x="1414262" y="66999"/>
                </a:moveTo>
                <a:lnTo>
                  <a:pt x="1390794" y="62766"/>
                </a:lnTo>
                <a:cubicBezTo>
                  <a:pt x="1393433" y="53317"/>
                  <a:pt x="1397973" y="46323"/>
                  <a:pt x="1404415" y="41782"/>
                </a:cubicBezTo>
                <a:cubicBezTo>
                  <a:pt x="1410857" y="37242"/>
                  <a:pt x="1420428" y="34972"/>
                  <a:pt x="1433129" y="34972"/>
                </a:cubicBezTo>
                <a:cubicBezTo>
                  <a:pt x="1444663" y="34972"/>
                  <a:pt x="1453253" y="36337"/>
                  <a:pt x="1458898" y="39067"/>
                </a:cubicBezTo>
                <a:cubicBezTo>
                  <a:pt x="1464542" y="41798"/>
                  <a:pt x="1468515" y="45264"/>
                  <a:pt x="1470816" y="49467"/>
                </a:cubicBezTo>
                <a:cubicBezTo>
                  <a:pt x="1473117" y="53670"/>
                  <a:pt x="1474267" y="61385"/>
                  <a:pt x="1474267" y="72613"/>
                </a:cubicBezTo>
                <a:lnTo>
                  <a:pt x="1473991" y="102799"/>
                </a:lnTo>
                <a:cubicBezTo>
                  <a:pt x="1473991" y="111389"/>
                  <a:pt x="1474405" y="117724"/>
                  <a:pt x="1475233" y="121804"/>
                </a:cubicBezTo>
                <a:cubicBezTo>
                  <a:pt x="1476062" y="125884"/>
                  <a:pt x="1477611" y="130255"/>
                  <a:pt x="1479881" y="134918"/>
                </a:cubicBezTo>
                <a:lnTo>
                  <a:pt x="1454296" y="134918"/>
                </a:lnTo>
                <a:cubicBezTo>
                  <a:pt x="1453621" y="133200"/>
                  <a:pt x="1452793" y="130654"/>
                  <a:pt x="1451811" y="127280"/>
                </a:cubicBezTo>
                <a:cubicBezTo>
                  <a:pt x="1451382" y="125746"/>
                  <a:pt x="1451075" y="124734"/>
                  <a:pt x="1450891" y="124243"/>
                </a:cubicBezTo>
                <a:cubicBezTo>
                  <a:pt x="1446473" y="128538"/>
                  <a:pt x="1441749" y="131759"/>
                  <a:pt x="1436718" y="133906"/>
                </a:cubicBezTo>
                <a:cubicBezTo>
                  <a:pt x="1431687" y="136053"/>
                  <a:pt x="1426318" y="137127"/>
                  <a:pt x="1420613" y="137127"/>
                </a:cubicBezTo>
                <a:cubicBezTo>
                  <a:pt x="1410550" y="137127"/>
                  <a:pt x="1402620" y="134397"/>
                  <a:pt x="1396822" y="128936"/>
                </a:cubicBezTo>
                <a:cubicBezTo>
                  <a:pt x="1391024" y="123476"/>
                  <a:pt x="1388125" y="116573"/>
                  <a:pt x="1388125" y="108229"/>
                </a:cubicBezTo>
                <a:cubicBezTo>
                  <a:pt x="1388125" y="102707"/>
                  <a:pt x="1389444" y="97784"/>
                  <a:pt x="1392083" y="93458"/>
                </a:cubicBezTo>
                <a:cubicBezTo>
                  <a:pt x="1394721" y="89133"/>
                  <a:pt x="1398418" y="85819"/>
                  <a:pt x="1403173" y="83519"/>
                </a:cubicBezTo>
                <a:cubicBezTo>
                  <a:pt x="1407928" y="81218"/>
                  <a:pt x="1414784" y="79209"/>
                  <a:pt x="1423742" y="77491"/>
                </a:cubicBezTo>
                <a:cubicBezTo>
                  <a:pt x="1435828" y="75221"/>
                  <a:pt x="1444203" y="73104"/>
                  <a:pt x="1448866" y="71140"/>
                </a:cubicBezTo>
                <a:lnTo>
                  <a:pt x="1448866" y="68564"/>
                </a:lnTo>
                <a:cubicBezTo>
                  <a:pt x="1448866" y="63594"/>
                  <a:pt x="1447639" y="60051"/>
                  <a:pt x="1445185" y="57934"/>
                </a:cubicBezTo>
                <a:cubicBezTo>
                  <a:pt x="1442731" y="55817"/>
                  <a:pt x="1438099" y="54759"/>
                  <a:pt x="1431288" y="54759"/>
                </a:cubicBezTo>
                <a:cubicBezTo>
                  <a:pt x="1426687" y="54759"/>
                  <a:pt x="1423097" y="55664"/>
                  <a:pt x="1420521" y="57474"/>
                </a:cubicBezTo>
                <a:cubicBezTo>
                  <a:pt x="1417944" y="59284"/>
                  <a:pt x="1415858" y="62459"/>
                  <a:pt x="1414262" y="66999"/>
                </a:cubicBezTo>
                <a:moveTo>
                  <a:pt x="1448866" y="87982"/>
                </a:moveTo>
                <a:cubicBezTo>
                  <a:pt x="1445553" y="89087"/>
                  <a:pt x="1440307" y="90406"/>
                  <a:pt x="1433129" y="91940"/>
                </a:cubicBezTo>
                <a:cubicBezTo>
                  <a:pt x="1425950" y="93473"/>
                  <a:pt x="1421257" y="94977"/>
                  <a:pt x="1419048" y="96449"/>
                </a:cubicBezTo>
                <a:cubicBezTo>
                  <a:pt x="1415674" y="98842"/>
                  <a:pt x="1413986" y="101879"/>
                  <a:pt x="1413986" y="105560"/>
                </a:cubicBezTo>
                <a:cubicBezTo>
                  <a:pt x="1413986" y="109180"/>
                  <a:pt x="1415336" y="112309"/>
                  <a:pt x="1418036" y="114948"/>
                </a:cubicBezTo>
                <a:cubicBezTo>
                  <a:pt x="1420735" y="117586"/>
                  <a:pt x="1424171" y="118905"/>
                  <a:pt x="1428343" y="118905"/>
                </a:cubicBezTo>
                <a:cubicBezTo>
                  <a:pt x="1433006" y="118905"/>
                  <a:pt x="1437454" y="117371"/>
                  <a:pt x="1441688" y="114303"/>
                </a:cubicBezTo>
                <a:cubicBezTo>
                  <a:pt x="1444817" y="111972"/>
                  <a:pt x="1446872" y="109119"/>
                  <a:pt x="1447854" y="105744"/>
                </a:cubicBezTo>
                <a:cubicBezTo>
                  <a:pt x="1448529" y="103536"/>
                  <a:pt x="1448866" y="99333"/>
                  <a:pt x="1448866" y="93136"/>
                </a:cubicBezTo>
                <a:lnTo>
                  <a:pt x="1448866" y="87982"/>
                </a:lnTo>
                <a:close/>
                <a:moveTo>
                  <a:pt x="1544380" y="37181"/>
                </a:moveTo>
                <a:lnTo>
                  <a:pt x="1544380" y="57796"/>
                </a:lnTo>
                <a:lnTo>
                  <a:pt x="1526710" y="57796"/>
                </a:lnTo>
                <a:lnTo>
                  <a:pt x="1526710" y="97185"/>
                </a:lnTo>
                <a:cubicBezTo>
                  <a:pt x="1526710" y="105161"/>
                  <a:pt x="1526879" y="109809"/>
                  <a:pt x="1527217" y="111128"/>
                </a:cubicBezTo>
                <a:cubicBezTo>
                  <a:pt x="1527554" y="112447"/>
                  <a:pt x="1528321" y="113536"/>
                  <a:pt x="1529517" y="114395"/>
                </a:cubicBezTo>
                <a:cubicBezTo>
                  <a:pt x="1530714" y="115254"/>
                  <a:pt x="1532171" y="115684"/>
                  <a:pt x="1533889" y="115684"/>
                </a:cubicBezTo>
                <a:cubicBezTo>
                  <a:pt x="1536282" y="115684"/>
                  <a:pt x="1539748" y="114855"/>
                  <a:pt x="1544288" y="113199"/>
                </a:cubicBezTo>
                <a:lnTo>
                  <a:pt x="1546497" y="133262"/>
                </a:lnTo>
                <a:cubicBezTo>
                  <a:pt x="1540484" y="135839"/>
                  <a:pt x="1533674" y="137127"/>
                  <a:pt x="1526066" y="137127"/>
                </a:cubicBezTo>
                <a:cubicBezTo>
                  <a:pt x="1521403" y="137127"/>
                  <a:pt x="1517200" y="136345"/>
                  <a:pt x="1513458" y="134780"/>
                </a:cubicBezTo>
                <a:cubicBezTo>
                  <a:pt x="1509715" y="133216"/>
                  <a:pt x="1506970" y="131191"/>
                  <a:pt x="1505221" y="128706"/>
                </a:cubicBezTo>
                <a:cubicBezTo>
                  <a:pt x="1503472" y="126221"/>
                  <a:pt x="1502261" y="122862"/>
                  <a:pt x="1501586" y="118629"/>
                </a:cubicBezTo>
                <a:cubicBezTo>
                  <a:pt x="1501034" y="115622"/>
                  <a:pt x="1500757" y="109548"/>
                  <a:pt x="1500757" y="100407"/>
                </a:cubicBezTo>
                <a:lnTo>
                  <a:pt x="1500757" y="57796"/>
                </a:lnTo>
                <a:lnTo>
                  <a:pt x="1488885" y="57796"/>
                </a:lnTo>
                <a:lnTo>
                  <a:pt x="1488885" y="37181"/>
                </a:lnTo>
                <a:lnTo>
                  <a:pt x="1500757" y="37181"/>
                </a:lnTo>
                <a:lnTo>
                  <a:pt x="1500757" y="17762"/>
                </a:lnTo>
                <a:lnTo>
                  <a:pt x="1526710" y="2669"/>
                </a:lnTo>
                <a:lnTo>
                  <a:pt x="1526710" y="37181"/>
                </a:lnTo>
                <a:lnTo>
                  <a:pt x="1544380" y="37181"/>
                </a:lnTo>
                <a:close/>
                <a:moveTo>
                  <a:pt x="1618567" y="103812"/>
                </a:moveTo>
                <a:lnTo>
                  <a:pt x="1644335" y="108137"/>
                </a:lnTo>
                <a:cubicBezTo>
                  <a:pt x="1641022" y="117586"/>
                  <a:pt x="1635792" y="124780"/>
                  <a:pt x="1628644" y="129719"/>
                </a:cubicBezTo>
                <a:cubicBezTo>
                  <a:pt x="1621496" y="134658"/>
                  <a:pt x="1612554" y="137127"/>
                  <a:pt x="1601817" y="137127"/>
                </a:cubicBezTo>
                <a:cubicBezTo>
                  <a:pt x="1584822" y="137127"/>
                  <a:pt x="1572244" y="131575"/>
                  <a:pt x="1564084" y="120469"/>
                </a:cubicBezTo>
                <a:cubicBezTo>
                  <a:pt x="1557642" y="111573"/>
                  <a:pt x="1554421" y="100345"/>
                  <a:pt x="1554421" y="86786"/>
                </a:cubicBezTo>
                <a:cubicBezTo>
                  <a:pt x="1554421" y="70588"/>
                  <a:pt x="1558654" y="57903"/>
                  <a:pt x="1567121" y="48731"/>
                </a:cubicBezTo>
                <a:cubicBezTo>
                  <a:pt x="1575588" y="39558"/>
                  <a:pt x="1586294" y="34972"/>
                  <a:pt x="1599240" y="34972"/>
                </a:cubicBezTo>
                <a:cubicBezTo>
                  <a:pt x="1613781" y="34972"/>
                  <a:pt x="1625254" y="39773"/>
                  <a:pt x="1633660" y="49375"/>
                </a:cubicBezTo>
                <a:cubicBezTo>
                  <a:pt x="1642065" y="58977"/>
                  <a:pt x="1646084" y="73687"/>
                  <a:pt x="1645716" y="93504"/>
                </a:cubicBezTo>
                <a:lnTo>
                  <a:pt x="1580926" y="93504"/>
                </a:lnTo>
                <a:cubicBezTo>
                  <a:pt x="1581110" y="101173"/>
                  <a:pt x="1583196" y="107140"/>
                  <a:pt x="1587184" y="111404"/>
                </a:cubicBezTo>
                <a:cubicBezTo>
                  <a:pt x="1591172" y="115668"/>
                  <a:pt x="1596142" y="117800"/>
                  <a:pt x="1602093" y="117800"/>
                </a:cubicBezTo>
                <a:cubicBezTo>
                  <a:pt x="1606142" y="117800"/>
                  <a:pt x="1609548" y="116696"/>
                  <a:pt x="1612308" y="114487"/>
                </a:cubicBezTo>
                <a:cubicBezTo>
                  <a:pt x="1615069" y="112279"/>
                  <a:pt x="1617155" y="108720"/>
                  <a:pt x="1618567" y="103812"/>
                </a:cubicBezTo>
                <a:moveTo>
                  <a:pt x="1620039" y="77675"/>
                </a:moveTo>
                <a:cubicBezTo>
                  <a:pt x="1619855" y="70189"/>
                  <a:pt x="1617922" y="64499"/>
                  <a:pt x="1614241" y="60603"/>
                </a:cubicBezTo>
                <a:cubicBezTo>
                  <a:pt x="1610560" y="56707"/>
                  <a:pt x="1606081" y="54759"/>
                  <a:pt x="1600805" y="54759"/>
                </a:cubicBezTo>
                <a:cubicBezTo>
                  <a:pt x="1595160" y="54759"/>
                  <a:pt x="1590497" y="56814"/>
                  <a:pt x="1586816" y="60925"/>
                </a:cubicBezTo>
                <a:cubicBezTo>
                  <a:pt x="1583134" y="65036"/>
                  <a:pt x="1581324" y="70619"/>
                  <a:pt x="1581386" y="77675"/>
                </a:cubicBezTo>
                <a:lnTo>
                  <a:pt x="1620039" y="77675"/>
                </a:lnTo>
                <a:close/>
                <a:moveTo>
                  <a:pt x="1763640" y="37181"/>
                </a:moveTo>
                <a:lnTo>
                  <a:pt x="1763640" y="57796"/>
                </a:lnTo>
                <a:lnTo>
                  <a:pt x="1745970" y="57796"/>
                </a:lnTo>
                <a:lnTo>
                  <a:pt x="1745970" y="97185"/>
                </a:lnTo>
                <a:cubicBezTo>
                  <a:pt x="1745970" y="105161"/>
                  <a:pt x="1746139" y="109809"/>
                  <a:pt x="1746476" y="111128"/>
                </a:cubicBezTo>
                <a:cubicBezTo>
                  <a:pt x="1746814" y="112447"/>
                  <a:pt x="1747581" y="113536"/>
                  <a:pt x="1748777" y="114395"/>
                </a:cubicBezTo>
                <a:cubicBezTo>
                  <a:pt x="1749973" y="115254"/>
                  <a:pt x="1751431" y="115684"/>
                  <a:pt x="1753149" y="115684"/>
                </a:cubicBezTo>
                <a:cubicBezTo>
                  <a:pt x="1755541" y="115684"/>
                  <a:pt x="1759008" y="114855"/>
                  <a:pt x="1763548" y="113199"/>
                </a:cubicBezTo>
                <a:lnTo>
                  <a:pt x="1765757" y="133262"/>
                </a:lnTo>
                <a:cubicBezTo>
                  <a:pt x="1759744" y="135839"/>
                  <a:pt x="1752934" y="137127"/>
                  <a:pt x="1745326" y="137127"/>
                </a:cubicBezTo>
                <a:cubicBezTo>
                  <a:pt x="1740663" y="137127"/>
                  <a:pt x="1736460" y="136345"/>
                  <a:pt x="1732718" y="134780"/>
                </a:cubicBezTo>
                <a:cubicBezTo>
                  <a:pt x="1728975" y="133216"/>
                  <a:pt x="1726229" y="131191"/>
                  <a:pt x="1724481" y="128706"/>
                </a:cubicBezTo>
                <a:cubicBezTo>
                  <a:pt x="1722732" y="126221"/>
                  <a:pt x="1721520" y="122862"/>
                  <a:pt x="1720845" y="118629"/>
                </a:cubicBezTo>
                <a:cubicBezTo>
                  <a:pt x="1720293" y="115622"/>
                  <a:pt x="1720017" y="109548"/>
                  <a:pt x="1720017" y="100407"/>
                </a:cubicBezTo>
                <a:lnTo>
                  <a:pt x="1720017" y="57796"/>
                </a:lnTo>
                <a:lnTo>
                  <a:pt x="1708145" y="57796"/>
                </a:lnTo>
                <a:lnTo>
                  <a:pt x="1708145" y="37181"/>
                </a:lnTo>
                <a:lnTo>
                  <a:pt x="1720017" y="37181"/>
                </a:lnTo>
                <a:lnTo>
                  <a:pt x="1720017" y="17762"/>
                </a:lnTo>
                <a:lnTo>
                  <a:pt x="1745970" y="2669"/>
                </a:lnTo>
                <a:lnTo>
                  <a:pt x="1745970" y="37181"/>
                </a:lnTo>
                <a:lnTo>
                  <a:pt x="1763640" y="37181"/>
                </a:lnTo>
                <a:close/>
                <a:moveTo>
                  <a:pt x="1837827" y="103812"/>
                </a:moveTo>
                <a:lnTo>
                  <a:pt x="1863595" y="108137"/>
                </a:lnTo>
                <a:cubicBezTo>
                  <a:pt x="1860282" y="117586"/>
                  <a:pt x="1855052" y="124780"/>
                  <a:pt x="1847904" y="129719"/>
                </a:cubicBezTo>
                <a:cubicBezTo>
                  <a:pt x="1840756" y="134658"/>
                  <a:pt x="1831814" y="137127"/>
                  <a:pt x="1821077" y="137127"/>
                </a:cubicBezTo>
                <a:cubicBezTo>
                  <a:pt x="1804082" y="137127"/>
                  <a:pt x="1791504" y="131575"/>
                  <a:pt x="1783344" y="120469"/>
                </a:cubicBezTo>
                <a:cubicBezTo>
                  <a:pt x="1776902" y="111573"/>
                  <a:pt x="1773681" y="100345"/>
                  <a:pt x="1773681" y="86786"/>
                </a:cubicBezTo>
                <a:cubicBezTo>
                  <a:pt x="1773681" y="70588"/>
                  <a:pt x="1777914" y="57903"/>
                  <a:pt x="1786381" y="48731"/>
                </a:cubicBezTo>
                <a:cubicBezTo>
                  <a:pt x="1794848" y="39558"/>
                  <a:pt x="1805554" y="34972"/>
                  <a:pt x="1818500" y="34972"/>
                </a:cubicBezTo>
                <a:cubicBezTo>
                  <a:pt x="1833041" y="34972"/>
                  <a:pt x="1844514" y="39773"/>
                  <a:pt x="1852920" y="49375"/>
                </a:cubicBezTo>
                <a:cubicBezTo>
                  <a:pt x="1861325" y="58977"/>
                  <a:pt x="1865344" y="73687"/>
                  <a:pt x="1864976" y="93504"/>
                </a:cubicBezTo>
                <a:lnTo>
                  <a:pt x="1800186" y="93504"/>
                </a:lnTo>
                <a:cubicBezTo>
                  <a:pt x="1800370" y="101173"/>
                  <a:pt x="1802456" y="107140"/>
                  <a:pt x="1806444" y="111404"/>
                </a:cubicBezTo>
                <a:cubicBezTo>
                  <a:pt x="1810432" y="115668"/>
                  <a:pt x="1815402" y="117800"/>
                  <a:pt x="1821353" y="117800"/>
                </a:cubicBezTo>
                <a:cubicBezTo>
                  <a:pt x="1825402" y="117800"/>
                  <a:pt x="1828807" y="116696"/>
                  <a:pt x="1831568" y="114487"/>
                </a:cubicBezTo>
                <a:cubicBezTo>
                  <a:pt x="1834329" y="112279"/>
                  <a:pt x="1836415" y="108720"/>
                  <a:pt x="1837827" y="103812"/>
                </a:cubicBezTo>
                <a:moveTo>
                  <a:pt x="1839299" y="77675"/>
                </a:moveTo>
                <a:cubicBezTo>
                  <a:pt x="1839115" y="70189"/>
                  <a:pt x="1837182" y="64499"/>
                  <a:pt x="1833501" y="60603"/>
                </a:cubicBezTo>
                <a:cubicBezTo>
                  <a:pt x="1829820" y="56707"/>
                  <a:pt x="1825341" y="54759"/>
                  <a:pt x="1820064" y="54759"/>
                </a:cubicBezTo>
                <a:cubicBezTo>
                  <a:pt x="1814420" y="54759"/>
                  <a:pt x="1809757" y="56814"/>
                  <a:pt x="1806076" y="60925"/>
                </a:cubicBezTo>
                <a:cubicBezTo>
                  <a:pt x="1802394" y="65036"/>
                  <a:pt x="1800584" y="70619"/>
                  <a:pt x="1800646" y="77675"/>
                </a:cubicBezTo>
                <a:lnTo>
                  <a:pt x="1839299" y="77675"/>
                </a:lnTo>
                <a:close/>
                <a:moveTo>
                  <a:pt x="1910609" y="134918"/>
                </a:moveTo>
                <a:lnTo>
                  <a:pt x="1884748" y="134918"/>
                </a:lnTo>
                <a:lnTo>
                  <a:pt x="1884748" y="37181"/>
                </a:lnTo>
                <a:lnTo>
                  <a:pt x="1908769" y="37181"/>
                </a:lnTo>
                <a:lnTo>
                  <a:pt x="1908769" y="51078"/>
                </a:lnTo>
                <a:cubicBezTo>
                  <a:pt x="1912879" y="44513"/>
                  <a:pt x="1916576" y="40187"/>
                  <a:pt x="1919858" y="38101"/>
                </a:cubicBezTo>
                <a:cubicBezTo>
                  <a:pt x="1923141" y="36015"/>
                  <a:pt x="1926868" y="34972"/>
                  <a:pt x="1931040" y="34972"/>
                </a:cubicBezTo>
                <a:cubicBezTo>
                  <a:pt x="1936930" y="34972"/>
                  <a:pt x="1942606" y="36598"/>
                  <a:pt x="1948066" y="39850"/>
                </a:cubicBezTo>
                <a:lnTo>
                  <a:pt x="1940059" y="62397"/>
                </a:lnTo>
                <a:cubicBezTo>
                  <a:pt x="1935703" y="59575"/>
                  <a:pt x="1931654" y="58164"/>
                  <a:pt x="1927911" y="58164"/>
                </a:cubicBezTo>
                <a:cubicBezTo>
                  <a:pt x="1924291" y="58164"/>
                  <a:pt x="1921224" y="59161"/>
                  <a:pt x="1918708" y="61155"/>
                </a:cubicBezTo>
                <a:cubicBezTo>
                  <a:pt x="1916193" y="63149"/>
                  <a:pt x="1914214" y="66754"/>
                  <a:pt x="1912772" y="71969"/>
                </a:cubicBezTo>
                <a:cubicBezTo>
                  <a:pt x="1911330" y="77184"/>
                  <a:pt x="1910609" y="88105"/>
                  <a:pt x="1910609" y="104732"/>
                </a:cubicBezTo>
                <a:lnTo>
                  <a:pt x="1910609" y="134918"/>
                </a:lnTo>
                <a:close/>
                <a:moveTo>
                  <a:pt x="1984889" y="134918"/>
                </a:moveTo>
                <a:lnTo>
                  <a:pt x="1959029" y="134918"/>
                </a:lnTo>
                <a:lnTo>
                  <a:pt x="1959029" y="37181"/>
                </a:lnTo>
                <a:lnTo>
                  <a:pt x="1983049" y="37181"/>
                </a:lnTo>
                <a:lnTo>
                  <a:pt x="1983049" y="51078"/>
                </a:lnTo>
                <a:cubicBezTo>
                  <a:pt x="1987160" y="44513"/>
                  <a:pt x="1990856" y="40187"/>
                  <a:pt x="1994139" y="38101"/>
                </a:cubicBezTo>
                <a:cubicBezTo>
                  <a:pt x="1997421" y="36015"/>
                  <a:pt x="2001148" y="34972"/>
                  <a:pt x="2005320" y="34972"/>
                </a:cubicBezTo>
                <a:cubicBezTo>
                  <a:pt x="2011210" y="34972"/>
                  <a:pt x="2016886" y="36598"/>
                  <a:pt x="2022346" y="39850"/>
                </a:cubicBezTo>
                <a:lnTo>
                  <a:pt x="2014340" y="62397"/>
                </a:lnTo>
                <a:cubicBezTo>
                  <a:pt x="2009983" y="59575"/>
                  <a:pt x="2005934" y="58164"/>
                  <a:pt x="2002191" y="58164"/>
                </a:cubicBezTo>
                <a:cubicBezTo>
                  <a:pt x="1998571" y="58164"/>
                  <a:pt x="1995504" y="59161"/>
                  <a:pt x="1992988" y="61155"/>
                </a:cubicBezTo>
                <a:cubicBezTo>
                  <a:pt x="1990473" y="63149"/>
                  <a:pt x="1988494" y="66754"/>
                  <a:pt x="1987052" y="71969"/>
                </a:cubicBezTo>
                <a:cubicBezTo>
                  <a:pt x="1985610" y="77184"/>
                  <a:pt x="1984889" y="88105"/>
                  <a:pt x="1984889" y="104732"/>
                </a:cubicBezTo>
                <a:lnTo>
                  <a:pt x="1984889" y="134918"/>
                </a:lnTo>
                <a:close/>
                <a:moveTo>
                  <a:pt x="2091013" y="103812"/>
                </a:moveTo>
                <a:lnTo>
                  <a:pt x="2116782" y="108137"/>
                </a:lnTo>
                <a:cubicBezTo>
                  <a:pt x="2113469" y="117586"/>
                  <a:pt x="2108238" y="124780"/>
                  <a:pt x="2101090" y="129719"/>
                </a:cubicBezTo>
                <a:cubicBezTo>
                  <a:pt x="2093942" y="134658"/>
                  <a:pt x="2085000" y="137127"/>
                  <a:pt x="2074263" y="137127"/>
                </a:cubicBezTo>
                <a:cubicBezTo>
                  <a:pt x="2057268" y="137127"/>
                  <a:pt x="2044690" y="131575"/>
                  <a:pt x="2036530" y="120469"/>
                </a:cubicBezTo>
                <a:cubicBezTo>
                  <a:pt x="2030088" y="111573"/>
                  <a:pt x="2026867" y="100345"/>
                  <a:pt x="2026867" y="86786"/>
                </a:cubicBezTo>
                <a:cubicBezTo>
                  <a:pt x="2026867" y="70588"/>
                  <a:pt x="2031100" y="57903"/>
                  <a:pt x="2039567" y="48731"/>
                </a:cubicBezTo>
                <a:cubicBezTo>
                  <a:pt x="2048034" y="39558"/>
                  <a:pt x="2058740" y="34972"/>
                  <a:pt x="2071686" y="34972"/>
                </a:cubicBezTo>
                <a:cubicBezTo>
                  <a:pt x="2086227" y="34972"/>
                  <a:pt x="2097700" y="39773"/>
                  <a:pt x="2106106" y="49375"/>
                </a:cubicBezTo>
                <a:cubicBezTo>
                  <a:pt x="2114512" y="58977"/>
                  <a:pt x="2118530" y="73687"/>
                  <a:pt x="2118162" y="93504"/>
                </a:cubicBezTo>
                <a:lnTo>
                  <a:pt x="2053372" y="93504"/>
                </a:lnTo>
                <a:cubicBezTo>
                  <a:pt x="2053556" y="101173"/>
                  <a:pt x="2055642" y="107140"/>
                  <a:pt x="2059630" y="111404"/>
                </a:cubicBezTo>
                <a:cubicBezTo>
                  <a:pt x="2063618" y="115668"/>
                  <a:pt x="2068588" y="117800"/>
                  <a:pt x="2074539" y="117800"/>
                </a:cubicBezTo>
                <a:cubicBezTo>
                  <a:pt x="2078589" y="117800"/>
                  <a:pt x="2081994" y="116696"/>
                  <a:pt x="2084755" y="114487"/>
                </a:cubicBezTo>
                <a:cubicBezTo>
                  <a:pt x="2087516" y="112279"/>
                  <a:pt x="2089602" y="108720"/>
                  <a:pt x="2091013" y="103812"/>
                </a:cubicBezTo>
                <a:moveTo>
                  <a:pt x="2092485" y="77675"/>
                </a:moveTo>
                <a:cubicBezTo>
                  <a:pt x="2092301" y="70189"/>
                  <a:pt x="2090369" y="64499"/>
                  <a:pt x="2086687" y="60603"/>
                </a:cubicBezTo>
                <a:cubicBezTo>
                  <a:pt x="2083006" y="56707"/>
                  <a:pt x="2078527" y="54759"/>
                  <a:pt x="2073251" y="54759"/>
                </a:cubicBezTo>
                <a:cubicBezTo>
                  <a:pt x="2067606" y="54759"/>
                  <a:pt x="2062943" y="56814"/>
                  <a:pt x="2059262" y="60925"/>
                </a:cubicBezTo>
                <a:cubicBezTo>
                  <a:pt x="2055581" y="65036"/>
                  <a:pt x="2053771" y="70619"/>
                  <a:pt x="2053832" y="77675"/>
                </a:cubicBezTo>
                <a:lnTo>
                  <a:pt x="2092485" y="77675"/>
                </a:lnTo>
                <a:close/>
                <a:moveTo>
                  <a:pt x="2129928" y="107033"/>
                </a:moveTo>
                <a:lnTo>
                  <a:pt x="2155881" y="103075"/>
                </a:lnTo>
                <a:cubicBezTo>
                  <a:pt x="2156986" y="108106"/>
                  <a:pt x="2159225" y="111926"/>
                  <a:pt x="2162600" y="114533"/>
                </a:cubicBezTo>
                <a:cubicBezTo>
                  <a:pt x="2165974" y="117141"/>
                  <a:pt x="2170698" y="118445"/>
                  <a:pt x="2176773" y="118445"/>
                </a:cubicBezTo>
                <a:cubicBezTo>
                  <a:pt x="2183460" y="118445"/>
                  <a:pt x="2188491" y="117218"/>
                  <a:pt x="2191866" y="114763"/>
                </a:cubicBezTo>
                <a:cubicBezTo>
                  <a:pt x="2194136" y="113046"/>
                  <a:pt x="2195271" y="110745"/>
                  <a:pt x="2195271" y="107861"/>
                </a:cubicBezTo>
                <a:cubicBezTo>
                  <a:pt x="2195271" y="105898"/>
                  <a:pt x="2194657" y="104272"/>
                  <a:pt x="2193430" y="102983"/>
                </a:cubicBezTo>
                <a:cubicBezTo>
                  <a:pt x="2192142" y="101756"/>
                  <a:pt x="2189258" y="100621"/>
                  <a:pt x="2184779" y="99578"/>
                </a:cubicBezTo>
                <a:cubicBezTo>
                  <a:pt x="2163919" y="94977"/>
                  <a:pt x="2150697" y="90774"/>
                  <a:pt x="2145114" y="86970"/>
                </a:cubicBezTo>
                <a:cubicBezTo>
                  <a:pt x="2137383" y="81693"/>
                  <a:pt x="2133518" y="74362"/>
                  <a:pt x="2133518" y="64974"/>
                </a:cubicBezTo>
                <a:cubicBezTo>
                  <a:pt x="2133518" y="56507"/>
                  <a:pt x="2136861" y="49390"/>
                  <a:pt x="2143549" y="43623"/>
                </a:cubicBezTo>
                <a:cubicBezTo>
                  <a:pt x="2150237" y="37856"/>
                  <a:pt x="2160606" y="34972"/>
                  <a:pt x="2174656" y="34972"/>
                </a:cubicBezTo>
                <a:cubicBezTo>
                  <a:pt x="2188031" y="34972"/>
                  <a:pt x="2197970" y="37150"/>
                  <a:pt x="2204474" y="41506"/>
                </a:cubicBezTo>
                <a:cubicBezTo>
                  <a:pt x="2210978" y="45862"/>
                  <a:pt x="2215457" y="52305"/>
                  <a:pt x="2217911" y="60833"/>
                </a:cubicBezTo>
                <a:lnTo>
                  <a:pt x="2193522" y="65342"/>
                </a:lnTo>
                <a:cubicBezTo>
                  <a:pt x="2192479" y="61538"/>
                  <a:pt x="2190501" y="58624"/>
                  <a:pt x="2187586" y="56599"/>
                </a:cubicBezTo>
                <a:cubicBezTo>
                  <a:pt x="2184672" y="54575"/>
                  <a:pt x="2180515" y="53562"/>
                  <a:pt x="2175116" y="53562"/>
                </a:cubicBezTo>
                <a:cubicBezTo>
                  <a:pt x="2168306" y="53562"/>
                  <a:pt x="2163428" y="54513"/>
                  <a:pt x="2160483" y="56415"/>
                </a:cubicBezTo>
                <a:cubicBezTo>
                  <a:pt x="2158520" y="57765"/>
                  <a:pt x="2157538" y="59514"/>
                  <a:pt x="2157538" y="61661"/>
                </a:cubicBezTo>
                <a:cubicBezTo>
                  <a:pt x="2157538" y="63502"/>
                  <a:pt x="2158397" y="65066"/>
                  <a:pt x="2160115" y="66355"/>
                </a:cubicBezTo>
                <a:cubicBezTo>
                  <a:pt x="2162446" y="68073"/>
                  <a:pt x="2170499" y="70496"/>
                  <a:pt x="2184273" y="73625"/>
                </a:cubicBezTo>
                <a:cubicBezTo>
                  <a:pt x="2198047" y="76754"/>
                  <a:pt x="2207664" y="80589"/>
                  <a:pt x="2213125" y="85129"/>
                </a:cubicBezTo>
                <a:cubicBezTo>
                  <a:pt x="2218524" y="89731"/>
                  <a:pt x="2221224" y="96142"/>
                  <a:pt x="2221224" y="104364"/>
                </a:cubicBezTo>
                <a:cubicBezTo>
                  <a:pt x="2221224" y="113322"/>
                  <a:pt x="2217481" y="121022"/>
                  <a:pt x="2209996" y="127464"/>
                </a:cubicBezTo>
                <a:cubicBezTo>
                  <a:pt x="2202511" y="133906"/>
                  <a:pt x="2191436" y="137127"/>
                  <a:pt x="2176773" y="137127"/>
                </a:cubicBezTo>
                <a:cubicBezTo>
                  <a:pt x="2163459" y="137127"/>
                  <a:pt x="2152921" y="134428"/>
                  <a:pt x="2145160" y="129028"/>
                </a:cubicBezTo>
                <a:cubicBezTo>
                  <a:pt x="2137398" y="123629"/>
                  <a:pt x="2132321" y="116297"/>
                  <a:pt x="2129928" y="107033"/>
                </a:cubicBezTo>
                <a:close/>
                <a:moveTo>
                  <a:pt x="2288484" y="37181"/>
                </a:moveTo>
                <a:lnTo>
                  <a:pt x="2288484" y="57796"/>
                </a:lnTo>
                <a:lnTo>
                  <a:pt x="2270814" y="57796"/>
                </a:lnTo>
                <a:lnTo>
                  <a:pt x="2270814" y="97185"/>
                </a:lnTo>
                <a:cubicBezTo>
                  <a:pt x="2270814" y="105161"/>
                  <a:pt x="2270983" y="109809"/>
                  <a:pt x="2271320" y="111128"/>
                </a:cubicBezTo>
                <a:cubicBezTo>
                  <a:pt x="2271658" y="112447"/>
                  <a:pt x="2272425" y="113536"/>
                  <a:pt x="2273621" y="114395"/>
                </a:cubicBezTo>
                <a:cubicBezTo>
                  <a:pt x="2274818" y="115254"/>
                  <a:pt x="2276275" y="115684"/>
                  <a:pt x="2277993" y="115684"/>
                </a:cubicBezTo>
                <a:cubicBezTo>
                  <a:pt x="2280386" y="115684"/>
                  <a:pt x="2283852" y="114855"/>
                  <a:pt x="2288392" y="113199"/>
                </a:cubicBezTo>
                <a:lnTo>
                  <a:pt x="2290601" y="133262"/>
                </a:lnTo>
                <a:cubicBezTo>
                  <a:pt x="2284588" y="135839"/>
                  <a:pt x="2277778" y="137127"/>
                  <a:pt x="2270170" y="137127"/>
                </a:cubicBezTo>
                <a:cubicBezTo>
                  <a:pt x="2265507" y="137127"/>
                  <a:pt x="2261304" y="136345"/>
                  <a:pt x="2257562" y="134780"/>
                </a:cubicBezTo>
                <a:cubicBezTo>
                  <a:pt x="2253819" y="133216"/>
                  <a:pt x="2251073" y="131191"/>
                  <a:pt x="2249325" y="128706"/>
                </a:cubicBezTo>
                <a:cubicBezTo>
                  <a:pt x="2247576" y="126221"/>
                  <a:pt x="2246365" y="122862"/>
                  <a:pt x="2245690" y="118629"/>
                </a:cubicBezTo>
                <a:cubicBezTo>
                  <a:pt x="2245137" y="115622"/>
                  <a:pt x="2244861" y="109548"/>
                  <a:pt x="2244861" y="100407"/>
                </a:cubicBezTo>
                <a:lnTo>
                  <a:pt x="2244861" y="57796"/>
                </a:lnTo>
                <a:lnTo>
                  <a:pt x="2232989" y="57796"/>
                </a:lnTo>
                <a:lnTo>
                  <a:pt x="2232989" y="37181"/>
                </a:lnTo>
                <a:lnTo>
                  <a:pt x="2244861" y="37181"/>
                </a:lnTo>
                <a:lnTo>
                  <a:pt x="2244861" y="17762"/>
                </a:lnTo>
                <a:lnTo>
                  <a:pt x="2270814" y="2669"/>
                </a:lnTo>
                <a:lnTo>
                  <a:pt x="2270814" y="37181"/>
                </a:lnTo>
                <a:lnTo>
                  <a:pt x="2288484" y="37181"/>
                </a:lnTo>
                <a:close/>
                <a:moveTo>
                  <a:pt x="2330827" y="134918"/>
                </a:moveTo>
                <a:lnTo>
                  <a:pt x="2304966" y="134918"/>
                </a:lnTo>
                <a:lnTo>
                  <a:pt x="2304966" y="37181"/>
                </a:lnTo>
                <a:lnTo>
                  <a:pt x="2328987" y="37181"/>
                </a:lnTo>
                <a:lnTo>
                  <a:pt x="2328987" y="51078"/>
                </a:lnTo>
                <a:cubicBezTo>
                  <a:pt x="2333097" y="44513"/>
                  <a:pt x="2336794" y="40187"/>
                  <a:pt x="2340076" y="38101"/>
                </a:cubicBezTo>
                <a:cubicBezTo>
                  <a:pt x="2343359" y="36015"/>
                  <a:pt x="2347086" y="34972"/>
                  <a:pt x="2351258" y="34972"/>
                </a:cubicBezTo>
                <a:cubicBezTo>
                  <a:pt x="2357148" y="34972"/>
                  <a:pt x="2362824" y="36598"/>
                  <a:pt x="2368284" y="39850"/>
                </a:cubicBezTo>
                <a:lnTo>
                  <a:pt x="2360277" y="62397"/>
                </a:lnTo>
                <a:cubicBezTo>
                  <a:pt x="2355921" y="59575"/>
                  <a:pt x="2351872" y="58164"/>
                  <a:pt x="2348129" y="58164"/>
                </a:cubicBezTo>
                <a:cubicBezTo>
                  <a:pt x="2344509" y="58164"/>
                  <a:pt x="2341442" y="59161"/>
                  <a:pt x="2338926" y="61155"/>
                </a:cubicBezTo>
                <a:cubicBezTo>
                  <a:pt x="2336410" y="63149"/>
                  <a:pt x="2334432" y="66754"/>
                  <a:pt x="2332990" y="71969"/>
                </a:cubicBezTo>
                <a:cubicBezTo>
                  <a:pt x="2331548" y="77184"/>
                  <a:pt x="2330827" y="88105"/>
                  <a:pt x="2330827" y="104732"/>
                </a:cubicBezTo>
                <a:lnTo>
                  <a:pt x="2330827" y="134918"/>
                </a:lnTo>
                <a:close/>
                <a:moveTo>
                  <a:pt x="2380351" y="23928"/>
                </a:moveTo>
                <a:lnTo>
                  <a:pt x="2380351" y="0"/>
                </a:lnTo>
                <a:lnTo>
                  <a:pt x="2406212" y="0"/>
                </a:lnTo>
                <a:lnTo>
                  <a:pt x="2406212" y="23928"/>
                </a:lnTo>
                <a:lnTo>
                  <a:pt x="2380351" y="23928"/>
                </a:lnTo>
                <a:moveTo>
                  <a:pt x="2380351" y="134918"/>
                </a:moveTo>
                <a:lnTo>
                  <a:pt x="2380351" y="37181"/>
                </a:lnTo>
                <a:lnTo>
                  <a:pt x="2406212" y="37181"/>
                </a:lnTo>
                <a:lnTo>
                  <a:pt x="2406212" y="134918"/>
                </a:lnTo>
                <a:lnTo>
                  <a:pt x="2380351" y="134918"/>
                </a:lnTo>
                <a:close/>
                <a:moveTo>
                  <a:pt x="2451906" y="66999"/>
                </a:moveTo>
                <a:lnTo>
                  <a:pt x="2428438" y="62766"/>
                </a:lnTo>
                <a:cubicBezTo>
                  <a:pt x="2431076" y="53317"/>
                  <a:pt x="2435616" y="46323"/>
                  <a:pt x="2442059" y="41782"/>
                </a:cubicBezTo>
                <a:cubicBezTo>
                  <a:pt x="2448501" y="37242"/>
                  <a:pt x="2458072" y="34972"/>
                  <a:pt x="2470773" y="34972"/>
                </a:cubicBezTo>
                <a:cubicBezTo>
                  <a:pt x="2482307" y="34972"/>
                  <a:pt x="2490897" y="36337"/>
                  <a:pt x="2496541" y="39067"/>
                </a:cubicBezTo>
                <a:cubicBezTo>
                  <a:pt x="2502186" y="41798"/>
                  <a:pt x="2506159" y="45264"/>
                  <a:pt x="2508459" y="49467"/>
                </a:cubicBezTo>
                <a:cubicBezTo>
                  <a:pt x="2510760" y="53670"/>
                  <a:pt x="2511911" y="61385"/>
                  <a:pt x="2511911" y="72613"/>
                </a:cubicBezTo>
                <a:lnTo>
                  <a:pt x="2511635" y="102799"/>
                </a:lnTo>
                <a:cubicBezTo>
                  <a:pt x="2511635" y="111389"/>
                  <a:pt x="2512049" y="117724"/>
                  <a:pt x="2512877" y="121804"/>
                </a:cubicBezTo>
                <a:cubicBezTo>
                  <a:pt x="2513705" y="125884"/>
                  <a:pt x="2515254" y="130255"/>
                  <a:pt x="2517525" y="134918"/>
                </a:cubicBezTo>
                <a:lnTo>
                  <a:pt x="2491940" y="134918"/>
                </a:lnTo>
                <a:cubicBezTo>
                  <a:pt x="2491265" y="133200"/>
                  <a:pt x="2490437" y="130654"/>
                  <a:pt x="2489455" y="127280"/>
                </a:cubicBezTo>
                <a:cubicBezTo>
                  <a:pt x="2489025" y="125746"/>
                  <a:pt x="2488719" y="124734"/>
                  <a:pt x="2488535" y="124243"/>
                </a:cubicBezTo>
                <a:cubicBezTo>
                  <a:pt x="2484117" y="128538"/>
                  <a:pt x="2479393" y="131759"/>
                  <a:pt x="2474362" y="133906"/>
                </a:cubicBezTo>
                <a:cubicBezTo>
                  <a:pt x="2469331" y="136053"/>
                  <a:pt x="2463962" y="137127"/>
                  <a:pt x="2458256" y="137127"/>
                </a:cubicBezTo>
                <a:cubicBezTo>
                  <a:pt x="2448194" y="137127"/>
                  <a:pt x="2440264" y="134397"/>
                  <a:pt x="2434466" y="128936"/>
                </a:cubicBezTo>
                <a:cubicBezTo>
                  <a:pt x="2428668" y="123476"/>
                  <a:pt x="2425769" y="116573"/>
                  <a:pt x="2425769" y="108229"/>
                </a:cubicBezTo>
                <a:cubicBezTo>
                  <a:pt x="2425769" y="102707"/>
                  <a:pt x="2427088" y="97784"/>
                  <a:pt x="2429726" y="93458"/>
                </a:cubicBezTo>
                <a:cubicBezTo>
                  <a:pt x="2432365" y="89133"/>
                  <a:pt x="2436061" y="85819"/>
                  <a:pt x="2440816" y="83519"/>
                </a:cubicBezTo>
                <a:cubicBezTo>
                  <a:pt x="2445571" y="81218"/>
                  <a:pt x="2452428" y="79209"/>
                  <a:pt x="2461385" y="77491"/>
                </a:cubicBezTo>
                <a:cubicBezTo>
                  <a:pt x="2473472" y="75221"/>
                  <a:pt x="2481847" y="73104"/>
                  <a:pt x="2486510" y="71140"/>
                </a:cubicBezTo>
                <a:lnTo>
                  <a:pt x="2486510" y="68564"/>
                </a:lnTo>
                <a:cubicBezTo>
                  <a:pt x="2486510" y="63594"/>
                  <a:pt x="2485283" y="60051"/>
                  <a:pt x="2482829" y="57934"/>
                </a:cubicBezTo>
                <a:cubicBezTo>
                  <a:pt x="2480374" y="55817"/>
                  <a:pt x="2475742" y="54759"/>
                  <a:pt x="2468932" y="54759"/>
                </a:cubicBezTo>
                <a:cubicBezTo>
                  <a:pt x="2464330" y="54759"/>
                  <a:pt x="2460741" y="55664"/>
                  <a:pt x="2458164" y="57474"/>
                </a:cubicBezTo>
                <a:cubicBezTo>
                  <a:pt x="2455587" y="59284"/>
                  <a:pt x="2453501" y="62459"/>
                  <a:pt x="2451906" y="66999"/>
                </a:cubicBezTo>
                <a:moveTo>
                  <a:pt x="2486510" y="87982"/>
                </a:moveTo>
                <a:cubicBezTo>
                  <a:pt x="2483197" y="89087"/>
                  <a:pt x="2477951" y="90406"/>
                  <a:pt x="2470773" y="91940"/>
                </a:cubicBezTo>
                <a:cubicBezTo>
                  <a:pt x="2463594" y="93473"/>
                  <a:pt x="2458900" y="94977"/>
                  <a:pt x="2456692" y="96449"/>
                </a:cubicBezTo>
                <a:cubicBezTo>
                  <a:pt x="2453317" y="98842"/>
                  <a:pt x="2451630" y="101879"/>
                  <a:pt x="2451630" y="105560"/>
                </a:cubicBezTo>
                <a:cubicBezTo>
                  <a:pt x="2451630" y="109180"/>
                  <a:pt x="2452980" y="112309"/>
                  <a:pt x="2455679" y="114948"/>
                </a:cubicBezTo>
                <a:cubicBezTo>
                  <a:pt x="2458379" y="117586"/>
                  <a:pt x="2461815" y="118905"/>
                  <a:pt x="2465987" y="118905"/>
                </a:cubicBezTo>
                <a:cubicBezTo>
                  <a:pt x="2470650" y="118905"/>
                  <a:pt x="2475098" y="117371"/>
                  <a:pt x="2479331" y="114303"/>
                </a:cubicBezTo>
                <a:cubicBezTo>
                  <a:pt x="2482461" y="111972"/>
                  <a:pt x="2484516" y="109119"/>
                  <a:pt x="2485498" y="105744"/>
                </a:cubicBezTo>
                <a:cubicBezTo>
                  <a:pt x="2486172" y="103536"/>
                  <a:pt x="2486510" y="99333"/>
                  <a:pt x="2486510" y="93136"/>
                </a:cubicBezTo>
                <a:lnTo>
                  <a:pt x="2486510" y="87982"/>
                </a:lnTo>
                <a:close/>
                <a:moveTo>
                  <a:pt x="2537205" y="134918"/>
                </a:moveTo>
                <a:lnTo>
                  <a:pt x="2537205" y="0"/>
                </a:lnTo>
                <a:lnTo>
                  <a:pt x="2563066" y="0"/>
                </a:lnTo>
                <a:lnTo>
                  <a:pt x="2563066" y="134918"/>
                </a:lnTo>
                <a:lnTo>
                  <a:pt x="2537205" y="134918"/>
                </a:lnTo>
                <a:close/>
                <a:moveTo>
                  <a:pt x="2632550" y="107033"/>
                </a:moveTo>
                <a:lnTo>
                  <a:pt x="2658503" y="103075"/>
                </a:lnTo>
                <a:cubicBezTo>
                  <a:pt x="2659607" y="108106"/>
                  <a:pt x="2661847" y="111926"/>
                  <a:pt x="2665221" y="114533"/>
                </a:cubicBezTo>
                <a:cubicBezTo>
                  <a:pt x="2668596" y="117141"/>
                  <a:pt x="2673320" y="118445"/>
                  <a:pt x="2679394" y="118445"/>
                </a:cubicBezTo>
                <a:cubicBezTo>
                  <a:pt x="2686082" y="118445"/>
                  <a:pt x="2691113" y="117218"/>
                  <a:pt x="2694487" y="114763"/>
                </a:cubicBezTo>
                <a:cubicBezTo>
                  <a:pt x="2696758" y="113046"/>
                  <a:pt x="2697893" y="110745"/>
                  <a:pt x="2697893" y="107861"/>
                </a:cubicBezTo>
                <a:cubicBezTo>
                  <a:pt x="2697893" y="105898"/>
                  <a:pt x="2697279" y="104272"/>
                  <a:pt x="2696052" y="102983"/>
                </a:cubicBezTo>
                <a:cubicBezTo>
                  <a:pt x="2694764" y="101756"/>
                  <a:pt x="2691880" y="100621"/>
                  <a:pt x="2687401" y="99578"/>
                </a:cubicBezTo>
                <a:cubicBezTo>
                  <a:pt x="2666540" y="94977"/>
                  <a:pt x="2653319" y="90774"/>
                  <a:pt x="2647735" y="86970"/>
                </a:cubicBezTo>
                <a:cubicBezTo>
                  <a:pt x="2640005" y="81693"/>
                  <a:pt x="2636139" y="74362"/>
                  <a:pt x="2636139" y="64974"/>
                </a:cubicBezTo>
                <a:cubicBezTo>
                  <a:pt x="2636139" y="56507"/>
                  <a:pt x="2639483" y="49390"/>
                  <a:pt x="2646171" y="43623"/>
                </a:cubicBezTo>
                <a:cubicBezTo>
                  <a:pt x="2652858" y="37856"/>
                  <a:pt x="2663227" y="34972"/>
                  <a:pt x="2677277" y="34972"/>
                </a:cubicBezTo>
                <a:cubicBezTo>
                  <a:pt x="2690653" y="34972"/>
                  <a:pt x="2700592" y="37150"/>
                  <a:pt x="2707096" y="41506"/>
                </a:cubicBezTo>
                <a:cubicBezTo>
                  <a:pt x="2713599" y="45862"/>
                  <a:pt x="2718078" y="52305"/>
                  <a:pt x="2720532" y="60833"/>
                </a:cubicBezTo>
                <a:lnTo>
                  <a:pt x="2696144" y="65342"/>
                </a:lnTo>
                <a:cubicBezTo>
                  <a:pt x="2695101" y="61538"/>
                  <a:pt x="2693122" y="58624"/>
                  <a:pt x="2690208" y="56599"/>
                </a:cubicBezTo>
                <a:cubicBezTo>
                  <a:pt x="2687294" y="54575"/>
                  <a:pt x="2683137" y="53562"/>
                  <a:pt x="2677738" y="53562"/>
                </a:cubicBezTo>
                <a:cubicBezTo>
                  <a:pt x="2670927" y="53562"/>
                  <a:pt x="2666050" y="54513"/>
                  <a:pt x="2663105" y="56415"/>
                </a:cubicBezTo>
                <a:cubicBezTo>
                  <a:pt x="2661141" y="57765"/>
                  <a:pt x="2660160" y="59514"/>
                  <a:pt x="2660160" y="61661"/>
                </a:cubicBezTo>
                <a:cubicBezTo>
                  <a:pt x="2660160" y="63502"/>
                  <a:pt x="2661019" y="65066"/>
                  <a:pt x="2662736" y="66355"/>
                </a:cubicBezTo>
                <a:cubicBezTo>
                  <a:pt x="2665068" y="68073"/>
                  <a:pt x="2673121" y="70496"/>
                  <a:pt x="2686895" y="73625"/>
                </a:cubicBezTo>
                <a:cubicBezTo>
                  <a:pt x="2700669" y="76754"/>
                  <a:pt x="2710286" y="80589"/>
                  <a:pt x="2715747" y="85129"/>
                </a:cubicBezTo>
                <a:cubicBezTo>
                  <a:pt x="2721146" y="89731"/>
                  <a:pt x="2723845" y="96142"/>
                  <a:pt x="2723845" y="104364"/>
                </a:cubicBezTo>
                <a:cubicBezTo>
                  <a:pt x="2723845" y="113322"/>
                  <a:pt x="2720103" y="121022"/>
                  <a:pt x="2712618" y="127464"/>
                </a:cubicBezTo>
                <a:cubicBezTo>
                  <a:pt x="2705132" y="133906"/>
                  <a:pt x="2694058" y="137127"/>
                  <a:pt x="2679394" y="137127"/>
                </a:cubicBezTo>
                <a:cubicBezTo>
                  <a:pt x="2666080" y="137127"/>
                  <a:pt x="2655543" y="134428"/>
                  <a:pt x="2647781" y="129028"/>
                </a:cubicBezTo>
                <a:cubicBezTo>
                  <a:pt x="2640020" y="123629"/>
                  <a:pt x="2634943" y="116297"/>
                  <a:pt x="2632550" y="107033"/>
                </a:cubicBezTo>
                <a:close/>
                <a:moveTo>
                  <a:pt x="2740305" y="84669"/>
                </a:moveTo>
                <a:cubicBezTo>
                  <a:pt x="2740305" y="76079"/>
                  <a:pt x="2742422" y="67766"/>
                  <a:pt x="2746655" y="59729"/>
                </a:cubicBezTo>
                <a:cubicBezTo>
                  <a:pt x="2750888" y="51691"/>
                  <a:pt x="2756886" y="45556"/>
                  <a:pt x="2764647" y="41322"/>
                </a:cubicBezTo>
                <a:cubicBezTo>
                  <a:pt x="2772409" y="37089"/>
                  <a:pt x="2781075" y="34972"/>
                  <a:pt x="2790646" y="34972"/>
                </a:cubicBezTo>
                <a:cubicBezTo>
                  <a:pt x="2805433" y="34972"/>
                  <a:pt x="2817550" y="39773"/>
                  <a:pt x="2826999" y="49375"/>
                </a:cubicBezTo>
                <a:cubicBezTo>
                  <a:pt x="2836447" y="58977"/>
                  <a:pt x="2841172" y="71110"/>
                  <a:pt x="2841172" y="85773"/>
                </a:cubicBezTo>
                <a:cubicBezTo>
                  <a:pt x="2841172" y="100560"/>
                  <a:pt x="2836401" y="112815"/>
                  <a:pt x="2826861" y="122540"/>
                </a:cubicBezTo>
                <a:cubicBezTo>
                  <a:pt x="2817320" y="132265"/>
                  <a:pt x="2805310" y="137127"/>
                  <a:pt x="2790830" y="137127"/>
                </a:cubicBezTo>
                <a:cubicBezTo>
                  <a:pt x="2781872" y="137127"/>
                  <a:pt x="2773329" y="135102"/>
                  <a:pt x="2765199" y="131053"/>
                </a:cubicBezTo>
                <a:cubicBezTo>
                  <a:pt x="2757070" y="127004"/>
                  <a:pt x="2750888" y="121068"/>
                  <a:pt x="2746655" y="113245"/>
                </a:cubicBezTo>
                <a:cubicBezTo>
                  <a:pt x="2742422" y="105422"/>
                  <a:pt x="2740305" y="95897"/>
                  <a:pt x="2740305" y="84669"/>
                </a:cubicBezTo>
                <a:moveTo>
                  <a:pt x="2766810" y="86050"/>
                </a:moveTo>
                <a:cubicBezTo>
                  <a:pt x="2766810" y="95744"/>
                  <a:pt x="2769111" y="103167"/>
                  <a:pt x="2773712" y="108321"/>
                </a:cubicBezTo>
                <a:cubicBezTo>
                  <a:pt x="2778314" y="113475"/>
                  <a:pt x="2783989" y="116052"/>
                  <a:pt x="2790738" y="116052"/>
                </a:cubicBezTo>
                <a:cubicBezTo>
                  <a:pt x="2797487" y="116052"/>
                  <a:pt x="2803147" y="113475"/>
                  <a:pt x="2807718" y="108321"/>
                </a:cubicBezTo>
                <a:cubicBezTo>
                  <a:pt x="2812289" y="103167"/>
                  <a:pt x="2814574" y="95682"/>
                  <a:pt x="2814574" y="85866"/>
                </a:cubicBezTo>
                <a:cubicBezTo>
                  <a:pt x="2814574" y="76294"/>
                  <a:pt x="2812289" y="68932"/>
                  <a:pt x="2807718" y="63778"/>
                </a:cubicBezTo>
                <a:cubicBezTo>
                  <a:pt x="2803147" y="58624"/>
                  <a:pt x="2797487" y="56047"/>
                  <a:pt x="2790738" y="56047"/>
                </a:cubicBezTo>
                <a:cubicBezTo>
                  <a:pt x="2783989" y="56047"/>
                  <a:pt x="2778314" y="58624"/>
                  <a:pt x="2773712" y="63778"/>
                </a:cubicBezTo>
                <a:cubicBezTo>
                  <a:pt x="2769111" y="68932"/>
                  <a:pt x="2766810" y="76356"/>
                  <a:pt x="2766810" y="86050"/>
                </a:cubicBezTo>
                <a:close/>
                <a:moveTo>
                  <a:pt x="2861091" y="134918"/>
                </a:moveTo>
                <a:lnTo>
                  <a:pt x="2861091" y="0"/>
                </a:lnTo>
                <a:lnTo>
                  <a:pt x="2886952" y="0"/>
                </a:lnTo>
                <a:lnTo>
                  <a:pt x="2886952" y="134918"/>
                </a:lnTo>
                <a:lnTo>
                  <a:pt x="2861091" y="134918"/>
                </a:lnTo>
                <a:close/>
                <a:moveTo>
                  <a:pt x="2977649" y="134918"/>
                </a:moveTo>
                <a:lnTo>
                  <a:pt x="2977649" y="120285"/>
                </a:lnTo>
                <a:cubicBezTo>
                  <a:pt x="2974090" y="125500"/>
                  <a:pt x="2969412" y="129611"/>
                  <a:pt x="2963614" y="132618"/>
                </a:cubicBezTo>
                <a:cubicBezTo>
                  <a:pt x="2957816" y="135624"/>
                  <a:pt x="2951696" y="137127"/>
                  <a:pt x="2945254" y="137127"/>
                </a:cubicBezTo>
                <a:cubicBezTo>
                  <a:pt x="2938689" y="137127"/>
                  <a:pt x="2932799" y="135685"/>
                  <a:pt x="2927584" y="132802"/>
                </a:cubicBezTo>
                <a:cubicBezTo>
                  <a:pt x="2922368" y="129918"/>
                  <a:pt x="2918595" y="125869"/>
                  <a:pt x="2916264" y="120653"/>
                </a:cubicBezTo>
                <a:cubicBezTo>
                  <a:pt x="2913932" y="115438"/>
                  <a:pt x="2912766" y="108229"/>
                  <a:pt x="2912766" y="99026"/>
                </a:cubicBezTo>
                <a:lnTo>
                  <a:pt x="2912766" y="37181"/>
                </a:lnTo>
                <a:lnTo>
                  <a:pt x="2938627" y="37181"/>
                </a:lnTo>
                <a:lnTo>
                  <a:pt x="2938627" y="82092"/>
                </a:lnTo>
                <a:cubicBezTo>
                  <a:pt x="2938627" y="95836"/>
                  <a:pt x="2939103" y="104256"/>
                  <a:pt x="2940054" y="107355"/>
                </a:cubicBezTo>
                <a:cubicBezTo>
                  <a:pt x="2941005" y="110453"/>
                  <a:pt x="2942738" y="112907"/>
                  <a:pt x="2945254" y="114717"/>
                </a:cubicBezTo>
                <a:cubicBezTo>
                  <a:pt x="2947769" y="116527"/>
                  <a:pt x="2950960" y="117432"/>
                  <a:pt x="2954825" y="117432"/>
                </a:cubicBezTo>
                <a:cubicBezTo>
                  <a:pt x="2959242" y="117432"/>
                  <a:pt x="2963200" y="116221"/>
                  <a:pt x="2966697" y="113797"/>
                </a:cubicBezTo>
                <a:cubicBezTo>
                  <a:pt x="2970194" y="111374"/>
                  <a:pt x="2972587" y="108367"/>
                  <a:pt x="2973875" y="104778"/>
                </a:cubicBezTo>
                <a:cubicBezTo>
                  <a:pt x="2975164" y="101189"/>
                  <a:pt x="2975808" y="92400"/>
                  <a:pt x="2975808" y="78411"/>
                </a:cubicBezTo>
                <a:lnTo>
                  <a:pt x="2975808" y="37181"/>
                </a:lnTo>
                <a:lnTo>
                  <a:pt x="3001669" y="37181"/>
                </a:lnTo>
                <a:lnTo>
                  <a:pt x="3001669" y="134918"/>
                </a:lnTo>
                <a:lnTo>
                  <a:pt x="2977649" y="134918"/>
                </a:lnTo>
                <a:close/>
                <a:moveTo>
                  <a:pt x="3072942" y="37181"/>
                </a:moveTo>
                <a:lnTo>
                  <a:pt x="3072942" y="57796"/>
                </a:lnTo>
                <a:lnTo>
                  <a:pt x="3055272" y="57796"/>
                </a:lnTo>
                <a:lnTo>
                  <a:pt x="3055272" y="97185"/>
                </a:lnTo>
                <a:cubicBezTo>
                  <a:pt x="3055272" y="105161"/>
                  <a:pt x="3055440" y="109809"/>
                  <a:pt x="3055778" y="111128"/>
                </a:cubicBezTo>
                <a:cubicBezTo>
                  <a:pt x="3056115" y="112447"/>
                  <a:pt x="3056882" y="113536"/>
                  <a:pt x="3058079" y="114395"/>
                </a:cubicBezTo>
                <a:cubicBezTo>
                  <a:pt x="3059275" y="115254"/>
                  <a:pt x="3060732" y="115684"/>
                  <a:pt x="3062450" y="115684"/>
                </a:cubicBezTo>
                <a:cubicBezTo>
                  <a:pt x="3064843" y="115684"/>
                  <a:pt x="3068310" y="114855"/>
                  <a:pt x="3072850" y="113199"/>
                </a:cubicBezTo>
                <a:lnTo>
                  <a:pt x="3075059" y="133262"/>
                </a:lnTo>
                <a:cubicBezTo>
                  <a:pt x="3069046" y="135839"/>
                  <a:pt x="3062235" y="137127"/>
                  <a:pt x="3054628" y="137127"/>
                </a:cubicBezTo>
                <a:cubicBezTo>
                  <a:pt x="3049965" y="137127"/>
                  <a:pt x="3045762" y="136345"/>
                  <a:pt x="3042019" y="134780"/>
                </a:cubicBezTo>
                <a:cubicBezTo>
                  <a:pt x="3038277" y="133216"/>
                  <a:pt x="3035531" y="131191"/>
                  <a:pt x="3033782" y="128706"/>
                </a:cubicBezTo>
                <a:cubicBezTo>
                  <a:pt x="3032034" y="126221"/>
                  <a:pt x="3030822" y="122862"/>
                  <a:pt x="3030147" y="118629"/>
                </a:cubicBezTo>
                <a:cubicBezTo>
                  <a:pt x="3029595" y="115622"/>
                  <a:pt x="3029319" y="109548"/>
                  <a:pt x="3029319" y="100407"/>
                </a:cubicBezTo>
                <a:lnTo>
                  <a:pt x="3029319" y="57796"/>
                </a:lnTo>
                <a:lnTo>
                  <a:pt x="3017447" y="57796"/>
                </a:lnTo>
                <a:lnTo>
                  <a:pt x="3017447" y="37181"/>
                </a:lnTo>
                <a:lnTo>
                  <a:pt x="3029319" y="37181"/>
                </a:lnTo>
                <a:lnTo>
                  <a:pt x="3029319" y="17762"/>
                </a:lnTo>
                <a:lnTo>
                  <a:pt x="3055272" y="2669"/>
                </a:lnTo>
                <a:lnTo>
                  <a:pt x="3055272" y="37181"/>
                </a:lnTo>
                <a:lnTo>
                  <a:pt x="3072942" y="37181"/>
                </a:lnTo>
                <a:close/>
                <a:moveTo>
                  <a:pt x="3090528" y="23928"/>
                </a:moveTo>
                <a:lnTo>
                  <a:pt x="3090528" y="0"/>
                </a:lnTo>
                <a:lnTo>
                  <a:pt x="3116389" y="0"/>
                </a:lnTo>
                <a:lnTo>
                  <a:pt x="3116389" y="23928"/>
                </a:lnTo>
                <a:lnTo>
                  <a:pt x="3090528" y="23928"/>
                </a:lnTo>
                <a:moveTo>
                  <a:pt x="3090528" y="134918"/>
                </a:moveTo>
                <a:lnTo>
                  <a:pt x="3090528" y="37181"/>
                </a:lnTo>
                <a:lnTo>
                  <a:pt x="3116389" y="37181"/>
                </a:lnTo>
                <a:lnTo>
                  <a:pt x="3116389" y="134918"/>
                </a:lnTo>
                <a:lnTo>
                  <a:pt x="3090528" y="134918"/>
                </a:lnTo>
                <a:close/>
                <a:moveTo>
                  <a:pt x="3136774" y="84669"/>
                </a:moveTo>
                <a:cubicBezTo>
                  <a:pt x="3136774" y="76079"/>
                  <a:pt x="3138891" y="67766"/>
                  <a:pt x="3143125" y="59729"/>
                </a:cubicBezTo>
                <a:cubicBezTo>
                  <a:pt x="3147358" y="51691"/>
                  <a:pt x="3153355" y="45556"/>
                  <a:pt x="3161117" y="41322"/>
                </a:cubicBezTo>
                <a:cubicBezTo>
                  <a:pt x="3168878" y="37089"/>
                  <a:pt x="3177544" y="34972"/>
                  <a:pt x="3187116" y="34972"/>
                </a:cubicBezTo>
                <a:cubicBezTo>
                  <a:pt x="3201902" y="34972"/>
                  <a:pt x="3214020" y="39773"/>
                  <a:pt x="3223468" y="49375"/>
                </a:cubicBezTo>
                <a:cubicBezTo>
                  <a:pt x="3232917" y="58977"/>
                  <a:pt x="3237641" y="71110"/>
                  <a:pt x="3237641" y="85773"/>
                </a:cubicBezTo>
                <a:cubicBezTo>
                  <a:pt x="3237641" y="100560"/>
                  <a:pt x="3232871" y="112815"/>
                  <a:pt x="3223330" y="122540"/>
                </a:cubicBezTo>
                <a:cubicBezTo>
                  <a:pt x="3213790" y="132265"/>
                  <a:pt x="3201779" y="137127"/>
                  <a:pt x="3187300" y="137127"/>
                </a:cubicBezTo>
                <a:cubicBezTo>
                  <a:pt x="3178342" y="137127"/>
                  <a:pt x="3169798" y="135102"/>
                  <a:pt x="3161669" y="131053"/>
                </a:cubicBezTo>
                <a:cubicBezTo>
                  <a:pt x="3153539" y="127004"/>
                  <a:pt x="3147358" y="121068"/>
                  <a:pt x="3143125" y="113245"/>
                </a:cubicBezTo>
                <a:cubicBezTo>
                  <a:pt x="3138891" y="105422"/>
                  <a:pt x="3136774" y="95897"/>
                  <a:pt x="3136774" y="84669"/>
                </a:cubicBezTo>
                <a:moveTo>
                  <a:pt x="3163280" y="86050"/>
                </a:moveTo>
                <a:cubicBezTo>
                  <a:pt x="3163280" y="95744"/>
                  <a:pt x="3165580" y="103167"/>
                  <a:pt x="3170182" y="108321"/>
                </a:cubicBezTo>
                <a:cubicBezTo>
                  <a:pt x="3174783" y="113475"/>
                  <a:pt x="3180459" y="116052"/>
                  <a:pt x="3187208" y="116052"/>
                </a:cubicBezTo>
                <a:cubicBezTo>
                  <a:pt x="3193957" y="116052"/>
                  <a:pt x="3199617" y="113475"/>
                  <a:pt x="3204188" y="108321"/>
                </a:cubicBezTo>
                <a:cubicBezTo>
                  <a:pt x="3208758" y="103167"/>
                  <a:pt x="3211044" y="95682"/>
                  <a:pt x="3211044" y="85866"/>
                </a:cubicBezTo>
                <a:cubicBezTo>
                  <a:pt x="3211044" y="76294"/>
                  <a:pt x="3208758" y="68932"/>
                  <a:pt x="3204188" y="63778"/>
                </a:cubicBezTo>
                <a:cubicBezTo>
                  <a:pt x="3199617" y="58624"/>
                  <a:pt x="3193957" y="56047"/>
                  <a:pt x="3187208" y="56047"/>
                </a:cubicBezTo>
                <a:cubicBezTo>
                  <a:pt x="3180459" y="56047"/>
                  <a:pt x="3174783" y="58624"/>
                  <a:pt x="3170182" y="63778"/>
                </a:cubicBezTo>
                <a:cubicBezTo>
                  <a:pt x="3165580" y="68932"/>
                  <a:pt x="3163280" y="76356"/>
                  <a:pt x="3163280" y="86050"/>
                </a:cubicBezTo>
                <a:close/>
                <a:moveTo>
                  <a:pt x="3346463" y="134918"/>
                </a:moveTo>
                <a:lnTo>
                  <a:pt x="3320602" y="134918"/>
                </a:lnTo>
                <a:lnTo>
                  <a:pt x="3320602" y="85037"/>
                </a:lnTo>
                <a:cubicBezTo>
                  <a:pt x="3320602" y="74484"/>
                  <a:pt x="3320050" y="67659"/>
                  <a:pt x="3318946" y="64560"/>
                </a:cubicBezTo>
                <a:cubicBezTo>
                  <a:pt x="3317841" y="61462"/>
                  <a:pt x="3316047" y="59054"/>
                  <a:pt x="3313562" y="57336"/>
                </a:cubicBezTo>
                <a:cubicBezTo>
                  <a:pt x="3311077" y="55618"/>
                  <a:pt x="3308086" y="54759"/>
                  <a:pt x="3304589" y="54759"/>
                </a:cubicBezTo>
                <a:cubicBezTo>
                  <a:pt x="3300110" y="54759"/>
                  <a:pt x="3296091" y="55986"/>
                  <a:pt x="3292533" y="58440"/>
                </a:cubicBezTo>
                <a:cubicBezTo>
                  <a:pt x="3288974" y="60894"/>
                  <a:pt x="3286535" y="64146"/>
                  <a:pt x="3285216" y="68195"/>
                </a:cubicBezTo>
                <a:cubicBezTo>
                  <a:pt x="3283897" y="72245"/>
                  <a:pt x="3283237" y="79730"/>
                  <a:pt x="3283237" y="90651"/>
                </a:cubicBezTo>
                <a:lnTo>
                  <a:pt x="3283237" y="134918"/>
                </a:lnTo>
                <a:lnTo>
                  <a:pt x="3257376" y="134918"/>
                </a:lnTo>
                <a:lnTo>
                  <a:pt x="3257376" y="37181"/>
                </a:lnTo>
                <a:lnTo>
                  <a:pt x="3281397" y="37181"/>
                </a:lnTo>
                <a:lnTo>
                  <a:pt x="3281397" y="51538"/>
                </a:lnTo>
                <a:cubicBezTo>
                  <a:pt x="3289925" y="40494"/>
                  <a:pt x="3300662" y="34972"/>
                  <a:pt x="3313608" y="34972"/>
                </a:cubicBezTo>
                <a:cubicBezTo>
                  <a:pt x="3319314" y="34972"/>
                  <a:pt x="3324529" y="36000"/>
                  <a:pt x="3329253" y="38055"/>
                </a:cubicBezTo>
                <a:cubicBezTo>
                  <a:pt x="3333977" y="40110"/>
                  <a:pt x="3337551" y="42733"/>
                  <a:pt x="3339975" y="45924"/>
                </a:cubicBezTo>
                <a:cubicBezTo>
                  <a:pt x="3342398" y="49114"/>
                  <a:pt x="3344086" y="52734"/>
                  <a:pt x="3345037" y="56784"/>
                </a:cubicBezTo>
                <a:cubicBezTo>
                  <a:pt x="3345988" y="60833"/>
                  <a:pt x="3346463" y="66631"/>
                  <a:pt x="3346463" y="74177"/>
                </a:cubicBezTo>
                <a:lnTo>
                  <a:pt x="3346463" y="134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LOCAtoD2CLEOarchitecture.">
            <a:extLst xmlns:a="http://schemas.openxmlformats.org/drawingml/2006/main">
              <a:ext uri="{FF2B5EF4-FFF2-40B4-BE49-F238E27FC236}">
                <a16:creationId xmlns:a16="http://schemas.microsoft.com/office/drawing/2014/main" id="{03D5DABF-B44C-48A3-94D7-025728E3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740" y="1635640"/>
            <a:ext cx="2783319" cy="139520"/>
          </a:xfrm>
          <a:custGeom xmlns:a="http://schemas.openxmlformats.org/drawingml/2006/main">
            <a:pathLst>
              <a:path w="2783319" h="139520">
                <a:moveTo>
                  <a:pt x="0" y="137219"/>
                </a:moveTo>
                <a:lnTo>
                  <a:pt x="0" y="3405"/>
                </a:lnTo>
                <a:lnTo>
                  <a:pt x="27241" y="3405"/>
                </a:lnTo>
                <a:lnTo>
                  <a:pt x="27241" y="114487"/>
                </a:lnTo>
                <a:lnTo>
                  <a:pt x="94977" y="114487"/>
                </a:lnTo>
                <a:lnTo>
                  <a:pt x="94977" y="137219"/>
                </a:lnTo>
                <a:lnTo>
                  <a:pt x="0" y="137219"/>
                </a:lnTo>
                <a:close/>
                <a:moveTo>
                  <a:pt x="108470" y="70588"/>
                </a:moveTo>
                <a:cubicBezTo>
                  <a:pt x="108470" y="56845"/>
                  <a:pt x="110526" y="45310"/>
                  <a:pt x="114636" y="35984"/>
                </a:cubicBezTo>
                <a:cubicBezTo>
                  <a:pt x="117704" y="29113"/>
                  <a:pt x="121891" y="22947"/>
                  <a:pt x="127199" y="17486"/>
                </a:cubicBezTo>
                <a:cubicBezTo>
                  <a:pt x="132506" y="12025"/>
                  <a:pt x="138319" y="7976"/>
                  <a:pt x="144639" y="5338"/>
                </a:cubicBezTo>
                <a:cubicBezTo>
                  <a:pt x="153044" y="1779"/>
                  <a:pt x="162738" y="0"/>
                  <a:pt x="173721" y="0"/>
                </a:cubicBezTo>
                <a:cubicBezTo>
                  <a:pt x="193599" y="0"/>
                  <a:pt x="209506" y="6166"/>
                  <a:pt x="221439" y="18498"/>
                </a:cubicBezTo>
                <a:cubicBezTo>
                  <a:pt x="233372" y="30831"/>
                  <a:pt x="239339" y="47979"/>
                  <a:pt x="239339" y="69944"/>
                </a:cubicBezTo>
                <a:cubicBezTo>
                  <a:pt x="239339" y="91725"/>
                  <a:pt x="233418" y="108766"/>
                  <a:pt x="221577" y="121068"/>
                </a:cubicBezTo>
                <a:cubicBezTo>
                  <a:pt x="209736" y="133369"/>
                  <a:pt x="193906" y="139520"/>
                  <a:pt x="174089" y="139520"/>
                </a:cubicBezTo>
                <a:cubicBezTo>
                  <a:pt x="154026" y="139520"/>
                  <a:pt x="138074" y="133400"/>
                  <a:pt x="126232" y="121160"/>
                </a:cubicBezTo>
                <a:cubicBezTo>
                  <a:pt x="114391" y="108919"/>
                  <a:pt x="108470" y="92062"/>
                  <a:pt x="108470" y="70588"/>
                </a:cubicBezTo>
                <a:moveTo>
                  <a:pt x="136540" y="69668"/>
                </a:moveTo>
                <a:cubicBezTo>
                  <a:pt x="136540" y="84945"/>
                  <a:pt x="140068" y="96526"/>
                  <a:pt x="147123" y="104410"/>
                </a:cubicBezTo>
                <a:cubicBezTo>
                  <a:pt x="154179" y="112294"/>
                  <a:pt x="163137" y="116236"/>
                  <a:pt x="173997" y="116236"/>
                </a:cubicBezTo>
                <a:cubicBezTo>
                  <a:pt x="184856" y="116236"/>
                  <a:pt x="193768" y="112325"/>
                  <a:pt x="200732" y="104502"/>
                </a:cubicBezTo>
                <a:cubicBezTo>
                  <a:pt x="207696" y="96679"/>
                  <a:pt x="211177" y="84945"/>
                  <a:pt x="211177" y="69300"/>
                </a:cubicBezTo>
                <a:cubicBezTo>
                  <a:pt x="211177" y="53839"/>
                  <a:pt x="207788" y="42304"/>
                  <a:pt x="201008" y="34696"/>
                </a:cubicBezTo>
                <a:cubicBezTo>
                  <a:pt x="194228" y="27088"/>
                  <a:pt x="185225" y="23284"/>
                  <a:pt x="173997" y="23284"/>
                </a:cubicBezTo>
                <a:cubicBezTo>
                  <a:pt x="162769" y="23284"/>
                  <a:pt x="153719" y="27134"/>
                  <a:pt x="146847" y="34834"/>
                </a:cubicBezTo>
                <a:cubicBezTo>
                  <a:pt x="139976" y="42534"/>
                  <a:pt x="136540" y="54145"/>
                  <a:pt x="136540" y="69668"/>
                </a:cubicBezTo>
                <a:close/>
                <a:moveTo>
                  <a:pt x="347088" y="87614"/>
                </a:moveTo>
                <a:lnTo>
                  <a:pt x="373501" y="95989"/>
                </a:lnTo>
                <a:cubicBezTo>
                  <a:pt x="369451" y="110714"/>
                  <a:pt x="362718" y="121650"/>
                  <a:pt x="353300" y="128798"/>
                </a:cubicBezTo>
                <a:cubicBezTo>
                  <a:pt x="343882" y="135946"/>
                  <a:pt x="331933" y="139520"/>
                  <a:pt x="317453" y="139520"/>
                </a:cubicBezTo>
                <a:cubicBezTo>
                  <a:pt x="299538" y="139520"/>
                  <a:pt x="284813" y="133400"/>
                  <a:pt x="273278" y="121160"/>
                </a:cubicBezTo>
                <a:cubicBezTo>
                  <a:pt x="261744" y="108919"/>
                  <a:pt x="255976" y="92185"/>
                  <a:pt x="255976" y="70956"/>
                </a:cubicBezTo>
                <a:cubicBezTo>
                  <a:pt x="255976" y="48501"/>
                  <a:pt x="261774" y="31061"/>
                  <a:pt x="273370" y="18636"/>
                </a:cubicBezTo>
                <a:cubicBezTo>
                  <a:pt x="284966" y="6212"/>
                  <a:pt x="300213" y="0"/>
                  <a:pt x="319110" y="0"/>
                </a:cubicBezTo>
                <a:cubicBezTo>
                  <a:pt x="335614" y="0"/>
                  <a:pt x="349020" y="4878"/>
                  <a:pt x="359328" y="14633"/>
                </a:cubicBezTo>
                <a:cubicBezTo>
                  <a:pt x="365463" y="20400"/>
                  <a:pt x="370065" y="28683"/>
                  <a:pt x="373132" y="39482"/>
                </a:cubicBezTo>
                <a:lnTo>
                  <a:pt x="346167" y="45924"/>
                </a:lnTo>
                <a:cubicBezTo>
                  <a:pt x="344572" y="38929"/>
                  <a:pt x="341244" y="33407"/>
                  <a:pt x="336182" y="29358"/>
                </a:cubicBezTo>
                <a:cubicBezTo>
                  <a:pt x="331120" y="25309"/>
                  <a:pt x="324969" y="23284"/>
                  <a:pt x="317729" y="23284"/>
                </a:cubicBezTo>
                <a:cubicBezTo>
                  <a:pt x="307729" y="23284"/>
                  <a:pt x="299615" y="26873"/>
                  <a:pt x="293387" y="34052"/>
                </a:cubicBezTo>
                <a:cubicBezTo>
                  <a:pt x="287160" y="41230"/>
                  <a:pt x="284046" y="52857"/>
                  <a:pt x="284046" y="68932"/>
                </a:cubicBezTo>
                <a:cubicBezTo>
                  <a:pt x="284046" y="85988"/>
                  <a:pt x="287114" y="98136"/>
                  <a:pt x="293249" y="105376"/>
                </a:cubicBezTo>
                <a:cubicBezTo>
                  <a:pt x="299384" y="112616"/>
                  <a:pt x="307361" y="116236"/>
                  <a:pt x="317177" y="116236"/>
                </a:cubicBezTo>
                <a:cubicBezTo>
                  <a:pt x="324417" y="116236"/>
                  <a:pt x="330645" y="113935"/>
                  <a:pt x="335860" y="109334"/>
                </a:cubicBezTo>
                <a:cubicBezTo>
                  <a:pt x="341075" y="104732"/>
                  <a:pt x="344817" y="97492"/>
                  <a:pt x="347088" y="87614"/>
                </a:cubicBezTo>
                <a:close/>
                <a:moveTo>
                  <a:pt x="519020" y="137219"/>
                </a:moveTo>
                <a:lnTo>
                  <a:pt x="489385" y="137219"/>
                </a:lnTo>
                <a:lnTo>
                  <a:pt x="477605" y="106573"/>
                </a:lnTo>
                <a:lnTo>
                  <a:pt x="423675" y="106573"/>
                </a:lnTo>
                <a:lnTo>
                  <a:pt x="412539" y="137219"/>
                </a:lnTo>
                <a:lnTo>
                  <a:pt x="383641" y="137219"/>
                </a:lnTo>
                <a:lnTo>
                  <a:pt x="436191" y="2301"/>
                </a:lnTo>
                <a:lnTo>
                  <a:pt x="464997" y="2301"/>
                </a:lnTo>
                <a:lnTo>
                  <a:pt x="519020" y="137219"/>
                </a:lnTo>
                <a:moveTo>
                  <a:pt x="468862" y="83841"/>
                </a:moveTo>
                <a:lnTo>
                  <a:pt x="450272" y="33776"/>
                </a:lnTo>
                <a:lnTo>
                  <a:pt x="432050" y="83841"/>
                </a:lnTo>
                <a:lnTo>
                  <a:pt x="468862" y="83841"/>
                </a:lnTo>
                <a:close/>
                <a:moveTo>
                  <a:pt x="624042" y="39482"/>
                </a:moveTo>
                <a:lnTo>
                  <a:pt x="624042" y="60097"/>
                </a:lnTo>
                <a:lnTo>
                  <a:pt x="606372" y="60097"/>
                </a:lnTo>
                <a:lnTo>
                  <a:pt x="606372" y="99486"/>
                </a:lnTo>
                <a:cubicBezTo>
                  <a:pt x="606372" y="107462"/>
                  <a:pt x="606541" y="112110"/>
                  <a:pt x="606878" y="113429"/>
                </a:cubicBezTo>
                <a:cubicBezTo>
                  <a:pt x="607215" y="114748"/>
                  <a:pt x="607982" y="115837"/>
                  <a:pt x="609179" y="116696"/>
                </a:cubicBezTo>
                <a:cubicBezTo>
                  <a:pt x="610375" y="117555"/>
                  <a:pt x="611832" y="117985"/>
                  <a:pt x="613550" y="117985"/>
                </a:cubicBezTo>
                <a:cubicBezTo>
                  <a:pt x="615943" y="117985"/>
                  <a:pt x="619410" y="117156"/>
                  <a:pt x="623950" y="115500"/>
                </a:cubicBezTo>
                <a:lnTo>
                  <a:pt x="626159" y="135563"/>
                </a:lnTo>
                <a:cubicBezTo>
                  <a:pt x="620146" y="138139"/>
                  <a:pt x="613336" y="139428"/>
                  <a:pt x="605728" y="139428"/>
                </a:cubicBezTo>
                <a:cubicBezTo>
                  <a:pt x="601065" y="139428"/>
                  <a:pt x="596862" y="138646"/>
                  <a:pt x="593119" y="137081"/>
                </a:cubicBezTo>
                <a:cubicBezTo>
                  <a:pt x="589377" y="135517"/>
                  <a:pt x="586631" y="133492"/>
                  <a:pt x="584882" y="131007"/>
                </a:cubicBezTo>
                <a:cubicBezTo>
                  <a:pt x="583134" y="128522"/>
                  <a:pt x="581922" y="125163"/>
                  <a:pt x="581247" y="120930"/>
                </a:cubicBezTo>
                <a:cubicBezTo>
                  <a:pt x="580695" y="117923"/>
                  <a:pt x="580419" y="111849"/>
                  <a:pt x="580419" y="102707"/>
                </a:cubicBezTo>
                <a:lnTo>
                  <a:pt x="580419" y="60097"/>
                </a:lnTo>
                <a:lnTo>
                  <a:pt x="568547" y="60097"/>
                </a:lnTo>
                <a:lnTo>
                  <a:pt x="568547" y="39482"/>
                </a:lnTo>
                <a:lnTo>
                  <a:pt x="580419" y="39482"/>
                </a:lnTo>
                <a:lnTo>
                  <a:pt x="580419" y="20063"/>
                </a:lnTo>
                <a:lnTo>
                  <a:pt x="606372" y="4970"/>
                </a:lnTo>
                <a:lnTo>
                  <a:pt x="606372" y="39482"/>
                </a:lnTo>
                <a:lnTo>
                  <a:pt x="624042" y="39482"/>
                </a:lnTo>
                <a:close/>
                <a:moveTo>
                  <a:pt x="635665" y="86970"/>
                </a:moveTo>
                <a:cubicBezTo>
                  <a:pt x="635665" y="78380"/>
                  <a:pt x="637782" y="70067"/>
                  <a:pt x="642016" y="62029"/>
                </a:cubicBezTo>
                <a:cubicBezTo>
                  <a:pt x="646249" y="53992"/>
                  <a:pt x="652246" y="47856"/>
                  <a:pt x="660008" y="43623"/>
                </a:cubicBezTo>
                <a:cubicBezTo>
                  <a:pt x="667769" y="39390"/>
                  <a:pt x="676435" y="37273"/>
                  <a:pt x="686007" y="37273"/>
                </a:cubicBezTo>
                <a:cubicBezTo>
                  <a:pt x="700793" y="37273"/>
                  <a:pt x="712911" y="42074"/>
                  <a:pt x="722359" y="51676"/>
                </a:cubicBezTo>
                <a:cubicBezTo>
                  <a:pt x="731808" y="61278"/>
                  <a:pt x="736532" y="73411"/>
                  <a:pt x="736532" y="88074"/>
                </a:cubicBezTo>
                <a:cubicBezTo>
                  <a:pt x="736532" y="102861"/>
                  <a:pt x="731762" y="115116"/>
                  <a:pt x="722221" y="124841"/>
                </a:cubicBezTo>
                <a:cubicBezTo>
                  <a:pt x="712681" y="134566"/>
                  <a:pt x="700670" y="139428"/>
                  <a:pt x="686191" y="139428"/>
                </a:cubicBezTo>
                <a:cubicBezTo>
                  <a:pt x="677233" y="139428"/>
                  <a:pt x="668689" y="137403"/>
                  <a:pt x="660560" y="133354"/>
                </a:cubicBezTo>
                <a:cubicBezTo>
                  <a:pt x="652430" y="129304"/>
                  <a:pt x="646249" y="123368"/>
                  <a:pt x="642016" y="115546"/>
                </a:cubicBezTo>
                <a:cubicBezTo>
                  <a:pt x="637782" y="107723"/>
                  <a:pt x="635665" y="98198"/>
                  <a:pt x="635665" y="86970"/>
                </a:cubicBezTo>
                <a:moveTo>
                  <a:pt x="662170" y="88350"/>
                </a:moveTo>
                <a:cubicBezTo>
                  <a:pt x="662170" y="98044"/>
                  <a:pt x="664471" y="105468"/>
                  <a:pt x="669073" y="110622"/>
                </a:cubicBezTo>
                <a:cubicBezTo>
                  <a:pt x="673674" y="115776"/>
                  <a:pt x="679350" y="118353"/>
                  <a:pt x="686099" y="118353"/>
                </a:cubicBezTo>
                <a:cubicBezTo>
                  <a:pt x="692848" y="118353"/>
                  <a:pt x="698508" y="115776"/>
                  <a:pt x="703079" y="110622"/>
                </a:cubicBezTo>
                <a:cubicBezTo>
                  <a:pt x="707649" y="105468"/>
                  <a:pt x="709935" y="97983"/>
                  <a:pt x="709935" y="88166"/>
                </a:cubicBezTo>
                <a:cubicBezTo>
                  <a:pt x="709935" y="78595"/>
                  <a:pt x="707649" y="71232"/>
                  <a:pt x="703079" y="66079"/>
                </a:cubicBezTo>
                <a:cubicBezTo>
                  <a:pt x="698508" y="60925"/>
                  <a:pt x="692848" y="58348"/>
                  <a:pt x="686099" y="58348"/>
                </a:cubicBezTo>
                <a:cubicBezTo>
                  <a:pt x="679350" y="58348"/>
                  <a:pt x="673674" y="60925"/>
                  <a:pt x="669073" y="66079"/>
                </a:cubicBezTo>
                <a:cubicBezTo>
                  <a:pt x="664471" y="71232"/>
                  <a:pt x="662170" y="78656"/>
                  <a:pt x="662170" y="88350"/>
                </a:cubicBezTo>
                <a:close/>
                <a:moveTo>
                  <a:pt x="808809" y="2301"/>
                </a:moveTo>
                <a:lnTo>
                  <a:pt x="858598" y="2301"/>
                </a:lnTo>
                <a:cubicBezTo>
                  <a:pt x="869826" y="2301"/>
                  <a:pt x="878385" y="3160"/>
                  <a:pt x="884275" y="4878"/>
                </a:cubicBezTo>
                <a:cubicBezTo>
                  <a:pt x="892190" y="7209"/>
                  <a:pt x="898969" y="11351"/>
                  <a:pt x="904614" y="17302"/>
                </a:cubicBezTo>
                <a:cubicBezTo>
                  <a:pt x="910258" y="23253"/>
                  <a:pt x="914553" y="30539"/>
                  <a:pt x="917498" y="39159"/>
                </a:cubicBezTo>
                <a:cubicBezTo>
                  <a:pt x="920443" y="47780"/>
                  <a:pt x="921916" y="58409"/>
                  <a:pt x="921916" y="71048"/>
                </a:cubicBezTo>
                <a:cubicBezTo>
                  <a:pt x="921916" y="82154"/>
                  <a:pt x="920535" y="91725"/>
                  <a:pt x="917774" y="99762"/>
                </a:cubicBezTo>
                <a:cubicBezTo>
                  <a:pt x="914400" y="109579"/>
                  <a:pt x="909584" y="117524"/>
                  <a:pt x="903325" y="123598"/>
                </a:cubicBezTo>
                <a:cubicBezTo>
                  <a:pt x="898601" y="128200"/>
                  <a:pt x="892220" y="131789"/>
                  <a:pt x="884183" y="134366"/>
                </a:cubicBezTo>
                <a:cubicBezTo>
                  <a:pt x="878170" y="136268"/>
                  <a:pt x="870133" y="137219"/>
                  <a:pt x="860071" y="137219"/>
                </a:cubicBezTo>
                <a:lnTo>
                  <a:pt x="808809" y="137219"/>
                </a:lnTo>
                <a:lnTo>
                  <a:pt x="808809" y="2301"/>
                </a:lnTo>
                <a:moveTo>
                  <a:pt x="836050" y="25125"/>
                </a:moveTo>
                <a:lnTo>
                  <a:pt x="836050" y="114487"/>
                </a:lnTo>
                <a:lnTo>
                  <a:pt x="856389" y="114487"/>
                </a:lnTo>
                <a:cubicBezTo>
                  <a:pt x="863997" y="114487"/>
                  <a:pt x="869488" y="114058"/>
                  <a:pt x="872863" y="113199"/>
                </a:cubicBezTo>
                <a:cubicBezTo>
                  <a:pt x="877280" y="112095"/>
                  <a:pt x="880946" y="110223"/>
                  <a:pt x="883861" y="107585"/>
                </a:cubicBezTo>
                <a:cubicBezTo>
                  <a:pt x="886775" y="104947"/>
                  <a:pt x="889153" y="100606"/>
                  <a:pt x="890993" y="94563"/>
                </a:cubicBezTo>
                <a:cubicBezTo>
                  <a:pt x="892834" y="88519"/>
                  <a:pt x="893754" y="80282"/>
                  <a:pt x="893754" y="69852"/>
                </a:cubicBezTo>
                <a:cubicBezTo>
                  <a:pt x="893754" y="59422"/>
                  <a:pt x="892834" y="51415"/>
                  <a:pt x="890993" y="45832"/>
                </a:cubicBezTo>
                <a:cubicBezTo>
                  <a:pt x="889153" y="40249"/>
                  <a:pt x="886576" y="35892"/>
                  <a:pt x="883262" y="32763"/>
                </a:cubicBezTo>
                <a:cubicBezTo>
                  <a:pt x="879949" y="29634"/>
                  <a:pt x="875747" y="27517"/>
                  <a:pt x="870654" y="26413"/>
                </a:cubicBezTo>
                <a:cubicBezTo>
                  <a:pt x="866850" y="25554"/>
                  <a:pt x="859396" y="25125"/>
                  <a:pt x="848290" y="25125"/>
                </a:cubicBezTo>
                <a:lnTo>
                  <a:pt x="836050" y="25125"/>
                </a:lnTo>
                <a:close/>
                <a:moveTo>
                  <a:pt x="1027219" y="113199"/>
                </a:moveTo>
                <a:lnTo>
                  <a:pt x="1027219" y="137219"/>
                </a:lnTo>
                <a:lnTo>
                  <a:pt x="936568" y="137219"/>
                </a:lnTo>
                <a:cubicBezTo>
                  <a:pt x="937549" y="128139"/>
                  <a:pt x="940494" y="119534"/>
                  <a:pt x="945403" y="111404"/>
                </a:cubicBezTo>
                <a:cubicBezTo>
                  <a:pt x="950311" y="103275"/>
                  <a:pt x="960005" y="92492"/>
                  <a:pt x="974485" y="79055"/>
                </a:cubicBezTo>
                <a:cubicBezTo>
                  <a:pt x="986142" y="68195"/>
                  <a:pt x="993290" y="60833"/>
                  <a:pt x="995928" y="56968"/>
                </a:cubicBezTo>
                <a:cubicBezTo>
                  <a:pt x="999487" y="51630"/>
                  <a:pt x="1001266" y="46353"/>
                  <a:pt x="1001266" y="41138"/>
                </a:cubicBezTo>
                <a:cubicBezTo>
                  <a:pt x="1001266" y="35371"/>
                  <a:pt x="999717" y="30938"/>
                  <a:pt x="996618" y="27840"/>
                </a:cubicBezTo>
                <a:cubicBezTo>
                  <a:pt x="993520" y="24741"/>
                  <a:pt x="989241" y="23192"/>
                  <a:pt x="983780" y="23192"/>
                </a:cubicBezTo>
                <a:cubicBezTo>
                  <a:pt x="978381" y="23192"/>
                  <a:pt x="974086" y="24818"/>
                  <a:pt x="970896" y="28070"/>
                </a:cubicBezTo>
                <a:cubicBezTo>
                  <a:pt x="967705" y="31321"/>
                  <a:pt x="965865" y="36721"/>
                  <a:pt x="965374" y="44267"/>
                </a:cubicBezTo>
                <a:lnTo>
                  <a:pt x="939605" y="41690"/>
                </a:lnTo>
                <a:cubicBezTo>
                  <a:pt x="941139" y="27456"/>
                  <a:pt x="945955" y="17241"/>
                  <a:pt x="954054" y="11044"/>
                </a:cubicBezTo>
                <a:cubicBezTo>
                  <a:pt x="962153" y="4847"/>
                  <a:pt x="972276" y="1749"/>
                  <a:pt x="984424" y="1749"/>
                </a:cubicBezTo>
                <a:cubicBezTo>
                  <a:pt x="997738" y="1749"/>
                  <a:pt x="1008199" y="5338"/>
                  <a:pt x="1015807" y="12516"/>
                </a:cubicBezTo>
                <a:cubicBezTo>
                  <a:pt x="1023415" y="19695"/>
                  <a:pt x="1027219" y="28622"/>
                  <a:pt x="1027219" y="39298"/>
                </a:cubicBezTo>
                <a:cubicBezTo>
                  <a:pt x="1027219" y="45372"/>
                  <a:pt x="1026130" y="51154"/>
                  <a:pt x="1023952" y="56645"/>
                </a:cubicBezTo>
                <a:cubicBezTo>
                  <a:pt x="1021774" y="62137"/>
                  <a:pt x="1018323" y="67889"/>
                  <a:pt x="1013598" y="73901"/>
                </a:cubicBezTo>
                <a:cubicBezTo>
                  <a:pt x="1010469" y="77889"/>
                  <a:pt x="1004825" y="83626"/>
                  <a:pt x="996664" y="91111"/>
                </a:cubicBezTo>
                <a:cubicBezTo>
                  <a:pt x="988504" y="98597"/>
                  <a:pt x="983335" y="103566"/>
                  <a:pt x="981157" y="106020"/>
                </a:cubicBezTo>
                <a:cubicBezTo>
                  <a:pt x="978979" y="108475"/>
                  <a:pt x="977215" y="110867"/>
                  <a:pt x="975865" y="113199"/>
                </a:cubicBezTo>
                <a:lnTo>
                  <a:pt x="1027219" y="113199"/>
                </a:lnTo>
                <a:close/>
                <a:moveTo>
                  <a:pt x="1136557" y="87614"/>
                </a:moveTo>
                <a:lnTo>
                  <a:pt x="1162970" y="95989"/>
                </a:lnTo>
                <a:cubicBezTo>
                  <a:pt x="1158921" y="110714"/>
                  <a:pt x="1152187" y="121650"/>
                  <a:pt x="1142769" y="128798"/>
                </a:cubicBezTo>
                <a:cubicBezTo>
                  <a:pt x="1133352" y="135946"/>
                  <a:pt x="1121403" y="139520"/>
                  <a:pt x="1106923" y="139520"/>
                </a:cubicBezTo>
                <a:cubicBezTo>
                  <a:pt x="1089008" y="139520"/>
                  <a:pt x="1074283" y="133400"/>
                  <a:pt x="1062748" y="121160"/>
                </a:cubicBezTo>
                <a:cubicBezTo>
                  <a:pt x="1051213" y="108919"/>
                  <a:pt x="1045446" y="92185"/>
                  <a:pt x="1045446" y="70956"/>
                </a:cubicBezTo>
                <a:cubicBezTo>
                  <a:pt x="1045446" y="48501"/>
                  <a:pt x="1051244" y="31061"/>
                  <a:pt x="1062840" y="18636"/>
                </a:cubicBezTo>
                <a:cubicBezTo>
                  <a:pt x="1074436" y="6212"/>
                  <a:pt x="1089683" y="0"/>
                  <a:pt x="1108580" y="0"/>
                </a:cubicBezTo>
                <a:cubicBezTo>
                  <a:pt x="1125084" y="0"/>
                  <a:pt x="1138490" y="4878"/>
                  <a:pt x="1148798" y="14633"/>
                </a:cubicBezTo>
                <a:cubicBezTo>
                  <a:pt x="1154933" y="20400"/>
                  <a:pt x="1159535" y="28683"/>
                  <a:pt x="1162602" y="39482"/>
                </a:cubicBezTo>
                <a:lnTo>
                  <a:pt x="1135637" y="45924"/>
                </a:lnTo>
                <a:cubicBezTo>
                  <a:pt x="1134042" y="38929"/>
                  <a:pt x="1130713" y="33407"/>
                  <a:pt x="1125652" y="29358"/>
                </a:cubicBezTo>
                <a:cubicBezTo>
                  <a:pt x="1120590" y="25309"/>
                  <a:pt x="1114439" y="23284"/>
                  <a:pt x="1107199" y="23284"/>
                </a:cubicBezTo>
                <a:cubicBezTo>
                  <a:pt x="1097198" y="23284"/>
                  <a:pt x="1089084" y="26873"/>
                  <a:pt x="1082857" y="34052"/>
                </a:cubicBezTo>
                <a:cubicBezTo>
                  <a:pt x="1076629" y="41230"/>
                  <a:pt x="1073516" y="52857"/>
                  <a:pt x="1073516" y="68932"/>
                </a:cubicBezTo>
                <a:cubicBezTo>
                  <a:pt x="1073516" y="85988"/>
                  <a:pt x="1076583" y="98136"/>
                  <a:pt x="1082719" y="105376"/>
                </a:cubicBezTo>
                <a:cubicBezTo>
                  <a:pt x="1088854" y="112616"/>
                  <a:pt x="1096830" y="116236"/>
                  <a:pt x="1106647" y="116236"/>
                </a:cubicBezTo>
                <a:cubicBezTo>
                  <a:pt x="1113887" y="116236"/>
                  <a:pt x="1120114" y="113935"/>
                  <a:pt x="1125329" y="109334"/>
                </a:cubicBezTo>
                <a:cubicBezTo>
                  <a:pt x="1130545" y="104732"/>
                  <a:pt x="1134287" y="97492"/>
                  <a:pt x="1136557" y="87614"/>
                </a:cubicBezTo>
                <a:close/>
                <a:moveTo>
                  <a:pt x="1239901" y="137219"/>
                </a:moveTo>
                <a:lnTo>
                  <a:pt x="1239901" y="3405"/>
                </a:lnTo>
                <a:lnTo>
                  <a:pt x="1267142" y="3405"/>
                </a:lnTo>
                <a:lnTo>
                  <a:pt x="1267142" y="114487"/>
                </a:lnTo>
                <a:lnTo>
                  <a:pt x="1334878" y="114487"/>
                </a:lnTo>
                <a:lnTo>
                  <a:pt x="1334878" y="137219"/>
                </a:lnTo>
                <a:lnTo>
                  <a:pt x="1239901" y="137219"/>
                </a:lnTo>
                <a:close/>
                <a:moveTo>
                  <a:pt x="1353987" y="137219"/>
                </a:moveTo>
                <a:lnTo>
                  <a:pt x="1353987" y="2301"/>
                </a:lnTo>
                <a:lnTo>
                  <a:pt x="1454025" y="2301"/>
                </a:lnTo>
                <a:lnTo>
                  <a:pt x="1454025" y="25125"/>
                </a:lnTo>
                <a:lnTo>
                  <a:pt x="1381228" y="25125"/>
                </a:lnTo>
                <a:lnTo>
                  <a:pt x="1381228" y="55035"/>
                </a:lnTo>
                <a:lnTo>
                  <a:pt x="1448964" y="55035"/>
                </a:lnTo>
                <a:lnTo>
                  <a:pt x="1448964" y="77767"/>
                </a:lnTo>
                <a:lnTo>
                  <a:pt x="1381228" y="77767"/>
                </a:lnTo>
                <a:lnTo>
                  <a:pt x="1381228" y="114487"/>
                </a:lnTo>
                <a:lnTo>
                  <a:pt x="1456602" y="114487"/>
                </a:lnTo>
                <a:lnTo>
                  <a:pt x="1456602" y="137219"/>
                </a:lnTo>
                <a:lnTo>
                  <a:pt x="1353987" y="137219"/>
                </a:lnTo>
                <a:close/>
                <a:moveTo>
                  <a:pt x="1474974" y="70588"/>
                </a:moveTo>
                <a:cubicBezTo>
                  <a:pt x="1474974" y="56845"/>
                  <a:pt x="1477029" y="45310"/>
                  <a:pt x="1481140" y="35984"/>
                </a:cubicBezTo>
                <a:cubicBezTo>
                  <a:pt x="1484207" y="29113"/>
                  <a:pt x="1488395" y="22947"/>
                  <a:pt x="1493702" y="17486"/>
                </a:cubicBezTo>
                <a:cubicBezTo>
                  <a:pt x="1499009" y="12025"/>
                  <a:pt x="1504822" y="7976"/>
                  <a:pt x="1511142" y="5338"/>
                </a:cubicBezTo>
                <a:cubicBezTo>
                  <a:pt x="1519548" y="1779"/>
                  <a:pt x="1529242" y="0"/>
                  <a:pt x="1540224" y="0"/>
                </a:cubicBezTo>
                <a:cubicBezTo>
                  <a:pt x="1560103" y="0"/>
                  <a:pt x="1576009" y="6166"/>
                  <a:pt x="1587942" y="18498"/>
                </a:cubicBezTo>
                <a:cubicBezTo>
                  <a:pt x="1599876" y="30831"/>
                  <a:pt x="1605843" y="47979"/>
                  <a:pt x="1605843" y="69944"/>
                </a:cubicBezTo>
                <a:cubicBezTo>
                  <a:pt x="1605843" y="91725"/>
                  <a:pt x="1599922" y="108766"/>
                  <a:pt x="1588080" y="121068"/>
                </a:cubicBezTo>
                <a:cubicBezTo>
                  <a:pt x="1576239" y="133369"/>
                  <a:pt x="1560410" y="139520"/>
                  <a:pt x="1540592" y="139520"/>
                </a:cubicBezTo>
                <a:cubicBezTo>
                  <a:pt x="1520529" y="139520"/>
                  <a:pt x="1504577" y="133400"/>
                  <a:pt x="1492736" y="121160"/>
                </a:cubicBezTo>
                <a:cubicBezTo>
                  <a:pt x="1480894" y="108919"/>
                  <a:pt x="1474974" y="92062"/>
                  <a:pt x="1474974" y="70588"/>
                </a:cubicBezTo>
                <a:moveTo>
                  <a:pt x="1503043" y="69668"/>
                </a:moveTo>
                <a:cubicBezTo>
                  <a:pt x="1503043" y="84945"/>
                  <a:pt x="1506571" y="96526"/>
                  <a:pt x="1513627" y="104410"/>
                </a:cubicBezTo>
                <a:cubicBezTo>
                  <a:pt x="1520683" y="112294"/>
                  <a:pt x="1529640" y="116236"/>
                  <a:pt x="1540500" y="116236"/>
                </a:cubicBezTo>
                <a:cubicBezTo>
                  <a:pt x="1551360" y="116236"/>
                  <a:pt x="1560272" y="112325"/>
                  <a:pt x="1567235" y="104502"/>
                </a:cubicBezTo>
                <a:cubicBezTo>
                  <a:pt x="1574199" y="96679"/>
                  <a:pt x="1577681" y="84945"/>
                  <a:pt x="1577681" y="69300"/>
                </a:cubicBezTo>
                <a:cubicBezTo>
                  <a:pt x="1577681" y="53839"/>
                  <a:pt x="1574291" y="42304"/>
                  <a:pt x="1567511" y="34696"/>
                </a:cubicBezTo>
                <a:cubicBezTo>
                  <a:pt x="1560732" y="27088"/>
                  <a:pt x="1551728" y="23284"/>
                  <a:pt x="1540500" y="23284"/>
                </a:cubicBezTo>
                <a:cubicBezTo>
                  <a:pt x="1529272" y="23284"/>
                  <a:pt x="1520222" y="27134"/>
                  <a:pt x="1513351" y="34834"/>
                </a:cubicBezTo>
                <a:cubicBezTo>
                  <a:pt x="1506479" y="42534"/>
                  <a:pt x="1503043" y="54145"/>
                  <a:pt x="1503043" y="69668"/>
                </a:cubicBezTo>
                <a:close/>
                <a:moveTo>
                  <a:pt x="1698749" y="69300"/>
                </a:moveTo>
                <a:lnTo>
                  <a:pt x="1675281" y="65066"/>
                </a:lnTo>
                <a:cubicBezTo>
                  <a:pt x="1677919" y="55618"/>
                  <a:pt x="1682459" y="48623"/>
                  <a:pt x="1688902" y="44083"/>
                </a:cubicBezTo>
                <a:cubicBezTo>
                  <a:pt x="1695344" y="39543"/>
                  <a:pt x="1704915" y="37273"/>
                  <a:pt x="1717615" y="37273"/>
                </a:cubicBezTo>
                <a:cubicBezTo>
                  <a:pt x="1729150" y="37273"/>
                  <a:pt x="1737740" y="38638"/>
                  <a:pt x="1743384" y="41368"/>
                </a:cubicBezTo>
                <a:cubicBezTo>
                  <a:pt x="1749029" y="44098"/>
                  <a:pt x="1753002" y="47565"/>
                  <a:pt x="1755302" y="51768"/>
                </a:cubicBezTo>
                <a:cubicBezTo>
                  <a:pt x="1757603" y="55971"/>
                  <a:pt x="1758754" y="63686"/>
                  <a:pt x="1758754" y="74914"/>
                </a:cubicBezTo>
                <a:lnTo>
                  <a:pt x="1758477" y="105100"/>
                </a:lnTo>
                <a:cubicBezTo>
                  <a:pt x="1758477" y="113690"/>
                  <a:pt x="1758892" y="120025"/>
                  <a:pt x="1759720" y="124105"/>
                </a:cubicBezTo>
                <a:cubicBezTo>
                  <a:pt x="1760548" y="128185"/>
                  <a:pt x="1762097" y="132556"/>
                  <a:pt x="1764367" y="137219"/>
                </a:cubicBezTo>
                <a:lnTo>
                  <a:pt x="1738783" y="137219"/>
                </a:lnTo>
                <a:cubicBezTo>
                  <a:pt x="1738108" y="135501"/>
                  <a:pt x="1737279" y="132955"/>
                  <a:pt x="1736298" y="129581"/>
                </a:cubicBezTo>
                <a:cubicBezTo>
                  <a:pt x="1735868" y="128047"/>
                  <a:pt x="1735562" y="127034"/>
                  <a:pt x="1735378" y="126543"/>
                </a:cubicBezTo>
                <a:cubicBezTo>
                  <a:pt x="1730960" y="130838"/>
                  <a:pt x="1726236" y="134059"/>
                  <a:pt x="1721205" y="136207"/>
                </a:cubicBezTo>
                <a:cubicBezTo>
                  <a:pt x="1716174" y="138354"/>
                  <a:pt x="1710805" y="139428"/>
                  <a:pt x="1705099" y="139428"/>
                </a:cubicBezTo>
                <a:cubicBezTo>
                  <a:pt x="1695037" y="139428"/>
                  <a:pt x="1687107" y="136698"/>
                  <a:pt x="1681309" y="131237"/>
                </a:cubicBezTo>
                <a:cubicBezTo>
                  <a:pt x="1675511" y="125777"/>
                  <a:pt x="1672612" y="118874"/>
                  <a:pt x="1672612" y="110530"/>
                </a:cubicBezTo>
                <a:cubicBezTo>
                  <a:pt x="1672612" y="105008"/>
                  <a:pt x="1673931" y="100084"/>
                  <a:pt x="1676569" y="95759"/>
                </a:cubicBezTo>
                <a:cubicBezTo>
                  <a:pt x="1679208" y="91433"/>
                  <a:pt x="1682904" y="88120"/>
                  <a:pt x="1687659" y="85819"/>
                </a:cubicBezTo>
                <a:cubicBezTo>
                  <a:pt x="1692414" y="83519"/>
                  <a:pt x="1699270" y="81509"/>
                  <a:pt x="1708228" y="79791"/>
                </a:cubicBezTo>
                <a:cubicBezTo>
                  <a:pt x="1720315" y="77521"/>
                  <a:pt x="1728690" y="75405"/>
                  <a:pt x="1733353" y="73441"/>
                </a:cubicBezTo>
                <a:lnTo>
                  <a:pt x="1733353" y="70864"/>
                </a:lnTo>
                <a:cubicBezTo>
                  <a:pt x="1733353" y="65895"/>
                  <a:pt x="1732126" y="62351"/>
                  <a:pt x="1729672" y="60235"/>
                </a:cubicBezTo>
                <a:cubicBezTo>
                  <a:pt x="1727217" y="58118"/>
                  <a:pt x="1722585" y="57060"/>
                  <a:pt x="1715775" y="57060"/>
                </a:cubicBezTo>
                <a:cubicBezTo>
                  <a:pt x="1711173" y="57060"/>
                  <a:pt x="1707584" y="57965"/>
                  <a:pt x="1705007" y="59775"/>
                </a:cubicBezTo>
                <a:cubicBezTo>
                  <a:pt x="1702430" y="61585"/>
                  <a:pt x="1700344" y="64760"/>
                  <a:pt x="1698749" y="69300"/>
                </a:cubicBezTo>
                <a:moveTo>
                  <a:pt x="1733353" y="90283"/>
                </a:moveTo>
                <a:cubicBezTo>
                  <a:pt x="1730040" y="91387"/>
                  <a:pt x="1724794" y="92707"/>
                  <a:pt x="1717615" y="94240"/>
                </a:cubicBezTo>
                <a:cubicBezTo>
                  <a:pt x="1710437" y="95774"/>
                  <a:pt x="1705743" y="97277"/>
                  <a:pt x="1703535" y="98750"/>
                </a:cubicBezTo>
                <a:cubicBezTo>
                  <a:pt x="1700160" y="101143"/>
                  <a:pt x="1698473" y="104180"/>
                  <a:pt x="1698473" y="107861"/>
                </a:cubicBezTo>
                <a:cubicBezTo>
                  <a:pt x="1698473" y="111481"/>
                  <a:pt x="1699823" y="114610"/>
                  <a:pt x="1702522" y="117248"/>
                </a:cubicBezTo>
                <a:cubicBezTo>
                  <a:pt x="1705222" y="119887"/>
                  <a:pt x="1708658" y="121206"/>
                  <a:pt x="1712830" y="121206"/>
                </a:cubicBezTo>
                <a:cubicBezTo>
                  <a:pt x="1717493" y="121206"/>
                  <a:pt x="1721941" y="119672"/>
                  <a:pt x="1726174" y="116604"/>
                </a:cubicBezTo>
                <a:cubicBezTo>
                  <a:pt x="1729303" y="114273"/>
                  <a:pt x="1731359" y="111420"/>
                  <a:pt x="1732340" y="108045"/>
                </a:cubicBezTo>
                <a:cubicBezTo>
                  <a:pt x="1733015" y="105836"/>
                  <a:pt x="1733353" y="101634"/>
                  <a:pt x="1733353" y="95437"/>
                </a:cubicBezTo>
                <a:lnTo>
                  <a:pt x="1733353" y="90283"/>
                </a:lnTo>
                <a:close/>
                <a:moveTo>
                  <a:pt x="1808824" y="137219"/>
                </a:moveTo>
                <a:lnTo>
                  <a:pt x="1782963" y="137219"/>
                </a:lnTo>
                <a:lnTo>
                  <a:pt x="1782963" y="39482"/>
                </a:lnTo>
                <a:lnTo>
                  <a:pt x="1806983" y="39482"/>
                </a:lnTo>
                <a:lnTo>
                  <a:pt x="1806983" y="53378"/>
                </a:lnTo>
                <a:cubicBezTo>
                  <a:pt x="1811094" y="46813"/>
                  <a:pt x="1814790" y="42488"/>
                  <a:pt x="1818073" y="40402"/>
                </a:cubicBezTo>
                <a:cubicBezTo>
                  <a:pt x="1821355" y="38316"/>
                  <a:pt x="1825082" y="37273"/>
                  <a:pt x="1829255" y="37273"/>
                </a:cubicBezTo>
                <a:cubicBezTo>
                  <a:pt x="1835145" y="37273"/>
                  <a:pt x="1840820" y="38899"/>
                  <a:pt x="1846280" y="42150"/>
                </a:cubicBezTo>
                <a:lnTo>
                  <a:pt x="1838274" y="64698"/>
                </a:lnTo>
                <a:cubicBezTo>
                  <a:pt x="1833918" y="61876"/>
                  <a:pt x="1829868" y="60465"/>
                  <a:pt x="1826126" y="60465"/>
                </a:cubicBezTo>
                <a:cubicBezTo>
                  <a:pt x="1822506" y="60465"/>
                  <a:pt x="1819438" y="61462"/>
                  <a:pt x="1816922" y="63456"/>
                </a:cubicBezTo>
                <a:cubicBezTo>
                  <a:pt x="1814407" y="65450"/>
                  <a:pt x="1812428" y="69054"/>
                  <a:pt x="1810986" y="74270"/>
                </a:cubicBezTo>
                <a:cubicBezTo>
                  <a:pt x="1809544" y="79485"/>
                  <a:pt x="1808824" y="90406"/>
                  <a:pt x="1808824" y="107033"/>
                </a:cubicBezTo>
                <a:lnTo>
                  <a:pt x="1808824" y="137219"/>
                </a:lnTo>
                <a:close/>
                <a:moveTo>
                  <a:pt x="1943587" y="68380"/>
                </a:moveTo>
                <a:lnTo>
                  <a:pt x="1918094" y="72981"/>
                </a:lnTo>
                <a:cubicBezTo>
                  <a:pt x="1917235" y="67889"/>
                  <a:pt x="1915287" y="64054"/>
                  <a:pt x="1912250" y="61477"/>
                </a:cubicBezTo>
                <a:cubicBezTo>
                  <a:pt x="1909213" y="58900"/>
                  <a:pt x="1905271" y="57612"/>
                  <a:pt x="1900424" y="57612"/>
                </a:cubicBezTo>
                <a:cubicBezTo>
                  <a:pt x="1893982" y="57612"/>
                  <a:pt x="1888844" y="59836"/>
                  <a:pt x="1885009" y="64284"/>
                </a:cubicBezTo>
                <a:cubicBezTo>
                  <a:pt x="1881174" y="68732"/>
                  <a:pt x="1879257" y="76172"/>
                  <a:pt x="1879257" y="86602"/>
                </a:cubicBezTo>
                <a:cubicBezTo>
                  <a:pt x="1879257" y="98198"/>
                  <a:pt x="1881205" y="106389"/>
                  <a:pt x="1885101" y="111174"/>
                </a:cubicBezTo>
                <a:cubicBezTo>
                  <a:pt x="1888997" y="115960"/>
                  <a:pt x="1894227" y="118353"/>
                  <a:pt x="1900792" y="118353"/>
                </a:cubicBezTo>
                <a:cubicBezTo>
                  <a:pt x="1905701" y="118353"/>
                  <a:pt x="1909719" y="116957"/>
                  <a:pt x="1912849" y="114165"/>
                </a:cubicBezTo>
                <a:cubicBezTo>
                  <a:pt x="1915978" y="111374"/>
                  <a:pt x="1918186" y="106573"/>
                  <a:pt x="1919475" y="99762"/>
                </a:cubicBezTo>
                <a:lnTo>
                  <a:pt x="1944876" y="104088"/>
                </a:lnTo>
                <a:cubicBezTo>
                  <a:pt x="1942237" y="115745"/>
                  <a:pt x="1937176" y="124549"/>
                  <a:pt x="1929690" y="130501"/>
                </a:cubicBezTo>
                <a:cubicBezTo>
                  <a:pt x="1922205" y="136452"/>
                  <a:pt x="1912174" y="139428"/>
                  <a:pt x="1899596" y="139428"/>
                </a:cubicBezTo>
                <a:cubicBezTo>
                  <a:pt x="1885300" y="139428"/>
                  <a:pt x="1873904" y="134918"/>
                  <a:pt x="1865406" y="125899"/>
                </a:cubicBezTo>
                <a:cubicBezTo>
                  <a:pt x="1856909" y="116880"/>
                  <a:pt x="1852660" y="104395"/>
                  <a:pt x="1852660" y="88442"/>
                </a:cubicBezTo>
                <a:cubicBezTo>
                  <a:pt x="1852660" y="72306"/>
                  <a:pt x="1856924" y="59744"/>
                  <a:pt x="1865452" y="50755"/>
                </a:cubicBezTo>
                <a:cubicBezTo>
                  <a:pt x="1873980" y="41767"/>
                  <a:pt x="1885515" y="37273"/>
                  <a:pt x="1900056" y="37273"/>
                </a:cubicBezTo>
                <a:cubicBezTo>
                  <a:pt x="1911959" y="37273"/>
                  <a:pt x="1921423" y="39834"/>
                  <a:pt x="1928448" y="44957"/>
                </a:cubicBezTo>
                <a:cubicBezTo>
                  <a:pt x="1935473" y="50081"/>
                  <a:pt x="1940519" y="57888"/>
                  <a:pt x="1943587" y="68380"/>
                </a:cubicBezTo>
                <a:close/>
                <a:moveTo>
                  <a:pt x="1988779" y="2301"/>
                </a:moveTo>
                <a:lnTo>
                  <a:pt x="1988779" y="51906"/>
                </a:lnTo>
                <a:cubicBezTo>
                  <a:pt x="1997124" y="42150"/>
                  <a:pt x="2007094" y="37273"/>
                  <a:pt x="2018690" y="37273"/>
                </a:cubicBezTo>
                <a:cubicBezTo>
                  <a:pt x="2024641" y="37273"/>
                  <a:pt x="2030010" y="38377"/>
                  <a:pt x="2034795" y="40586"/>
                </a:cubicBezTo>
                <a:cubicBezTo>
                  <a:pt x="2039581" y="42795"/>
                  <a:pt x="2043185" y="45617"/>
                  <a:pt x="2045609" y="49053"/>
                </a:cubicBezTo>
                <a:cubicBezTo>
                  <a:pt x="2048032" y="52489"/>
                  <a:pt x="2049689" y="56293"/>
                  <a:pt x="2050579" y="60465"/>
                </a:cubicBezTo>
                <a:cubicBezTo>
                  <a:pt x="2051468" y="64637"/>
                  <a:pt x="2051913" y="71110"/>
                  <a:pt x="2051913" y="79883"/>
                </a:cubicBezTo>
                <a:lnTo>
                  <a:pt x="2051913" y="137219"/>
                </a:lnTo>
                <a:lnTo>
                  <a:pt x="2026052" y="137219"/>
                </a:lnTo>
                <a:lnTo>
                  <a:pt x="2026052" y="85589"/>
                </a:lnTo>
                <a:cubicBezTo>
                  <a:pt x="2026052" y="75343"/>
                  <a:pt x="2025561" y="68840"/>
                  <a:pt x="2024580" y="66079"/>
                </a:cubicBezTo>
                <a:cubicBezTo>
                  <a:pt x="2023598" y="63318"/>
                  <a:pt x="2021865" y="61124"/>
                  <a:pt x="2019380" y="59498"/>
                </a:cubicBezTo>
                <a:cubicBezTo>
                  <a:pt x="2016895" y="57873"/>
                  <a:pt x="2013781" y="57060"/>
                  <a:pt x="2010039" y="57060"/>
                </a:cubicBezTo>
                <a:cubicBezTo>
                  <a:pt x="2005744" y="57060"/>
                  <a:pt x="2001909" y="58103"/>
                  <a:pt x="1998535" y="60189"/>
                </a:cubicBezTo>
                <a:cubicBezTo>
                  <a:pt x="1995160" y="62275"/>
                  <a:pt x="1992691" y="65419"/>
                  <a:pt x="1991126" y="69622"/>
                </a:cubicBezTo>
                <a:cubicBezTo>
                  <a:pt x="1989562" y="73825"/>
                  <a:pt x="1988779" y="80037"/>
                  <a:pt x="1988779" y="88258"/>
                </a:cubicBezTo>
                <a:lnTo>
                  <a:pt x="1988779" y="137219"/>
                </a:lnTo>
                <a:lnTo>
                  <a:pt x="1962919" y="137219"/>
                </a:lnTo>
                <a:lnTo>
                  <a:pt x="1962919" y="2301"/>
                </a:lnTo>
                <a:lnTo>
                  <a:pt x="1988779" y="2301"/>
                </a:lnTo>
                <a:close/>
                <a:moveTo>
                  <a:pt x="2077833" y="26229"/>
                </a:moveTo>
                <a:lnTo>
                  <a:pt x="2077833" y="2301"/>
                </a:lnTo>
                <a:lnTo>
                  <a:pt x="2103694" y="2301"/>
                </a:lnTo>
                <a:lnTo>
                  <a:pt x="2103694" y="26229"/>
                </a:lnTo>
                <a:lnTo>
                  <a:pt x="2077833" y="26229"/>
                </a:lnTo>
                <a:moveTo>
                  <a:pt x="2077833" y="137219"/>
                </a:moveTo>
                <a:lnTo>
                  <a:pt x="2077833" y="39482"/>
                </a:lnTo>
                <a:lnTo>
                  <a:pt x="2103694" y="39482"/>
                </a:lnTo>
                <a:lnTo>
                  <a:pt x="2103694" y="137219"/>
                </a:lnTo>
                <a:lnTo>
                  <a:pt x="2077833" y="137219"/>
                </a:lnTo>
                <a:close/>
                <a:moveTo>
                  <a:pt x="2174899" y="39482"/>
                </a:moveTo>
                <a:lnTo>
                  <a:pt x="2174899" y="60097"/>
                </a:lnTo>
                <a:lnTo>
                  <a:pt x="2157229" y="60097"/>
                </a:lnTo>
                <a:lnTo>
                  <a:pt x="2157229" y="99486"/>
                </a:lnTo>
                <a:cubicBezTo>
                  <a:pt x="2157229" y="107462"/>
                  <a:pt x="2157398" y="112110"/>
                  <a:pt x="2157735" y="113429"/>
                </a:cubicBezTo>
                <a:cubicBezTo>
                  <a:pt x="2158073" y="114748"/>
                  <a:pt x="2158840" y="115837"/>
                  <a:pt x="2160036" y="116696"/>
                </a:cubicBezTo>
                <a:cubicBezTo>
                  <a:pt x="2161232" y="117555"/>
                  <a:pt x="2162690" y="117985"/>
                  <a:pt x="2164408" y="117985"/>
                </a:cubicBezTo>
                <a:cubicBezTo>
                  <a:pt x="2166800" y="117985"/>
                  <a:pt x="2170267" y="117156"/>
                  <a:pt x="2174807" y="115500"/>
                </a:cubicBezTo>
                <a:lnTo>
                  <a:pt x="2177016" y="135563"/>
                </a:lnTo>
                <a:cubicBezTo>
                  <a:pt x="2171003" y="138139"/>
                  <a:pt x="2164193" y="139428"/>
                  <a:pt x="2156585" y="139428"/>
                </a:cubicBezTo>
                <a:cubicBezTo>
                  <a:pt x="2151922" y="139428"/>
                  <a:pt x="2147719" y="138646"/>
                  <a:pt x="2143977" y="137081"/>
                </a:cubicBezTo>
                <a:cubicBezTo>
                  <a:pt x="2140234" y="135517"/>
                  <a:pt x="2137488" y="133492"/>
                  <a:pt x="2135740" y="131007"/>
                </a:cubicBezTo>
                <a:cubicBezTo>
                  <a:pt x="2133991" y="128522"/>
                  <a:pt x="2132779" y="125163"/>
                  <a:pt x="2132104" y="120930"/>
                </a:cubicBezTo>
                <a:cubicBezTo>
                  <a:pt x="2131552" y="117923"/>
                  <a:pt x="2131276" y="111849"/>
                  <a:pt x="2131276" y="102707"/>
                </a:cubicBezTo>
                <a:lnTo>
                  <a:pt x="2131276" y="60097"/>
                </a:lnTo>
                <a:lnTo>
                  <a:pt x="2119404" y="60097"/>
                </a:lnTo>
                <a:lnTo>
                  <a:pt x="2119404" y="39482"/>
                </a:lnTo>
                <a:lnTo>
                  <a:pt x="2131276" y="39482"/>
                </a:lnTo>
                <a:lnTo>
                  <a:pt x="2131276" y="20063"/>
                </a:lnTo>
                <a:lnTo>
                  <a:pt x="2157229" y="4970"/>
                </a:lnTo>
                <a:lnTo>
                  <a:pt x="2157229" y="39482"/>
                </a:lnTo>
                <a:lnTo>
                  <a:pt x="2174899" y="39482"/>
                </a:lnTo>
                <a:close/>
                <a:moveTo>
                  <a:pt x="2249104" y="106112"/>
                </a:moveTo>
                <a:lnTo>
                  <a:pt x="2274873" y="110438"/>
                </a:lnTo>
                <a:cubicBezTo>
                  <a:pt x="2271560" y="119887"/>
                  <a:pt x="2266330" y="127080"/>
                  <a:pt x="2259182" y="132019"/>
                </a:cubicBezTo>
                <a:cubicBezTo>
                  <a:pt x="2252034" y="136958"/>
                  <a:pt x="2243092" y="139428"/>
                  <a:pt x="2232355" y="139428"/>
                </a:cubicBezTo>
                <a:cubicBezTo>
                  <a:pt x="2215359" y="139428"/>
                  <a:pt x="2202782" y="133875"/>
                  <a:pt x="2194622" y="122770"/>
                </a:cubicBezTo>
                <a:cubicBezTo>
                  <a:pt x="2188179" y="113874"/>
                  <a:pt x="2184958" y="102646"/>
                  <a:pt x="2184958" y="89087"/>
                </a:cubicBezTo>
                <a:cubicBezTo>
                  <a:pt x="2184958" y="72889"/>
                  <a:pt x="2189192" y="60204"/>
                  <a:pt x="2197659" y="51032"/>
                </a:cubicBezTo>
                <a:cubicBezTo>
                  <a:pt x="2206126" y="41859"/>
                  <a:pt x="2216832" y="37273"/>
                  <a:pt x="2229778" y="37273"/>
                </a:cubicBezTo>
                <a:cubicBezTo>
                  <a:pt x="2244319" y="37273"/>
                  <a:pt x="2255792" y="42074"/>
                  <a:pt x="2264198" y="51676"/>
                </a:cubicBezTo>
                <a:cubicBezTo>
                  <a:pt x="2272603" y="61278"/>
                  <a:pt x="2276622" y="75987"/>
                  <a:pt x="2276254" y="95805"/>
                </a:cubicBezTo>
                <a:lnTo>
                  <a:pt x="2211463" y="95805"/>
                </a:lnTo>
                <a:cubicBezTo>
                  <a:pt x="2211648" y="103474"/>
                  <a:pt x="2213734" y="109441"/>
                  <a:pt x="2217722" y="113705"/>
                </a:cubicBezTo>
                <a:cubicBezTo>
                  <a:pt x="2221710" y="117969"/>
                  <a:pt x="2226679" y="120101"/>
                  <a:pt x="2232631" y="120101"/>
                </a:cubicBezTo>
                <a:cubicBezTo>
                  <a:pt x="2236680" y="120101"/>
                  <a:pt x="2240085" y="118997"/>
                  <a:pt x="2242846" y="116788"/>
                </a:cubicBezTo>
                <a:cubicBezTo>
                  <a:pt x="2245607" y="114579"/>
                  <a:pt x="2247693" y="111021"/>
                  <a:pt x="2249104" y="106112"/>
                </a:cubicBezTo>
                <a:moveTo>
                  <a:pt x="2250577" y="79975"/>
                </a:moveTo>
                <a:cubicBezTo>
                  <a:pt x="2250393" y="72490"/>
                  <a:pt x="2248460" y="66800"/>
                  <a:pt x="2244779" y="62904"/>
                </a:cubicBezTo>
                <a:cubicBezTo>
                  <a:pt x="2241098" y="59008"/>
                  <a:pt x="2236619" y="57060"/>
                  <a:pt x="2231342" y="57060"/>
                </a:cubicBezTo>
                <a:cubicBezTo>
                  <a:pt x="2225698" y="57060"/>
                  <a:pt x="2221035" y="59115"/>
                  <a:pt x="2217354" y="63226"/>
                </a:cubicBezTo>
                <a:cubicBezTo>
                  <a:pt x="2213672" y="67336"/>
                  <a:pt x="2211862" y="72920"/>
                  <a:pt x="2211924" y="79975"/>
                </a:cubicBezTo>
                <a:lnTo>
                  <a:pt x="2250577" y="79975"/>
                </a:lnTo>
                <a:close/>
                <a:moveTo>
                  <a:pt x="2382370" y="68380"/>
                </a:moveTo>
                <a:lnTo>
                  <a:pt x="2356878" y="72981"/>
                </a:lnTo>
                <a:cubicBezTo>
                  <a:pt x="2356019" y="67889"/>
                  <a:pt x="2354071" y="64054"/>
                  <a:pt x="2351034" y="61477"/>
                </a:cubicBezTo>
                <a:cubicBezTo>
                  <a:pt x="2347997" y="58900"/>
                  <a:pt x="2344055" y="57612"/>
                  <a:pt x="2339208" y="57612"/>
                </a:cubicBezTo>
                <a:cubicBezTo>
                  <a:pt x="2332765" y="57612"/>
                  <a:pt x="2327627" y="59836"/>
                  <a:pt x="2323792" y="64284"/>
                </a:cubicBezTo>
                <a:cubicBezTo>
                  <a:pt x="2319958" y="68732"/>
                  <a:pt x="2318040" y="76172"/>
                  <a:pt x="2318040" y="86602"/>
                </a:cubicBezTo>
                <a:cubicBezTo>
                  <a:pt x="2318040" y="98198"/>
                  <a:pt x="2319988" y="106389"/>
                  <a:pt x="2323884" y="111174"/>
                </a:cubicBezTo>
                <a:cubicBezTo>
                  <a:pt x="2327780" y="115960"/>
                  <a:pt x="2333011" y="118353"/>
                  <a:pt x="2339576" y="118353"/>
                </a:cubicBezTo>
                <a:cubicBezTo>
                  <a:pt x="2344484" y="118353"/>
                  <a:pt x="2348503" y="116957"/>
                  <a:pt x="2351632" y="114165"/>
                </a:cubicBezTo>
                <a:cubicBezTo>
                  <a:pt x="2354761" y="111374"/>
                  <a:pt x="2356970" y="106573"/>
                  <a:pt x="2358258" y="99762"/>
                </a:cubicBezTo>
                <a:lnTo>
                  <a:pt x="2383659" y="104088"/>
                </a:lnTo>
                <a:cubicBezTo>
                  <a:pt x="2381021" y="115745"/>
                  <a:pt x="2375959" y="124549"/>
                  <a:pt x="2368474" y="130501"/>
                </a:cubicBezTo>
                <a:cubicBezTo>
                  <a:pt x="2360988" y="136452"/>
                  <a:pt x="2350957" y="139428"/>
                  <a:pt x="2338379" y="139428"/>
                </a:cubicBezTo>
                <a:cubicBezTo>
                  <a:pt x="2324084" y="139428"/>
                  <a:pt x="2312687" y="134918"/>
                  <a:pt x="2304190" y="125899"/>
                </a:cubicBezTo>
                <a:cubicBezTo>
                  <a:pt x="2295692" y="116880"/>
                  <a:pt x="2291443" y="104395"/>
                  <a:pt x="2291443" y="88442"/>
                </a:cubicBezTo>
                <a:cubicBezTo>
                  <a:pt x="2291443" y="72306"/>
                  <a:pt x="2295707" y="59744"/>
                  <a:pt x="2304236" y="50755"/>
                </a:cubicBezTo>
                <a:cubicBezTo>
                  <a:pt x="2312764" y="41767"/>
                  <a:pt x="2324299" y="37273"/>
                  <a:pt x="2338840" y="37273"/>
                </a:cubicBezTo>
                <a:cubicBezTo>
                  <a:pt x="2350742" y="37273"/>
                  <a:pt x="2360206" y="39834"/>
                  <a:pt x="2367231" y="44957"/>
                </a:cubicBezTo>
                <a:cubicBezTo>
                  <a:pt x="2374256" y="50081"/>
                  <a:pt x="2379303" y="57888"/>
                  <a:pt x="2382370" y="68380"/>
                </a:cubicBezTo>
                <a:close/>
                <a:moveTo>
                  <a:pt x="2446613" y="39482"/>
                </a:moveTo>
                <a:lnTo>
                  <a:pt x="2446613" y="60097"/>
                </a:lnTo>
                <a:lnTo>
                  <a:pt x="2428943" y="60097"/>
                </a:lnTo>
                <a:lnTo>
                  <a:pt x="2428943" y="99486"/>
                </a:lnTo>
                <a:cubicBezTo>
                  <a:pt x="2428943" y="107462"/>
                  <a:pt x="2429112" y="112110"/>
                  <a:pt x="2429449" y="113429"/>
                </a:cubicBezTo>
                <a:cubicBezTo>
                  <a:pt x="2429787" y="114748"/>
                  <a:pt x="2430554" y="115837"/>
                  <a:pt x="2431750" y="116696"/>
                </a:cubicBezTo>
                <a:cubicBezTo>
                  <a:pt x="2432947" y="117555"/>
                  <a:pt x="2434404" y="117985"/>
                  <a:pt x="2436122" y="117985"/>
                </a:cubicBezTo>
                <a:cubicBezTo>
                  <a:pt x="2438515" y="117985"/>
                  <a:pt x="2441981" y="117156"/>
                  <a:pt x="2446521" y="115500"/>
                </a:cubicBezTo>
                <a:lnTo>
                  <a:pt x="2448730" y="135563"/>
                </a:lnTo>
                <a:cubicBezTo>
                  <a:pt x="2442717" y="138139"/>
                  <a:pt x="2435907" y="139428"/>
                  <a:pt x="2428299" y="139428"/>
                </a:cubicBezTo>
                <a:cubicBezTo>
                  <a:pt x="2423636" y="139428"/>
                  <a:pt x="2419433" y="138646"/>
                  <a:pt x="2415691" y="137081"/>
                </a:cubicBezTo>
                <a:cubicBezTo>
                  <a:pt x="2411948" y="135517"/>
                  <a:pt x="2409203" y="133492"/>
                  <a:pt x="2407454" y="131007"/>
                </a:cubicBezTo>
                <a:cubicBezTo>
                  <a:pt x="2405705" y="128522"/>
                  <a:pt x="2404494" y="125163"/>
                  <a:pt x="2403819" y="120930"/>
                </a:cubicBezTo>
                <a:cubicBezTo>
                  <a:pt x="2403266" y="117923"/>
                  <a:pt x="2402990" y="111849"/>
                  <a:pt x="2402990" y="102707"/>
                </a:cubicBezTo>
                <a:lnTo>
                  <a:pt x="2402990" y="60097"/>
                </a:lnTo>
                <a:lnTo>
                  <a:pt x="2391118" y="60097"/>
                </a:lnTo>
                <a:lnTo>
                  <a:pt x="2391118" y="39482"/>
                </a:lnTo>
                <a:lnTo>
                  <a:pt x="2402990" y="39482"/>
                </a:lnTo>
                <a:lnTo>
                  <a:pt x="2402990" y="20063"/>
                </a:lnTo>
                <a:lnTo>
                  <a:pt x="2428943" y="4970"/>
                </a:lnTo>
                <a:lnTo>
                  <a:pt x="2428943" y="39482"/>
                </a:lnTo>
                <a:lnTo>
                  <a:pt x="2446613" y="39482"/>
                </a:lnTo>
                <a:close/>
                <a:moveTo>
                  <a:pt x="2528549" y="137219"/>
                </a:moveTo>
                <a:lnTo>
                  <a:pt x="2528549" y="122586"/>
                </a:lnTo>
                <a:cubicBezTo>
                  <a:pt x="2524990" y="127801"/>
                  <a:pt x="2520312" y="131912"/>
                  <a:pt x="2514514" y="134918"/>
                </a:cubicBezTo>
                <a:cubicBezTo>
                  <a:pt x="2508716" y="137925"/>
                  <a:pt x="2502596" y="139428"/>
                  <a:pt x="2496154" y="139428"/>
                </a:cubicBezTo>
                <a:cubicBezTo>
                  <a:pt x="2489589" y="139428"/>
                  <a:pt x="2483699" y="137986"/>
                  <a:pt x="2478484" y="135102"/>
                </a:cubicBezTo>
                <a:cubicBezTo>
                  <a:pt x="2473269" y="132219"/>
                  <a:pt x="2469495" y="128169"/>
                  <a:pt x="2467164" y="122954"/>
                </a:cubicBezTo>
                <a:cubicBezTo>
                  <a:pt x="2464832" y="117739"/>
                  <a:pt x="2463667" y="110530"/>
                  <a:pt x="2463667" y="101327"/>
                </a:cubicBezTo>
                <a:lnTo>
                  <a:pt x="2463667" y="39482"/>
                </a:lnTo>
                <a:lnTo>
                  <a:pt x="2489528" y="39482"/>
                </a:lnTo>
                <a:lnTo>
                  <a:pt x="2489528" y="84393"/>
                </a:lnTo>
                <a:cubicBezTo>
                  <a:pt x="2489528" y="98136"/>
                  <a:pt x="2490003" y="106557"/>
                  <a:pt x="2490954" y="109656"/>
                </a:cubicBezTo>
                <a:cubicBezTo>
                  <a:pt x="2491905" y="112754"/>
                  <a:pt x="2493638" y="115208"/>
                  <a:pt x="2496154" y="117018"/>
                </a:cubicBezTo>
                <a:cubicBezTo>
                  <a:pt x="2498669" y="118828"/>
                  <a:pt x="2501860" y="119733"/>
                  <a:pt x="2505725" y="119733"/>
                </a:cubicBezTo>
                <a:cubicBezTo>
                  <a:pt x="2510143" y="119733"/>
                  <a:pt x="2514100" y="118521"/>
                  <a:pt x="2517597" y="116098"/>
                </a:cubicBezTo>
                <a:cubicBezTo>
                  <a:pt x="2521094" y="113674"/>
                  <a:pt x="2523487" y="110668"/>
                  <a:pt x="2524776" y="107079"/>
                </a:cubicBezTo>
                <a:cubicBezTo>
                  <a:pt x="2526064" y="103490"/>
                  <a:pt x="2526708" y="94701"/>
                  <a:pt x="2526708" y="80712"/>
                </a:cubicBezTo>
                <a:lnTo>
                  <a:pt x="2526708" y="39482"/>
                </a:lnTo>
                <a:lnTo>
                  <a:pt x="2552569" y="39482"/>
                </a:lnTo>
                <a:lnTo>
                  <a:pt x="2552569" y="137219"/>
                </a:lnTo>
                <a:lnTo>
                  <a:pt x="2528549" y="137219"/>
                </a:lnTo>
                <a:close/>
                <a:moveTo>
                  <a:pt x="2603798" y="137219"/>
                </a:moveTo>
                <a:lnTo>
                  <a:pt x="2577937" y="137219"/>
                </a:lnTo>
                <a:lnTo>
                  <a:pt x="2577937" y="39482"/>
                </a:lnTo>
                <a:lnTo>
                  <a:pt x="2601957" y="39482"/>
                </a:lnTo>
                <a:lnTo>
                  <a:pt x="2601957" y="53378"/>
                </a:lnTo>
                <a:cubicBezTo>
                  <a:pt x="2606068" y="46813"/>
                  <a:pt x="2609765" y="42488"/>
                  <a:pt x="2613047" y="40402"/>
                </a:cubicBezTo>
                <a:cubicBezTo>
                  <a:pt x="2616329" y="38316"/>
                  <a:pt x="2620057" y="37273"/>
                  <a:pt x="2624229" y="37273"/>
                </a:cubicBezTo>
                <a:cubicBezTo>
                  <a:pt x="2630119" y="37273"/>
                  <a:pt x="2635794" y="38899"/>
                  <a:pt x="2641255" y="42150"/>
                </a:cubicBezTo>
                <a:lnTo>
                  <a:pt x="2633248" y="64698"/>
                </a:lnTo>
                <a:cubicBezTo>
                  <a:pt x="2628892" y="61876"/>
                  <a:pt x="2624842" y="60465"/>
                  <a:pt x="2621100" y="60465"/>
                </a:cubicBezTo>
                <a:cubicBezTo>
                  <a:pt x="2617480" y="60465"/>
                  <a:pt x="2614412" y="61462"/>
                  <a:pt x="2611897" y="63456"/>
                </a:cubicBezTo>
                <a:cubicBezTo>
                  <a:pt x="2609381" y="65450"/>
                  <a:pt x="2607402" y="69054"/>
                  <a:pt x="2605961" y="74270"/>
                </a:cubicBezTo>
                <a:cubicBezTo>
                  <a:pt x="2604519" y="79485"/>
                  <a:pt x="2603798" y="90406"/>
                  <a:pt x="2603798" y="107033"/>
                </a:cubicBezTo>
                <a:lnTo>
                  <a:pt x="2603798" y="137219"/>
                </a:lnTo>
                <a:close/>
                <a:moveTo>
                  <a:pt x="2709940" y="106112"/>
                </a:moveTo>
                <a:lnTo>
                  <a:pt x="2735709" y="110438"/>
                </a:lnTo>
                <a:cubicBezTo>
                  <a:pt x="2732396" y="119887"/>
                  <a:pt x="2727166" y="127080"/>
                  <a:pt x="2720018" y="132019"/>
                </a:cubicBezTo>
                <a:cubicBezTo>
                  <a:pt x="2712870" y="136958"/>
                  <a:pt x="2703928" y="139428"/>
                  <a:pt x="2693191" y="139428"/>
                </a:cubicBezTo>
                <a:cubicBezTo>
                  <a:pt x="2676195" y="139428"/>
                  <a:pt x="2663618" y="133875"/>
                  <a:pt x="2655458" y="122770"/>
                </a:cubicBezTo>
                <a:cubicBezTo>
                  <a:pt x="2649015" y="113874"/>
                  <a:pt x="2645794" y="102646"/>
                  <a:pt x="2645794" y="89087"/>
                </a:cubicBezTo>
                <a:cubicBezTo>
                  <a:pt x="2645794" y="72889"/>
                  <a:pt x="2650028" y="60204"/>
                  <a:pt x="2658495" y="51032"/>
                </a:cubicBezTo>
                <a:cubicBezTo>
                  <a:pt x="2666962" y="41859"/>
                  <a:pt x="2677668" y="37273"/>
                  <a:pt x="2690614" y="37273"/>
                </a:cubicBezTo>
                <a:cubicBezTo>
                  <a:pt x="2705155" y="37273"/>
                  <a:pt x="2716628" y="42074"/>
                  <a:pt x="2725033" y="51676"/>
                </a:cubicBezTo>
                <a:cubicBezTo>
                  <a:pt x="2733439" y="61278"/>
                  <a:pt x="2737458" y="75987"/>
                  <a:pt x="2737090" y="95805"/>
                </a:cubicBezTo>
                <a:lnTo>
                  <a:pt x="2672299" y="95805"/>
                </a:lnTo>
                <a:cubicBezTo>
                  <a:pt x="2672483" y="103474"/>
                  <a:pt x="2674569" y="109441"/>
                  <a:pt x="2678558" y="113705"/>
                </a:cubicBezTo>
                <a:cubicBezTo>
                  <a:pt x="2682546" y="117969"/>
                  <a:pt x="2687515" y="120101"/>
                  <a:pt x="2693467" y="120101"/>
                </a:cubicBezTo>
                <a:cubicBezTo>
                  <a:pt x="2697516" y="120101"/>
                  <a:pt x="2700921" y="118997"/>
                  <a:pt x="2703682" y="116788"/>
                </a:cubicBezTo>
                <a:cubicBezTo>
                  <a:pt x="2706443" y="114579"/>
                  <a:pt x="2708529" y="111021"/>
                  <a:pt x="2709940" y="106112"/>
                </a:cubicBezTo>
                <a:moveTo>
                  <a:pt x="2711413" y="79975"/>
                </a:moveTo>
                <a:cubicBezTo>
                  <a:pt x="2711229" y="72490"/>
                  <a:pt x="2709296" y="66800"/>
                  <a:pt x="2705615" y="62904"/>
                </a:cubicBezTo>
                <a:cubicBezTo>
                  <a:pt x="2701934" y="59008"/>
                  <a:pt x="2697455" y="57060"/>
                  <a:pt x="2692178" y="57060"/>
                </a:cubicBezTo>
                <a:cubicBezTo>
                  <a:pt x="2686534" y="57060"/>
                  <a:pt x="2681871" y="59115"/>
                  <a:pt x="2678189" y="63226"/>
                </a:cubicBezTo>
                <a:cubicBezTo>
                  <a:pt x="2674508" y="67336"/>
                  <a:pt x="2672698" y="72920"/>
                  <a:pt x="2672760" y="79975"/>
                </a:cubicBezTo>
                <a:lnTo>
                  <a:pt x="2711413" y="79975"/>
                </a:lnTo>
                <a:close/>
                <a:moveTo>
                  <a:pt x="2757458" y="137219"/>
                </a:moveTo>
                <a:lnTo>
                  <a:pt x="2757458" y="111358"/>
                </a:lnTo>
                <a:lnTo>
                  <a:pt x="2783319" y="111358"/>
                </a:lnTo>
                <a:lnTo>
                  <a:pt x="2783319" y="137219"/>
                </a:lnTo>
                <a:lnTo>
                  <a:pt x="2757458" y="1372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1B49C7-0CA8-4CE9-99C1-77A37D4F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040" y="1946369"/>
            <a:ext cx="9809836" cy="2040894"/>
          </a:xfrm>
          <a:custGeom xmlns:a="http://schemas.openxmlformats.org/drawingml/2006/main">
            <a:pathLst>
              <a:path w="9809836" h="2040894" fill="none">
                <a:moveTo>
                  <a:pt x="0" y="0"/>
                </a:moveTo>
                <a:lnTo>
                  <a:pt x="9809836" y="0"/>
                </a:lnTo>
                <a:lnTo>
                  <a:pt x="9809836" y="2040894"/>
                </a:lnTo>
                <a:lnTo>
                  <a:pt x="0" y="20408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370" cap="flat">
            <a:solidFill>
              <a:srgbClr val="172C51"/>
            </a:solidFill>
            <a:custDash>
              <a:ds d="300000" sp="100000"/>
            </a:custDash>
            <a:miter/>
          </a:ln>
        </p:spPr>
      </p:sp>
      <p:sp>
        <p:nvSpPr>
          <p:cNvPr id="23" name="Text C.LPG(Ourproposedapproach).">
            <a:extLst xmlns:a="http://schemas.openxmlformats.org/drawingml/2006/main">
              <a:ext uri="{FF2B5EF4-FFF2-40B4-BE49-F238E27FC236}">
                <a16:creationId xmlns:a16="http://schemas.microsoft.com/office/drawing/2014/main" id="{4641BB0A-4B18-46BF-BDBC-6723183D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311" y="3758993"/>
            <a:ext cx="2982072" cy="176885"/>
          </a:xfrm>
          <a:custGeom xmlns:a="http://schemas.openxmlformats.org/drawingml/2006/main">
            <a:pathLst>
              <a:path w="2982072" h="176885">
                <a:moveTo>
                  <a:pt x="91111" y="87614"/>
                </a:moveTo>
                <a:lnTo>
                  <a:pt x="117524" y="95989"/>
                </a:lnTo>
                <a:cubicBezTo>
                  <a:pt x="113475" y="110714"/>
                  <a:pt x="106741" y="121650"/>
                  <a:pt x="97323" y="128798"/>
                </a:cubicBezTo>
                <a:cubicBezTo>
                  <a:pt x="87906" y="135946"/>
                  <a:pt x="75957" y="139520"/>
                  <a:pt x="61477" y="139520"/>
                </a:cubicBezTo>
                <a:cubicBezTo>
                  <a:pt x="43562" y="139520"/>
                  <a:pt x="28837" y="133400"/>
                  <a:pt x="17302" y="121160"/>
                </a:cubicBezTo>
                <a:cubicBezTo>
                  <a:pt x="5767" y="108919"/>
                  <a:pt x="0" y="92185"/>
                  <a:pt x="0" y="70956"/>
                </a:cubicBezTo>
                <a:cubicBezTo>
                  <a:pt x="0" y="48501"/>
                  <a:pt x="5798" y="31061"/>
                  <a:pt x="17394" y="18636"/>
                </a:cubicBezTo>
                <a:cubicBezTo>
                  <a:pt x="28990" y="6212"/>
                  <a:pt x="44237" y="0"/>
                  <a:pt x="63134" y="0"/>
                </a:cubicBezTo>
                <a:cubicBezTo>
                  <a:pt x="79638" y="0"/>
                  <a:pt x="93044" y="4878"/>
                  <a:pt x="103352" y="14633"/>
                </a:cubicBezTo>
                <a:cubicBezTo>
                  <a:pt x="109487" y="20400"/>
                  <a:pt x="114089" y="28683"/>
                  <a:pt x="117156" y="39482"/>
                </a:cubicBezTo>
                <a:lnTo>
                  <a:pt x="90191" y="45924"/>
                </a:lnTo>
                <a:cubicBezTo>
                  <a:pt x="88596" y="38929"/>
                  <a:pt x="85267" y="33407"/>
                  <a:pt x="80206" y="29358"/>
                </a:cubicBezTo>
                <a:cubicBezTo>
                  <a:pt x="75144" y="25309"/>
                  <a:pt x="68993" y="23284"/>
                  <a:pt x="61753" y="23284"/>
                </a:cubicBezTo>
                <a:cubicBezTo>
                  <a:pt x="51752" y="23284"/>
                  <a:pt x="43638" y="26873"/>
                  <a:pt x="37411" y="34052"/>
                </a:cubicBezTo>
                <a:cubicBezTo>
                  <a:pt x="31183" y="41230"/>
                  <a:pt x="28070" y="52857"/>
                  <a:pt x="28070" y="68932"/>
                </a:cubicBezTo>
                <a:cubicBezTo>
                  <a:pt x="28070" y="85988"/>
                  <a:pt x="31137" y="98136"/>
                  <a:pt x="37273" y="105376"/>
                </a:cubicBezTo>
                <a:cubicBezTo>
                  <a:pt x="43408" y="112616"/>
                  <a:pt x="51384" y="116236"/>
                  <a:pt x="61201" y="116236"/>
                </a:cubicBezTo>
                <a:cubicBezTo>
                  <a:pt x="68441" y="116236"/>
                  <a:pt x="74668" y="113935"/>
                  <a:pt x="79883" y="109334"/>
                </a:cubicBezTo>
                <a:cubicBezTo>
                  <a:pt x="85099" y="104732"/>
                  <a:pt x="88841" y="97492"/>
                  <a:pt x="91111" y="87614"/>
                </a:cubicBezTo>
                <a:close/>
                <a:moveTo>
                  <a:pt x="141269" y="137219"/>
                </a:moveTo>
                <a:lnTo>
                  <a:pt x="141269" y="111358"/>
                </a:lnTo>
                <a:lnTo>
                  <a:pt x="167130" y="111358"/>
                </a:lnTo>
                <a:lnTo>
                  <a:pt x="167130" y="137219"/>
                </a:lnTo>
                <a:lnTo>
                  <a:pt x="141269" y="137219"/>
                </a:lnTo>
                <a:close/>
                <a:moveTo>
                  <a:pt x="246645" y="137219"/>
                </a:moveTo>
                <a:lnTo>
                  <a:pt x="246645" y="3405"/>
                </a:lnTo>
                <a:lnTo>
                  <a:pt x="273887" y="3405"/>
                </a:lnTo>
                <a:lnTo>
                  <a:pt x="273887" y="114487"/>
                </a:lnTo>
                <a:lnTo>
                  <a:pt x="341622" y="114487"/>
                </a:lnTo>
                <a:lnTo>
                  <a:pt x="341622" y="137219"/>
                </a:lnTo>
                <a:lnTo>
                  <a:pt x="246645" y="137219"/>
                </a:lnTo>
                <a:close/>
                <a:moveTo>
                  <a:pt x="360713" y="137219"/>
                </a:moveTo>
                <a:lnTo>
                  <a:pt x="360713" y="2301"/>
                </a:lnTo>
                <a:lnTo>
                  <a:pt x="404428" y="2301"/>
                </a:lnTo>
                <a:cubicBezTo>
                  <a:pt x="420993" y="2301"/>
                  <a:pt x="431792" y="2976"/>
                  <a:pt x="436823" y="4325"/>
                </a:cubicBezTo>
                <a:cubicBezTo>
                  <a:pt x="444554" y="6350"/>
                  <a:pt x="451026" y="10752"/>
                  <a:pt x="456242" y="17532"/>
                </a:cubicBezTo>
                <a:cubicBezTo>
                  <a:pt x="461457" y="24312"/>
                  <a:pt x="464064" y="33070"/>
                  <a:pt x="464064" y="43807"/>
                </a:cubicBezTo>
                <a:cubicBezTo>
                  <a:pt x="464064" y="52090"/>
                  <a:pt x="462561" y="59054"/>
                  <a:pt x="459555" y="64698"/>
                </a:cubicBezTo>
                <a:cubicBezTo>
                  <a:pt x="456548" y="70343"/>
                  <a:pt x="452729" y="74776"/>
                  <a:pt x="448097" y="77997"/>
                </a:cubicBezTo>
                <a:cubicBezTo>
                  <a:pt x="443464" y="81218"/>
                  <a:pt x="438756" y="83350"/>
                  <a:pt x="433970" y="84393"/>
                </a:cubicBezTo>
                <a:cubicBezTo>
                  <a:pt x="427466" y="85681"/>
                  <a:pt x="418048" y="86326"/>
                  <a:pt x="405716" y="86326"/>
                </a:cubicBezTo>
                <a:lnTo>
                  <a:pt x="387954" y="86326"/>
                </a:lnTo>
                <a:lnTo>
                  <a:pt x="387954" y="137219"/>
                </a:lnTo>
                <a:lnTo>
                  <a:pt x="360713" y="137219"/>
                </a:lnTo>
                <a:moveTo>
                  <a:pt x="387954" y="25125"/>
                </a:moveTo>
                <a:lnTo>
                  <a:pt x="387954" y="63410"/>
                </a:lnTo>
                <a:lnTo>
                  <a:pt x="402863" y="63410"/>
                </a:lnTo>
                <a:cubicBezTo>
                  <a:pt x="413600" y="63410"/>
                  <a:pt x="420779" y="62704"/>
                  <a:pt x="424399" y="61293"/>
                </a:cubicBezTo>
                <a:cubicBezTo>
                  <a:pt x="428019" y="59882"/>
                  <a:pt x="430856" y="57673"/>
                  <a:pt x="432912" y="54667"/>
                </a:cubicBezTo>
                <a:cubicBezTo>
                  <a:pt x="434967" y="51660"/>
                  <a:pt x="435995" y="48163"/>
                  <a:pt x="435995" y="44175"/>
                </a:cubicBezTo>
                <a:cubicBezTo>
                  <a:pt x="435995" y="39267"/>
                  <a:pt x="434553" y="35217"/>
                  <a:pt x="431669" y="32027"/>
                </a:cubicBezTo>
                <a:cubicBezTo>
                  <a:pt x="428785" y="28837"/>
                  <a:pt x="425135" y="26843"/>
                  <a:pt x="420717" y="26045"/>
                </a:cubicBezTo>
                <a:cubicBezTo>
                  <a:pt x="417466" y="25431"/>
                  <a:pt x="410931" y="25125"/>
                  <a:pt x="401115" y="25125"/>
                </a:cubicBezTo>
                <a:lnTo>
                  <a:pt x="387954" y="25125"/>
                </a:lnTo>
                <a:close/>
                <a:moveTo>
                  <a:pt x="549968" y="87614"/>
                </a:moveTo>
                <a:lnTo>
                  <a:pt x="549968" y="64882"/>
                </a:lnTo>
                <a:lnTo>
                  <a:pt x="608684" y="64882"/>
                </a:lnTo>
                <a:lnTo>
                  <a:pt x="608684" y="118629"/>
                </a:lnTo>
                <a:cubicBezTo>
                  <a:pt x="602978" y="124151"/>
                  <a:pt x="594710" y="129013"/>
                  <a:pt x="583881" y="133216"/>
                </a:cubicBezTo>
                <a:cubicBezTo>
                  <a:pt x="573052" y="137419"/>
                  <a:pt x="562085" y="139520"/>
                  <a:pt x="550980" y="139520"/>
                </a:cubicBezTo>
                <a:cubicBezTo>
                  <a:pt x="536868" y="139520"/>
                  <a:pt x="524567" y="136560"/>
                  <a:pt x="514075" y="130639"/>
                </a:cubicBezTo>
                <a:cubicBezTo>
                  <a:pt x="503584" y="124718"/>
                  <a:pt x="495700" y="116251"/>
                  <a:pt x="490423" y="105238"/>
                </a:cubicBezTo>
                <a:cubicBezTo>
                  <a:pt x="485147" y="94225"/>
                  <a:pt x="482508" y="82246"/>
                  <a:pt x="482508" y="69300"/>
                </a:cubicBezTo>
                <a:cubicBezTo>
                  <a:pt x="482508" y="55250"/>
                  <a:pt x="485453" y="42764"/>
                  <a:pt x="491343" y="31843"/>
                </a:cubicBezTo>
                <a:cubicBezTo>
                  <a:pt x="497233" y="20922"/>
                  <a:pt x="505854" y="12547"/>
                  <a:pt x="517204" y="6718"/>
                </a:cubicBezTo>
                <a:cubicBezTo>
                  <a:pt x="525855" y="2239"/>
                  <a:pt x="536623" y="0"/>
                  <a:pt x="549507" y="0"/>
                </a:cubicBezTo>
                <a:cubicBezTo>
                  <a:pt x="566257" y="0"/>
                  <a:pt x="579341" y="3513"/>
                  <a:pt x="588759" y="10538"/>
                </a:cubicBezTo>
                <a:cubicBezTo>
                  <a:pt x="598177" y="17563"/>
                  <a:pt x="604235" y="27272"/>
                  <a:pt x="606935" y="39666"/>
                </a:cubicBezTo>
                <a:lnTo>
                  <a:pt x="579878" y="44727"/>
                </a:lnTo>
                <a:cubicBezTo>
                  <a:pt x="577976" y="38101"/>
                  <a:pt x="574402" y="32871"/>
                  <a:pt x="569156" y="29036"/>
                </a:cubicBezTo>
                <a:cubicBezTo>
                  <a:pt x="563910" y="25201"/>
                  <a:pt x="557361" y="23284"/>
                  <a:pt x="549507" y="23284"/>
                </a:cubicBezTo>
                <a:cubicBezTo>
                  <a:pt x="537605" y="23284"/>
                  <a:pt x="528141" y="27057"/>
                  <a:pt x="521116" y="34604"/>
                </a:cubicBezTo>
                <a:cubicBezTo>
                  <a:pt x="514091" y="42150"/>
                  <a:pt x="510578" y="53348"/>
                  <a:pt x="510578" y="68195"/>
                </a:cubicBezTo>
                <a:cubicBezTo>
                  <a:pt x="510578" y="84209"/>
                  <a:pt x="514137" y="96219"/>
                  <a:pt x="521254" y="104226"/>
                </a:cubicBezTo>
                <a:cubicBezTo>
                  <a:pt x="528371" y="112233"/>
                  <a:pt x="537697" y="116236"/>
                  <a:pt x="549231" y="116236"/>
                </a:cubicBezTo>
                <a:cubicBezTo>
                  <a:pt x="554937" y="116236"/>
                  <a:pt x="560659" y="115116"/>
                  <a:pt x="566395" y="112877"/>
                </a:cubicBezTo>
                <a:cubicBezTo>
                  <a:pt x="572132" y="110637"/>
                  <a:pt x="577055" y="107922"/>
                  <a:pt x="581166" y="104732"/>
                </a:cubicBezTo>
                <a:lnTo>
                  <a:pt x="581166" y="87614"/>
                </a:lnTo>
                <a:lnTo>
                  <a:pt x="549968" y="87614"/>
                </a:lnTo>
                <a:close/>
                <a:moveTo>
                  <a:pt x="728978" y="176885"/>
                </a:moveTo>
                <a:lnTo>
                  <a:pt x="711216" y="176885"/>
                </a:lnTo>
                <a:cubicBezTo>
                  <a:pt x="701829" y="162712"/>
                  <a:pt x="694681" y="147987"/>
                  <a:pt x="689773" y="132710"/>
                </a:cubicBezTo>
                <a:cubicBezTo>
                  <a:pt x="684865" y="117432"/>
                  <a:pt x="682410" y="102646"/>
                  <a:pt x="682410" y="88350"/>
                </a:cubicBezTo>
                <a:cubicBezTo>
                  <a:pt x="682410" y="70619"/>
                  <a:pt x="685447" y="53839"/>
                  <a:pt x="691521" y="38009"/>
                </a:cubicBezTo>
                <a:cubicBezTo>
                  <a:pt x="696798" y="24266"/>
                  <a:pt x="703486" y="11596"/>
                  <a:pt x="711584" y="0"/>
                </a:cubicBezTo>
                <a:lnTo>
                  <a:pt x="729254" y="0"/>
                </a:lnTo>
                <a:cubicBezTo>
                  <a:pt x="720849" y="18590"/>
                  <a:pt x="715066" y="34405"/>
                  <a:pt x="711906" y="47442"/>
                </a:cubicBezTo>
                <a:cubicBezTo>
                  <a:pt x="708747" y="60480"/>
                  <a:pt x="707167" y="74300"/>
                  <a:pt x="707167" y="88903"/>
                </a:cubicBezTo>
                <a:cubicBezTo>
                  <a:pt x="707167" y="98965"/>
                  <a:pt x="708103" y="109272"/>
                  <a:pt x="709974" y="119825"/>
                </a:cubicBezTo>
                <a:cubicBezTo>
                  <a:pt x="711845" y="130378"/>
                  <a:pt x="714407" y="140410"/>
                  <a:pt x="717658" y="149920"/>
                </a:cubicBezTo>
                <a:cubicBezTo>
                  <a:pt x="719806" y="156178"/>
                  <a:pt x="723579" y="165166"/>
                  <a:pt x="728978" y="176885"/>
                </a:cubicBezTo>
                <a:close/>
                <a:moveTo>
                  <a:pt x="743160" y="70588"/>
                </a:moveTo>
                <a:cubicBezTo>
                  <a:pt x="743160" y="56845"/>
                  <a:pt x="745215" y="45310"/>
                  <a:pt x="749326" y="35984"/>
                </a:cubicBezTo>
                <a:cubicBezTo>
                  <a:pt x="752393" y="29113"/>
                  <a:pt x="756581" y="22947"/>
                  <a:pt x="761888" y="17486"/>
                </a:cubicBezTo>
                <a:cubicBezTo>
                  <a:pt x="767195" y="12025"/>
                  <a:pt x="773009" y="7976"/>
                  <a:pt x="779328" y="5338"/>
                </a:cubicBezTo>
                <a:cubicBezTo>
                  <a:pt x="787734" y="1779"/>
                  <a:pt x="797428" y="0"/>
                  <a:pt x="808410" y="0"/>
                </a:cubicBezTo>
                <a:cubicBezTo>
                  <a:pt x="828289" y="0"/>
                  <a:pt x="844195" y="6166"/>
                  <a:pt x="856128" y="18498"/>
                </a:cubicBezTo>
                <a:cubicBezTo>
                  <a:pt x="868062" y="30831"/>
                  <a:pt x="874029" y="47979"/>
                  <a:pt x="874029" y="69944"/>
                </a:cubicBezTo>
                <a:cubicBezTo>
                  <a:pt x="874029" y="91725"/>
                  <a:pt x="868108" y="108766"/>
                  <a:pt x="856266" y="121068"/>
                </a:cubicBezTo>
                <a:cubicBezTo>
                  <a:pt x="844425" y="133369"/>
                  <a:pt x="828596" y="139520"/>
                  <a:pt x="808778" y="139520"/>
                </a:cubicBezTo>
                <a:cubicBezTo>
                  <a:pt x="788715" y="139520"/>
                  <a:pt x="772763" y="133400"/>
                  <a:pt x="760922" y="121160"/>
                </a:cubicBezTo>
                <a:cubicBezTo>
                  <a:pt x="749080" y="108919"/>
                  <a:pt x="743160" y="92062"/>
                  <a:pt x="743160" y="70588"/>
                </a:cubicBezTo>
                <a:moveTo>
                  <a:pt x="771229" y="69668"/>
                </a:moveTo>
                <a:cubicBezTo>
                  <a:pt x="771229" y="84945"/>
                  <a:pt x="774757" y="96526"/>
                  <a:pt x="781813" y="104410"/>
                </a:cubicBezTo>
                <a:cubicBezTo>
                  <a:pt x="788869" y="112294"/>
                  <a:pt x="797826" y="116236"/>
                  <a:pt x="808686" y="116236"/>
                </a:cubicBezTo>
                <a:cubicBezTo>
                  <a:pt x="819546" y="116236"/>
                  <a:pt x="828458" y="112325"/>
                  <a:pt x="835421" y="104502"/>
                </a:cubicBezTo>
                <a:cubicBezTo>
                  <a:pt x="842385" y="96679"/>
                  <a:pt x="845867" y="84945"/>
                  <a:pt x="845867" y="69300"/>
                </a:cubicBezTo>
                <a:cubicBezTo>
                  <a:pt x="845867" y="53839"/>
                  <a:pt x="842477" y="42304"/>
                  <a:pt x="835697" y="34696"/>
                </a:cubicBezTo>
                <a:cubicBezTo>
                  <a:pt x="828918" y="27088"/>
                  <a:pt x="819914" y="23284"/>
                  <a:pt x="808686" y="23284"/>
                </a:cubicBezTo>
                <a:cubicBezTo>
                  <a:pt x="797458" y="23284"/>
                  <a:pt x="788408" y="27134"/>
                  <a:pt x="781537" y="34834"/>
                </a:cubicBezTo>
                <a:cubicBezTo>
                  <a:pt x="774665" y="42534"/>
                  <a:pt x="771229" y="54145"/>
                  <a:pt x="771229" y="69668"/>
                </a:cubicBezTo>
                <a:close/>
                <a:moveTo>
                  <a:pt x="959673" y="137219"/>
                </a:moveTo>
                <a:lnTo>
                  <a:pt x="959673" y="122586"/>
                </a:lnTo>
                <a:cubicBezTo>
                  <a:pt x="956115" y="127801"/>
                  <a:pt x="951436" y="131912"/>
                  <a:pt x="945638" y="134918"/>
                </a:cubicBezTo>
                <a:cubicBezTo>
                  <a:pt x="939840" y="137925"/>
                  <a:pt x="933720" y="139428"/>
                  <a:pt x="927278" y="139428"/>
                </a:cubicBezTo>
                <a:cubicBezTo>
                  <a:pt x="920713" y="139428"/>
                  <a:pt x="914823" y="137986"/>
                  <a:pt x="909608" y="135102"/>
                </a:cubicBezTo>
                <a:cubicBezTo>
                  <a:pt x="904393" y="132219"/>
                  <a:pt x="900620" y="128169"/>
                  <a:pt x="898288" y="122954"/>
                </a:cubicBezTo>
                <a:cubicBezTo>
                  <a:pt x="895957" y="117739"/>
                  <a:pt x="894791" y="110530"/>
                  <a:pt x="894791" y="101327"/>
                </a:cubicBezTo>
                <a:lnTo>
                  <a:pt x="894791" y="39482"/>
                </a:lnTo>
                <a:lnTo>
                  <a:pt x="920652" y="39482"/>
                </a:lnTo>
                <a:lnTo>
                  <a:pt x="920652" y="84393"/>
                </a:lnTo>
                <a:cubicBezTo>
                  <a:pt x="920652" y="98136"/>
                  <a:pt x="921127" y="106557"/>
                  <a:pt x="922078" y="109656"/>
                </a:cubicBezTo>
                <a:cubicBezTo>
                  <a:pt x="923029" y="112754"/>
                  <a:pt x="924763" y="115208"/>
                  <a:pt x="927278" y="117018"/>
                </a:cubicBezTo>
                <a:cubicBezTo>
                  <a:pt x="929794" y="118828"/>
                  <a:pt x="932984" y="119733"/>
                  <a:pt x="936849" y="119733"/>
                </a:cubicBezTo>
                <a:cubicBezTo>
                  <a:pt x="941267" y="119733"/>
                  <a:pt x="945224" y="118521"/>
                  <a:pt x="948722" y="116098"/>
                </a:cubicBezTo>
                <a:cubicBezTo>
                  <a:pt x="952219" y="113674"/>
                  <a:pt x="954612" y="110668"/>
                  <a:pt x="955900" y="107079"/>
                </a:cubicBezTo>
                <a:cubicBezTo>
                  <a:pt x="957188" y="103490"/>
                  <a:pt x="957833" y="94701"/>
                  <a:pt x="957833" y="80712"/>
                </a:cubicBezTo>
                <a:lnTo>
                  <a:pt x="957833" y="39482"/>
                </a:lnTo>
                <a:lnTo>
                  <a:pt x="983694" y="39482"/>
                </a:lnTo>
                <a:lnTo>
                  <a:pt x="983694" y="137219"/>
                </a:lnTo>
                <a:lnTo>
                  <a:pt x="959673" y="137219"/>
                </a:lnTo>
                <a:close/>
                <a:moveTo>
                  <a:pt x="1034903" y="137219"/>
                </a:moveTo>
                <a:lnTo>
                  <a:pt x="1009042" y="137219"/>
                </a:lnTo>
                <a:lnTo>
                  <a:pt x="1009042" y="39482"/>
                </a:lnTo>
                <a:lnTo>
                  <a:pt x="1033063" y="39482"/>
                </a:lnTo>
                <a:lnTo>
                  <a:pt x="1033063" y="53378"/>
                </a:lnTo>
                <a:cubicBezTo>
                  <a:pt x="1037173" y="46813"/>
                  <a:pt x="1040870" y="42488"/>
                  <a:pt x="1044152" y="40402"/>
                </a:cubicBezTo>
                <a:cubicBezTo>
                  <a:pt x="1047435" y="38316"/>
                  <a:pt x="1051162" y="37273"/>
                  <a:pt x="1055334" y="37273"/>
                </a:cubicBezTo>
                <a:cubicBezTo>
                  <a:pt x="1061224" y="37273"/>
                  <a:pt x="1066900" y="38899"/>
                  <a:pt x="1072360" y="42150"/>
                </a:cubicBezTo>
                <a:lnTo>
                  <a:pt x="1064353" y="64698"/>
                </a:lnTo>
                <a:cubicBezTo>
                  <a:pt x="1059997" y="61876"/>
                  <a:pt x="1055948" y="60465"/>
                  <a:pt x="1052205" y="60465"/>
                </a:cubicBezTo>
                <a:cubicBezTo>
                  <a:pt x="1048585" y="60465"/>
                  <a:pt x="1045518" y="61462"/>
                  <a:pt x="1043002" y="63456"/>
                </a:cubicBezTo>
                <a:cubicBezTo>
                  <a:pt x="1040486" y="65450"/>
                  <a:pt x="1038508" y="69054"/>
                  <a:pt x="1037066" y="74270"/>
                </a:cubicBezTo>
                <a:cubicBezTo>
                  <a:pt x="1035624" y="79485"/>
                  <a:pt x="1034903" y="90406"/>
                  <a:pt x="1034903" y="107033"/>
                </a:cubicBezTo>
                <a:lnTo>
                  <a:pt x="1034903" y="137219"/>
                </a:lnTo>
                <a:close/>
                <a:moveTo>
                  <a:pt x="1135919" y="39482"/>
                </a:moveTo>
                <a:lnTo>
                  <a:pt x="1160031" y="39482"/>
                </a:lnTo>
                <a:lnTo>
                  <a:pt x="1160031" y="53839"/>
                </a:lnTo>
                <a:cubicBezTo>
                  <a:pt x="1163160" y="48930"/>
                  <a:pt x="1167393" y="44942"/>
                  <a:pt x="1172731" y="41874"/>
                </a:cubicBezTo>
                <a:cubicBezTo>
                  <a:pt x="1178069" y="38807"/>
                  <a:pt x="1183990" y="37273"/>
                  <a:pt x="1190493" y="37273"/>
                </a:cubicBezTo>
                <a:cubicBezTo>
                  <a:pt x="1201844" y="37273"/>
                  <a:pt x="1211477" y="41721"/>
                  <a:pt x="1219391" y="50617"/>
                </a:cubicBezTo>
                <a:cubicBezTo>
                  <a:pt x="1227306" y="59514"/>
                  <a:pt x="1231263" y="71907"/>
                  <a:pt x="1231263" y="87798"/>
                </a:cubicBezTo>
                <a:cubicBezTo>
                  <a:pt x="1231263" y="104118"/>
                  <a:pt x="1227275" y="116803"/>
                  <a:pt x="1219299" y="125853"/>
                </a:cubicBezTo>
                <a:cubicBezTo>
                  <a:pt x="1211323" y="134903"/>
                  <a:pt x="1201660" y="139428"/>
                  <a:pt x="1190309" y="139428"/>
                </a:cubicBezTo>
                <a:cubicBezTo>
                  <a:pt x="1184910" y="139428"/>
                  <a:pt x="1180017" y="138354"/>
                  <a:pt x="1175630" y="136207"/>
                </a:cubicBezTo>
                <a:cubicBezTo>
                  <a:pt x="1171243" y="134059"/>
                  <a:pt x="1166626" y="130378"/>
                  <a:pt x="1161779" y="125163"/>
                </a:cubicBezTo>
                <a:lnTo>
                  <a:pt x="1161779" y="174400"/>
                </a:lnTo>
                <a:lnTo>
                  <a:pt x="1135919" y="174400"/>
                </a:lnTo>
                <a:lnTo>
                  <a:pt x="1135919" y="39482"/>
                </a:lnTo>
                <a:moveTo>
                  <a:pt x="1161503" y="86694"/>
                </a:moveTo>
                <a:cubicBezTo>
                  <a:pt x="1161503" y="97676"/>
                  <a:pt x="1163681" y="105790"/>
                  <a:pt x="1168038" y="111036"/>
                </a:cubicBezTo>
                <a:cubicBezTo>
                  <a:pt x="1172394" y="116282"/>
                  <a:pt x="1177701" y="118905"/>
                  <a:pt x="1183959" y="118905"/>
                </a:cubicBezTo>
                <a:cubicBezTo>
                  <a:pt x="1189972" y="118905"/>
                  <a:pt x="1194972" y="116497"/>
                  <a:pt x="1198960" y="111680"/>
                </a:cubicBezTo>
                <a:cubicBezTo>
                  <a:pt x="1202948" y="106864"/>
                  <a:pt x="1204942" y="98965"/>
                  <a:pt x="1204942" y="87982"/>
                </a:cubicBezTo>
                <a:cubicBezTo>
                  <a:pt x="1204942" y="77736"/>
                  <a:pt x="1202887" y="70128"/>
                  <a:pt x="1198776" y="65158"/>
                </a:cubicBezTo>
                <a:cubicBezTo>
                  <a:pt x="1194665" y="60189"/>
                  <a:pt x="1189573" y="57704"/>
                  <a:pt x="1183499" y="57704"/>
                </a:cubicBezTo>
                <a:cubicBezTo>
                  <a:pt x="1177179" y="57704"/>
                  <a:pt x="1171934" y="60143"/>
                  <a:pt x="1167761" y="65020"/>
                </a:cubicBezTo>
                <a:cubicBezTo>
                  <a:pt x="1163589" y="69898"/>
                  <a:pt x="1161503" y="77123"/>
                  <a:pt x="1161503" y="86694"/>
                </a:cubicBezTo>
                <a:close/>
                <a:moveTo>
                  <a:pt x="1276215" y="137219"/>
                </a:moveTo>
                <a:lnTo>
                  <a:pt x="1250354" y="137219"/>
                </a:lnTo>
                <a:lnTo>
                  <a:pt x="1250354" y="39482"/>
                </a:lnTo>
                <a:lnTo>
                  <a:pt x="1274374" y="39482"/>
                </a:lnTo>
                <a:lnTo>
                  <a:pt x="1274374" y="53378"/>
                </a:lnTo>
                <a:cubicBezTo>
                  <a:pt x="1278485" y="46813"/>
                  <a:pt x="1282182" y="42488"/>
                  <a:pt x="1285464" y="40402"/>
                </a:cubicBezTo>
                <a:cubicBezTo>
                  <a:pt x="1288747" y="38316"/>
                  <a:pt x="1292474" y="37273"/>
                  <a:pt x="1296646" y="37273"/>
                </a:cubicBezTo>
                <a:cubicBezTo>
                  <a:pt x="1302536" y="37273"/>
                  <a:pt x="1308211" y="38899"/>
                  <a:pt x="1313672" y="42150"/>
                </a:cubicBezTo>
                <a:lnTo>
                  <a:pt x="1305665" y="64698"/>
                </a:lnTo>
                <a:cubicBezTo>
                  <a:pt x="1301309" y="61876"/>
                  <a:pt x="1297260" y="60465"/>
                  <a:pt x="1293517" y="60465"/>
                </a:cubicBezTo>
                <a:cubicBezTo>
                  <a:pt x="1289897" y="60465"/>
                  <a:pt x="1286829" y="61462"/>
                  <a:pt x="1284314" y="63456"/>
                </a:cubicBezTo>
                <a:cubicBezTo>
                  <a:pt x="1281798" y="65450"/>
                  <a:pt x="1279820" y="69054"/>
                  <a:pt x="1278378" y="74270"/>
                </a:cubicBezTo>
                <a:cubicBezTo>
                  <a:pt x="1276936" y="79485"/>
                  <a:pt x="1276215" y="90406"/>
                  <a:pt x="1276215" y="107033"/>
                </a:cubicBezTo>
                <a:lnTo>
                  <a:pt x="1276215" y="137219"/>
                </a:lnTo>
                <a:close/>
                <a:moveTo>
                  <a:pt x="1319757" y="86970"/>
                </a:moveTo>
                <a:cubicBezTo>
                  <a:pt x="1319757" y="78380"/>
                  <a:pt x="1321874" y="70067"/>
                  <a:pt x="1326107" y="62029"/>
                </a:cubicBezTo>
                <a:cubicBezTo>
                  <a:pt x="1330341" y="53992"/>
                  <a:pt x="1336338" y="47856"/>
                  <a:pt x="1344099" y="43623"/>
                </a:cubicBezTo>
                <a:cubicBezTo>
                  <a:pt x="1351861" y="39390"/>
                  <a:pt x="1360527" y="37273"/>
                  <a:pt x="1370098" y="37273"/>
                </a:cubicBezTo>
                <a:cubicBezTo>
                  <a:pt x="1384885" y="37273"/>
                  <a:pt x="1397002" y="42074"/>
                  <a:pt x="1406451" y="51676"/>
                </a:cubicBezTo>
                <a:cubicBezTo>
                  <a:pt x="1415899" y="61278"/>
                  <a:pt x="1420624" y="73411"/>
                  <a:pt x="1420624" y="88074"/>
                </a:cubicBezTo>
                <a:cubicBezTo>
                  <a:pt x="1420624" y="102861"/>
                  <a:pt x="1415853" y="115116"/>
                  <a:pt x="1406313" y="124841"/>
                </a:cubicBezTo>
                <a:cubicBezTo>
                  <a:pt x="1396772" y="134566"/>
                  <a:pt x="1384762" y="139428"/>
                  <a:pt x="1370282" y="139428"/>
                </a:cubicBezTo>
                <a:cubicBezTo>
                  <a:pt x="1361325" y="139428"/>
                  <a:pt x="1352781" y="137403"/>
                  <a:pt x="1344651" y="133354"/>
                </a:cubicBezTo>
                <a:cubicBezTo>
                  <a:pt x="1336522" y="129304"/>
                  <a:pt x="1330341" y="123368"/>
                  <a:pt x="1326107" y="115546"/>
                </a:cubicBezTo>
                <a:cubicBezTo>
                  <a:pt x="1321874" y="107723"/>
                  <a:pt x="1319757" y="98198"/>
                  <a:pt x="1319757" y="86970"/>
                </a:cubicBezTo>
                <a:moveTo>
                  <a:pt x="1346262" y="88350"/>
                </a:moveTo>
                <a:cubicBezTo>
                  <a:pt x="1346262" y="98044"/>
                  <a:pt x="1348563" y="105468"/>
                  <a:pt x="1353164" y="110622"/>
                </a:cubicBezTo>
                <a:cubicBezTo>
                  <a:pt x="1357766" y="115776"/>
                  <a:pt x="1363441" y="118353"/>
                  <a:pt x="1370190" y="118353"/>
                </a:cubicBezTo>
                <a:cubicBezTo>
                  <a:pt x="1376939" y="118353"/>
                  <a:pt x="1382599" y="115776"/>
                  <a:pt x="1387170" y="110622"/>
                </a:cubicBezTo>
                <a:cubicBezTo>
                  <a:pt x="1391741" y="105468"/>
                  <a:pt x="1394026" y="97983"/>
                  <a:pt x="1394026" y="88166"/>
                </a:cubicBezTo>
                <a:cubicBezTo>
                  <a:pt x="1394026" y="78595"/>
                  <a:pt x="1391741" y="71232"/>
                  <a:pt x="1387170" y="66079"/>
                </a:cubicBezTo>
                <a:cubicBezTo>
                  <a:pt x="1382599" y="60925"/>
                  <a:pt x="1376939" y="58348"/>
                  <a:pt x="1370190" y="58348"/>
                </a:cubicBezTo>
                <a:cubicBezTo>
                  <a:pt x="1363441" y="58348"/>
                  <a:pt x="1357766" y="60925"/>
                  <a:pt x="1353164" y="66079"/>
                </a:cubicBezTo>
                <a:cubicBezTo>
                  <a:pt x="1348563" y="71232"/>
                  <a:pt x="1346262" y="78656"/>
                  <a:pt x="1346262" y="88350"/>
                </a:cubicBezTo>
                <a:close/>
                <a:moveTo>
                  <a:pt x="1439806" y="39482"/>
                </a:moveTo>
                <a:lnTo>
                  <a:pt x="1463919" y="39482"/>
                </a:lnTo>
                <a:lnTo>
                  <a:pt x="1463919" y="53839"/>
                </a:lnTo>
                <a:cubicBezTo>
                  <a:pt x="1467048" y="48930"/>
                  <a:pt x="1471281" y="44942"/>
                  <a:pt x="1476619" y="41874"/>
                </a:cubicBezTo>
                <a:cubicBezTo>
                  <a:pt x="1481957" y="38807"/>
                  <a:pt x="1487877" y="37273"/>
                  <a:pt x="1494381" y="37273"/>
                </a:cubicBezTo>
                <a:cubicBezTo>
                  <a:pt x="1505732" y="37273"/>
                  <a:pt x="1515364" y="41721"/>
                  <a:pt x="1523279" y="50617"/>
                </a:cubicBezTo>
                <a:cubicBezTo>
                  <a:pt x="1531194" y="59514"/>
                  <a:pt x="1535151" y="71907"/>
                  <a:pt x="1535151" y="87798"/>
                </a:cubicBezTo>
                <a:cubicBezTo>
                  <a:pt x="1535151" y="104118"/>
                  <a:pt x="1531163" y="116803"/>
                  <a:pt x="1523187" y="125853"/>
                </a:cubicBezTo>
                <a:cubicBezTo>
                  <a:pt x="1515211" y="134903"/>
                  <a:pt x="1505547" y="139428"/>
                  <a:pt x="1494197" y="139428"/>
                </a:cubicBezTo>
                <a:cubicBezTo>
                  <a:pt x="1488798" y="139428"/>
                  <a:pt x="1483905" y="138354"/>
                  <a:pt x="1479518" y="136207"/>
                </a:cubicBezTo>
                <a:cubicBezTo>
                  <a:pt x="1475131" y="134059"/>
                  <a:pt x="1470514" y="130378"/>
                  <a:pt x="1465667" y="125163"/>
                </a:cubicBezTo>
                <a:lnTo>
                  <a:pt x="1465667" y="174400"/>
                </a:lnTo>
                <a:lnTo>
                  <a:pt x="1439806" y="174400"/>
                </a:lnTo>
                <a:lnTo>
                  <a:pt x="1439806" y="39482"/>
                </a:lnTo>
                <a:moveTo>
                  <a:pt x="1465391" y="86694"/>
                </a:moveTo>
                <a:cubicBezTo>
                  <a:pt x="1465391" y="97676"/>
                  <a:pt x="1467569" y="105790"/>
                  <a:pt x="1471925" y="111036"/>
                </a:cubicBezTo>
                <a:cubicBezTo>
                  <a:pt x="1476281" y="116282"/>
                  <a:pt x="1481589" y="118905"/>
                  <a:pt x="1487847" y="118905"/>
                </a:cubicBezTo>
                <a:cubicBezTo>
                  <a:pt x="1493859" y="118905"/>
                  <a:pt x="1498860" y="116497"/>
                  <a:pt x="1502848" y="111680"/>
                </a:cubicBezTo>
                <a:cubicBezTo>
                  <a:pt x="1506836" y="106864"/>
                  <a:pt x="1508830" y="98965"/>
                  <a:pt x="1508830" y="87982"/>
                </a:cubicBezTo>
                <a:cubicBezTo>
                  <a:pt x="1508830" y="77736"/>
                  <a:pt x="1506775" y="70128"/>
                  <a:pt x="1502664" y="65158"/>
                </a:cubicBezTo>
                <a:cubicBezTo>
                  <a:pt x="1498553" y="60189"/>
                  <a:pt x="1493461" y="57704"/>
                  <a:pt x="1487387" y="57704"/>
                </a:cubicBezTo>
                <a:cubicBezTo>
                  <a:pt x="1481067" y="57704"/>
                  <a:pt x="1475821" y="60143"/>
                  <a:pt x="1471649" y="65020"/>
                </a:cubicBezTo>
                <a:cubicBezTo>
                  <a:pt x="1467477" y="69898"/>
                  <a:pt x="1465391" y="77123"/>
                  <a:pt x="1465391" y="86694"/>
                </a:cubicBezTo>
                <a:close/>
                <a:moveTo>
                  <a:pt x="1549364" y="86970"/>
                </a:moveTo>
                <a:cubicBezTo>
                  <a:pt x="1549364" y="78380"/>
                  <a:pt x="1551481" y="70067"/>
                  <a:pt x="1555714" y="62029"/>
                </a:cubicBezTo>
                <a:cubicBezTo>
                  <a:pt x="1559948" y="53992"/>
                  <a:pt x="1565945" y="47856"/>
                  <a:pt x="1573706" y="43623"/>
                </a:cubicBezTo>
                <a:cubicBezTo>
                  <a:pt x="1581468" y="39390"/>
                  <a:pt x="1590134" y="37273"/>
                  <a:pt x="1599705" y="37273"/>
                </a:cubicBezTo>
                <a:cubicBezTo>
                  <a:pt x="1614492" y="37273"/>
                  <a:pt x="1626609" y="42074"/>
                  <a:pt x="1636058" y="51676"/>
                </a:cubicBezTo>
                <a:cubicBezTo>
                  <a:pt x="1645506" y="61278"/>
                  <a:pt x="1650231" y="73411"/>
                  <a:pt x="1650231" y="88074"/>
                </a:cubicBezTo>
                <a:cubicBezTo>
                  <a:pt x="1650231" y="102861"/>
                  <a:pt x="1645460" y="115116"/>
                  <a:pt x="1635920" y="124841"/>
                </a:cubicBezTo>
                <a:cubicBezTo>
                  <a:pt x="1626379" y="134566"/>
                  <a:pt x="1614369" y="139428"/>
                  <a:pt x="1599889" y="139428"/>
                </a:cubicBezTo>
                <a:cubicBezTo>
                  <a:pt x="1590932" y="139428"/>
                  <a:pt x="1582388" y="137403"/>
                  <a:pt x="1574258" y="133354"/>
                </a:cubicBezTo>
                <a:cubicBezTo>
                  <a:pt x="1566129" y="129304"/>
                  <a:pt x="1559948" y="123368"/>
                  <a:pt x="1555714" y="115546"/>
                </a:cubicBezTo>
                <a:cubicBezTo>
                  <a:pt x="1551481" y="107723"/>
                  <a:pt x="1549364" y="98198"/>
                  <a:pt x="1549364" y="86970"/>
                </a:cubicBezTo>
                <a:moveTo>
                  <a:pt x="1575869" y="88350"/>
                </a:moveTo>
                <a:cubicBezTo>
                  <a:pt x="1575869" y="98044"/>
                  <a:pt x="1578170" y="105468"/>
                  <a:pt x="1582771" y="110622"/>
                </a:cubicBezTo>
                <a:cubicBezTo>
                  <a:pt x="1587373" y="115776"/>
                  <a:pt x="1593048" y="118353"/>
                  <a:pt x="1599797" y="118353"/>
                </a:cubicBezTo>
                <a:cubicBezTo>
                  <a:pt x="1606546" y="118353"/>
                  <a:pt x="1612206" y="115776"/>
                  <a:pt x="1616777" y="110622"/>
                </a:cubicBezTo>
                <a:cubicBezTo>
                  <a:pt x="1621348" y="105468"/>
                  <a:pt x="1623633" y="97983"/>
                  <a:pt x="1623633" y="88166"/>
                </a:cubicBezTo>
                <a:cubicBezTo>
                  <a:pt x="1623633" y="78595"/>
                  <a:pt x="1621348" y="71232"/>
                  <a:pt x="1616777" y="66079"/>
                </a:cubicBezTo>
                <a:cubicBezTo>
                  <a:pt x="1612206" y="60925"/>
                  <a:pt x="1606546" y="58348"/>
                  <a:pt x="1599797" y="58348"/>
                </a:cubicBezTo>
                <a:cubicBezTo>
                  <a:pt x="1593048" y="58348"/>
                  <a:pt x="1587373" y="60925"/>
                  <a:pt x="1582771" y="66079"/>
                </a:cubicBezTo>
                <a:cubicBezTo>
                  <a:pt x="1578170" y="71232"/>
                  <a:pt x="1575869" y="78656"/>
                  <a:pt x="1575869" y="88350"/>
                </a:cubicBezTo>
                <a:close/>
                <a:moveTo>
                  <a:pt x="1661039" y="109334"/>
                </a:moveTo>
                <a:lnTo>
                  <a:pt x="1686992" y="105376"/>
                </a:lnTo>
                <a:cubicBezTo>
                  <a:pt x="1688096" y="110407"/>
                  <a:pt x="1690335" y="114227"/>
                  <a:pt x="1693710" y="116834"/>
                </a:cubicBezTo>
                <a:cubicBezTo>
                  <a:pt x="1697084" y="119442"/>
                  <a:pt x="1701809" y="120746"/>
                  <a:pt x="1707883" y="120746"/>
                </a:cubicBezTo>
                <a:cubicBezTo>
                  <a:pt x="1714570" y="120746"/>
                  <a:pt x="1719601" y="119518"/>
                  <a:pt x="1722976" y="117064"/>
                </a:cubicBezTo>
                <a:cubicBezTo>
                  <a:pt x="1725246" y="115346"/>
                  <a:pt x="1726381" y="113046"/>
                  <a:pt x="1726381" y="110162"/>
                </a:cubicBezTo>
                <a:cubicBezTo>
                  <a:pt x="1726381" y="108199"/>
                  <a:pt x="1725768" y="106573"/>
                  <a:pt x="1724540" y="105284"/>
                </a:cubicBezTo>
                <a:cubicBezTo>
                  <a:pt x="1723252" y="104057"/>
                  <a:pt x="1720368" y="102922"/>
                  <a:pt x="1715889" y="101879"/>
                </a:cubicBezTo>
                <a:cubicBezTo>
                  <a:pt x="1695029" y="97277"/>
                  <a:pt x="1681807" y="93075"/>
                  <a:pt x="1676224" y="89271"/>
                </a:cubicBezTo>
                <a:cubicBezTo>
                  <a:pt x="1668493" y="83994"/>
                  <a:pt x="1664628" y="76662"/>
                  <a:pt x="1664628" y="67275"/>
                </a:cubicBezTo>
                <a:cubicBezTo>
                  <a:pt x="1664628" y="58808"/>
                  <a:pt x="1667972" y="51691"/>
                  <a:pt x="1674659" y="45924"/>
                </a:cubicBezTo>
                <a:cubicBezTo>
                  <a:pt x="1681347" y="40156"/>
                  <a:pt x="1691716" y="37273"/>
                  <a:pt x="1705766" y="37273"/>
                </a:cubicBezTo>
                <a:cubicBezTo>
                  <a:pt x="1719141" y="37273"/>
                  <a:pt x="1729081" y="39451"/>
                  <a:pt x="1735584" y="43807"/>
                </a:cubicBezTo>
                <a:cubicBezTo>
                  <a:pt x="1742088" y="48163"/>
                  <a:pt x="1746567" y="54605"/>
                  <a:pt x="1749021" y="63134"/>
                </a:cubicBezTo>
                <a:lnTo>
                  <a:pt x="1724632" y="67643"/>
                </a:lnTo>
                <a:cubicBezTo>
                  <a:pt x="1723589" y="63839"/>
                  <a:pt x="1721611" y="60925"/>
                  <a:pt x="1718696" y="58900"/>
                </a:cubicBezTo>
                <a:cubicBezTo>
                  <a:pt x="1715782" y="56876"/>
                  <a:pt x="1711625" y="55863"/>
                  <a:pt x="1706226" y="55863"/>
                </a:cubicBezTo>
                <a:cubicBezTo>
                  <a:pt x="1699416" y="55863"/>
                  <a:pt x="1694538" y="56814"/>
                  <a:pt x="1691593" y="58716"/>
                </a:cubicBezTo>
                <a:cubicBezTo>
                  <a:pt x="1689630" y="60066"/>
                  <a:pt x="1688648" y="61815"/>
                  <a:pt x="1688648" y="63962"/>
                </a:cubicBezTo>
                <a:cubicBezTo>
                  <a:pt x="1688648" y="65803"/>
                  <a:pt x="1689507" y="67367"/>
                  <a:pt x="1691225" y="68656"/>
                </a:cubicBezTo>
                <a:cubicBezTo>
                  <a:pt x="1693556" y="70374"/>
                  <a:pt x="1701609" y="72797"/>
                  <a:pt x="1715383" y="75926"/>
                </a:cubicBezTo>
                <a:cubicBezTo>
                  <a:pt x="1729157" y="79055"/>
                  <a:pt x="1738775" y="82890"/>
                  <a:pt x="1744235" y="87430"/>
                </a:cubicBezTo>
                <a:cubicBezTo>
                  <a:pt x="1749634" y="92032"/>
                  <a:pt x="1752334" y="98443"/>
                  <a:pt x="1752334" y="106665"/>
                </a:cubicBezTo>
                <a:cubicBezTo>
                  <a:pt x="1752334" y="115622"/>
                  <a:pt x="1748591" y="123322"/>
                  <a:pt x="1741106" y="129765"/>
                </a:cubicBezTo>
                <a:cubicBezTo>
                  <a:pt x="1733621" y="136207"/>
                  <a:pt x="1722546" y="139428"/>
                  <a:pt x="1707883" y="139428"/>
                </a:cubicBezTo>
                <a:cubicBezTo>
                  <a:pt x="1694569" y="139428"/>
                  <a:pt x="1684031" y="136728"/>
                  <a:pt x="1676270" y="131329"/>
                </a:cubicBezTo>
                <a:cubicBezTo>
                  <a:pt x="1668509" y="125930"/>
                  <a:pt x="1663431" y="118598"/>
                  <a:pt x="1661039" y="109334"/>
                </a:cubicBezTo>
                <a:close/>
                <a:moveTo>
                  <a:pt x="1831375" y="106112"/>
                </a:moveTo>
                <a:lnTo>
                  <a:pt x="1857144" y="110438"/>
                </a:lnTo>
                <a:cubicBezTo>
                  <a:pt x="1853831" y="119887"/>
                  <a:pt x="1848600" y="127080"/>
                  <a:pt x="1841452" y="132019"/>
                </a:cubicBezTo>
                <a:cubicBezTo>
                  <a:pt x="1834305" y="136958"/>
                  <a:pt x="1825362" y="139428"/>
                  <a:pt x="1814625" y="139428"/>
                </a:cubicBezTo>
                <a:cubicBezTo>
                  <a:pt x="1797630" y="139428"/>
                  <a:pt x="1785052" y="133875"/>
                  <a:pt x="1776892" y="122770"/>
                </a:cubicBezTo>
                <a:cubicBezTo>
                  <a:pt x="1770450" y="113874"/>
                  <a:pt x="1767229" y="102646"/>
                  <a:pt x="1767229" y="89087"/>
                </a:cubicBezTo>
                <a:cubicBezTo>
                  <a:pt x="1767229" y="72889"/>
                  <a:pt x="1771462" y="60204"/>
                  <a:pt x="1779929" y="51032"/>
                </a:cubicBezTo>
                <a:cubicBezTo>
                  <a:pt x="1788396" y="41859"/>
                  <a:pt x="1799102" y="37273"/>
                  <a:pt x="1812048" y="37273"/>
                </a:cubicBezTo>
                <a:cubicBezTo>
                  <a:pt x="1826589" y="37273"/>
                  <a:pt x="1838062" y="42074"/>
                  <a:pt x="1846468" y="51676"/>
                </a:cubicBezTo>
                <a:cubicBezTo>
                  <a:pt x="1854874" y="61278"/>
                  <a:pt x="1858892" y="75987"/>
                  <a:pt x="1858524" y="95805"/>
                </a:cubicBezTo>
                <a:lnTo>
                  <a:pt x="1793734" y="95805"/>
                </a:lnTo>
                <a:cubicBezTo>
                  <a:pt x="1793918" y="103474"/>
                  <a:pt x="1796004" y="109441"/>
                  <a:pt x="1799992" y="113705"/>
                </a:cubicBezTo>
                <a:cubicBezTo>
                  <a:pt x="1803980" y="117969"/>
                  <a:pt x="1808950" y="120101"/>
                  <a:pt x="1814901" y="120101"/>
                </a:cubicBezTo>
                <a:cubicBezTo>
                  <a:pt x="1818951" y="120101"/>
                  <a:pt x="1822356" y="118997"/>
                  <a:pt x="1825117" y="116788"/>
                </a:cubicBezTo>
                <a:cubicBezTo>
                  <a:pt x="1827878" y="114579"/>
                  <a:pt x="1829964" y="111021"/>
                  <a:pt x="1831375" y="106112"/>
                </a:cubicBezTo>
                <a:moveTo>
                  <a:pt x="1832847" y="79975"/>
                </a:moveTo>
                <a:cubicBezTo>
                  <a:pt x="1832663" y="72490"/>
                  <a:pt x="1830731" y="66800"/>
                  <a:pt x="1827049" y="62904"/>
                </a:cubicBezTo>
                <a:cubicBezTo>
                  <a:pt x="1823368" y="59008"/>
                  <a:pt x="1818889" y="57060"/>
                  <a:pt x="1813613" y="57060"/>
                </a:cubicBezTo>
                <a:cubicBezTo>
                  <a:pt x="1807968" y="57060"/>
                  <a:pt x="1803305" y="59115"/>
                  <a:pt x="1799624" y="63226"/>
                </a:cubicBezTo>
                <a:cubicBezTo>
                  <a:pt x="1795943" y="67336"/>
                  <a:pt x="1794133" y="72920"/>
                  <a:pt x="1794194" y="79975"/>
                </a:cubicBezTo>
                <a:lnTo>
                  <a:pt x="1832847" y="79975"/>
                </a:lnTo>
                <a:close/>
                <a:moveTo>
                  <a:pt x="1969040" y="137219"/>
                </a:moveTo>
                <a:lnTo>
                  <a:pt x="1945020" y="137219"/>
                </a:lnTo>
                <a:lnTo>
                  <a:pt x="1945020" y="122862"/>
                </a:lnTo>
                <a:cubicBezTo>
                  <a:pt x="1941032" y="128445"/>
                  <a:pt x="1936323" y="132602"/>
                  <a:pt x="1930893" y="135333"/>
                </a:cubicBezTo>
                <a:cubicBezTo>
                  <a:pt x="1925463" y="138063"/>
                  <a:pt x="1919987" y="139428"/>
                  <a:pt x="1914465" y="139428"/>
                </a:cubicBezTo>
                <a:cubicBezTo>
                  <a:pt x="1903238" y="139428"/>
                  <a:pt x="1893620" y="134903"/>
                  <a:pt x="1885613" y="125853"/>
                </a:cubicBezTo>
                <a:cubicBezTo>
                  <a:pt x="1877607" y="116803"/>
                  <a:pt x="1873603" y="104180"/>
                  <a:pt x="1873603" y="87982"/>
                </a:cubicBezTo>
                <a:cubicBezTo>
                  <a:pt x="1873603" y="71417"/>
                  <a:pt x="1877499" y="58824"/>
                  <a:pt x="1885291" y="50203"/>
                </a:cubicBezTo>
                <a:cubicBezTo>
                  <a:pt x="1893083" y="41583"/>
                  <a:pt x="1902931" y="37273"/>
                  <a:pt x="1914834" y="37273"/>
                </a:cubicBezTo>
                <a:cubicBezTo>
                  <a:pt x="1925755" y="37273"/>
                  <a:pt x="1935203" y="41813"/>
                  <a:pt x="1943179" y="50893"/>
                </a:cubicBezTo>
                <a:lnTo>
                  <a:pt x="1943179" y="2301"/>
                </a:lnTo>
                <a:lnTo>
                  <a:pt x="1969040" y="2301"/>
                </a:lnTo>
                <a:lnTo>
                  <a:pt x="1969040" y="137219"/>
                </a:lnTo>
                <a:moveTo>
                  <a:pt x="1900016" y="86234"/>
                </a:moveTo>
                <a:cubicBezTo>
                  <a:pt x="1900016" y="96664"/>
                  <a:pt x="1901458" y="104210"/>
                  <a:pt x="1904342" y="108873"/>
                </a:cubicBezTo>
                <a:cubicBezTo>
                  <a:pt x="1908514" y="115622"/>
                  <a:pt x="1914343" y="118997"/>
                  <a:pt x="1921828" y="118997"/>
                </a:cubicBezTo>
                <a:cubicBezTo>
                  <a:pt x="1927779" y="118997"/>
                  <a:pt x="1932841" y="116466"/>
                  <a:pt x="1937013" y="111404"/>
                </a:cubicBezTo>
                <a:cubicBezTo>
                  <a:pt x="1941185" y="106343"/>
                  <a:pt x="1943271" y="98781"/>
                  <a:pt x="1943271" y="88718"/>
                </a:cubicBezTo>
                <a:cubicBezTo>
                  <a:pt x="1943271" y="77491"/>
                  <a:pt x="1941247" y="69407"/>
                  <a:pt x="1937197" y="64468"/>
                </a:cubicBezTo>
                <a:cubicBezTo>
                  <a:pt x="1933148" y="59529"/>
                  <a:pt x="1927963" y="57060"/>
                  <a:pt x="1921644" y="57060"/>
                </a:cubicBezTo>
                <a:cubicBezTo>
                  <a:pt x="1915508" y="57060"/>
                  <a:pt x="1910370" y="59498"/>
                  <a:pt x="1906229" y="64376"/>
                </a:cubicBezTo>
                <a:cubicBezTo>
                  <a:pt x="1902087" y="69254"/>
                  <a:pt x="1900016" y="76540"/>
                  <a:pt x="1900016" y="86234"/>
                </a:cubicBezTo>
                <a:close/>
                <a:moveTo>
                  <a:pt x="2065759" y="69300"/>
                </a:moveTo>
                <a:lnTo>
                  <a:pt x="2042291" y="65066"/>
                </a:lnTo>
                <a:cubicBezTo>
                  <a:pt x="2044930" y="55618"/>
                  <a:pt x="2049470" y="48623"/>
                  <a:pt x="2055912" y="44083"/>
                </a:cubicBezTo>
                <a:cubicBezTo>
                  <a:pt x="2062354" y="39543"/>
                  <a:pt x="2071926" y="37273"/>
                  <a:pt x="2084626" y="37273"/>
                </a:cubicBezTo>
                <a:cubicBezTo>
                  <a:pt x="2096161" y="37273"/>
                  <a:pt x="2104750" y="38638"/>
                  <a:pt x="2110395" y="41368"/>
                </a:cubicBezTo>
                <a:cubicBezTo>
                  <a:pt x="2116039" y="44098"/>
                  <a:pt x="2120012" y="47565"/>
                  <a:pt x="2122313" y="51768"/>
                </a:cubicBezTo>
                <a:cubicBezTo>
                  <a:pt x="2124614" y="55971"/>
                  <a:pt x="2125764" y="63686"/>
                  <a:pt x="2125764" y="74914"/>
                </a:cubicBezTo>
                <a:lnTo>
                  <a:pt x="2125488" y="105100"/>
                </a:lnTo>
                <a:cubicBezTo>
                  <a:pt x="2125488" y="113690"/>
                  <a:pt x="2125902" y="120025"/>
                  <a:pt x="2126730" y="124105"/>
                </a:cubicBezTo>
                <a:cubicBezTo>
                  <a:pt x="2127559" y="128185"/>
                  <a:pt x="2129108" y="132556"/>
                  <a:pt x="2131378" y="137219"/>
                </a:cubicBezTo>
                <a:lnTo>
                  <a:pt x="2105793" y="137219"/>
                </a:lnTo>
                <a:cubicBezTo>
                  <a:pt x="2105118" y="135501"/>
                  <a:pt x="2104290" y="132955"/>
                  <a:pt x="2103308" y="129581"/>
                </a:cubicBezTo>
                <a:cubicBezTo>
                  <a:pt x="2102879" y="128047"/>
                  <a:pt x="2102572" y="127034"/>
                  <a:pt x="2102388" y="126543"/>
                </a:cubicBezTo>
                <a:cubicBezTo>
                  <a:pt x="2097970" y="130838"/>
                  <a:pt x="2093246" y="134059"/>
                  <a:pt x="2088215" y="136207"/>
                </a:cubicBezTo>
                <a:cubicBezTo>
                  <a:pt x="2083184" y="138354"/>
                  <a:pt x="2077816" y="139428"/>
                  <a:pt x="2072110" y="139428"/>
                </a:cubicBezTo>
                <a:cubicBezTo>
                  <a:pt x="2062047" y="139428"/>
                  <a:pt x="2054117" y="136698"/>
                  <a:pt x="2048319" y="131237"/>
                </a:cubicBezTo>
                <a:cubicBezTo>
                  <a:pt x="2042521" y="125777"/>
                  <a:pt x="2039622" y="118874"/>
                  <a:pt x="2039622" y="110530"/>
                </a:cubicBezTo>
                <a:cubicBezTo>
                  <a:pt x="2039622" y="105008"/>
                  <a:pt x="2040942" y="100084"/>
                  <a:pt x="2043580" y="95759"/>
                </a:cubicBezTo>
                <a:cubicBezTo>
                  <a:pt x="2046218" y="91433"/>
                  <a:pt x="2049915" y="88120"/>
                  <a:pt x="2054670" y="85819"/>
                </a:cubicBezTo>
                <a:cubicBezTo>
                  <a:pt x="2059425" y="83519"/>
                  <a:pt x="2066281" y="81509"/>
                  <a:pt x="2075239" y="79791"/>
                </a:cubicBezTo>
                <a:cubicBezTo>
                  <a:pt x="2087326" y="77521"/>
                  <a:pt x="2095700" y="75405"/>
                  <a:pt x="2100363" y="73441"/>
                </a:cubicBezTo>
                <a:lnTo>
                  <a:pt x="2100363" y="70864"/>
                </a:lnTo>
                <a:cubicBezTo>
                  <a:pt x="2100363" y="65895"/>
                  <a:pt x="2099136" y="62351"/>
                  <a:pt x="2096682" y="60235"/>
                </a:cubicBezTo>
                <a:cubicBezTo>
                  <a:pt x="2094228" y="58118"/>
                  <a:pt x="2089596" y="57060"/>
                  <a:pt x="2082785" y="57060"/>
                </a:cubicBezTo>
                <a:cubicBezTo>
                  <a:pt x="2078184" y="57060"/>
                  <a:pt x="2074594" y="57965"/>
                  <a:pt x="2072018" y="59775"/>
                </a:cubicBezTo>
                <a:cubicBezTo>
                  <a:pt x="2069441" y="61585"/>
                  <a:pt x="2067355" y="64760"/>
                  <a:pt x="2065759" y="69300"/>
                </a:cubicBezTo>
                <a:moveTo>
                  <a:pt x="2100363" y="90283"/>
                </a:moveTo>
                <a:cubicBezTo>
                  <a:pt x="2097050" y="91387"/>
                  <a:pt x="2091804" y="92707"/>
                  <a:pt x="2084626" y="94240"/>
                </a:cubicBezTo>
                <a:cubicBezTo>
                  <a:pt x="2077447" y="95774"/>
                  <a:pt x="2072754" y="97277"/>
                  <a:pt x="2070545" y="98750"/>
                </a:cubicBezTo>
                <a:cubicBezTo>
                  <a:pt x="2067171" y="101143"/>
                  <a:pt x="2065483" y="104180"/>
                  <a:pt x="2065483" y="107861"/>
                </a:cubicBezTo>
                <a:cubicBezTo>
                  <a:pt x="2065483" y="111481"/>
                  <a:pt x="2066833" y="114610"/>
                  <a:pt x="2069533" y="117248"/>
                </a:cubicBezTo>
                <a:cubicBezTo>
                  <a:pt x="2072232" y="119887"/>
                  <a:pt x="2075668" y="121206"/>
                  <a:pt x="2079840" y="121206"/>
                </a:cubicBezTo>
                <a:cubicBezTo>
                  <a:pt x="2084503" y="121206"/>
                  <a:pt x="2088951" y="119672"/>
                  <a:pt x="2093185" y="116604"/>
                </a:cubicBezTo>
                <a:cubicBezTo>
                  <a:pt x="2096314" y="114273"/>
                  <a:pt x="2098369" y="111420"/>
                  <a:pt x="2099351" y="108045"/>
                </a:cubicBezTo>
                <a:cubicBezTo>
                  <a:pt x="2100026" y="105836"/>
                  <a:pt x="2100363" y="101634"/>
                  <a:pt x="2100363" y="95437"/>
                </a:cubicBezTo>
                <a:lnTo>
                  <a:pt x="2100363" y="90283"/>
                </a:lnTo>
                <a:close/>
                <a:moveTo>
                  <a:pt x="2150322" y="39482"/>
                </a:moveTo>
                <a:lnTo>
                  <a:pt x="2174434" y="39482"/>
                </a:lnTo>
                <a:lnTo>
                  <a:pt x="2174434" y="53839"/>
                </a:lnTo>
                <a:cubicBezTo>
                  <a:pt x="2177564" y="48930"/>
                  <a:pt x="2181797" y="44942"/>
                  <a:pt x="2187135" y="41874"/>
                </a:cubicBezTo>
                <a:cubicBezTo>
                  <a:pt x="2192473" y="38807"/>
                  <a:pt x="2198393" y="37273"/>
                  <a:pt x="2204897" y="37273"/>
                </a:cubicBezTo>
                <a:cubicBezTo>
                  <a:pt x="2216247" y="37273"/>
                  <a:pt x="2225880" y="41721"/>
                  <a:pt x="2233795" y="50617"/>
                </a:cubicBezTo>
                <a:cubicBezTo>
                  <a:pt x="2241710" y="59514"/>
                  <a:pt x="2245667" y="71907"/>
                  <a:pt x="2245667" y="87798"/>
                </a:cubicBezTo>
                <a:cubicBezTo>
                  <a:pt x="2245667" y="104118"/>
                  <a:pt x="2241679" y="116803"/>
                  <a:pt x="2233703" y="125853"/>
                </a:cubicBezTo>
                <a:cubicBezTo>
                  <a:pt x="2225727" y="134903"/>
                  <a:pt x="2216063" y="139428"/>
                  <a:pt x="2204713" y="139428"/>
                </a:cubicBezTo>
                <a:cubicBezTo>
                  <a:pt x="2199314" y="139428"/>
                  <a:pt x="2194421" y="138354"/>
                  <a:pt x="2190034" y="136207"/>
                </a:cubicBezTo>
                <a:cubicBezTo>
                  <a:pt x="2185647" y="134059"/>
                  <a:pt x="2181030" y="130378"/>
                  <a:pt x="2176183" y="125163"/>
                </a:cubicBezTo>
                <a:lnTo>
                  <a:pt x="2176183" y="174400"/>
                </a:lnTo>
                <a:lnTo>
                  <a:pt x="2150322" y="174400"/>
                </a:lnTo>
                <a:lnTo>
                  <a:pt x="2150322" y="39482"/>
                </a:lnTo>
                <a:moveTo>
                  <a:pt x="2175907" y="86694"/>
                </a:moveTo>
                <a:cubicBezTo>
                  <a:pt x="2175907" y="97676"/>
                  <a:pt x="2178085" y="105790"/>
                  <a:pt x="2182441" y="111036"/>
                </a:cubicBezTo>
                <a:cubicBezTo>
                  <a:pt x="2186797" y="116282"/>
                  <a:pt x="2192105" y="118905"/>
                  <a:pt x="2198363" y="118905"/>
                </a:cubicBezTo>
                <a:cubicBezTo>
                  <a:pt x="2204375" y="118905"/>
                  <a:pt x="2209376" y="116497"/>
                  <a:pt x="2213364" y="111680"/>
                </a:cubicBezTo>
                <a:cubicBezTo>
                  <a:pt x="2217352" y="106864"/>
                  <a:pt x="2219346" y="98965"/>
                  <a:pt x="2219346" y="87982"/>
                </a:cubicBezTo>
                <a:cubicBezTo>
                  <a:pt x="2219346" y="77736"/>
                  <a:pt x="2217291" y="70128"/>
                  <a:pt x="2213180" y="65158"/>
                </a:cubicBezTo>
                <a:cubicBezTo>
                  <a:pt x="2209069" y="60189"/>
                  <a:pt x="2203977" y="57704"/>
                  <a:pt x="2197903" y="57704"/>
                </a:cubicBezTo>
                <a:cubicBezTo>
                  <a:pt x="2191583" y="57704"/>
                  <a:pt x="2186337" y="60143"/>
                  <a:pt x="2182165" y="65020"/>
                </a:cubicBezTo>
                <a:cubicBezTo>
                  <a:pt x="2177993" y="69898"/>
                  <a:pt x="2175907" y="77123"/>
                  <a:pt x="2175907" y="86694"/>
                </a:cubicBezTo>
                <a:close/>
                <a:moveTo>
                  <a:pt x="2265126" y="39482"/>
                </a:moveTo>
                <a:lnTo>
                  <a:pt x="2289238" y="39482"/>
                </a:lnTo>
                <a:lnTo>
                  <a:pt x="2289238" y="53839"/>
                </a:lnTo>
                <a:cubicBezTo>
                  <a:pt x="2292367" y="48930"/>
                  <a:pt x="2296601" y="44942"/>
                  <a:pt x="2301939" y="41874"/>
                </a:cubicBezTo>
                <a:cubicBezTo>
                  <a:pt x="2307276" y="38807"/>
                  <a:pt x="2313197" y="37273"/>
                  <a:pt x="2319701" y="37273"/>
                </a:cubicBezTo>
                <a:cubicBezTo>
                  <a:pt x="2331051" y="37273"/>
                  <a:pt x="2340684" y="41721"/>
                  <a:pt x="2348599" y="50617"/>
                </a:cubicBezTo>
                <a:cubicBezTo>
                  <a:pt x="2356513" y="59514"/>
                  <a:pt x="2360471" y="71907"/>
                  <a:pt x="2360471" y="87798"/>
                </a:cubicBezTo>
                <a:cubicBezTo>
                  <a:pt x="2360471" y="104118"/>
                  <a:pt x="2356483" y="116803"/>
                  <a:pt x="2348507" y="125853"/>
                </a:cubicBezTo>
                <a:cubicBezTo>
                  <a:pt x="2340531" y="134903"/>
                  <a:pt x="2330867" y="139428"/>
                  <a:pt x="2319517" y="139428"/>
                </a:cubicBezTo>
                <a:cubicBezTo>
                  <a:pt x="2314117" y="139428"/>
                  <a:pt x="2309224" y="138354"/>
                  <a:pt x="2304838" y="136207"/>
                </a:cubicBezTo>
                <a:cubicBezTo>
                  <a:pt x="2300451" y="134059"/>
                  <a:pt x="2295834" y="130378"/>
                  <a:pt x="2290987" y="125163"/>
                </a:cubicBezTo>
                <a:lnTo>
                  <a:pt x="2290987" y="174400"/>
                </a:lnTo>
                <a:lnTo>
                  <a:pt x="2265126" y="174400"/>
                </a:lnTo>
                <a:lnTo>
                  <a:pt x="2265126" y="39482"/>
                </a:lnTo>
                <a:moveTo>
                  <a:pt x="2290711" y="86694"/>
                </a:moveTo>
                <a:cubicBezTo>
                  <a:pt x="2290711" y="97676"/>
                  <a:pt x="2292889" y="105790"/>
                  <a:pt x="2297245" y="111036"/>
                </a:cubicBezTo>
                <a:cubicBezTo>
                  <a:pt x="2301601" y="116282"/>
                  <a:pt x="2306908" y="118905"/>
                  <a:pt x="2313166" y="118905"/>
                </a:cubicBezTo>
                <a:cubicBezTo>
                  <a:pt x="2319179" y="118905"/>
                  <a:pt x="2324180" y="116497"/>
                  <a:pt x="2328168" y="111680"/>
                </a:cubicBezTo>
                <a:cubicBezTo>
                  <a:pt x="2332156" y="106864"/>
                  <a:pt x="2334150" y="98965"/>
                  <a:pt x="2334150" y="87982"/>
                </a:cubicBezTo>
                <a:cubicBezTo>
                  <a:pt x="2334150" y="77736"/>
                  <a:pt x="2332094" y="70128"/>
                  <a:pt x="2327984" y="65158"/>
                </a:cubicBezTo>
                <a:cubicBezTo>
                  <a:pt x="2323873" y="60189"/>
                  <a:pt x="2318780" y="57704"/>
                  <a:pt x="2312706" y="57704"/>
                </a:cubicBezTo>
                <a:cubicBezTo>
                  <a:pt x="2306387" y="57704"/>
                  <a:pt x="2301141" y="60143"/>
                  <a:pt x="2296969" y="65020"/>
                </a:cubicBezTo>
                <a:cubicBezTo>
                  <a:pt x="2292797" y="69898"/>
                  <a:pt x="2290711" y="77123"/>
                  <a:pt x="2290711" y="86694"/>
                </a:cubicBezTo>
                <a:close/>
                <a:moveTo>
                  <a:pt x="2405423" y="137219"/>
                </a:moveTo>
                <a:lnTo>
                  <a:pt x="2379562" y="137219"/>
                </a:lnTo>
                <a:lnTo>
                  <a:pt x="2379562" y="39482"/>
                </a:lnTo>
                <a:lnTo>
                  <a:pt x="2403582" y="39482"/>
                </a:lnTo>
                <a:lnTo>
                  <a:pt x="2403582" y="53378"/>
                </a:lnTo>
                <a:cubicBezTo>
                  <a:pt x="2407693" y="46813"/>
                  <a:pt x="2411389" y="42488"/>
                  <a:pt x="2414672" y="40402"/>
                </a:cubicBezTo>
                <a:cubicBezTo>
                  <a:pt x="2417954" y="38316"/>
                  <a:pt x="2421682" y="37273"/>
                  <a:pt x="2425854" y="37273"/>
                </a:cubicBezTo>
                <a:cubicBezTo>
                  <a:pt x="2431744" y="37273"/>
                  <a:pt x="2437419" y="38899"/>
                  <a:pt x="2442880" y="42150"/>
                </a:cubicBezTo>
                <a:lnTo>
                  <a:pt x="2434873" y="64698"/>
                </a:lnTo>
                <a:cubicBezTo>
                  <a:pt x="2430517" y="61876"/>
                  <a:pt x="2426467" y="60465"/>
                  <a:pt x="2422725" y="60465"/>
                </a:cubicBezTo>
                <a:cubicBezTo>
                  <a:pt x="2419105" y="60465"/>
                  <a:pt x="2416037" y="61462"/>
                  <a:pt x="2413522" y="63456"/>
                </a:cubicBezTo>
                <a:cubicBezTo>
                  <a:pt x="2411006" y="65450"/>
                  <a:pt x="2409027" y="69054"/>
                  <a:pt x="2407586" y="74270"/>
                </a:cubicBezTo>
                <a:cubicBezTo>
                  <a:pt x="2406144" y="79485"/>
                  <a:pt x="2405423" y="90406"/>
                  <a:pt x="2405423" y="107033"/>
                </a:cubicBezTo>
                <a:lnTo>
                  <a:pt x="2405423" y="137219"/>
                </a:lnTo>
                <a:close/>
                <a:moveTo>
                  <a:pt x="2448965" y="86970"/>
                </a:moveTo>
                <a:cubicBezTo>
                  <a:pt x="2448965" y="78380"/>
                  <a:pt x="2451081" y="70067"/>
                  <a:pt x="2455315" y="62029"/>
                </a:cubicBezTo>
                <a:cubicBezTo>
                  <a:pt x="2459548" y="53992"/>
                  <a:pt x="2465546" y="47856"/>
                  <a:pt x="2473307" y="43623"/>
                </a:cubicBezTo>
                <a:cubicBezTo>
                  <a:pt x="2481068" y="39390"/>
                  <a:pt x="2489735" y="37273"/>
                  <a:pt x="2499306" y="37273"/>
                </a:cubicBezTo>
                <a:cubicBezTo>
                  <a:pt x="2514092" y="37273"/>
                  <a:pt x="2526210" y="42074"/>
                  <a:pt x="2535658" y="51676"/>
                </a:cubicBezTo>
                <a:cubicBezTo>
                  <a:pt x="2545107" y="61278"/>
                  <a:pt x="2549831" y="73411"/>
                  <a:pt x="2549831" y="88074"/>
                </a:cubicBezTo>
                <a:cubicBezTo>
                  <a:pt x="2549831" y="102861"/>
                  <a:pt x="2545061" y="115116"/>
                  <a:pt x="2535520" y="124841"/>
                </a:cubicBezTo>
                <a:cubicBezTo>
                  <a:pt x="2525980" y="134566"/>
                  <a:pt x="2513970" y="139428"/>
                  <a:pt x="2499490" y="139428"/>
                </a:cubicBezTo>
                <a:cubicBezTo>
                  <a:pt x="2490532" y="139428"/>
                  <a:pt x="2481989" y="137403"/>
                  <a:pt x="2473859" y="133354"/>
                </a:cubicBezTo>
                <a:cubicBezTo>
                  <a:pt x="2465730" y="129304"/>
                  <a:pt x="2459548" y="123368"/>
                  <a:pt x="2455315" y="115546"/>
                </a:cubicBezTo>
                <a:cubicBezTo>
                  <a:pt x="2451081" y="107723"/>
                  <a:pt x="2448965" y="98198"/>
                  <a:pt x="2448965" y="86970"/>
                </a:cubicBezTo>
                <a:moveTo>
                  <a:pt x="2475470" y="88350"/>
                </a:moveTo>
                <a:cubicBezTo>
                  <a:pt x="2475470" y="98044"/>
                  <a:pt x="2477771" y="105468"/>
                  <a:pt x="2482372" y="110622"/>
                </a:cubicBezTo>
                <a:cubicBezTo>
                  <a:pt x="2486974" y="115776"/>
                  <a:pt x="2492649" y="118353"/>
                  <a:pt x="2499398" y="118353"/>
                </a:cubicBezTo>
                <a:cubicBezTo>
                  <a:pt x="2506147" y="118353"/>
                  <a:pt x="2511807" y="115776"/>
                  <a:pt x="2516378" y="110622"/>
                </a:cubicBezTo>
                <a:cubicBezTo>
                  <a:pt x="2520949" y="105468"/>
                  <a:pt x="2523234" y="97983"/>
                  <a:pt x="2523234" y="88166"/>
                </a:cubicBezTo>
                <a:cubicBezTo>
                  <a:pt x="2523234" y="78595"/>
                  <a:pt x="2520949" y="71232"/>
                  <a:pt x="2516378" y="66079"/>
                </a:cubicBezTo>
                <a:cubicBezTo>
                  <a:pt x="2511807" y="60925"/>
                  <a:pt x="2506147" y="58348"/>
                  <a:pt x="2499398" y="58348"/>
                </a:cubicBezTo>
                <a:cubicBezTo>
                  <a:pt x="2492649" y="58348"/>
                  <a:pt x="2486974" y="60925"/>
                  <a:pt x="2482372" y="66079"/>
                </a:cubicBezTo>
                <a:cubicBezTo>
                  <a:pt x="2477771" y="71232"/>
                  <a:pt x="2475470" y="78656"/>
                  <a:pt x="2475470" y="88350"/>
                </a:cubicBezTo>
                <a:close/>
                <a:moveTo>
                  <a:pt x="2589077" y="69300"/>
                </a:moveTo>
                <a:lnTo>
                  <a:pt x="2565608" y="65066"/>
                </a:lnTo>
                <a:cubicBezTo>
                  <a:pt x="2568247" y="55618"/>
                  <a:pt x="2572787" y="48623"/>
                  <a:pt x="2579229" y="44083"/>
                </a:cubicBezTo>
                <a:cubicBezTo>
                  <a:pt x="2585671" y="39543"/>
                  <a:pt x="2595243" y="37273"/>
                  <a:pt x="2607943" y="37273"/>
                </a:cubicBezTo>
                <a:cubicBezTo>
                  <a:pt x="2619478" y="37273"/>
                  <a:pt x="2628067" y="38638"/>
                  <a:pt x="2633712" y="41368"/>
                </a:cubicBezTo>
                <a:cubicBezTo>
                  <a:pt x="2639356" y="44098"/>
                  <a:pt x="2643329" y="47565"/>
                  <a:pt x="2645630" y="51768"/>
                </a:cubicBezTo>
                <a:cubicBezTo>
                  <a:pt x="2647931" y="55971"/>
                  <a:pt x="2649081" y="63686"/>
                  <a:pt x="2649081" y="74914"/>
                </a:cubicBezTo>
                <a:lnTo>
                  <a:pt x="2648805" y="105100"/>
                </a:lnTo>
                <a:cubicBezTo>
                  <a:pt x="2648805" y="113690"/>
                  <a:pt x="2649219" y="120025"/>
                  <a:pt x="2650047" y="124105"/>
                </a:cubicBezTo>
                <a:cubicBezTo>
                  <a:pt x="2650876" y="128185"/>
                  <a:pt x="2652425" y="132556"/>
                  <a:pt x="2654695" y="137219"/>
                </a:cubicBezTo>
                <a:lnTo>
                  <a:pt x="2629110" y="137219"/>
                </a:lnTo>
                <a:cubicBezTo>
                  <a:pt x="2628435" y="135501"/>
                  <a:pt x="2627607" y="132955"/>
                  <a:pt x="2626625" y="129581"/>
                </a:cubicBezTo>
                <a:cubicBezTo>
                  <a:pt x="2626196" y="128047"/>
                  <a:pt x="2625889" y="127034"/>
                  <a:pt x="2625705" y="126543"/>
                </a:cubicBezTo>
                <a:cubicBezTo>
                  <a:pt x="2621288" y="130838"/>
                  <a:pt x="2616563" y="134059"/>
                  <a:pt x="2611532" y="136207"/>
                </a:cubicBezTo>
                <a:cubicBezTo>
                  <a:pt x="2606501" y="138354"/>
                  <a:pt x="2601133" y="139428"/>
                  <a:pt x="2595427" y="139428"/>
                </a:cubicBezTo>
                <a:cubicBezTo>
                  <a:pt x="2585365" y="139428"/>
                  <a:pt x="2577435" y="136698"/>
                  <a:pt x="2571637" y="131237"/>
                </a:cubicBezTo>
                <a:cubicBezTo>
                  <a:pt x="2565839" y="125777"/>
                  <a:pt x="2562940" y="118874"/>
                  <a:pt x="2562940" y="110530"/>
                </a:cubicBezTo>
                <a:cubicBezTo>
                  <a:pt x="2562940" y="105008"/>
                  <a:pt x="2564259" y="100084"/>
                  <a:pt x="2566897" y="95759"/>
                </a:cubicBezTo>
                <a:cubicBezTo>
                  <a:pt x="2569535" y="91433"/>
                  <a:pt x="2573232" y="88120"/>
                  <a:pt x="2577987" y="85819"/>
                </a:cubicBezTo>
                <a:cubicBezTo>
                  <a:pt x="2582742" y="83519"/>
                  <a:pt x="2589598" y="81509"/>
                  <a:pt x="2598556" y="79791"/>
                </a:cubicBezTo>
                <a:cubicBezTo>
                  <a:pt x="2610643" y="77521"/>
                  <a:pt x="2619017" y="75405"/>
                  <a:pt x="2623680" y="73441"/>
                </a:cubicBezTo>
                <a:lnTo>
                  <a:pt x="2623680" y="70864"/>
                </a:lnTo>
                <a:cubicBezTo>
                  <a:pt x="2623680" y="65895"/>
                  <a:pt x="2622453" y="62351"/>
                  <a:pt x="2619999" y="60235"/>
                </a:cubicBezTo>
                <a:cubicBezTo>
                  <a:pt x="2617545" y="58118"/>
                  <a:pt x="2612913" y="57060"/>
                  <a:pt x="2606102" y="57060"/>
                </a:cubicBezTo>
                <a:cubicBezTo>
                  <a:pt x="2601501" y="57060"/>
                  <a:pt x="2597912" y="57965"/>
                  <a:pt x="2595335" y="59775"/>
                </a:cubicBezTo>
                <a:cubicBezTo>
                  <a:pt x="2592758" y="61585"/>
                  <a:pt x="2590672" y="64760"/>
                  <a:pt x="2589077" y="69300"/>
                </a:cubicBezTo>
                <a:moveTo>
                  <a:pt x="2623680" y="90283"/>
                </a:moveTo>
                <a:cubicBezTo>
                  <a:pt x="2620367" y="91387"/>
                  <a:pt x="2615121" y="92707"/>
                  <a:pt x="2607943" y="94240"/>
                </a:cubicBezTo>
                <a:cubicBezTo>
                  <a:pt x="2600765" y="95774"/>
                  <a:pt x="2596071" y="97277"/>
                  <a:pt x="2593862" y="98750"/>
                </a:cubicBezTo>
                <a:cubicBezTo>
                  <a:pt x="2590488" y="101143"/>
                  <a:pt x="2588800" y="104180"/>
                  <a:pt x="2588800" y="107861"/>
                </a:cubicBezTo>
                <a:cubicBezTo>
                  <a:pt x="2588800" y="111481"/>
                  <a:pt x="2590150" y="114610"/>
                  <a:pt x="2592850" y="117248"/>
                </a:cubicBezTo>
                <a:cubicBezTo>
                  <a:pt x="2595549" y="119887"/>
                  <a:pt x="2598985" y="121206"/>
                  <a:pt x="2603157" y="121206"/>
                </a:cubicBezTo>
                <a:cubicBezTo>
                  <a:pt x="2607820" y="121206"/>
                  <a:pt x="2612269" y="119672"/>
                  <a:pt x="2616502" y="116604"/>
                </a:cubicBezTo>
                <a:cubicBezTo>
                  <a:pt x="2619631" y="114273"/>
                  <a:pt x="2621686" y="111420"/>
                  <a:pt x="2622668" y="108045"/>
                </a:cubicBezTo>
                <a:cubicBezTo>
                  <a:pt x="2623343" y="105836"/>
                  <a:pt x="2623680" y="101634"/>
                  <a:pt x="2623680" y="95437"/>
                </a:cubicBezTo>
                <a:lnTo>
                  <a:pt x="2623680" y="90283"/>
                </a:lnTo>
                <a:close/>
                <a:moveTo>
                  <a:pt x="2759597" y="68380"/>
                </a:moveTo>
                <a:lnTo>
                  <a:pt x="2734104" y="72981"/>
                </a:lnTo>
                <a:cubicBezTo>
                  <a:pt x="2733245" y="67889"/>
                  <a:pt x="2731297" y="64054"/>
                  <a:pt x="2728260" y="61477"/>
                </a:cubicBezTo>
                <a:cubicBezTo>
                  <a:pt x="2725223" y="58900"/>
                  <a:pt x="2721281" y="57612"/>
                  <a:pt x="2716434" y="57612"/>
                </a:cubicBezTo>
                <a:cubicBezTo>
                  <a:pt x="2709992" y="57612"/>
                  <a:pt x="2704854" y="59836"/>
                  <a:pt x="2701019" y="64284"/>
                </a:cubicBezTo>
                <a:cubicBezTo>
                  <a:pt x="2697184" y="68732"/>
                  <a:pt x="2695267" y="76172"/>
                  <a:pt x="2695267" y="86602"/>
                </a:cubicBezTo>
                <a:cubicBezTo>
                  <a:pt x="2695267" y="98198"/>
                  <a:pt x="2697215" y="106389"/>
                  <a:pt x="2701111" y="111174"/>
                </a:cubicBezTo>
                <a:cubicBezTo>
                  <a:pt x="2705007" y="115960"/>
                  <a:pt x="2710237" y="118353"/>
                  <a:pt x="2716802" y="118353"/>
                </a:cubicBezTo>
                <a:cubicBezTo>
                  <a:pt x="2721711" y="118353"/>
                  <a:pt x="2725729" y="116957"/>
                  <a:pt x="2728859" y="114165"/>
                </a:cubicBezTo>
                <a:cubicBezTo>
                  <a:pt x="2731988" y="111374"/>
                  <a:pt x="2734196" y="106573"/>
                  <a:pt x="2735485" y="99762"/>
                </a:cubicBezTo>
                <a:lnTo>
                  <a:pt x="2760886" y="104088"/>
                </a:lnTo>
                <a:cubicBezTo>
                  <a:pt x="2758247" y="115745"/>
                  <a:pt x="2753186" y="124549"/>
                  <a:pt x="2745700" y="130501"/>
                </a:cubicBezTo>
                <a:cubicBezTo>
                  <a:pt x="2738215" y="136452"/>
                  <a:pt x="2728184" y="139428"/>
                  <a:pt x="2715606" y="139428"/>
                </a:cubicBezTo>
                <a:cubicBezTo>
                  <a:pt x="2701310" y="139428"/>
                  <a:pt x="2689914" y="134918"/>
                  <a:pt x="2681416" y="125899"/>
                </a:cubicBezTo>
                <a:cubicBezTo>
                  <a:pt x="2672919" y="116880"/>
                  <a:pt x="2668670" y="104395"/>
                  <a:pt x="2668670" y="88442"/>
                </a:cubicBezTo>
                <a:cubicBezTo>
                  <a:pt x="2668670" y="72306"/>
                  <a:pt x="2672934" y="59744"/>
                  <a:pt x="2681462" y="50755"/>
                </a:cubicBezTo>
                <a:cubicBezTo>
                  <a:pt x="2689991" y="41767"/>
                  <a:pt x="2701525" y="37273"/>
                  <a:pt x="2716066" y="37273"/>
                </a:cubicBezTo>
                <a:cubicBezTo>
                  <a:pt x="2727969" y="37273"/>
                  <a:pt x="2737433" y="39834"/>
                  <a:pt x="2744458" y="44957"/>
                </a:cubicBezTo>
                <a:cubicBezTo>
                  <a:pt x="2751483" y="50081"/>
                  <a:pt x="2756529" y="57888"/>
                  <a:pt x="2759597" y="68380"/>
                </a:cubicBezTo>
                <a:close/>
                <a:moveTo>
                  <a:pt x="2804771" y="2301"/>
                </a:moveTo>
                <a:lnTo>
                  <a:pt x="2804771" y="51906"/>
                </a:lnTo>
                <a:cubicBezTo>
                  <a:pt x="2813115" y="42150"/>
                  <a:pt x="2823085" y="37273"/>
                  <a:pt x="2834681" y="37273"/>
                </a:cubicBezTo>
                <a:cubicBezTo>
                  <a:pt x="2840632" y="37273"/>
                  <a:pt x="2846001" y="38377"/>
                  <a:pt x="2850786" y="40586"/>
                </a:cubicBezTo>
                <a:cubicBezTo>
                  <a:pt x="2855572" y="42795"/>
                  <a:pt x="2859177" y="45617"/>
                  <a:pt x="2861600" y="49053"/>
                </a:cubicBezTo>
                <a:cubicBezTo>
                  <a:pt x="2864024" y="52489"/>
                  <a:pt x="2865680" y="56293"/>
                  <a:pt x="2866570" y="60465"/>
                </a:cubicBezTo>
                <a:cubicBezTo>
                  <a:pt x="2867460" y="64637"/>
                  <a:pt x="2867904" y="71110"/>
                  <a:pt x="2867904" y="79883"/>
                </a:cubicBezTo>
                <a:lnTo>
                  <a:pt x="2867904" y="137219"/>
                </a:lnTo>
                <a:lnTo>
                  <a:pt x="2842043" y="137219"/>
                </a:lnTo>
                <a:lnTo>
                  <a:pt x="2842043" y="85589"/>
                </a:lnTo>
                <a:cubicBezTo>
                  <a:pt x="2842043" y="75343"/>
                  <a:pt x="2841553" y="68840"/>
                  <a:pt x="2840571" y="66079"/>
                </a:cubicBezTo>
                <a:cubicBezTo>
                  <a:pt x="2839589" y="63318"/>
                  <a:pt x="2837856" y="61124"/>
                  <a:pt x="2835371" y="59498"/>
                </a:cubicBezTo>
                <a:cubicBezTo>
                  <a:pt x="2832886" y="57873"/>
                  <a:pt x="2829773" y="57060"/>
                  <a:pt x="2826030" y="57060"/>
                </a:cubicBezTo>
                <a:cubicBezTo>
                  <a:pt x="2821735" y="57060"/>
                  <a:pt x="2817900" y="58103"/>
                  <a:pt x="2814526" y="60189"/>
                </a:cubicBezTo>
                <a:cubicBezTo>
                  <a:pt x="2811151" y="62275"/>
                  <a:pt x="2808682" y="65419"/>
                  <a:pt x="2807117" y="69622"/>
                </a:cubicBezTo>
                <a:cubicBezTo>
                  <a:pt x="2805553" y="73825"/>
                  <a:pt x="2804771" y="80037"/>
                  <a:pt x="2804771" y="88258"/>
                </a:cubicBezTo>
                <a:lnTo>
                  <a:pt x="2804771" y="137219"/>
                </a:lnTo>
                <a:lnTo>
                  <a:pt x="2778910" y="137219"/>
                </a:lnTo>
                <a:lnTo>
                  <a:pt x="2778910" y="2301"/>
                </a:lnTo>
                <a:lnTo>
                  <a:pt x="2804771" y="2301"/>
                </a:lnTo>
                <a:close/>
                <a:moveTo>
                  <a:pt x="2886627" y="176885"/>
                </a:moveTo>
                <a:cubicBezTo>
                  <a:pt x="2891719" y="165964"/>
                  <a:pt x="2895308" y="157589"/>
                  <a:pt x="2897394" y="151760"/>
                </a:cubicBezTo>
                <a:cubicBezTo>
                  <a:pt x="2899480" y="145931"/>
                  <a:pt x="2901413" y="139213"/>
                  <a:pt x="2903192" y="131605"/>
                </a:cubicBezTo>
                <a:cubicBezTo>
                  <a:pt x="2904971" y="123997"/>
                  <a:pt x="2906291" y="116773"/>
                  <a:pt x="2907150" y="109932"/>
                </a:cubicBezTo>
                <a:cubicBezTo>
                  <a:pt x="2908009" y="103091"/>
                  <a:pt x="2908438" y="96081"/>
                  <a:pt x="2908438" y="88903"/>
                </a:cubicBezTo>
                <a:cubicBezTo>
                  <a:pt x="2908438" y="74300"/>
                  <a:pt x="2906873" y="60480"/>
                  <a:pt x="2903744" y="47442"/>
                </a:cubicBezTo>
                <a:cubicBezTo>
                  <a:pt x="2900615" y="34405"/>
                  <a:pt x="2894848" y="18590"/>
                  <a:pt x="2886442" y="0"/>
                </a:cubicBezTo>
                <a:lnTo>
                  <a:pt x="2904020" y="0"/>
                </a:lnTo>
                <a:cubicBezTo>
                  <a:pt x="2913285" y="13191"/>
                  <a:pt x="2920479" y="27180"/>
                  <a:pt x="2925602" y="41966"/>
                </a:cubicBezTo>
                <a:cubicBezTo>
                  <a:pt x="2930725" y="56753"/>
                  <a:pt x="2933287" y="71754"/>
                  <a:pt x="2933287" y="86970"/>
                </a:cubicBezTo>
                <a:cubicBezTo>
                  <a:pt x="2933287" y="99793"/>
                  <a:pt x="2931262" y="113536"/>
                  <a:pt x="2927212" y="128200"/>
                </a:cubicBezTo>
                <a:cubicBezTo>
                  <a:pt x="2922611" y="144643"/>
                  <a:pt x="2915034" y="160871"/>
                  <a:pt x="2904481" y="176885"/>
                </a:cubicBezTo>
                <a:lnTo>
                  <a:pt x="2886627" y="176885"/>
                </a:lnTo>
                <a:close/>
                <a:moveTo>
                  <a:pt x="2956211" y="137219"/>
                </a:moveTo>
                <a:lnTo>
                  <a:pt x="2956211" y="111358"/>
                </a:lnTo>
                <a:lnTo>
                  <a:pt x="2982072" y="111358"/>
                </a:lnTo>
                <a:lnTo>
                  <a:pt x="2982072" y="137219"/>
                </a:lnTo>
                <a:lnTo>
                  <a:pt x="2956211" y="1372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00e2b387349d7"/>
          <a:stretch xmlns:a="http://schemas.openxmlformats.org/drawingml/2006/main"/>
        </p:blipFill>
        <p:spPr>
          <a:xfrm xmlns:a="http://schemas.openxmlformats.org/drawingml/2006/main">
            <a:off x="5758375" y="745050"/>
            <a:ext cx="382852" cy="379907"/>
          </a:xfrm>
          <a:prstGeom xmlns:a="http://schemas.openxmlformats.org/drawingml/2006/main" prst="rect">
            <a:avLst/>
          </a:prstGeom>
        </p:spPr>
      </p:pic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0647c50504f90"/>
          <a:stretch xmlns:a="http://schemas.openxmlformats.org/drawingml/2006/main"/>
        </p:blipFill>
        <p:spPr>
          <a:xfrm xmlns:a="http://schemas.openxmlformats.org/drawingml/2006/main">
            <a:off x="4212242" y="762718"/>
            <a:ext cx="379907" cy="379907"/>
          </a:xfrm>
          <a:prstGeom xmlns:a="http://schemas.openxmlformats.org/drawingml/2006/main" prst="rect">
            <a:avLst/>
          </a:prstGeom>
        </p:spPr>
      </p:pic>
      <p:pic>
        <p:nvPicPr>
          <p:cNvPr id="2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c235f9c9048dd"/>
          <a:stretch xmlns:a="http://schemas.openxmlformats.org/drawingml/2006/main"/>
        </p:blipFill>
        <p:spPr>
          <a:xfrm xmlns:a="http://schemas.openxmlformats.org/drawingml/2006/main">
            <a:off x="7304506" y="736214"/>
            <a:ext cx="379907" cy="379907"/>
          </a:xfrm>
          <a:prstGeom xmlns:a="http://schemas.openxmlformats.org/drawingml/2006/main" prst="rect">
            <a:avLst/>
          </a:prstGeom>
        </p:spPr>
      </p:pic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D43590-17B5-4784-A6AD-E307E859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853" y="852389"/>
            <a:ext cx="689871" cy="91111"/>
          </a:xfrm>
          <a:custGeom xmlns:a="http://schemas.openxmlformats.org/drawingml/2006/main">
            <a:pathLst>
              <a:path w="689871" h="91111">
                <a:moveTo>
                  <a:pt x="91111" y="30370"/>
                </a:moveTo>
                <a:lnTo>
                  <a:pt x="91111" y="0"/>
                </a:lnTo>
                <a:lnTo>
                  <a:pt x="0" y="45556"/>
                </a:lnTo>
                <a:lnTo>
                  <a:pt x="91111" y="91111"/>
                </a:lnTo>
                <a:lnTo>
                  <a:pt x="91111" y="60741"/>
                </a:lnTo>
                <a:lnTo>
                  <a:pt x="689871" y="60740"/>
                </a:lnTo>
                <a:lnTo>
                  <a:pt x="689871" y="30369"/>
                </a:lnTo>
                <a:lnTo>
                  <a:pt x="91111" y="303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AB235-A306-4D0E-89F7-AB09CD08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001" y="852389"/>
            <a:ext cx="519352" cy="91111"/>
          </a:xfrm>
          <a:custGeom xmlns:a="http://schemas.openxmlformats.org/drawingml/2006/main">
            <a:pathLst>
              <a:path w="519352" h="91111">
                <a:moveTo>
                  <a:pt x="0" y="30369"/>
                </a:moveTo>
                <a:lnTo>
                  <a:pt x="0" y="60740"/>
                </a:lnTo>
                <a:lnTo>
                  <a:pt x="428241" y="60741"/>
                </a:lnTo>
                <a:lnTo>
                  <a:pt x="428241" y="91111"/>
                </a:lnTo>
                <a:lnTo>
                  <a:pt x="519352" y="45556"/>
                </a:lnTo>
                <a:lnTo>
                  <a:pt x="428241" y="0"/>
                </a:lnTo>
                <a:lnTo>
                  <a:pt x="428241" y="30370"/>
                </a:lnTo>
                <a:lnTo>
                  <a:pt x="0" y="303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ECD7F-396F-4C5E-B39C-1FCA3368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987" y="870059"/>
            <a:ext cx="689871" cy="91111"/>
          </a:xfrm>
          <a:custGeom xmlns:a="http://schemas.openxmlformats.org/drawingml/2006/main">
            <a:pathLst>
              <a:path w="689871" h="91111">
                <a:moveTo>
                  <a:pt x="91111" y="0"/>
                </a:moveTo>
                <a:lnTo>
                  <a:pt x="0" y="45556"/>
                </a:lnTo>
                <a:lnTo>
                  <a:pt x="91111" y="91111"/>
                </a:lnTo>
                <a:lnTo>
                  <a:pt x="91111" y="60741"/>
                </a:lnTo>
                <a:lnTo>
                  <a:pt x="689871" y="60741"/>
                </a:lnTo>
                <a:lnTo>
                  <a:pt x="689871" y="30370"/>
                </a:lnTo>
                <a:lnTo>
                  <a:pt x="91111" y="30370"/>
                </a:lnTo>
                <a:lnTo>
                  <a:pt x="911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DC39DD-0677-4408-A25D-9F315F8A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135" y="870059"/>
            <a:ext cx="519352" cy="91111"/>
          </a:xfrm>
          <a:custGeom xmlns:a="http://schemas.openxmlformats.org/drawingml/2006/main">
            <a:pathLst>
              <a:path w="519352" h="91111">
                <a:moveTo>
                  <a:pt x="0" y="30370"/>
                </a:moveTo>
                <a:lnTo>
                  <a:pt x="0" y="60741"/>
                </a:lnTo>
                <a:lnTo>
                  <a:pt x="428241" y="60741"/>
                </a:lnTo>
                <a:lnTo>
                  <a:pt x="428241" y="91111"/>
                </a:lnTo>
                <a:lnTo>
                  <a:pt x="519352" y="45556"/>
                </a:lnTo>
                <a:lnTo>
                  <a:pt x="428241" y="0"/>
                </a:lnTo>
                <a:lnTo>
                  <a:pt x="428241" y="30370"/>
                </a:lnTo>
                <a:lnTo>
                  <a:pt x="0" y="303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68c0878e248d6"/>
          <a:stretch xmlns:a="http://schemas.openxmlformats.org/drawingml/2006/main"/>
        </p:blipFill>
        <p:spPr>
          <a:xfrm xmlns:a="http://schemas.openxmlformats.org/drawingml/2006/main">
            <a:off x="5796659" y="2591572"/>
            <a:ext cx="379907" cy="379907"/>
          </a:xfrm>
          <a:prstGeom xmlns:a="http://schemas.openxmlformats.org/drawingml/2006/main" prst="rect">
            <a:avLst/>
          </a:prstGeom>
        </p:spPr>
      </p:pic>
      <p:pic>
        <p:nvPicPr>
          <p:cNvPr id="2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3c0eb6c24a45c9"/>
          <a:stretch xmlns:a="http://schemas.openxmlformats.org/drawingml/2006/main"/>
        </p:blipFill>
        <p:spPr>
          <a:xfrm xmlns:a="http://schemas.openxmlformats.org/drawingml/2006/main">
            <a:off x="4191627" y="2573902"/>
            <a:ext cx="379907" cy="379907"/>
          </a:xfrm>
          <a:prstGeom xmlns:a="http://schemas.openxmlformats.org/drawingml/2006/main" prst="rect">
            <a:avLst/>
          </a:prstGeom>
        </p:spPr>
      </p:pic>
      <p:pic>
        <p:nvPicPr>
          <p:cNvPr id="2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ac362f008467b"/>
          <a:stretch xmlns:a="http://schemas.openxmlformats.org/drawingml/2006/main"/>
        </p:blipFill>
        <p:spPr>
          <a:xfrm xmlns:a="http://schemas.openxmlformats.org/drawingml/2006/main">
            <a:off x="7307450" y="2597462"/>
            <a:ext cx="379907" cy="379907"/>
          </a:xfrm>
          <a:prstGeom xmlns:a="http://schemas.openxmlformats.org/drawingml/2006/main" prst="rect">
            <a:avLst/>
          </a:prstGeom>
        </p:spPr>
      </p:pic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44051-3F89-441C-98D5-E207F594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854" y="2724208"/>
            <a:ext cx="761971" cy="91111"/>
          </a:xfrm>
          <a:custGeom xmlns:a="http://schemas.openxmlformats.org/drawingml/2006/main">
            <a:pathLst>
              <a:path w="761971" h="91111">
                <a:moveTo>
                  <a:pt x="91071" y="30370"/>
                </a:moveTo>
                <a:lnTo>
                  <a:pt x="90993" y="0"/>
                </a:lnTo>
                <a:lnTo>
                  <a:pt x="0" y="45791"/>
                </a:lnTo>
                <a:lnTo>
                  <a:pt x="91229" y="91111"/>
                </a:lnTo>
                <a:lnTo>
                  <a:pt x="91150" y="60741"/>
                </a:lnTo>
                <a:lnTo>
                  <a:pt x="761971" y="59004"/>
                </a:lnTo>
                <a:lnTo>
                  <a:pt x="761893" y="28634"/>
                </a:lnTo>
                <a:lnTo>
                  <a:pt x="91071" y="303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EA84D-E80C-4D8D-A164-2044BEF2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626" y="2722472"/>
            <a:ext cx="519352" cy="91111"/>
          </a:xfrm>
          <a:custGeom xmlns:a="http://schemas.openxmlformats.org/drawingml/2006/main">
            <a:pathLst>
              <a:path w="519352" h="91111">
                <a:moveTo>
                  <a:pt x="0" y="30370"/>
                </a:moveTo>
                <a:lnTo>
                  <a:pt x="0" y="60740"/>
                </a:lnTo>
                <a:lnTo>
                  <a:pt x="428241" y="60741"/>
                </a:lnTo>
                <a:lnTo>
                  <a:pt x="428241" y="91111"/>
                </a:lnTo>
                <a:lnTo>
                  <a:pt x="519352" y="45556"/>
                </a:lnTo>
                <a:lnTo>
                  <a:pt x="428242" y="0"/>
                </a:lnTo>
                <a:lnTo>
                  <a:pt x="428242" y="30370"/>
                </a:lnTo>
                <a:lnTo>
                  <a:pt x="0" y="303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7AB44-07AB-4170-BB34-592B1B14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263" y="2717007"/>
            <a:ext cx="880158" cy="91110"/>
          </a:xfrm>
          <a:custGeom xmlns:a="http://schemas.openxmlformats.org/drawingml/2006/main">
            <a:pathLst>
              <a:path w="880158" h="91110">
                <a:moveTo>
                  <a:pt x="91322" y="0"/>
                </a:moveTo>
                <a:lnTo>
                  <a:pt x="0" y="45130"/>
                </a:lnTo>
                <a:lnTo>
                  <a:pt x="90897" y="91110"/>
                </a:lnTo>
                <a:lnTo>
                  <a:pt x="91038" y="60740"/>
                </a:lnTo>
                <a:lnTo>
                  <a:pt x="880017" y="64426"/>
                </a:lnTo>
                <a:lnTo>
                  <a:pt x="880158" y="34056"/>
                </a:lnTo>
                <a:lnTo>
                  <a:pt x="91180" y="30370"/>
                </a:lnTo>
                <a:lnTo>
                  <a:pt x="9132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6567F-47DD-4250-A6D0-0B750164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682" y="2722323"/>
            <a:ext cx="367812" cy="91107"/>
          </a:xfrm>
          <a:custGeom xmlns:a="http://schemas.openxmlformats.org/drawingml/2006/main">
            <a:pathLst>
              <a:path w="367812" h="91107">
                <a:moveTo>
                  <a:pt x="306" y="27575"/>
                </a:moveTo>
                <a:lnTo>
                  <a:pt x="0" y="57944"/>
                </a:lnTo>
                <a:lnTo>
                  <a:pt x="276551" y="60738"/>
                </a:lnTo>
                <a:lnTo>
                  <a:pt x="276244" y="91107"/>
                </a:lnTo>
                <a:lnTo>
                  <a:pt x="367812" y="46474"/>
                </a:lnTo>
                <a:lnTo>
                  <a:pt x="277165" y="0"/>
                </a:lnTo>
                <a:lnTo>
                  <a:pt x="276858" y="30369"/>
                </a:lnTo>
                <a:lnTo>
                  <a:pt x="306" y="275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User-configurablelocationdisclosure">
            <a:extLst xmlns:a="http://schemas.openxmlformats.org/drawingml/2006/main">
              <a:ext uri="{FF2B5EF4-FFF2-40B4-BE49-F238E27FC236}">
                <a16:creationId xmlns:a16="http://schemas.microsoft.com/office/drawing/2014/main" id="{9CD25C49-129A-438E-A691-51A78707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710" y="3469064"/>
            <a:ext cx="2892246" cy="152010"/>
          </a:xfrm>
          <a:custGeom xmlns:a="http://schemas.openxmlformats.org/drawingml/2006/main">
            <a:pathLst>
              <a:path w="2892246" h="152010">
                <a:moveTo>
                  <a:pt x="0" y="1977"/>
                </a:moveTo>
                <a:lnTo>
                  <a:pt x="23411" y="1977"/>
                </a:lnTo>
                <a:lnTo>
                  <a:pt x="23411" y="64774"/>
                </a:lnTo>
                <a:cubicBezTo>
                  <a:pt x="23411" y="74740"/>
                  <a:pt x="23701" y="81199"/>
                  <a:pt x="24281" y="84151"/>
                </a:cubicBezTo>
                <a:cubicBezTo>
                  <a:pt x="25282" y="88897"/>
                  <a:pt x="27668" y="92706"/>
                  <a:pt x="31438" y="95580"/>
                </a:cubicBezTo>
                <a:cubicBezTo>
                  <a:pt x="35208" y="98453"/>
                  <a:pt x="40362" y="99890"/>
                  <a:pt x="46900" y="99890"/>
                </a:cubicBezTo>
                <a:cubicBezTo>
                  <a:pt x="53544" y="99890"/>
                  <a:pt x="58553" y="98533"/>
                  <a:pt x="61927" y="95817"/>
                </a:cubicBezTo>
                <a:cubicBezTo>
                  <a:pt x="65302" y="93102"/>
                  <a:pt x="67332" y="89767"/>
                  <a:pt x="68017" y="85812"/>
                </a:cubicBezTo>
                <a:cubicBezTo>
                  <a:pt x="68703" y="81858"/>
                  <a:pt x="69045" y="75293"/>
                  <a:pt x="69045" y="66119"/>
                </a:cubicBezTo>
                <a:lnTo>
                  <a:pt x="69045" y="1977"/>
                </a:lnTo>
                <a:lnTo>
                  <a:pt x="92456" y="1977"/>
                </a:lnTo>
                <a:lnTo>
                  <a:pt x="92456" y="62876"/>
                </a:lnTo>
                <a:cubicBezTo>
                  <a:pt x="92456" y="76796"/>
                  <a:pt x="91823" y="86630"/>
                  <a:pt x="90558" y="92377"/>
                </a:cubicBezTo>
                <a:cubicBezTo>
                  <a:pt x="89292" y="98124"/>
                  <a:pt x="86959" y="102975"/>
                  <a:pt x="83558" y="106929"/>
                </a:cubicBezTo>
                <a:cubicBezTo>
                  <a:pt x="80157" y="110884"/>
                  <a:pt x="75610" y="114034"/>
                  <a:pt x="69915" y="116380"/>
                </a:cubicBezTo>
                <a:cubicBezTo>
                  <a:pt x="64221" y="118727"/>
                  <a:pt x="56786" y="119900"/>
                  <a:pt x="47612" y="119900"/>
                </a:cubicBezTo>
                <a:cubicBezTo>
                  <a:pt x="36539" y="119900"/>
                  <a:pt x="28143" y="118621"/>
                  <a:pt x="22422" y="116064"/>
                </a:cubicBezTo>
                <a:cubicBezTo>
                  <a:pt x="16701" y="113507"/>
                  <a:pt x="12180" y="110185"/>
                  <a:pt x="8858" y="106099"/>
                </a:cubicBezTo>
                <a:cubicBezTo>
                  <a:pt x="5536" y="102013"/>
                  <a:pt x="3348" y="97728"/>
                  <a:pt x="2294" y="93247"/>
                </a:cubicBezTo>
                <a:cubicBezTo>
                  <a:pt x="765" y="86603"/>
                  <a:pt x="0" y="76796"/>
                  <a:pt x="0" y="63825"/>
                </a:cubicBezTo>
                <a:lnTo>
                  <a:pt x="0" y="1977"/>
                </a:lnTo>
                <a:close/>
                <a:moveTo>
                  <a:pt x="108582" y="93959"/>
                </a:moveTo>
                <a:lnTo>
                  <a:pt x="130885" y="90558"/>
                </a:lnTo>
                <a:cubicBezTo>
                  <a:pt x="131834" y="94881"/>
                  <a:pt x="133759" y="98163"/>
                  <a:pt x="136659" y="100404"/>
                </a:cubicBezTo>
                <a:cubicBezTo>
                  <a:pt x="139559" y="102645"/>
                  <a:pt x="143619" y="103766"/>
                  <a:pt x="148839" y="103766"/>
                </a:cubicBezTo>
                <a:cubicBezTo>
                  <a:pt x="154586" y="103766"/>
                  <a:pt x="158910" y="102711"/>
                  <a:pt x="161809" y="100602"/>
                </a:cubicBezTo>
                <a:cubicBezTo>
                  <a:pt x="163760" y="99126"/>
                  <a:pt x="164736" y="97149"/>
                  <a:pt x="164736" y="94670"/>
                </a:cubicBezTo>
                <a:cubicBezTo>
                  <a:pt x="164736" y="92983"/>
                  <a:pt x="164209" y="91586"/>
                  <a:pt x="163154" y="90479"/>
                </a:cubicBezTo>
                <a:cubicBezTo>
                  <a:pt x="162047" y="89424"/>
                  <a:pt x="159569" y="88449"/>
                  <a:pt x="155720" y="87552"/>
                </a:cubicBezTo>
                <a:cubicBezTo>
                  <a:pt x="137793" y="83598"/>
                  <a:pt x="126430" y="79986"/>
                  <a:pt x="121632" y="76717"/>
                </a:cubicBezTo>
                <a:cubicBezTo>
                  <a:pt x="114988" y="72183"/>
                  <a:pt x="111667" y="65882"/>
                  <a:pt x="111667" y="57815"/>
                </a:cubicBezTo>
                <a:cubicBezTo>
                  <a:pt x="111667" y="50538"/>
                  <a:pt x="114540" y="44422"/>
                  <a:pt x="120287" y="39466"/>
                </a:cubicBezTo>
                <a:cubicBezTo>
                  <a:pt x="126035" y="34509"/>
                  <a:pt x="134945" y="32031"/>
                  <a:pt x="147020" y="32031"/>
                </a:cubicBezTo>
                <a:cubicBezTo>
                  <a:pt x="158514" y="32031"/>
                  <a:pt x="167056" y="33903"/>
                  <a:pt x="172645" y="37647"/>
                </a:cubicBezTo>
                <a:cubicBezTo>
                  <a:pt x="178234" y="41390"/>
                  <a:pt x="182083" y="46927"/>
                  <a:pt x="184192" y="54256"/>
                </a:cubicBezTo>
                <a:lnTo>
                  <a:pt x="163233" y="58131"/>
                </a:lnTo>
                <a:cubicBezTo>
                  <a:pt x="162337" y="54862"/>
                  <a:pt x="160636" y="52357"/>
                  <a:pt x="158132" y="50617"/>
                </a:cubicBezTo>
                <a:cubicBezTo>
                  <a:pt x="155627" y="48877"/>
                  <a:pt x="152055" y="48007"/>
                  <a:pt x="147415" y="48007"/>
                </a:cubicBezTo>
                <a:cubicBezTo>
                  <a:pt x="141562" y="48007"/>
                  <a:pt x="137371" y="48825"/>
                  <a:pt x="134840" y="50459"/>
                </a:cubicBezTo>
                <a:cubicBezTo>
                  <a:pt x="133153" y="51619"/>
                  <a:pt x="132309" y="53122"/>
                  <a:pt x="132309" y="54967"/>
                </a:cubicBezTo>
                <a:cubicBezTo>
                  <a:pt x="132309" y="56549"/>
                  <a:pt x="133047" y="57894"/>
                  <a:pt x="134524" y="59001"/>
                </a:cubicBezTo>
                <a:cubicBezTo>
                  <a:pt x="136527" y="60477"/>
                  <a:pt x="143447" y="62560"/>
                  <a:pt x="155285" y="65249"/>
                </a:cubicBezTo>
                <a:cubicBezTo>
                  <a:pt x="167122" y="67938"/>
                  <a:pt x="175387" y="71233"/>
                  <a:pt x="180079" y="75135"/>
                </a:cubicBezTo>
                <a:cubicBezTo>
                  <a:pt x="184719" y="79090"/>
                  <a:pt x="187039" y="84600"/>
                  <a:pt x="187039" y="91665"/>
                </a:cubicBezTo>
                <a:cubicBezTo>
                  <a:pt x="187039" y="99363"/>
                  <a:pt x="183823" y="105980"/>
                  <a:pt x="177390" y="111516"/>
                </a:cubicBezTo>
                <a:cubicBezTo>
                  <a:pt x="170958" y="117053"/>
                  <a:pt x="161440" y="119821"/>
                  <a:pt x="148839" y="119821"/>
                </a:cubicBezTo>
                <a:cubicBezTo>
                  <a:pt x="137397" y="119821"/>
                  <a:pt x="128341" y="117501"/>
                  <a:pt x="121671" y="112861"/>
                </a:cubicBezTo>
                <a:cubicBezTo>
                  <a:pt x="115002" y="108221"/>
                  <a:pt x="110638" y="101920"/>
                  <a:pt x="108582" y="93959"/>
                </a:cubicBezTo>
                <a:close/>
                <a:moveTo>
                  <a:pt x="254414" y="91190"/>
                </a:moveTo>
                <a:lnTo>
                  <a:pt x="276559" y="94908"/>
                </a:lnTo>
                <a:cubicBezTo>
                  <a:pt x="273712" y="103028"/>
                  <a:pt x="269217" y="109210"/>
                  <a:pt x="263074" y="113454"/>
                </a:cubicBezTo>
                <a:cubicBezTo>
                  <a:pt x="256932" y="117699"/>
                  <a:pt x="249247" y="119821"/>
                  <a:pt x="240020" y="119821"/>
                </a:cubicBezTo>
                <a:cubicBezTo>
                  <a:pt x="225415" y="119821"/>
                  <a:pt x="214606" y="115049"/>
                  <a:pt x="207593" y="105506"/>
                </a:cubicBezTo>
                <a:cubicBezTo>
                  <a:pt x="202057" y="97860"/>
                  <a:pt x="199289" y="88211"/>
                  <a:pt x="199289" y="76559"/>
                </a:cubicBezTo>
                <a:cubicBezTo>
                  <a:pt x="199289" y="62639"/>
                  <a:pt x="202927" y="51738"/>
                  <a:pt x="210203" y="43855"/>
                </a:cubicBezTo>
                <a:cubicBezTo>
                  <a:pt x="217479" y="35973"/>
                  <a:pt x="226680" y="32031"/>
                  <a:pt x="237805" y="32031"/>
                </a:cubicBezTo>
                <a:cubicBezTo>
                  <a:pt x="250301" y="32031"/>
                  <a:pt x="260161" y="36157"/>
                  <a:pt x="267385" y="44409"/>
                </a:cubicBezTo>
                <a:cubicBezTo>
                  <a:pt x="274608" y="52661"/>
                  <a:pt x="278062" y="65302"/>
                  <a:pt x="277746" y="82332"/>
                </a:cubicBezTo>
                <a:lnTo>
                  <a:pt x="222066" y="82332"/>
                </a:lnTo>
                <a:cubicBezTo>
                  <a:pt x="222225" y="88923"/>
                  <a:pt x="224017" y="94051"/>
                  <a:pt x="227445" y="97715"/>
                </a:cubicBezTo>
                <a:cubicBezTo>
                  <a:pt x="230872" y="101380"/>
                  <a:pt x="235143" y="103212"/>
                  <a:pt x="240257" y="103212"/>
                </a:cubicBezTo>
                <a:cubicBezTo>
                  <a:pt x="243737" y="103212"/>
                  <a:pt x="246663" y="102263"/>
                  <a:pt x="249036" y="100365"/>
                </a:cubicBezTo>
                <a:cubicBezTo>
                  <a:pt x="251409" y="98467"/>
                  <a:pt x="253201" y="95409"/>
                  <a:pt x="254414" y="91190"/>
                </a:cubicBezTo>
                <a:moveTo>
                  <a:pt x="255680" y="68729"/>
                </a:moveTo>
                <a:cubicBezTo>
                  <a:pt x="255521" y="62296"/>
                  <a:pt x="253861" y="57406"/>
                  <a:pt x="250697" y="54058"/>
                </a:cubicBezTo>
                <a:cubicBezTo>
                  <a:pt x="247533" y="50710"/>
                  <a:pt x="243684" y="49036"/>
                  <a:pt x="239150" y="49036"/>
                </a:cubicBezTo>
                <a:cubicBezTo>
                  <a:pt x="234299" y="49036"/>
                  <a:pt x="230292" y="50802"/>
                  <a:pt x="227128" y="54335"/>
                </a:cubicBezTo>
                <a:cubicBezTo>
                  <a:pt x="223965" y="57867"/>
                  <a:pt x="222409" y="62665"/>
                  <a:pt x="222462" y="68729"/>
                </a:cubicBezTo>
                <a:lnTo>
                  <a:pt x="255680" y="68729"/>
                </a:lnTo>
                <a:close/>
                <a:moveTo>
                  <a:pt x="316411" y="117923"/>
                </a:moveTo>
                <a:lnTo>
                  <a:pt x="294187" y="117923"/>
                </a:lnTo>
                <a:lnTo>
                  <a:pt x="294187" y="33929"/>
                </a:lnTo>
                <a:lnTo>
                  <a:pt x="314829" y="33929"/>
                </a:lnTo>
                <a:lnTo>
                  <a:pt x="314829" y="45872"/>
                </a:lnTo>
                <a:cubicBezTo>
                  <a:pt x="318362" y="40230"/>
                  <a:pt x="321539" y="36513"/>
                  <a:pt x="324359" y="34720"/>
                </a:cubicBezTo>
                <a:cubicBezTo>
                  <a:pt x="327180" y="32928"/>
                  <a:pt x="330383" y="32031"/>
                  <a:pt x="333969" y="32031"/>
                </a:cubicBezTo>
                <a:cubicBezTo>
                  <a:pt x="339031" y="32031"/>
                  <a:pt x="343908" y="33429"/>
                  <a:pt x="348600" y="36223"/>
                </a:cubicBezTo>
                <a:lnTo>
                  <a:pt x="341720" y="55600"/>
                </a:lnTo>
                <a:cubicBezTo>
                  <a:pt x="337976" y="53175"/>
                  <a:pt x="334496" y="51962"/>
                  <a:pt x="331280" y="51962"/>
                </a:cubicBezTo>
                <a:cubicBezTo>
                  <a:pt x="328169" y="51962"/>
                  <a:pt x="325533" y="52819"/>
                  <a:pt x="323371" y="54532"/>
                </a:cubicBezTo>
                <a:cubicBezTo>
                  <a:pt x="321209" y="56246"/>
                  <a:pt x="319509" y="59344"/>
                  <a:pt x="318269" y="63825"/>
                </a:cubicBezTo>
                <a:cubicBezTo>
                  <a:pt x="317030" y="68307"/>
                  <a:pt x="316411" y="77692"/>
                  <a:pt x="316411" y="91981"/>
                </a:cubicBezTo>
                <a:lnTo>
                  <a:pt x="316411" y="117923"/>
                </a:lnTo>
                <a:close/>
                <a:moveTo>
                  <a:pt x="355166" y="86999"/>
                </a:moveTo>
                <a:lnTo>
                  <a:pt x="355166" y="64774"/>
                </a:lnTo>
                <a:lnTo>
                  <a:pt x="398823" y="64774"/>
                </a:lnTo>
                <a:lnTo>
                  <a:pt x="398823" y="86999"/>
                </a:lnTo>
                <a:lnTo>
                  <a:pt x="355166" y="86999"/>
                </a:lnTo>
                <a:close/>
                <a:moveTo>
                  <a:pt x="484925" y="58764"/>
                </a:moveTo>
                <a:lnTo>
                  <a:pt x="463018" y="62718"/>
                </a:lnTo>
                <a:cubicBezTo>
                  <a:pt x="462279" y="58342"/>
                  <a:pt x="460605" y="55046"/>
                  <a:pt x="457995" y="52832"/>
                </a:cubicBezTo>
                <a:cubicBezTo>
                  <a:pt x="455385" y="50617"/>
                  <a:pt x="451998" y="49510"/>
                  <a:pt x="447832" y="49510"/>
                </a:cubicBezTo>
                <a:cubicBezTo>
                  <a:pt x="442296" y="49510"/>
                  <a:pt x="437880" y="51421"/>
                  <a:pt x="434585" y="55244"/>
                </a:cubicBezTo>
                <a:cubicBezTo>
                  <a:pt x="431289" y="59067"/>
                  <a:pt x="429642" y="65460"/>
                  <a:pt x="429642" y="74423"/>
                </a:cubicBezTo>
                <a:cubicBezTo>
                  <a:pt x="429642" y="84389"/>
                  <a:pt x="431316" y="91428"/>
                  <a:pt x="434664" y="95540"/>
                </a:cubicBezTo>
                <a:cubicBezTo>
                  <a:pt x="438012" y="99653"/>
                  <a:pt x="442507" y="101709"/>
                  <a:pt x="448149" y="101709"/>
                </a:cubicBezTo>
                <a:cubicBezTo>
                  <a:pt x="452367" y="101709"/>
                  <a:pt x="455820" y="100510"/>
                  <a:pt x="458509" y="98111"/>
                </a:cubicBezTo>
                <a:cubicBezTo>
                  <a:pt x="461198" y="95712"/>
                  <a:pt x="463097" y="91586"/>
                  <a:pt x="464204" y="85733"/>
                </a:cubicBezTo>
                <a:lnTo>
                  <a:pt x="486033" y="89450"/>
                </a:lnTo>
                <a:cubicBezTo>
                  <a:pt x="483765" y="99468"/>
                  <a:pt x="479415" y="107035"/>
                  <a:pt x="472983" y="112149"/>
                </a:cubicBezTo>
                <a:cubicBezTo>
                  <a:pt x="466550" y="117264"/>
                  <a:pt x="457929" y="119821"/>
                  <a:pt x="447120" y="119821"/>
                </a:cubicBezTo>
                <a:cubicBezTo>
                  <a:pt x="434835" y="119821"/>
                  <a:pt x="425041" y="115945"/>
                  <a:pt x="417739" y="108195"/>
                </a:cubicBezTo>
                <a:cubicBezTo>
                  <a:pt x="410436" y="100444"/>
                  <a:pt x="406785" y="89714"/>
                  <a:pt x="406785" y="76005"/>
                </a:cubicBezTo>
                <a:cubicBezTo>
                  <a:pt x="406785" y="62138"/>
                  <a:pt x="410449" y="51342"/>
                  <a:pt x="417778" y="43618"/>
                </a:cubicBezTo>
                <a:cubicBezTo>
                  <a:pt x="425107" y="35894"/>
                  <a:pt x="435020" y="32031"/>
                  <a:pt x="447516" y="32031"/>
                </a:cubicBezTo>
                <a:cubicBezTo>
                  <a:pt x="457745" y="32031"/>
                  <a:pt x="465878" y="34233"/>
                  <a:pt x="471915" y="38635"/>
                </a:cubicBezTo>
                <a:cubicBezTo>
                  <a:pt x="477952" y="43038"/>
                  <a:pt x="482289" y="49747"/>
                  <a:pt x="484925" y="58764"/>
                </a:cubicBezTo>
                <a:close/>
                <a:moveTo>
                  <a:pt x="495974" y="74740"/>
                </a:moveTo>
                <a:cubicBezTo>
                  <a:pt x="495974" y="67358"/>
                  <a:pt x="497793" y="60214"/>
                  <a:pt x="501431" y="53306"/>
                </a:cubicBezTo>
                <a:cubicBezTo>
                  <a:pt x="505069" y="46399"/>
                  <a:pt x="510223" y="41127"/>
                  <a:pt x="516893" y="37489"/>
                </a:cubicBezTo>
                <a:cubicBezTo>
                  <a:pt x="523563" y="33850"/>
                  <a:pt x="531011" y="32031"/>
                  <a:pt x="539236" y="32031"/>
                </a:cubicBezTo>
                <a:cubicBezTo>
                  <a:pt x="551943" y="32031"/>
                  <a:pt x="562357" y="36157"/>
                  <a:pt x="570477" y="44409"/>
                </a:cubicBezTo>
                <a:cubicBezTo>
                  <a:pt x="578596" y="52661"/>
                  <a:pt x="582656" y="63087"/>
                  <a:pt x="582656" y="75689"/>
                </a:cubicBezTo>
                <a:cubicBezTo>
                  <a:pt x="582656" y="88396"/>
                  <a:pt x="578557" y="98928"/>
                  <a:pt x="570358" y="107285"/>
                </a:cubicBezTo>
                <a:cubicBezTo>
                  <a:pt x="562159" y="115642"/>
                  <a:pt x="551838" y="119821"/>
                  <a:pt x="539394" y="119821"/>
                </a:cubicBezTo>
                <a:cubicBezTo>
                  <a:pt x="531696" y="119821"/>
                  <a:pt x="524354" y="118081"/>
                  <a:pt x="517368" y="114601"/>
                </a:cubicBezTo>
                <a:cubicBezTo>
                  <a:pt x="510382" y="111121"/>
                  <a:pt x="505069" y="106020"/>
                  <a:pt x="501431" y="99297"/>
                </a:cubicBezTo>
                <a:cubicBezTo>
                  <a:pt x="497793" y="92574"/>
                  <a:pt x="495974" y="84389"/>
                  <a:pt x="495974" y="74740"/>
                </a:cubicBezTo>
                <a:moveTo>
                  <a:pt x="518752" y="75926"/>
                </a:moveTo>
                <a:cubicBezTo>
                  <a:pt x="518752" y="84257"/>
                  <a:pt x="520729" y="90637"/>
                  <a:pt x="524684" y="95066"/>
                </a:cubicBezTo>
                <a:cubicBezTo>
                  <a:pt x="528638" y="99495"/>
                  <a:pt x="533515" y="101709"/>
                  <a:pt x="539315" y="101709"/>
                </a:cubicBezTo>
                <a:cubicBezTo>
                  <a:pt x="545115" y="101709"/>
                  <a:pt x="549979" y="99495"/>
                  <a:pt x="553907" y="95066"/>
                </a:cubicBezTo>
                <a:cubicBezTo>
                  <a:pt x="557835" y="90637"/>
                  <a:pt x="559799" y="84204"/>
                  <a:pt x="559799" y="75768"/>
                </a:cubicBezTo>
                <a:cubicBezTo>
                  <a:pt x="559799" y="67543"/>
                  <a:pt x="557835" y="61215"/>
                  <a:pt x="553907" y="56786"/>
                </a:cubicBezTo>
                <a:cubicBezTo>
                  <a:pt x="549979" y="52357"/>
                  <a:pt x="545115" y="50143"/>
                  <a:pt x="539315" y="50143"/>
                </a:cubicBezTo>
                <a:cubicBezTo>
                  <a:pt x="533515" y="50143"/>
                  <a:pt x="528638" y="52357"/>
                  <a:pt x="524684" y="56786"/>
                </a:cubicBezTo>
                <a:cubicBezTo>
                  <a:pt x="520729" y="61215"/>
                  <a:pt x="518752" y="67595"/>
                  <a:pt x="518752" y="75926"/>
                </a:cubicBezTo>
                <a:close/>
                <a:moveTo>
                  <a:pt x="677147" y="117923"/>
                </a:moveTo>
                <a:lnTo>
                  <a:pt x="654922" y="117923"/>
                </a:lnTo>
                <a:lnTo>
                  <a:pt x="654922" y="75056"/>
                </a:lnTo>
                <a:cubicBezTo>
                  <a:pt x="654922" y="65987"/>
                  <a:pt x="654448" y="60121"/>
                  <a:pt x="653499" y="57459"/>
                </a:cubicBezTo>
                <a:cubicBezTo>
                  <a:pt x="652550" y="54796"/>
                  <a:pt x="651007" y="52726"/>
                  <a:pt x="648872" y="51250"/>
                </a:cubicBezTo>
                <a:cubicBezTo>
                  <a:pt x="646737" y="49774"/>
                  <a:pt x="644166" y="49036"/>
                  <a:pt x="641161" y="49036"/>
                </a:cubicBezTo>
                <a:cubicBezTo>
                  <a:pt x="637312" y="49036"/>
                  <a:pt x="633858" y="50090"/>
                  <a:pt x="630800" y="52199"/>
                </a:cubicBezTo>
                <a:cubicBezTo>
                  <a:pt x="627742" y="54308"/>
                  <a:pt x="625646" y="57103"/>
                  <a:pt x="624512" y="60583"/>
                </a:cubicBezTo>
                <a:cubicBezTo>
                  <a:pt x="623379" y="64063"/>
                  <a:pt x="622812" y="70495"/>
                  <a:pt x="622812" y="79881"/>
                </a:cubicBezTo>
                <a:lnTo>
                  <a:pt x="622812" y="117923"/>
                </a:lnTo>
                <a:lnTo>
                  <a:pt x="600588" y="117923"/>
                </a:lnTo>
                <a:lnTo>
                  <a:pt x="600588" y="33929"/>
                </a:lnTo>
                <a:lnTo>
                  <a:pt x="621230" y="33929"/>
                </a:lnTo>
                <a:lnTo>
                  <a:pt x="621230" y="46267"/>
                </a:lnTo>
                <a:cubicBezTo>
                  <a:pt x="628559" y="36777"/>
                  <a:pt x="637786" y="32031"/>
                  <a:pt x="648912" y="32031"/>
                </a:cubicBezTo>
                <a:cubicBezTo>
                  <a:pt x="653815" y="32031"/>
                  <a:pt x="658297" y="32914"/>
                  <a:pt x="662357" y="34681"/>
                </a:cubicBezTo>
                <a:cubicBezTo>
                  <a:pt x="666417" y="36447"/>
                  <a:pt x="669488" y="38701"/>
                  <a:pt x="671571" y="41443"/>
                </a:cubicBezTo>
                <a:cubicBezTo>
                  <a:pt x="673653" y="44185"/>
                  <a:pt x="675103" y="47296"/>
                  <a:pt x="675921" y="50776"/>
                </a:cubicBezTo>
                <a:cubicBezTo>
                  <a:pt x="676738" y="54256"/>
                  <a:pt x="677147" y="59238"/>
                  <a:pt x="677147" y="65724"/>
                </a:cubicBezTo>
                <a:lnTo>
                  <a:pt x="677147" y="117923"/>
                </a:lnTo>
                <a:close/>
                <a:moveTo>
                  <a:pt x="690649" y="33929"/>
                </a:moveTo>
                <a:lnTo>
                  <a:pt x="702987" y="33929"/>
                </a:lnTo>
                <a:lnTo>
                  <a:pt x="702987" y="27602"/>
                </a:lnTo>
                <a:cubicBezTo>
                  <a:pt x="702987" y="20537"/>
                  <a:pt x="703739" y="15264"/>
                  <a:pt x="705241" y="11784"/>
                </a:cubicBezTo>
                <a:cubicBezTo>
                  <a:pt x="706744" y="8304"/>
                  <a:pt x="709512" y="5470"/>
                  <a:pt x="713546" y="3282"/>
                </a:cubicBezTo>
                <a:cubicBezTo>
                  <a:pt x="717579" y="1094"/>
                  <a:pt x="722681" y="0"/>
                  <a:pt x="728850" y="0"/>
                </a:cubicBezTo>
                <a:cubicBezTo>
                  <a:pt x="735177" y="0"/>
                  <a:pt x="741372" y="949"/>
                  <a:pt x="747436" y="2847"/>
                </a:cubicBezTo>
                <a:lnTo>
                  <a:pt x="744430" y="18349"/>
                </a:lnTo>
                <a:cubicBezTo>
                  <a:pt x="740898" y="17505"/>
                  <a:pt x="737497" y="17083"/>
                  <a:pt x="734228" y="17083"/>
                </a:cubicBezTo>
                <a:cubicBezTo>
                  <a:pt x="731011" y="17083"/>
                  <a:pt x="728705" y="17835"/>
                  <a:pt x="727307" y="19337"/>
                </a:cubicBezTo>
                <a:cubicBezTo>
                  <a:pt x="725910" y="20840"/>
                  <a:pt x="725211" y="23727"/>
                  <a:pt x="725211" y="27998"/>
                </a:cubicBezTo>
                <a:lnTo>
                  <a:pt x="725211" y="33929"/>
                </a:lnTo>
                <a:lnTo>
                  <a:pt x="741820" y="33929"/>
                </a:lnTo>
                <a:lnTo>
                  <a:pt x="741820" y="51408"/>
                </a:lnTo>
                <a:lnTo>
                  <a:pt x="725211" y="51408"/>
                </a:lnTo>
                <a:lnTo>
                  <a:pt x="725211" y="117923"/>
                </a:lnTo>
                <a:lnTo>
                  <a:pt x="702987" y="117923"/>
                </a:lnTo>
                <a:lnTo>
                  <a:pt x="702987" y="51408"/>
                </a:lnTo>
                <a:lnTo>
                  <a:pt x="690649" y="51408"/>
                </a:lnTo>
                <a:lnTo>
                  <a:pt x="690649" y="33929"/>
                </a:lnTo>
                <a:close/>
                <a:moveTo>
                  <a:pt x="754331" y="22541"/>
                </a:moveTo>
                <a:lnTo>
                  <a:pt x="754331" y="1977"/>
                </a:lnTo>
                <a:lnTo>
                  <a:pt x="776556" y="1977"/>
                </a:lnTo>
                <a:lnTo>
                  <a:pt x="776556" y="22541"/>
                </a:lnTo>
                <a:lnTo>
                  <a:pt x="754331" y="22541"/>
                </a:lnTo>
                <a:moveTo>
                  <a:pt x="754331" y="117923"/>
                </a:moveTo>
                <a:lnTo>
                  <a:pt x="754331" y="33929"/>
                </a:lnTo>
                <a:lnTo>
                  <a:pt x="776556" y="33929"/>
                </a:lnTo>
                <a:lnTo>
                  <a:pt x="776556" y="117923"/>
                </a:lnTo>
                <a:lnTo>
                  <a:pt x="754331" y="117923"/>
                </a:lnTo>
                <a:close/>
                <a:moveTo>
                  <a:pt x="797806" y="123459"/>
                </a:moveTo>
                <a:lnTo>
                  <a:pt x="823194" y="126543"/>
                </a:lnTo>
                <a:cubicBezTo>
                  <a:pt x="823616" y="129496"/>
                  <a:pt x="824592" y="131526"/>
                  <a:pt x="826121" y="132633"/>
                </a:cubicBezTo>
                <a:cubicBezTo>
                  <a:pt x="828230" y="134215"/>
                  <a:pt x="831551" y="135006"/>
                  <a:pt x="836086" y="135006"/>
                </a:cubicBezTo>
                <a:cubicBezTo>
                  <a:pt x="841886" y="135006"/>
                  <a:pt x="846236" y="134136"/>
                  <a:pt x="849136" y="132396"/>
                </a:cubicBezTo>
                <a:cubicBezTo>
                  <a:pt x="851087" y="131236"/>
                  <a:pt x="852563" y="129364"/>
                  <a:pt x="853565" y="126781"/>
                </a:cubicBezTo>
                <a:cubicBezTo>
                  <a:pt x="854250" y="124935"/>
                  <a:pt x="854593" y="121534"/>
                  <a:pt x="854593" y="116578"/>
                </a:cubicBezTo>
                <a:lnTo>
                  <a:pt x="854593" y="104319"/>
                </a:lnTo>
                <a:cubicBezTo>
                  <a:pt x="847949" y="113388"/>
                  <a:pt x="839566" y="117923"/>
                  <a:pt x="829442" y="117923"/>
                </a:cubicBezTo>
                <a:cubicBezTo>
                  <a:pt x="818159" y="117923"/>
                  <a:pt x="809222" y="113151"/>
                  <a:pt x="802631" y="103607"/>
                </a:cubicBezTo>
                <a:cubicBezTo>
                  <a:pt x="797464" y="96068"/>
                  <a:pt x="794880" y="86682"/>
                  <a:pt x="794880" y="75452"/>
                </a:cubicBezTo>
                <a:cubicBezTo>
                  <a:pt x="794880" y="61374"/>
                  <a:pt x="798268" y="50617"/>
                  <a:pt x="805043" y="43183"/>
                </a:cubicBezTo>
                <a:cubicBezTo>
                  <a:pt x="811819" y="35749"/>
                  <a:pt x="820242" y="32031"/>
                  <a:pt x="830312" y="32031"/>
                </a:cubicBezTo>
                <a:cubicBezTo>
                  <a:pt x="840699" y="32031"/>
                  <a:pt x="849268" y="36592"/>
                  <a:pt x="856017" y="45714"/>
                </a:cubicBezTo>
                <a:lnTo>
                  <a:pt x="856017" y="33929"/>
                </a:lnTo>
                <a:lnTo>
                  <a:pt x="876817" y="33929"/>
                </a:lnTo>
                <a:lnTo>
                  <a:pt x="876817" y="109302"/>
                </a:lnTo>
                <a:cubicBezTo>
                  <a:pt x="876817" y="119215"/>
                  <a:pt x="876000" y="126623"/>
                  <a:pt x="874365" y="131526"/>
                </a:cubicBezTo>
                <a:cubicBezTo>
                  <a:pt x="872731" y="136430"/>
                  <a:pt x="870437" y="140279"/>
                  <a:pt x="867485" y="143073"/>
                </a:cubicBezTo>
                <a:cubicBezTo>
                  <a:pt x="864532" y="145868"/>
                  <a:pt x="860591" y="148056"/>
                  <a:pt x="855661" y="149638"/>
                </a:cubicBezTo>
                <a:cubicBezTo>
                  <a:pt x="850731" y="151219"/>
                  <a:pt x="844496" y="152010"/>
                  <a:pt x="836956" y="152010"/>
                </a:cubicBezTo>
                <a:cubicBezTo>
                  <a:pt x="822720" y="152010"/>
                  <a:pt x="812623" y="149572"/>
                  <a:pt x="806665" y="144695"/>
                </a:cubicBezTo>
                <a:cubicBezTo>
                  <a:pt x="800706" y="139817"/>
                  <a:pt x="797727" y="133635"/>
                  <a:pt x="797727" y="126148"/>
                </a:cubicBezTo>
                <a:cubicBezTo>
                  <a:pt x="797727" y="125410"/>
                  <a:pt x="797754" y="124514"/>
                  <a:pt x="797806" y="123459"/>
                </a:cubicBezTo>
                <a:moveTo>
                  <a:pt x="817658" y="74186"/>
                </a:moveTo>
                <a:cubicBezTo>
                  <a:pt x="817658" y="83097"/>
                  <a:pt x="819385" y="89622"/>
                  <a:pt x="822838" y="93761"/>
                </a:cubicBezTo>
                <a:cubicBezTo>
                  <a:pt x="826292" y="97900"/>
                  <a:pt x="830550" y="99969"/>
                  <a:pt x="835611" y="99969"/>
                </a:cubicBezTo>
                <a:cubicBezTo>
                  <a:pt x="841042" y="99969"/>
                  <a:pt x="845629" y="97847"/>
                  <a:pt x="849373" y="93603"/>
                </a:cubicBezTo>
                <a:cubicBezTo>
                  <a:pt x="853117" y="89358"/>
                  <a:pt x="854988" y="83071"/>
                  <a:pt x="854988" y="74740"/>
                </a:cubicBezTo>
                <a:cubicBezTo>
                  <a:pt x="854988" y="66040"/>
                  <a:pt x="853196" y="59581"/>
                  <a:pt x="849610" y="55363"/>
                </a:cubicBezTo>
                <a:cubicBezTo>
                  <a:pt x="846025" y="51145"/>
                  <a:pt x="841490" y="49036"/>
                  <a:pt x="836007" y="49036"/>
                </a:cubicBezTo>
                <a:cubicBezTo>
                  <a:pt x="830681" y="49036"/>
                  <a:pt x="826292" y="51105"/>
                  <a:pt x="822838" y="55244"/>
                </a:cubicBezTo>
                <a:cubicBezTo>
                  <a:pt x="819385" y="59383"/>
                  <a:pt x="817658" y="65697"/>
                  <a:pt x="817658" y="74186"/>
                </a:cubicBezTo>
                <a:close/>
                <a:moveTo>
                  <a:pt x="954778" y="117923"/>
                </a:moveTo>
                <a:lnTo>
                  <a:pt x="954778" y="105347"/>
                </a:lnTo>
                <a:cubicBezTo>
                  <a:pt x="951720" y="109829"/>
                  <a:pt x="947699" y="113362"/>
                  <a:pt x="942717" y="115945"/>
                </a:cubicBezTo>
                <a:cubicBezTo>
                  <a:pt x="937734" y="118529"/>
                  <a:pt x="932475" y="119821"/>
                  <a:pt x="926938" y="119821"/>
                </a:cubicBezTo>
                <a:cubicBezTo>
                  <a:pt x="921297" y="119821"/>
                  <a:pt x="916235" y="118582"/>
                  <a:pt x="911753" y="116104"/>
                </a:cubicBezTo>
                <a:cubicBezTo>
                  <a:pt x="907271" y="113626"/>
                  <a:pt x="904029" y="110146"/>
                  <a:pt x="902025" y="105664"/>
                </a:cubicBezTo>
                <a:cubicBezTo>
                  <a:pt x="900021" y="101182"/>
                  <a:pt x="899020" y="94987"/>
                  <a:pt x="899020" y="87078"/>
                </a:cubicBezTo>
                <a:lnTo>
                  <a:pt x="899020" y="33929"/>
                </a:lnTo>
                <a:lnTo>
                  <a:pt x="921244" y="33929"/>
                </a:lnTo>
                <a:lnTo>
                  <a:pt x="921244" y="72525"/>
                </a:lnTo>
                <a:cubicBezTo>
                  <a:pt x="921244" y="84336"/>
                  <a:pt x="921652" y="91573"/>
                  <a:pt x="922470" y="94235"/>
                </a:cubicBezTo>
                <a:cubicBezTo>
                  <a:pt x="923287" y="96898"/>
                  <a:pt x="924776" y="99007"/>
                  <a:pt x="926938" y="100563"/>
                </a:cubicBezTo>
                <a:cubicBezTo>
                  <a:pt x="929100" y="102118"/>
                  <a:pt x="931842" y="102896"/>
                  <a:pt x="935164" y="102896"/>
                </a:cubicBezTo>
                <a:cubicBezTo>
                  <a:pt x="938960" y="102896"/>
                  <a:pt x="942361" y="101854"/>
                  <a:pt x="945366" y="99772"/>
                </a:cubicBezTo>
                <a:cubicBezTo>
                  <a:pt x="948372" y="97689"/>
                  <a:pt x="950428" y="95105"/>
                  <a:pt x="951535" y="92021"/>
                </a:cubicBezTo>
                <a:cubicBezTo>
                  <a:pt x="952642" y="88936"/>
                  <a:pt x="953196" y="81383"/>
                  <a:pt x="953196" y="69362"/>
                </a:cubicBezTo>
                <a:lnTo>
                  <a:pt x="953196" y="33929"/>
                </a:lnTo>
                <a:lnTo>
                  <a:pt x="975420" y="33929"/>
                </a:lnTo>
                <a:lnTo>
                  <a:pt x="975420" y="117923"/>
                </a:lnTo>
                <a:lnTo>
                  <a:pt x="954778" y="117923"/>
                </a:lnTo>
                <a:close/>
                <a:moveTo>
                  <a:pt x="1020400" y="117923"/>
                </a:moveTo>
                <a:lnTo>
                  <a:pt x="998176" y="117923"/>
                </a:lnTo>
                <a:lnTo>
                  <a:pt x="998176" y="33929"/>
                </a:lnTo>
                <a:lnTo>
                  <a:pt x="1018818" y="33929"/>
                </a:lnTo>
                <a:lnTo>
                  <a:pt x="1018818" y="45872"/>
                </a:lnTo>
                <a:cubicBezTo>
                  <a:pt x="1022351" y="40230"/>
                  <a:pt x="1025528" y="36513"/>
                  <a:pt x="1028349" y="34720"/>
                </a:cubicBezTo>
                <a:cubicBezTo>
                  <a:pt x="1031170" y="32928"/>
                  <a:pt x="1034373" y="32031"/>
                  <a:pt x="1037958" y="32031"/>
                </a:cubicBezTo>
                <a:cubicBezTo>
                  <a:pt x="1043020" y="32031"/>
                  <a:pt x="1047897" y="33429"/>
                  <a:pt x="1052590" y="36223"/>
                </a:cubicBezTo>
                <a:lnTo>
                  <a:pt x="1045709" y="55600"/>
                </a:lnTo>
                <a:cubicBezTo>
                  <a:pt x="1041965" y="53175"/>
                  <a:pt x="1038485" y="51962"/>
                  <a:pt x="1035269" y="51962"/>
                </a:cubicBezTo>
                <a:cubicBezTo>
                  <a:pt x="1032158" y="51962"/>
                  <a:pt x="1029522" y="52819"/>
                  <a:pt x="1027360" y="54532"/>
                </a:cubicBezTo>
                <a:cubicBezTo>
                  <a:pt x="1025198" y="56246"/>
                  <a:pt x="1023498" y="59344"/>
                  <a:pt x="1022259" y="63825"/>
                </a:cubicBezTo>
                <a:cubicBezTo>
                  <a:pt x="1021020" y="68307"/>
                  <a:pt x="1020400" y="77692"/>
                  <a:pt x="1020400" y="91981"/>
                </a:cubicBezTo>
                <a:lnTo>
                  <a:pt x="1020400" y="117923"/>
                </a:lnTo>
                <a:close/>
                <a:moveTo>
                  <a:pt x="1078111" y="59555"/>
                </a:moveTo>
                <a:lnTo>
                  <a:pt x="1057943" y="55916"/>
                </a:lnTo>
                <a:cubicBezTo>
                  <a:pt x="1060210" y="47797"/>
                  <a:pt x="1064112" y="41786"/>
                  <a:pt x="1069648" y="37884"/>
                </a:cubicBezTo>
                <a:cubicBezTo>
                  <a:pt x="1075185" y="33982"/>
                  <a:pt x="1083410" y="32031"/>
                  <a:pt x="1094324" y="32031"/>
                </a:cubicBezTo>
                <a:cubicBezTo>
                  <a:pt x="1104237" y="32031"/>
                  <a:pt x="1111619" y="33204"/>
                  <a:pt x="1116469" y="35551"/>
                </a:cubicBezTo>
                <a:cubicBezTo>
                  <a:pt x="1121320" y="37897"/>
                  <a:pt x="1124734" y="40876"/>
                  <a:pt x="1126712" y="44488"/>
                </a:cubicBezTo>
                <a:cubicBezTo>
                  <a:pt x="1128689" y="48100"/>
                  <a:pt x="1129677" y="54730"/>
                  <a:pt x="1129677" y="64379"/>
                </a:cubicBezTo>
                <a:lnTo>
                  <a:pt x="1129440" y="90320"/>
                </a:lnTo>
                <a:cubicBezTo>
                  <a:pt x="1129440" y="97702"/>
                  <a:pt x="1129796" y="103146"/>
                  <a:pt x="1130508" y="106652"/>
                </a:cubicBezTo>
                <a:cubicBezTo>
                  <a:pt x="1131220" y="110159"/>
                  <a:pt x="1132551" y="113916"/>
                  <a:pt x="1134502" y="117923"/>
                </a:cubicBezTo>
                <a:lnTo>
                  <a:pt x="1112515" y="117923"/>
                </a:lnTo>
                <a:cubicBezTo>
                  <a:pt x="1111935" y="116446"/>
                  <a:pt x="1111223" y="114258"/>
                  <a:pt x="1110380" y="111358"/>
                </a:cubicBezTo>
                <a:cubicBezTo>
                  <a:pt x="1110010" y="110040"/>
                  <a:pt x="1109747" y="109170"/>
                  <a:pt x="1109589" y="108748"/>
                </a:cubicBezTo>
                <a:cubicBezTo>
                  <a:pt x="1105792" y="112439"/>
                  <a:pt x="1101732" y="115207"/>
                  <a:pt x="1097409" y="117053"/>
                </a:cubicBezTo>
                <a:cubicBezTo>
                  <a:pt x="1093085" y="118898"/>
                  <a:pt x="1088472" y="119821"/>
                  <a:pt x="1083568" y="119821"/>
                </a:cubicBezTo>
                <a:cubicBezTo>
                  <a:pt x="1074921" y="119821"/>
                  <a:pt x="1068106" y="117475"/>
                  <a:pt x="1063123" y="112782"/>
                </a:cubicBezTo>
                <a:cubicBezTo>
                  <a:pt x="1058141" y="108089"/>
                  <a:pt x="1055649" y="102158"/>
                  <a:pt x="1055649" y="94987"/>
                </a:cubicBezTo>
                <a:cubicBezTo>
                  <a:pt x="1055649" y="90241"/>
                  <a:pt x="1056783" y="86010"/>
                  <a:pt x="1059050" y="82293"/>
                </a:cubicBezTo>
                <a:cubicBezTo>
                  <a:pt x="1061318" y="78576"/>
                  <a:pt x="1064494" y="75728"/>
                  <a:pt x="1068581" y="73751"/>
                </a:cubicBezTo>
                <a:cubicBezTo>
                  <a:pt x="1072667" y="71774"/>
                  <a:pt x="1078559" y="70047"/>
                  <a:pt x="1086257" y="68571"/>
                </a:cubicBezTo>
                <a:cubicBezTo>
                  <a:pt x="1096644" y="66620"/>
                  <a:pt x="1103841" y="64801"/>
                  <a:pt x="1107849" y="63114"/>
                </a:cubicBezTo>
                <a:lnTo>
                  <a:pt x="1107849" y="60899"/>
                </a:lnTo>
                <a:cubicBezTo>
                  <a:pt x="1107849" y="56628"/>
                  <a:pt x="1106794" y="53583"/>
                  <a:pt x="1104685" y="51764"/>
                </a:cubicBezTo>
                <a:cubicBezTo>
                  <a:pt x="1102576" y="49945"/>
                  <a:pt x="1098595" y="49036"/>
                  <a:pt x="1092743" y="49036"/>
                </a:cubicBezTo>
                <a:cubicBezTo>
                  <a:pt x="1088788" y="49036"/>
                  <a:pt x="1085704" y="49813"/>
                  <a:pt x="1083489" y="51369"/>
                </a:cubicBezTo>
                <a:cubicBezTo>
                  <a:pt x="1081275" y="52924"/>
                  <a:pt x="1079482" y="55653"/>
                  <a:pt x="1078111" y="59555"/>
                </a:cubicBezTo>
                <a:moveTo>
                  <a:pt x="1107849" y="77587"/>
                </a:moveTo>
                <a:cubicBezTo>
                  <a:pt x="1105001" y="78536"/>
                  <a:pt x="1100493" y="79670"/>
                  <a:pt x="1094324" y="80988"/>
                </a:cubicBezTo>
                <a:cubicBezTo>
                  <a:pt x="1088155" y="82306"/>
                  <a:pt x="1084122" y="83598"/>
                  <a:pt x="1082224" y="84863"/>
                </a:cubicBezTo>
                <a:cubicBezTo>
                  <a:pt x="1079324" y="86920"/>
                  <a:pt x="1077874" y="89530"/>
                  <a:pt x="1077874" y="92693"/>
                </a:cubicBezTo>
                <a:cubicBezTo>
                  <a:pt x="1077874" y="95804"/>
                  <a:pt x="1079034" y="98493"/>
                  <a:pt x="1081354" y="100760"/>
                </a:cubicBezTo>
                <a:cubicBezTo>
                  <a:pt x="1083674" y="103028"/>
                  <a:pt x="1086626" y="104161"/>
                  <a:pt x="1090212" y="104161"/>
                </a:cubicBezTo>
                <a:cubicBezTo>
                  <a:pt x="1094219" y="104161"/>
                  <a:pt x="1098042" y="102843"/>
                  <a:pt x="1101680" y="100207"/>
                </a:cubicBezTo>
                <a:cubicBezTo>
                  <a:pt x="1104369" y="98203"/>
                  <a:pt x="1106135" y="95751"/>
                  <a:pt x="1106979" y="92851"/>
                </a:cubicBezTo>
                <a:cubicBezTo>
                  <a:pt x="1107559" y="90953"/>
                  <a:pt x="1107849" y="87341"/>
                  <a:pt x="1107849" y="82016"/>
                </a:cubicBezTo>
                <a:lnTo>
                  <a:pt x="1107849" y="77587"/>
                </a:lnTo>
                <a:close/>
                <a:moveTo>
                  <a:pt x="1149980" y="117923"/>
                </a:moveTo>
                <a:lnTo>
                  <a:pt x="1149980" y="1977"/>
                </a:lnTo>
                <a:lnTo>
                  <a:pt x="1172204" y="1977"/>
                </a:lnTo>
                <a:lnTo>
                  <a:pt x="1172204" y="43737"/>
                </a:lnTo>
                <a:cubicBezTo>
                  <a:pt x="1179059" y="35933"/>
                  <a:pt x="1187178" y="32031"/>
                  <a:pt x="1196564" y="32031"/>
                </a:cubicBezTo>
                <a:cubicBezTo>
                  <a:pt x="1206793" y="32031"/>
                  <a:pt x="1215255" y="35735"/>
                  <a:pt x="1221952" y="43143"/>
                </a:cubicBezTo>
                <a:cubicBezTo>
                  <a:pt x="1228648" y="50551"/>
                  <a:pt x="1231996" y="61189"/>
                  <a:pt x="1231996" y="75056"/>
                </a:cubicBezTo>
                <a:cubicBezTo>
                  <a:pt x="1231996" y="89398"/>
                  <a:pt x="1228582" y="100444"/>
                  <a:pt x="1221754" y="108195"/>
                </a:cubicBezTo>
                <a:cubicBezTo>
                  <a:pt x="1214926" y="115945"/>
                  <a:pt x="1206634" y="119821"/>
                  <a:pt x="1196880" y="119821"/>
                </a:cubicBezTo>
                <a:cubicBezTo>
                  <a:pt x="1192082" y="119821"/>
                  <a:pt x="1187350" y="118621"/>
                  <a:pt x="1182684" y="116222"/>
                </a:cubicBezTo>
                <a:cubicBezTo>
                  <a:pt x="1178017" y="113823"/>
                  <a:pt x="1173997" y="110277"/>
                  <a:pt x="1170622" y="105585"/>
                </a:cubicBezTo>
                <a:lnTo>
                  <a:pt x="1170622" y="117923"/>
                </a:lnTo>
                <a:lnTo>
                  <a:pt x="1149980" y="117923"/>
                </a:lnTo>
                <a:moveTo>
                  <a:pt x="1172046" y="74107"/>
                </a:moveTo>
                <a:cubicBezTo>
                  <a:pt x="1172046" y="82807"/>
                  <a:pt x="1173417" y="89240"/>
                  <a:pt x="1176159" y="93405"/>
                </a:cubicBezTo>
                <a:cubicBezTo>
                  <a:pt x="1180008" y="99310"/>
                  <a:pt x="1185122" y="102263"/>
                  <a:pt x="1191502" y="102263"/>
                </a:cubicBezTo>
                <a:cubicBezTo>
                  <a:pt x="1196406" y="102263"/>
                  <a:pt x="1200584" y="100167"/>
                  <a:pt x="1204038" y="95975"/>
                </a:cubicBezTo>
                <a:cubicBezTo>
                  <a:pt x="1207491" y="91784"/>
                  <a:pt x="1209218" y="85180"/>
                  <a:pt x="1209218" y="76163"/>
                </a:cubicBezTo>
                <a:cubicBezTo>
                  <a:pt x="1209218" y="66567"/>
                  <a:pt x="1207478" y="59647"/>
                  <a:pt x="1203998" y="55402"/>
                </a:cubicBezTo>
                <a:cubicBezTo>
                  <a:pt x="1200518" y="51158"/>
                  <a:pt x="1196063" y="49036"/>
                  <a:pt x="1190632" y="49036"/>
                </a:cubicBezTo>
                <a:cubicBezTo>
                  <a:pt x="1185307" y="49036"/>
                  <a:pt x="1180878" y="51105"/>
                  <a:pt x="1177345" y="55244"/>
                </a:cubicBezTo>
                <a:cubicBezTo>
                  <a:pt x="1173812" y="59383"/>
                  <a:pt x="1172046" y="65671"/>
                  <a:pt x="1172046" y="74107"/>
                </a:cubicBezTo>
                <a:close/>
                <a:moveTo>
                  <a:pt x="1250560" y="117923"/>
                </a:moveTo>
                <a:lnTo>
                  <a:pt x="1250560" y="1977"/>
                </a:lnTo>
                <a:lnTo>
                  <a:pt x="1272785" y="1977"/>
                </a:lnTo>
                <a:lnTo>
                  <a:pt x="1272785" y="117923"/>
                </a:lnTo>
                <a:lnTo>
                  <a:pt x="1250560" y="117923"/>
                </a:lnTo>
                <a:close/>
                <a:moveTo>
                  <a:pt x="1344732" y="91190"/>
                </a:moveTo>
                <a:lnTo>
                  <a:pt x="1366877" y="94908"/>
                </a:lnTo>
                <a:cubicBezTo>
                  <a:pt x="1364030" y="103028"/>
                  <a:pt x="1359535" y="109210"/>
                  <a:pt x="1353392" y="113454"/>
                </a:cubicBezTo>
                <a:cubicBezTo>
                  <a:pt x="1347250" y="117699"/>
                  <a:pt x="1339565" y="119821"/>
                  <a:pt x="1330338" y="119821"/>
                </a:cubicBezTo>
                <a:cubicBezTo>
                  <a:pt x="1315732" y="119821"/>
                  <a:pt x="1304923" y="115049"/>
                  <a:pt x="1297911" y="105506"/>
                </a:cubicBezTo>
                <a:cubicBezTo>
                  <a:pt x="1292374" y="97860"/>
                  <a:pt x="1289606" y="88211"/>
                  <a:pt x="1289606" y="76559"/>
                </a:cubicBezTo>
                <a:cubicBezTo>
                  <a:pt x="1289606" y="62639"/>
                  <a:pt x="1293244" y="51738"/>
                  <a:pt x="1300521" y="43855"/>
                </a:cubicBezTo>
                <a:cubicBezTo>
                  <a:pt x="1307797" y="35973"/>
                  <a:pt x="1316998" y="32031"/>
                  <a:pt x="1328123" y="32031"/>
                </a:cubicBezTo>
                <a:cubicBezTo>
                  <a:pt x="1340619" y="32031"/>
                  <a:pt x="1350479" y="36157"/>
                  <a:pt x="1357703" y="44409"/>
                </a:cubicBezTo>
                <a:cubicBezTo>
                  <a:pt x="1364926" y="52661"/>
                  <a:pt x="1368380" y="65302"/>
                  <a:pt x="1368063" y="82332"/>
                </a:cubicBezTo>
                <a:lnTo>
                  <a:pt x="1312384" y="82332"/>
                </a:lnTo>
                <a:cubicBezTo>
                  <a:pt x="1312542" y="88923"/>
                  <a:pt x="1314335" y="94051"/>
                  <a:pt x="1317762" y="97715"/>
                </a:cubicBezTo>
                <a:cubicBezTo>
                  <a:pt x="1321189" y="101380"/>
                  <a:pt x="1325460" y="103212"/>
                  <a:pt x="1330575" y="103212"/>
                </a:cubicBezTo>
                <a:cubicBezTo>
                  <a:pt x="1334055" y="103212"/>
                  <a:pt x="1336981" y="102263"/>
                  <a:pt x="1339354" y="100365"/>
                </a:cubicBezTo>
                <a:cubicBezTo>
                  <a:pt x="1341726" y="98467"/>
                  <a:pt x="1343519" y="95409"/>
                  <a:pt x="1344732" y="91190"/>
                </a:cubicBezTo>
                <a:moveTo>
                  <a:pt x="1345997" y="68729"/>
                </a:moveTo>
                <a:cubicBezTo>
                  <a:pt x="1345839" y="62296"/>
                  <a:pt x="1344178" y="57406"/>
                  <a:pt x="1341015" y="54058"/>
                </a:cubicBezTo>
                <a:cubicBezTo>
                  <a:pt x="1337851" y="50710"/>
                  <a:pt x="1334002" y="49036"/>
                  <a:pt x="1329468" y="49036"/>
                </a:cubicBezTo>
                <a:cubicBezTo>
                  <a:pt x="1324617" y="49036"/>
                  <a:pt x="1320610" y="50802"/>
                  <a:pt x="1317446" y="54335"/>
                </a:cubicBezTo>
                <a:cubicBezTo>
                  <a:pt x="1314282" y="57867"/>
                  <a:pt x="1312727" y="62665"/>
                  <a:pt x="1312780" y="68729"/>
                </a:cubicBezTo>
                <a:lnTo>
                  <a:pt x="1345997" y="68729"/>
                </a:lnTo>
                <a:close/>
                <a:moveTo>
                  <a:pt x="1431050" y="117923"/>
                </a:moveTo>
                <a:lnTo>
                  <a:pt x="1431050" y="1977"/>
                </a:lnTo>
                <a:lnTo>
                  <a:pt x="1453274" y="1977"/>
                </a:lnTo>
                <a:lnTo>
                  <a:pt x="1453274" y="117923"/>
                </a:lnTo>
                <a:lnTo>
                  <a:pt x="1431050" y="117923"/>
                </a:lnTo>
                <a:close/>
                <a:moveTo>
                  <a:pt x="1471441" y="74740"/>
                </a:moveTo>
                <a:cubicBezTo>
                  <a:pt x="1471441" y="67358"/>
                  <a:pt x="1473260" y="60214"/>
                  <a:pt x="1476898" y="53306"/>
                </a:cubicBezTo>
                <a:cubicBezTo>
                  <a:pt x="1480536" y="46399"/>
                  <a:pt x="1485690" y="41127"/>
                  <a:pt x="1492360" y="37489"/>
                </a:cubicBezTo>
                <a:cubicBezTo>
                  <a:pt x="1499030" y="33850"/>
                  <a:pt x="1506477" y="32031"/>
                  <a:pt x="1514703" y="32031"/>
                </a:cubicBezTo>
                <a:cubicBezTo>
                  <a:pt x="1527410" y="32031"/>
                  <a:pt x="1537823" y="36157"/>
                  <a:pt x="1545943" y="44409"/>
                </a:cubicBezTo>
                <a:cubicBezTo>
                  <a:pt x="1554063" y="52661"/>
                  <a:pt x="1558123" y="63087"/>
                  <a:pt x="1558123" y="75689"/>
                </a:cubicBezTo>
                <a:cubicBezTo>
                  <a:pt x="1558123" y="88396"/>
                  <a:pt x="1554023" y="98928"/>
                  <a:pt x="1545824" y="107285"/>
                </a:cubicBezTo>
                <a:cubicBezTo>
                  <a:pt x="1537625" y="115642"/>
                  <a:pt x="1527304" y="119821"/>
                  <a:pt x="1514861" y="119821"/>
                </a:cubicBezTo>
                <a:cubicBezTo>
                  <a:pt x="1507163" y="119821"/>
                  <a:pt x="1499821" y="118081"/>
                  <a:pt x="1492834" y="114601"/>
                </a:cubicBezTo>
                <a:cubicBezTo>
                  <a:pt x="1485848" y="111121"/>
                  <a:pt x="1480536" y="106020"/>
                  <a:pt x="1476898" y="99297"/>
                </a:cubicBezTo>
                <a:cubicBezTo>
                  <a:pt x="1473260" y="92574"/>
                  <a:pt x="1471441" y="84389"/>
                  <a:pt x="1471441" y="74740"/>
                </a:cubicBezTo>
                <a:moveTo>
                  <a:pt x="1494218" y="75926"/>
                </a:moveTo>
                <a:cubicBezTo>
                  <a:pt x="1494218" y="84257"/>
                  <a:pt x="1496196" y="90637"/>
                  <a:pt x="1500150" y="95066"/>
                </a:cubicBezTo>
                <a:cubicBezTo>
                  <a:pt x="1504105" y="99495"/>
                  <a:pt x="1508982" y="101709"/>
                  <a:pt x="1514782" y="101709"/>
                </a:cubicBezTo>
                <a:cubicBezTo>
                  <a:pt x="1520582" y="101709"/>
                  <a:pt x="1525446" y="99495"/>
                  <a:pt x="1529374" y="95066"/>
                </a:cubicBezTo>
                <a:cubicBezTo>
                  <a:pt x="1533302" y="90637"/>
                  <a:pt x="1535266" y="84204"/>
                  <a:pt x="1535266" y="75768"/>
                </a:cubicBezTo>
                <a:cubicBezTo>
                  <a:pt x="1535266" y="67543"/>
                  <a:pt x="1533302" y="61215"/>
                  <a:pt x="1529374" y="56786"/>
                </a:cubicBezTo>
                <a:cubicBezTo>
                  <a:pt x="1525446" y="52357"/>
                  <a:pt x="1520582" y="50143"/>
                  <a:pt x="1514782" y="50143"/>
                </a:cubicBezTo>
                <a:cubicBezTo>
                  <a:pt x="1508982" y="50143"/>
                  <a:pt x="1504105" y="52357"/>
                  <a:pt x="1500150" y="56786"/>
                </a:cubicBezTo>
                <a:cubicBezTo>
                  <a:pt x="1496196" y="61215"/>
                  <a:pt x="1494218" y="67595"/>
                  <a:pt x="1494218" y="75926"/>
                </a:cubicBezTo>
                <a:close/>
                <a:moveTo>
                  <a:pt x="1649449" y="58764"/>
                </a:moveTo>
                <a:lnTo>
                  <a:pt x="1627542" y="62718"/>
                </a:lnTo>
                <a:cubicBezTo>
                  <a:pt x="1626803" y="58342"/>
                  <a:pt x="1625129" y="55046"/>
                  <a:pt x="1622519" y="52832"/>
                </a:cubicBezTo>
                <a:cubicBezTo>
                  <a:pt x="1619909" y="50617"/>
                  <a:pt x="1616522" y="49510"/>
                  <a:pt x="1612356" y="49510"/>
                </a:cubicBezTo>
                <a:cubicBezTo>
                  <a:pt x="1606820" y="49510"/>
                  <a:pt x="1602404" y="51421"/>
                  <a:pt x="1599109" y="55244"/>
                </a:cubicBezTo>
                <a:cubicBezTo>
                  <a:pt x="1595813" y="59067"/>
                  <a:pt x="1594166" y="65460"/>
                  <a:pt x="1594166" y="74423"/>
                </a:cubicBezTo>
                <a:cubicBezTo>
                  <a:pt x="1594166" y="84389"/>
                  <a:pt x="1595840" y="91428"/>
                  <a:pt x="1599188" y="95540"/>
                </a:cubicBezTo>
                <a:cubicBezTo>
                  <a:pt x="1602536" y="99653"/>
                  <a:pt x="1607031" y="101709"/>
                  <a:pt x="1612673" y="101709"/>
                </a:cubicBezTo>
                <a:cubicBezTo>
                  <a:pt x="1616891" y="101709"/>
                  <a:pt x="1620344" y="100510"/>
                  <a:pt x="1623034" y="98111"/>
                </a:cubicBezTo>
                <a:cubicBezTo>
                  <a:pt x="1625723" y="95712"/>
                  <a:pt x="1627621" y="91586"/>
                  <a:pt x="1628728" y="85733"/>
                </a:cubicBezTo>
                <a:lnTo>
                  <a:pt x="1650557" y="89450"/>
                </a:lnTo>
                <a:cubicBezTo>
                  <a:pt x="1648290" y="99468"/>
                  <a:pt x="1643940" y="107035"/>
                  <a:pt x="1637507" y="112149"/>
                </a:cubicBezTo>
                <a:cubicBezTo>
                  <a:pt x="1631074" y="117264"/>
                  <a:pt x="1622454" y="119821"/>
                  <a:pt x="1611645" y="119821"/>
                </a:cubicBezTo>
                <a:cubicBezTo>
                  <a:pt x="1599359" y="119821"/>
                  <a:pt x="1589565" y="115945"/>
                  <a:pt x="1582263" y="108195"/>
                </a:cubicBezTo>
                <a:cubicBezTo>
                  <a:pt x="1574960" y="100444"/>
                  <a:pt x="1571309" y="89714"/>
                  <a:pt x="1571309" y="76005"/>
                </a:cubicBezTo>
                <a:cubicBezTo>
                  <a:pt x="1571309" y="62138"/>
                  <a:pt x="1574973" y="51342"/>
                  <a:pt x="1582302" y="43618"/>
                </a:cubicBezTo>
                <a:cubicBezTo>
                  <a:pt x="1589631" y="35894"/>
                  <a:pt x="1599544" y="32031"/>
                  <a:pt x="1612040" y="32031"/>
                </a:cubicBezTo>
                <a:cubicBezTo>
                  <a:pt x="1622269" y="32031"/>
                  <a:pt x="1630402" y="34233"/>
                  <a:pt x="1636439" y="38635"/>
                </a:cubicBezTo>
                <a:cubicBezTo>
                  <a:pt x="1642476" y="43038"/>
                  <a:pt x="1646813" y="49747"/>
                  <a:pt x="1649449" y="58764"/>
                </a:cubicBezTo>
                <a:close/>
                <a:moveTo>
                  <a:pt x="1682248" y="59555"/>
                </a:moveTo>
                <a:lnTo>
                  <a:pt x="1662080" y="55916"/>
                </a:lnTo>
                <a:cubicBezTo>
                  <a:pt x="1664347" y="47797"/>
                  <a:pt x="1668249" y="41786"/>
                  <a:pt x="1673785" y="37884"/>
                </a:cubicBezTo>
                <a:cubicBezTo>
                  <a:pt x="1679322" y="33982"/>
                  <a:pt x="1687547" y="32031"/>
                  <a:pt x="1698461" y="32031"/>
                </a:cubicBezTo>
                <a:cubicBezTo>
                  <a:pt x="1708374" y="32031"/>
                  <a:pt x="1715756" y="33204"/>
                  <a:pt x="1720606" y="35551"/>
                </a:cubicBezTo>
                <a:cubicBezTo>
                  <a:pt x="1725457" y="37897"/>
                  <a:pt x="1728871" y="40876"/>
                  <a:pt x="1730848" y="44488"/>
                </a:cubicBezTo>
                <a:cubicBezTo>
                  <a:pt x="1732826" y="48100"/>
                  <a:pt x="1733814" y="54730"/>
                  <a:pt x="1733814" y="64379"/>
                </a:cubicBezTo>
                <a:lnTo>
                  <a:pt x="1733577" y="90320"/>
                </a:lnTo>
                <a:cubicBezTo>
                  <a:pt x="1733577" y="97702"/>
                  <a:pt x="1733933" y="103146"/>
                  <a:pt x="1734645" y="106652"/>
                </a:cubicBezTo>
                <a:cubicBezTo>
                  <a:pt x="1735357" y="110159"/>
                  <a:pt x="1736688" y="113916"/>
                  <a:pt x="1738639" y="117923"/>
                </a:cubicBezTo>
                <a:lnTo>
                  <a:pt x="1716652" y="117923"/>
                </a:lnTo>
                <a:cubicBezTo>
                  <a:pt x="1716072" y="116446"/>
                  <a:pt x="1715360" y="114258"/>
                  <a:pt x="1714516" y="111358"/>
                </a:cubicBezTo>
                <a:cubicBezTo>
                  <a:pt x="1714147" y="110040"/>
                  <a:pt x="1713884" y="109170"/>
                  <a:pt x="1713726" y="108748"/>
                </a:cubicBezTo>
                <a:cubicBezTo>
                  <a:pt x="1709929" y="112439"/>
                  <a:pt x="1705869" y="115207"/>
                  <a:pt x="1701546" y="117053"/>
                </a:cubicBezTo>
                <a:cubicBezTo>
                  <a:pt x="1697222" y="118898"/>
                  <a:pt x="1692609" y="119821"/>
                  <a:pt x="1687705" y="119821"/>
                </a:cubicBezTo>
                <a:cubicBezTo>
                  <a:pt x="1679058" y="119821"/>
                  <a:pt x="1672243" y="117475"/>
                  <a:pt x="1667260" y="112782"/>
                </a:cubicBezTo>
                <a:cubicBezTo>
                  <a:pt x="1662278" y="108089"/>
                  <a:pt x="1659786" y="102158"/>
                  <a:pt x="1659786" y="94987"/>
                </a:cubicBezTo>
                <a:cubicBezTo>
                  <a:pt x="1659786" y="90241"/>
                  <a:pt x="1660920" y="86010"/>
                  <a:pt x="1663187" y="82293"/>
                </a:cubicBezTo>
                <a:cubicBezTo>
                  <a:pt x="1665454" y="78576"/>
                  <a:pt x="1668631" y="75728"/>
                  <a:pt x="1672718" y="73751"/>
                </a:cubicBezTo>
                <a:cubicBezTo>
                  <a:pt x="1676804" y="71774"/>
                  <a:pt x="1682696" y="70047"/>
                  <a:pt x="1690394" y="68571"/>
                </a:cubicBezTo>
                <a:cubicBezTo>
                  <a:pt x="1700781" y="66620"/>
                  <a:pt x="1707978" y="64801"/>
                  <a:pt x="1711986" y="63114"/>
                </a:cubicBezTo>
                <a:lnTo>
                  <a:pt x="1711986" y="60899"/>
                </a:lnTo>
                <a:cubicBezTo>
                  <a:pt x="1711986" y="56628"/>
                  <a:pt x="1710931" y="53583"/>
                  <a:pt x="1708822" y="51764"/>
                </a:cubicBezTo>
                <a:cubicBezTo>
                  <a:pt x="1706713" y="49945"/>
                  <a:pt x="1702732" y="49036"/>
                  <a:pt x="1696879" y="49036"/>
                </a:cubicBezTo>
                <a:cubicBezTo>
                  <a:pt x="1692925" y="49036"/>
                  <a:pt x="1689840" y="49813"/>
                  <a:pt x="1687626" y="51369"/>
                </a:cubicBezTo>
                <a:cubicBezTo>
                  <a:pt x="1685411" y="52924"/>
                  <a:pt x="1683619" y="55653"/>
                  <a:pt x="1682248" y="59555"/>
                </a:cubicBezTo>
                <a:moveTo>
                  <a:pt x="1711986" y="77587"/>
                </a:moveTo>
                <a:cubicBezTo>
                  <a:pt x="1709138" y="78536"/>
                  <a:pt x="1704630" y="79670"/>
                  <a:pt x="1698461" y="80988"/>
                </a:cubicBezTo>
                <a:cubicBezTo>
                  <a:pt x="1692292" y="82306"/>
                  <a:pt x="1688259" y="83598"/>
                  <a:pt x="1686361" y="84863"/>
                </a:cubicBezTo>
                <a:cubicBezTo>
                  <a:pt x="1683461" y="86920"/>
                  <a:pt x="1682011" y="89530"/>
                  <a:pt x="1682011" y="92693"/>
                </a:cubicBezTo>
                <a:cubicBezTo>
                  <a:pt x="1682011" y="95804"/>
                  <a:pt x="1683171" y="98493"/>
                  <a:pt x="1685491" y="100760"/>
                </a:cubicBezTo>
                <a:cubicBezTo>
                  <a:pt x="1687811" y="103028"/>
                  <a:pt x="1690763" y="104161"/>
                  <a:pt x="1694349" y="104161"/>
                </a:cubicBezTo>
                <a:cubicBezTo>
                  <a:pt x="1698356" y="104161"/>
                  <a:pt x="1702178" y="102843"/>
                  <a:pt x="1705817" y="100207"/>
                </a:cubicBezTo>
                <a:cubicBezTo>
                  <a:pt x="1708506" y="98203"/>
                  <a:pt x="1710272" y="95751"/>
                  <a:pt x="1711116" y="92851"/>
                </a:cubicBezTo>
                <a:cubicBezTo>
                  <a:pt x="1711696" y="90953"/>
                  <a:pt x="1711986" y="87341"/>
                  <a:pt x="1711986" y="82016"/>
                </a:cubicBezTo>
                <a:lnTo>
                  <a:pt x="1711986" y="77587"/>
                </a:lnTo>
                <a:close/>
                <a:moveTo>
                  <a:pt x="1793583" y="33929"/>
                </a:moveTo>
                <a:lnTo>
                  <a:pt x="1793583" y="51646"/>
                </a:lnTo>
                <a:lnTo>
                  <a:pt x="1778397" y="51646"/>
                </a:lnTo>
                <a:lnTo>
                  <a:pt x="1778397" y="85496"/>
                </a:lnTo>
                <a:cubicBezTo>
                  <a:pt x="1778397" y="92350"/>
                  <a:pt x="1778542" y="96344"/>
                  <a:pt x="1778832" y="97478"/>
                </a:cubicBezTo>
                <a:cubicBezTo>
                  <a:pt x="1779122" y="98612"/>
                  <a:pt x="1779781" y="99548"/>
                  <a:pt x="1780810" y="100286"/>
                </a:cubicBezTo>
                <a:cubicBezTo>
                  <a:pt x="1781838" y="101024"/>
                  <a:pt x="1783090" y="101393"/>
                  <a:pt x="1784566" y="101393"/>
                </a:cubicBezTo>
                <a:cubicBezTo>
                  <a:pt x="1786623" y="101393"/>
                  <a:pt x="1789602" y="100681"/>
                  <a:pt x="1793504" y="99258"/>
                </a:cubicBezTo>
                <a:lnTo>
                  <a:pt x="1795402" y="116499"/>
                </a:lnTo>
                <a:cubicBezTo>
                  <a:pt x="1790234" y="118714"/>
                  <a:pt x="1784382" y="119821"/>
                  <a:pt x="1777844" y="119821"/>
                </a:cubicBezTo>
                <a:cubicBezTo>
                  <a:pt x="1773837" y="119821"/>
                  <a:pt x="1770225" y="119149"/>
                  <a:pt x="1767008" y="117804"/>
                </a:cubicBezTo>
                <a:cubicBezTo>
                  <a:pt x="1763792" y="116460"/>
                  <a:pt x="1761433" y="114720"/>
                  <a:pt x="1759930" y="112584"/>
                </a:cubicBezTo>
                <a:cubicBezTo>
                  <a:pt x="1758427" y="110449"/>
                  <a:pt x="1757386" y="107562"/>
                  <a:pt x="1756806" y="103924"/>
                </a:cubicBezTo>
                <a:cubicBezTo>
                  <a:pt x="1756331" y="101340"/>
                  <a:pt x="1756094" y="96120"/>
                  <a:pt x="1756094" y="88264"/>
                </a:cubicBezTo>
                <a:lnTo>
                  <a:pt x="1756094" y="51646"/>
                </a:lnTo>
                <a:lnTo>
                  <a:pt x="1745892" y="51646"/>
                </a:lnTo>
                <a:lnTo>
                  <a:pt x="1745892" y="33929"/>
                </a:lnTo>
                <a:lnTo>
                  <a:pt x="1756094" y="33929"/>
                </a:lnTo>
                <a:lnTo>
                  <a:pt x="1756094" y="17242"/>
                </a:lnTo>
                <a:lnTo>
                  <a:pt x="1778397" y="4271"/>
                </a:lnTo>
                <a:lnTo>
                  <a:pt x="1778397" y="33929"/>
                </a:lnTo>
                <a:lnTo>
                  <a:pt x="1793583" y="33929"/>
                </a:lnTo>
                <a:close/>
                <a:moveTo>
                  <a:pt x="1809020" y="22541"/>
                </a:moveTo>
                <a:lnTo>
                  <a:pt x="1809020" y="1977"/>
                </a:lnTo>
                <a:lnTo>
                  <a:pt x="1831244" y="1977"/>
                </a:lnTo>
                <a:lnTo>
                  <a:pt x="1831244" y="22541"/>
                </a:lnTo>
                <a:lnTo>
                  <a:pt x="1809020" y="22541"/>
                </a:lnTo>
                <a:moveTo>
                  <a:pt x="1809020" y="117923"/>
                </a:moveTo>
                <a:lnTo>
                  <a:pt x="1809020" y="33929"/>
                </a:lnTo>
                <a:lnTo>
                  <a:pt x="1831244" y="33929"/>
                </a:lnTo>
                <a:lnTo>
                  <a:pt x="1831244" y="117923"/>
                </a:lnTo>
                <a:lnTo>
                  <a:pt x="1809020" y="117923"/>
                </a:lnTo>
                <a:close/>
                <a:moveTo>
                  <a:pt x="1849411" y="74740"/>
                </a:moveTo>
                <a:cubicBezTo>
                  <a:pt x="1849411" y="67358"/>
                  <a:pt x="1851230" y="60214"/>
                  <a:pt x="1854868" y="53306"/>
                </a:cubicBezTo>
                <a:cubicBezTo>
                  <a:pt x="1858506" y="46399"/>
                  <a:pt x="1863660" y="41127"/>
                  <a:pt x="1870330" y="37489"/>
                </a:cubicBezTo>
                <a:cubicBezTo>
                  <a:pt x="1877000" y="33850"/>
                  <a:pt x="1884448" y="32031"/>
                  <a:pt x="1892673" y="32031"/>
                </a:cubicBezTo>
                <a:cubicBezTo>
                  <a:pt x="1905380" y="32031"/>
                  <a:pt x="1915794" y="36157"/>
                  <a:pt x="1923913" y="44409"/>
                </a:cubicBezTo>
                <a:cubicBezTo>
                  <a:pt x="1932033" y="52661"/>
                  <a:pt x="1936093" y="63087"/>
                  <a:pt x="1936093" y="75689"/>
                </a:cubicBezTo>
                <a:cubicBezTo>
                  <a:pt x="1936093" y="88396"/>
                  <a:pt x="1931994" y="98928"/>
                  <a:pt x="1923795" y="107285"/>
                </a:cubicBezTo>
                <a:cubicBezTo>
                  <a:pt x="1915596" y="115642"/>
                  <a:pt x="1905275" y="119821"/>
                  <a:pt x="1892831" y="119821"/>
                </a:cubicBezTo>
                <a:cubicBezTo>
                  <a:pt x="1885133" y="119821"/>
                  <a:pt x="1877791" y="118081"/>
                  <a:pt x="1870805" y="114601"/>
                </a:cubicBezTo>
                <a:cubicBezTo>
                  <a:pt x="1863818" y="111121"/>
                  <a:pt x="1858506" y="106020"/>
                  <a:pt x="1854868" y="99297"/>
                </a:cubicBezTo>
                <a:cubicBezTo>
                  <a:pt x="1851230" y="92574"/>
                  <a:pt x="1849411" y="84389"/>
                  <a:pt x="1849411" y="74740"/>
                </a:cubicBezTo>
                <a:moveTo>
                  <a:pt x="1872189" y="75926"/>
                </a:moveTo>
                <a:cubicBezTo>
                  <a:pt x="1872189" y="84257"/>
                  <a:pt x="1874166" y="90637"/>
                  <a:pt x="1878121" y="95066"/>
                </a:cubicBezTo>
                <a:cubicBezTo>
                  <a:pt x="1882075" y="99495"/>
                  <a:pt x="1886952" y="101709"/>
                  <a:pt x="1892752" y="101709"/>
                </a:cubicBezTo>
                <a:cubicBezTo>
                  <a:pt x="1898552" y="101709"/>
                  <a:pt x="1903416" y="99495"/>
                  <a:pt x="1907344" y="95066"/>
                </a:cubicBezTo>
                <a:cubicBezTo>
                  <a:pt x="1911272" y="90637"/>
                  <a:pt x="1913236" y="84204"/>
                  <a:pt x="1913236" y="75768"/>
                </a:cubicBezTo>
                <a:cubicBezTo>
                  <a:pt x="1913236" y="67543"/>
                  <a:pt x="1911272" y="61215"/>
                  <a:pt x="1907344" y="56786"/>
                </a:cubicBezTo>
                <a:cubicBezTo>
                  <a:pt x="1903416" y="52357"/>
                  <a:pt x="1898552" y="50143"/>
                  <a:pt x="1892752" y="50143"/>
                </a:cubicBezTo>
                <a:cubicBezTo>
                  <a:pt x="1886952" y="50143"/>
                  <a:pt x="1882075" y="52357"/>
                  <a:pt x="1878121" y="56786"/>
                </a:cubicBezTo>
                <a:cubicBezTo>
                  <a:pt x="1874166" y="61215"/>
                  <a:pt x="1872189" y="67595"/>
                  <a:pt x="1872189" y="75926"/>
                </a:cubicBezTo>
                <a:close/>
                <a:moveTo>
                  <a:pt x="2030583" y="117923"/>
                </a:moveTo>
                <a:lnTo>
                  <a:pt x="2008359" y="117923"/>
                </a:lnTo>
                <a:lnTo>
                  <a:pt x="2008359" y="75056"/>
                </a:lnTo>
                <a:cubicBezTo>
                  <a:pt x="2008359" y="65987"/>
                  <a:pt x="2007884" y="60121"/>
                  <a:pt x="2006935" y="57459"/>
                </a:cubicBezTo>
                <a:cubicBezTo>
                  <a:pt x="2005986" y="54796"/>
                  <a:pt x="2004444" y="52726"/>
                  <a:pt x="2002309" y="51250"/>
                </a:cubicBezTo>
                <a:cubicBezTo>
                  <a:pt x="2000173" y="49774"/>
                  <a:pt x="1997603" y="49036"/>
                  <a:pt x="1994597" y="49036"/>
                </a:cubicBezTo>
                <a:cubicBezTo>
                  <a:pt x="1990748" y="49036"/>
                  <a:pt x="1987295" y="50090"/>
                  <a:pt x="1984237" y="52199"/>
                </a:cubicBezTo>
                <a:cubicBezTo>
                  <a:pt x="1981178" y="54308"/>
                  <a:pt x="1979083" y="57103"/>
                  <a:pt x="1977949" y="60583"/>
                </a:cubicBezTo>
                <a:cubicBezTo>
                  <a:pt x="1976815" y="64063"/>
                  <a:pt x="1976249" y="70495"/>
                  <a:pt x="1976249" y="79881"/>
                </a:cubicBezTo>
                <a:lnTo>
                  <a:pt x="1976249" y="117923"/>
                </a:lnTo>
                <a:lnTo>
                  <a:pt x="1954024" y="117923"/>
                </a:lnTo>
                <a:lnTo>
                  <a:pt x="1954024" y="33929"/>
                </a:lnTo>
                <a:lnTo>
                  <a:pt x="1974667" y="33929"/>
                </a:lnTo>
                <a:lnTo>
                  <a:pt x="1974667" y="46267"/>
                </a:lnTo>
                <a:cubicBezTo>
                  <a:pt x="1981996" y="36777"/>
                  <a:pt x="1991223" y="32031"/>
                  <a:pt x="2002348" y="32031"/>
                </a:cubicBezTo>
                <a:cubicBezTo>
                  <a:pt x="2007252" y="32031"/>
                  <a:pt x="2011733" y="32914"/>
                  <a:pt x="2015793" y="34681"/>
                </a:cubicBezTo>
                <a:cubicBezTo>
                  <a:pt x="2019853" y="36447"/>
                  <a:pt x="2022925" y="38701"/>
                  <a:pt x="2025007" y="41443"/>
                </a:cubicBezTo>
                <a:cubicBezTo>
                  <a:pt x="2027090" y="44185"/>
                  <a:pt x="2028540" y="47296"/>
                  <a:pt x="2029357" y="50776"/>
                </a:cubicBezTo>
                <a:cubicBezTo>
                  <a:pt x="2030175" y="54256"/>
                  <a:pt x="2030583" y="59238"/>
                  <a:pt x="2030583" y="65724"/>
                </a:cubicBezTo>
                <a:lnTo>
                  <a:pt x="2030583" y="117923"/>
                </a:lnTo>
                <a:close/>
                <a:moveTo>
                  <a:pt x="2176379" y="117923"/>
                </a:moveTo>
                <a:lnTo>
                  <a:pt x="2155736" y="117923"/>
                </a:lnTo>
                <a:lnTo>
                  <a:pt x="2155736" y="105585"/>
                </a:lnTo>
                <a:cubicBezTo>
                  <a:pt x="2152309" y="110383"/>
                  <a:pt x="2148262" y="113955"/>
                  <a:pt x="2143596" y="116301"/>
                </a:cubicBezTo>
                <a:cubicBezTo>
                  <a:pt x="2138930" y="118648"/>
                  <a:pt x="2134224" y="119821"/>
                  <a:pt x="2129479" y="119821"/>
                </a:cubicBezTo>
                <a:cubicBezTo>
                  <a:pt x="2119830" y="119821"/>
                  <a:pt x="2111565" y="115932"/>
                  <a:pt x="2104684" y="108155"/>
                </a:cubicBezTo>
                <a:cubicBezTo>
                  <a:pt x="2097803" y="100378"/>
                  <a:pt x="2094363" y="89530"/>
                  <a:pt x="2094363" y="75610"/>
                </a:cubicBezTo>
                <a:cubicBezTo>
                  <a:pt x="2094363" y="61374"/>
                  <a:pt x="2097711" y="50551"/>
                  <a:pt x="2104407" y="43143"/>
                </a:cubicBezTo>
                <a:cubicBezTo>
                  <a:pt x="2111104" y="35735"/>
                  <a:pt x="2119566" y="32031"/>
                  <a:pt x="2129795" y="32031"/>
                </a:cubicBezTo>
                <a:cubicBezTo>
                  <a:pt x="2139180" y="32031"/>
                  <a:pt x="2147300" y="35933"/>
                  <a:pt x="2154155" y="43737"/>
                </a:cubicBezTo>
                <a:lnTo>
                  <a:pt x="2154155" y="1977"/>
                </a:lnTo>
                <a:lnTo>
                  <a:pt x="2176379" y="1977"/>
                </a:lnTo>
                <a:lnTo>
                  <a:pt x="2176379" y="117923"/>
                </a:lnTo>
                <a:moveTo>
                  <a:pt x="2117062" y="74107"/>
                </a:moveTo>
                <a:cubicBezTo>
                  <a:pt x="2117062" y="83071"/>
                  <a:pt x="2118301" y="89556"/>
                  <a:pt x="2120779" y="93563"/>
                </a:cubicBezTo>
                <a:cubicBezTo>
                  <a:pt x="2124364" y="99363"/>
                  <a:pt x="2129373" y="102263"/>
                  <a:pt x="2135806" y="102263"/>
                </a:cubicBezTo>
                <a:cubicBezTo>
                  <a:pt x="2140920" y="102263"/>
                  <a:pt x="2145270" y="100088"/>
                  <a:pt x="2148856" y="95738"/>
                </a:cubicBezTo>
                <a:cubicBezTo>
                  <a:pt x="2152441" y="91388"/>
                  <a:pt x="2154234" y="84890"/>
                  <a:pt x="2154234" y="76242"/>
                </a:cubicBezTo>
                <a:cubicBezTo>
                  <a:pt x="2154234" y="66594"/>
                  <a:pt x="2152494" y="59647"/>
                  <a:pt x="2149014" y="55402"/>
                </a:cubicBezTo>
                <a:cubicBezTo>
                  <a:pt x="2145534" y="51158"/>
                  <a:pt x="2141079" y="49036"/>
                  <a:pt x="2135648" y="49036"/>
                </a:cubicBezTo>
                <a:cubicBezTo>
                  <a:pt x="2130375" y="49036"/>
                  <a:pt x="2125959" y="51131"/>
                  <a:pt x="2122400" y="55323"/>
                </a:cubicBezTo>
                <a:cubicBezTo>
                  <a:pt x="2118841" y="59515"/>
                  <a:pt x="2117062" y="65776"/>
                  <a:pt x="2117062" y="74107"/>
                </a:cubicBezTo>
                <a:close/>
                <a:moveTo>
                  <a:pt x="2198977" y="22541"/>
                </a:moveTo>
                <a:lnTo>
                  <a:pt x="2198977" y="1977"/>
                </a:lnTo>
                <a:lnTo>
                  <a:pt x="2221201" y="1977"/>
                </a:lnTo>
                <a:lnTo>
                  <a:pt x="2221201" y="22541"/>
                </a:lnTo>
                <a:lnTo>
                  <a:pt x="2198977" y="22541"/>
                </a:lnTo>
                <a:moveTo>
                  <a:pt x="2198977" y="117923"/>
                </a:moveTo>
                <a:lnTo>
                  <a:pt x="2198977" y="33929"/>
                </a:lnTo>
                <a:lnTo>
                  <a:pt x="2221201" y="33929"/>
                </a:lnTo>
                <a:lnTo>
                  <a:pt x="2221201" y="117923"/>
                </a:lnTo>
                <a:lnTo>
                  <a:pt x="2198977" y="117923"/>
                </a:lnTo>
                <a:close/>
                <a:moveTo>
                  <a:pt x="2236678" y="93959"/>
                </a:moveTo>
                <a:lnTo>
                  <a:pt x="2258981" y="90558"/>
                </a:lnTo>
                <a:cubicBezTo>
                  <a:pt x="2259930" y="94881"/>
                  <a:pt x="2261855" y="98163"/>
                  <a:pt x="2264755" y="100404"/>
                </a:cubicBezTo>
                <a:cubicBezTo>
                  <a:pt x="2267655" y="102645"/>
                  <a:pt x="2271715" y="103766"/>
                  <a:pt x="2276935" y="103766"/>
                </a:cubicBezTo>
                <a:cubicBezTo>
                  <a:pt x="2282682" y="103766"/>
                  <a:pt x="2287005" y="102711"/>
                  <a:pt x="2289905" y="100602"/>
                </a:cubicBezTo>
                <a:cubicBezTo>
                  <a:pt x="2291856" y="99126"/>
                  <a:pt x="2292832" y="97149"/>
                  <a:pt x="2292832" y="94670"/>
                </a:cubicBezTo>
                <a:cubicBezTo>
                  <a:pt x="2292832" y="92983"/>
                  <a:pt x="2292304" y="91586"/>
                  <a:pt x="2291250" y="90479"/>
                </a:cubicBezTo>
                <a:cubicBezTo>
                  <a:pt x="2290143" y="89424"/>
                  <a:pt x="2287665" y="88449"/>
                  <a:pt x="2283816" y="87552"/>
                </a:cubicBezTo>
                <a:cubicBezTo>
                  <a:pt x="2265889" y="83598"/>
                  <a:pt x="2254526" y="79986"/>
                  <a:pt x="2249728" y="76717"/>
                </a:cubicBezTo>
                <a:cubicBezTo>
                  <a:pt x="2243084" y="72183"/>
                  <a:pt x="2239763" y="65882"/>
                  <a:pt x="2239763" y="57815"/>
                </a:cubicBezTo>
                <a:cubicBezTo>
                  <a:pt x="2239763" y="50538"/>
                  <a:pt x="2242636" y="44422"/>
                  <a:pt x="2248383" y="39466"/>
                </a:cubicBezTo>
                <a:cubicBezTo>
                  <a:pt x="2254131" y="34509"/>
                  <a:pt x="2263041" y="32031"/>
                  <a:pt x="2275116" y="32031"/>
                </a:cubicBezTo>
                <a:cubicBezTo>
                  <a:pt x="2286610" y="32031"/>
                  <a:pt x="2295152" y="33903"/>
                  <a:pt x="2300741" y="37647"/>
                </a:cubicBezTo>
                <a:cubicBezTo>
                  <a:pt x="2306330" y="41390"/>
                  <a:pt x="2310179" y="46927"/>
                  <a:pt x="2312288" y="54256"/>
                </a:cubicBezTo>
                <a:lnTo>
                  <a:pt x="2291329" y="58131"/>
                </a:lnTo>
                <a:cubicBezTo>
                  <a:pt x="2290433" y="54862"/>
                  <a:pt x="2288732" y="52357"/>
                  <a:pt x="2286228" y="50617"/>
                </a:cubicBezTo>
                <a:cubicBezTo>
                  <a:pt x="2283723" y="48877"/>
                  <a:pt x="2280151" y="48007"/>
                  <a:pt x="2275511" y="48007"/>
                </a:cubicBezTo>
                <a:cubicBezTo>
                  <a:pt x="2269658" y="48007"/>
                  <a:pt x="2265467" y="48825"/>
                  <a:pt x="2262936" y="50459"/>
                </a:cubicBezTo>
                <a:cubicBezTo>
                  <a:pt x="2261249" y="51619"/>
                  <a:pt x="2260405" y="53122"/>
                  <a:pt x="2260405" y="54967"/>
                </a:cubicBezTo>
                <a:cubicBezTo>
                  <a:pt x="2260405" y="56549"/>
                  <a:pt x="2261143" y="57894"/>
                  <a:pt x="2262619" y="59001"/>
                </a:cubicBezTo>
                <a:cubicBezTo>
                  <a:pt x="2264623" y="60477"/>
                  <a:pt x="2271543" y="62560"/>
                  <a:pt x="2283381" y="65249"/>
                </a:cubicBezTo>
                <a:cubicBezTo>
                  <a:pt x="2295218" y="67938"/>
                  <a:pt x="2303482" y="71233"/>
                  <a:pt x="2308175" y="75135"/>
                </a:cubicBezTo>
                <a:cubicBezTo>
                  <a:pt x="2312815" y="79090"/>
                  <a:pt x="2315135" y="84600"/>
                  <a:pt x="2315135" y="91665"/>
                </a:cubicBezTo>
                <a:cubicBezTo>
                  <a:pt x="2315135" y="99363"/>
                  <a:pt x="2311919" y="105980"/>
                  <a:pt x="2305486" y="111516"/>
                </a:cubicBezTo>
                <a:cubicBezTo>
                  <a:pt x="2299053" y="117053"/>
                  <a:pt x="2289536" y="119821"/>
                  <a:pt x="2276935" y="119821"/>
                </a:cubicBezTo>
                <a:cubicBezTo>
                  <a:pt x="2265493" y="119821"/>
                  <a:pt x="2256437" y="117501"/>
                  <a:pt x="2249767" y="112861"/>
                </a:cubicBezTo>
                <a:cubicBezTo>
                  <a:pt x="2243098" y="108221"/>
                  <a:pt x="2238734" y="101920"/>
                  <a:pt x="2236678" y="93959"/>
                </a:cubicBezTo>
                <a:close/>
                <a:moveTo>
                  <a:pt x="2407172" y="58764"/>
                </a:moveTo>
                <a:lnTo>
                  <a:pt x="2385264" y="62718"/>
                </a:lnTo>
                <a:cubicBezTo>
                  <a:pt x="2384526" y="58342"/>
                  <a:pt x="2382852" y="55046"/>
                  <a:pt x="2380242" y="52832"/>
                </a:cubicBezTo>
                <a:cubicBezTo>
                  <a:pt x="2377632" y="50617"/>
                  <a:pt x="2374244" y="49510"/>
                  <a:pt x="2370079" y="49510"/>
                </a:cubicBezTo>
                <a:cubicBezTo>
                  <a:pt x="2364542" y="49510"/>
                  <a:pt x="2360126" y="51421"/>
                  <a:pt x="2356831" y="55244"/>
                </a:cubicBezTo>
                <a:cubicBezTo>
                  <a:pt x="2353536" y="59067"/>
                  <a:pt x="2351888" y="65460"/>
                  <a:pt x="2351888" y="74423"/>
                </a:cubicBezTo>
                <a:cubicBezTo>
                  <a:pt x="2351888" y="84389"/>
                  <a:pt x="2353562" y="91428"/>
                  <a:pt x="2356910" y="95540"/>
                </a:cubicBezTo>
                <a:cubicBezTo>
                  <a:pt x="2360258" y="99653"/>
                  <a:pt x="2364753" y="101709"/>
                  <a:pt x="2370395" y="101709"/>
                </a:cubicBezTo>
                <a:cubicBezTo>
                  <a:pt x="2374613" y="101709"/>
                  <a:pt x="2378067" y="100510"/>
                  <a:pt x="2380756" y="98111"/>
                </a:cubicBezTo>
                <a:cubicBezTo>
                  <a:pt x="2383445" y="95712"/>
                  <a:pt x="2385343" y="91586"/>
                  <a:pt x="2386450" y="85733"/>
                </a:cubicBezTo>
                <a:lnTo>
                  <a:pt x="2408279" y="89450"/>
                </a:lnTo>
                <a:cubicBezTo>
                  <a:pt x="2406012" y="99468"/>
                  <a:pt x="2401662" y="107035"/>
                  <a:pt x="2395229" y="112149"/>
                </a:cubicBezTo>
                <a:cubicBezTo>
                  <a:pt x="2388796" y="117264"/>
                  <a:pt x="2380176" y="119821"/>
                  <a:pt x="2369367" y="119821"/>
                </a:cubicBezTo>
                <a:cubicBezTo>
                  <a:pt x="2357081" y="119821"/>
                  <a:pt x="2347288" y="115945"/>
                  <a:pt x="2339985" y="108195"/>
                </a:cubicBezTo>
                <a:cubicBezTo>
                  <a:pt x="2332682" y="100444"/>
                  <a:pt x="2329031" y="89714"/>
                  <a:pt x="2329031" y="76005"/>
                </a:cubicBezTo>
                <a:cubicBezTo>
                  <a:pt x="2329031" y="62138"/>
                  <a:pt x="2332695" y="51342"/>
                  <a:pt x="2340024" y="43618"/>
                </a:cubicBezTo>
                <a:cubicBezTo>
                  <a:pt x="2347353" y="35894"/>
                  <a:pt x="2357266" y="32031"/>
                  <a:pt x="2369762" y="32031"/>
                </a:cubicBezTo>
                <a:cubicBezTo>
                  <a:pt x="2379991" y="32031"/>
                  <a:pt x="2388124" y="34233"/>
                  <a:pt x="2394161" y="38635"/>
                </a:cubicBezTo>
                <a:cubicBezTo>
                  <a:pt x="2400199" y="43038"/>
                  <a:pt x="2404535" y="49747"/>
                  <a:pt x="2407172" y="58764"/>
                </a:cubicBezTo>
                <a:close/>
                <a:moveTo>
                  <a:pt x="2423361" y="117923"/>
                </a:moveTo>
                <a:lnTo>
                  <a:pt x="2423361" y="1977"/>
                </a:lnTo>
                <a:lnTo>
                  <a:pt x="2445586" y="1977"/>
                </a:lnTo>
                <a:lnTo>
                  <a:pt x="2445586" y="117923"/>
                </a:lnTo>
                <a:lnTo>
                  <a:pt x="2423361" y="117923"/>
                </a:lnTo>
                <a:close/>
                <a:moveTo>
                  <a:pt x="2463752" y="74740"/>
                </a:moveTo>
                <a:cubicBezTo>
                  <a:pt x="2463752" y="67358"/>
                  <a:pt x="2465571" y="60214"/>
                  <a:pt x="2469209" y="53306"/>
                </a:cubicBezTo>
                <a:cubicBezTo>
                  <a:pt x="2472847" y="46399"/>
                  <a:pt x="2478001" y="41127"/>
                  <a:pt x="2484671" y="37489"/>
                </a:cubicBezTo>
                <a:cubicBezTo>
                  <a:pt x="2491341" y="33850"/>
                  <a:pt x="2498788" y="32031"/>
                  <a:pt x="2507014" y="32031"/>
                </a:cubicBezTo>
                <a:cubicBezTo>
                  <a:pt x="2519721" y="32031"/>
                  <a:pt x="2530134" y="36157"/>
                  <a:pt x="2538254" y="44409"/>
                </a:cubicBezTo>
                <a:cubicBezTo>
                  <a:pt x="2546374" y="52661"/>
                  <a:pt x="2550434" y="63087"/>
                  <a:pt x="2550434" y="75689"/>
                </a:cubicBezTo>
                <a:cubicBezTo>
                  <a:pt x="2550434" y="88396"/>
                  <a:pt x="2546335" y="98928"/>
                  <a:pt x="2538136" y="107285"/>
                </a:cubicBezTo>
                <a:cubicBezTo>
                  <a:pt x="2529937" y="115642"/>
                  <a:pt x="2519615" y="119821"/>
                  <a:pt x="2507172" y="119821"/>
                </a:cubicBezTo>
                <a:cubicBezTo>
                  <a:pt x="2499474" y="119821"/>
                  <a:pt x="2492132" y="118081"/>
                  <a:pt x="2485146" y="114601"/>
                </a:cubicBezTo>
                <a:cubicBezTo>
                  <a:pt x="2478159" y="111121"/>
                  <a:pt x="2472847" y="106020"/>
                  <a:pt x="2469209" y="99297"/>
                </a:cubicBezTo>
                <a:cubicBezTo>
                  <a:pt x="2465571" y="92574"/>
                  <a:pt x="2463752" y="84389"/>
                  <a:pt x="2463752" y="74740"/>
                </a:cubicBezTo>
                <a:moveTo>
                  <a:pt x="2486530" y="75926"/>
                </a:moveTo>
                <a:cubicBezTo>
                  <a:pt x="2486530" y="84257"/>
                  <a:pt x="2488507" y="90637"/>
                  <a:pt x="2492461" y="95066"/>
                </a:cubicBezTo>
                <a:cubicBezTo>
                  <a:pt x="2496416" y="99495"/>
                  <a:pt x="2501293" y="101709"/>
                  <a:pt x="2507093" y="101709"/>
                </a:cubicBezTo>
                <a:cubicBezTo>
                  <a:pt x="2512893" y="101709"/>
                  <a:pt x="2517757" y="99495"/>
                  <a:pt x="2521685" y="95066"/>
                </a:cubicBezTo>
                <a:cubicBezTo>
                  <a:pt x="2525613" y="90637"/>
                  <a:pt x="2527577" y="84204"/>
                  <a:pt x="2527577" y="75768"/>
                </a:cubicBezTo>
                <a:cubicBezTo>
                  <a:pt x="2527577" y="67543"/>
                  <a:pt x="2525613" y="61215"/>
                  <a:pt x="2521685" y="56786"/>
                </a:cubicBezTo>
                <a:cubicBezTo>
                  <a:pt x="2517757" y="52357"/>
                  <a:pt x="2512893" y="50143"/>
                  <a:pt x="2507093" y="50143"/>
                </a:cubicBezTo>
                <a:cubicBezTo>
                  <a:pt x="2501293" y="50143"/>
                  <a:pt x="2496416" y="52357"/>
                  <a:pt x="2492461" y="56786"/>
                </a:cubicBezTo>
                <a:cubicBezTo>
                  <a:pt x="2488507" y="61215"/>
                  <a:pt x="2486530" y="67595"/>
                  <a:pt x="2486530" y="75926"/>
                </a:cubicBezTo>
                <a:close/>
                <a:moveTo>
                  <a:pt x="2560694" y="93959"/>
                </a:moveTo>
                <a:lnTo>
                  <a:pt x="2582997" y="90558"/>
                </a:lnTo>
                <a:cubicBezTo>
                  <a:pt x="2583946" y="94881"/>
                  <a:pt x="2585871" y="98163"/>
                  <a:pt x="2588771" y="100404"/>
                </a:cubicBezTo>
                <a:cubicBezTo>
                  <a:pt x="2591671" y="102645"/>
                  <a:pt x="2595731" y="103766"/>
                  <a:pt x="2600951" y="103766"/>
                </a:cubicBezTo>
                <a:cubicBezTo>
                  <a:pt x="2606698" y="103766"/>
                  <a:pt x="2611021" y="102711"/>
                  <a:pt x="2613921" y="100602"/>
                </a:cubicBezTo>
                <a:cubicBezTo>
                  <a:pt x="2615872" y="99126"/>
                  <a:pt x="2616848" y="97149"/>
                  <a:pt x="2616848" y="94670"/>
                </a:cubicBezTo>
                <a:cubicBezTo>
                  <a:pt x="2616848" y="92983"/>
                  <a:pt x="2616320" y="91586"/>
                  <a:pt x="2615266" y="90479"/>
                </a:cubicBezTo>
                <a:cubicBezTo>
                  <a:pt x="2614159" y="89424"/>
                  <a:pt x="2611680" y="88449"/>
                  <a:pt x="2607831" y="87552"/>
                </a:cubicBezTo>
                <a:cubicBezTo>
                  <a:pt x="2589904" y="83598"/>
                  <a:pt x="2578542" y="79986"/>
                  <a:pt x="2573744" y="76717"/>
                </a:cubicBezTo>
                <a:cubicBezTo>
                  <a:pt x="2567100" y="72183"/>
                  <a:pt x="2563779" y="65882"/>
                  <a:pt x="2563779" y="57815"/>
                </a:cubicBezTo>
                <a:cubicBezTo>
                  <a:pt x="2563779" y="50538"/>
                  <a:pt x="2566652" y="44422"/>
                  <a:pt x="2572399" y="39466"/>
                </a:cubicBezTo>
                <a:cubicBezTo>
                  <a:pt x="2578146" y="34509"/>
                  <a:pt x="2587057" y="32031"/>
                  <a:pt x="2599132" y="32031"/>
                </a:cubicBezTo>
                <a:cubicBezTo>
                  <a:pt x="2610626" y="32031"/>
                  <a:pt x="2619168" y="33903"/>
                  <a:pt x="2624757" y="37647"/>
                </a:cubicBezTo>
                <a:cubicBezTo>
                  <a:pt x="2630346" y="41390"/>
                  <a:pt x="2634195" y="46927"/>
                  <a:pt x="2636304" y="54256"/>
                </a:cubicBezTo>
                <a:lnTo>
                  <a:pt x="2615345" y="58131"/>
                </a:lnTo>
                <a:cubicBezTo>
                  <a:pt x="2614449" y="54862"/>
                  <a:pt x="2612748" y="52357"/>
                  <a:pt x="2610244" y="50617"/>
                </a:cubicBezTo>
                <a:cubicBezTo>
                  <a:pt x="2607739" y="48877"/>
                  <a:pt x="2604167" y="48007"/>
                  <a:pt x="2599527" y="48007"/>
                </a:cubicBezTo>
                <a:cubicBezTo>
                  <a:pt x="2593674" y="48007"/>
                  <a:pt x="2589483" y="48825"/>
                  <a:pt x="2586952" y="50459"/>
                </a:cubicBezTo>
                <a:cubicBezTo>
                  <a:pt x="2585265" y="51619"/>
                  <a:pt x="2584421" y="53122"/>
                  <a:pt x="2584421" y="54967"/>
                </a:cubicBezTo>
                <a:cubicBezTo>
                  <a:pt x="2584421" y="56549"/>
                  <a:pt x="2585159" y="57894"/>
                  <a:pt x="2586635" y="59001"/>
                </a:cubicBezTo>
                <a:cubicBezTo>
                  <a:pt x="2588639" y="60477"/>
                  <a:pt x="2595559" y="62560"/>
                  <a:pt x="2607396" y="65249"/>
                </a:cubicBezTo>
                <a:cubicBezTo>
                  <a:pt x="2619234" y="67938"/>
                  <a:pt x="2627498" y="71233"/>
                  <a:pt x="2632191" y="75135"/>
                </a:cubicBezTo>
                <a:cubicBezTo>
                  <a:pt x="2636831" y="79090"/>
                  <a:pt x="2639151" y="84600"/>
                  <a:pt x="2639151" y="91665"/>
                </a:cubicBezTo>
                <a:cubicBezTo>
                  <a:pt x="2639151" y="99363"/>
                  <a:pt x="2635935" y="105980"/>
                  <a:pt x="2629502" y="111516"/>
                </a:cubicBezTo>
                <a:cubicBezTo>
                  <a:pt x="2623069" y="117053"/>
                  <a:pt x="2613552" y="119821"/>
                  <a:pt x="2600951" y="119821"/>
                </a:cubicBezTo>
                <a:cubicBezTo>
                  <a:pt x="2589509" y="119821"/>
                  <a:pt x="2580453" y="117501"/>
                  <a:pt x="2573783" y="112861"/>
                </a:cubicBezTo>
                <a:cubicBezTo>
                  <a:pt x="2567113" y="108221"/>
                  <a:pt x="2562750" y="101920"/>
                  <a:pt x="2560694" y="93959"/>
                </a:cubicBezTo>
                <a:close/>
                <a:moveTo>
                  <a:pt x="2713234" y="117923"/>
                </a:moveTo>
                <a:lnTo>
                  <a:pt x="2713234" y="105347"/>
                </a:lnTo>
                <a:cubicBezTo>
                  <a:pt x="2710176" y="109829"/>
                  <a:pt x="2706156" y="113362"/>
                  <a:pt x="2701173" y="115945"/>
                </a:cubicBezTo>
                <a:cubicBezTo>
                  <a:pt x="2696190" y="118529"/>
                  <a:pt x="2690931" y="119821"/>
                  <a:pt x="2685395" y="119821"/>
                </a:cubicBezTo>
                <a:cubicBezTo>
                  <a:pt x="2679753" y="119821"/>
                  <a:pt x="2674691" y="118582"/>
                  <a:pt x="2670209" y="116104"/>
                </a:cubicBezTo>
                <a:cubicBezTo>
                  <a:pt x="2665728" y="113626"/>
                  <a:pt x="2662485" y="110146"/>
                  <a:pt x="2660481" y="105664"/>
                </a:cubicBezTo>
                <a:cubicBezTo>
                  <a:pt x="2658478" y="101182"/>
                  <a:pt x="2657476" y="94987"/>
                  <a:pt x="2657476" y="87078"/>
                </a:cubicBezTo>
                <a:lnTo>
                  <a:pt x="2657476" y="33929"/>
                </a:lnTo>
                <a:lnTo>
                  <a:pt x="2679700" y="33929"/>
                </a:lnTo>
                <a:lnTo>
                  <a:pt x="2679700" y="72525"/>
                </a:lnTo>
                <a:cubicBezTo>
                  <a:pt x="2679700" y="84336"/>
                  <a:pt x="2680109" y="91573"/>
                  <a:pt x="2680926" y="94235"/>
                </a:cubicBezTo>
                <a:cubicBezTo>
                  <a:pt x="2681743" y="96898"/>
                  <a:pt x="2683233" y="99007"/>
                  <a:pt x="2685395" y="100563"/>
                </a:cubicBezTo>
                <a:cubicBezTo>
                  <a:pt x="2687556" y="102118"/>
                  <a:pt x="2690298" y="102896"/>
                  <a:pt x="2693620" y="102896"/>
                </a:cubicBezTo>
                <a:cubicBezTo>
                  <a:pt x="2697416" y="102896"/>
                  <a:pt x="2700817" y="101854"/>
                  <a:pt x="2703823" y="99772"/>
                </a:cubicBezTo>
                <a:cubicBezTo>
                  <a:pt x="2706828" y="97689"/>
                  <a:pt x="2708884" y="95105"/>
                  <a:pt x="2709991" y="92021"/>
                </a:cubicBezTo>
                <a:cubicBezTo>
                  <a:pt x="2711099" y="88936"/>
                  <a:pt x="2711652" y="81383"/>
                  <a:pt x="2711652" y="69362"/>
                </a:cubicBezTo>
                <a:lnTo>
                  <a:pt x="2711652" y="33929"/>
                </a:lnTo>
                <a:lnTo>
                  <a:pt x="2733877" y="33929"/>
                </a:lnTo>
                <a:lnTo>
                  <a:pt x="2733877" y="117923"/>
                </a:lnTo>
                <a:lnTo>
                  <a:pt x="2713234" y="117923"/>
                </a:lnTo>
                <a:close/>
                <a:moveTo>
                  <a:pt x="2778857" y="117923"/>
                </a:moveTo>
                <a:lnTo>
                  <a:pt x="2756633" y="117923"/>
                </a:lnTo>
                <a:lnTo>
                  <a:pt x="2756633" y="33929"/>
                </a:lnTo>
                <a:lnTo>
                  <a:pt x="2777276" y="33929"/>
                </a:lnTo>
                <a:lnTo>
                  <a:pt x="2777276" y="45872"/>
                </a:lnTo>
                <a:cubicBezTo>
                  <a:pt x="2780808" y="40230"/>
                  <a:pt x="2783985" y="36513"/>
                  <a:pt x="2786806" y="34720"/>
                </a:cubicBezTo>
                <a:cubicBezTo>
                  <a:pt x="2789627" y="32928"/>
                  <a:pt x="2792830" y="32031"/>
                  <a:pt x="2796415" y="32031"/>
                </a:cubicBezTo>
                <a:cubicBezTo>
                  <a:pt x="2801477" y="32031"/>
                  <a:pt x="2806354" y="33429"/>
                  <a:pt x="2811047" y="36223"/>
                </a:cubicBezTo>
                <a:lnTo>
                  <a:pt x="2804166" y="55600"/>
                </a:lnTo>
                <a:cubicBezTo>
                  <a:pt x="2800423" y="53175"/>
                  <a:pt x="2796943" y="51962"/>
                  <a:pt x="2793726" y="51962"/>
                </a:cubicBezTo>
                <a:cubicBezTo>
                  <a:pt x="2790615" y="51962"/>
                  <a:pt x="2787979" y="52819"/>
                  <a:pt x="2785817" y="54532"/>
                </a:cubicBezTo>
                <a:cubicBezTo>
                  <a:pt x="2783656" y="56246"/>
                  <a:pt x="2781955" y="59344"/>
                  <a:pt x="2780716" y="63825"/>
                </a:cubicBezTo>
                <a:cubicBezTo>
                  <a:pt x="2779477" y="68307"/>
                  <a:pt x="2778857" y="77692"/>
                  <a:pt x="2778857" y="91981"/>
                </a:cubicBezTo>
                <a:lnTo>
                  <a:pt x="2778857" y="117923"/>
                </a:lnTo>
                <a:close/>
                <a:moveTo>
                  <a:pt x="2868599" y="91190"/>
                </a:moveTo>
                <a:lnTo>
                  <a:pt x="2890744" y="94908"/>
                </a:lnTo>
                <a:cubicBezTo>
                  <a:pt x="2887896" y="103028"/>
                  <a:pt x="2883402" y="109210"/>
                  <a:pt x="2877259" y="113454"/>
                </a:cubicBezTo>
                <a:cubicBezTo>
                  <a:pt x="2871116" y="117699"/>
                  <a:pt x="2863431" y="119821"/>
                  <a:pt x="2854204" y="119821"/>
                </a:cubicBezTo>
                <a:cubicBezTo>
                  <a:pt x="2839599" y="119821"/>
                  <a:pt x="2828790" y="115049"/>
                  <a:pt x="2821778" y="105506"/>
                </a:cubicBezTo>
                <a:cubicBezTo>
                  <a:pt x="2816241" y="97860"/>
                  <a:pt x="2813473" y="88211"/>
                  <a:pt x="2813473" y="76559"/>
                </a:cubicBezTo>
                <a:cubicBezTo>
                  <a:pt x="2813473" y="62639"/>
                  <a:pt x="2817111" y="51738"/>
                  <a:pt x="2824387" y="43855"/>
                </a:cubicBezTo>
                <a:cubicBezTo>
                  <a:pt x="2831664" y="35973"/>
                  <a:pt x="2840864" y="32031"/>
                  <a:pt x="2851990" y="32031"/>
                </a:cubicBezTo>
                <a:cubicBezTo>
                  <a:pt x="2864486" y="32031"/>
                  <a:pt x="2874346" y="36157"/>
                  <a:pt x="2881569" y="44409"/>
                </a:cubicBezTo>
                <a:cubicBezTo>
                  <a:pt x="2888793" y="52661"/>
                  <a:pt x="2892246" y="65302"/>
                  <a:pt x="2891930" y="82332"/>
                </a:cubicBezTo>
                <a:lnTo>
                  <a:pt x="2836251" y="82332"/>
                </a:lnTo>
                <a:cubicBezTo>
                  <a:pt x="2836409" y="88923"/>
                  <a:pt x="2838202" y="94051"/>
                  <a:pt x="2841629" y="97715"/>
                </a:cubicBezTo>
                <a:cubicBezTo>
                  <a:pt x="2845056" y="101380"/>
                  <a:pt x="2849327" y="103212"/>
                  <a:pt x="2854442" y="103212"/>
                </a:cubicBezTo>
                <a:cubicBezTo>
                  <a:pt x="2857921" y="103212"/>
                  <a:pt x="2860848" y="102263"/>
                  <a:pt x="2863221" y="100365"/>
                </a:cubicBezTo>
                <a:cubicBezTo>
                  <a:pt x="2865593" y="98467"/>
                  <a:pt x="2867386" y="95409"/>
                  <a:pt x="2868599" y="91190"/>
                </a:cubicBezTo>
                <a:moveTo>
                  <a:pt x="2869864" y="68729"/>
                </a:moveTo>
                <a:cubicBezTo>
                  <a:pt x="2869706" y="62296"/>
                  <a:pt x="2868045" y="57406"/>
                  <a:pt x="2864881" y="54058"/>
                </a:cubicBezTo>
                <a:cubicBezTo>
                  <a:pt x="2861718" y="50710"/>
                  <a:pt x="2857869" y="49036"/>
                  <a:pt x="2853334" y="49036"/>
                </a:cubicBezTo>
                <a:cubicBezTo>
                  <a:pt x="2848483" y="49036"/>
                  <a:pt x="2844476" y="50802"/>
                  <a:pt x="2841313" y="54335"/>
                </a:cubicBezTo>
                <a:cubicBezTo>
                  <a:pt x="2838149" y="57867"/>
                  <a:pt x="2836594" y="62665"/>
                  <a:pt x="2836646" y="68729"/>
                </a:cubicBezTo>
                <a:lnTo>
                  <a:pt x="2869864" y="687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Useridentity">
            <a:extLst xmlns:a="http://schemas.openxmlformats.org/drawingml/2006/main">
              <a:ext uri="{FF2B5EF4-FFF2-40B4-BE49-F238E27FC236}">
                <a16:creationId xmlns:a16="http://schemas.microsoft.com/office/drawing/2014/main" id="{4BAF5399-6C61-4104-9597-51CCD146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525" y="1009010"/>
            <a:ext cx="966940" cy="150033"/>
          </a:xfrm>
          <a:custGeom xmlns:a="http://schemas.openxmlformats.org/drawingml/2006/main">
            <a:pathLst>
              <a:path w="966940" h="150033">
                <a:moveTo>
                  <a:pt x="0" y="0"/>
                </a:moveTo>
                <a:lnTo>
                  <a:pt x="23411" y="0"/>
                </a:lnTo>
                <a:lnTo>
                  <a:pt x="23411" y="62797"/>
                </a:lnTo>
                <a:cubicBezTo>
                  <a:pt x="23411" y="72763"/>
                  <a:pt x="23701" y="79221"/>
                  <a:pt x="24281" y="82174"/>
                </a:cubicBezTo>
                <a:cubicBezTo>
                  <a:pt x="25282" y="86920"/>
                  <a:pt x="27668" y="90729"/>
                  <a:pt x="31438" y="93603"/>
                </a:cubicBezTo>
                <a:cubicBezTo>
                  <a:pt x="35208" y="96476"/>
                  <a:pt x="40362" y="97913"/>
                  <a:pt x="46900" y="97913"/>
                </a:cubicBezTo>
                <a:cubicBezTo>
                  <a:pt x="53544" y="97913"/>
                  <a:pt x="58553" y="96555"/>
                  <a:pt x="61927" y="93840"/>
                </a:cubicBezTo>
                <a:cubicBezTo>
                  <a:pt x="65302" y="91124"/>
                  <a:pt x="67332" y="87790"/>
                  <a:pt x="68017" y="83835"/>
                </a:cubicBezTo>
                <a:cubicBezTo>
                  <a:pt x="68703" y="79881"/>
                  <a:pt x="69045" y="73316"/>
                  <a:pt x="69045" y="64142"/>
                </a:cubicBezTo>
                <a:lnTo>
                  <a:pt x="69045" y="0"/>
                </a:lnTo>
                <a:lnTo>
                  <a:pt x="92456" y="0"/>
                </a:lnTo>
                <a:lnTo>
                  <a:pt x="92456" y="60899"/>
                </a:lnTo>
                <a:cubicBezTo>
                  <a:pt x="92456" y="74819"/>
                  <a:pt x="91823" y="84652"/>
                  <a:pt x="90558" y="90400"/>
                </a:cubicBezTo>
                <a:cubicBezTo>
                  <a:pt x="89292" y="96147"/>
                  <a:pt x="86959" y="100998"/>
                  <a:pt x="83558" y="104952"/>
                </a:cubicBezTo>
                <a:cubicBezTo>
                  <a:pt x="80157" y="108906"/>
                  <a:pt x="75610" y="112057"/>
                  <a:pt x="69915" y="114403"/>
                </a:cubicBezTo>
                <a:cubicBezTo>
                  <a:pt x="64221" y="116750"/>
                  <a:pt x="56786" y="117923"/>
                  <a:pt x="47612" y="117923"/>
                </a:cubicBezTo>
                <a:cubicBezTo>
                  <a:pt x="36539" y="117923"/>
                  <a:pt x="28143" y="116644"/>
                  <a:pt x="22422" y="114087"/>
                </a:cubicBezTo>
                <a:cubicBezTo>
                  <a:pt x="16701" y="111530"/>
                  <a:pt x="12180" y="108208"/>
                  <a:pt x="8858" y="104122"/>
                </a:cubicBezTo>
                <a:cubicBezTo>
                  <a:pt x="5536" y="100035"/>
                  <a:pt x="3348" y="95751"/>
                  <a:pt x="2294" y="91269"/>
                </a:cubicBezTo>
                <a:cubicBezTo>
                  <a:pt x="765" y="84626"/>
                  <a:pt x="0" y="74819"/>
                  <a:pt x="0" y="61848"/>
                </a:cubicBezTo>
                <a:lnTo>
                  <a:pt x="0" y="0"/>
                </a:lnTo>
                <a:close/>
                <a:moveTo>
                  <a:pt x="108582" y="91981"/>
                </a:moveTo>
                <a:lnTo>
                  <a:pt x="130885" y="88580"/>
                </a:lnTo>
                <a:cubicBezTo>
                  <a:pt x="131834" y="92904"/>
                  <a:pt x="133759" y="96186"/>
                  <a:pt x="136659" y="98427"/>
                </a:cubicBezTo>
                <a:cubicBezTo>
                  <a:pt x="139559" y="100668"/>
                  <a:pt x="143619" y="101788"/>
                  <a:pt x="148839" y="101788"/>
                </a:cubicBezTo>
                <a:cubicBezTo>
                  <a:pt x="154586" y="101788"/>
                  <a:pt x="158909" y="100734"/>
                  <a:pt x="161809" y="98625"/>
                </a:cubicBezTo>
                <a:cubicBezTo>
                  <a:pt x="163760" y="97148"/>
                  <a:pt x="164736" y="95171"/>
                  <a:pt x="164736" y="92693"/>
                </a:cubicBezTo>
                <a:cubicBezTo>
                  <a:pt x="164736" y="91006"/>
                  <a:pt x="164208" y="89609"/>
                  <a:pt x="163154" y="88501"/>
                </a:cubicBezTo>
                <a:cubicBezTo>
                  <a:pt x="162047" y="87447"/>
                  <a:pt x="159568" y="86471"/>
                  <a:pt x="155719" y="85575"/>
                </a:cubicBezTo>
                <a:cubicBezTo>
                  <a:pt x="137792" y="81621"/>
                  <a:pt x="126430" y="78009"/>
                  <a:pt x="121632" y="74740"/>
                </a:cubicBezTo>
                <a:cubicBezTo>
                  <a:pt x="114988" y="70205"/>
                  <a:pt x="111666" y="63904"/>
                  <a:pt x="111666" y="55837"/>
                </a:cubicBezTo>
                <a:cubicBezTo>
                  <a:pt x="111666" y="48561"/>
                  <a:pt x="114540" y="42445"/>
                  <a:pt x="120287" y="37489"/>
                </a:cubicBezTo>
                <a:cubicBezTo>
                  <a:pt x="126034" y="32532"/>
                  <a:pt x="134945" y="30054"/>
                  <a:pt x="147019" y="30054"/>
                </a:cubicBezTo>
                <a:cubicBezTo>
                  <a:pt x="158514" y="30054"/>
                  <a:pt x="167056" y="31926"/>
                  <a:pt x="172645" y="35669"/>
                </a:cubicBezTo>
                <a:cubicBezTo>
                  <a:pt x="178234" y="39413"/>
                  <a:pt x="182083" y="44949"/>
                  <a:pt x="184192" y="52278"/>
                </a:cubicBezTo>
                <a:lnTo>
                  <a:pt x="163233" y="56154"/>
                </a:lnTo>
                <a:cubicBezTo>
                  <a:pt x="162337" y="52885"/>
                  <a:pt x="160636" y="50380"/>
                  <a:pt x="158132" y="48640"/>
                </a:cubicBezTo>
                <a:cubicBezTo>
                  <a:pt x="155627" y="46900"/>
                  <a:pt x="152055" y="46030"/>
                  <a:pt x="147415" y="46030"/>
                </a:cubicBezTo>
                <a:cubicBezTo>
                  <a:pt x="141562" y="46030"/>
                  <a:pt x="137371" y="46847"/>
                  <a:pt x="134840" y="48482"/>
                </a:cubicBezTo>
                <a:cubicBezTo>
                  <a:pt x="133152" y="49642"/>
                  <a:pt x="132309" y="51145"/>
                  <a:pt x="132309" y="52990"/>
                </a:cubicBezTo>
                <a:cubicBezTo>
                  <a:pt x="132309" y="54572"/>
                  <a:pt x="133047" y="55916"/>
                  <a:pt x="134523" y="57024"/>
                </a:cubicBezTo>
                <a:cubicBezTo>
                  <a:pt x="136527" y="58500"/>
                  <a:pt x="143447" y="60583"/>
                  <a:pt x="155284" y="63272"/>
                </a:cubicBezTo>
                <a:cubicBezTo>
                  <a:pt x="167121" y="65961"/>
                  <a:pt x="175386" y="69256"/>
                  <a:pt x="180079" y="73158"/>
                </a:cubicBezTo>
                <a:cubicBezTo>
                  <a:pt x="184719" y="77112"/>
                  <a:pt x="187039" y="82622"/>
                  <a:pt x="187039" y="89688"/>
                </a:cubicBezTo>
                <a:cubicBezTo>
                  <a:pt x="187039" y="97386"/>
                  <a:pt x="183823" y="104003"/>
                  <a:pt x="177390" y="109539"/>
                </a:cubicBezTo>
                <a:cubicBezTo>
                  <a:pt x="170957" y="115075"/>
                  <a:pt x="161440" y="117844"/>
                  <a:pt x="148839" y="117844"/>
                </a:cubicBezTo>
                <a:cubicBezTo>
                  <a:pt x="137397" y="117844"/>
                  <a:pt x="128341" y="115524"/>
                  <a:pt x="121671" y="110884"/>
                </a:cubicBezTo>
                <a:cubicBezTo>
                  <a:pt x="115001" y="106244"/>
                  <a:pt x="110638" y="99943"/>
                  <a:pt x="108582" y="91981"/>
                </a:cubicBezTo>
                <a:close/>
                <a:moveTo>
                  <a:pt x="254414" y="89213"/>
                </a:moveTo>
                <a:lnTo>
                  <a:pt x="276559" y="92930"/>
                </a:lnTo>
                <a:cubicBezTo>
                  <a:pt x="273712" y="101050"/>
                  <a:pt x="269217" y="107232"/>
                  <a:pt x="263074" y="111477"/>
                </a:cubicBezTo>
                <a:cubicBezTo>
                  <a:pt x="256932" y="115721"/>
                  <a:pt x="249247" y="117844"/>
                  <a:pt x="240020" y="117844"/>
                </a:cubicBezTo>
                <a:cubicBezTo>
                  <a:pt x="225414" y="117844"/>
                  <a:pt x="214605" y="113072"/>
                  <a:pt x="207593" y="103528"/>
                </a:cubicBezTo>
                <a:cubicBezTo>
                  <a:pt x="202057" y="95883"/>
                  <a:pt x="199288" y="86234"/>
                  <a:pt x="199288" y="74582"/>
                </a:cubicBezTo>
                <a:cubicBezTo>
                  <a:pt x="199288" y="60662"/>
                  <a:pt x="202927" y="49761"/>
                  <a:pt x="210203" y="41878"/>
                </a:cubicBezTo>
                <a:cubicBezTo>
                  <a:pt x="217479" y="33995"/>
                  <a:pt x="226680" y="30054"/>
                  <a:pt x="237805" y="30054"/>
                </a:cubicBezTo>
                <a:cubicBezTo>
                  <a:pt x="250301" y="30054"/>
                  <a:pt x="260161" y="34180"/>
                  <a:pt x="267385" y="42432"/>
                </a:cubicBezTo>
                <a:cubicBezTo>
                  <a:pt x="274608" y="50683"/>
                  <a:pt x="278062" y="63324"/>
                  <a:pt x="277745" y="80355"/>
                </a:cubicBezTo>
                <a:lnTo>
                  <a:pt x="222066" y="80355"/>
                </a:lnTo>
                <a:cubicBezTo>
                  <a:pt x="222224" y="86946"/>
                  <a:pt x="224017" y="92074"/>
                  <a:pt x="227444" y="95738"/>
                </a:cubicBezTo>
                <a:cubicBezTo>
                  <a:pt x="230872" y="99403"/>
                  <a:pt x="235142" y="101235"/>
                  <a:pt x="240257" y="101235"/>
                </a:cubicBezTo>
                <a:cubicBezTo>
                  <a:pt x="243737" y="101235"/>
                  <a:pt x="246663" y="100286"/>
                  <a:pt x="249036" y="98388"/>
                </a:cubicBezTo>
                <a:cubicBezTo>
                  <a:pt x="251409" y="96489"/>
                  <a:pt x="253201" y="93431"/>
                  <a:pt x="254414" y="89213"/>
                </a:cubicBezTo>
                <a:moveTo>
                  <a:pt x="255679" y="66752"/>
                </a:moveTo>
                <a:cubicBezTo>
                  <a:pt x="255521" y="60319"/>
                  <a:pt x="253860" y="55429"/>
                  <a:pt x="250697" y="52081"/>
                </a:cubicBezTo>
                <a:cubicBezTo>
                  <a:pt x="247533" y="48732"/>
                  <a:pt x="243684" y="47058"/>
                  <a:pt x="239150" y="47058"/>
                </a:cubicBezTo>
                <a:cubicBezTo>
                  <a:pt x="234299" y="47058"/>
                  <a:pt x="230292" y="48825"/>
                  <a:pt x="227128" y="52357"/>
                </a:cubicBezTo>
                <a:cubicBezTo>
                  <a:pt x="223964" y="55890"/>
                  <a:pt x="222409" y="60688"/>
                  <a:pt x="222462" y="66752"/>
                </a:cubicBezTo>
                <a:lnTo>
                  <a:pt x="255679" y="66752"/>
                </a:lnTo>
                <a:close/>
                <a:moveTo>
                  <a:pt x="316411" y="115945"/>
                </a:moveTo>
                <a:lnTo>
                  <a:pt x="294187" y="115945"/>
                </a:lnTo>
                <a:lnTo>
                  <a:pt x="294187" y="31952"/>
                </a:lnTo>
                <a:lnTo>
                  <a:pt x="314829" y="31952"/>
                </a:lnTo>
                <a:lnTo>
                  <a:pt x="314829" y="43895"/>
                </a:lnTo>
                <a:cubicBezTo>
                  <a:pt x="318362" y="38253"/>
                  <a:pt x="321539" y="34536"/>
                  <a:pt x="324359" y="32743"/>
                </a:cubicBezTo>
                <a:cubicBezTo>
                  <a:pt x="327180" y="30950"/>
                  <a:pt x="330383" y="30054"/>
                  <a:pt x="333969" y="30054"/>
                </a:cubicBezTo>
                <a:cubicBezTo>
                  <a:pt x="339031" y="30054"/>
                  <a:pt x="343908" y="31451"/>
                  <a:pt x="348600" y="34246"/>
                </a:cubicBezTo>
                <a:lnTo>
                  <a:pt x="341720" y="53623"/>
                </a:lnTo>
                <a:cubicBezTo>
                  <a:pt x="337976" y="51197"/>
                  <a:pt x="334496" y="49985"/>
                  <a:pt x="331280" y="49985"/>
                </a:cubicBezTo>
                <a:cubicBezTo>
                  <a:pt x="328169" y="49985"/>
                  <a:pt x="325533" y="50841"/>
                  <a:pt x="323371" y="52555"/>
                </a:cubicBezTo>
                <a:cubicBezTo>
                  <a:pt x="321209" y="54269"/>
                  <a:pt x="319509" y="57366"/>
                  <a:pt x="318270" y="61848"/>
                </a:cubicBezTo>
                <a:cubicBezTo>
                  <a:pt x="317030" y="66330"/>
                  <a:pt x="316411" y="75715"/>
                  <a:pt x="316411" y="90004"/>
                </a:cubicBezTo>
                <a:lnTo>
                  <a:pt x="316411" y="115945"/>
                </a:lnTo>
                <a:close/>
                <a:moveTo>
                  <a:pt x="403238" y="20563"/>
                </a:moveTo>
                <a:lnTo>
                  <a:pt x="403238" y="0"/>
                </a:lnTo>
                <a:lnTo>
                  <a:pt x="425463" y="0"/>
                </a:lnTo>
                <a:lnTo>
                  <a:pt x="425463" y="20563"/>
                </a:lnTo>
                <a:lnTo>
                  <a:pt x="403238" y="20563"/>
                </a:lnTo>
                <a:moveTo>
                  <a:pt x="403238" y="115945"/>
                </a:moveTo>
                <a:lnTo>
                  <a:pt x="403238" y="31952"/>
                </a:lnTo>
                <a:lnTo>
                  <a:pt x="425463" y="31952"/>
                </a:lnTo>
                <a:lnTo>
                  <a:pt x="425463" y="115945"/>
                </a:lnTo>
                <a:lnTo>
                  <a:pt x="403238" y="115945"/>
                </a:lnTo>
                <a:close/>
                <a:moveTo>
                  <a:pt x="525900" y="115945"/>
                </a:moveTo>
                <a:lnTo>
                  <a:pt x="505258" y="115945"/>
                </a:lnTo>
                <a:lnTo>
                  <a:pt x="505258" y="103607"/>
                </a:lnTo>
                <a:cubicBezTo>
                  <a:pt x="501831" y="108406"/>
                  <a:pt x="497784" y="111978"/>
                  <a:pt x="493118" y="114324"/>
                </a:cubicBezTo>
                <a:cubicBezTo>
                  <a:pt x="488451" y="116670"/>
                  <a:pt x="483746" y="117844"/>
                  <a:pt x="479000" y="117844"/>
                </a:cubicBezTo>
                <a:cubicBezTo>
                  <a:pt x="469351" y="117844"/>
                  <a:pt x="461086" y="113955"/>
                  <a:pt x="454206" y="106178"/>
                </a:cubicBezTo>
                <a:cubicBezTo>
                  <a:pt x="447325" y="98401"/>
                  <a:pt x="443884" y="87552"/>
                  <a:pt x="443884" y="73632"/>
                </a:cubicBezTo>
                <a:cubicBezTo>
                  <a:pt x="443884" y="59396"/>
                  <a:pt x="447232" y="48574"/>
                  <a:pt x="453929" y="41166"/>
                </a:cubicBezTo>
                <a:cubicBezTo>
                  <a:pt x="460625" y="33758"/>
                  <a:pt x="469088" y="30054"/>
                  <a:pt x="479317" y="30054"/>
                </a:cubicBezTo>
                <a:cubicBezTo>
                  <a:pt x="488702" y="30054"/>
                  <a:pt x="496822" y="33956"/>
                  <a:pt x="503676" y="41759"/>
                </a:cubicBezTo>
                <a:lnTo>
                  <a:pt x="503676" y="0"/>
                </a:lnTo>
                <a:lnTo>
                  <a:pt x="525900" y="0"/>
                </a:lnTo>
                <a:lnTo>
                  <a:pt x="525900" y="115945"/>
                </a:lnTo>
                <a:moveTo>
                  <a:pt x="466583" y="72130"/>
                </a:moveTo>
                <a:cubicBezTo>
                  <a:pt x="466583" y="81093"/>
                  <a:pt x="467822" y="87579"/>
                  <a:pt x="470300" y="91586"/>
                </a:cubicBezTo>
                <a:cubicBezTo>
                  <a:pt x="473886" y="97386"/>
                  <a:pt x="478895" y="100286"/>
                  <a:pt x="485327" y="100286"/>
                </a:cubicBezTo>
                <a:cubicBezTo>
                  <a:pt x="490442" y="100286"/>
                  <a:pt x="494792" y="98111"/>
                  <a:pt x="498377" y="93761"/>
                </a:cubicBezTo>
                <a:cubicBezTo>
                  <a:pt x="501963" y="89411"/>
                  <a:pt x="503755" y="82912"/>
                  <a:pt x="503755" y="74265"/>
                </a:cubicBezTo>
                <a:cubicBezTo>
                  <a:pt x="503755" y="64616"/>
                  <a:pt x="502015" y="57670"/>
                  <a:pt x="498535" y="53425"/>
                </a:cubicBezTo>
                <a:cubicBezTo>
                  <a:pt x="495055" y="49181"/>
                  <a:pt x="490600" y="47058"/>
                  <a:pt x="485169" y="47058"/>
                </a:cubicBezTo>
                <a:cubicBezTo>
                  <a:pt x="479897" y="47058"/>
                  <a:pt x="475481" y="49154"/>
                  <a:pt x="471922" y="53346"/>
                </a:cubicBezTo>
                <a:cubicBezTo>
                  <a:pt x="468363" y="57538"/>
                  <a:pt x="466583" y="63799"/>
                  <a:pt x="466583" y="72130"/>
                </a:cubicBezTo>
                <a:close/>
                <a:moveTo>
                  <a:pt x="597074" y="89213"/>
                </a:moveTo>
                <a:lnTo>
                  <a:pt x="619219" y="92930"/>
                </a:lnTo>
                <a:cubicBezTo>
                  <a:pt x="616372" y="101050"/>
                  <a:pt x="611877" y="107232"/>
                  <a:pt x="605734" y="111477"/>
                </a:cubicBezTo>
                <a:cubicBezTo>
                  <a:pt x="599591" y="115721"/>
                  <a:pt x="591906" y="117844"/>
                  <a:pt x="582679" y="117844"/>
                </a:cubicBezTo>
                <a:cubicBezTo>
                  <a:pt x="568074" y="117844"/>
                  <a:pt x="557265" y="113072"/>
                  <a:pt x="550253" y="103528"/>
                </a:cubicBezTo>
                <a:cubicBezTo>
                  <a:pt x="544716" y="95883"/>
                  <a:pt x="541948" y="86234"/>
                  <a:pt x="541948" y="74582"/>
                </a:cubicBezTo>
                <a:cubicBezTo>
                  <a:pt x="541948" y="60662"/>
                  <a:pt x="545586" y="49761"/>
                  <a:pt x="552862" y="41878"/>
                </a:cubicBezTo>
                <a:cubicBezTo>
                  <a:pt x="560139" y="33995"/>
                  <a:pt x="569340" y="30054"/>
                  <a:pt x="580465" y="30054"/>
                </a:cubicBezTo>
                <a:cubicBezTo>
                  <a:pt x="592961" y="30054"/>
                  <a:pt x="602821" y="34180"/>
                  <a:pt x="610044" y="42432"/>
                </a:cubicBezTo>
                <a:cubicBezTo>
                  <a:pt x="617268" y="50683"/>
                  <a:pt x="620721" y="63324"/>
                  <a:pt x="620405" y="80355"/>
                </a:cubicBezTo>
                <a:lnTo>
                  <a:pt x="564726" y="80355"/>
                </a:lnTo>
                <a:cubicBezTo>
                  <a:pt x="564884" y="86946"/>
                  <a:pt x="566677" y="92074"/>
                  <a:pt x="570104" y="95738"/>
                </a:cubicBezTo>
                <a:cubicBezTo>
                  <a:pt x="573531" y="99403"/>
                  <a:pt x="577802" y="101235"/>
                  <a:pt x="582917" y="101235"/>
                </a:cubicBezTo>
                <a:cubicBezTo>
                  <a:pt x="586397" y="101235"/>
                  <a:pt x="589323" y="100286"/>
                  <a:pt x="591696" y="98388"/>
                </a:cubicBezTo>
                <a:cubicBezTo>
                  <a:pt x="594068" y="96489"/>
                  <a:pt x="595861" y="93431"/>
                  <a:pt x="597074" y="89213"/>
                </a:cubicBezTo>
                <a:moveTo>
                  <a:pt x="598339" y="66752"/>
                </a:moveTo>
                <a:cubicBezTo>
                  <a:pt x="598181" y="60319"/>
                  <a:pt x="596520" y="55429"/>
                  <a:pt x="593356" y="52081"/>
                </a:cubicBezTo>
                <a:cubicBezTo>
                  <a:pt x="590193" y="48732"/>
                  <a:pt x="586344" y="47058"/>
                  <a:pt x="581809" y="47058"/>
                </a:cubicBezTo>
                <a:cubicBezTo>
                  <a:pt x="576958" y="47058"/>
                  <a:pt x="572951" y="48825"/>
                  <a:pt x="569788" y="52357"/>
                </a:cubicBezTo>
                <a:cubicBezTo>
                  <a:pt x="566624" y="55890"/>
                  <a:pt x="565069" y="60688"/>
                  <a:pt x="565121" y="66752"/>
                </a:cubicBezTo>
                <a:lnTo>
                  <a:pt x="598339" y="66752"/>
                </a:lnTo>
                <a:close/>
                <a:moveTo>
                  <a:pt x="714196" y="115945"/>
                </a:moveTo>
                <a:lnTo>
                  <a:pt x="691972" y="115945"/>
                </a:lnTo>
                <a:lnTo>
                  <a:pt x="691972" y="73079"/>
                </a:lnTo>
                <a:cubicBezTo>
                  <a:pt x="691972" y="64010"/>
                  <a:pt x="691497" y="58144"/>
                  <a:pt x="690548" y="55481"/>
                </a:cubicBezTo>
                <a:cubicBezTo>
                  <a:pt x="689599" y="52819"/>
                  <a:pt x="688057" y="50749"/>
                  <a:pt x="685921" y="49273"/>
                </a:cubicBezTo>
                <a:cubicBezTo>
                  <a:pt x="683786" y="47797"/>
                  <a:pt x="681215" y="47058"/>
                  <a:pt x="678210" y="47058"/>
                </a:cubicBezTo>
                <a:cubicBezTo>
                  <a:pt x="674361" y="47058"/>
                  <a:pt x="670907" y="48113"/>
                  <a:pt x="667849" y="50222"/>
                </a:cubicBezTo>
                <a:cubicBezTo>
                  <a:pt x="664791" y="52331"/>
                  <a:pt x="662695" y="55126"/>
                  <a:pt x="661562" y="58605"/>
                </a:cubicBezTo>
                <a:cubicBezTo>
                  <a:pt x="660428" y="62085"/>
                  <a:pt x="659861" y="68518"/>
                  <a:pt x="659861" y="77903"/>
                </a:cubicBezTo>
                <a:lnTo>
                  <a:pt x="659861" y="115945"/>
                </a:lnTo>
                <a:lnTo>
                  <a:pt x="637637" y="115945"/>
                </a:lnTo>
                <a:lnTo>
                  <a:pt x="637637" y="31952"/>
                </a:lnTo>
                <a:lnTo>
                  <a:pt x="658279" y="31952"/>
                </a:lnTo>
                <a:lnTo>
                  <a:pt x="658279" y="44290"/>
                </a:lnTo>
                <a:cubicBezTo>
                  <a:pt x="665608" y="34799"/>
                  <a:pt x="674836" y="30054"/>
                  <a:pt x="685961" y="30054"/>
                </a:cubicBezTo>
                <a:cubicBezTo>
                  <a:pt x="690864" y="30054"/>
                  <a:pt x="695346" y="30937"/>
                  <a:pt x="699406" y="32704"/>
                </a:cubicBezTo>
                <a:cubicBezTo>
                  <a:pt x="703466" y="34470"/>
                  <a:pt x="706537" y="36724"/>
                  <a:pt x="708620" y="39466"/>
                </a:cubicBezTo>
                <a:cubicBezTo>
                  <a:pt x="710703" y="42208"/>
                  <a:pt x="712153" y="45318"/>
                  <a:pt x="712970" y="48798"/>
                </a:cubicBezTo>
                <a:cubicBezTo>
                  <a:pt x="713787" y="52278"/>
                  <a:pt x="714196" y="57261"/>
                  <a:pt x="714196" y="63746"/>
                </a:cubicBezTo>
                <a:lnTo>
                  <a:pt x="714196" y="115945"/>
                </a:lnTo>
                <a:close/>
                <a:moveTo>
                  <a:pt x="775878" y="31952"/>
                </a:moveTo>
                <a:lnTo>
                  <a:pt x="775878" y="49668"/>
                </a:lnTo>
                <a:lnTo>
                  <a:pt x="760693" y="49668"/>
                </a:lnTo>
                <a:lnTo>
                  <a:pt x="760693" y="83519"/>
                </a:lnTo>
                <a:cubicBezTo>
                  <a:pt x="760693" y="90373"/>
                  <a:pt x="760838" y="94367"/>
                  <a:pt x="761128" y="95501"/>
                </a:cubicBezTo>
                <a:cubicBezTo>
                  <a:pt x="761418" y="96634"/>
                  <a:pt x="762077" y="97570"/>
                  <a:pt x="763105" y="98308"/>
                </a:cubicBezTo>
                <a:cubicBezTo>
                  <a:pt x="764134" y="99047"/>
                  <a:pt x="765386" y="99416"/>
                  <a:pt x="766862" y="99416"/>
                </a:cubicBezTo>
                <a:cubicBezTo>
                  <a:pt x="768918" y="99416"/>
                  <a:pt x="771898" y="98704"/>
                  <a:pt x="775799" y="97280"/>
                </a:cubicBezTo>
                <a:lnTo>
                  <a:pt x="777697" y="114522"/>
                </a:lnTo>
                <a:cubicBezTo>
                  <a:pt x="772530" y="116736"/>
                  <a:pt x="766678" y="117844"/>
                  <a:pt x="760140" y="117844"/>
                </a:cubicBezTo>
                <a:cubicBezTo>
                  <a:pt x="756132" y="117844"/>
                  <a:pt x="752521" y="117171"/>
                  <a:pt x="749304" y="115827"/>
                </a:cubicBezTo>
                <a:cubicBezTo>
                  <a:pt x="746088" y="114482"/>
                  <a:pt x="743728" y="112742"/>
                  <a:pt x="742226" y="110607"/>
                </a:cubicBezTo>
                <a:cubicBezTo>
                  <a:pt x="740723" y="108471"/>
                  <a:pt x="739682" y="105585"/>
                  <a:pt x="739102" y="101947"/>
                </a:cubicBezTo>
                <a:cubicBezTo>
                  <a:pt x="738627" y="99363"/>
                  <a:pt x="738390" y="94143"/>
                  <a:pt x="738390" y="86287"/>
                </a:cubicBezTo>
                <a:lnTo>
                  <a:pt x="738390" y="49668"/>
                </a:lnTo>
                <a:lnTo>
                  <a:pt x="728187" y="49668"/>
                </a:lnTo>
                <a:lnTo>
                  <a:pt x="728187" y="31952"/>
                </a:lnTo>
                <a:lnTo>
                  <a:pt x="738390" y="31952"/>
                </a:lnTo>
                <a:lnTo>
                  <a:pt x="738390" y="15264"/>
                </a:lnTo>
                <a:lnTo>
                  <a:pt x="760693" y="2294"/>
                </a:lnTo>
                <a:lnTo>
                  <a:pt x="760693" y="31952"/>
                </a:lnTo>
                <a:lnTo>
                  <a:pt x="775878" y="31952"/>
                </a:lnTo>
                <a:close/>
                <a:moveTo>
                  <a:pt x="791413" y="20563"/>
                </a:moveTo>
                <a:lnTo>
                  <a:pt x="791413" y="0"/>
                </a:lnTo>
                <a:lnTo>
                  <a:pt x="813637" y="0"/>
                </a:lnTo>
                <a:lnTo>
                  <a:pt x="813637" y="20563"/>
                </a:lnTo>
                <a:lnTo>
                  <a:pt x="791413" y="20563"/>
                </a:lnTo>
                <a:moveTo>
                  <a:pt x="791413" y="115945"/>
                </a:moveTo>
                <a:lnTo>
                  <a:pt x="791413" y="31952"/>
                </a:lnTo>
                <a:lnTo>
                  <a:pt x="813637" y="31952"/>
                </a:lnTo>
                <a:lnTo>
                  <a:pt x="813637" y="115945"/>
                </a:lnTo>
                <a:lnTo>
                  <a:pt x="791413" y="115945"/>
                </a:lnTo>
                <a:close/>
                <a:moveTo>
                  <a:pt x="875558" y="31952"/>
                </a:moveTo>
                <a:lnTo>
                  <a:pt x="875558" y="49668"/>
                </a:lnTo>
                <a:lnTo>
                  <a:pt x="860373" y="49668"/>
                </a:lnTo>
                <a:lnTo>
                  <a:pt x="860373" y="83519"/>
                </a:lnTo>
                <a:cubicBezTo>
                  <a:pt x="860373" y="90373"/>
                  <a:pt x="860518" y="94367"/>
                  <a:pt x="860808" y="95501"/>
                </a:cubicBezTo>
                <a:cubicBezTo>
                  <a:pt x="861098" y="96634"/>
                  <a:pt x="861757" y="97570"/>
                  <a:pt x="862785" y="98308"/>
                </a:cubicBezTo>
                <a:cubicBezTo>
                  <a:pt x="863813" y="99047"/>
                  <a:pt x="865066" y="99416"/>
                  <a:pt x="866542" y="99416"/>
                </a:cubicBezTo>
                <a:cubicBezTo>
                  <a:pt x="868598" y="99416"/>
                  <a:pt x="871577" y="98704"/>
                  <a:pt x="875479" y="97280"/>
                </a:cubicBezTo>
                <a:lnTo>
                  <a:pt x="877377" y="114522"/>
                </a:lnTo>
                <a:cubicBezTo>
                  <a:pt x="872210" y="116736"/>
                  <a:pt x="866357" y="117844"/>
                  <a:pt x="859819" y="117844"/>
                </a:cubicBezTo>
                <a:cubicBezTo>
                  <a:pt x="855812" y="117844"/>
                  <a:pt x="852200" y="117171"/>
                  <a:pt x="848984" y="115827"/>
                </a:cubicBezTo>
                <a:cubicBezTo>
                  <a:pt x="845768" y="114482"/>
                  <a:pt x="843408" y="112742"/>
                  <a:pt x="841906" y="110607"/>
                </a:cubicBezTo>
                <a:cubicBezTo>
                  <a:pt x="840403" y="108471"/>
                  <a:pt x="839362" y="105585"/>
                  <a:pt x="838782" y="101947"/>
                </a:cubicBezTo>
                <a:cubicBezTo>
                  <a:pt x="838307" y="99363"/>
                  <a:pt x="838070" y="94143"/>
                  <a:pt x="838070" y="86287"/>
                </a:cubicBezTo>
                <a:lnTo>
                  <a:pt x="838070" y="49668"/>
                </a:lnTo>
                <a:lnTo>
                  <a:pt x="827867" y="49668"/>
                </a:lnTo>
                <a:lnTo>
                  <a:pt x="827867" y="31952"/>
                </a:lnTo>
                <a:lnTo>
                  <a:pt x="838070" y="31952"/>
                </a:lnTo>
                <a:lnTo>
                  <a:pt x="838070" y="15264"/>
                </a:lnTo>
                <a:lnTo>
                  <a:pt x="860373" y="2294"/>
                </a:lnTo>
                <a:lnTo>
                  <a:pt x="860373" y="31952"/>
                </a:lnTo>
                <a:lnTo>
                  <a:pt x="875558" y="31952"/>
                </a:lnTo>
                <a:close/>
                <a:moveTo>
                  <a:pt x="880574" y="31952"/>
                </a:moveTo>
                <a:lnTo>
                  <a:pt x="904221" y="31952"/>
                </a:lnTo>
                <a:lnTo>
                  <a:pt x="924310" y="91586"/>
                </a:lnTo>
                <a:lnTo>
                  <a:pt x="943925" y="31952"/>
                </a:lnTo>
                <a:lnTo>
                  <a:pt x="966940" y="31952"/>
                </a:lnTo>
                <a:lnTo>
                  <a:pt x="937281" y="112782"/>
                </a:lnTo>
                <a:lnTo>
                  <a:pt x="931982" y="127413"/>
                </a:lnTo>
                <a:cubicBezTo>
                  <a:pt x="930031" y="132317"/>
                  <a:pt x="928172" y="136061"/>
                  <a:pt x="926406" y="138644"/>
                </a:cubicBezTo>
                <a:cubicBezTo>
                  <a:pt x="924640" y="141228"/>
                  <a:pt x="922610" y="143324"/>
                  <a:pt x="920316" y="144932"/>
                </a:cubicBezTo>
                <a:cubicBezTo>
                  <a:pt x="918023" y="146540"/>
                  <a:pt x="915202" y="147792"/>
                  <a:pt x="911854" y="148689"/>
                </a:cubicBezTo>
                <a:cubicBezTo>
                  <a:pt x="908506" y="149585"/>
                  <a:pt x="904722" y="150033"/>
                  <a:pt x="900504" y="150033"/>
                </a:cubicBezTo>
                <a:cubicBezTo>
                  <a:pt x="896233" y="150033"/>
                  <a:pt x="892042" y="149585"/>
                  <a:pt x="887929" y="148689"/>
                </a:cubicBezTo>
                <a:lnTo>
                  <a:pt x="885952" y="131289"/>
                </a:lnTo>
                <a:cubicBezTo>
                  <a:pt x="889432" y="131974"/>
                  <a:pt x="892569" y="132317"/>
                  <a:pt x="895363" y="132317"/>
                </a:cubicBezTo>
                <a:cubicBezTo>
                  <a:pt x="900531" y="132317"/>
                  <a:pt x="904353" y="130801"/>
                  <a:pt x="906831" y="127769"/>
                </a:cubicBezTo>
                <a:cubicBezTo>
                  <a:pt x="909310" y="124738"/>
                  <a:pt x="911208" y="120875"/>
                  <a:pt x="912526" y="116183"/>
                </a:cubicBezTo>
                <a:lnTo>
                  <a:pt x="880574" y="31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Userlocation">
            <a:extLst xmlns:a="http://schemas.openxmlformats.org/drawingml/2006/main">
              <a:ext uri="{FF2B5EF4-FFF2-40B4-BE49-F238E27FC236}">
                <a16:creationId xmlns:a16="http://schemas.microsoft.com/office/drawing/2014/main" id="{C106690B-B552-4291-8453-AE8B89E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7348" y="1277006"/>
            <a:ext cx="1002804" cy="117923"/>
          </a:xfrm>
          <a:custGeom xmlns:a="http://schemas.openxmlformats.org/drawingml/2006/main">
            <a:pathLst>
              <a:path w="1002804" h="117923">
                <a:moveTo>
                  <a:pt x="0" y="0"/>
                </a:moveTo>
                <a:lnTo>
                  <a:pt x="23411" y="0"/>
                </a:lnTo>
                <a:lnTo>
                  <a:pt x="23411" y="62797"/>
                </a:lnTo>
                <a:cubicBezTo>
                  <a:pt x="23411" y="72763"/>
                  <a:pt x="23701" y="79221"/>
                  <a:pt x="24281" y="82174"/>
                </a:cubicBezTo>
                <a:cubicBezTo>
                  <a:pt x="25282" y="86920"/>
                  <a:pt x="27668" y="90729"/>
                  <a:pt x="31438" y="93603"/>
                </a:cubicBezTo>
                <a:cubicBezTo>
                  <a:pt x="35208" y="96476"/>
                  <a:pt x="40362" y="97913"/>
                  <a:pt x="46900" y="97913"/>
                </a:cubicBezTo>
                <a:cubicBezTo>
                  <a:pt x="53544" y="97913"/>
                  <a:pt x="58553" y="96555"/>
                  <a:pt x="61927" y="93840"/>
                </a:cubicBezTo>
                <a:cubicBezTo>
                  <a:pt x="65302" y="91124"/>
                  <a:pt x="67332" y="87790"/>
                  <a:pt x="68017" y="83835"/>
                </a:cubicBezTo>
                <a:cubicBezTo>
                  <a:pt x="68703" y="79881"/>
                  <a:pt x="69045" y="73316"/>
                  <a:pt x="69045" y="64142"/>
                </a:cubicBezTo>
                <a:lnTo>
                  <a:pt x="69045" y="0"/>
                </a:lnTo>
                <a:lnTo>
                  <a:pt x="92456" y="0"/>
                </a:lnTo>
                <a:lnTo>
                  <a:pt x="92456" y="60899"/>
                </a:lnTo>
                <a:cubicBezTo>
                  <a:pt x="92456" y="74819"/>
                  <a:pt x="91823" y="84652"/>
                  <a:pt x="90558" y="90400"/>
                </a:cubicBezTo>
                <a:cubicBezTo>
                  <a:pt x="89292" y="96147"/>
                  <a:pt x="86959" y="100998"/>
                  <a:pt x="83558" y="104952"/>
                </a:cubicBezTo>
                <a:cubicBezTo>
                  <a:pt x="80157" y="108906"/>
                  <a:pt x="75610" y="112057"/>
                  <a:pt x="69915" y="114403"/>
                </a:cubicBezTo>
                <a:cubicBezTo>
                  <a:pt x="64221" y="116750"/>
                  <a:pt x="56786" y="117923"/>
                  <a:pt x="47612" y="117923"/>
                </a:cubicBezTo>
                <a:cubicBezTo>
                  <a:pt x="36539" y="117923"/>
                  <a:pt x="28143" y="116644"/>
                  <a:pt x="22422" y="114087"/>
                </a:cubicBezTo>
                <a:cubicBezTo>
                  <a:pt x="16701" y="111530"/>
                  <a:pt x="12180" y="108208"/>
                  <a:pt x="8858" y="104122"/>
                </a:cubicBezTo>
                <a:cubicBezTo>
                  <a:pt x="5536" y="100035"/>
                  <a:pt x="3348" y="95751"/>
                  <a:pt x="2294" y="91269"/>
                </a:cubicBezTo>
                <a:cubicBezTo>
                  <a:pt x="765" y="84626"/>
                  <a:pt x="0" y="74819"/>
                  <a:pt x="0" y="61848"/>
                </a:cubicBezTo>
                <a:lnTo>
                  <a:pt x="0" y="0"/>
                </a:lnTo>
                <a:close/>
                <a:moveTo>
                  <a:pt x="108582" y="91981"/>
                </a:moveTo>
                <a:lnTo>
                  <a:pt x="130885" y="88580"/>
                </a:lnTo>
                <a:cubicBezTo>
                  <a:pt x="131834" y="92904"/>
                  <a:pt x="133759" y="96186"/>
                  <a:pt x="136659" y="98427"/>
                </a:cubicBezTo>
                <a:cubicBezTo>
                  <a:pt x="139559" y="100668"/>
                  <a:pt x="143619" y="101788"/>
                  <a:pt x="148839" y="101788"/>
                </a:cubicBezTo>
                <a:cubicBezTo>
                  <a:pt x="154586" y="101788"/>
                  <a:pt x="158909" y="100734"/>
                  <a:pt x="161809" y="98625"/>
                </a:cubicBezTo>
                <a:cubicBezTo>
                  <a:pt x="163760" y="97148"/>
                  <a:pt x="164736" y="95171"/>
                  <a:pt x="164736" y="92693"/>
                </a:cubicBezTo>
                <a:cubicBezTo>
                  <a:pt x="164736" y="91006"/>
                  <a:pt x="164208" y="89609"/>
                  <a:pt x="163154" y="88501"/>
                </a:cubicBezTo>
                <a:cubicBezTo>
                  <a:pt x="162047" y="87447"/>
                  <a:pt x="159569" y="86471"/>
                  <a:pt x="155720" y="85575"/>
                </a:cubicBezTo>
                <a:cubicBezTo>
                  <a:pt x="137793" y="81621"/>
                  <a:pt x="126430" y="78009"/>
                  <a:pt x="121632" y="74740"/>
                </a:cubicBezTo>
                <a:cubicBezTo>
                  <a:pt x="114988" y="70205"/>
                  <a:pt x="111667" y="63904"/>
                  <a:pt x="111667" y="55837"/>
                </a:cubicBezTo>
                <a:cubicBezTo>
                  <a:pt x="111667" y="48561"/>
                  <a:pt x="114540" y="42445"/>
                  <a:pt x="120287" y="37489"/>
                </a:cubicBezTo>
                <a:cubicBezTo>
                  <a:pt x="126035" y="32532"/>
                  <a:pt x="134945" y="30054"/>
                  <a:pt x="147020" y="30054"/>
                </a:cubicBezTo>
                <a:cubicBezTo>
                  <a:pt x="158514" y="30054"/>
                  <a:pt x="167056" y="31926"/>
                  <a:pt x="172645" y="35669"/>
                </a:cubicBezTo>
                <a:cubicBezTo>
                  <a:pt x="178234" y="39413"/>
                  <a:pt x="182083" y="44949"/>
                  <a:pt x="184192" y="52278"/>
                </a:cubicBezTo>
                <a:lnTo>
                  <a:pt x="163233" y="56154"/>
                </a:lnTo>
                <a:cubicBezTo>
                  <a:pt x="162337" y="52885"/>
                  <a:pt x="160636" y="50380"/>
                  <a:pt x="158132" y="48640"/>
                </a:cubicBezTo>
                <a:cubicBezTo>
                  <a:pt x="155627" y="46900"/>
                  <a:pt x="152055" y="46030"/>
                  <a:pt x="147415" y="46030"/>
                </a:cubicBezTo>
                <a:cubicBezTo>
                  <a:pt x="141562" y="46030"/>
                  <a:pt x="137371" y="46847"/>
                  <a:pt x="134840" y="48482"/>
                </a:cubicBezTo>
                <a:cubicBezTo>
                  <a:pt x="133153" y="49642"/>
                  <a:pt x="132309" y="51145"/>
                  <a:pt x="132309" y="52990"/>
                </a:cubicBezTo>
                <a:cubicBezTo>
                  <a:pt x="132309" y="54572"/>
                  <a:pt x="133047" y="55916"/>
                  <a:pt x="134523" y="57024"/>
                </a:cubicBezTo>
                <a:cubicBezTo>
                  <a:pt x="136527" y="58500"/>
                  <a:pt x="143447" y="60583"/>
                  <a:pt x="155285" y="63272"/>
                </a:cubicBezTo>
                <a:cubicBezTo>
                  <a:pt x="167122" y="65961"/>
                  <a:pt x="175386" y="69256"/>
                  <a:pt x="180079" y="73158"/>
                </a:cubicBezTo>
                <a:cubicBezTo>
                  <a:pt x="184719" y="77112"/>
                  <a:pt x="187039" y="82622"/>
                  <a:pt x="187039" y="89688"/>
                </a:cubicBezTo>
                <a:cubicBezTo>
                  <a:pt x="187039" y="97386"/>
                  <a:pt x="183823" y="104003"/>
                  <a:pt x="177390" y="109539"/>
                </a:cubicBezTo>
                <a:cubicBezTo>
                  <a:pt x="170957" y="115075"/>
                  <a:pt x="161440" y="117844"/>
                  <a:pt x="148839" y="117844"/>
                </a:cubicBezTo>
                <a:cubicBezTo>
                  <a:pt x="137397" y="117844"/>
                  <a:pt x="128341" y="115524"/>
                  <a:pt x="121671" y="110884"/>
                </a:cubicBezTo>
                <a:cubicBezTo>
                  <a:pt x="115002" y="106244"/>
                  <a:pt x="110638" y="99943"/>
                  <a:pt x="108582" y="91981"/>
                </a:cubicBezTo>
                <a:close/>
                <a:moveTo>
                  <a:pt x="254414" y="89213"/>
                </a:moveTo>
                <a:lnTo>
                  <a:pt x="276559" y="92930"/>
                </a:lnTo>
                <a:cubicBezTo>
                  <a:pt x="273712" y="101050"/>
                  <a:pt x="269217" y="107232"/>
                  <a:pt x="263074" y="111477"/>
                </a:cubicBezTo>
                <a:cubicBezTo>
                  <a:pt x="256932" y="115721"/>
                  <a:pt x="249247" y="117844"/>
                  <a:pt x="240020" y="117844"/>
                </a:cubicBezTo>
                <a:cubicBezTo>
                  <a:pt x="225415" y="117844"/>
                  <a:pt x="214606" y="113072"/>
                  <a:pt x="207593" y="103528"/>
                </a:cubicBezTo>
                <a:cubicBezTo>
                  <a:pt x="202057" y="95883"/>
                  <a:pt x="199289" y="86234"/>
                  <a:pt x="199289" y="74582"/>
                </a:cubicBezTo>
                <a:cubicBezTo>
                  <a:pt x="199289" y="60662"/>
                  <a:pt x="202927" y="49761"/>
                  <a:pt x="210203" y="41878"/>
                </a:cubicBezTo>
                <a:cubicBezTo>
                  <a:pt x="217479" y="33995"/>
                  <a:pt x="226680" y="30054"/>
                  <a:pt x="237805" y="30054"/>
                </a:cubicBezTo>
                <a:cubicBezTo>
                  <a:pt x="250301" y="30054"/>
                  <a:pt x="260161" y="34180"/>
                  <a:pt x="267385" y="42432"/>
                </a:cubicBezTo>
                <a:cubicBezTo>
                  <a:pt x="274608" y="50683"/>
                  <a:pt x="278062" y="63324"/>
                  <a:pt x="277746" y="80355"/>
                </a:cubicBezTo>
                <a:lnTo>
                  <a:pt x="222066" y="80355"/>
                </a:lnTo>
                <a:cubicBezTo>
                  <a:pt x="222225" y="86946"/>
                  <a:pt x="224017" y="92074"/>
                  <a:pt x="227445" y="95738"/>
                </a:cubicBezTo>
                <a:cubicBezTo>
                  <a:pt x="230872" y="99403"/>
                  <a:pt x="235143" y="101235"/>
                  <a:pt x="240257" y="101235"/>
                </a:cubicBezTo>
                <a:cubicBezTo>
                  <a:pt x="243737" y="101235"/>
                  <a:pt x="246663" y="100286"/>
                  <a:pt x="249036" y="98388"/>
                </a:cubicBezTo>
                <a:cubicBezTo>
                  <a:pt x="251409" y="96489"/>
                  <a:pt x="253201" y="93431"/>
                  <a:pt x="254414" y="89213"/>
                </a:cubicBezTo>
                <a:moveTo>
                  <a:pt x="255680" y="66752"/>
                </a:moveTo>
                <a:cubicBezTo>
                  <a:pt x="255521" y="60319"/>
                  <a:pt x="253861" y="55429"/>
                  <a:pt x="250697" y="52081"/>
                </a:cubicBezTo>
                <a:cubicBezTo>
                  <a:pt x="247533" y="48732"/>
                  <a:pt x="243684" y="47058"/>
                  <a:pt x="239150" y="47058"/>
                </a:cubicBezTo>
                <a:cubicBezTo>
                  <a:pt x="234299" y="47058"/>
                  <a:pt x="230292" y="48825"/>
                  <a:pt x="227128" y="52357"/>
                </a:cubicBezTo>
                <a:cubicBezTo>
                  <a:pt x="223965" y="55890"/>
                  <a:pt x="222409" y="60688"/>
                  <a:pt x="222462" y="66752"/>
                </a:cubicBezTo>
                <a:lnTo>
                  <a:pt x="255680" y="66752"/>
                </a:lnTo>
                <a:close/>
                <a:moveTo>
                  <a:pt x="316411" y="115945"/>
                </a:moveTo>
                <a:lnTo>
                  <a:pt x="294187" y="115945"/>
                </a:lnTo>
                <a:lnTo>
                  <a:pt x="294187" y="31952"/>
                </a:lnTo>
                <a:lnTo>
                  <a:pt x="314829" y="31952"/>
                </a:lnTo>
                <a:lnTo>
                  <a:pt x="314829" y="43895"/>
                </a:lnTo>
                <a:cubicBezTo>
                  <a:pt x="318362" y="38253"/>
                  <a:pt x="321539" y="34536"/>
                  <a:pt x="324360" y="32743"/>
                </a:cubicBezTo>
                <a:cubicBezTo>
                  <a:pt x="327181" y="30950"/>
                  <a:pt x="330384" y="30054"/>
                  <a:pt x="333969" y="30054"/>
                </a:cubicBezTo>
                <a:cubicBezTo>
                  <a:pt x="339031" y="30054"/>
                  <a:pt x="343908" y="31451"/>
                  <a:pt x="348601" y="34246"/>
                </a:cubicBezTo>
                <a:lnTo>
                  <a:pt x="341720" y="53623"/>
                </a:lnTo>
                <a:cubicBezTo>
                  <a:pt x="337976" y="51197"/>
                  <a:pt x="334496" y="49985"/>
                  <a:pt x="331280" y="49985"/>
                </a:cubicBezTo>
                <a:cubicBezTo>
                  <a:pt x="328169" y="49985"/>
                  <a:pt x="325533" y="50841"/>
                  <a:pt x="323371" y="52555"/>
                </a:cubicBezTo>
                <a:cubicBezTo>
                  <a:pt x="321209" y="54269"/>
                  <a:pt x="319509" y="57366"/>
                  <a:pt x="318270" y="61848"/>
                </a:cubicBezTo>
                <a:cubicBezTo>
                  <a:pt x="317031" y="66330"/>
                  <a:pt x="316411" y="75715"/>
                  <a:pt x="316411" y="90004"/>
                </a:cubicBezTo>
                <a:lnTo>
                  <a:pt x="316411" y="115945"/>
                </a:lnTo>
                <a:close/>
                <a:moveTo>
                  <a:pt x="403238" y="115945"/>
                </a:moveTo>
                <a:lnTo>
                  <a:pt x="403238" y="0"/>
                </a:lnTo>
                <a:lnTo>
                  <a:pt x="425463" y="0"/>
                </a:lnTo>
                <a:lnTo>
                  <a:pt x="425463" y="115945"/>
                </a:lnTo>
                <a:lnTo>
                  <a:pt x="403238" y="115945"/>
                </a:lnTo>
                <a:close/>
                <a:moveTo>
                  <a:pt x="443726" y="72763"/>
                </a:moveTo>
                <a:cubicBezTo>
                  <a:pt x="443726" y="65381"/>
                  <a:pt x="445545" y="58236"/>
                  <a:pt x="449183" y="51329"/>
                </a:cubicBezTo>
                <a:cubicBezTo>
                  <a:pt x="452821" y="44422"/>
                  <a:pt x="457975" y="39149"/>
                  <a:pt x="464645" y="35511"/>
                </a:cubicBezTo>
                <a:cubicBezTo>
                  <a:pt x="471315" y="31873"/>
                  <a:pt x="478763" y="30054"/>
                  <a:pt x="486988" y="30054"/>
                </a:cubicBezTo>
                <a:cubicBezTo>
                  <a:pt x="499695" y="30054"/>
                  <a:pt x="510109" y="34180"/>
                  <a:pt x="518229" y="42432"/>
                </a:cubicBezTo>
                <a:cubicBezTo>
                  <a:pt x="526348" y="50683"/>
                  <a:pt x="530408" y="61110"/>
                  <a:pt x="530408" y="73712"/>
                </a:cubicBezTo>
                <a:cubicBezTo>
                  <a:pt x="530408" y="86419"/>
                  <a:pt x="526309" y="96951"/>
                  <a:pt x="518110" y="105308"/>
                </a:cubicBezTo>
                <a:cubicBezTo>
                  <a:pt x="509911" y="113665"/>
                  <a:pt x="499590" y="117844"/>
                  <a:pt x="487146" y="117844"/>
                </a:cubicBezTo>
                <a:cubicBezTo>
                  <a:pt x="479448" y="117844"/>
                  <a:pt x="472106" y="116104"/>
                  <a:pt x="465120" y="112624"/>
                </a:cubicBezTo>
                <a:cubicBezTo>
                  <a:pt x="458134" y="109144"/>
                  <a:pt x="452821" y="104042"/>
                  <a:pt x="449183" y="97320"/>
                </a:cubicBezTo>
                <a:cubicBezTo>
                  <a:pt x="445545" y="90597"/>
                  <a:pt x="443726" y="82411"/>
                  <a:pt x="443726" y="72763"/>
                </a:cubicBezTo>
                <a:moveTo>
                  <a:pt x="466504" y="73949"/>
                </a:moveTo>
                <a:cubicBezTo>
                  <a:pt x="466504" y="82280"/>
                  <a:pt x="468481" y="88660"/>
                  <a:pt x="472436" y="93089"/>
                </a:cubicBezTo>
                <a:cubicBezTo>
                  <a:pt x="476390" y="97518"/>
                  <a:pt x="481267" y="99732"/>
                  <a:pt x="487067" y="99732"/>
                </a:cubicBezTo>
                <a:cubicBezTo>
                  <a:pt x="492867" y="99732"/>
                  <a:pt x="497731" y="97518"/>
                  <a:pt x="501659" y="93089"/>
                </a:cubicBezTo>
                <a:cubicBezTo>
                  <a:pt x="505587" y="88660"/>
                  <a:pt x="507552" y="82227"/>
                  <a:pt x="507552" y="73791"/>
                </a:cubicBezTo>
                <a:cubicBezTo>
                  <a:pt x="507552" y="65565"/>
                  <a:pt x="505587" y="59238"/>
                  <a:pt x="501659" y="54809"/>
                </a:cubicBezTo>
                <a:cubicBezTo>
                  <a:pt x="497731" y="50380"/>
                  <a:pt x="492867" y="48166"/>
                  <a:pt x="487067" y="48166"/>
                </a:cubicBezTo>
                <a:cubicBezTo>
                  <a:pt x="481267" y="48166"/>
                  <a:pt x="476390" y="50380"/>
                  <a:pt x="472436" y="54809"/>
                </a:cubicBezTo>
                <a:cubicBezTo>
                  <a:pt x="468481" y="59238"/>
                  <a:pt x="466504" y="65618"/>
                  <a:pt x="466504" y="73949"/>
                </a:cubicBezTo>
                <a:close/>
                <a:moveTo>
                  <a:pt x="621670" y="56786"/>
                </a:moveTo>
                <a:lnTo>
                  <a:pt x="599763" y="60741"/>
                </a:lnTo>
                <a:cubicBezTo>
                  <a:pt x="599024" y="56365"/>
                  <a:pt x="597350" y="53069"/>
                  <a:pt x="594740" y="50855"/>
                </a:cubicBezTo>
                <a:cubicBezTo>
                  <a:pt x="592130" y="48640"/>
                  <a:pt x="588743" y="47533"/>
                  <a:pt x="584577" y="47533"/>
                </a:cubicBezTo>
                <a:cubicBezTo>
                  <a:pt x="579041" y="47533"/>
                  <a:pt x="574625" y="49444"/>
                  <a:pt x="571330" y="53267"/>
                </a:cubicBezTo>
                <a:cubicBezTo>
                  <a:pt x="568034" y="57090"/>
                  <a:pt x="566387" y="63483"/>
                  <a:pt x="566387" y="72446"/>
                </a:cubicBezTo>
                <a:cubicBezTo>
                  <a:pt x="566387" y="82411"/>
                  <a:pt x="568061" y="89450"/>
                  <a:pt x="571409" y="93563"/>
                </a:cubicBezTo>
                <a:cubicBezTo>
                  <a:pt x="574757" y="97676"/>
                  <a:pt x="579252" y="99732"/>
                  <a:pt x="584894" y="99732"/>
                </a:cubicBezTo>
                <a:cubicBezTo>
                  <a:pt x="589112" y="99732"/>
                  <a:pt x="592565" y="98533"/>
                  <a:pt x="595254" y="96134"/>
                </a:cubicBezTo>
                <a:cubicBezTo>
                  <a:pt x="597944" y="93734"/>
                  <a:pt x="599842" y="89609"/>
                  <a:pt x="600949" y="83756"/>
                </a:cubicBezTo>
                <a:lnTo>
                  <a:pt x="622778" y="87473"/>
                </a:lnTo>
                <a:cubicBezTo>
                  <a:pt x="620510" y="97491"/>
                  <a:pt x="616161" y="105057"/>
                  <a:pt x="609728" y="110172"/>
                </a:cubicBezTo>
                <a:cubicBezTo>
                  <a:pt x="603295" y="115286"/>
                  <a:pt x="594675" y="117844"/>
                  <a:pt x="583866" y="117844"/>
                </a:cubicBezTo>
                <a:cubicBezTo>
                  <a:pt x="571580" y="117844"/>
                  <a:pt x="561786" y="113968"/>
                  <a:pt x="554484" y="106217"/>
                </a:cubicBezTo>
                <a:cubicBezTo>
                  <a:pt x="547181" y="98467"/>
                  <a:pt x="543530" y="87737"/>
                  <a:pt x="543530" y="74028"/>
                </a:cubicBezTo>
                <a:cubicBezTo>
                  <a:pt x="543530" y="60161"/>
                  <a:pt x="547194" y="49365"/>
                  <a:pt x="554523" y="41641"/>
                </a:cubicBezTo>
                <a:cubicBezTo>
                  <a:pt x="561852" y="33916"/>
                  <a:pt x="571765" y="30054"/>
                  <a:pt x="584261" y="30054"/>
                </a:cubicBezTo>
                <a:cubicBezTo>
                  <a:pt x="594490" y="30054"/>
                  <a:pt x="602623" y="32255"/>
                  <a:pt x="608660" y="36658"/>
                </a:cubicBezTo>
                <a:cubicBezTo>
                  <a:pt x="614697" y="41061"/>
                  <a:pt x="619034" y="47770"/>
                  <a:pt x="621670" y="56786"/>
                </a:cubicBezTo>
                <a:close/>
                <a:moveTo>
                  <a:pt x="654404" y="57577"/>
                </a:moveTo>
                <a:lnTo>
                  <a:pt x="634236" y="53939"/>
                </a:lnTo>
                <a:cubicBezTo>
                  <a:pt x="636504" y="45819"/>
                  <a:pt x="640405" y="39808"/>
                  <a:pt x="645942" y="35907"/>
                </a:cubicBezTo>
                <a:cubicBezTo>
                  <a:pt x="651478" y="32005"/>
                  <a:pt x="659703" y="30054"/>
                  <a:pt x="670618" y="30054"/>
                </a:cubicBezTo>
                <a:cubicBezTo>
                  <a:pt x="680530" y="30054"/>
                  <a:pt x="687912" y="31227"/>
                  <a:pt x="692763" y="33574"/>
                </a:cubicBezTo>
                <a:cubicBezTo>
                  <a:pt x="697614" y="35920"/>
                  <a:pt x="701028" y="38899"/>
                  <a:pt x="703005" y="42511"/>
                </a:cubicBezTo>
                <a:cubicBezTo>
                  <a:pt x="704982" y="46122"/>
                  <a:pt x="705971" y="52753"/>
                  <a:pt x="705971" y="62402"/>
                </a:cubicBezTo>
                <a:lnTo>
                  <a:pt x="705733" y="88343"/>
                </a:lnTo>
                <a:cubicBezTo>
                  <a:pt x="705733" y="95725"/>
                  <a:pt x="706089" y="101169"/>
                  <a:pt x="706801" y="104675"/>
                </a:cubicBezTo>
                <a:cubicBezTo>
                  <a:pt x="707513" y="108182"/>
                  <a:pt x="708844" y="111938"/>
                  <a:pt x="710795" y="115945"/>
                </a:cubicBezTo>
                <a:lnTo>
                  <a:pt x="688808" y="115945"/>
                </a:lnTo>
                <a:cubicBezTo>
                  <a:pt x="688228" y="114469"/>
                  <a:pt x="687516" y="112281"/>
                  <a:pt x="686673" y="109381"/>
                </a:cubicBezTo>
                <a:cubicBezTo>
                  <a:pt x="686304" y="108063"/>
                  <a:pt x="686040" y="107193"/>
                  <a:pt x="685882" y="106771"/>
                </a:cubicBezTo>
                <a:cubicBezTo>
                  <a:pt x="682086" y="110462"/>
                  <a:pt x="678026" y="113230"/>
                  <a:pt x="673702" y="115075"/>
                </a:cubicBezTo>
                <a:cubicBezTo>
                  <a:pt x="669379" y="116921"/>
                  <a:pt x="664765" y="117844"/>
                  <a:pt x="659861" y="117844"/>
                </a:cubicBezTo>
                <a:cubicBezTo>
                  <a:pt x="651214" y="117844"/>
                  <a:pt x="644399" y="115497"/>
                  <a:pt x="639417" y="110805"/>
                </a:cubicBezTo>
                <a:cubicBezTo>
                  <a:pt x="634434" y="106112"/>
                  <a:pt x="631943" y="100180"/>
                  <a:pt x="631943" y="93009"/>
                </a:cubicBezTo>
                <a:cubicBezTo>
                  <a:pt x="631943" y="88264"/>
                  <a:pt x="633076" y="84033"/>
                  <a:pt x="635344" y="80316"/>
                </a:cubicBezTo>
                <a:cubicBezTo>
                  <a:pt x="637611" y="76598"/>
                  <a:pt x="640788" y="73751"/>
                  <a:pt x="644874" y="71774"/>
                </a:cubicBezTo>
                <a:cubicBezTo>
                  <a:pt x="648960" y="69797"/>
                  <a:pt x="654852" y="68070"/>
                  <a:pt x="662550" y="66594"/>
                </a:cubicBezTo>
                <a:cubicBezTo>
                  <a:pt x="672938" y="64643"/>
                  <a:pt x="680135" y="62824"/>
                  <a:pt x="684142" y="61136"/>
                </a:cubicBezTo>
                <a:lnTo>
                  <a:pt x="684142" y="58922"/>
                </a:lnTo>
                <a:cubicBezTo>
                  <a:pt x="684142" y="54651"/>
                  <a:pt x="683087" y="51606"/>
                  <a:pt x="680978" y="49787"/>
                </a:cubicBezTo>
                <a:cubicBezTo>
                  <a:pt x="678869" y="47968"/>
                  <a:pt x="674888" y="47058"/>
                  <a:pt x="669036" y="47058"/>
                </a:cubicBezTo>
                <a:cubicBezTo>
                  <a:pt x="665081" y="47058"/>
                  <a:pt x="661997" y="47836"/>
                  <a:pt x="659782" y="49392"/>
                </a:cubicBezTo>
                <a:cubicBezTo>
                  <a:pt x="657568" y="50947"/>
                  <a:pt x="655775" y="53676"/>
                  <a:pt x="654404" y="57577"/>
                </a:cubicBezTo>
                <a:moveTo>
                  <a:pt x="684142" y="75610"/>
                </a:moveTo>
                <a:cubicBezTo>
                  <a:pt x="681295" y="76559"/>
                  <a:pt x="676787" y="77692"/>
                  <a:pt x="670618" y="79011"/>
                </a:cubicBezTo>
                <a:cubicBezTo>
                  <a:pt x="664449" y="80329"/>
                  <a:pt x="660415" y="81621"/>
                  <a:pt x="658517" y="82886"/>
                </a:cubicBezTo>
                <a:cubicBezTo>
                  <a:pt x="655617" y="84942"/>
                  <a:pt x="654167" y="87552"/>
                  <a:pt x="654167" y="90716"/>
                </a:cubicBezTo>
                <a:cubicBezTo>
                  <a:pt x="654167" y="93827"/>
                  <a:pt x="655327" y="96516"/>
                  <a:pt x="657647" y="98783"/>
                </a:cubicBezTo>
                <a:cubicBezTo>
                  <a:pt x="659967" y="101050"/>
                  <a:pt x="662920" y="102184"/>
                  <a:pt x="666505" y="102184"/>
                </a:cubicBezTo>
                <a:cubicBezTo>
                  <a:pt x="670512" y="102184"/>
                  <a:pt x="674335" y="100866"/>
                  <a:pt x="677973" y="98229"/>
                </a:cubicBezTo>
                <a:cubicBezTo>
                  <a:pt x="680662" y="96226"/>
                  <a:pt x="682428" y="93774"/>
                  <a:pt x="683272" y="90874"/>
                </a:cubicBezTo>
                <a:cubicBezTo>
                  <a:pt x="683852" y="88976"/>
                  <a:pt x="684142" y="85364"/>
                  <a:pt x="684142" y="80039"/>
                </a:cubicBezTo>
                <a:lnTo>
                  <a:pt x="684142" y="75610"/>
                </a:lnTo>
                <a:close/>
                <a:moveTo>
                  <a:pt x="765674" y="31952"/>
                </a:moveTo>
                <a:lnTo>
                  <a:pt x="765674" y="49668"/>
                </a:lnTo>
                <a:lnTo>
                  <a:pt x="750489" y="49668"/>
                </a:lnTo>
                <a:lnTo>
                  <a:pt x="750489" y="83519"/>
                </a:lnTo>
                <a:cubicBezTo>
                  <a:pt x="750489" y="90373"/>
                  <a:pt x="750634" y="94367"/>
                  <a:pt x="750924" y="95501"/>
                </a:cubicBezTo>
                <a:cubicBezTo>
                  <a:pt x="751214" y="96634"/>
                  <a:pt x="751873" y="97570"/>
                  <a:pt x="752901" y="98308"/>
                </a:cubicBezTo>
                <a:cubicBezTo>
                  <a:pt x="753929" y="99047"/>
                  <a:pt x="755182" y="99416"/>
                  <a:pt x="756658" y="99416"/>
                </a:cubicBezTo>
                <a:cubicBezTo>
                  <a:pt x="758714" y="99416"/>
                  <a:pt x="761693" y="98704"/>
                  <a:pt x="765595" y="97280"/>
                </a:cubicBezTo>
                <a:lnTo>
                  <a:pt x="767493" y="114522"/>
                </a:lnTo>
                <a:cubicBezTo>
                  <a:pt x="762326" y="116736"/>
                  <a:pt x="756473" y="117844"/>
                  <a:pt x="749935" y="117844"/>
                </a:cubicBezTo>
                <a:cubicBezTo>
                  <a:pt x="745928" y="117844"/>
                  <a:pt x="742316" y="117171"/>
                  <a:pt x="739100" y="115827"/>
                </a:cubicBezTo>
                <a:cubicBezTo>
                  <a:pt x="735884" y="114482"/>
                  <a:pt x="733524" y="112742"/>
                  <a:pt x="732021" y="110607"/>
                </a:cubicBezTo>
                <a:cubicBezTo>
                  <a:pt x="730519" y="108471"/>
                  <a:pt x="729477" y="105585"/>
                  <a:pt x="728897" y="101947"/>
                </a:cubicBezTo>
                <a:cubicBezTo>
                  <a:pt x="728423" y="99363"/>
                  <a:pt x="728186" y="94143"/>
                  <a:pt x="728186" y="86287"/>
                </a:cubicBezTo>
                <a:lnTo>
                  <a:pt x="728186" y="49668"/>
                </a:lnTo>
                <a:lnTo>
                  <a:pt x="717983" y="49668"/>
                </a:lnTo>
                <a:lnTo>
                  <a:pt x="717983" y="31952"/>
                </a:lnTo>
                <a:lnTo>
                  <a:pt x="728186" y="31952"/>
                </a:lnTo>
                <a:lnTo>
                  <a:pt x="728186" y="15264"/>
                </a:lnTo>
                <a:lnTo>
                  <a:pt x="750489" y="2294"/>
                </a:lnTo>
                <a:lnTo>
                  <a:pt x="750489" y="31952"/>
                </a:lnTo>
                <a:lnTo>
                  <a:pt x="765674" y="31952"/>
                </a:lnTo>
                <a:close/>
                <a:moveTo>
                  <a:pt x="781209" y="20563"/>
                </a:moveTo>
                <a:lnTo>
                  <a:pt x="781209" y="0"/>
                </a:lnTo>
                <a:lnTo>
                  <a:pt x="803433" y="0"/>
                </a:lnTo>
                <a:lnTo>
                  <a:pt x="803433" y="20563"/>
                </a:lnTo>
                <a:lnTo>
                  <a:pt x="781209" y="20563"/>
                </a:lnTo>
                <a:moveTo>
                  <a:pt x="781209" y="115945"/>
                </a:moveTo>
                <a:lnTo>
                  <a:pt x="781209" y="31952"/>
                </a:lnTo>
                <a:lnTo>
                  <a:pt x="803433" y="31952"/>
                </a:lnTo>
                <a:lnTo>
                  <a:pt x="803433" y="115945"/>
                </a:lnTo>
                <a:lnTo>
                  <a:pt x="781209" y="115945"/>
                </a:lnTo>
                <a:close/>
                <a:moveTo>
                  <a:pt x="821696" y="72763"/>
                </a:moveTo>
                <a:cubicBezTo>
                  <a:pt x="821696" y="65381"/>
                  <a:pt x="823515" y="58236"/>
                  <a:pt x="827154" y="51329"/>
                </a:cubicBezTo>
                <a:cubicBezTo>
                  <a:pt x="830792" y="44422"/>
                  <a:pt x="835946" y="39149"/>
                  <a:pt x="842616" y="35511"/>
                </a:cubicBezTo>
                <a:cubicBezTo>
                  <a:pt x="849286" y="31873"/>
                  <a:pt x="856733" y="30054"/>
                  <a:pt x="864958" y="30054"/>
                </a:cubicBezTo>
                <a:cubicBezTo>
                  <a:pt x="877666" y="30054"/>
                  <a:pt x="888079" y="34180"/>
                  <a:pt x="896199" y="42432"/>
                </a:cubicBezTo>
                <a:cubicBezTo>
                  <a:pt x="904319" y="50683"/>
                  <a:pt x="908379" y="61110"/>
                  <a:pt x="908379" y="73712"/>
                </a:cubicBezTo>
                <a:cubicBezTo>
                  <a:pt x="908379" y="86419"/>
                  <a:pt x="904279" y="96951"/>
                  <a:pt x="896080" y="105308"/>
                </a:cubicBezTo>
                <a:cubicBezTo>
                  <a:pt x="887881" y="113665"/>
                  <a:pt x="877560" y="117844"/>
                  <a:pt x="865117" y="117844"/>
                </a:cubicBezTo>
                <a:cubicBezTo>
                  <a:pt x="857419" y="117844"/>
                  <a:pt x="850076" y="116104"/>
                  <a:pt x="843090" y="112624"/>
                </a:cubicBezTo>
                <a:cubicBezTo>
                  <a:pt x="836104" y="109144"/>
                  <a:pt x="830792" y="104042"/>
                  <a:pt x="827154" y="97320"/>
                </a:cubicBezTo>
                <a:cubicBezTo>
                  <a:pt x="823515" y="90597"/>
                  <a:pt x="821696" y="82411"/>
                  <a:pt x="821696" y="72763"/>
                </a:cubicBezTo>
                <a:moveTo>
                  <a:pt x="844474" y="73949"/>
                </a:moveTo>
                <a:cubicBezTo>
                  <a:pt x="844474" y="82280"/>
                  <a:pt x="846451" y="88660"/>
                  <a:pt x="850406" y="93089"/>
                </a:cubicBezTo>
                <a:cubicBezTo>
                  <a:pt x="854360" y="97518"/>
                  <a:pt x="859238" y="99732"/>
                  <a:pt x="865038" y="99732"/>
                </a:cubicBezTo>
                <a:cubicBezTo>
                  <a:pt x="870837" y="99732"/>
                  <a:pt x="875701" y="97518"/>
                  <a:pt x="879630" y="93089"/>
                </a:cubicBezTo>
                <a:cubicBezTo>
                  <a:pt x="883558" y="88660"/>
                  <a:pt x="885522" y="82227"/>
                  <a:pt x="885522" y="73791"/>
                </a:cubicBezTo>
                <a:cubicBezTo>
                  <a:pt x="885522" y="65565"/>
                  <a:pt x="883558" y="59238"/>
                  <a:pt x="879630" y="54809"/>
                </a:cubicBezTo>
                <a:cubicBezTo>
                  <a:pt x="875701" y="50380"/>
                  <a:pt x="870837" y="48166"/>
                  <a:pt x="865038" y="48166"/>
                </a:cubicBezTo>
                <a:cubicBezTo>
                  <a:pt x="859238" y="48166"/>
                  <a:pt x="854360" y="50380"/>
                  <a:pt x="850406" y="54809"/>
                </a:cubicBezTo>
                <a:cubicBezTo>
                  <a:pt x="846451" y="59238"/>
                  <a:pt x="844474" y="65618"/>
                  <a:pt x="844474" y="73949"/>
                </a:cubicBezTo>
                <a:close/>
                <a:moveTo>
                  <a:pt x="1002804" y="115945"/>
                </a:moveTo>
                <a:lnTo>
                  <a:pt x="980580" y="115945"/>
                </a:lnTo>
                <a:lnTo>
                  <a:pt x="980580" y="73079"/>
                </a:lnTo>
                <a:cubicBezTo>
                  <a:pt x="980580" y="64010"/>
                  <a:pt x="980106" y="58144"/>
                  <a:pt x="979157" y="55481"/>
                </a:cubicBezTo>
                <a:cubicBezTo>
                  <a:pt x="978207" y="52819"/>
                  <a:pt x="976665" y="50749"/>
                  <a:pt x="974530" y="49273"/>
                </a:cubicBezTo>
                <a:cubicBezTo>
                  <a:pt x="972394" y="47797"/>
                  <a:pt x="969824" y="47058"/>
                  <a:pt x="966819" y="47058"/>
                </a:cubicBezTo>
                <a:cubicBezTo>
                  <a:pt x="962969" y="47058"/>
                  <a:pt x="959516" y="48113"/>
                  <a:pt x="956458" y="50222"/>
                </a:cubicBezTo>
                <a:cubicBezTo>
                  <a:pt x="953400" y="52331"/>
                  <a:pt x="951304" y="55126"/>
                  <a:pt x="950170" y="58605"/>
                </a:cubicBezTo>
                <a:cubicBezTo>
                  <a:pt x="949037" y="62085"/>
                  <a:pt x="948470" y="68518"/>
                  <a:pt x="948470" y="77903"/>
                </a:cubicBezTo>
                <a:lnTo>
                  <a:pt x="948470" y="115945"/>
                </a:lnTo>
                <a:lnTo>
                  <a:pt x="926246" y="115945"/>
                </a:lnTo>
                <a:lnTo>
                  <a:pt x="926246" y="31952"/>
                </a:lnTo>
                <a:lnTo>
                  <a:pt x="946888" y="31952"/>
                </a:lnTo>
                <a:lnTo>
                  <a:pt x="946888" y="44290"/>
                </a:lnTo>
                <a:cubicBezTo>
                  <a:pt x="954217" y="34799"/>
                  <a:pt x="963444" y="30054"/>
                  <a:pt x="974569" y="30054"/>
                </a:cubicBezTo>
                <a:cubicBezTo>
                  <a:pt x="979473" y="30054"/>
                  <a:pt x="983955" y="30937"/>
                  <a:pt x="988015" y="32704"/>
                </a:cubicBezTo>
                <a:cubicBezTo>
                  <a:pt x="992075" y="34470"/>
                  <a:pt x="995146" y="36724"/>
                  <a:pt x="997229" y="39466"/>
                </a:cubicBezTo>
                <a:cubicBezTo>
                  <a:pt x="999311" y="42208"/>
                  <a:pt x="1000761" y="45318"/>
                  <a:pt x="1001578" y="48798"/>
                </a:cubicBezTo>
                <a:cubicBezTo>
                  <a:pt x="1002396" y="52278"/>
                  <a:pt x="1002804" y="57261"/>
                  <a:pt x="1002804" y="63746"/>
                </a:cubicBezTo>
                <a:lnTo>
                  <a:pt x="1002804" y="115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972304-6350-4DC6-B8D9-5016CC1A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003" y="3201643"/>
            <a:ext cx="2806350" cy="152266"/>
          </a:xfrm>
          <a:custGeom xmlns:a="http://schemas.openxmlformats.org/drawingml/2006/main">
            <a:pathLst>
              <a:path w="2806350" h="152266">
                <a:moveTo>
                  <a:pt x="143434" y="65219"/>
                </a:moveTo>
                <a:lnTo>
                  <a:pt x="177794" y="72253"/>
                </a:lnTo>
                <a:lnTo>
                  <a:pt x="214889" y="79042"/>
                </a:lnTo>
                <a:lnTo>
                  <a:pt x="254624" y="85579"/>
                </a:lnTo>
                <a:lnTo>
                  <a:pt x="296900" y="91859"/>
                </a:lnTo>
                <a:lnTo>
                  <a:pt x="341616" y="97875"/>
                </a:lnTo>
                <a:lnTo>
                  <a:pt x="388671" y="103620"/>
                </a:lnTo>
                <a:lnTo>
                  <a:pt x="437966" y="109087"/>
                </a:lnTo>
                <a:lnTo>
                  <a:pt x="489396" y="114267"/>
                </a:lnTo>
                <a:lnTo>
                  <a:pt x="542859" y="119153"/>
                </a:lnTo>
                <a:lnTo>
                  <a:pt x="598252" y="123737"/>
                </a:lnTo>
                <a:lnTo>
                  <a:pt x="655472" y="128012"/>
                </a:lnTo>
                <a:lnTo>
                  <a:pt x="714417" y="131968"/>
                </a:lnTo>
                <a:lnTo>
                  <a:pt x="774981" y="135599"/>
                </a:lnTo>
                <a:lnTo>
                  <a:pt x="837062" y="138895"/>
                </a:lnTo>
                <a:lnTo>
                  <a:pt x="900556" y="141850"/>
                </a:lnTo>
                <a:lnTo>
                  <a:pt x="965360" y="144454"/>
                </a:lnTo>
                <a:lnTo>
                  <a:pt x="1031371" y="146699"/>
                </a:lnTo>
                <a:lnTo>
                  <a:pt x="1098497" y="148579"/>
                </a:lnTo>
                <a:lnTo>
                  <a:pt x="1235598" y="151205"/>
                </a:lnTo>
                <a:lnTo>
                  <a:pt x="1375874" y="152266"/>
                </a:lnTo>
                <a:lnTo>
                  <a:pt x="1518481" y="151698"/>
                </a:lnTo>
                <a:lnTo>
                  <a:pt x="1662580" y="149434"/>
                </a:lnTo>
                <a:lnTo>
                  <a:pt x="1773612" y="146495"/>
                </a:lnTo>
                <a:lnTo>
                  <a:pt x="1881014" y="142595"/>
                </a:lnTo>
                <a:lnTo>
                  <a:pt x="1984431" y="137775"/>
                </a:lnTo>
                <a:lnTo>
                  <a:pt x="2034563" y="135033"/>
                </a:lnTo>
                <a:lnTo>
                  <a:pt x="2083558" y="132076"/>
                </a:lnTo>
                <a:lnTo>
                  <a:pt x="2131387" y="128911"/>
                </a:lnTo>
                <a:lnTo>
                  <a:pt x="2178006" y="125542"/>
                </a:lnTo>
                <a:lnTo>
                  <a:pt x="2223371" y="121975"/>
                </a:lnTo>
                <a:lnTo>
                  <a:pt x="2267439" y="118214"/>
                </a:lnTo>
                <a:lnTo>
                  <a:pt x="2310170" y="114265"/>
                </a:lnTo>
                <a:lnTo>
                  <a:pt x="2351517" y="110133"/>
                </a:lnTo>
                <a:lnTo>
                  <a:pt x="2391439" y="105823"/>
                </a:lnTo>
                <a:lnTo>
                  <a:pt x="2429892" y="101340"/>
                </a:lnTo>
                <a:lnTo>
                  <a:pt x="2466833" y="96689"/>
                </a:lnTo>
                <a:lnTo>
                  <a:pt x="2502222" y="91875"/>
                </a:lnTo>
                <a:lnTo>
                  <a:pt x="2536014" y="86903"/>
                </a:lnTo>
                <a:lnTo>
                  <a:pt x="2568170" y="81778"/>
                </a:lnTo>
                <a:lnTo>
                  <a:pt x="2598647" y="76503"/>
                </a:lnTo>
                <a:lnTo>
                  <a:pt x="2627405" y="71083"/>
                </a:lnTo>
                <a:lnTo>
                  <a:pt x="2654403" y="65521"/>
                </a:lnTo>
                <a:lnTo>
                  <a:pt x="2679604" y="59821"/>
                </a:lnTo>
                <a:lnTo>
                  <a:pt x="2702969" y="53984"/>
                </a:lnTo>
                <a:lnTo>
                  <a:pt x="2724466" y="48010"/>
                </a:lnTo>
                <a:lnTo>
                  <a:pt x="2744064" y="41896"/>
                </a:lnTo>
                <a:lnTo>
                  <a:pt x="2761732" y="35634"/>
                </a:lnTo>
                <a:lnTo>
                  <a:pt x="2767844" y="33137"/>
                </a:lnTo>
                <a:lnTo>
                  <a:pt x="2739157" y="91486"/>
                </a:lnTo>
                <a:lnTo>
                  <a:pt x="2738872" y="92119"/>
                </a:lnTo>
                <a:lnTo>
                  <a:pt x="2738634" y="92760"/>
                </a:lnTo>
                <a:lnTo>
                  <a:pt x="2738442" y="93408"/>
                </a:lnTo>
                <a:lnTo>
                  <a:pt x="2738294" y="94061"/>
                </a:lnTo>
                <a:lnTo>
                  <a:pt x="2738192" y="94717"/>
                </a:lnTo>
                <a:lnTo>
                  <a:pt x="2738133" y="95374"/>
                </a:lnTo>
                <a:lnTo>
                  <a:pt x="2738117" y="96029"/>
                </a:lnTo>
                <a:lnTo>
                  <a:pt x="2738143" y="96682"/>
                </a:lnTo>
                <a:lnTo>
                  <a:pt x="2738212" y="97329"/>
                </a:lnTo>
                <a:lnTo>
                  <a:pt x="2738321" y="97969"/>
                </a:lnTo>
                <a:lnTo>
                  <a:pt x="2738471" y="98599"/>
                </a:lnTo>
                <a:lnTo>
                  <a:pt x="2738660" y="99219"/>
                </a:lnTo>
                <a:lnTo>
                  <a:pt x="2738888" y="99825"/>
                </a:lnTo>
                <a:lnTo>
                  <a:pt x="2739155" y="100415"/>
                </a:lnTo>
                <a:lnTo>
                  <a:pt x="2739459" y="100989"/>
                </a:lnTo>
                <a:lnTo>
                  <a:pt x="2739800" y="101543"/>
                </a:lnTo>
                <a:lnTo>
                  <a:pt x="2740177" y="102076"/>
                </a:lnTo>
                <a:lnTo>
                  <a:pt x="2740590" y="102585"/>
                </a:lnTo>
                <a:lnTo>
                  <a:pt x="2741038" y="103069"/>
                </a:lnTo>
                <a:lnTo>
                  <a:pt x="2741520" y="103526"/>
                </a:lnTo>
                <a:lnTo>
                  <a:pt x="2742036" y="103953"/>
                </a:lnTo>
                <a:lnTo>
                  <a:pt x="2742584" y="104349"/>
                </a:lnTo>
                <a:lnTo>
                  <a:pt x="2743164" y="104711"/>
                </a:lnTo>
                <a:lnTo>
                  <a:pt x="2743776" y="105038"/>
                </a:lnTo>
                <a:lnTo>
                  <a:pt x="2744408" y="105323"/>
                </a:lnTo>
                <a:lnTo>
                  <a:pt x="2745050" y="105561"/>
                </a:lnTo>
                <a:lnTo>
                  <a:pt x="2745698" y="105753"/>
                </a:lnTo>
                <a:lnTo>
                  <a:pt x="2746351" y="105901"/>
                </a:lnTo>
                <a:lnTo>
                  <a:pt x="2747007" y="106003"/>
                </a:lnTo>
                <a:lnTo>
                  <a:pt x="2747663" y="106062"/>
                </a:lnTo>
                <a:lnTo>
                  <a:pt x="2748319" y="106078"/>
                </a:lnTo>
                <a:lnTo>
                  <a:pt x="2748971" y="106052"/>
                </a:lnTo>
                <a:lnTo>
                  <a:pt x="2749618" y="105983"/>
                </a:lnTo>
                <a:lnTo>
                  <a:pt x="2750258" y="105874"/>
                </a:lnTo>
                <a:lnTo>
                  <a:pt x="2750889" y="105724"/>
                </a:lnTo>
                <a:lnTo>
                  <a:pt x="2751508" y="105535"/>
                </a:lnTo>
                <a:lnTo>
                  <a:pt x="2752114" y="105307"/>
                </a:lnTo>
                <a:lnTo>
                  <a:pt x="2752705" y="105040"/>
                </a:lnTo>
                <a:lnTo>
                  <a:pt x="2753278" y="104736"/>
                </a:lnTo>
                <a:lnTo>
                  <a:pt x="2753833" y="104395"/>
                </a:lnTo>
                <a:lnTo>
                  <a:pt x="2754365" y="104017"/>
                </a:lnTo>
                <a:lnTo>
                  <a:pt x="2754875" y="103605"/>
                </a:lnTo>
                <a:lnTo>
                  <a:pt x="2755359" y="103157"/>
                </a:lnTo>
                <a:lnTo>
                  <a:pt x="2755815" y="102675"/>
                </a:lnTo>
                <a:lnTo>
                  <a:pt x="2756242" y="102160"/>
                </a:lnTo>
                <a:lnTo>
                  <a:pt x="2756638" y="101611"/>
                </a:lnTo>
                <a:lnTo>
                  <a:pt x="2757000" y="101031"/>
                </a:lnTo>
                <a:lnTo>
                  <a:pt x="2757327" y="100419"/>
                </a:lnTo>
                <a:lnTo>
                  <a:pt x="2806350" y="704"/>
                </a:lnTo>
                <a:lnTo>
                  <a:pt x="2695421" y="7113"/>
                </a:lnTo>
                <a:lnTo>
                  <a:pt x="2694730" y="7177"/>
                </a:lnTo>
                <a:lnTo>
                  <a:pt x="2694055" y="7285"/>
                </a:lnTo>
                <a:lnTo>
                  <a:pt x="2693396" y="7436"/>
                </a:lnTo>
                <a:lnTo>
                  <a:pt x="2692755" y="7630"/>
                </a:lnTo>
                <a:lnTo>
                  <a:pt x="2692134" y="7863"/>
                </a:lnTo>
                <a:lnTo>
                  <a:pt x="2691533" y="8135"/>
                </a:lnTo>
                <a:lnTo>
                  <a:pt x="2690955" y="8444"/>
                </a:lnTo>
                <a:lnTo>
                  <a:pt x="2690400" y="8788"/>
                </a:lnTo>
                <a:lnTo>
                  <a:pt x="2689870" y="9166"/>
                </a:lnTo>
                <a:lnTo>
                  <a:pt x="2689367" y="9576"/>
                </a:lnTo>
                <a:lnTo>
                  <a:pt x="2688892" y="10017"/>
                </a:lnTo>
                <a:lnTo>
                  <a:pt x="2688446" y="10486"/>
                </a:lnTo>
                <a:lnTo>
                  <a:pt x="2688030" y="10983"/>
                </a:lnTo>
                <a:lnTo>
                  <a:pt x="2687647" y="11506"/>
                </a:lnTo>
                <a:lnTo>
                  <a:pt x="2687298" y="12053"/>
                </a:lnTo>
                <a:lnTo>
                  <a:pt x="2686983" y="12623"/>
                </a:lnTo>
                <a:lnTo>
                  <a:pt x="2686705" y="13214"/>
                </a:lnTo>
                <a:lnTo>
                  <a:pt x="2686465" y="13824"/>
                </a:lnTo>
                <a:lnTo>
                  <a:pt x="2686264" y="14452"/>
                </a:lnTo>
                <a:lnTo>
                  <a:pt x="2686104" y="15096"/>
                </a:lnTo>
                <a:lnTo>
                  <a:pt x="2685986" y="15755"/>
                </a:lnTo>
                <a:lnTo>
                  <a:pt x="2685911" y="16427"/>
                </a:lnTo>
                <a:lnTo>
                  <a:pt x="2685881" y="17111"/>
                </a:lnTo>
                <a:lnTo>
                  <a:pt x="2685898" y="17804"/>
                </a:lnTo>
                <a:lnTo>
                  <a:pt x="2685961" y="18494"/>
                </a:lnTo>
                <a:lnTo>
                  <a:pt x="2686070" y="19170"/>
                </a:lnTo>
                <a:lnTo>
                  <a:pt x="2686221" y="19829"/>
                </a:lnTo>
                <a:lnTo>
                  <a:pt x="2686414" y="20470"/>
                </a:lnTo>
                <a:lnTo>
                  <a:pt x="2686648" y="21091"/>
                </a:lnTo>
                <a:lnTo>
                  <a:pt x="2686920" y="21692"/>
                </a:lnTo>
                <a:lnTo>
                  <a:pt x="2687229" y="22270"/>
                </a:lnTo>
                <a:lnTo>
                  <a:pt x="2687573" y="22825"/>
                </a:lnTo>
                <a:lnTo>
                  <a:pt x="2687951" y="23355"/>
                </a:lnTo>
                <a:lnTo>
                  <a:pt x="2688361" y="23858"/>
                </a:lnTo>
                <a:lnTo>
                  <a:pt x="2688802" y="24333"/>
                </a:lnTo>
                <a:lnTo>
                  <a:pt x="2689271" y="24779"/>
                </a:lnTo>
                <a:lnTo>
                  <a:pt x="2689768" y="25194"/>
                </a:lnTo>
                <a:lnTo>
                  <a:pt x="2690291" y="25577"/>
                </a:lnTo>
                <a:lnTo>
                  <a:pt x="2690838" y="25927"/>
                </a:lnTo>
                <a:lnTo>
                  <a:pt x="2691408" y="26241"/>
                </a:lnTo>
                <a:lnTo>
                  <a:pt x="2691999" y="26519"/>
                </a:lnTo>
                <a:lnTo>
                  <a:pt x="2692609" y="26760"/>
                </a:lnTo>
                <a:lnTo>
                  <a:pt x="2693237" y="26960"/>
                </a:lnTo>
                <a:lnTo>
                  <a:pt x="2693881" y="27121"/>
                </a:lnTo>
                <a:lnTo>
                  <a:pt x="2694540" y="27239"/>
                </a:lnTo>
                <a:lnTo>
                  <a:pt x="2695212" y="27313"/>
                </a:lnTo>
                <a:lnTo>
                  <a:pt x="2695895" y="27343"/>
                </a:lnTo>
                <a:lnTo>
                  <a:pt x="2696589" y="27327"/>
                </a:lnTo>
                <a:lnTo>
                  <a:pt x="2728733" y="25469"/>
                </a:lnTo>
                <a:lnTo>
                  <a:pt x="2718734" y="28589"/>
                </a:lnTo>
                <a:lnTo>
                  <a:pt x="2697808" y="34404"/>
                </a:lnTo>
                <a:lnTo>
                  <a:pt x="2674903" y="40126"/>
                </a:lnTo>
                <a:lnTo>
                  <a:pt x="2650135" y="45728"/>
                </a:lnTo>
                <a:lnTo>
                  <a:pt x="2623475" y="51220"/>
                </a:lnTo>
                <a:lnTo>
                  <a:pt x="2595062" y="56575"/>
                </a:lnTo>
                <a:lnTo>
                  <a:pt x="2564845" y="61805"/>
                </a:lnTo>
                <a:lnTo>
                  <a:pt x="2532943" y="66890"/>
                </a:lnTo>
                <a:lnTo>
                  <a:pt x="2499376" y="71829"/>
                </a:lnTo>
                <a:lnTo>
                  <a:pt x="2464205" y="76613"/>
                </a:lnTo>
                <a:lnTo>
                  <a:pt x="2427431" y="81243"/>
                </a:lnTo>
                <a:lnTo>
                  <a:pt x="2389181" y="85702"/>
                </a:lnTo>
                <a:lnTo>
                  <a:pt x="2349434" y="89993"/>
                </a:lnTo>
                <a:lnTo>
                  <a:pt x="2308251" y="94109"/>
                </a:lnTo>
                <a:lnTo>
                  <a:pt x="2265662" y="98045"/>
                </a:lnTo>
                <a:lnTo>
                  <a:pt x="2221716" y="101795"/>
                </a:lnTo>
                <a:lnTo>
                  <a:pt x="2176477" y="105353"/>
                </a:lnTo>
                <a:lnTo>
                  <a:pt x="2129986" y="108713"/>
                </a:lnTo>
                <a:lnTo>
                  <a:pt x="2082283" y="111870"/>
                </a:lnTo>
                <a:lnTo>
                  <a:pt x="2033421" y="114818"/>
                </a:lnTo>
                <a:lnTo>
                  <a:pt x="1983409" y="117554"/>
                </a:lnTo>
                <a:lnTo>
                  <a:pt x="1880176" y="122365"/>
                </a:lnTo>
                <a:lnTo>
                  <a:pt x="1772973" y="126258"/>
                </a:lnTo>
                <a:lnTo>
                  <a:pt x="1662155" y="129191"/>
                </a:lnTo>
                <a:lnTo>
                  <a:pt x="1518286" y="131451"/>
                </a:lnTo>
                <a:lnTo>
                  <a:pt x="1375905" y="132019"/>
                </a:lnTo>
                <a:lnTo>
                  <a:pt x="1235873" y="130959"/>
                </a:lnTo>
                <a:lnTo>
                  <a:pt x="1098987" y="128338"/>
                </a:lnTo>
                <a:lnTo>
                  <a:pt x="1031997" y="126462"/>
                </a:lnTo>
                <a:lnTo>
                  <a:pt x="966121" y="124221"/>
                </a:lnTo>
                <a:lnTo>
                  <a:pt x="901430" y="121622"/>
                </a:lnTo>
                <a:lnTo>
                  <a:pt x="838078" y="118674"/>
                </a:lnTo>
                <a:lnTo>
                  <a:pt x="776120" y="115384"/>
                </a:lnTo>
                <a:lnTo>
                  <a:pt x="715693" y="111761"/>
                </a:lnTo>
                <a:lnTo>
                  <a:pt x="656911" y="107816"/>
                </a:lnTo>
                <a:lnTo>
                  <a:pt x="599844" y="103553"/>
                </a:lnTo>
                <a:lnTo>
                  <a:pt x="544611" y="98982"/>
                </a:lnTo>
                <a:lnTo>
                  <a:pt x="491335" y="94113"/>
                </a:lnTo>
                <a:lnTo>
                  <a:pt x="440101" y="88952"/>
                </a:lnTo>
                <a:lnTo>
                  <a:pt x="391009" y="83508"/>
                </a:lnTo>
                <a:lnTo>
                  <a:pt x="344190" y="77792"/>
                </a:lnTo>
                <a:lnTo>
                  <a:pt x="299741" y="71812"/>
                </a:lnTo>
                <a:lnTo>
                  <a:pt x="257759" y="65576"/>
                </a:lnTo>
                <a:lnTo>
                  <a:pt x="218363" y="59094"/>
                </a:lnTo>
                <a:lnTo>
                  <a:pt x="181643" y="52375"/>
                </a:lnTo>
                <a:lnTo>
                  <a:pt x="147749" y="45435"/>
                </a:lnTo>
                <a:lnTo>
                  <a:pt x="116744" y="38279"/>
                </a:lnTo>
                <a:lnTo>
                  <a:pt x="88799" y="30933"/>
                </a:lnTo>
                <a:lnTo>
                  <a:pt x="64021" y="23417"/>
                </a:lnTo>
                <a:lnTo>
                  <a:pt x="42536" y="15758"/>
                </a:lnTo>
                <a:lnTo>
                  <a:pt x="24514" y="8018"/>
                </a:lnTo>
                <a:lnTo>
                  <a:pt x="9575" y="0"/>
                </a:lnTo>
                <a:lnTo>
                  <a:pt x="0" y="17840"/>
                </a:lnTo>
                <a:lnTo>
                  <a:pt x="15716" y="26275"/>
                </a:lnTo>
                <a:lnTo>
                  <a:pt x="35137" y="34615"/>
                </a:lnTo>
                <a:lnTo>
                  <a:pt x="57678" y="42651"/>
                </a:lnTo>
                <a:lnTo>
                  <a:pt x="83291" y="50420"/>
                </a:lnTo>
                <a:lnTo>
                  <a:pt x="111904" y="57941"/>
                </a:lnTo>
                <a:lnTo>
                  <a:pt x="143434" y="65219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a6cc3abd24020"/>
          <a:stretch xmlns:a="http://schemas.openxmlformats.org/drawingml/2006/main"/>
        </p:blipFill>
        <p:spPr>
          <a:xfrm xmlns:a="http://schemas.openxmlformats.org/drawingml/2006/main">
            <a:off x="5776044" y="3139344"/>
            <a:ext cx="432917" cy="432917"/>
          </a:xfrm>
          <a:prstGeom xmlns:a="http://schemas.openxmlformats.org/drawingml/2006/main" prst="rect">
            <a:avLst/>
          </a:prstGeom>
        </p:spPr>
      </p:pic>
      <p:pic>
        <p:nvPicPr>
          <p:cNvPr id="2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53fb233e14bc6"/>
          <a:stretch xmlns:a="http://schemas.openxmlformats.org/drawingml/2006/main"/>
        </p:blipFill>
        <p:spPr>
          <a:xfrm xmlns:a="http://schemas.openxmlformats.org/drawingml/2006/main">
            <a:off x="5843779" y="3207079"/>
            <a:ext cx="297446" cy="297446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C57E4-B964-4367-8EFE-37B7A698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819" y="160218"/>
            <a:ext cx="703860" cy="350457"/>
          </a:xfrm>
          <a:custGeom xmlns:a="http://schemas.openxmlformats.org/drawingml/2006/main">
            <a:pathLst>
              <a:path w="703860" h="350457">
                <a:moveTo>
                  <a:pt x="0" y="58411"/>
                </a:moveTo>
                <a:cubicBezTo>
                  <a:pt x="0" y="26152"/>
                  <a:pt x="26152" y="0"/>
                  <a:pt x="58411" y="0"/>
                </a:cubicBezTo>
                <a:lnTo>
                  <a:pt x="645449" y="0"/>
                </a:lnTo>
                <a:cubicBezTo>
                  <a:pt x="677708" y="0"/>
                  <a:pt x="703860" y="26152"/>
                  <a:pt x="703860" y="58411"/>
                </a:cubicBezTo>
                <a:lnTo>
                  <a:pt x="703860" y="292046"/>
                </a:lnTo>
                <a:cubicBezTo>
                  <a:pt x="703860" y="324305"/>
                  <a:pt x="677708" y="350457"/>
                  <a:pt x="645449" y="350457"/>
                </a:cubicBezTo>
                <a:lnTo>
                  <a:pt x="58411" y="350457"/>
                </a:lnTo>
                <a:cubicBezTo>
                  <a:pt x="26152" y="350457"/>
                  <a:pt x="0" y="324305"/>
                  <a:pt x="0" y="292046"/>
                </a:cubicBezTo>
                <a:lnTo>
                  <a:pt x="0" y="5841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316A2-5941-4D8E-A45B-DE38B98B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819" y="160219"/>
            <a:ext cx="703859" cy="350456"/>
          </a:xfrm>
          <a:custGeom xmlns:a="http://schemas.openxmlformats.org/drawingml/2006/main">
            <a:pathLst>
              <a:path w="703859" h="350456" fill="none">
                <a:moveTo>
                  <a:pt x="0" y="58411"/>
                </a:moveTo>
                <a:cubicBezTo>
                  <a:pt x="0" y="26151"/>
                  <a:pt x="26151" y="0"/>
                  <a:pt x="58411" y="0"/>
                </a:cubicBezTo>
                <a:lnTo>
                  <a:pt x="645448" y="0"/>
                </a:lnTo>
                <a:cubicBezTo>
                  <a:pt x="677707" y="0"/>
                  <a:pt x="703859" y="26151"/>
                  <a:pt x="703859" y="58411"/>
                </a:cubicBezTo>
                <a:lnTo>
                  <a:pt x="703859" y="292045"/>
                </a:lnTo>
                <a:cubicBezTo>
                  <a:pt x="703859" y="324305"/>
                  <a:pt x="677707" y="350456"/>
                  <a:pt x="645448" y="350456"/>
                </a:cubicBezTo>
                <a:lnTo>
                  <a:pt x="58411" y="350456"/>
                </a:lnTo>
                <a:cubicBezTo>
                  <a:pt x="26151" y="350456"/>
                  <a:pt x="0" y="324305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6E4707-B0EC-46DD-9200-1CCA43BD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55" y="160218"/>
            <a:ext cx="700912" cy="350457"/>
          </a:xfrm>
          <a:custGeom xmlns:a="http://schemas.openxmlformats.org/drawingml/2006/main">
            <a:pathLst>
              <a:path w="700912" h="350457">
                <a:moveTo>
                  <a:pt x="0" y="58411"/>
                </a:moveTo>
                <a:cubicBezTo>
                  <a:pt x="0" y="26152"/>
                  <a:pt x="26151" y="0"/>
                  <a:pt x="58410" y="0"/>
                </a:cubicBezTo>
                <a:lnTo>
                  <a:pt x="642501" y="0"/>
                </a:lnTo>
                <a:cubicBezTo>
                  <a:pt x="674761" y="0"/>
                  <a:pt x="700912" y="26152"/>
                  <a:pt x="700912" y="58411"/>
                </a:cubicBezTo>
                <a:lnTo>
                  <a:pt x="700912" y="292046"/>
                </a:lnTo>
                <a:cubicBezTo>
                  <a:pt x="700912" y="324305"/>
                  <a:pt x="674761" y="350457"/>
                  <a:pt x="642501" y="350457"/>
                </a:cubicBezTo>
                <a:lnTo>
                  <a:pt x="58410" y="350457"/>
                </a:lnTo>
                <a:cubicBezTo>
                  <a:pt x="26151" y="350457"/>
                  <a:pt x="0" y="324305"/>
                  <a:pt x="0" y="292046"/>
                </a:cubicBezTo>
                <a:lnTo>
                  <a:pt x="0" y="58411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AE56B-AA19-4E68-B936-DC677196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55" y="160219"/>
            <a:ext cx="700913" cy="350456"/>
          </a:xfrm>
          <a:custGeom xmlns:a="http://schemas.openxmlformats.org/drawingml/2006/main">
            <a:pathLst>
              <a:path w="700913" h="350456" fill="none">
                <a:moveTo>
                  <a:pt x="0" y="58411"/>
                </a:moveTo>
                <a:cubicBezTo>
                  <a:pt x="0" y="26151"/>
                  <a:pt x="26151" y="0"/>
                  <a:pt x="58411" y="0"/>
                </a:cubicBezTo>
                <a:lnTo>
                  <a:pt x="642502" y="0"/>
                </a:lnTo>
                <a:cubicBezTo>
                  <a:pt x="674761" y="0"/>
                  <a:pt x="700913" y="26151"/>
                  <a:pt x="700913" y="58411"/>
                </a:cubicBezTo>
                <a:lnTo>
                  <a:pt x="700913" y="292045"/>
                </a:lnTo>
                <a:cubicBezTo>
                  <a:pt x="700913" y="324305"/>
                  <a:pt x="674761" y="350456"/>
                  <a:pt x="642502" y="350456"/>
                </a:cubicBezTo>
                <a:lnTo>
                  <a:pt x="58411" y="350456"/>
                </a:lnTo>
                <a:cubicBezTo>
                  <a:pt x="26151" y="350456"/>
                  <a:pt x="0" y="324305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48" name="Text SNO">
            <a:extLst xmlns:a="http://schemas.openxmlformats.org/drawingml/2006/main">
              <a:ext uri="{FF2B5EF4-FFF2-40B4-BE49-F238E27FC236}">
                <a16:creationId xmlns:a16="http://schemas.microsoft.com/office/drawing/2014/main" id="{5113A449-74A9-48C1-87FF-A981E55A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814" y="237252"/>
            <a:ext cx="508930" cy="181059"/>
          </a:xfrm>
          <a:custGeom xmlns:a="http://schemas.openxmlformats.org/drawingml/2006/main">
            <a:pathLst>
              <a:path w="508930" h="181059">
                <a:moveTo>
                  <a:pt x="0" y="121024"/>
                </a:moveTo>
                <a:lnTo>
                  <a:pt x="34374" y="117683"/>
                </a:lnTo>
                <a:cubicBezTo>
                  <a:pt x="36443" y="129220"/>
                  <a:pt x="40640" y="137694"/>
                  <a:pt x="46966" y="143105"/>
                </a:cubicBezTo>
                <a:cubicBezTo>
                  <a:pt x="53291" y="148516"/>
                  <a:pt x="61825" y="151221"/>
                  <a:pt x="72567" y="151221"/>
                </a:cubicBezTo>
                <a:cubicBezTo>
                  <a:pt x="83945" y="151221"/>
                  <a:pt x="92519" y="148814"/>
                  <a:pt x="98288" y="144000"/>
                </a:cubicBezTo>
                <a:cubicBezTo>
                  <a:pt x="104056" y="139186"/>
                  <a:pt x="106941" y="133557"/>
                  <a:pt x="106941" y="127111"/>
                </a:cubicBezTo>
                <a:cubicBezTo>
                  <a:pt x="106941" y="122974"/>
                  <a:pt x="105727" y="119453"/>
                  <a:pt x="103300" y="116549"/>
                </a:cubicBezTo>
                <a:cubicBezTo>
                  <a:pt x="100874" y="113644"/>
                  <a:pt x="96637" y="111118"/>
                  <a:pt x="90589" y="108970"/>
                </a:cubicBezTo>
                <a:cubicBezTo>
                  <a:pt x="86452" y="107538"/>
                  <a:pt x="77023" y="104991"/>
                  <a:pt x="62303" y="101331"/>
                </a:cubicBezTo>
                <a:cubicBezTo>
                  <a:pt x="43365" y="96637"/>
                  <a:pt x="30077" y="90868"/>
                  <a:pt x="22438" y="84025"/>
                </a:cubicBezTo>
                <a:cubicBezTo>
                  <a:pt x="11697" y="74397"/>
                  <a:pt x="6326" y="62661"/>
                  <a:pt x="6326" y="48816"/>
                </a:cubicBezTo>
                <a:cubicBezTo>
                  <a:pt x="6326" y="39904"/>
                  <a:pt x="8852" y="31569"/>
                  <a:pt x="13905" y="23811"/>
                </a:cubicBezTo>
                <a:cubicBezTo>
                  <a:pt x="18957" y="16053"/>
                  <a:pt x="26238" y="10145"/>
                  <a:pt x="35746" y="6087"/>
                </a:cubicBezTo>
                <a:cubicBezTo>
                  <a:pt x="45255" y="2029"/>
                  <a:pt x="56733" y="0"/>
                  <a:pt x="70180" y="0"/>
                </a:cubicBezTo>
                <a:cubicBezTo>
                  <a:pt x="92141" y="0"/>
                  <a:pt x="108671" y="4814"/>
                  <a:pt x="119771" y="14442"/>
                </a:cubicBezTo>
                <a:cubicBezTo>
                  <a:pt x="130871" y="24070"/>
                  <a:pt x="136700" y="36920"/>
                  <a:pt x="137257" y="52993"/>
                </a:cubicBezTo>
                <a:lnTo>
                  <a:pt x="101928" y="54545"/>
                </a:lnTo>
                <a:cubicBezTo>
                  <a:pt x="100416" y="45553"/>
                  <a:pt x="97174" y="39088"/>
                  <a:pt x="92201" y="35150"/>
                </a:cubicBezTo>
                <a:cubicBezTo>
                  <a:pt x="87228" y="31211"/>
                  <a:pt x="79768" y="29242"/>
                  <a:pt x="69822" y="29242"/>
                </a:cubicBezTo>
                <a:cubicBezTo>
                  <a:pt x="59557" y="29242"/>
                  <a:pt x="51521" y="31350"/>
                  <a:pt x="45712" y="35567"/>
                </a:cubicBezTo>
                <a:cubicBezTo>
                  <a:pt x="41973" y="38273"/>
                  <a:pt x="40103" y="41893"/>
                  <a:pt x="40103" y="46429"/>
                </a:cubicBezTo>
                <a:cubicBezTo>
                  <a:pt x="40103" y="50566"/>
                  <a:pt x="41853" y="54107"/>
                  <a:pt x="45354" y="57051"/>
                </a:cubicBezTo>
                <a:cubicBezTo>
                  <a:pt x="49810" y="60791"/>
                  <a:pt x="60632" y="64690"/>
                  <a:pt x="77818" y="68748"/>
                </a:cubicBezTo>
                <a:cubicBezTo>
                  <a:pt x="95005" y="72806"/>
                  <a:pt x="107717" y="77003"/>
                  <a:pt x="115952" y="81339"/>
                </a:cubicBezTo>
                <a:cubicBezTo>
                  <a:pt x="124187" y="85676"/>
                  <a:pt x="130632" y="91604"/>
                  <a:pt x="135287" y="99123"/>
                </a:cubicBezTo>
                <a:cubicBezTo>
                  <a:pt x="139942" y="106642"/>
                  <a:pt x="142269" y="115932"/>
                  <a:pt x="142269" y="126992"/>
                </a:cubicBezTo>
                <a:cubicBezTo>
                  <a:pt x="142269" y="137018"/>
                  <a:pt x="139484" y="146407"/>
                  <a:pt x="133915" y="155160"/>
                </a:cubicBezTo>
                <a:cubicBezTo>
                  <a:pt x="128345" y="163912"/>
                  <a:pt x="120467" y="170417"/>
                  <a:pt x="110283" y="174674"/>
                </a:cubicBezTo>
                <a:cubicBezTo>
                  <a:pt x="100098" y="178931"/>
                  <a:pt x="87407" y="181059"/>
                  <a:pt x="72209" y="181059"/>
                </a:cubicBezTo>
                <a:cubicBezTo>
                  <a:pt x="50089" y="181059"/>
                  <a:pt x="33101" y="175947"/>
                  <a:pt x="21245" y="165722"/>
                </a:cubicBezTo>
                <a:cubicBezTo>
                  <a:pt x="9389" y="155498"/>
                  <a:pt x="2308" y="140598"/>
                  <a:pt x="0" y="121024"/>
                </a:cubicBezTo>
                <a:close/>
                <a:moveTo>
                  <a:pt x="171298" y="177956"/>
                </a:moveTo>
                <a:lnTo>
                  <a:pt x="171298" y="2984"/>
                </a:lnTo>
                <a:lnTo>
                  <a:pt x="205671" y="2984"/>
                </a:lnTo>
                <a:lnTo>
                  <a:pt x="277283" y="119831"/>
                </a:lnTo>
                <a:lnTo>
                  <a:pt x="277283" y="2984"/>
                </a:lnTo>
                <a:lnTo>
                  <a:pt x="310106" y="2984"/>
                </a:lnTo>
                <a:lnTo>
                  <a:pt x="310106" y="177956"/>
                </a:lnTo>
                <a:lnTo>
                  <a:pt x="274658" y="177956"/>
                </a:lnTo>
                <a:lnTo>
                  <a:pt x="204120" y="63854"/>
                </a:lnTo>
                <a:lnTo>
                  <a:pt x="204120" y="177956"/>
                </a:lnTo>
                <a:lnTo>
                  <a:pt x="171298" y="177956"/>
                </a:lnTo>
                <a:close/>
                <a:moveTo>
                  <a:pt x="339210" y="91544"/>
                </a:moveTo>
                <a:cubicBezTo>
                  <a:pt x="339210" y="73721"/>
                  <a:pt x="341875" y="58762"/>
                  <a:pt x="347206" y="46667"/>
                </a:cubicBezTo>
                <a:cubicBezTo>
                  <a:pt x="351185" y="37756"/>
                  <a:pt x="356615" y="29759"/>
                  <a:pt x="363498" y="22677"/>
                </a:cubicBezTo>
                <a:cubicBezTo>
                  <a:pt x="370381" y="15596"/>
                  <a:pt x="377920" y="10344"/>
                  <a:pt x="386116" y="6923"/>
                </a:cubicBezTo>
                <a:cubicBezTo>
                  <a:pt x="397016" y="2308"/>
                  <a:pt x="409588" y="0"/>
                  <a:pt x="423831" y="0"/>
                </a:cubicBezTo>
                <a:cubicBezTo>
                  <a:pt x="449612" y="0"/>
                  <a:pt x="470240" y="7997"/>
                  <a:pt x="485716" y="23990"/>
                </a:cubicBezTo>
                <a:cubicBezTo>
                  <a:pt x="501192" y="39983"/>
                  <a:pt x="508930" y="62223"/>
                  <a:pt x="508930" y="90709"/>
                </a:cubicBezTo>
                <a:cubicBezTo>
                  <a:pt x="508930" y="118956"/>
                  <a:pt x="501252" y="141056"/>
                  <a:pt x="485895" y="157010"/>
                </a:cubicBezTo>
                <a:cubicBezTo>
                  <a:pt x="470538" y="172963"/>
                  <a:pt x="450009" y="180940"/>
                  <a:pt x="424309" y="180940"/>
                </a:cubicBezTo>
                <a:cubicBezTo>
                  <a:pt x="398290" y="180940"/>
                  <a:pt x="377602" y="173003"/>
                  <a:pt x="362245" y="157129"/>
                </a:cubicBezTo>
                <a:cubicBezTo>
                  <a:pt x="346888" y="141255"/>
                  <a:pt x="339210" y="119393"/>
                  <a:pt x="339210" y="91544"/>
                </a:cubicBezTo>
                <a:moveTo>
                  <a:pt x="375612" y="90351"/>
                </a:moveTo>
                <a:cubicBezTo>
                  <a:pt x="375612" y="110163"/>
                  <a:pt x="380188" y="125182"/>
                  <a:pt x="389338" y="135407"/>
                </a:cubicBezTo>
                <a:cubicBezTo>
                  <a:pt x="398489" y="145631"/>
                  <a:pt x="410106" y="150743"/>
                  <a:pt x="424189" y="150743"/>
                </a:cubicBezTo>
                <a:cubicBezTo>
                  <a:pt x="438273" y="150743"/>
                  <a:pt x="449830" y="145671"/>
                  <a:pt x="458862" y="135526"/>
                </a:cubicBezTo>
                <a:cubicBezTo>
                  <a:pt x="467893" y="125381"/>
                  <a:pt x="472408" y="110163"/>
                  <a:pt x="472408" y="89873"/>
                </a:cubicBezTo>
                <a:cubicBezTo>
                  <a:pt x="472408" y="69822"/>
                  <a:pt x="468012" y="54863"/>
                  <a:pt x="459220" y="44996"/>
                </a:cubicBezTo>
                <a:cubicBezTo>
                  <a:pt x="450427" y="35130"/>
                  <a:pt x="438750" y="30196"/>
                  <a:pt x="424189" y="30196"/>
                </a:cubicBezTo>
                <a:cubicBezTo>
                  <a:pt x="409628" y="30196"/>
                  <a:pt x="397892" y="35189"/>
                  <a:pt x="388980" y="45175"/>
                </a:cubicBezTo>
                <a:cubicBezTo>
                  <a:pt x="380068" y="55161"/>
                  <a:pt x="375612" y="70220"/>
                  <a:pt x="375612" y="90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E08FB-A159-4684-AF80-585AE3B2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084" y="160218"/>
            <a:ext cx="703857" cy="350456"/>
          </a:xfrm>
          <a:custGeom xmlns:a="http://schemas.openxmlformats.org/drawingml/2006/main">
            <a:pathLst>
              <a:path w="703857" h="350456">
                <a:moveTo>
                  <a:pt x="0" y="58411"/>
                </a:moveTo>
                <a:cubicBezTo>
                  <a:pt x="0" y="26152"/>
                  <a:pt x="26151" y="0"/>
                  <a:pt x="58410" y="0"/>
                </a:cubicBezTo>
                <a:lnTo>
                  <a:pt x="645446" y="0"/>
                </a:lnTo>
                <a:cubicBezTo>
                  <a:pt x="677706" y="0"/>
                  <a:pt x="703857" y="26152"/>
                  <a:pt x="703857" y="58411"/>
                </a:cubicBezTo>
                <a:lnTo>
                  <a:pt x="703857" y="292045"/>
                </a:lnTo>
                <a:cubicBezTo>
                  <a:pt x="703857" y="324305"/>
                  <a:pt x="677706" y="350456"/>
                  <a:pt x="645446" y="350456"/>
                </a:cubicBezTo>
                <a:lnTo>
                  <a:pt x="58410" y="350456"/>
                </a:lnTo>
                <a:cubicBezTo>
                  <a:pt x="26151" y="350456"/>
                  <a:pt x="0" y="324305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F21D7-D5CF-46B5-9D23-A6DF8F79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084" y="160219"/>
            <a:ext cx="703858" cy="350456"/>
          </a:xfrm>
          <a:custGeom xmlns:a="http://schemas.openxmlformats.org/drawingml/2006/main">
            <a:pathLst>
              <a:path w="703858" h="350456" fill="none">
                <a:moveTo>
                  <a:pt x="0" y="58411"/>
                </a:moveTo>
                <a:cubicBezTo>
                  <a:pt x="0" y="26151"/>
                  <a:pt x="26151" y="0"/>
                  <a:pt x="58411" y="0"/>
                </a:cubicBezTo>
                <a:lnTo>
                  <a:pt x="645447" y="0"/>
                </a:lnTo>
                <a:cubicBezTo>
                  <a:pt x="677706" y="0"/>
                  <a:pt x="703858" y="26151"/>
                  <a:pt x="703858" y="58411"/>
                </a:cubicBezTo>
                <a:lnTo>
                  <a:pt x="703858" y="292045"/>
                </a:lnTo>
                <a:cubicBezTo>
                  <a:pt x="703858" y="324304"/>
                  <a:pt x="677706" y="350456"/>
                  <a:pt x="645447" y="350456"/>
                </a:cubicBezTo>
                <a:lnTo>
                  <a:pt x="58411" y="350456"/>
                </a:lnTo>
                <a:cubicBezTo>
                  <a:pt x="26151" y="350456"/>
                  <a:pt x="0" y="324304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51" name="Text UE">
            <a:extLst xmlns:a="http://schemas.openxmlformats.org/drawingml/2006/main">
              <a:ext uri="{FF2B5EF4-FFF2-40B4-BE49-F238E27FC236}">
                <a16:creationId xmlns:a16="http://schemas.microsoft.com/office/drawing/2014/main" id="{D0A0119A-230B-46D8-8C95-BDBE47F7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01" y="254960"/>
            <a:ext cx="308798" cy="177956"/>
          </a:xfrm>
          <a:custGeom xmlns:a="http://schemas.openxmlformats.org/drawingml/2006/main">
            <a:pathLst>
              <a:path w="308798" h="177956">
                <a:moveTo>
                  <a:pt x="0" y="0"/>
                </a:moveTo>
                <a:lnTo>
                  <a:pt x="35329" y="0"/>
                </a:lnTo>
                <a:lnTo>
                  <a:pt x="35329" y="94767"/>
                </a:lnTo>
                <a:cubicBezTo>
                  <a:pt x="35329" y="109805"/>
                  <a:pt x="35766" y="119552"/>
                  <a:pt x="36642" y="124008"/>
                </a:cubicBezTo>
                <a:cubicBezTo>
                  <a:pt x="38153" y="131169"/>
                  <a:pt x="41754" y="136918"/>
                  <a:pt x="47443" y="141255"/>
                </a:cubicBezTo>
                <a:cubicBezTo>
                  <a:pt x="53132" y="145591"/>
                  <a:pt x="60910" y="147760"/>
                  <a:pt x="70777" y="147760"/>
                </a:cubicBezTo>
                <a:cubicBezTo>
                  <a:pt x="80802" y="147760"/>
                  <a:pt x="88361" y="145711"/>
                  <a:pt x="93454" y="141613"/>
                </a:cubicBezTo>
                <a:cubicBezTo>
                  <a:pt x="98546" y="137515"/>
                  <a:pt x="101610" y="132482"/>
                  <a:pt x="102644" y="126515"/>
                </a:cubicBezTo>
                <a:cubicBezTo>
                  <a:pt x="103678" y="120547"/>
                  <a:pt x="104196" y="110641"/>
                  <a:pt x="104196" y="96796"/>
                </a:cubicBezTo>
                <a:lnTo>
                  <a:pt x="104196" y="0"/>
                </a:lnTo>
                <a:lnTo>
                  <a:pt x="139524" y="0"/>
                </a:lnTo>
                <a:lnTo>
                  <a:pt x="139524" y="91902"/>
                </a:lnTo>
                <a:cubicBezTo>
                  <a:pt x="139524" y="112908"/>
                  <a:pt x="138569" y="127748"/>
                  <a:pt x="136660" y="136421"/>
                </a:cubicBezTo>
                <a:cubicBezTo>
                  <a:pt x="134750" y="145094"/>
                  <a:pt x="131229" y="152414"/>
                  <a:pt x="126097" y="158382"/>
                </a:cubicBezTo>
                <a:cubicBezTo>
                  <a:pt x="120965" y="164350"/>
                  <a:pt x="114102" y="169104"/>
                  <a:pt x="105509" y="172645"/>
                </a:cubicBezTo>
                <a:cubicBezTo>
                  <a:pt x="96915" y="176186"/>
                  <a:pt x="85696" y="177956"/>
                  <a:pt x="71851" y="177956"/>
                </a:cubicBezTo>
                <a:cubicBezTo>
                  <a:pt x="55141" y="177956"/>
                  <a:pt x="42470" y="176027"/>
                  <a:pt x="33837" y="172167"/>
                </a:cubicBezTo>
                <a:cubicBezTo>
                  <a:pt x="25203" y="168308"/>
                  <a:pt x="18380" y="163295"/>
                  <a:pt x="13368" y="157129"/>
                </a:cubicBezTo>
                <a:cubicBezTo>
                  <a:pt x="8355" y="150962"/>
                  <a:pt x="5053" y="144497"/>
                  <a:pt x="3461" y="137734"/>
                </a:cubicBezTo>
                <a:cubicBezTo>
                  <a:pt x="1154" y="127708"/>
                  <a:pt x="0" y="112908"/>
                  <a:pt x="0" y="93334"/>
                </a:cubicBezTo>
                <a:lnTo>
                  <a:pt x="0" y="0"/>
                </a:lnTo>
                <a:close/>
                <a:moveTo>
                  <a:pt x="175719" y="174972"/>
                </a:moveTo>
                <a:lnTo>
                  <a:pt x="175719" y="0"/>
                </a:lnTo>
                <a:lnTo>
                  <a:pt x="305456" y="0"/>
                </a:lnTo>
                <a:lnTo>
                  <a:pt x="305456" y="29600"/>
                </a:lnTo>
                <a:lnTo>
                  <a:pt x="211048" y="29600"/>
                </a:lnTo>
                <a:lnTo>
                  <a:pt x="211048" y="68390"/>
                </a:lnTo>
                <a:lnTo>
                  <a:pt x="298892" y="68390"/>
                </a:lnTo>
                <a:lnTo>
                  <a:pt x="298892" y="97870"/>
                </a:lnTo>
                <a:lnTo>
                  <a:pt x="211048" y="97870"/>
                </a:lnTo>
                <a:lnTo>
                  <a:pt x="211048" y="145492"/>
                </a:lnTo>
                <a:lnTo>
                  <a:pt x="308798" y="145492"/>
                </a:lnTo>
                <a:lnTo>
                  <a:pt x="308798" y="174972"/>
                </a:lnTo>
                <a:lnTo>
                  <a:pt x="175719" y="174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MNO">
            <a:extLst xmlns:a="http://schemas.openxmlformats.org/drawingml/2006/main">
              <a:ext uri="{FF2B5EF4-FFF2-40B4-BE49-F238E27FC236}">
                <a16:creationId xmlns:a16="http://schemas.microsoft.com/office/drawing/2014/main" id="{09731794-7749-4098-A41B-ED6832F1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406" y="231362"/>
            <a:ext cx="541082" cy="180940"/>
          </a:xfrm>
          <a:custGeom xmlns:a="http://schemas.openxmlformats.org/drawingml/2006/main">
            <a:pathLst>
              <a:path w="541082" h="180940">
                <a:moveTo>
                  <a:pt x="0" y="177956"/>
                </a:moveTo>
                <a:lnTo>
                  <a:pt x="0" y="2984"/>
                </a:lnTo>
                <a:lnTo>
                  <a:pt x="52874" y="2984"/>
                </a:lnTo>
                <a:lnTo>
                  <a:pt x="84622" y="122337"/>
                </a:lnTo>
                <a:lnTo>
                  <a:pt x="116012" y="2984"/>
                </a:lnTo>
                <a:lnTo>
                  <a:pt x="169005" y="2984"/>
                </a:lnTo>
                <a:lnTo>
                  <a:pt x="169005" y="177956"/>
                </a:lnTo>
                <a:lnTo>
                  <a:pt x="136182" y="177956"/>
                </a:lnTo>
                <a:lnTo>
                  <a:pt x="136182" y="40222"/>
                </a:lnTo>
                <a:lnTo>
                  <a:pt x="101450" y="177956"/>
                </a:lnTo>
                <a:lnTo>
                  <a:pt x="67435" y="177956"/>
                </a:lnTo>
                <a:lnTo>
                  <a:pt x="32822" y="40222"/>
                </a:lnTo>
                <a:lnTo>
                  <a:pt x="32822" y="177956"/>
                </a:lnTo>
                <a:lnTo>
                  <a:pt x="0" y="177956"/>
                </a:lnTo>
                <a:close/>
                <a:moveTo>
                  <a:pt x="203302" y="177956"/>
                </a:moveTo>
                <a:lnTo>
                  <a:pt x="203302" y="2984"/>
                </a:lnTo>
                <a:lnTo>
                  <a:pt x="237676" y="2984"/>
                </a:lnTo>
                <a:lnTo>
                  <a:pt x="309288" y="119831"/>
                </a:lnTo>
                <a:lnTo>
                  <a:pt x="309288" y="2984"/>
                </a:lnTo>
                <a:lnTo>
                  <a:pt x="342111" y="2984"/>
                </a:lnTo>
                <a:lnTo>
                  <a:pt x="342111" y="177956"/>
                </a:lnTo>
                <a:lnTo>
                  <a:pt x="306663" y="177956"/>
                </a:lnTo>
                <a:lnTo>
                  <a:pt x="236125" y="63854"/>
                </a:lnTo>
                <a:lnTo>
                  <a:pt x="236125" y="177956"/>
                </a:lnTo>
                <a:lnTo>
                  <a:pt x="203302" y="177956"/>
                </a:lnTo>
                <a:close/>
                <a:moveTo>
                  <a:pt x="371361" y="91544"/>
                </a:moveTo>
                <a:cubicBezTo>
                  <a:pt x="371361" y="73721"/>
                  <a:pt x="374027" y="58762"/>
                  <a:pt x="379358" y="46667"/>
                </a:cubicBezTo>
                <a:cubicBezTo>
                  <a:pt x="383337" y="37756"/>
                  <a:pt x="388767" y="29759"/>
                  <a:pt x="395650" y="22677"/>
                </a:cubicBezTo>
                <a:cubicBezTo>
                  <a:pt x="402533" y="15596"/>
                  <a:pt x="410072" y="10344"/>
                  <a:pt x="418267" y="6923"/>
                </a:cubicBezTo>
                <a:cubicBezTo>
                  <a:pt x="429168" y="2308"/>
                  <a:pt x="441740" y="0"/>
                  <a:pt x="455983" y="0"/>
                </a:cubicBezTo>
                <a:cubicBezTo>
                  <a:pt x="481763" y="0"/>
                  <a:pt x="502392" y="7997"/>
                  <a:pt x="517868" y="23990"/>
                </a:cubicBezTo>
                <a:cubicBezTo>
                  <a:pt x="533344" y="39983"/>
                  <a:pt x="541082" y="62223"/>
                  <a:pt x="541082" y="90709"/>
                </a:cubicBezTo>
                <a:cubicBezTo>
                  <a:pt x="541082" y="118956"/>
                  <a:pt x="533404" y="141056"/>
                  <a:pt x="518047" y="157010"/>
                </a:cubicBezTo>
                <a:cubicBezTo>
                  <a:pt x="502690" y="172963"/>
                  <a:pt x="482161" y="180940"/>
                  <a:pt x="456461" y="180940"/>
                </a:cubicBezTo>
                <a:cubicBezTo>
                  <a:pt x="430441" y="180940"/>
                  <a:pt x="409753" y="173003"/>
                  <a:pt x="394397" y="157129"/>
                </a:cubicBezTo>
                <a:cubicBezTo>
                  <a:pt x="379040" y="141255"/>
                  <a:pt x="371361" y="119393"/>
                  <a:pt x="371361" y="91544"/>
                </a:cubicBezTo>
                <a:moveTo>
                  <a:pt x="407764" y="90351"/>
                </a:moveTo>
                <a:cubicBezTo>
                  <a:pt x="407764" y="110163"/>
                  <a:pt x="412339" y="125182"/>
                  <a:pt x="421490" y="135407"/>
                </a:cubicBezTo>
                <a:cubicBezTo>
                  <a:pt x="430640" y="145631"/>
                  <a:pt x="442257" y="150743"/>
                  <a:pt x="456341" y="150743"/>
                </a:cubicBezTo>
                <a:cubicBezTo>
                  <a:pt x="470425" y="150743"/>
                  <a:pt x="481982" y="145671"/>
                  <a:pt x="491013" y="135526"/>
                </a:cubicBezTo>
                <a:cubicBezTo>
                  <a:pt x="500044" y="125381"/>
                  <a:pt x="504560" y="110163"/>
                  <a:pt x="504560" y="89873"/>
                </a:cubicBezTo>
                <a:cubicBezTo>
                  <a:pt x="504560" y="69822"/>
                  <a:pt x="500164" y="54863"/>
                  <a:pt x="491371" y="44996"/>
                </a:cubicBezTo>
                <a:cubicBezTo>
                  <a:pt x="482579" y="35130"/>
                  <a:pt x="470902" y="30196"/>
                  <a:pt x="456341" y="30196"/>
                </a:cubicBezTo>
                <a:cubicBezTo>
                  <a:pt x="441780" y="30196"/>
                  <a:pt x="430044" y="35189"/>
                  <a:pt x="421132" y="45175"/>
                </a:cubicBezTo>
                <a:cubicBezTo>
                  <a:pt x="412220" y="55161"/>
                  <a:pt x="407764" y="70220"/>
                  <a:pt x="407764" y="90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16BFFF-3631-4061-B6AB-5BD62ED9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985" y="2053861"/>
            <a:ext cx="703859" cy="350456"/>
          </a:xfrm>
          <a:custGeom xmlns:a="http://schemas.openxmlformats.org/drawingml/2006/main">
            <a:pathLst>
              <a:path w="703859" h="350456">
                <a:moveTo>
                  <a:pt x="0" y="58411"/>
                </a:moveTo>
                <a:cubicBezTo>
                  <a:pt x="0" y="26151"/>
                  <a:pt x="26152" y="0"/>
                  <a:pt x="58411" y="0"/>
                </a:cubicBezTo>
                <a:lnTo>
                  <a:pt x="645447" y="0"/>
                </a:lnTo>
                <a:cubicBezTo>
                  <a:pt x="677706" y="0"/>
                  <a:pt x="703859" y="26151"/>
                  <a:pt x="703859" y="58411"/>
                </a:cubicBezTo>
                <a:lnTo>
                  <a:pt x="703859" y="292045"/>
                </a:lnTo>
                <a:cubicBezTo>
                  <a:pt x="703859" y="324304"/>
                  <a:pt x="677706" y="350456"/>
                  <a:pt x="645447" y="350456"/>
                </a:cubicBezTo>
                <a:lnTo>
                  <a:pt x="58411" y="350456"/>
                </a:lnTo>
                <a:cubicBezTo>
                  <a:pt x="26152" y="350456"/>
                  <a:pt x="0" y="324304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468B7-8228-4B66-B5DA-82689486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985" y="2053861"/>
            <a:ext cx="703858" cy="350456"/>
          </a:xfrm>
          <a:custGeom xmlns:a="http://schemas.openxmlformats.org/drawingml/2006/main">
            <a:pathLst>
              <a:path w="703858" h="350456" fill="none">
                <a:moveTo>
                  <a:pt x="0" y="58411"/>
                </a:moveTo>
                <a:cubicBezTo>
                  <a:pt x="0" y="26151"/>
                  <a:pt x="26151" y="0"/>
                  <a:pt x="58411" y="0"/>
                </a:cubicBezTo>
                <a:lnTo>
                  <a:pt x="645447" y="0"/>
                </a:lnTo>
                <a:cubicBezTo>
                  <a:pt x="677706" y="0"/>
                  <a:pt x="703858" y="26151"/>
                  <a:pt x="703858" y="58411"/>
                </a:cubicBezTo>
                <a:lnTo>
                  <a:pt x="703858" y="292045"/>
                </a:lnTo>
                <a:cubicBezTo>
                  <a:pt x="703858" y="324304"/>
                  <a:pt x="677706" y="350456"/>
                  <a:pt x="645447" y="350456"/>
                </a:cubicBezTo>
                <a:lnTo>
                  <a:pt x="58411" y="350456"/>
                </a:lnTo>
                <a:cubicBezTo>
                  <a:pt x="26151" y="350456"/>
                  <a:pt x="0" y="324304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C20916-8350-4340-B69A-17575FDB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79" y="2053861"/>
            <a:ext cx="703859" cy="350456"/>
          </a:xfrm>
          <a:custGeom xmlns:a="http://schemas.openxmlformats.org/drawingml/2006/main">
            <a:pathLst>
              <a:path w="703859" h="350456">
                <a:moveTo>
                  <a:pt x="0" y="58411"/>
                </a:moveTo>
                <a:cubicBezTo>
                  <a:pt x="0" y="26151"/>
                  <a:pt x="26152" y="0"/>
                  <a:pt x="58411" y="0"/>
                </a:cubicBezTo>
                <a:lnTo>
                  <a:pt x="645447" y="0"/>
                </a:lnTo>
                <a:cubicBezTo>
                  <a:pt x="677706" y="0"/>
                  <a:pt x="703859" y="26151"/>
                  <a:pt x="703859" y="58411"/>
                </a:cubicBezTo>
                <a:lnTo>
                  <a:pt x="703859" y="292045"/>
                </a:lnTo>
                <a:cubicBezTo>
                  <a:pt x="703859" y="324304"/>
                  <a:pt x="677706" y="350456"/>
                  <a:pt x="645447" y="350456"/>
                </a:cubicBezTo>
                <a:lnTo>
                  <a:pt x="58411" y="350456"/>
                </a:lnTo>
                <a:cubicBezTo>
                  <a:pt x="26152" y="350456"/>
                  <a:pt x="0" y="324304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8EE01-16A0-4507-873C-77BD7B73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379" y="2053861"/>
            <a:ext cx="703858" cy="350456"/>
          </a:xfrm>
          <a:custGeom xmlns:a="http://schemas.openxmlformats.org/drawingml/2006/main">
            <a:pathLst>
              <a:path w="703858" h="350456" fill="none">
                <a:moveTo>
                  <a:pt x="0" y="58411"/>
                </a:moveTo>
                <a:cubicBezTo>
                  <a:pt x="0" y="26151"/>
                  <a:pt x="26151" y="0"/>
                  <a:pt x="58411" y="0"/>
                </a:cubicBezTo>
                <a:lnTo>
                  <a:pt x="645447" y="0"/>
                </a:lnTo>
                <a:cubicBezTo>
                  <a:pt x="677706" y="0"/>
                  <a:pt x="703858" y="26151"/>
                  <a:pt x="703858" y="58411"/>
                </a:cubicBezTo>
                <a:lnTo>
                  <a:pt x="703858" y="292045"/>
                </a:lnTo>
                <a:cubicBezTo>
                  <a:pt x="703858" y="324304"/>
                  <a:pt x="677706" y="350456"/>
                  <a:pt x="645447" y="350456"/>
                </a:cubicBezTo>
                <a:lnTo>
                  <a:pt x="58411" y="350456"/>
                </a:lnTo>
                <a:cubicBezTo>
                  <a:pt x="26151" y="350456"/>
                  <a:pt x="0" y="324304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57" name="Text SNO">
            <a:extLst xmlns:a="http://schemas.openxmlformats.org/drawingml/2006/main">
              <a:ext uri="{FF2B5EF4-FFF2-40B4-BE49-F238E27FC236}">
                <a16:creationId xmlns:a16="http://schemas.microsoft.com/office/drawing/2014/main" id="{20333E6F-7A2F-442F-ADD9-63AC5245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419" y="2139730"/>
            <a:ext cx="508931" cy="181059"/>
          </a:xfrm>
          <a:custGeom xmlns:a="http://schemas.openxmlformats.org/drawingml/2006/main">
            <a:pathLst>
              <a:path w="508931" h="181059">
                <a:moveTo>
                  <a:pt x="0" y="121024"/>
                </a:moveTo>
                <a:lnTo>
                  <a:pt x="34374" y="117683"/>
                </a:lnTo>
                <a:cubicBezTo>
                  <a:pt x="36443" y="129220"/>
                  <a:pt x="40640" y="137694"/>
                  <a:pt x="46966" y="143105"/>
                </a:cubicBezTo>
                <a:cubicBezTo>
                  <a:pt x="53291" y="148516"/>
                  <a:pt x="61825" y="151221"/>
                  <a:pt x="72567" y="151221"/>
                </a:cubicBezTo>
                <a:cubicBezTo>
                  <a:pt x="83945" y="151221"/>
                  <a:pt x="92519" y="148814"/>
                  <a:pt x="98288" y="144000"/>
                </a:cubicBezTo>
                <a:cubicBezTo>
                  <a:pt x="104056" y="139186"/>
                  <a:pt x="106941" y="133557"/>
                  <a:pt x="106941" y="127111"/>
                </a:cubicBezTo>
                <a:cubicBezTo>
                  <a:pt x="106941" y="122974"/>
                  <a:pt x="105727" y="119453"/>
                  <a:pt x="103300" y="116549"/>
                </a:cubicBezTo>
                <a:cubicBezTo>
                  <a:pt x="100874" y="113644"/>
                  <a:pt x="96637" y="111118"/>
                  <a:pt x="90589" y="108970"/>
                </a:cubicBezTo>
                <a:cubicBezTo>
                  <a:pt x="86452" y="107538"/>
                  <a:pt x="77023" y="104991"/>
                  <a:pt x="62303" y="101331"/>
                </a:cubicBezTo>
                <a:cubicBezTo>
                  <a:pt x="43365" y="96637"/>
                  <a:pt x="30077" y="90868"/>
                  <a:pt x="22438" y="84025"/>
                </a:cubicBezTo>
                <a:cubicBezTo>
                  <a:pt x="11697" y="74397"/>
                  <a:pt x="6326" y="62661"/>
                  <a:pt x="6326" y="48816"/>
                </a:cubicBezTo>
                <a:cubicBezTo>
                  <a:pt x="6326" y="39904"/>
                  <a:pt x="8852" y="31569"/>
                  <a:pt x="13905" y="23811"/>
                </a:cubicBezTo>
                <a:cubicBezTo>
                  <a:pt x="18957" y="16053"/>
                  <a:pt x="26238" y="10145"/>
                  <a:pt x="35746" y="6087"/>
                </a:cubicBezTo>
                <a:cubicBezTo>
                  <a:pt x="45255" y="2029"/>
                  <a:pt x="56733" y="0"/>
                  <a:pt x="70180" y="0"/>
                </a:cubicBezTo>
                <a:cubicBezTo>
                  <a:pt x="92141" y="0"/>
                  <a:pt x="108671" y="4814"/>
                  <a:pt x="119771" y="14442"/>
                </a:cubicBezTo>
                <a:cubicBezTo>
                  <a:pt x="130871" y="24070"/>
                  <a:pt x="136700" y="36920"/>
                  <a:pt x="137257" y="52993"/>
                </a:cubicBezTo>
                <a:lnTo>
                  <a:pt x="101928" y="54545"/>
                </a:lnTo>
                <a:cubicBezTo>
                  <a:pt x="100416" y="45553"/>
                  <a:pt x="97174" y="39088"/>
                  <a:pt x="92201" y="35150"/>
                </a:cubicBezTo>
                <a:cubicBezTo>
                  <a:pt x="87228" y="31211"/>
                  <a:pt x="79768" y="29242"/>
                  <a:pt x="69822" y="29242"/>
                </a:cubicBezTo>
                <a:cubicBezTo>
                  <a:pt x="59557" y="29242"/>
                  <a:pt x="51521" y="31350"/>
                  <a:pt x="45712" y="35567"/>
                </a:cubicBezTo>
                <a:cubicBezTo>
                  <a:pt x="41973" y="38273"/>
                  <a:pt x="40103" y="41893"/>
                  <a:pt x="40103" y="46429"/>
                </a:cubicBezTo>
                <a:cubicBezTo>
                  <a:pt x="40103" y="50566"/>
                  <a:pt x="41853" y="54107"/>
                  <a:pt x="45354" y="57051"/>
                </a:cubicBezTo>
                <a:cubicBezTo>
                  <a:pt x="49810" y="60791"/>
                  <a:pt x="60632" y="64690"/>
                  <a:pt x="77818" y="68748"/>
                </a:cubicBezTo>
                <a:cubicBezTo>
                  <a:pt x="95005" y="72806"/>
                  <a:pt x="107717" y="77003"/>
                  <a:pt x="115952" y="81339"/>
                </a:cubicBezTo>
                <a:cubicBezTo>
                  <a:pt x="124187" y="85676"/>
                  <a:pt x="130632" y="91604"/>
                  <a:pt x="135287" y="99123"/>
                </a:cubicBezTo>
                <a:cubicBezTo>
                  <a:pt x="139942" y="106642"/>
                  <a:pt x="142269" y="115932"/>
                  <a:pt x="142269" y="126992"/>
                </a:cubicBezTo>
                <a:cubicBezTo>
                  <a:pt x="142269" y="137018"/>
                  <a:pt x="139484" y="146407"/>
                  <a:pt x="133915" y="155160"/>
                </a:cubicBezTo>
                <a:cubicBezTo>
                  <a:pt x="128345" y="163912"/>
                  <a:pt x="120467" y="170417"/>
                  <a:pt x="110283" y="174674"/>
                </a:cubicBezTo>
                <a:cubicBezTo>
                  <a:pt x="100098" y="178931"/>
                  <a:pt x="87407" y="181059"/>
                  <a:pt x="72209" y="181059"/>
                </a:cubicBezTo>
                <a:cubicBezTo>
                  <a:pt x="50089" y="181059"/>
                  <a:pt x="33101" y="175947"/>
                  <a:pt x="21245" y="165722"/>
                </a:cubicBezTo>
                <a:cubicBezTo>
                  <a:pt x="9389" y="155498"/>
                  <a:pt x="2308" y="140598"/>
                  <a:pt x="0" y="121024"/>
                </a:cubicBezTo>
                <a:close/>
                <a:moveTo>
                  <a:pt x="171298" y="177956"/>
                </a:moveTo>
                <a:lnTo>
                  <a:pt x="171298" y="2984"/>
                </a:lnTo>
                <a:lnTo>
                  <a:pt x="205671" y="2984"/>
                </a:lnTo>
                <a:lnTo>
                  <a:pt x="277283" y="119831"/>
                </a:lnTo>
                <a:lnTo>
                  <a:pt x="277283" y="2984"/>
                </a:lnTo>
                <a:lnTo>
                  <a:pt x="310106" y="2984"/>
                </a:lnTo>
                <a:lnTo>
                  <a:pt x="310106" y="177956"/>
                </a:lnTo>
                <a:lnTo>
                  <a:pt x="274658" y="177956"/>
                </a:lnTo>
                <a:lnTo>
                  <a:pt x="204120" y="63854"/>
                </a:lnTo>
                <a:lnTo>
                  <a:pt x="204120" y="177956"/>
                </a:lnTo>
                <a:lnTo>
                  <a:pt x="171298" y="177956"/>
                </a:lnTo>
                <a:close/>
                <a:moveTo>
                  <a:pt x="339210" y="91544"/>
                </a:moveTo>
                <a:cubicBezTo>
                  <a:pt x="339210" y="73721"/>
                  <a:pt x="341875" y="58762"/>
                  <a:pt x="347207" y="46667"/>
                </a:cubicBezTo>
                <a:cubicBezTo>
                  <a:pt x="351185" y="37756"/>
                  <a:pt x="356616" y="29759"/>
                  <a:pt x="363498" y="22677"/>
                </a:cubicBezTo>
                <a:cubicBezTo>
                  <a:pt x="370381" y="15596"/>
                  <a:pt x="377920" y="10344"/>
                  <a:pt x="386116" y="6923"/>
                </a:cubicBezTo>
                <a:cubicBezTo>
                  <a:pt x="397017" y="2308"/>
                  <a:pt x="409589" y="0"/>
                  <a:pt x="423832" y="0"/>
                </a:cubicBezTo>
                <a:cubicBezTo>
                  <a:pt x="449612" y="0"/>
                  <a:pt x="470240" y="7997"/>
                  <a:pt x="485716" y="23990"/>
                </a:cubicBezTo>
                <a:cubicBezTo>
                  <a:pt x="501193" y="39983"/>
                  <a:pt x="508931" y="62223"/>
                  <a:pt x="508931" y="90709"/>
                </a:cubicBezTo>
                <a:cubicBezTo>
                  <a:pt x="508931" y="118956"/>
                  <a:pt x="501252" y="141056"/>
                  <a:pt x="485895" y="157010"/>
                </a:cubicBezTo>
                <a:cubicBezTo>
                  <a:pt x="470539" y="172963"/>
                  <a:pt x="450010" y="180940"/>
                  <a:pt x="424309" y="180940"/>
                </a:cubicBezTo>
                <a:cubicBezTo>
                  <a:pt x="398290" y="180940"/>
                  <a:pt x="377602" y="173003"/>
                  <a:pt x="362245" y="157129"/>
                </a:cubicBezTo>
                <a:cubicBezTo>
                  <a:pt x="346888" y="141255"/>
                  <a:pt x="339210" y="119393"/>
                  <a:pt x="339210" y="91544"/>
                </a:cubicBezTo>
                <a:moveTo>
                  <a:pt x="375613" y="90351"/>
                </a:moveTo>
                <a:cubicBezTo>
                  <a:pt x="375613" y="110163"/>
                  <a:pt x="380188" y="125182"/>
                  <a:pt x="389338" y="135407"/>
                </a:cubicBezTo>
                <a:cubicBezTo>
                  <a:pt x="398489" y="145631"/>
                  <a:pt x="410106" y="150743"/>
                  <a:pt x="424190" y="150743"/>
                </a:cubicBezTo>
                <a:cubicBezTo>
                  <a:pt x="438273" y="150743"/>
                  <a:pt x="449831" y="145671"/>
                  <a:pt x="458862" y="135526"/>
                </a:cubicBezTo>
                <a:cubicBezTo>
                  <a:pt x="467893" y="125381"/>
                  <a:pt x="472408" y="110163"/>
                  <a:pt x="472408" y="89873"/>
                </a:cubicBezTo>
                <a:cubicBezTo>
                  <a:pt x="472408" y="69822"/>
                  <a:pt x="468012" y="54863"/>
                  <a:pt x="459220" y="44996"/>
                </a:cubicBezTo>
                <a:cubicBezTo>
                  <a:pt x="450427" y="35130"/>
                  <a:pt x="438751" y="30196"/>
                  <a:pt x="424190" y="30196"/>
                </a:cubicBezTo>
                <a:cubicBezTo>
                  <a:pt x="409628" y="30196"/>
                  <a:pt x="397892" y="35189"/>
                  <a:pt x="388980" y="45175"/>
                </a:cubicBezTo>
                <a:cubicBezTo>
                  <a:pt x="380069" y="55161"/>
                  <a:pt x="375613" y="70220"/>
                  <a:pt x="375613" y="90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FAB39C-A2A3-476C-9D1B-90D4A2B6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807" y="2053861"/>
            <a:ext cx="703859" cy="350456"/>
          </a:xfrm>
          <a:custGeom xmlns:a="http://schemas.openxmlformats.org/drawingml/2006/main">
            <a:pathLst>
              <a:path w="703859" h="350456">
                <a:moveTo>
                  <a:pt x="0" y="58411"/>
                </a:moveTo>
                <a:cubicBezTo>
                  <a:pt x="0" y="26151"/>
                  <a:pt x="26152" y="0"/>
                  <a:pt x="58411" y="0"/>
                </a:cubicBezTo>
                <a:lnTo>
                  <a:pt x="645447" y="0"/>
                </a:lnTo>
                <a:cubicBezTo>
                  <a:pt x="677706" y="0"/>
                  <a:pt x="703859" y="26151"/>
                  <a:pt x="703859" y="58411"/>
                </a:cubicBezTo>
                <a:lnTo>
                  <a:pt x="703859" y="292045"/>
                </a:lnTo>
                <a:cubicBezTo>
                  <a:pt x="703859" y="324304"/>
                  <a:pt x="677706" y="350456"/>
                  <a:pt x="645447" y="350456"/>
                </a:cubicBezTo>
                <a:lnTo>
                  <a:pt x="58411" y="350456"/>
                </a:lnTo>
                <a:cubicBezTo>
                  <a:pt x="26152" y="350456"/>
                  <a:pt x="0" y="324304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E55DE-F591-42A3-A120-107EDB7A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807" y="2053861"/>
            <a:ext cx="703858" cy="350456"/>
          </a:xfrm>
          <a:custGeom xmlns:a="http://schemas.openxmlformats.org/drawingml/2006/main">
            <a:pathLst>
              <a:path w="703858" h="350456" fill="none">
                <a:moveTo>
                  <a:pt x="0" y="58411"/>
                </a:moveTo>
                <a:cubicBezTo>
                  <a:pt x="0" y="26151"/>
                  <a:pt x="26151" y="0"/>
                  <a:pt x="58411" y="0"/>
                </a:cubicBezTo>
                <a:lnTo>
                  <a:pt x="645447" y="0"/>
                </a:lnTo>
                <a:cubicBezTo>
                  <a:pt x="677706" y="0"/>
                  <a:pt x="703858" y="26151"/>
                  <a:pt x="703858" y="58411"/>
                </a:cubicBezTo>
                <a:lnTo>
                  <a:pt x="703858" y="292045"/>
                </a:lnTo>
                <a:cubicBezTo>
                  <a:pt x="703858" y="324304"/>
                  <a:pt x="677706" y="350456"/>
                  <a:pt x="645447" y="350456"/>
                </a:cubicBezTo>
                <a:lnTo>
                  <a:pt x="58411" y="350456"/>
                </a:lnTo>
                <a:cubicBezTo>
                  <a:pt x="26151" y="350456"/>
                  <a:pt x="0" y="324304"/>
                  <a:pt x="0" y="292045"/>
                </a:cubicBezTo>
                <a:lnTo>
                  <a:pt x="0" y="584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60" name="Text UE">
            <a:extLst xmlns:a="http://schemas.openxmlformats.org/drawingml/2006/main">
              <a:ext uri="{FF2B5EF4-FFF2-40B4-BE49-F238E27FC236}">
                <a16:creationId xmlns:a16="http://schemas.microsoft.com/office/drawing/2014/main" id="{102E8DDA-BC5E-4BA6-9266-F8E62C1C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7252" y="2136823"/>
            <a:ext cx="308798" cy="177956"/>
          </a:xfrm>
          <a:custGeom xmlns:a="http://schemas.openxmlformats.org/drawingml/2006/main">
            <a:pathLst>
              <a:path w="308798" h="177956">
                <a:moveTo>
                  <a:pt x="0" y="0"/>
                </a:moveTo>
                <a:lnTo>
                  <a:pt x="35329" y="0"/>
                </a:lnTo>
                <a:lnTo>
                  <a:pt x="35329" y="94767"/>
                </a:lnTo>
                <a:cubicBezTo>
                  <a:pt x="35329" y="109805"/>
                  <a:pt x="35766" y="119552"/>
                  <a:pt x="36642" y="124008"/>
                </a:cubicBezTo>
                <a:cubicBezTo>
                  <a:pt x="38153" y="131169"/>
                  <a:pt x="41754" y="136918"/>
                  <a:pt x="47443" y="141255"/>
                </a:cubicBezTo>
                <a:cubicBezTo>
                  <a:pt x="53132" y="145591"/>
                  <a:pt x="60910" y="147760"/>
                  <a:pt x="70777" y="147760"/>
                </a:cubicBezTo>
                <a:cubicBezTo>
                  <a:pt x="80802" y="147760"/>
                  <a:pt x="88361" y="145711"/>
                  <a:pt x="93454" y="141613"/>
                </a:cubicBezTo>
                <a:cubicBezTo>
                  <a:pt x="98546" y="137515"/>
                  <a:pt x="101610" y="132482"/>
                  <a:pt x="102644" y="126515"/>
                </a:cubicBezTo>
                <a:cubicBezTo>
                  <a:pt x="103678" y="120547"/>
                  <a:pt x="104196" y="110641"/>
                  <a:pt x="104196" y="96796"/>
                </a:cubicBezTo>
                <a:lnTo>
                  <a:pt x="104196" y="0"/>
                </a:lnTo>
                <a:lnTo>
                  <a:pt x="139524" y="0"/>
                </a:lnTo>
                <a:lnTo>
                  <a:pt x="139524" y="91902"/>
                </a:lnTo>
                <a:cubicBezTo>
                  <a:pt x="139524" y="112908"/>
                  <a:pt x="138569" y="127748"/>
                  <a:pt x="136660" y="136421"/>
                </a:cubicBezTo>
                <a:cubicBezTo>
                  <a:pt x="134750" y="145094"/>
                  <a:pt x="131229" y="152414"/>
                  <a:pt x="126097" y="158382"/>
                </a:cubicBezTo>
                <a:cubicBezTo>
                  <a:pt x="120965" y="164350"/>
                  <a:pt x="114102" y="169104"/>
                  <a:pt x="105509" y="172645"/>
                </a:cubicBezTo>
                <a:cubicBezTo>
                  <a:pt x="96915" y="176186"/>
                  <a:pt x="85696" y="177956"/>
                  <a:pt x="71851" y="177956"/>
                </a:cubicBezTo>
                <a:cubicBezTo>
                  <a:pt x="55141" y="177956"/>
                  <a:pt x="42470" y="176027"/>
                  <a:pt x="33837" y="172167"/>
                </a:cubicBezTo>
                <a:cubicBezTo>
                  <a:pt x="25203" y="168308"/>
                  <a:pt x="18380" y="163295"/>
                  <a:pt x="13368" y="157129"/>
                </a:cubicBezTo>
                <a:cubicBezTo>
                  <a:pt x="8355" y="150962"/>
                  <a:pt x="5053" y="144497"/>
                  <a:pt x="3461" y="137734"/>
                </a:cubicBezTo>
                <a:cubicBezTo>
                  <a:pt x="1154" y="127708"/>
                  <a:pt x="0" y="112908"/>
                  <a:pt x="0" y="93334"/>
                </a:cubicBezTo>
                <a:lnTo>
                  <a:pt x="0" y="0"/>
                </a:lnTo>
                <a:close/>
                <a:moveTo>
                  <a:pt x="175719" y="174972"/>
                </a:moveTo>
                <a:lnTo>
                  <a:pt x="175719" y="0"/>
                </a:lnTo>
                <a:lnTo>
                  <a:pt x="305456" y="0"/>
                </a:lnTo>
                <a:lnTo>
                  <a:pt x="305456" y="29600"/>
                </a:lnTo>
                <a:lnTo>
                  <a:pt x="211048" y="29600"/>
                </a:lnTo>
                <a:lnTo>
                  <a:pt x="211048" y="68390"/>
                </a:lnTo>
                <a:lnTo>
                  <a:pt x="298892" y="68390"/>
                </a:lnTo>
                <a:lnTo>
                  <a:pt x="298892" y="97870"/>
                </a:lnTo>
                <a:lnTo>
                  <a:pt x="211048" y="97870"/>
                </a:lnTo>
                <a:lnTo>
                  <a:pt x="211048" y="145492"/>
                </a:lnTo>
                <a:lnTo>
                  <a:pt x="308798" y="145492"/>
                </a:lnTo>
                <a:lnTo>
                  <a:pt x="308798" y="174972"/>
                </a:lnTo>
                <a:lnTo>
                  <a:pt x="175719" y="174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MNO">
            <a:extLst xmlns:a="http://schemas.openxmlformats.org/drawingml/2006/main">
              <a:ext uri="{FF2B5EF4-FFF2-40B4-BE49-F238E27FC236}">
                <a16:creationId xmlns:a16="http://schemas.microsoft.com/office/drawing/2014/main" id="{494A2625-7878-4892-B718-2B2C7AFD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021" y="2130895"/>
            <a:ext cx="541082" cy="180940"/>
          </a:xfrm>
          <a:custGeom xmlns:a="http://schemas.openxmlformats.org/drawingml/2006/main">
            <a:pathLst>
              <a:path w="541082" h="180940">
                <a:moveTo>
                  <a:pt x="0" y="177956"/>
                </a:moveTo>
                <a:lnTo>
                  <a:pt x="0" y="2984"/>
                </a:lnTo>
                <a:lnTo>
                  <a:pt x="52874" y="2984"/>
                </a:lnTo>
                <a:lnTo>
                  <a:pt x="84622" y="122337"/>
                </a:lnTo>
                <a:lnTo>
                  <a:pt x="116012" y="2984"/>
                </a:lnTo>
                <a:lnTo>
                  <a:pt x="169005" y="2984"/>
                </a:lnTo>
                <a:lnTo>
                  <a:pt x="169005" y="177956"/>
                </a:lnTo>
                <a:lnTo>
                  <a:pt x="136182" y="177956"/>
                </a:lnTo>
                <a:lnTo>
                  <a:pt x="136182" y="40222"/>
                </a:lnTo>
                <a:lnTo>
                  <a:pt x="101450" y="177956"/>
                </a:lnTo>
                <a:lnTo>
                  <a:pt x="67435" y="177956"/>
                </a:lnTo>
                <a:lnTo>
                  <a:pt x="32822" y="40222"/>
                </a:lnTo>
                <a:lnTo>
                  <a:pt x="32822" y="177956"/>
                </a:lnTo>
                <a:lnTo>
                  <a:pt x="0" y="177956"/>
                </a:lnTo>
                <a:close/>
                <a:moveTo>
                  <a:pt x="203302" y="177956"/>
                </a:moveTo>
                <a:lnTo>
                  <a:pt x="203302" y="2984"/>
                </a:lnTo>
                <a:lnTo>
                  <a:pt x="237676" y="2984"/>
                </a:lnTo>
                <a:lnTo>
                  <a:pt x="309288" y="119831"/>
                </a:lnTo>
                <a:lnTo>
                  <a:pt x="309288" y="2984"/>
                </a:lnTo>
                <a:lnTo>
                  <a:pt x="342110" y="2984"/>
                </a:lnTo>
                <a:lnTo>
                  <a:pt x="342110" y="177956"/>
                </a:lnTo>
                <a:lnTo>
                  <a:pt x="306662" y="177956"/>
                </a:lnTo>
                <a:lnTo>
                  <a:pt x="236124" y="63854"/>
                </a:lnTo>
                <a:lnTo>
                  <a:pt x="236124" y="177956"/>
                </a:lnTo>
                <a:lnTo>
                  <a:pt x="203302" y="177956"/>
                </a:lnTo>
                <a:close/>
                <a:moveTo>
                  <a:pt x="371361" y="91544"/>
                </a:moveTo>
                <a:cubicBezTo>
                  <a:pt x="371361" y="73721"/>
                  <a:pt x="374026" y="58762"/>
                  <a:pt x="379358" y="46667"/>
                </a:cubicBezTo>
                <a:cubicBezTo>
                  <a:pt x="383336" y="37756"/>
                  <a:pt x="388767" y="29759"/>
                  <a:pt x="395649" y="22677"/>
                </a:cubicBezTo>
                <a:cubicBezTo>
                  <a:pt x="402532" y="15596"/>
                  <a:pt x="410071" y="10344"/>
                  <a:pt x="418267" y="6923"/>
                </a:cubicBezTo>
                <a:cubicBezTo>
                  <a:pt x="429168" y="2308"/>
                  <a:pt x="441740" y="0"/>
                  <a:pt x="455983" y="0"/>
                </a:cubicBezTo>
                <a:cubicBezTo>
                  <a:pt x="481763" y="0"/>
                  <a:pt x="502391" y="7997"/>
                  <a:pt x="517867" y="23990"/>
                </a:cubicBezTo>
                <a:cubicBezTo>
                  <a:pt x="533343" y="39983"/>
                  <a:pt x="541082" y="62223"/>
                  <a:pt x="541082" y="90709"/>
                </a:cubicBezTo>
                <a:cubicBezTo>
                  <a:pt x="541082" y="118956"/>
                  <a:pt x="533403" y="141056"/>
                  <a:pt x="518046" y="157010"/>
                </a:cubicBezTo>
                <a:cubicBezTo>
                  <a:pt x="502690" y="172963"/>
                  <a:pt x="482161" y="180940"/>
                  <a:pt x="456460" y="180940"/>
                </a:cubicBezTo>
                <a:cubicBezTo>
                  <a:pt x="430441" y="180940"/>
                  <a:pt x="409753" y="173003"/>
                  <a:pt x="394396" y="157129"/>
                </a:cubicBezTo>
                <a:cubicBezTo>
                  <a:pt x="379039" y="141255"/>
                  <a:pt x="371361" y="119393"/>
                  <a:pt x="371361" y="91544"/>
                </a:cubicBezTo>
                <a:moveTo>
                  <a:pt x="407764" y="90351"/>
                </a:moveTo>
                <a:cubicBezTo>
                  <a:pt x="407764" y="110163"/>
                  <a:pt x="412339" y="125182"/>
                  <a:pt x="421489" y="135407"/>
                </a:cubicBezTo>
                <a:cubicBezTo>
                  <a:pt x="430640" y="145631"/>
                  <a:pt x="442257" y="150743"/>
                  <a:pt x="456341" y="150743"/>
                </a:cubicBezTo>
                <a:cubicBezTo>
                  <a:pt x="470424" y="150743"/>
                  <a:pt x="481982" y="145671"/>
                  <a:pt x="491013" y="135526"/>
                </a:cubicBezTo>
                <a:cubicBezTo>
                  <a:pt x="500044" y="125381"/>
                  <a:pt x="504559" y="110163"/>
                  <a:pt x="504559" y="89873"/>
                </a:cubicBezTo>
                <a:cubicBezTo>
                  <a:pt x="504559" y="69822"/>
                  <a:pt x="500163" y="54863"/>
                  <a:pt x="491371" y="44996"/>
                </a:cubicBezTo>
                <a:cubicBezTo>
                  <a:pt x="482578" y="35130"/>
                  <a:pt x="470902" y="30196"/>
                  <a:pt x="456341" y="30196"/>
                </a:cubicBezTo>
                <a:cubicBezTo>
                  <a:pt x="441779" y="30196"/>
                  <a:pt x="430043" y="35189"/>
                  <a:pt x="421131" y="45175"/>
                </a:cubicBezTo>
                <a:cubicBezTo>
                  <a:pt x="412220" y="55161"/>
                  <a:pt x="407764" y="70220"/>
                  <a:pt x="407764" y="903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facf41d994bff"/>
          <a:stretch xmlns:a="http://schemas.openxmlformats.org/drawingml/2006/main"/>
        </p:blipFill>
        <p:spPr>
          <a:xfrm xmlns:a="http://schemas.openxmlformats.org/drawingml/2006/main">
            <a:off x="6073490" y="1018935"/>
            <a:ext cx="338676" cy="338676"/>
          </a:xfrm>
          <a:prstGeom xmlns:a="http://schemas.openxmlformats.org/drawingml/2006/main" prst="rect">
            <a:avLst/>
          </a:prstGeom>
        </p:spPr>
      </p:pic>
      <p:sp>
        <p:nvSpPr>
          <p:cNvPr id="63" name="Text Useridentity">
            <a:extLst xmlns:a="http://schemas.openxmlformats.org/drawingml/2006/main">
              <a:ext uri="{FF2B5EF4-FFF2-40B4-BE49-F238E27FC236}">
                <a16:creationId xmlns:a16="http://schemas.microsoft.com/office/drawing/2014/main" id="{C2983729-D71A-4FDD-9645-DD3FED53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3918" y="1126811"/>
            <a:ext cx="966940" cy="150033"/>
          </a:xfrm>
          <a:custGeom xmlns:a="http://schemas.openxmlformats.org/drawingml/2006/main">
            <a:pathLst>
              <a:path w="966940" h="150033">
                <a:moveTo>
                  <a:pt x="0" y="0"/>
                </a:moveTo>
                <a:lnTo>
                  <a:pt x="23411" y="0"/>
                </a:lnTo>
                <a:lnTo>
                  <a:pt x="23411" y="62797"/>
                </a:lnTo>
                <a:cubicBezTo>
                  <a:pt x="23411" y="72763"/>
                  <a:pt x="23701" y="79221"/>
                  <a:pt x="24281" y="82174"/>
                </a:cubicBezTo>
                <a:cubicBezTo>
                  <a:pt x="25282" y="86920"/>
                  <a:pt x="27668" y="90729"/>
                  <a:pt x="31438" y="93603"/>
                </a:cubicBezTo>
                <a:cubicBezTo>
                  <a:pt x="35208" y="96476"/>
                  <a:pt x="40362" y="97913"/>
                  <a:pt x="46900" y="97913"/>
                </a:cubicBezTo>
                <a:cubicBezTo>
                  <a:pt x="53544" y="97913"/>
                  <a:pt x="58553" y="96555"/>
                  <a:pt x="61927" y="93840"/>
                </a:cubicBezTo>
                <a:cubicBezTo>
                  <a:pt x="65302" y="91124"/>
                  <a:pt x="67332" y="87790"/>
                  <a:pt x="68017" y="83835"/>
                </a:cubicBezTo>
                <a:cubicBezTo>
                  <a:pt x="68703" y="79881"/>
                  <a:pt x="69045" y="73316"/>
                  <a:pt x="69045" y="64142"/>
                </a:cubicBezTo>
                <a:lnTo>
                  <a:pt x="69045" y="0"/>
                </a:lnTo>
                <a:lnTo>
                  <a:pt x="92456" y="0"/>
                </a:lnTo>
                <a:lnTo>
                  <a:pt x="92456" y="60899"/>
                </a:lnTo>
                <a:cubicBezTo>
                  <a:pt x="92456" y="74819"/>
                  <a:pt x="91823" y="84652"/>
                  <a:pt x="90558" y="90400"/>
                </a:cubicBezTo>
                <a:cubicBezTo>
                  <a:pt x="89292" y="96147"/>
                  <a:pt x="86959" y="100998"/>
                  <a:pt x="83558" y="104952"/>
                </a:cubicBezTo>
                <a:cubicBezTo>
                  <a:pt x="80157" y="108906"/>
                  <a:pt x="75610" y="112057"/>
                  <a:pt x="69915" y="114403"/>
                </a:cubicBezTo>
                <a:cubicBezTo>
                  <a:pt x="64221" y="116750"/>
                  <a:pt x="56786" y="117923"/>
                  <a:pt x="47612" y="117923"/>
                </a:cubicBezTo>
                <a:cubicBezTo>
                  <a:pt x="36539" y="117923"/>
                  <a:pt x="28143" y="116644"/>
                  <a:pt x="22422" y="114087"/>
                </a:cubicBezTo>
                <a:cubicBezTo>
                  <a:pt x="16701" y="111530"/>
                  <a:pt x="12180" y="108208"/>
                  <a:pt x="8858" y="104122"/>
                </a:cubicBezTo>
                <a:cubicBezTo>
                  <a:pt x="5536" y="100035"/>
                  <a:pt x="3348" y="95751"/>
                  <a:pt x="2294" y="91269"/>
                </a:cubicBezTo>
                <a:cubicBezTo>
                  <a:pt x="765" y="84626"/>
                  <a:pt x="0" y="74819"/>
                  <a:pt x="0" y="61848"/>
                </a:cubicBezTo>
                <a:lnTo>
                  <a:pt x="0" y="0"/>
                </a:lnTo>
                <a:close/>
                <a:moveTo>
                  <a:pt x="108582" y="91981"/>
                </a:moveTo>
                <a:lnTo>
                  <a:pt x="130886" y="88580"/>
                </a:lnTo>
                <a:cubicBezTo>
                  <a:pt x="131835" y="92904"/>
                  <a:pt x="133759" y="96186"/>
                  <a:pt x="136659" y="98427"/>
                </a:cubicBezTo>
                <a:cubicBezTo>
                  <a:pt x="139559" y="100668"/>
                  <a:pt x="143619" y="101788"/>
                  <a:pt x="148839" y="101788"/>
                </a:cubicBezTo>
                <a:cubicBezTo>
                  <a:pt x="154586" y="101788"/>
                  <a:pt x="158910" y="100734"/>
                  <a:pt x="161810" y="98625"/>
                </a:cubicBezTo>
                <a:cubicBezTo>
                  <a:pt x="163761" y="97148"/>
                  <a:pt x="164736" y="95171"/>
                  <a:pt x="164736" y="92693"/>
                </a:cubicBezTo>
                <a:cubicBezTo>
                  <a:pt x="164736" y="91006"/>
                  <a:pt x="164209" y="89609"/>
                  <a:pt x="163154" y="88501"/>
                </a:cubicBezTo>
                <a:cubicBezTo>
                  <a:pt x="162047" y="87447"/>
                  <a:pt x="159569" y="86471"/>
                  <a:pt x="155720" y="85575"/>
                </a:cubicBezTo>
                <a:cubicBezTo>
                  <a:pt x="137793" y="81621"/>
                  <a:pt x="126430" y="78009"/>
                  <a:pt x="121632" y="74740"/>
                </a:cubicBezTo>
                <a:cubicBezTo>
                  <a:pt x="114989" y="70205"/>
                  <a:pt x="111667" y="63904"/>
                  <a:pt x="111667" y="55837"/>
                </a:cubicBezTo>
                <a:cubicBezTo>
                  <a:pt x="111667" y="48561"/>
                  <a:pt x="114540" y="42445"/>
                  <a:pt x="120288" y="37489"/>
                </a:cubicBezTo>
                <a:cubicBezTo>
                  <a:pt x="126035" y="32532"/>
                  <a:pt x="134946" y="30054"/>
                  <a:pt x="147020" y="30054"/>
                </a:cubicBezTo>
                <a:cubicBezTo>
                  <a:pt x="158514" y="30054"/>
                  <a:pt x="167056" y="31926"/>
                  <a:pt x="172645" y="35669"/>
                </a:cubicBezTo>
                <a:cubicBezTo>
                  <a:pt x="178234" y="39413"/>
                  <a:pt x="182083" y="44949"/>
                  <a:pt x="184192" y="52278"/>
                </a:cubicBezTo>
                <a:lnTo>
                  <a:pt x="163233" y="56154"/>
                </a:lnTo>
                <a:cubicBezTo>
                  <a:pt x="162337" y="52885"/>
                  <a:pt x="160637" y="50380"/>
                  <a:pt x="158132" y="48640"/>
                </a:cubicBezTo>
                <a:cubicBezTo>
                  <a:pt x="155628" y="46900"/>
                  <a:pt x="152055" y="46030"/>
                  <a:pt x="147415" y="46030"/>
                </a:cubicBezTo>
                <a:cubicBezTo>
                  <a:pt x="141563" y="46030"/>
                  <a:pt x="137371" y="46847"/>
                  <a:pt x="134840" y="48482"/>
                </a:cubicBezTo>
                <a:cubicBezTo>
                  <a:pt x="133153" y="49642"/>
                  <a:pt x="132309" y="51145"/>
                  <a:pt x="132309" y="52990"/>
                </a:cubicBezTo>
                <a:cubicBezTo>
                  <a:pt x="132309" y="54572"/>
                  <a:pt x="133047" y="55916"/>
                  <a:pt x="134524" y="57024"/>
                </a:cubicBezTo>
                <a:cubicBezTo>
                  <a:pt x="136527" y="58500"/>
                  <a:pt x="143448" y="60583"/>
                  <a:pt x="155285" y="63272"/>
                </a:cubicBezTo>
                <a:cubicBezTo>
                  <a:pt x="167122" y="65961"/>
                  <a:pt x="175387" y="69256"/>
                  <a:pt x="180079" y="73158"/>
                </a:cubicBezTo>
                <a:cubicBezTo>
                  <a:pt x="184719" y="77112"/>
                  <a:pt x="187039" y="82622"/>
                  <a:pt x="187039" y="89688"/>
                </a:cubicBezTo>
                <a:cubicBezTo>
                  <a:pt x="187039" y="97386"/>
                  <a:pt x="183823" y="104003"/>
                  <a:pt x="177390" y="109539"/>
                </a:cubicBezTo>
                <a:cubicBezTo>
                  <a:pt x="170958" y="115075"/>
                  <a:pt x="161441" y="117844"/>
                  <a:pt x="148839" y="117844"/>
                </a:cubicBezTo>
                <a:cubicBezTo>
                  <a:pt x="137397" y="117844"/>
                  <a:pt x="128342" y="115524"/>
                  <a:pt x="121672" y="110884"/>
                </a:cubicBezTo>
                <a:cubicBezTo>
                  <a:pt x="115002" y="106244"/>
                  <a:pt x="110639" y="99943"/>
                  <a:pt x="108582" y="91981"/>
                </a:cubicBezTo>
                <a:close/>
                <a:moveTo>
                  <a:pt x="254414" y="89213"/>
                </a:moveTo>
                <a:lnTo>
                  <a:pt x="276559" y="92930"/>
                </a:lnTo>
                <a:cubicBezTo>
                  <a:pt x="273712" y="101050"/>
                  <a:pt x="269217" y="107232"/>
                  <a:pt x="263074" y="111477"/>
                </a:cubicBezTo>
                <a:cubicBezTo>
                  <a:pt x="256932" y="115721"/>
                  <a:pt x="249247" y="117844"/>
                  <a:pt x="240020" y="117844"/>
                </a:cubicBezTo>
                <a:cubicBezTo>
                  <a:pt x="225415" y="117844"/>
                  <a:pt x="214606" y="113072"/>
                  <a:pt x="207593" y="103528"/>
                </a:cubicBezTo>
                <a:cubicBezTo>
                  <a:pt x="202057" y="95883"/>
                  <a:pt x="199289" y="86234"/>
                  <a:pt x="199289" y="74582"/>
                </a:cubicBezTo>
                <a:cubicBezTo>
                  <a:pt x="199289" y="60662"/>
                  <a:pt x="202927" y="49761"/>
                  <a:pt x="210203" y="41878"/>
                </a:cubicBezTo>
                <a:cubicBezTo>
                  <a:pt x="217479" y="33995"/>
                  <a:pt x="226680" y="30054"/>
                  <a:pt x="237805" y="30054"/>
                </a:cubicBezTo>
                <a:cubicBezTo>
                  <a:pt x="250301" y="30054"/>
                  <a:pt x="260161" y="34180"/>
                  <a:pt x="267385" y="42432"/>
                </a:cubicBezTo>
                <a:cubicBezTo>
                  <a:pt x="274608" y="50683"/>
                  <a:pt x="278062" y="63324"/>
                  <a:pt x="277746" y="80355"/>
                </a:cubicBezTo>
                <a:lnTo>
                  <a:pt x="222066" y="80355"/>
                </a:lnTo>
                <a:cubicBezTo>
                  <a:pt x="222225" y="86946"/>
                  <a:pt x="224017" y="92074"/>
                  <a:pt x="227445" y="95738"/>
                </a:cubicBezTo>
                <a:cubicBezTo>
                  <a:pt x="230872" y="99403"/>
                  <a:pt x="235143" y="101235"/>
                  <a:pt x="240257" y="101235"/>
                </a:cubicBezTo>
                <a:cubicBezTo>
                  <a:pt x="243737" y="101235"/>
                  <a:pt x="246663" y="100286"/>
                  <a:pt x="249036" y="98388"/>
                </a:cubicBezTo>
                <a:cubicBezTo>
                  <a:pt x="251409" y="96489"/>
                  <a:pt x="253201" y="93431"/>
                  <a:pt x="254414" y="89213"/>
                </a:cubicBezTo>
                <a:moveTo>
                  <a:pt x="255680" y="66752"/>
                </a:moveTo>
                <a:cubicBezTo>
                  <a:pt x="255521" y="60319"/>
                  <a:pt x="253861" y="55429"/>
                  <a:pt x="250697" y="52081"/>
                </a:cubicBezTo>
                <a:cubicBezTo>
                  <a:pt x="247533" y="48732"/>
                  <a:pt x="243684" y="47058"/>
                  <a:pt x="239150" y="47058"/>
                </a:cubicBezTo>
                <a:cubicBezTo>
                  <a:pt x="234299" y="47058"/>
                  <a:pt x="230292" y="48825"/>
                  <a:pt x="227128" y="52357"/>
                </a:cubicBezTo>
                <a:cubicBezTo>
                  <a:pt x="223965" y="55890"/>
                  <a:pt x="222409" y="60688"/>
                  <a:pt x="222462" y="66752"/>
                </a:cubicBezTo>
                <a:lnTo>
                  <a:pt x="255680" y="66752"/>
                </a:lnTo>
                <a:close/>
                <a:moveTo>
                  <a:pt x="316411" y="115945"/>
                </a:moveTo>
                <a:lnTo>
                  <a:pt x="294187" y="115945"/>
                </a:lnTo>
                <a:lnTo>
                  <a:pt x="294187" y="31952"/>
                </a:lnTo>
                <a:lnTo>
                  <a:pt x="314829" y="31952"/>
                </a:lnTo>
                <a:lnTo>
                  <a:pt x="314829" y="43895"/>
                </a:lnTo>
                <a:cubicBezTo>
                  <a:pt x="318362" y="38253"/>
                  <a:pt x="321539" y="34536"/>
                  <a:pt x="324359" y="32743"/>
                </a:cubicBezTo>
                <a:cubicBezTo>
                  <a:pt x="327180" y="30950"/>
                  <a:pt x="330383" y="30054"/>
                  <a:pt x="333969" y="30054"/>
                </a:cubicBezTo>
                <a:cubicBezTo>
                  <a:pt x="339031" y="30054"/>
                  <a:pt x="343908" y="31451"/>
                  <a:pt x="348600" y="34246"/>
                </a:cubicBezTo>
                <a:lnTo>
                  <a:pt x="341720" y="53623"/>
                </a:lnTo>
                <a:cubicBezTo>
                  <a:pt x="337976" y="51197"/>
                  <a:pt x="334496" y="49985"/>
                  <a:pt x="331280" y="49985"/>
                </a:cubicBezTo>
                <a:cubicBezTo>
                  <a:pt x="328169" y="49985"/>
                  <a:pt x="325533" y="50841"/>
                  <a:pt x="323371" y="52555"/>
                </a:cubicBezTo>
                <a:cubicBezTo>
                  <a:pt x="321209" y="54269"/>
                  <a:pt x="319509" y="57366"/>
                  <a:pt x="318269" y="61848"/>
                </a:cubicBezTo>
                <a:cubicBezTo>
                  <a:pt x="317030" y="66330"/>
                  <a:pt x="316411" y="75715"/>
                  <a:pt x="316411" y="90004"/>
                </a:cubicBezTo>
                <a:lnTo>
                  <a:pt x="316411" y="115945"/>
                </a:lnTo>
                <a:close/>
                <a:moveTo>
                  <a:pt x="403239" y="20563"/>
                </a:moveTo>
                <a:lnTo>
                  <a:pt x="403239" y="0"/>
                </a:lnTo>
                <a:lnTo>
                  <a:pt x="425463" y="0"/>
                </a:lnTo>
                <a:lnTo>
                  <a:pt x="425463" y="20563"/>
                </a:lnTo>
                <a:lnTo>
                  <a:pt x="403239" y="20563"/>
                </a:lnTo>
                <a:moveTo>
                  <a:pt x="403239" y="115945"/>
                </a:moveTo>
                <a:lnTo>
                  <a:pt x="403239" y="31952"/>
                </a:lnTo>
                <a:lnTo>
                  <a:pt x="425463" y="31952"/>
                </a:lnTo>
                <a:lnTo>
                  <a:pt x="425463" y="115945"/>
                </a:lnTo>
                <a:lnTo>
                  <a:pt x="403239" y="115945"/>
                </a:lnTo>
                <a:close/>
                <a:moveTo>
                  <a:pt x="525900" y="115945"/>
                </a:moveTo>
                <a:lnTo>
                  <a:pt x="505258" y="115945"/>
                </a:lnTo>
                <a:lnTo>
                  <a:pt x="505258" y="103607"/>
                </a:lnTo>
                <a:cubicBezTo>
                  <a:pt x="501831" y="108406"/>
                  <a:pt x="497784" y="111978"/>
                  <a:pt x="493118" y="114324"/>
                </a:cubicBezTo>
                <a:cubicBezTo>
                  <a:pt x="488451" y="116670"/>
                  <a:pt x="483746" y="117844"/>
                  <a:pt x="479000" y="117844"/>
                </a:cubicBezTo>
                <a:cubicBezTo>
                  <a:pt x="469351" y="117844"/>
                  <a:pt x="461086" y="113955"/>
                  <a:pt x="454206" y="106178"/>
                </a:cubicBezTo>
                <a:cubicBezTo>
                  <a:pt x="447325" y="98401"/>
                  <a:pt x="443884" y="87552"/>
                  <a:pt x="443884" y="73632"/>
                </a:cubicBezTo>
                <a:cubicBezTo>
                  <a:pt x="443884" y="59396"/>
                  <a:pt x="447232" y="48574"/>
                  <a:pt x="453929" y="41166"/>
                </a:cubicBezTo>
                <a:cubicBezTo>
                  <a:pt x="460625" y="33758"/>
                  <a:pt x="469088" y="30054"/>
                  <a:pt x="479316" y="30054"/>
                </a:cubicBezTo>
                <a:cubicBezTo>
                  <a:pt x="488702" y="30054"/>
                  <a:pt x="496822" y="33956"/>
                  <a:pt x="503676" y="41759"/>
                </a:cubicBezTo>
                <a:lnTo>
                  <a:pt x="503676" y="0"/>
                </a:lnTo>
                <a:lnTo>
                  <a:pt x="525900" y="0"/>
                </a:lnTo>
                <a:lnTo>
                  <a:pt x="525900" y="115945"/>
                </a:lnTo>
                <a:moveTo>
                  <a:pt x="466583" y="72130"/>
                </a:moveTo>
                <a:cubicBezTo>
                  <a:pt x="466583" y="81093"/>
                  <a:pt x="467822" y="87579"/>
                  <a:pt x="470300" y="91586"/>
                </a:cubicBezTo>
                <a:cubicBezTo>
                  <a:pt x="473886" y="97386"/>
                  <a:pt x="478895" y="100286"/>
                  <a:pt x="485327" y="100286"/>
                </a:cubicBezTo>
                <a:cubicBezTo>
                  <a:pt x="490442" y="100286"/>
                  <a:pt x="494792" y="98111"/>
                  <a:pt x="498377" y="93761"/>
                </a:cubicBezTo>
                <a:cubicBezTo>
                  <a:pt x="501962" y="89411"/>
                  <a:pt x="503755" y="82912"/>
                  <a:pt x="503755" y="74265"/>
                </a:cubicBezTo>
                <a:cubicBezTo>
                  <a:pt x="503755" y="64616"/>
                  <a:pt x="502015" y="57670"/>
                  <a:pt x="498535" y="53425"/>
                </a:cubicBezTo>
                <a:cubicBezTo>
                  <a:pt x="495055" y="49181"/>
                  <a:pt x="490600" y="47058"/>
                  <a:pt x="485169" y="47058"/>
                </a:cubicBezTo>
                <a:cubicBezTo>
                  <a:pt x="479896" y="47058"/>
                  <a:pt x="475481" y="49154"/>
                  <a:pt x="471922" y="53346"/>
                </a:cubicBezTo>
                <a:cubicBezTo>
                  <a:pt x="468363" y="57538"/>
                  <a:pt x="466583" y="63799"/>
                  <a:pt x="466583" y="72130"/>
                </a:cubicBezTo>
                <a:close/>
                <a:moveTo>
                  <a:pt x="597074" y="89213"/>
                </a:moveTo>
                <a:lnTo>
                  <a:pt x="619219" y="92930"/>
                </a:lnTo>
                <a:cubicBezTo>
                  <a:pt x="616371" y="101050"/>
                  <a:pt x="611877" y="107232"/>
                  <a:pt x="605734" y="111477"/>
                </a:cubicBezTo>
                <a:cubicBezTo>
                  <a:pt x="599591" y="115721"/>
                  <a:pt x="591906" y="117844"/>
                  <a:pt x="582679" y="117844"/>
                </a:cubicBezTo>
                <a:cubicBezTo>
                  <a:pt x="568074" y="117844"/>
                  <a:pt x="557265" y="113072"/>
                  <a:pt x="550252" y="103528"/>
                </a:cubicBezTo>
                <a:cubicBezTo>
                  <a:pt x="544716" y="95883"/>
                  <a:pt x="541948" y="86234"/>
                  <a:pt x="541948" y="74582"/>
                </a:cubicBezTo>
                <a:cubicBezTo>
                  <a:pt x="541948" y="60662"/>
                  <a:pt x="545586" y="49761"/>
                  <a:pt x="552862" y="41878"/>
                </a:cubicBezTo>
                <a:cubicBezTo>
                  <a:pt x="560139" y="33995"/>
                  <a:pt x="569339" y="30054"/>
                  <a:pt x="580465" y="30054"/>
                </a:cubicBezTo>
                <a:cubicBezTo>
                  <a:pt x="592961" y="30054"/>
                  <a:pt x="602821" y="34180"/>
                  <a:pt x="610044" y="42432"/>
                </a:cubicBezTo>
                <a:cubicBezTo>
                  <a:pt x="617268" y="50683"/>
                  <a:pt x="620721" y="63324"/>
                  <a:pt x="620405" y="80355"/>
                </a:cubicBezTo>
                <a:lnTo>
                  <a:pt x="564726" y="80355"/>
                </a:lnTo>
                <a:cubicBezTo>
                  <a:pt x="564884" y="86946"/>
                  <a:pt x="566677" y="92074"/>
                  <a:pt x="570104" y="95738"/>
                </a:cubicBezTo>
                <a:cubicBezTo>
                  <a:pt x="573531" y="99403"/>
                  <a:pt x="577802" y="101235"/>
                  <a:pt x="582917" y="101235"/>
                </a:cubicBezTo>
                <a:cubicBezTo>
                  <a:pt x="586396" y="101235"/>
                  <a:pt x="589323" y="100286"/>
                  <a:pt x="591695" y="98388"/>
                </a:cubicBezTo>
                <a:cubicBezTo>
                  <a:pt x="594068" y="96489"/>
                  <a:pt x="595861" y="93431"/>
                  <a:pt x="597074" y="89213"/>
                </a:cubicBezTo>
                <a:moveTo>
                  <a:pt x="598339" y="66752"/>
                </a:moveTo>
                <a:cubicBezTo>
                  <a:pt x="598181" y="60319"/>
                  <a:pt x="596520" y="55429"/>
                  <a:pt x="593356" y="52081"/>
                </a:cubicBezTo>
                <a:cubicBezTo>
                  <a:pt x="590193" y="48732"/>
                  <a:pt x="586344" y="47058"/>
                  <a:pt x="581809" y="47058"/>
                </a:cubicBezTo>
                <a:cubicBezTo>
                  <a:pt x="576958" y="47058"/>
                  <a:pt x="572951" y="48825"/>
                  <a:pt x="569788" y="52357"/>
                </a:cubicBezTo>
                <a:cubicBezTo>
                  <a:pt x="566624" y="55890"/>
                  <a:pt x="565069" y="60688"/>
                  <a:pt x="565121" y="66752"/>
                </a:cubicBezTo>
                <a:lnTo>
                  <a:pt x="598339" y="66752"/>
                </a:lnTo>
                <a:close/>
                <a:moveTo>
                  <a:pt x="714196" y="115945"/>
                </a:moveTo>
                <a:lnTo>
                  <a:pt x="691972" y="115945"/>
                </a:lnTo>
                <a:lnTo>
                  <a:pt x="691972" y="73079"/>
                </a:lnTo>
                <a:cubicBezTo>
                  <a:pt x="691972" y="64010"/>
                  <a:pt x="691497" y="58144"/>
                  <a:pt x="690548" y="55481"/>
                </a:cubicBezTo>
                <a:cubicBezTo>
                  <a:pt x="689599" y="52819"/>
                  <a:pt x="688057" y="50749"/>
                  <a:pt x="685922" y="49273"/>
                </a:cubicBezTo>
                <a:cubicBezTo>
                  <a:pt x="683786" y="47797"/>
                  <a:pt x="681216" y="47058"/>
                  <a:pt x="678210" y="47058"/>
                </a:cubicBezTo>
                <a:cubicBezTo>
                  <a:pt x="674361" y="47058"/>
                  <a:pt x="670908" y="48113"/>
                  <a:pt x="667850" y="50222"/>
                </a:cubicBezTo>
                <a:cubicBezTo>
                  <a:pt x="664791" y="52331"/>
                  <a:pt x="662695" y="55126"/>
                  <a:pt x="661562" y="58605"/>
                </a:cubicBezTo>
                <a:cubicBezTo>
                  <a:pt x="660428" y="62085"/>
                  <a:pt x="659861" y="68518"/>
                  <a:pt x="659861" y="77903"/>
                </a:cubicBezTo>
                <a:lnTo>
                  <a:pt x="659861" y="115945"/>
                </a:lnTo>
                <a:lnTo>
                  <a:pt x="637637" y="115945"/>
                </a:lnTo>
                <a:lnTo>
                  <a:pt x="637637" y="31952"/>
                </a:lnTo>
                <a:lnTo>
                  <a:pt x="658280" y="31952"/>
                </a:lnTo>
                <a:lnTo>
                  <a:pt x="658280" y="44290"/>
                </a:lnTo>
                <a:cubicBezTo>
                  <a:pt x="665609" y="34799"/>
                  <a:pt x="674836" y="30054"/>
                  <a:pt x="685961" y="30054"/>
                </a:cubicBezTo>
                <a:cubicBezTo>
                  <a:pt x="690865" y="30054"/>
                  <a:pt x="695346" y="30937"/>
                  <a:pt x="699406" y="32704"/>
                </a:cubicBezTo>
                <a:cubicBezTo>
                  <a:pt x="703466" y="34470"/>
                  <a:pt x="706538" y="36724"/>
                  <a:pt x="708620" y="39466"/>
                </a:cubicBezTo>
                <a:cubicBezTo>
                  <a:pt x="710703" y="42208"/>
                  <a:pt x="712153" y="45318"/>
                  <a:pt x="712970" y="48798"/>
                </a:cubicBezTo>
                <a:cubicBezTo>
                  <a:pt x="713787" y="52278"/>
                  <a:pt x="714196" y="57261"/>
                  <a:pt x="714196" y="63746"/>
                </a:cubicBezTo>
                <a:lnTo>
                  <a:pt x="714196" y="115945"/>
                </a:lnTo>
                <a:close/>
                <a:moveTo>
                  <a:pt x="775879" y="31952"/>
                </a:moveTo>
                <a:lnTo>
                  <a:pt x="775879" y="49668"/>
                </a:lnTo>
                <a:lnTo>
                  <a:pt x="760694" y="49668"/>
                </a:lnTo>
                <a:lnTo>
                  <a:pt x="760694" y="83519"/>
                </a:lnTo>
                <a:cubicBezTo>
                  <a:pt x="760694" y="90373"/>
                  <a:pt x="760839" y="94367"/>
                  <a:pt x="761129" y="95501"/>
                </a:cubicBezTo>
                <a:cubicBezTo>
                  <a:pt x="761419" y="96634"/>
                  <a:pt x="762078" y="97570"/>
                  <a:pt x="763106" y="98308"/>
                </a:cubicBezTo>
                <a:cubicBezTo>
                  <a:pt x="764134" y="99047"/>
                  <a:pt x="765386" y="99416"/>
                  <a:pt x="766863" y="99416"/>
                </a:cubicBezTo>
                <a:cubicBezTo>
                  <a:pt x="768919" y="99416"/>
                  <a:pt x="771898" y="98704"/>
                  <a:pt x="775800" y="97280"/>
                </a:cubicBezTo>
                <a:lnTo>
                  <a:pt x="777698" y="114522"/>
                </a:lnTo>
                <a:cubicBezTo>
                  <a:pt x="772531" y="116736"/>
                  <a:pt x="766678" y="117844"/>
                  <a:pt x="760140" y="117844"/>
                </a:cubicBezTo>
                <a:cubicBezTo>
                  <a:pt x="756133" y="117844"/>
                  <a:pt x="752521" y="117171"/>
                  <a:pt x="749305" y="115827"/>
                </a:cubicBezTo>
                <a:cubicBezTo>
                  <a:pt x="746088" y="114482"/>
                  <a:pt x="743729" y="112742"/>
                  <a:pt x="742226" y="110607"/>
                </a:cubicBezTo>
                <a:cubicBezTo>
                  <a:pt x="740723" y="108471"/>
                  <a:pt x="739682" y="105585"/>
                  <a:pt x="739102" y="101947"/>
                </a:cubicBezTo>
                <a:cubicBezTo>
                  <a:pt x="738628" y="99363"/>
                  <a:pt x="738390" y="94143"/>
                  <a:pt x="738390" y="86287"/>
                </a:cubicBezTo>
                <a:lnTo>
                  <a:pt x="738390" y="49668"/>
                </a:lnTo>
                <a:lnTo>
                  <a:pt x="728188" y="49668"/>
                </a:lnTo>
                <a:lnTo>
                  <a:pt x="728188" y="31952"/>
                </a:lnTo>
                <a:lnTo>
                  <a:pt x="738390" y="31952"/>
                </a:lnTo>
                <a:lnTo>
                  <a:pt x="738390" y="15264"/>
                </a:lnTo>
                <a:lnTo>
                  <a:pt x="760694" y="2294"/>
                </a:lnTo>
                <a:lnTo>
                  <a:pt x="760694" y="31952"/>
                </a:lnTo>
                <a:lnTo>
                  <a:pt x="775879" y="31952"/>
                </a:lnTo>
                <a:close/>
                <a:moveTo>
                  <a:pt x="791413" y="20563"/>
                </a:moveTo>
                <a:lnTo>
                  <a:pt x="791413" y="0"/>
                </a:lnTo>
                <a:lnTo>
                  <a:pt x="813637" y="0"/>
                </a:lnTo>
                <a:lnTo>
                  <a:pt x="813637" y="20563"/>
                </a:lnTo>
                <a:lnTo>
                  <a:pt x="791413" y="20563"/>
                </a:lnTo>
                <a:moveTo>
                  <a:pt x="791413" y="115945"/>
                </a:moveTo>
                <a:lnTo>
                  <a:pt x="791413" y="31952"/>
                </a:lnTo>
                <a:lnTo>
                  <a:pt x="813637" y="31952"/>
                </a:lnTo>
                <a:lnTo>
                  <a:pt x="813637" y="115945"/>
                </a:lnTo>
                <a:lnTo>
                  <a:pt x="791413" y="115945"/>
                </a:lnTo>
                <a:close/>
                <a:moveTo>
                  <a:pt x="875558" y="31952"/>
                </a:moveTo>
                <a:lnTo>
                  <a:pt x="875558" y="49668"/>
                </a:lnTo>
                <a:lnTo>
                  <a:pt x="860373" y="49668"/>
                </a:lnTo>
                <a:lnTo>
                  <a:pt x="860373" y="83519"/>
                </a:lnTo>
                <a:cubicBezTo>
                  <a:pt x="860373" y="90373"/>
                  <a:pt x="860518" y="94367"/>
                  <a:pt x="860808" y="95501"/>
                </a:cubicBezTo>
                <a:cubicBezTo>
                  <a:pt x="861098" y="96634"/>
                  <a:pt x="861757" y="97570"/>
                  <a:pt x="862785" y="98308"/>
                </a:cubicBezTo>
                <a:cubicBezTo>
                  <a:pt x="863814" y="99047"/>
                  <a:pt x="865066" y="99416"/>
                  <a:pt x="866542" y="99416"/>
                </a:cubicBezTo>
                <a:cubicBezTo>
                  <a:pt x="868599" y="99416"/>
                  <a:pt x="871578" y="98704"/>
                  <a:pt x="875479" y="97280"/>
                </a:cubicBezTo>
                <a:lnTo>
                  <a:pt x="877377" y="114522"/>
                </a:lnTo>
                <a:cubicBezTo>
                  <a:pt x="872210" y="116736"/>
                  <a:pt x="866358" y="117844"/>
                  <a:pt x="859820" y="117844"/>
                </a:cubicBezTo>
                <a:cubicBezTo>
                  <a:pt x="855812" y="117844"/>
                  <a:pt x="852201" y="117171"/>
                  <a:pt x="848984" y="115827"/>
                </a:cubicBezTo>
                <a:cubicBezTo>
                  <a:pt x="845768" y="114482"/>
                  <a:pt x="843408" y="112742"/>
                  <a:pt x="841906" y="110607"/>
                </a:cubicBezTo>
                <a:cubicBezTo>
                  <a:pt x="840403" y="108471"/>
                  <a:pt x="839362" y="105585"/>
                  <a:pt x="838782" y="101947"/>
                </a:cubicBezTo>
                <a:cubicBezTo>
                  <a:pt x="838307" y="99363"/>
                  <a:pt x="838070" y="94143"/>
                  <a:pt x="838070" y="86287"/>
                </a:cubicBezTo>
                <a:lnTo>
                  <a:pt x="838070" y="49668"/>
                </a:lnTo>
                <a:lnTo>
                  <a:pt x="827867" y="49668"/>
                </a:lnTo>
                <a:lnTo>
                  <a:pt x="827867" y="31952"/>
                </a:lnTo>
                <a:lnTo>
                  <a:pt x="838070" y="31952"/>
                </a:lnTo>
                <a:lnTo>
                  <a:pt x="838070" y="15264"/>
                </a:lnTo>
                <a:lnTo>
                  <a:pt x="860373" y="2294"/>
                </a:lnTo>
                <a:lnTo>
                  <a:pt x="860373" y="31952"/>
                </a:lnTo>
                <a:lnTo>
                  <a:pt x="875558" y="31952"/>
                </a:lnTo>
                <a:close/>
                <a:moveTo>
                  <a:pt x="880574" y="31952"/>
                </a:moveTo>
                <a:lnTo>
                  <a:pt x="904222" y="31952"/>
                </a:lnTo>
                <a:lnTo>
                  <a:pt x="924310" y="91586"/>
                </a:lnTo>
                <a:lnTo>
                  <a:pt x="943925" y="31952"/>
                </a:lnTo>
                <a:lnTo>
                  <a:pt x="966940" y="31952"/>
                </a:lnTo>
                <a:lnTo>
                  <a:pt x="937281" y="112782"/>
                </a:lnTo>
                <a:lnTo>
                  <a:pt x="931982" y="127413"/>
                </a:lnTo>
                <a:cubicBezTo>
                  <a:pt x="930031" y="132317"/>
                  <a:pt x="928173" y="136061"/>
                  <a:pt x="926406" y="138644"/>
                </a:cubicBezTo>
                <a:cubicBezTo>
                  <a:pt x="924640" y="141228"/>
                  <a:pt x="922610" y="143324"/>
                  <a:pt x="920316" y="144932"/>
                </a:cubicBezTo>
                <a:cubicBezTo>
                  <a:pt x="918023" y="146540"/>
                  <a:pt x="915202" y="147792"/>
                  <a:pt x="911854" y="148689"/>
                </a:cubicBezTo>
                <a:cubicBezTo>
                  <a:pt x="908506" y="149585"/>
                  <a:pt x="904723" y="150033"/>
                  <a:pt x="900504" y="150033"/>
                </a:cubicBezTo>
                <a:cubicBezTo>
                  <a:pt x="896234" y="150033"/>
                  <a:pt x="892042" y="149585"/>
                  <a:pt x="887929" y="148689"/>
                </a:cubicBezTo>
                <a:lnTo>
                  <a:pt x="885952" y="131289"/>
                </a:lnTo>
                <a:cubicBezTo>
                  <a:pt x="889432" y="131974"/>
                  <a:pt x="892569" y="132317"/>
                  <a:pt x="895364" y="132317"/>
                </a:cubicBezTo>
                <a:cubicBezTo>
                  <a:pt x="900531" y="132317"/>
                  <a:pt x="904354" y="130801"/>
                  <a:pt x="906832" y="127769"/>
                </a:cubicBezTo>
                <a:cubicBezTo>
                  <a:pt x="909310" y="124738"/>
                  <a:pt x="911208" y="120875"/>
                  <a:pt x="912526" y="116183"/>
                </a:cubicBezTo>
                <a:lnTo>
                  <a:pt x="880574" y="31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e4ed2f5a343cf"/>
          <a:stretch xmlns:a="http://schemas.openxmlformats.org/drawingml/2006/main"/>
        </p:blipFill>
        <p:spPr>
          <a:xfrm xmlns:a="http://schemas.openxmlformats.org/drawingml/2006/main">
            <a:off x="4471404" y="1021880"/>
            <a:ext cx="318061" cy="315116"/>
          </a:xfrm>
          <a:prstGeom xmlns:a="http://schemas.openxmlformats.org/drawingml/2006/main" prst="rect">
            <a:avLst/>
          </a:prstGeom>
        </p:spPr>
      </p:pic>
      <p:sp>
        <p:nvSpPr>
          <p:cNvPr id="65" name="Text Userlocation">
            <a:extLst xmlns:a="http://schemas.openxmlformats.org/drawingml/2006/main">
              <a:ext uri="{FF2B5EF4-FFF2-40B4-BE49-F238E27FC236}">
                <a16:creationId xmlns:a16="http://schemas.microsoft.com/office/drawing/2014/main" id="{7F974262-C07E-415C-A959-6A1F8341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149" y="1103250"/>
            <a:ext cx="1002804" cy="117923"/>
          </a:xfrm>
          <a:custGeom xmlns:a="http://schemas.openxmlformats.org/drawingml/2006/main">
            <a:pathLst>
              <a:path w="1002804" h="117923">
                <a:moveTo>
                  <a:pt x="0" y="0"/>
                </a:moveTo>
                <a:lnTo>
                  <a:pt x="23411" y="0"/>
                </a:lnTo>
                <a:lnTo>
                  <a:pt x="23411" y="62797"/>
                </a:lnTo>
                <a:cubicBezTo>
                  <a:pt x="23411" y="72763"/>
                  <a:pt x="23701" y="79221"/>
                  <a:pt x="24281" y="82174"/>
                </a:cubicBezTo>
                <a:cubicBezTo>
                  <a:pt x="25282" y="86920"/>
                  <a:pt x="27668" y="90729"/>
                  <a:pt x="31438" y="93603"/>
                </a:cubicBezTo>
                <a:cubicBezTo>
                  <a:pt x="35208" y="96476"/>
                  <a:pt x="40362" y="97913"/>
                  <a:pt x="46900" y="97913"/>
                </a:cubicBezTo>
                <a:cubicBezTo>
                  <a:pt x="53544" y="97913"/>
                  <a:pt x="58553" y="96555"/>
                  <a:pt x="61927" y="93840"/>
                </a:cubicBezTo>
                <a:cubicBezTo>
                  <a:pt x="65302" y="91124"/>
                  <a:pt x="67332" y="87790"/>
                  <a:pt x="68017" y="83835"/>
                </a:cubicBezTo>
                <a:cubicBezTo>
                  <a:pt x="68703" y="79881"/>
                  <a:pt x="69045" y="73316"/>
                  <a:pt x="69045" y="64142"/>
                </a:cubicBezTo>
                <a:lnTo>
                  <a:pt x="69045" y="0"/>
                </a:lnTo>
                <a:lnTo>
                  <a:pt x="92456" y="0"/>
                </a:lnTo>
                <a:lnTo>
                  <a:pt x="92456" y="60899"/>
                </a:lnTo>
                <a:cubicBezTo>
                  <a:pt x="92456" y="74819"/>
                  <a:pt x="91823" y="84652"/>
                  <a:pt x="90558" y="90400"/>
                </a:cubicBezTo>
                <a:cubicBezTo>
                  <a:pt x="89292" y="96147"/>
                  <a:pt x="86959" y="100998"/>
                  <a:pt x="83558" y="104952"/>
                </a:cubicBezTo>
                <a:cubicBezTo>
                  <a:pt x="80157" y="108906"/>
                  <a:pt x="75610" y="112057"/>
                  <a:pt x="69915" y="114403"/>
                </a:cubicBezTo>
                <a:cubicBezTo>
                  <a:pt x="64221" y="116750"/>
                  <a:pt x="56786" y="117923"/>
                  <a:pt x="47612" y="117923"/>
                </a:cubicBezTo>
                <a:cubicBezTo>
                  <a:pt x="36539" y="117923"/>
                  <a:pt x="28143" y="116644"/>
                  <a:pt x="22422" y="114087"/>
                </a:cubicBezTo>
                <a:cubicBezTo>
                  <a:pt x="16701" y="111530"/>
                  <a:pt x="12180" y="108208"/>
                  <a:pt x="8858" y="104122"/>
                </a:cubicBezTo>
                <a:cubicBezTo>
                  <a:pt x="5536" y="100035"/>
                  <a:pt x="3348" y="95751"/>
                  <a:pt x="2294" y="91269"/>
                </a:cubicBezTo>
                <a:cubicBezTo>
                  <a:pt x="765" y="84626"/>
                  <a:pt x="0" y="74819"/>
                  <a:pt x="0" y="61848"/>
                </a:cubicBezTo>
                <a:lnTo>
                  <a:pt x="0" y="0"/>
                </a:lnTo>
                <a:close/>
                <a:moveTo>
                  <a:pt x="108582" y="91981"/>
                </a:moveTo>
                <a:lnTo>
                  <a:pt x="130885" y="88580"/>
                </a:lnTo>
                <a:cubicBezTo>
                  <a:pt x="131834" y="92904"/>
                  <a:pt x="133759" y="96186"/>
                  <a:pt x="136659" y="98427"/>
                </a:cubicBezTo>
                <a:cubicBezTo>
                  <a:pt x="139559" y="100668"/>
                  <a:pt x="143619" y="101788"/>
                  <a:pt x="148839" y="101788"/>
                </a:cubicBezTo>
                <a:cubicBezTo>
                  <a:pt x="154586" y="101788"/>
                  <a:pt x="158910" y="100734"/>
                  <a:pt x="161809" y="98625"/>
                </a:cubicBezTo>
                <a:cubicBezTo>
                  <a:pt x="163760" y="97148"/>
                  <a:pt x="164736" y="95171"/>
                  <a:pt x="164736" y="92693"/>
                </a:cubicBezTo>
                <a:cubicBezTo>
                  <a:pt x="164736" y="91006"/>
                  <a:pt x="164209" y="89609"/>
                  <a:pt x="163154" y="88501"/>
                </a:cubicBezTo>
                <a:cubicBezTo>
                  <a:pt x="162047" y="87447"/>
                  <a:pt x="159569" y="86471"/>
                  <a:pt x="155720" y="85575"/>
                </a:cubicBezTo>
                <a:cubicBezTo>
                  <a:pt x="137793" y="81621"/>
                  <a:pt x="126430" y="78009"/>
                  <a:pt x="121632" y="74740"/>
                </a:cubicBezTo>
                <a:cubicBezTo>
                  <a:pt x="114988" y="70205"/>
                  <a:pt x="111667" y="63904"/>
                  <a:pt x="111667" y="55837"/>
                </a:cubicBezTo>
                <a:cubicBezTo>
                  <a:pt x="111667" y="48561"/>
                  <a:pt x="114540" y="42445"/>
                  <a:pt x="120287" y="37489"/>
                </a:cubicBezTo>
                <a:cubicBezTo>
                  <a:pt x="126035" y="32532"/>
                  <a:pt x="134945" y="30054"/>
                  <a:pt x="147020" y="30054"/>
                </a:cubicBezTo>
                <a:cubicBezTo>
                  <a:pt x="158514" y="30054"/>
                  <a:pt x="167056" y="31926"/>
                  <a:pt x="172645" y="35669"/>
                </a:cubicBezTo>
                <a:cubicBezTo>
                  <a:pt x="178234" y="39413"/>
                  <a:pt x="182083" y="44949"/>
                  <a:pt x="184192" y="52278"/>
                </a:cubicBezTo>
                <a:lnTo>
                  <a:pt x="163233" y="56154"/>
                </a:lnTo>
                <a:cubicBezTo>
                  <a:pt x="162337" y="52885"/>
                  <a:pt x="160636" y="50380"/>
                  <a:pt x="158132" y="48640"/>
                </a:cubicBezTo>
                <a:cubicBezTo>
                  <a:pt x="155627" y="46900"/>
                  <a:pt x="152055" y="46030"/>
                  <a:pt x="147415" y="46030"/>
                </a:cubicBezTo>
                <a:cubicBezTo>
                  <a:pt x="141562" y="46030"/>
                  <a:pt x="137371" y="46847"/>
                  <a:pt x="134840" y="48482"/>
                </a:cubicBezTo>
                <a:cubicBezTo>
                  <a:pt x="133153" y="49642"/>
                  <a:pt x="132309" y="51145"/>
                  <a:pt x="132309" y="52990"/>
                </a:cubicBezTo>
                <a:cubicBezTo>
                  <a:pt x="132309" y="54572"/>
                  <a:pt x="133047" y="55916"/>
                  <a:pt x="134524" y="57024"/>
                </a:cubicBezTo>
                <a:cubicBezTo>
                  <a:pt x="136527" y="58500"/>
                  <a:pt x="143447" y="60583"/>
                  <a:pt x="155285" y="63272"/>
                </a:cubicBezTo>
                <a:cubicBezTo>
                  <a:pt x="167122" y="65961"/>
                  <a:pt x="175387" y="69256"/>
                  <a:pt x="180079" y="73158"/>
                </a:cubicBezTo>
                <a:cubicBezTo>
                  <a:pt x="184719" y="77112"/>
                  <a:pt x="187039" y="82622"/>
                  <a:pt x="187039" y="89688"/>
                </a:cubicBezTo>
                <a:cubicBezTo>
                  <a:pt x="187039" y="97386"/>
                  <a:pt x="183823" y="104003"/>
                  <a:pt x="177390" y="109539"/>
                </a:cubicBezTo>
                <a:cubicBezTo>
                  <a:pt x="170958" y="115075"/>
                  <a:pt x="161440" y="117844"/>
                  <a:pt x="148839" y="117844"/>
                </a:cubicBezTo>
                <a:cubicBezTo>
                  <a:pt x="137397" y="117844"/>
                  <a:pt x="128341" y="115524"/>
                  <a:pt x="121671" y="110884"/>
                </a:cubicBezTo>
                <a:cubicBezTo>
                  <a:pt x="115002" y="106244"/>
                  <a:pt x="110638" y="99943"/>
                  <a:pt x="108582" y="91981"/>
                </a:cubicBezTo>
                <a:close/>
                <a:moveTo>
                  <a:pt x="254414" y="89213"/>
                </a:moveTo>
                <a:lnTo>
                  <a:pt x="276559" y="92930"/>
                </a:lnTo>
                <a:cubicBezTo>
                  <a:pt x="273712" y="101050"/>
                  <a:pt x="269217" y="107232"/>
                  <a:pt x="263074" y="111477"/>
                </a:cubicBezTo>
                <a:cubicBezTo>
                  <a:pt x="256932" y="115721"/>
                  <a:pt x="249247" y="117844"/>
                  <a:pt x="240020" y="117844"/>
                </a:cubicBezTo>
                <a:cubicBezTo>
                  <a:pt x="225415" y="117844"/>
                  <a:pt x="214606" y="113072"/>
                  <a:pt x="207593" y="103528"/>
                </a:cubicBezTo>
                <a:cubicBezTo>
                  <a:pt x="202057" y="95883"/>
                  <a:pt x="199289" y="86234"/>
                  <a:pt x="199289" y="74582"/>
                </a:cubicBezTo>
                <a:cubicBezTo>
                  <a:pt x="199289" y="60662"/>
                  <a:pt x="202927" y="49761"/>
                  <a:pt x="210203" y="41878"/>
                </a:cubicBezTo>
                <a:cubicBezTo>
                  <a:pt x="217479" y="33995"/>
                  <a:pt x="226680" y="30054"/>
                  <a:pt x="237805" y="30054"/>
                </a:cubicBezTo>
                <a:cubicBezTo>
                  <a:pt x="250301" y="30054"/>
                  <a:pt x="260161" y="34180"/>
                  <a:pt x="267385" y="42432"/>
                </a:cubicBezTo>
                <a:cubicBezTo>
                  <a:pt x="274608" y="50683"/>
                  <a:pt x="278062" y="63324"/>
                  <a:pt x="277746" y="80355"/>
                </a:cubicBezTo>
                <a:lnTo>
                  <a:pt x="222066" y="80355"/>
                </a:lnTo>
                <a:cubicBezTo>
                  <a:pt x="222225" y="86946"/>
                  <a:pt x="224017" y="92074"/>
                  <a:pt x="227445" y="95738"/>
                </a:cubicBezTo>
                <a:cubicBezTo>
                  <a:pt x="230872" y="99403"/>
                  <a:pt x="235143" y="101235"/>
                  <a:pt x="240257" y="101235"/>
                </a:cubicBezTo>
                <a:cubicBezTo>
                  <a:pt x="243737" y="101235"/>
                  <a:pt x="246663" y="100286"/>
                  <a:pt x="249036" y="98388"/>
                </a:cubicBezTo>
                <a:cubicBezTo>
                  <a:pt x="251409" y="96489"/>
                  <a:pt x="253201" y="93431"/>
                  <a:pt x="254414" y="89213"/>
                </a:cubicBezTo>
                <a:moveTo>
                  <a:pt x="255680" y="66752"/>
                </a:moveTo>
                <a:cubicBezTo>
                  <a:pt x="255521" y="60319"/>
                  <a:pt x="253861" y="55429"/>
                  <a:pt x="250697" y="52081"/>
                </a:cubicBezTo>
                <a:cubicBezTo>
                  <a:pt x="247533" y="48732"/>
                  <a:pt x="243684" y="47058"/>
                  <a:pt x="239150" y="47058"/>
                </a:cubicBezTo>
                <a:cubicBezTo>
                  <a:pt x="234299" y="47058"/>
                  <a:pt x="230292" y="48825"/>
                  <a:pt x="227128" y="52357"/>
                </a:cubicBezTo>
                <a:cubicBezTo>
                  <a:pt x="223965" y="55890"/>
                  <a:pt x="222409" y="60688"/>
                  <a:pt x="222462" y="66752"/>
                </a:cubicBezTo>
                <a:lnTo>
                  <a:pt x="255680" y="66752"/>
                </a:lnTo>
                <a:close/>
                <a:moveTo>
                  <a:pt x="316411" y="115945"/>
                </a:moveTo>
                <a:lnTo>
                  <a:pt x="294187" y="115945"/>
                </a:lnTo>
                <a:lnTo>
                  <a:pt x="294187" y="31952"/>
                </a:lnTo>
                <a:lnTo>
                  <a:pt x="314829" y="31952"/>
                </a:lnTo>
                <a:lnTo>
                  <a:pt x="314829" y="43895"/>
                </a:lnTo>
                <a:cubicBezTo>
                  <a:pt x="318362" y="38253"/>
                  <a:pt x="321539" y="34536"/>
                  <a:pt x="324359" y="32743"/>
                </a:cubicBezTo>
                <a:cubicBezTo>
                  <a:pt x="327180" y="30950"/>
                  <a:pt x="330383" y="30054"/>
                  <a:pt x="333969" y="30054"/>
                </a:cubicBezTo>
                <a:cubicBezTo>
                  <a:pt x="339031" y="30054"/>
                  <a:pt x="343908" y="31451"/>
                  <a:pt x="348600" y="34246"/>
                </a:cubicBezTo>
                <a:lnTo>
                  <a:pt x="341720" y="53623"/>
                </a:lnTo>
                <a:cubicBezTo>
                  <a:pt x="337976" y="51197"/>
                  <a:pt x="334496" y="49985"/>
                  <a:pt x="331280" y="49985"/>
                </a:cubicBezTo>
                <a:cubicBezTo>
                  <a:pt x="328169" y="49985"/>
                  <a:pt x="325533" y="50841"/>
                  <a:pt x="323371" y="52555"/>
                </a:cubicBezTo>
                <a:cubicBezTo>
                  <a:pt x="321209" y="54269"/>
                  <a:pt x="319509" y="57366"/>
                  <a:pt x="318269" y="61848"/>
                </a:cubicBezTo>
                <a:cubicBezTo>
                  <a:pt x="317030" y="66330"/>
                  <a:pt x="316411" y="75715"/>
                  <a:pt x="316411" y="90004"/>
                </a:cubicBezTo>
                <a:lnTo>
                  <a:pt x="316411" y="115945"/>
                </a:lnTo>
                <a:close/>
                <a:moveTo>
                  <a:pt x="403239" y="115945"/>
                </a:moveTo>
                <a:lnTo>
                  <a:pt x="403239" y="0"/>
                </a:lnTo>
                <a:lnTo>
                  <a:pt x="425463" y="0"/>
                </a:lnTo>
                <a:lnTo>
                  <a:pt x="425463" y="115945"/>
                </a:lnTo>
                <a:lnTo>
                  <a:pt x="403239" y="115945"/>
                </a:lnTo>
                <a:close/>
                <a:moveTo>
                  <a:pt x="443726" y="72763"/>
                </a:moveTo>
                <a:cubicBezTo>
                  <a:pt x="443726" y="65381"/>
                  <a:pt x="445545" y="58236"/>
                  <a:pt x="449183" y="51329"/>
                </a:cubicBezTo>
                <a:cubicBezTo>
                  <a:pt x="452821" y="44422"/>
                  <a:pt x="457975" y="39149"/>
                  <a:pt x="464645" y="35511"/>
                </a:cubicBezTo>
                <a:cubicBezTo>
                  <a:pt x="471315" y="31873"/>
                  <a:pt x="478763" y="30054"/>
                  <a:pt x="486988" y="30054"/>
                </a:cubicBezTo>
                <a:cubicBezTo>
                  <a:pt x="499695" y="30054"/>
                  <a:pt x="510109" y="34180"/>
                  <a:pt x="518229" y="42432"/>
                </a:cubicBezTo>
                <a:cubicBezTo>
                  <a:pt x="526348" y="50683"/>
                  <a:pt x="530408" y="61110"/>
                  <a:pt x="530408" y="73712"/>
                </a:cubicBezTo>
                <a:cubicBezTo>
                  <a:pt x="530408" y="86419"/>
                  <a:pt x="526309" y="96951"/>
                  <a:pt x="518110" y="105308"/>
                </a:cubicBezTo>
                <a:cubicBezTo>
                  <a:pt x="509911" y="113665"/>
                  <a:pt x="499590" y="117844"/>
                  <a:pt x="487146" y="117844"/>
                </a:cubicBezTo>
                <a:cubicBezTo>
                  <a:pt x="479448" y="117844"/>
                  <a:pt x="472106" y="116104"/>
                  <a:pt x="465120" y="112624"/>
                </a:cubicBezTo>
                <a:cubicBezTo>
                  <a:pt x="458134" y="109144"/>
                  <a:pt x="452821" y="104042"/>
                  <a:pt x="449183" y="97320"/>
                </a:cubicBezTo>
                <a:cubicBezTo>
                  <a:pt x="445545" y="90597"/>
                  <a:pt x="443726" y="82411"/>
                  <a:pt x="443726" y="72763"/>
                </a:cubicBezTo>
                <a:moveTo>
                  <a:pt x="466504" y="73949"/>
                </a:moveTo>
                <a:cubicBezTo>
                  <a:pt x="466504" y="82280"/>
                  <a:pt x="468481" y="88660"/>
                  <a:pt x="472436" y="93089"/>
                </a:cubicBezTo>
                <a:cubicBezTo>
                  <a:pt x="476390" y="97518"/>
                  <a:pt x="481267" y="99732"/>
                  <a:pt x="487067" y="99732"/>
                </a:cubicBezTo>
                <a:cubicBezTo>
                  <a:pt x="492867" y="99732"/>
                  <a:pt x="497731" y="97518"/>
                  <a:pt x="501659" y="93089"/>
                </a:cubicBezTo>
                <a:cubicBezTo>
                  <a:pt x="505587" y="88660"/>
                  <a:pt x="507552" y="82227"/>
                  <a:pt x="507552" y="73791"/>
                </a:cubicBezTo>
                <a:cubicBezTo>
                  <a:pt x="507552" y="65565"/>
                  <a:pt x="505587" y="59238"/>
                  <a:pt x="501659" y="54809"/>
                </a:cubicBezTo>
                <a:cubicBezTo>
                  <a:pt x="497731" y="50380"/>
                  <a:pt x="492867" y="48166"/>
                  <a:pt x="487067" y="48166"/>
                </a:cubicBezTo>
                <a:cubicBezTo>
                  <a:pt x="481267" y="48166"/>
                  <a:pt x="476390" y="50380"/>
                  <a:pt x="472436" y="54809"/>
                </a:cubicBezTo>
                <a:cubicBezTo>
                  <a:pt x="468481" y="59238"/>
                  <a:pt x="466504" y="65618"/>
                  <a:pt x="466504" y="73949"/>
                </a:cubicBezTo>
                <a:close/>
                <a:moveTo>
                  <a:pt x="621670" y="56786"/>
                </a:moveTo>
                <a:lnTo>
                  <a:pt x="599763" y="60741"/>
                </a:lnTo>
                <a:cubicBezTo>
                  <a:pt x="599024" y="56365"/>
                  <a:pt x="597350" y="53069"/>
                  <a:pt x="594740" y="50855"/>
                </a:cubicBezTo>
                <a:cubicBezTo>
                  <a:pt x="592130" y="48640"/>
                  <a:pt x="588743" y="47533"/>
                  <a:pt x="584577" y="47533"/>
                </a:cubicBezTo>
                <a:cubicBezTo>
                  <a:pt x="579041" y="47533"/>
                  <a:pt x="574625" y="49444"/>
                  <a:pt x="571330" y="53267"/>
                </a:cubicBezTo>
                <a:cubicBezTo>
                  <a:pt x="568034" y="57090"/>
                  <a:pt x="566387" y="63483"/>
                  <a:pt x="566387" y="72446"/>
                </a:cubicBezTo>
                <a:cubicBezTo>
                  <a:pt x="566387" y="82411"/>
                  <a:pt x="568061" y="89450"/>
                  <a:pt x="571409" y="93563"/>
                </a:cubicBezTo>
                <a:cubicBezTo>
                  <a:pt x="574757" y="97676"/>
                  <a:pt x="579252" y="99732"/>
                  <a:pt x="584894" y="99732"/>
                </a:cubicBezTo>
                <a:cubicBezTo>
                  <a:pt x="589112" y="99732"/>
                  <a:pt x="592565" y="98533"/>
                  <a:pt x="595254" y="96134"/>
                </a:cubicBezTo>
                <a:cubicBezTo>
                  <a:pt x="597944" y="93734"/>
                  <a:pt x="599842" y="89609"/>
                  <a:pt x="600949" y="83756"/>
                </a:cubicBezTo>
                <a:lnTo>
                  <a:pt x="622778" y="87473"/>
                </a:lnTo>
                <a:cubicBezTo>
                  <a:pt x="620510" y="97491"/>
                  <a:pt x="616161" y="105057"/>
                  <a:pt x="609728" y="110172"/>
                </a:cubicBezTo>
                <a:cubicBezTo>
                  <a:pt x="603295" y="115286"/>
                  <a:pt x="594675" y="117844"/>
                  <a:pt x="583866" y="117844"/>
                </a:cubicBezTo>
                <a:cubicBezTo>
                  <a:pt x="571580" y="117844"/>
                  <a:pt x="561786" y="113968"/>
                  <a:pt x="554484" y="106217"/>
                </a:cubicBezTo>
                <a:cubicBezTo>
                  <a:pt x="547181" y="98467"/>
                  <a:pt x="543530" y="87737"/>
                  <a:pt x="543530" y="74028"/>
                </a:cubicBezTo>
                <a:cubicBezTo>
                  <a:pt x="543530" y="60161"/>
                  <a:pt x="547194" y="49365"/>
                  <a:pt x="554523" y="41641"/>
                </a:cubicBezTo>
                <a:cubicBezTo>
                  <a:pt x="561852" y="33916"/>
                  <a:pt x="571765" y="30054"/>
                  <a:pt x="584261" y="30054"/>
                </a:cubicBezTo>
                <a:cubicBezTo>
                  <a:pt x="594490" y="30054"/>
                  <a:pt x="602623" y="32255"/>
                  <a:pt x="608660" y="36658"/>
                </a:cubicBezTo>
                <a:cubicBezTo>
                  <a:pt x="614697" y="41061"/>
                  <a:pt x="619034" y="47770"/>
                  <a:pt x="621670" y="56786"/>
                </a:cubicBezTo>
                <a:close/>
                <a:moveTo>
                  <a:pt x="654404" y="57577"/>
                </a:moveTo>
                <a:lnTo>
                  <a:pt x="634236" y="53939"/>
                </a:lnTo>
                <a:cubicBezTo>
                  <a:pt x="636504" y="45819"/>
                  <a:pt x="640405" y="39808"/>
                  <a:pt x="645942" y="35907"/>
                </a:cubicBezTo>
                <a:cubicBezTo>
                  <a:pt x="651478" y="32005"/>
                  <a:pt x="659703" y="30054"/>
                  <a:pt x="670618" y="30054"/>
                </a:cubicBezTo>
                <a:cubicBezTo>
                  <a:pt x="680530" y="30054"/>
                  <a:pt x="687912" y="31227"/>
                  <a:pt x="692763" y="33574"/>
                </a:cubicBezTo>
                <a:cubicBezTo>
                  <a:pt x="697614" y="35920"/>
                  <a:pt x="701028" y="38899"/>
                  <a:pt x="703005" y="42511"/>
                </a:cubicBezTo>
                <a:cubicBezTo>
                  <a:pt x="704982" y="46122"/>
                  <a:pt x="705971" y="52753"/>
                  <a:pt x="705971" y="62402"/>
                </a:cubicBezTo>
                <a:lnTo>
                  <a:pt x="705733" y="88343"/>
                </a:lnTo>
                <a:cubicBezTo>
                  <a:pt x="705733" y="95725"/>
                  <a:pt x="706089" y="101169"/>
                  <a:pt x="706801" y="104675"/>
                </a:cubicBezTo>
                <a:cubicBezTo>
                  <a:pt x="707513" y="108182"/>
                  <a:pt x="708844" y="111938"/>
                  <a:pt x="710795" y="115945"/>
                </a:cubicBezTo>
                <a:lnTo>
                  <a:pt x="688808" y="115945"/>
                </a:lnTo>
                <a:cubicBezTo>
                  <a:pt x="688228" y="114469"/>
                  <a:pt x="687516" y="112281"/>
                  <a:pt x="686673" y="109381"/>
                </a:cubicBezTo>
                <a:cubicBezTo>
                  <a:pt x="686304" y="108063"/>
                  <a:pt x="686040" y="107193"/>
                  <a:pt x="685882" y="106771"/>
                </a:cubicBezTo>
                <a:cubicBezTo>
                  <a:pt x="682086" y="110462"/>
                  <a:pt x="678026" y="113230"/>
                  <a:pt x="673702" y="115075"/>
                </a:cubicBezTo>
                <a:cubicBezTo>
                  <a:pt x="669379" y="116921"/>
                  <a:pt x="664765" y="117844"/>
                  <a:pt x="659861" y="117844"/>
                </a:cubicBezTo>
                <a:cubicBezTo>
                  <a:pt x="651214" y="117844"/>
                  <a:pt x="644399" y="115497"/>
                  <a:pt x="639417" y="110805"/>
                </a:cubicBezTo>
                <a:cubicBezTo>
                  <a:pt x="634434" y="106112"/>
                  <a:pt x="631943" y="100180"/>
                  <a:pt x="631943" y="93009"/>
                </a:cubicBezTo>
                <a:cubicBezTo>
                  <a:pt x="631943" y="88264"/>
                  <a:pt x="633076" y="84033"/>
                  <a:pt x="635344" y="80316"/>
                </a:cubicBezTo>
                <a:cubicBezTo>
                  <a:pt x="637611" y="76598"/>
                  <a:pt x="640788" y="73751"/>
                  <a:pt x="644874" y="71774"/>
                </a:cubicBezTo>
                <a:cubicBezTo>
                  <a:pt x="648960" y="69797"/>
                  <a:pt x="654852" y="68070"/>
                  <a:pt x="662551" y="66594"/>
                </a:cubicBezTo>
                <a:cubicBezTo>
                  <a:pt x="672938" y="64643"/>
                  <a:pt x="680135" y="62824"/>
                  <a:pt x="684142" y="61136"/>
                </a:cubicBezTo>
                <a:lnTo>
                  <a:pt x="684142" y="58922"/>
                </a:lnTo>
                <a:cubicBezTo>
                  <a:pt x="684142" y="54651"/>
                  <a:pt x="683087" y="51606"/>
                  <a:pt x="680978" y="49787"/>
                </a:cubicBezTo>
                <a:cubicBezTo>
                  <a:pt x="678869" y="47968"/>
                  <a:pt x="674888" y="47058"/>
                  <a:pt x="669036" y="47058"/>
                </a:cubicBezTo>
                <a:cubicBezTo>
                  <a:pt x="665081" y="47058"/>
                  <a:pt x="661997" y="47836"/>
                  <a:pt x="659782" y="49392"/>
                </a:cubicBezTo>
                <a:cubicBezTo>
                  <a:pt x="657568" y="50947"/>
                  <a:pt x="655775" y="53676"/>
                  <a:pt x="654404" y="57577"/>
                </a:cubicBezTo>
                <a:moveTo>
                  <a:pt x="684142" y="75610"/>
                </a:moveTo>
                <a:cubicBezTo>
                  <a:pt x="681295" y="76559"/>
                  <a:pt x="676787" y="77692"/>
                  <a:pt x="670618" y="79011"/>
                </a:cubicBezTo>
                <a:cubicBezTo>
                  <a:pt x="664449" y="80329"/>
                  <a:pt x="660415" y="81621"/>
                  <a:pt x="658517" y="82886"/>
                </a:cubicBezTo>
                <a:cubicBezTo>
                  <a:pt x="655617" y="84942"/>
                  <a:pt x="654167" y="87552"/>
                  <a:pt x="654167" y="90716"/>
                </a:cubicBezTo>
                <a:cubicBezTo>
                  <a:pt x="654167" y="93827"/>
                  <a:pt x="655327" y="96516"/>
                  <a:pt x="657647" y="98783"/>
                </a:cubicBezTo>
                <a:cubicBezTo>
                  <a:pt x="659967" y="101050"/>
                  <a:pt x="662920" y="102184"/>
                  <a:pt x="666505" y="102184"/>
                </a:cubicBezTo>
                <a:cubicBezTo>
                  <a:pt x="670512" y="102184"/>
                  <a:pt x="674335" y="100866"/>
                  <a:pt x="677973" y="98229"/>
                </a:cubicBezTo>
                <a:cubicBezTo>
                  <a:pt x="680662" y="96226"/>
                  <a:pt x="682428" y="93774"/>
                  <a:pt x="683272" y="90874"/>
                </a:cubicBezTo>
                <a:cubicBezTo>
                  <a:pt x="683852" y="88976"/>
                  <a:pt x="684142" y="85364"/>
                  <a:pt x="684142" y="80039"/>
                </a:cubicBezTo>
                <a:lnTo>
                  <a:pt x="684142" y="75610"/>
                </a:lnTo>
                <a:close/>
                <a:moveTo>
                  <a:pt x="765674" y="31952"/>
                </a:moveTo>
                <a:lnTo>
                  <a:pt x="765674" y="49668"/>
                </a:lnTo>
                <a:lnTo>
                  <a:pt x="750489" y="49668"/>
                </a:lnTo>
                <a:lnTo>
                  <a:pt x="750489" y="83519"/>
                </a:lnTo>
                <a:cubicBezTo>
                  <a:pt x="750489" y="90373"/>
                  <a:pt x="750634" y="94367"/>
                  <a:pt x="750924" y="95501"/>
                </a:cubicBezTo>
                <a:cubicBezTo>
                  <a:pt x="751214" y="96634"/>
                  <a:pt x="751873" y="97570"/>
                  <a:pt x="752901" y="98308"/>
                </a:cubicBezTo>
                <a:cubicBezTo>
                  <a:pt x="753929" y="99047"/>
                  <a:pt x="755182" y="99416"/>
                  <a:pt x="756658" y="99416"/>
                </a:cubicBezTo>
                <a:cubicBezTo>
                  <a:pt x="758714" y="99416"/>
                  <a:pt x="761693" y="98704"/>
                  <a:pt x="765595" y="97280"/>
                </a:cubicBezTo>
                <a:lnTo>
                  <a:pt x="767493" y="114522"/>
                </a:lnTo>
                <a:cubicBezTo>
                  <a:pt x="762326" y="116736"/>
                  <a:pt x="756473" y="117844"/>
                  <a:pt x="749935" y="117844"/>
                </a:cubicBezTo>
                <a:cubicBezTo>
                  <a:pt x="745928" y="117844"/>
                  <a:pt x="742316" y="117171"/>
                  <a:pt x="739100" y="115827"/>
                </a:cubicBezTo>
                <a:cubicBezTo>
                  <a:pt x="735884" y="114482"/>
                  <a:pt x="733524" y="112742"/>
                  <a:pt x="732021" y="110607"/>
                </a:cubicBezTo>
                <a:cubicBezTo>
                  <a:pt x="730519" y="108471"/>
                  <a:pt x="729477" y="105585"/>
                  <a:pt x="728897" y="101947"/>
                </a:cubicBezTo>
                <a:cubicBezTo>
                  <a:pt x="728423" y="99363"/>
                  <a:pt x="728186" y="94143"/>
                  <a:pt x="728186" y="86287"/>
                </a:cubicBezTo>
                <a:lnTo>
                  <a:pt x="728186" y="49668"/>
                </a:lnTo>
                <a:lnTo>
                  <a:pt x="717983" y="49668"/>
                </a:lnTo>
                <a:lnTo>
                  <a:pt x="717983" y="31952"/>
                </a:lnTo>
                <a:lnTo>
                  <a:pt x="728186" y="31952"/>
                </a:lnTo>
                <a:lnTo>
                  <a:pt x="728186" y="15264"/>
                </a:lnTo>
                <a:lnTo>
                  <a:pt x="750489" y="2294"/>
                </a:lnTo>
                <a:lnTo>
                  <a:pt x="750489" y="31952"/>
                </a:lnTo>
                <a:lnTo>
                  <a:pt x="765674" y="31952"/>
                </a:lnTo>
                <a:close/>
                <a:moveTo>
                  <a:pt x="781208" y="20563"/>
                </a:moveTo>
                <a:lnTo>
                  <a:pt x="781208" y="0"/>
                </a:lnTo>
                <a:lnTo>
                  <a:pt x="803433" y="0"/>
                </a:lnTo>
                <a:lnTo>
                  <a:pt x="803433" y="20563"/>
                </a:lnTo>
                <a:lnTo>
                  <a:pt x="781208" y="20563"/>
                </a:lnTo>
                <a:moveTo>
                  <a:pt x="781208" y="115945"/>
                </a:moveTo>
                <a:lnTo>
                  <a:pt x="781208" y="31952"/>
                </a:lnTo>
                <a:lnTo>
                  <a:pt x="803433" y="31952"/>
                </a:lnTo>
                <a:lnTo>
                  <a:pt x="803433" y="115945"/>
                </a:lnTo>
                <a:lnTo>
                  <a:pt x="781208" y="115945"/>
                </a:lnTo>
                <a:close/>
                <a:moveTo>
                  <a:pt x="821697" y="72763"/>
                </a:moveTo>
                <a:cubicBezTo>
                  <a:pt x="821697" y="65381"/>
                  <a:pt x="823516" y="58236"/>
                  <a:pt x="827154" y="51329"/>
                </a:cubicBezTo>
                <a:cubicBezTo>
                  <a:pt x="830792" y="44422"/>
                  <a:pt x="835946" y="39149"/>
                  <a:pt x="842616" y="35511"/>
                </a:cubicBezTo>
                <a:cubicBezTo>
                  <a:pt x="849286" y="31873"/>
                  <a:pt x="856733" y="30054"/>
                  <a:pt x="864959" y="30054"/>
                </a:cubicBezTo>
                <a:cubicBezTo>
                  <a:pt x="877666" y="30054"/>
                  <a:pt x="888079" y="34180"/>
                  <a:pt x="896199" y="42432"/>
                </a:cubicBezTo>
                <a:cubicBezTo>
                  <a:pt x="904319" y="50683"/>
                  <a:pt x="908379" y="61110"/>
                  <a:pt x="908379" y="73712"/>
                </a:cubicBezTo>
                <a:cubicBezTo>
                  <a:pt x="908379" y="86419"/>
                  <a:pt x="904279" y="96951"/>
                  <a:pt x="896080" y="105308"/>
                </a:cubicBezTo>
                <a:cubicBezTo>
                  <a:pt x="887881" y="113665"/>
                  <a:pt x="877560" y="117844"/>
                  <a:pt x="865117" y="117844"/>
                </a:cubicBezTo>
                <a:cubicBezTo>
                  <a:pt x="857419" y="117844"/>
                  <a:pt x="850077" y="116104"/>
                  <a:pt x="843090" y="112624"/>
                </a:cubicBezTo>
                <a:cubicBezTo>
                  <a:pt x="836104" y="109144"/>
                  <a:pt x="830792" y="104042"/>
                  <a:pt x="827154" y="97320"/>
                </a:cubicBezTo>
                <a:cubicBezTo>
                  <a:pt x="823516" y="90597"/>
                  <a:pt x="821697" y="82411"/>
                  <a:pt x="821697" y="72763"/>
                </a:cubicBezTo>
                <a:moveTo>
                  <a:pt x="844474" y="73949"/>
                </a:moveTo>
                <a:cubicBezTo>
                  <a:pt x="844474" y="82280"/>
                  <a:pt x="846452" y="88660"/>
                  <a:pt x="850406" y="93089"/>
                </a:cubicBezTo>
                <a:cubicBezTo>
                  <a:pt x="854361" y="97518"/>
                  <a:pt x="859238" y="99732"/>
                  <a:pt x="865038" y="99732"/>
                </a:cubicBezTo>
                <a:cubicBezTo>
                  <a:pt x="870838" y="99732"/>
                  <a:pt x="875702" y="97518"/>
                  <a:pt x="879630" y="93089"/>
                </a:cubicBezTo>
                <a:cubicBezTo>
                  <a:pt x="883558" y="88660"/>
                  <a:pt x="885522" y="82227"/>
                  <a:pt x="885522" y="73791"/>
                </a:cubicBezTo>
                <a:cubicBezTo>
                  <a:pt x="885522" y="65565"/>
                  <a:pt x="883558" y="59238"/>
                  <a:pt x="879630" y="54809"/>
                </a:cubicBezTo>
                <a:cubicBezTo>
                  <a:pt x="875702" y="50380"/>
                  <a:pt x="870838" y="48166"/>
                  <a:pt x="865038" y="48166"/>
                </a:cubicBezTo>
                <a:cubicBezTo>
                  <a:pt x="859238" y="48166"/>
                  <a:pt x="854361" y="50380"/>
                  <a:pt x="850406" y="54809"/>
                </a:cubicBezTo>
                <a:cubicBezTo>
                  <a:pt x="846452" y="59238"/>
                  <a:pt x="844474" y="65618"/>
                  <a:pt x="844474" y="73949"/>
                </a:cubicBezTo>
                <a:close/>
                <a:moveTo>
                  <a:pt x="1002804" y="115945"/>
                </a:moveTo>
                <a:lnTo>
                  <a:pt x="980580" y="115945"/>
                </a:lnTo>
                <a:lnTo>
                  <a:pt x="980580" y="73079"/>
                </a:lnTo>
                <a:cubicBezTo>
                  <a:pt x="980580" y="64010"/>
                  <a:pt x="980106" y="58144"/>
                  <a:pt x="979157" y="55481"/>
                </a:cubicBezTo>
                <a:cubicBezTo>
                  <a:pt x="978208" y="52819"/>
                  <a:pt x="976665" y="50749"/>
                  <a:pt x="974530" y="49273"/>
                </a:cubicBezTo>
                <a:cubicBezTo>
                  <a:pt x="972394" y="47797"/>
                  <a:pt x="969824" y="47058"/>
                  <a:pt x="966819" y="47058"/>
                </a:cubicBezTo>
                <a:cubicBezTo>
                  <a:pt x="962970" y="47058"/>
                  <a:pt x="959516" y="48113"/>
                  <a:pt x="956458" y="50222"/>
                </a:cubicBezTo>
                <a:cubicBezTo>
                  <a:pt x="953400" y="52331"/>
                  <a:pt x="951304" y="55126"/>
                  <a:pt x="950170" y="58605"/>
                </a:cubicBezTo>
                <a:cubicBezTo>
                  <a:pt x="949037" y="62085"/>
                  <a:pt x="948470" y="68518"/>
                  <a:pt x="948470" y="77903"/>
                </a:cubicBezTo>
                <a:lnTo>
                  <a:pt x="948470" y="115945"/>
                </a:lnTo>
                <a:lnTo>
                  <a:pt x="926246" y="115945"/>
                </a:lnTo>
                <a:lnTo>
                  <a:pt x="926246" y="31952"/>
                </a:lnTo>
                <a:lnTo>
                  <a:pt x="946888" y="31952"/>
                </a:lnTo>
                <a:lnTo>
                  <a:pt x="946888" y="44290"/>
                </a:lnTo>
                <a:cubicBezTo>
                  <a:pt x="954217" y="34799"/>
                  <a:pt x="963444" y="30054"/>
                  <a:pt x="974569" y="30054"/>
                </a:cubicBezTo>
                <a:cubicBezTo>
                  <a:pt x="979473" y="30054"/>
                  <a:pt x="983955" y="30937"/>
                  <a:pt x="988015" y="32704"/>
                </a:cubicBezTo>
                <a:cubicBezTo>
                  <a:pt x="992075" y="34470"/>
                  <a:pt x="995146" y="36724"/>
                  <a:pt x="997229" y="39466"/>
                </a:cubicBezTo>
                <a:cubicBezTo>
                  <a:pt x="999311" y="42208"/>
                  <a:pt x="1000761" y="45318"/>
                  <a:pt x="1001579" y="48798"/>
                </a:cubicBezTo>
                <a:cubicBezTo>
                  <a:pt x="1002396" y="52278"/>
                  <a:pt x="1002804" y="57261"/>
                  <a:pt x="1002804" y="63746"/>
                </a:cubicBezTo>
                <a:lnTo>
                  <a:pt x="1002804" y="115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49d2fa569463e"/>
          <a:stretch xmlns:a="http://schemas.openxmlformats.org/drawingml/2006/main"/>
        </p:blipFill>
        <p:spPr>
          <a:xfrm xmlns:a="http://schemas.openxmlformats.org/drawingml/2006/main">
            <a:off x="6138280" y="2803613"/>
            <a:ext cx="338676" cy="338676"/>
          </a:xfrm>
          <a:prstGeom xmlns:a="http://schemas.openxmlformats.org/drawingml/2006/main" prst="rect">
            <a:avLst/>
          </a:prstGeom>
        </p:spPr>
      </p:pic>
      <p:sp>
        <p:nvSpPr>
          <p:cNvPr id="67" name="Text Useridentity">
            <a:extLst xmlns:a="http://schemas.openxmlformats.org/drawingml/2006/main">
              <a:ext uri="{FF2B5EF4-FFF2-40B4-BE49-F238E27FC236}">
                <a16:creationId xmlns:a16="http://schemas.microsoft.com/office/drawing/2014/main" id="{73EF821A-E1E2-4BDE-A6F4-D2917151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3852" y="2937994"/>
            <a:ext cx="966939" cy="150033"/>
          </a:xfrm>
          <a:custGeom xmlns:a="http://schemas.openxmlformats.org/drawingml/2006/main">
            <a:pathLst>
              <a:path w="966939" h="150033">
                <a:moveTo>
                  <a:pt x="0" y="0"/>
                </a:moveTo>
                <a:lnTo>
                  <a:pt x="23411" y="0"/>
                </a:lnTo>
                <a:lnTo>
                  <a:pt x="23411" y="62797"/>
                </a:lnTo>
                <a:cubicBezTo>
                  <a:pt x="23411" y="72763"/>
                  <a:pt x="23701" y="79221"/>
                  <a:pt x="24281" y="82174"/>
                </a:cubicBezTo>
                <a:cubicBezTo>
                  <a:pt x="25282" y="86920"/>
                  <a:pt x="27668" y="90729"/>
                  <a:pt x="31438" y="93603"/>
                </a:cubicBezTo>
                <a:cubicBezTo>
                  <a:pt x="35208" y="96476"/>
                  <a:pt x="40362" y="97913"/>
                  <a:pt x="46900" y="97913"/>
                </a:cubicBezTo>
                <a:cubicBezTo>
                  <a:pt x="53544" y="97913"/>
                  <a:pt x="58553" y="96555"/>
                  <a:pt x="61927" y="93840"/>
                </a:cubicBezTo>
                <a:cubicBezTo>
                  <a:pt x="65302" y="91124"/>
                  <a:pt x="67332" y="87790"/>
                  <a:pt x="68017" y="83835"/>
                </a:cubicBezTo>
                <a:cubicBezTo>
                  <a:pt x="68703" y="79881"/>
                  <a:pt x="69045" y="73316"/>
                  <a:pt x="69045" y="64142"/>
                </a:cubicBezTo>
                <a:lnTo>
                  <a:pt x="69045" y="0"/>
                </a:lnTo>
                <a:lnTo>
                  <a:pt x="92456" y="0"/>
                </a:lnTo>
                <a:lnTo>
                  <a:pt x="92456" y="60899"/>
                </a:lnTo>
                <a:cubicBezTo>
                  <a:pt x="92456" y="74819"/>
                  <a:pt x="91823" y="84652"/>
                  <a:pt x="90558" y="90400"/>
                </a:cubicBezTo>
                <a:cubicBezTo>
                  <a:pt x="89292" y="96147"/>
                  <a:pt x="86959" y="100998"/>
                  <a:pt x="83558" y="104952"/>
                </a:cubicBezTo>
                <a:cubicBezTo>
                  <a:pt x="80157" y="108906"/>
                  <a:pt x="75610" y="112057"/>
                  <a:pt x="69915" y="114403"/>
                </a:cubicBezTo>
                <a:cubicBezTo>
                  <a:pt x="64221" y="116750"/>
                  <a:pt x="56786" y="117923"/>
                  <a:pt x="47612" y="117923"/>
                </a:cubicBezTo>
                <a:cubicBezTo>
                  <a:pt x="36539" y="117923"/>
                  <a:pt x="28143" y="116644"/>
                  <a:pt x="22422" y="114087"/>
                </a:cubicBezTo>
                <a:cubicBezTo>
                  <a:pt x="16701" y="111530"/>
                  <a:pt x="12180" y="108208"/>
                  <a:pt x="8858" y="104122"/>
                </a:cubicBezTo>
                <a:cubicBezTo>
                  <a:pt x="5536" y="100035"/>
                  <a:pt x="3348" y="95751"/>
                  <a:pt x="2294" y="91269"/>
                </a:cubicBezTo>
                <a:cubicBezTo>
                  <a:pt x="765" y="84626"/>
                  <a:pt x="0" y="74819"/>
                  <a:pt x="0" y="61848"/>
                </a:cubicBezTo>
                <a:lnTo>
                  <a:pt x="0" y="0"/>
                </a:lnTo>
                <a:close/>
                <a:moveTo>
                  <a:pt x="108582" y="91981"/>
                </a:moveTo>
                <a:lnTo>
                  <a:pt x="130885" y="88580"/>
                </a:lnTo>
                <a:cubicBezTo>
                  <a:pt x="131834" y="92904"/>
                  <a:pt x="133759" y="96186"/>
                  <a:pt x="136659" y="98427"/>
                </a:cubicBezTo>
                <a:cubicBezTo>
                  <a:pt x="139559" y="100668"/>
                  <a:pt x="143619" y="101788"/>
                  <a:pt x="148839" y="101788"/>
                </a:cubicBezTo>
                <a:cubicBezTo>
                  <a:pt x="154586" y="101788"/>
                  <a:pt x="158910" y="100734"/>
                  <a:pt x="161809" y="98625"/>
                </a:cubicBezTo>
                <a:cubicBezTo>
                  <a:pt x="163760" y="97148"/>
                  <a:pt x="164736" y="95171"/>
                  <a:pt x="164736" y="92693"/>
                </a:cubicBezTo>
                <a:cubicBezTo>
                  <a:pt x="164736" y="91006"/>
                  <a:pt x="164209" y="89609"/>
                  <a:pt x="163154" y="88501"/>
                </a:cubicBezTo>
                <a:cubicBezTo>
                  <a:pt x="162047" y="87447"/>
                  <a:pt x="159569" y="86471"/>
                  <a:pt x="155720" y="85575"/>
                </a:cubicBezTo>
                <a:cubicBezTo>
                  <a:pt x="137793" y="81621"/>
                  <a:pt x="126430" y="78009"/>
                  <a:pt x="121632" y="74740"/>
                </a:cubicBezTo>
                <a:cubicBezTo>
                  <a:pt x="114988" y="70205"/>
                  <a:pt x="111667" y="63904"/>
                  <a:pt x="111667" y="55837"/>
                </a:cubicBezTo>
                <a:cubicBezTo>
                  <a:pt x="111667" y="48561"/>
                  <a:pt x="114540" y="42445"/>
                  <a:pt x="120287" y="37489"/>
                </a:cubicBezTo>
                <a:cubicBezTo>
                  <a:pt x="126035" y="32532"/>
                  <a:pt x="134945" y="30054"/>
                  <a:pt x="147020" y="30054"/>
                </a:cubicBezTo>
                <a:cubicBezTo>
                  <a:pt x="158514" y="30054"/>
                  <a:pt x="167056" y="31926"/>
                  <a:pt x="172645" y="35669"/>
                </a:cubicBezTo>
                <a:cubicBezTo>
                  <a:pt x="178234" y="39413"/>
                  <a:pt x="182083" y="44949"/>
                  <a:pt x="184192" y="52278"/>
                </a:cubicBezTo>
                <a:lnTo>
                  <a:pt x="163233" y="56154"/>
                </a:lnTo>
                <a:cubicBezTo>
                  <a:pt x="162337" y="52885"/>
                  <a:pt x="160636" y="50380"/>
                  <a:pt x="158132" y="48640"/>
                </a:cubicBezTo>
                <a:cubicBezTo>
                  <a:pt x="155627" y="46900"/>
                  <a:pt x="152055" y="46030"/>
                  <a:pt x="147415" y="46030"/>
                </a:cubicBezTo>
                <a:cubicBezTo>
                  <a:pt x="141562" y="46030"/>
                  <a:pt x="137371" y="46847"/>
                  <a:pt x="134840" y="48482"/>
                </a:cubicBezTo>
                <a:cubicBezTo>
                  <a:pt x="133153" y="49642"/>
                  <a:pt x="132309" y="51145"/>
                  <a:pt x="132309" y="52990"/>
                </a:cubicBezTo>
                <a:cubicBezTo>
                  <a:pt x="132309" y="54572"/>
                  <a:pt x="133047" y="55916"/>
                  <a:pt x="134524" y="57024"/>
                </a:cubicBezTo>
                <a:cubicBezTo>
                  <a:pt x="136527" y="58500"/>
                  <a:pt x="143447" y="60583"/>
                  <a:pt x="155285" y="63272"/>
                </a:cubicBezTo>
                <a:cubicBezTo>
                  <a:pt x="167122" y="65961"/>
                  <a:pt x="175387" y="69256"/>
                  <a:pt x="180079" y="73158"/>
                </a:cubicBezTo>
                <a:cubicBezTo>
                  <a:pt x="184719" y="77112"/>
                  <a:pt x="187039" y="82622"/>
                  <a:pt x="187039" y="89688"/>
                </a:cubicBezTo>
                <a:cubicBezTo>
                  <a:pt x="187039" y="97386"/>
                  <a:pt x="183823" y="104003"/>
                  <a:pt x="177390" y="109539"/>
                </a:cubicBezTo>
                <a:cubicBezTo>
                  <a:pt x="170958" y="115075"/>
                  <a:pt x="161440" y="117844"/>
                  <a:pt x="148839" y="117844"/>
                </a:cubicBezTo>
                <a:cubicBezTo>
                  <a:pt x="137397" y="117844"/>
                  <a:pt x="128341" y="115524"/>
                  <a:pt x="121671" y="110884"/>
                </a:cubicBezTo>
                <a:cubicBezTo>
                  <a:pt x="115002" y="106244"/>
                  <a:pt x="110638" y="99943"/>
                  <a:pt x="108582" y="91981"/>
                </a:cubicBezTo>
                <a:close/>
                <a:moveTo>
                  <a:pt x="254414" y="89213"/>
                </a:moveTo>
                <a:lnTo>
                  <a:pt x="276559" y="92930"/>
                </a:lnTo>
                <a:cubicBezTo>
                  <a:pt x="273712" y="101050"/>
                  <a:pt x="269217" y="107232"/>
                  <a:pt x="263074" y="111477"/>
                </a:cubicBezTo>
                <a:cubicBezTo>
                  <a:pt x="256932" y="115721"/>
                  <a:pt x="249247" y="117844"/>
                  <a:pt x="240020" y="117844"/>
                </a:cubicBezTo>
                <a:cubicBezTo>
                  <a:pt x="225415" y="117844"/>
                  <a:pt x="214606" y="113072"/>
                  <a:pt x="207593" y="103528"/>
                </a:cubicBezTo>
                <a:cubicBezTo>
                  <a:pt x="202057" y="95883"/>
                  <a:pt x="199289" y="86234"/>
                  <a:pt x="199289" y="74582"/>
                </a:cubicBezTo>
                <a:cubicBezTo>
                  <a:pt x="199289" y="60662"/>
                  <a:pt x="202927" y="49761"/>
                  <a:pt x="210203" y="41878"/>
                </a:cubicBezTo>
                <a:cubicBezTo>
                  <a:pt x="217479" y="33995"/>
                  <a:pt x="226680" y="30054"/>
                  <a:pt x="237805" y="30054"/>
                </a:cubicBezTo>
                <a:cubicBezTo>
                  <a:pt x="250301" y="30054"/>
                  <a:pt x="260161" y="34180"/>
                  <a:pt x="267385" y="42432"/>
                </a:cubicBezTo>
                <a:cubicBezTo>
                  <a:pt x="274608" y="50683"/>
                  <a:pt x="278062" y="63324"/>
                  <a:pt x="277746" y="80355"/>
                </a:cubicBezTo>
                <a:lnTo>
                  <a:pt x="222066" y="80355"/>
                </a:lnTo>
                <a:cubicBezTo>
                  <a:pt x="222225" y="86946"/>
                  <a:pt x="224017" y="92074"/>
                  <a:pt x="227445" y="95738"/>
                </a:cubicBezTo>
                <a:cubicBezTo>
                  <a:pt x="230872" y="99403"/>
                  <a:pt x="235143" y="101235"/>
                  <a:pt x="240257" y="101235"/>
                </a:cubicBezTo>
                <a:cubicBezTo>
                  <a:pt x="243737" y="101235"/>
                  <a:pt x="246663" y="100286"/>
                  <a:pt x="249036" y="98388"/>
                </a:cubicBezTo>
                <a:cubicBezTo>
                  <a:pt x="251409" y="96489"/>
                  <a:pt x="253201" y="93431"/>
                  <a:pt x="254414" y="89213"/>
                </a:cubicBezTo>
                <a:moveTo>
                  <a:pt x="255680" y="66752"/>
                </a:moveTo>
                <a:cubicBezTo>
                  <a:pt x="255521" y="60319"/>
                  <a:pt x="253861" y="55429"/>
                  <a:pt x="250697" y="52081"/>
                </a:cubicBezTo>
                <a:cubicBezTo>
                  <a:pt x="247533" y="48732"/>
                  <a:pt x="243684" y="47058"/>
                  <a:pt x="239150" y="47058"/>
                </a:cubicBezTo>
                <a:cubicBezTo>
                  <a:pt x="234299" y="47058"/>
                  <a:pt x="230292" y="48825"/>
                  <a:pt x="227128" y="52357"/>
                </a:cubicBezTo>
                <a:cubicBezTo>
                  <a:pt x="223965" y="55890"/>
                  <a:pt x="222409" y="60688"/>
                  <a:pt x="222462" y="66752"/>
                </a:cubicBezTo>
                <a:lnTo>
                  <a:pt x="255680" y="66752"/>
                </a:lnTo>
                <a:close/>
                <a:moveTo>
                  <a:pt x="316411" y="115945"/>
                </a:moveTo>
                <a:lnTo>
                  <a:pt x="294187" y="115945"/>
                </a:lnTo>
                <a:lnTo>
                  <a:pt x="294187" y="31952"/>
                </a:lnTo>
                <a:lnTo>
                  <a:pt x="314829" y="31952"/>
                </a:lnTo>
                <a:lnTo>
                  <a:pt x="314829" y="43895"/>
                </a:lnTo>
                <a:cubicBezTo>
                  <a:pt x="318362" y="38253"/>
                  <a:pt x="321539" y="34536"/>
                  <a:pt x="324359" y="32743"/>
                </a:cubicBezTo>
                <a:cubicBezTo>
                  <a:pt x="327180" y="30950"/>
                  <a:pt x="330383" y="30054"/>
                  <a:pt x="333969" y="30054"/>
                </a:cubicBezTo>
                <a:cubicBezTo>
                  <a:pt x="339031" y="30054"/>
                  <a:pt x="343908" y="31451"/>
                  <a:pt x="348600" y="34246"/>
                </a:cubicBezTo>
                <a:lnTo>
                  <a:pt x="341720" y="53623"/>
                </a:lnTo>
                <a:cubicBezTo>
                  <a:pt x="337976" y="51197"/>
                  <a:pt x="334496" y="49985"/>
                  <a:pt x="331280" y="49985"/>
                </a:cubicBezTo>
                <a:cubicBezTo>
                  <a:pt x="328169" y="49985"/>
                  <a:pt x="325533" y="50841"/>
                  <a:pt x="323371" y="52555"/>
                </a:cubicBezTo>
                <a:cubicBezTo>
                  <a:pt x="321209" y="54269"/>
                  <a:pt x="319509" y="57366"/>
                  <a:pt x="318269" y="61848"/>
                </a:cubicBezTo>
                <a:cubicBezTo>
                  <a:pt x="317030" y="66330"/>
                  <a:pt x="316411" y="75715"/>
                  <a:pt x="316411" y="90004"/>
                </a:cubicBezTo>
                <a:lnTo>
                  <a:pt x="316411" y="115945"/>
                </a:lnTo>
                <a:close/>
                <a:moveTo>
                  <a:pt x="403239" y="20563"/>
                </a:moveTo>
                <a:lnTo>
                  <a:pt x="403239" y="0"/>
                </a:lnTo>
                <a:lnTo>
                  <a:pt x="425463" y="0"/>
                </a:lnTo>
                <a:lnTo>
                  <a:pt x="425463" y="20563"/>
                </a:lnTo>
                <a:lnTo>
                  <a:pt x="403239" y="20563"/>
                </a:lnTo>
                <a:moveTo>
                  <a:pt x="403239" y="115945"/>
                </a:moveTo>
                <a:lnTo>
                  <a:pt x="403239" y="31952"/>
                </a:lnTo>
                <a:lnTo>
                  <a:pt x="425463" y="31952"/>
                </a:lnTo>
                <a:lnTo>
                  <a:pt x="425463" y="115945"/>
                </a:lnTo>
                <a:lnTo>
                  <a:pt x="403239" y="115945"/>
                </a:lnTo>
                <a:close/>
                <a:moveTo>
                  <a:pt x="525900" y="115945"/>
                </a:moveTo>
                <a:lnTo>
                  <a:pt x="505258" y="115945"/>
                </a:lnTo>
                <a:lnTo>
                  <a:pt x="505258" y="103607"/>
                </a:lnTo>
                <a:cubicBezTo>
                  <a:pt x="501830" y="108406"/>
                  <a:pt x="497784" y="111978"/>
                  <a:pt x="493117" y="114324"/>
                </a:cubicBezTo>
                <a:cubicBezTo>
                  <a:pt x="488451" y="116670"/>
                  <a:pt x="483745" y="117844"/>
                  <a:pt x="479000" y="117844"/>
                </a:cubicBezTo>
                <a:cubicBezTo>
                  <a:pt x="469351" y="117844"/>
                  <a:pt x="461086" y="113955"/>
                  <a:pt x="454205" y="106178"/>
                </a:cubicBezTo>
                <a:cubicBezTo>
                  <a:pt x="447324" y="98401"/>
                  <a:pt x="443884" y="87552"/>
                  <a:pt x="443884" y="73632"/>
                </a:cubicBezTo>
                <a:cubicBezTo>
                  <a:pt x="443884" y="59396"/>
                  <a:pt x="447232" y="48574"/>
                  <a:pt x="453928" y="41166"/>
                </a:cubicBezTo>
                <a:cubicBezTo>
                  <a:pt x="460625" y="33758"/>
                  <a:pt x="469087" y="30054"/>
                  <a:pt x="479316" y="30054"/>
                </a:cubicBezTo>
                <a:cubicBezTo>
                  <a:pt x="488702" y="30054"/>
                  <a:pt x="496821" y="33956"/>
                  <a:pt x="503676" y="41759"/>
                </a:cubicBezTo>
                <a:lnTo>
                  <a:pt x="503676" y="0"/>
                </a:lnTo>
                <a:lnTo>
                  <a:pt x="525900" y="0"/>
                </a:lnTo>
                <a:lnTo>
                  <a:pt x="525900" y="115945"/>
                </a:lnTo>
                <a:moveTo>
                  <a:pt x="466583" y="72130"/>
                </a:moveTo>
                <a:cubicBezTo>
                  <a:pt x="466583" y="81093"/>
                  <a:pt x="467822" y="87579"/>
                  <a:pt x="470300" y="91586"/>
                </a:cubicBezTo>
                <a:cubicBezTo>
                  <a:pt x="473885" y="97386"/>
                  <a:pt x="478894" y="100286"/>
                  <a:pt x="485327" y="100286"/>
                </a:cubicBezTo>
                <a:cubicBezTo>
                  <a:pt x="490441" y="100286"/>
                  <a:pt x="494791" y="98111"/>
                  <a:pt x="498377" y="93761"/>
                </a:cubicBezTo>
                <a:cubicBezTo>
                  <a:pt x="501962" y="89411"/>
                  <a:pt x="503755" y="82912"/>
                  <a:pt x="503755" y="74265"/>
                </a:cubicBezTo>
                <a:cubicBezTo>
                  <a:pt x="503755" y="64616"/>
                  <a:pt x="502015" y="57670"/>
                  <a:pt x="498535" y="53425"/>
                </a:cubicBezTo>
                <a:cubicBezTo>
                  <a:pt x="495055" y="49181"/>
                  <a:pt x="490600" y="47058"/>
                  <a:pt x="485169" y="47058"/>
                </a:cubicBezTo>
                <a:cubicBezTo>
                  <a:pt x="479896" y="47058"/>
                  <a:pt x="475480" y="49154"/>
                  <a:pt x="471921" y="53346"/>
                </a:cubicBezTo>
                <a:cubicBezTo>
                  <a:pt x="468362" y="57538"/>
                  <a:pt x="466583" y="63799"/>
                  <a:pt x="466583" y="72130"/>
                </a:cubicBezTo>
                <a:close/>
                <a:moveTo>
                  <a:pt x="597073" y="89213"/>
                </a:moveTo>
                <a:lnTo>
                  <a:pt x="619218" y="92930"/>
                </a:lnTo>
                <a:cubicBezTo>
                  <a:pt x="616371" y="101050"/>
                  <a:pt x="611876" y="107232"/>
                  <a:pt x="605734" y="111477"/>
                </a:cubicBezTo>
                <a:cubicBezTo>
                  <a:pt x="599591" y="115721"/>
                  <a:pt x="591906" y="117844"/>
                  <a:pt x="582679" y="117844"/>
                </a:cubicBezTo>
                <a:cubicBezTo>
                  <a:pt x="568074" y="117844"/>
                  <a:pt x="557265" y="113072"/>
                  <a:pt x="550252" y="103528"/>
                </a:cubicBezTo>
                <a:cubicBezTo>
                  <a:pt x="544716" y="95883"/>
                  <a:pt x="541948" y="86234"/>
                  <a:pt x="541948" y="74582"/>
                </a:cubicBezTo>
                <a:cubicBezTo>
                  <a:pt x="541948" y="60662"/>
                  <a:pt x="545586" y="49761"/>
                  <a:pt x="552862" y="41878"/>
                </a:cubicBezTo>
                <a:cubicBezTo>
                  <a:pt x="560138" y="33995"/>
                  <a:pt x="569339" y="30054"/>
                  <a:pt x="580464" y="30054"/>
                </a:cubicBezTo>
                <a:cubicBezTo>
                  <a:pt x="592961" y="30054"/>
                  <a:pt x="602820" y="34180"/>
                  <a:pt x="610044" y="42432"/>
                </a:cubicBezTo>
                <a:cubicBezTo>
                  <a:pt x="617268" y="50683"/>
                  <a:pt x="620721" y="63324"/>
                  <a:pt x="620405" y="80355"/>
                </a:cubicBezTo>
                <a:lnTo>
                  <a:pt x="564726" y="80355"/>
                </a:lnTo>
                <a:cubicBezTo>
                  <a:pt x="564884" y="86946"/>
                  <a:pt x="566676" y="92074"/>
                  <a:pt x="570104" y="95738"/>
                </a:cubicBezTo>
                <a:cubicBezTo>
                  <a:pt x="573531" y="99403"/>
                  <a:pt x="577802" y="101235"/>
                  <a:pt x="582916" y="101235"/>
                </a:cubicBezTo>
                <a:cubicBezTo>
                  <a:pt x="586396" y="101235"/>
                  <a:pt x="589322" y="100286"/>
                  <a:pt x="591695" y="98388"/>
                </a:cubicBezTo>
                <a:cubicBezTo>
                  <a:pt x="594068" y="96489"/>
                  <a:pt x="595861" y="93431"/>
                  <a:pt x="597073" y="89213"/>
                </a:cubicBezTo>
                <a:moveTo>
                  <a:pt x="598339" y="66752"/>
                </a:moveTo>
                <a:cubicBezTo>
                  <a:pt x="598181" y="60319"/>
                  <a:pt x="596520" y="55429"/>
                  <a:pt x="593356" y="52081"/>
                </a:cubicBezTo>
                <a:cubicBezTo>
                  <a:pt x="590192" y="48732"/>
                  <a:pt x="586343" y="47058"/>
                  <a:pt x="581809" y="47058"/>
                </a:cubicBezTo>
                <a:cubicBezTo>
                  <a:pt x="576958" y="47058"/>
                  <a:pt x="572951" y="48825"/>
                  <a:pt x="569787" y="52357"/>
                </a:cubicBezTo>
                <a:cubicBezTo>
                  <a:pt x="566624" y="55890"/>
                  <a:pt x="565068" y="60688"/>
                  <a:pt x="565121" y="66752"/>
                </a:cubicBezTo>
                <a:lnTo>
                  <a:pt x="598339" y="66752"/>
                </a:lnTo>
                <a:close/>
                <a:moveTo>
                  <a:pt x="714196" y="115945"/>
                </a:moveTo>
                <a:lnTo>
                  <a:pt x="691972" y="115945"/>
                </a:lnTo>
                <a:lnTo>
                  <a:pt x="691972" y="73079"/>
                </a:lnTo>
                <a:cubicBezTo>
                  <a:pt x="691972" y="64010"/>
                  <a:pt x="691497" y="58144"/>
                  <a:pt x="690548" y="55481"/>
                </a:cubicBezTo>
                <a:cubicBezTo>
                  <a:pt x="689599" y="52819"/>
                  <a:pt x="688057" y="50749"/>
                  <a:pt x="685922" y="49273"/>
                </a:cubicBezTo>
                <a:cubicBezTo>
                  <a:pt x="683786" y="47797"/>
                  <a:pt x="681216" y="47058"/>
                  <a:pt x="678210" y="47058"/>
                </a:cubicBezTo>
                <a:cubicBezTo>
                  <a:pt x="674361" y="47058"/>
                  <a:pt x="670908" y="48113"/>
                  <a:pt x="667850" y="50222"/>
                </a:cubicBezTo>
                <a:cubicBezTo>
                  <a:pt x="664791" y="52331"/>
                  <a:pt x="662695" y="55126"/>
                  <a:pt x="661562" y="58605"/>
                </a:cubicBezTo>
                <a:cubicBezTo>
                  <a:pt x="660428" y="62085"/>
                  <a:pt x="659861" y="68518"/>
                  <a:pt x="659861" y="77903"/>
                </a:cubicBezTo>
                <a:lnTo>
                  <a:pt x="659861" y="115945"/>
                </a:lnTo>
                <a:lnTo>
                  <a:pt x="637637" y="115945"/>
                </a:lnTo>
                <a:lnTo>
                  <a:pt x="637637" y="31952"/>
                </a:lnTo>
                <a:lnTo>
                  <a:pt x="658280" y="31952"/>
                </a:lnTo>
                <a:lnTo>
                  <a:pt x="658280" y="44290"/>
                </a:lnTo>
                <a:cubicBezTo>
                  <a:pt x="665609" y="34799"/>
                  <a:pt x="674836" y="30054"/>
                  <a:pt x="685961" y="30054"/>
                </a:cubicBezTo>
                <a:cubicBezTo>
                  <a:pt x="690865" y="30054"/>
                  <a:pt x="695346" y="30937"/>
                  <a:pt x="699406" y="32704"/>
                </a:cubicBezTo>
                <a:cubicBezTo>
                  <a:pt x="703466" y="34470"/>
                  <a:pt x="706538" y="36724"/>
                  <a:pt x="708620" y="39466"/>
                </a:cubicBezTo>
                <a:cubicBezTo>
                  <a:pt x="710703" y="42208"/>
                  <a:pt x="712153" y="45318"/>
                  <a:pt x="712970" y="48798"/>
                </a:cubicBezTo>
                <a:cubicBezTo>
                  <a:pt x="713787" y="52278"/>
                  <a:pt x="714196" y="57261"/>
                  <a:pt x="714196" y="63746"/>
                </a:cubicBezTo>
                <a:lnTo>
                  <a:pt x="714196" y="115945"/>
                </a:lnTo>
                <a:close/>
                <a:moveTo>
                  <a:pt x="775879" y="31952"/>
                </a:moveTo>
                <a:lnTo>
                  <a:pt x="775879" y="49668"/>
                </a:lnTo>
                <a:lnTo>
                  <a:pt x="760693" y="49668"/>
                </a:lnTo>
                <a:lnTo>
                  <a:pt x="760693" y="83519"/>
                </a:lnTo>
                <a:cubicBezTo>
                  <a:pt x="760693" y="90373"/>
                  <a:pt x="760838" y="94367"/>
                  <a:pt x="761128" y="95501"/>
                </a:cubicBezTo>
                <a:cubicBezTo>
                  <a:pt x="761418" y="96634"/>
                  <a:pt x="762077" y="97570"/>
                  <a:pt x="763106" y="98308"/>
                </a:cubicBezTo>
                <a:cubicBezTo>
                  <a:pt x="764134" y="99047"/>
                  <a:pt x="765386" y="99416"/>
                  <a:pt x="766862" y="99416"/>
                </a:cubicBezTo>
                <a:cubicBezTo>
                  <a:pt x="768919" y="99416"/>
                  <a:pt x="771898" y="98704"/>
                  <a:pt x="775799" y="97280"/>
                </a:cubicBezTo>
                <a:lnTo>
                  <a:pt x="777698" y="114522"/>
                </a:lnTo>
                <a:cubicBezTo>
                  <a:pt x="772530" y="116736"/>
                  <a:pt x="766678" y="117844"/>
                  <a:pt x="760140" y="117844"/>
                </a:cubicBezTo>
                <a:cubicBezTo>
                  <a:pt x="756132" y="117844"/>
                  <a:pt x="752521" y="117171"/>
                  <a:pt x="749304" y="115827"/>
                </a:cubicBezTo>
                <a:cubicBezTo>
                  <a:pt x="746088" y="114482"/>
                  <a:pt x="743729" y="112742"/>
                  <a:pt x="742226" y="110607"/>
                </a:cubicBezTo>
                <a:cubicBezTo>
                  <a:pt x="740723" y="108471"/>
                  <a:pt x="739682" y="105585"/>
                  <a:pt x="739102" y="101947"/>
                </a:cubicBezTo>
                <a:cubicBezTo>
                  <a:pt x="738627" y="99363"/>
                  <a:pt x="738390" y="94143"/>
                  <a:pt x="738390" y="86287"/>
                </a:cubicBezTo>
                <a:lnTo>
                  <a:pt x="738390" y="49668"/>
                </a:lnTo>
                <a:lnTo>
                  <a:pt x="728187" y="49668"/>
                </a:lnTo>
                <a:lnTo>
                  <a:pt x="728187" y="31952"/>
                </a:lnTo>
                <a:lnTo>
                  <a:pt x="738390" y="31952"/>
                </a:lnTo>
                <a:lnTo>
                  <a:pt x="738390" y="15264"/>
                </a:lnTo>
                <a:lnTo>
                  <a:pt x="760693" y="2294"/>
                </a:lnTo>
                <a:lnTo>
                  <a:pt x="760693" y="31952"/>
                </a:lnTo>
                <a:lnTo>
                  <a:pt x="775879" y="31952"/>
                </a:lnTo>
                <a:close/>
                <a:moveTo>
                  <a:pt x="791413" y="20563"/>
                </a:moveTo>
                <a:lnTo>
                  <a:pt x="791413" y="0"/>
                </a:lnTo>
                <a:lnTo>
                  <a:pt x="813637" y="0"/>
                </a:lnTo>
                <a:lnTo>
                  <a:pt x="813637" y="20563"/>
                </a:lnTo>
                <a:lnTo>
                  <a:pt x="791413" y="20563"/>
                </a:lnTo>
                <a:moveTo>
                  <a:pt x="791413" y="115945"/>
                </a:moveTo>
                <a:lnTo>
                  <a:pt x="791413" y="31952"/>
                </a:lnTo>
                <a:lnTo>
                  <a:pt x="813637" y="31952"/>
                </a:lnTo>
                <a:lnTo>
                  <a:pt x="813637" y="115945"/>
                </a:lnTo>
                <a:lnTo>
                  <a:pt x="791413" y="115945"/>
                </a:lnTo>
                <a:close/>
                <a:moveTo>
                  <a:pt x="875558" y="31952"/>
                </a:moveTo>
                <a:lnTo>
                  <a:pt x="875558" y="49668"/>
                </a:lnTo>
                <a:lnTo>
                  <a:pt x="860373" y="49668"/>
                </a:lnTo>
                <a:lnTo>
                  <a:pt x="860373" y="83519"/>
                </a:lnTo>
                <a:cubicBezTo>
                  <a:pt x="860373" y="90373"/>
                  <a:pt x="860518" y="94367"/>
                  <a:pt x="860808" y="95501"/>
                </a:cubicBezTo>
                <a:cubicBezTo>
                  <a:pt x="861098" y="96634"/>
                  <a:pt x="861757" y="97570"/>
                  <a:pt x="862785" y="98308"/>
                </a:cubicBezTo>
                <a:cubicBezTo>
                  <a:pt x="863814" y="99047"/>
                  <a:pt x="865066" y="99416"/>
                  <a:pt x="866542" y="99416"/>
                </a:cubicBezTo>
                <a:cubicBezTo>
                  <a:pt x="868599" y="99416"/>
                  <a:pt x="871578" y="98704"/>
                  <a:pt x="875479" y="97280"/>
                </a:cubicBezTo>
                <a:lnTo>
                  <a:pt x="877377" y="114522"/>
                </a:lnTo>
                <a:cubicBezTo>
                  <a:pt x="872210" y="116736"/>
                  <a:pt x="866358" y="117844"/>
                  <a:pt x="859820" y="117844"/>
                </a:cubicBezTo>
                <a:cubicBezTo>
                  <a:pt x="855812" y="117844"/>
                  <a:pt x="852201" y="117171"/>
                  <a:pt x="848984" y="115827"/>
                </a:cubicBezTo>
                <a:cubicBezTo>
                  <a:pt x="845768" y="114482"/>
                  <a:pt x="843408" y="112742"/>
                  <a:pt x="841906" y="110607"/>
                </a:cubicBezTo>
                <a:cubicBezTo>
                  <a:pt x="840403" y="108471"/>
                  <a:pt x="839362" y="105585"/>
                  <a:pt x="838782" y="101947"/>
                </a:cubicBezTo>
                <a:cubicBezTo>
                  <a:pt x="838307" y="99363"/>
                  <a:pt x="838070" y="94143"/>
                  <a:pt x="838070" y="86287"/>
                </a:cubicBezTo>
                <a:lnTo>
                  <a:pt x="838070" y="49668"/>
                </a:lnTo>
                <a:lnTo>
                  <a:pt x="827867" y="49668"/>
                </a:lnTo>
                <a:lnTo>
                  <a:pt x="827867" y="31952"/>
                </a:lnTo>
                <a:lnTo>
                  <a:pt x="838070" y="31952"/>
                </a:lnTo>
                <a:lnTo>
                  <a:pt x="838070" y="15264"/>
                </a:lnTo>
                <a:lnTo>
                  <a:pt x="860373" y="2294"/>
                </a:lnTo>
                <a:lnTo>
                  <a:pt x="860373" y="31952"/>
                </a:lnTo>
                <a:lnTo>
                  <a:pt x="875558" y="31952"/>
                </a:lnTo>
                <a:close/>
                <a:moveTo>
                  <a:pt x="880573" y="31952"/>
                </a:moveTo>
                <a:lnTo>
                  <a:pt x="904221" y="31952"/>
                </a:lnTo>
                <a:lnTo>
                  <a:pt x="924310" y="91586"/>
                </a:lnTo>
                <a:lnTo>
                  <a:pt x="943924" y="31952"/>
                </a:lnTo>
                <a:lnTo>
                  <a:pt x="966939" y="31952"/>
                </a:lnTo>
                <a:lnTo>
                  <a:pt x="937281" y="112782"/>
                </a:lnTo>
                <a:lnTo>
                  <a:pt x="931982" y="127413"/>
                </a:lnTo>
                <a:cubicBezTo>
                  <a:pt x="930031" y="132317"/>
                  <a:pt x="928172" y="136061"/>
                  <a:pt x="926406" y="138644"/>
                </a:cubicBezTo>
                <a:cubicBezTo>
                  <a:pt x="924639" y="141228"/>
                  <a:pt x="922609" y="143324"/>
                  <a:pt x="920316" y="144932"/>
                </a:cubicBezTo>
                <a:cubicBezTo>
                  <a:pt x="918022" y="146540"/>
                  <a:pt x="915201" y="147792"/>
                  <a:pt x="911853" y="148689"/>
                </a:cubicBezTo>
                <a:cubicBezTo>
                  <a:pt x="908505" y="149585"/>
                  <a:pt x="904722" y="150033"/>
                  <a:pt x="900504" y="150033"/>
                </a:cubicBezTo>
                <a:cubicBezTo>
                  <a:pt x="896233" y="150033"/>
                  <a:pt x="892041" y="149585"/>
                  <a:pt x="887929" y="148689"/>
                </a:cubicBezTo>
                <a:lnTo>
                  <a:pt x="885951" y="131289"/>
                </a:lnTo>
                <a:cubicBezTo>
                  <a:pt x="889431" y="131974"/>
                  <a:pt x="892569" y="132317"/>
                  <a:pt x="895363" y="132317"/>
                </a:cubicBezTo>
                <a:cubicBezTo>
                  <a:pt x="900530" y="132317"/>
                  <a:pt x="904353" y="130801"/>
                  <a:pt x="906831" y="127769"/>
                </a:cubicBezTo>
                <a:cubicBezTo>
                  <a:pt x="909309" y="124738"/>
                  <a:pt x="911207" y="120875"/>
                  <a:pt x="912526" y="116183"/>
                </a:cubicBezTo>
                <a:lnTo>
                  <a:pt x="880573" y="31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Userlocation">
            <a:extLst xmlns:a="http://schemas.openxmlformats.org/drawingml/2006/main">
              <a:ext uri="{FF2B5EF4-FFF2-40B4-BE49-F238E27FC236}">
                <a16:creationId xmlns:a16="http://schemas.microsoft.com/office/drawing/2014/main" id="{6190C2E9-3E1A-431C-ACF3-EFD31AA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1162" y="2920324"/>
            <a:ext cx="1002804" cy="117923"/>
          </a:xfrm>
          <a:custGeom xmlns:a="http://schemas.openxmlformats.org/drawingml/2006/main">
            <a:pathLst>
              <a:path w="1002804" h="117923">
                <a:moveTo>
                  <a:pt x="0" y="0"/>
                </a:moveTo>
                <a:lnTo>
                  <a:pt x="23411" y="0"/>
                </a:lnTo>
                <a:lnTo>
                  <a:pt x="23411" y="62797"/>
                </a:lnTo>
                <a:cubicBezTo>
                  <a:pt x="23411" y="72763"/>
                  <a:pt x="23701" y="79221"/>
                  <a:pt x="24281" y="82174"/>
                </a:cubicBezTo>
                <a:cubicBezTo>
                  <a:pt x="25282" y="86920"/>
                  <a:pt x="27668" y="90729"/>
                  <a:pt x="31438" y="93603"/>
                </a:cubicBezTo>
                <a:cubicBezTo>
                  <a:pt x="35208" y="96476"/>
                  <a:pt x="40362" y="97913"/>
                  <a:pt x="46900" y="97913"/>
                </a:cubicBezTo>
                <a:cubicBezTo>
                  <a:pt x="53544" y="97913"/>
                  <a:pt x="58553" y="96555"/>
                  <a:pt x="61927" y="93840"/>
                </a:cubicBezTo>
                <a:cubicBezTo>
                  <a:pt x="65302" y="91124"/>
                  <a:pt x="67332" y="87790"/>
                  <a:pt x="68017" y="83835"/>
                </a:cubicBezTo>
                <a:cubicBezTo>
                  <a:pt x="68703" y="79881"/>
                  <a:pt x="69045" y="73316"/>
                  <a:pt x="69045" y="64142"/>
                </a:cubicBezTo>
                <a:lnTo>
                  <a:pt x="69045" y="0"/>
                </a:lnTo>
                <a:lnTo>
                  <a:pt x="92456" y="0"/>
                </a:lnTo>
                <a:lnTo>
                  <a:pt x="92456" y="60899"/>
                </a:lnTo>
                <a:cubicBezTo>
                  <a:pt x="92456" y="74819"/>
                  <a:pt x="91823" y="84652"/>
                  <a:pt x="90558" y="90400"/>
                </a:cubicBezTo>
                <a:cubicBezTo>
                  <a:pt x="89292" y="96147"/>
                  <a:pt x="86959" y="100998"/>
                  <a:pt x="83558" y="104952"/>
                </a:cubicBezTo>
                <a:cubicBezTo>
                  <a:pt x="80157" y="108906"/>
                  <a:pt x="75610" y="112057"/>
                  <a:pt x="69915" y="114403"/>
                </a:cubicBezTo>
                <a:cubicBezTo>
                  <a:pt x="64221" y="116750"/>
                  <a:pt x="56786" y="117923"/>
                  <a:pt x="47612" y="117923"/>
                </a:cubicBezTo>
                <a:cubicBezTo>
                  <a:pt x="36539" y="117923"/>
                  <a:pt x="28143" y="116644"/>
                  <a:pt x="22422" y="114087"/>
                </a:cubicBezTo>
                <a:cubicBezTo>
                  <a:pt x="16701" y="111530"/>
                  <a:pt x="12180" y="108208"/>
                  <a:pt x="8858" y="104122"/>
                </a:cubicBezTo>
                <a:cubicBezTo>
                  <a:pt x="5536" y="100035"/>
                  <a:pt x="3348" y="95751"/>
                  <a:pt x="2294" y="91269"/>
                </a:cubicBezTo>
                <a:cubicBezTo>
                  <a:pt x="765" y="84626"/>
                  <a:pt x="0" y="74819"/>
                  <a:pt x="0" y="61848"/>
                </a:cubicBezTo>
                <a:lnTo>
                  <a:pt x="0" y="0"/>
                </a:lnTo>
                <a:close/>
                <a:moveTo>
                  <a:pt x="108582" y="91981"/>
                </a:moveTo>
                <a:lnTo>
                  <a:pt x="130885" y="88580"/>
                </a:lnTo>
                <a:cubicBezTo>
                  <a:pt x="131834" y="92904"/>
                  <a:pt x="133759" y="96186"/>
                  <a:pt x="136659" y="98427"/>
                </a:cubicBezTo>
                <a:cubicBezTo>
                  <a:pt x="139559" y="100668"/>
                  <a:pt x="143619" y="101788"/>
                  <a:pt x="148839" y="101788"/>
                </a:cubicBezTo>
                <a:cubicBezTo>
                  <a:pt x="154586" y="101788"/>
                  <a:pt x="158910" y="100734"/>
                  <a:pt x="161809" y="98625"/>
                </a:cubicBezTo>
                <a:cubicBezTo>
                  <a:pt x="163760" y="97148"/>
                  <a:pt x="164736" y="95171"/>
                  <a:pt x="164736" y="92693"/>
                </a:cubicBezTo>
                <a:cubicBezTo>
                  <a:pt x="164736" y="91006"/>
                  <a:pt x="164209" y="89609"/>
                  <a:pt x="163154" y="88501"/>
                </a:cubicBezTo>
                <a:cubicBezTo>
                  <a:pt x="162047" y="87447"/>
                  <a:pt x="159569" y="86471"/>
                  <a:pt x="155720" y="85575"/>
                </a:cubicBezTo>
                <a:cubicBezTo>
                  <a:pt x="137793" y="81621"/>
                  <a:pt x="126430" y="78009"/>
                  <a:pt x="121632" y="74740"/>
                </a:cubicBezTo>
                <a:cubicBezTo>
                  <a:pt x="114988" y="70205"/>
                  <a:pt x="111667" y="63904"/>
                  <a:pt x="111667" y="55837"/>
                </a:cubicBezTo>
                <a:cubicBezTo>
                  <a:pt x="111667" y="48561"/>
                  <a:pt x="114540" y="42445"/>
                  <a:pt x="120287" y="37489"/>
                </a:cubicBezTo>
                <a:cubicBezTo>
                  <a:pt x="126035" y="32532"/>
                  <a:pt x="134945" y="30054"/>
                  <a:pt x="147020" y="30054"/>
                </a:cubicBezTo>
                <a:cubicBezTo>
                  <a:pt x="158514" y="30054"/>
                  <a:pt x="167056" y="31926"/>
                  <a:pt x="172645" y="35669"/>
                </a:cubicBezTo>
                <a:cubicBezTo>
                  <a:pt x="178234" y="39413"/>
                  <a:pt x="182083" y="44949"/>
                  <a:pt x="184192" y="52278"/>
                </a:cubicBezTo>
                <a:lnTo>
                  <a:pt x="163233" y="56154"/>
                </a:lnTo>
                <a:cubicBezTo>
                  <a:pt x="162337" y="52885"/>
                  <a:pt x="160636" y="50380"/>
                  <a:pt x="158132" y="48640"/>
                </a:cubicBezTo>
                <a:cubicBezTo>
                  <a:pt x="155627" y="46900"/>
                  <a:pt x="152055" y="46030"/>
                  <a:pt x="147415" y="46030"/>
                </a:cubicBezTo>
                <a:cubicBezTo>
                  <a:pt x="141562" y="46030"/>
                  <a:pt x="137371" y="46847"/>
                  <a:pt x="134840" y="48482"/>
                </a:cubicBezTo>
                <a:cubicBezTo>
                  <a:pt x="133153" y="49642"/>
                  <a:pt x="132309" y="51145"/>
                  <a:pt x="132309" y="52990"/>
                </a:cubicBezTo>
                <a:cubicBezTo>
                  <a:pt x="132309" y="54572"/>
                  <a:pt x="133047" y="55916"/>
                  <a:pt x="134524" y="57024"/>
                </a:cubicBezTo>
                <a:cubicBezTo>
                  <a:pt x="136527" y="58500"/>
                  <a:pt x="143447" y="60583"/>
                  <a:pt x="155285" y="63272"/>
                </a:cubicBezTo>
                <a:cubicBezTo>
                  <a:pt x="167122" y="65961"/>
                  <a:pt x="175387" y="69256"/>
                  <a:pt x="180079" y="73158"/>
                </a:cubicBezTo>
                <a:cubicBezTo>
                  <a:pt x="184719" y="77112"/>
                  <a:pt x="187039" y="82622"/>
                  <a:pt x="187039" y="89688"/>
                </a:cubicBezTo>
                <a:cubicBezTo>
                  <a:pt x="187039" y="97386"/>
                  <a:pt x="183823" y="104003"/>
                  <a:pt x="177390" y="109539"/>
                </a:cubicBezTo>
                <a:cubicBezTo>
                  <a:pt x="170958" y="115075"/>
                  <a:pt x="161440" y="117844"/>
                  <a:pt x="148839" y="117844"/>
                </a:cubicBezTo>
                <a:cubicBezTo>
                  <a:pt x="137397" y="117844"/>
                  <a:pt x="128341" y="115524"/>
                  <a:pt x="121671" y="110884"/>
                </a:cubicBezTo>
                <a:cubicBezTo>
                  <a:pt x="115002" y="106244"/>
                  <a:pt x="110638" y="99943"/>
                  <a:pt x="108582" y="91981"/>
                </a:cubicBezTo>
                <a:close/>
                <a:moveTo>
                  <a:pt x="254414" y="89213"/>
                </a:moveTo>
                <a:lnTo>
                  <a:pt x="276559" y="92930"/>
                </a:lnTo>
                <a:cubicBezTo>
                  <a:pt x="273712" y="101050"/>
                  <a:pt x="269217" y="107232"/>
                  <a:pt x="263074" y="111477"/>
                </a:cubicBezTo>
                <a:cubicBezTo>
                  <a:pt x="256932" y="115721"/>
                  <a:pt x="249247" y="117844"/>
                  <a:pt x="240020" y="117844"/>
                </a:cubicBezTo>
                <a:cubicBezTo>
                  <a:pt x="225415" y="117844"/>
                  <a:pt x="214606" y="113072"/>
                  <a:pt x="207593" y="103528"/>
                </a:cubicBezTo>
                <a:cubicBezTo>
                  <a:pt x="202057" y="95883"/>
                  <a:pt x="199289" y="86234"/>
                  <a:pt x="199289" y="74582"/>
                </a:cubicBezTo>
                <a:cubicBezTo>
                  <a:pt x="199289" y="60662"/>
                  <a:pt x="202927" y="49761"/>
                  <a:pt x="210203" y="41878"/>
                </a:cubicBezTo>
                <a:cubicBezTo>
                  <a:pt x="217479" y="33995"/>
                  <a:pt x="226680" y="30054"/>
                  <a:pt x="237805" y="30054"/>
                </a:cubicBezTo>
                <a:cubicBezTo>
                  <a:pt x="250301" y="30054"/>
                  <a:pt x="260161" y="34180"/>
                  <a:pt x="267385" y="42432"/>
                </a:cubicBezTo>
                <a:cubicBezTo>
                  <a:pt x="274608" y="50683"/>
                  <a:pt x="278062" y="63324"/>
                  <a:pt x="277746" y="80355"/>
                </a:cubicBezTo>
                <a:lnTo>
                  <a:pt x="222066" y="80355"/>
                </a:lnTo>
                <a:cubicBezTo>
                  <a:pt x="222225" y="86946"/>
                  <a:pt x="224017" y="92074"/>
                  <a:pt x="227445" y="95738"/>
                </a:cubicBezTo>
                <a:cubicBezTo>
                  <a:pt x="230872" y="99403"/>
                  <a:pt x="235143" y="101235"/>
                  <a:pt x="240257" y="101235"/>
                </a:cubicBezTo>
                <a:cubicBezTo>
                  <a:pt x="243737" y="101235"/>
                  <a:pt x="246663" y="100286"/>
                  <a:pt x="249036" y="98388"/>
                </a:cubicBezTo>
                <a:cubicBezTo>
                  <a:pt x="251409" y="96489"/>
                  <a:pt x="253201" y="93431"/>
                  <a:pt x="254414" y="89213"/>
                </a:cubicBezTo>
                <a:moveTo>
                  <a:pt x="255680" y="66752"/>
                </a:moveTo>
                <a:cubicBezTo>
                  <a:pt x="255521" y="60319"/>
                  <a:pt x="253861" y="55429"/>
                  <a:pt x="250697" y="52081"/>
                </a:cubicBezTo>
                <a:cubicBezTo>
                  <a:pt x="247533" y="48732"/>
                  <a:pt x="243684" y="47058"/>
                  <a:pt x="239150" y="47058"/>
                </a:cubicBezTo>
                <a:cubicBezTo>
                  <a:pt x="234299" y="47058"/>
                  <a:pt x="230292" y="48825"/>
                  <a:pt x="227128" y="52357"/>
                </a:cubicBezTo>
                <a:cubicBezTo>
                  <a:pt x="223965" y="55890"/>
                  <a:pt x="222409" y="60688"/>
                  <a:pt x="222462" y="66752"/>
                </a:cubicBezTo>
                <a:lnTo>
                  <a:pt x="255680" y="66752"/>
                </a:lnTo>
                <a:close/>
                <a:moveTo>
                  <a:pt x="316411" y="115945"/>
                </a:moveTo>
                <a:lnTo>
                  <a:pt x="294187" y="115945"/>
                </a:lnTo>
                <a:lnTo>
                  <a:pt x="294187" y="31952"/>
                </a:lnTo>
                <a:lnTo>
                  <a:pt x="314829" y="31952"/>
                </a:lnTo>
                <a:lnTo>
                  <a:pt x="314829" y="43895"/>
                </a:lnTo>
                <a:cubicBezTo>
                  <a:pt x="318362" y="38253"/>
                  <a:pt x="321539" y="34536"/>
                  <a:pt x="324359" y="32743"/>
                </a:cubicBezTo>
                <a:cubicBezTo>
                  <a:pt x="327180" y="30950"/>
                  <a:pt x="330383" y="30054"/>
                  <a:pt x="333969" y="30054"/>
                </a:cubicBezTo>
                <a:cubicBezTo>
                  <a:pt x="339031" y="30054"/>
                  <a:pt x="343908" y="31451"/>
                  <a:pt x="348600" y="34246"/>
                </a:cubicBezTo>
                <a:lnTo>
                  <a:pt x="341720" y="53623"/>
                </a:lnTo>
                <a:cubicBezTo>
                  <a:pt x="337976" y="51197"/>
                  <a:pt x="334496" y="49985"/>
                  <a:pt x="331280" y="49985"/>
                </a:cubicBezTo>
                <a:cubicBezTo>
                  <a:pt x="328169" y="49985"/>
                  <a:pt x="325533" y="50841"/>
                  <a:pt x="323371" y="52555"/>
                </a:cubicBezTo>
                <a:cubicBezTo>
                  <a:pt x="321209" y="54269"/>
                  <a:pt x="319509" y="57366"/>
                  <a:pt x="318269" y="61848"/>
                </a:cubicBezTo>
                <a:cubicBezTo>
                  <a:pt x="317030" y="66330"/>
                  <a:pt x="316411" y="75715"/>
                  <a:pt x="316411" y="90004"/>
                </a:cubicBezTo>
                <a:lnTo>
                  <a:pt x="316411" y="115945"/>
                </a:lnTo>
                <a:close/>
                <a:moveTo>
                  <a:pt x="403239" y="115945"/>
                </a:moveTo>
                <a:lnTo>
                  <a:pt x="403239" y="0"/>
                </a:lnTo>
                <a:lnTo>
                  <a:pt x="425463" y="0"/>
                </a:lnTo>
                <a:lnTo>
                  <a:pt x="425463" y="115945"/>
                </a:lnTo>
                <a:lnTo>
                  <a:pt x="403239" y="115945"/>
                </a:lnTo>
                <a:close/>
                <a:moveTo>
                  <a:pt x="443726" y="72763"/>
                </a:moveTo>
                <a:cubicBezTo>
                  <a:pt x="443726" y="65381"/>
                  <a:pt x="445545" y="58236"/>
                  <a:pt x="449183" y="51329"/>
                </a:cubicBezTo>
                <a:cubicBezTo>
                  <a:pt x="452821" y="44422"/>
                  <a:pt x="457975" y="39149"/>
                  <a:pt x="464645" y="35511"/>
                </a:cubicBezTo>
                <a:cubicBezTo>
                  <a:pt x="471315" y="31873"/>
                  <a:pt x="478763" y="30054"/>
                  <a:pt x="486988" y="30054"/>
                </a:cubicBezTo>
                <a:cubicBezTo>
                  <a:pt x="499695" y="30054"/>
                  <a:pt x="510108" y="34180"/>
                  <a:pt x="518228" y="42432"/>
                </a:cubicBezTo>
                <a:cubicBezTo>
                  <a:pt x="526348" y="50683"/>
                  <a:pt x="530408" y="61110"/>
                  <a:pt x="530408" y="73712"/>
                </a:cubicBezTo>
                <a:cubicBezTo>
                  <a:pt x="530408" y="86419"/>
                  <a:pt x="526309" y="96951"/>
                  <a:pt x="518110" y="105308"/>
                </a:cubicBezTo>
                <a:cubicBezTo>
                  <a:pt x="509911" y="113665"/>
                  <a:pt x="499590" y="117844"/>
                  <a:pt x="487146" y="117844"/>
                </a:cubicBezTo>
                <a:cubicBezTo>
                  <a:pt x="479448" y="117844"/>
                  <a:pt x="472106" y="116104"/>
                  <a:pt x="465120" y="112624"/>
                </a:cubicBezTo>
                <a:cubicBezTo>
                  <a:pt x="458133" y="109144"/>
                  <a:pt x="452821" y="104042"/>
                  <a:pt x="449183" y="97320"/>
                </a:cubicBezTo>
                <a:cubicBezTo>
                  <a:pt x="445545" y="90597"/>
                  <a:pt x="443726" y="82411"/>
                  <a:pt x="443726" y="72763"/>
                </a:cubicBezTo>
                <a:moveTo>
                  <a:pt x="466504" y="73949"/>
                </a:moveTo>
                <a:cubicBezTo>
                  <a:pt x="466504" y="82280"/>
                  <a:pt x="468481" y="88660"/>
                  <a:pt x="472435" y="93089"/>
                </a:cubicBezTo>
                <a:cubicBezTo>
                  <a:pt x="476390" y="97518"/>
                  <a:pt x="481267" y="99732"/>
                  <a:pt x="487067" y="99732"/>
                </a:cubicBezTo>
                <a:cubicBezTo>
                  <a:pt x="492867" y="99732"/>
                  <a:pt x="497731" y="97518"/>
                  <a:pt x="501659" y="93089"/>
                </a:cubicBezTo>
                <a:cubicBezTo>
                  <a:pt x="505587" y="88660"/>
                  <a:pt x="507551" y="82227"/>
                  <a:pt x="507551" y="73791"/>
                </a:cubicBezTo>
                <a:cubicBezTo>
                  <a:pt x="507551" y="65565"/>
                  <a:pt x="505587" y="59238"/>
                  <a:pt x="501659" y="54809"/>
                </a:cubicBezTo>
                <a:cubicBezTo>
                  <a:pt x="497731" y="50380"/>
                  <a:pt x="492867" y="48166"/>
                  <a:pt x="487067" y="48166"/>
                </a:cubicBezTo>
                <a:cubicBezTo>
                  <a:pt x="481267" y="48166"/>
                  <a:pt x="476390" y="50380"/>
                  <a:pt x="472435" y="54809"/>
                </a:cubicBezTo>
                <a:cubicBezTo>
                  <a:pt x="468481" y="59238"/>
                  <a:pt x="466504" y="65618"/>
                  <a:pt x="466504" y="73949"/>
                </a:cubicBezTo>
                <a:close/>
                <a:moveTo>
                  <a:pt x="621670" y="56786"/>
                </a:moveTo>
                <a:lnTo>
                  <a:pt x="599762" y="60741"/>
                </a:lnTo>
                <a:cubicBezTo>
                  <a:pt x="599024" y="56365"/>
                  <a:pt x="597350" y="53069"/>
                  <a:pt x="594740" y="50855"/>
                </a:cubicBezTo>
                <a:cubicBezTo>
                  <a:pt x="592130" y="48640"/>
                  <a:pt x="588742" y="47533"/>
                  <a:pt x="584577" y="47533"/>
                </a:cubicBezTo>
                <a:cubicBezTo>
                  <a:pt x="579041" y="47533"/>
                  <a:pt x="574625" y="49444"/>
                  <a:pt x="571330" y="53267"/>
                </a:cubicBezTo>
                <a:cubicBezTo>
                  <a:pt x="568034" y="57090"/>
                  <a:pt x="566386" y="63483"/>
                  <a:pt x="566386" y="72446"/>
                </a:cubicBezTo>
                <a:cubicBezTo>
                  <a:pt x="566386" y="82411"/>
                  <a:pt x="568061" y="89450"/>
                  <a:pt x="571409" y="93563"/>
                </a:cubicBezTo>
                <a:cubicBezTo>
                  <a:pt x="574757" y="97676"/>
                  <a:pt x="579252" y="99732"/>
                  <a:pt x="584893" y="99732"/>
                </a:cubicBezTo>
                <a:cubicBezTo>
                  <a:pt x="589112" y="99732"/>
                  <a:pt x="592565" y="98533"/>
                  <a:pt x="595254" y="96134"/>
                </a:cubicBezTo>
                <a:cubicBezTo>
                  <a:pt x="597943" y="93734"/>
                  <a:pt x="599841" y="89609"/>
                  <a:pt x="600949" y="83756"/>
                </a:cubicBezTo>
                <a:lnTo>
                  <a:pt x="622777" y="87473"/>
                </a:lnTo>
                <a:cubicBezTo>
                  <a:pt x="620510" y="97491"/>
                  <a:pt x="616160" y="105057"/>
                  <a:pt x="609728" y="110172"/>
                </a:cubicBezTo>
                <a:cubicBezTo>
                  <a:pt x="603295" y="115286"/>
                  <a:pt x="594674" y="117844"/>
                  <a:pt x="583865" y="117844"/>
                </a:cubicBezTo>
                <a:cubicBezTo>
                  <a:pt x="571580" y="117844"/>
                  <a:pt x="561786" y="113968"/>
                  <a:pt x="554483" y="106217"/>
                </a:cubicBezTo>
                <a:cubicBezTo>
                  <a:pt x="547181" y="98467"/>
                  <a:pt x="543530" y="87737"/>
                  <a:pt x="543530" y="74028"/>
                </a:cubicBezTo>
                <a:cubicBezTo>
                  <a:pt x="543530" y="60161"/>
                  <a:pt x="547194" y="49365"/>
                  <a:pt x="554523" y="41641"/>
                </a:cubicBezTo>
                <a:cubicBezTo>
                  <a:pt x="561852" y="33916"/>
                  <a:pt x="571765" y="30054"/>
                  <a:pt x="584261" y="30054"/>
                </a:cubicBezTo>
                <a:cubicBezTo>
                  <a:pt x="594490" y="30054"/>
                  <a:pt x="602623" y="32255"/>
                  <a:pt x="608660" y="36658"/>
                </a:cubicBezTo>
                <a:cubicBezTo>
                  <a:pt x="614697" y="41061"/>
                  <a:pt x="619034" y="47770"/>
                  <a:pt x="621670" y="56786"/>
                </a:cubicBezTo>
                <a:close/>
                <a:moveTo>
                  <a:pt x="654404" y="57577"/>
                </a:moveTo>
                <a:lnTo>
                  <a:pt x="634236" y="53939"/>
                </a:lnTo>
                <a:cubicBezTo>
                  <a:pt x="636504" y="45819"/>
                  <a:pt x="640405" y="39808"/>
                  <a:pt x="645942" y="35907"/>
                </a:cubicBezTo>
                <a:cubicBezTo>
                  <a:pt x="651478" y="32005"/>
                  <a:pt x="659703" y="30054"/>
                  <a:pt x="670618" y="30054"/>
                </a:cubicBezTo>
                <a:cubicBezTo>
                  <a:pt x="680530" y="30054"/>
                  <a:pt x="687912" y="31227"/>
                  <a:pt x="692763" y="33574"/>
                </a:cubicBezTo>
                <a:cubicBezTo>
                  <a:pt x="697614" y="35920"/>
                  <a:pt x="701028" y="38899"/>
                  <a:pt x="703005" y="42511"/>
                </a:cubicBezTo>
                <a:cubicBezTo>
                  <a:pt x="704982" y="46122"/>
                  <a:pt x="705971" y="52753"/>
                  <a:pt x="705971" y="62402"/>
                </a:cubicBezTo>
                <a:lnTo>
                  <a:pt x="705733" y="88343"/>
                </a:lnTo>
                <a:cubicBezTo>
                  <a:pt x="705733" y="95725"/>
                  <a:pt x="706089" y="101169"/>
                  <a:pt x="706801" y="104675"/>
                </a:cubicBezTo>
                <a:cubicBezTo>
                  <a:pt x="707513" y="108182"/>
                  <a:pt x="708844" y="111938"/>
                  <a:pt x="710795" y="115945"/>
                </a:cubicBezTo>
                <a:lnTo>
                  <a:pt x="688808" y="115945"/>
                </a:lnTo>
                <a:cubicBezTo>
                  <a:pt x="688228" y="114469"/>
                  <a:pt x="687516" y="112281"/>
                  <a:pt x="686673" y="109381"/>
                </a:cubicBezTo>
                <a:cubicBezTo>
                  <a:pt x="686304" y="108063"/>
                  <a:pt x="686040" y="107193"/>
                  <a:pt x="685882" y="106771"/>
                </a:cubicBezTo>
                <a:cubicBezTo>
                  <a:pt x="682086" y="110462"/>
                  <a:pt x="678026" y="113230"/>
                  <a:pt x="673702" y="115075"/>
                </a:cubicBezTo>
                <a:cubicBezTo>
                  <a:pt x="669379" y="116921"/>
                  <a:pt x="664765" y="117844"/>
                  <a:pt x="659861" y="117844"/>
                </a:cubicBezTo>
                <a:cubicBezTo>
                  <a:pt x="651214" y="117844"/>
                  <a:pt x="644399" y="115497"/>
                  <a:pt x="639417" y="110805"/>
                </a:cubicBezTo>
                <a:cubicBezTo>
                  <a:pt x="634434" y="106112"/>
                  <a:pt x="631943" y="100180"/>
                  <a:pt x="631943" y="93009"/>
                </a:cubicBezTo>
                <a:cubicBezTo>
                  <a:pt x="631943" y="88264"/>
                  <a:pt x="633076" y="84033"/>
                  <a:pt x="635344" y="80316"/>
                </a:cubicBezTo>
                <a:cubicBezTo>
                  <a:pt x="637611" y="76598"/>
                  <a:pt x="640788" y="73751"/>
                  <a:pt x="644874" y="71774"/>
                </a:cubicBezTo>
                <a:cubicBezTo>
                  <a:pt x="648960" y="69797"/>
                  <a:pt x="654852" y="68070"/>
                  <a:pt x="662551" y="66594"/>
                </a:cubicBezTo>
                <a:cubicBezTo>
                  <a:pt x="672938" y="64643"/>
                  <a:pt x="680135" y="62824"/>
                  <a:pt x="684142" y="61136"/>
                </a:cubicBezTo>
                <a:lnTo>
                  <a:pt x="684142" y="58922"/>
                </a:lnTo>
                <a:cubicBezTo>
                  <a:pt x="684142" y="54651"/>
                  <a:pt x="683087" y="51606"/>
                  <a:pt x="680978" y="49787"/>
                </a:cubicBezTo>
                <a:cubicBezTo>
                  <a:pt x="678869" y="47968"/>
                  <a:pt x="674888" y="47058"/>
                  <a:pt x="669036" y="47058"/>
                </a:cubicBezTo>
                <a:cubicBezTo>
                  <a:pt x="665081" y="47058"/>
                  <a:pt x="661997" y="47836"/>
                  <a:pt x="659782" y="49392"/>
                </a:cubicBezTo>
                <a:cubicBezTo>
                  <a:pt x="657568" y="50947"/>
                  <a:pt x="655775" y="53676"/>
                  <a:pt x="654404" y="57577"/>
                </a:cubicBezTo>
                <a:moveTo>
                  <a:pt x="684142" y="75610"/>
                </a:moveTo>
                <a:cubicBezTo>
                  <a:pt x="681295" y="76559"/>
                  <a:pt x="676787" y="77692"/>
                  <a:pt x="670618" y="79011"/>
                </a:cubicBezTo>
                <a:cubicBezTo>
                  <a:pt x="664449" y="80329"/>
                  <a:pt x="660415" y="81621"/>
                  <a:pt x="658517" y="82886"/>
                </a:cubicBezTo>
                <a:cubicBezTo>
                  <a:pt x="655617" y="84942"/>
                  <a:pt x="654167" y="87552"/>
                  <a:pt x="654167" y="90716"/>
                </a:cubicBezTo>
                <a:cubicBezTo>
                  <a:pt x="654167" y="93827"/>
                  <a:pt x="655327" y="96516"/>
                  <a:pt x="657647" y="98783"/>
                </a:cubicBezTo>
                <a:cubicBezTo>
                  <a:pt x="659967" y="101050"/>
                  <a:pt x="662920" y="102184"/>
                  <a:pt x="666505" y="102184"/>
                </a:cubicBezTo>
                <a:cubicBezTo>
                  <a:pt x="670512" y="102184"/>
                  <a:pt x="674335" y="100866"/>
                  <a:pt x="677973" y="98229"/>
                </a:cubicBezTo>
                <a:cubicBezTo>
                  <a:pt x="680662" y="96226"/>
                  <a:pt x="682428" y="93774"/>
                  <a:pt x="683272" y="90874"/>
                </a:cubicBezTo>
                <a:cubicBezTo>
                  <a:pt x="683852" y="88976"/>
                  <a:pt x="684142" y="85364"/>
                  <a:pt x="684142" y="80039"/>
                </a:cubicBezTo>
                <a:lnTo>
                  <a:pt x="684142" y="75610"/>
                </a:lnTo>
                <a:close/>
                <a:moveTo>
                  <a:pt x="765674" y="31952"/>
                </a:moveTo>
                <a:lnTo>
                  <a:pt x="765674" y="49668"/>
                </a:lnTo>
                <a:lnTo>
                  <a:pt x="750489" y="49668"/>
                </a:lnTo>
                <a:lnTo>
                  <a:pt x="750489" y="83519"/>
                </a:lnTo>
                <a:cubicBezTo>
                  <a:pt x="750489" y="90373"/>
                  <a:pt x="750634" y="94367"/>
                  <a:pt x="750924" y="95501"/>
                </a:cubicBezTo>
                <a:cubicBezTo>
                  <a:pt x="751214" y="96634"/>
                  <a:pt x="751873" y="97570"/>
                  <a:pt x="752901" y="98308"/>
                </a:cubicBezTo>
                <a:cubicBezTo>
                  <a:pt x="753929" y="99047"/>
                  <a:pt x="755182" y="99416"/>
                  <a:pt x="756658" y="99416"/>
                </a:cubicBezTo>
                <a:cubicBezTo>
                  <a:pt x="758714" y="99416"/>
                  <a:pt x="761693" y="98704"/>
                  <a:pt x="765595" y="97280"/>
                </a:cubicBezTo>
                <a:lnTo>
                  <a:pt x="767493" y="114522"/>
                </a:lnTo>
                <a:cubicBezTo>
                  <a:pt x="762326" y="116736"/>
                  <a:pt x="756473" y="117844"/>
                  <a:pt x="749935" y="117844"/>
                </a:cubicBezTo>
                <a:cubicBezTo>
                  <a:pt x="745928" y="117844"/>
                  <a:pt x="742316" y="117171"/>
                  <a:pt x="739100" y="115827"/>
                </a:cubicBezTo>
                <a:cubicBezTo>
                  <a:pt x="735884" y="114482"/>
                  <a:pt x="733524" y="112742"/>
                  <a:pt x="732021" y="110607"/>
                </a:cubicBezTo>
                <a:cubicBezTo>
                  <a:pt x="730519" y="108471"/>
                  <a:pt x="729477" y="105585"/>
                  <a:pt x="728897" y="101947"/>
                </a:cubicBezTo>
                <a:cubicBezTo>
                  <a:pt x="728423" y="99363"/>
                  <a:pt x="728186" y="94143"/>
                  <a:pt x="728186" y="86287"/>
                </a:cubicBezTo>
                <a:lnTo>
                  <a:pt x="728186" y="49668"/>
                </a:lnTo>
                <a:lnTo>
                  <a:pt x="717983" y="49668"/>
                </a:lnTo>
                <a:lnTo>
                  <a:pt x="717983" y="31952"/>
                </a:lnTo>
                <a:lnTo>
                  <a:pt x="728186" y="31952"/>
                </a:lnTo>
                <a:lnTo>
                  <a:pt x="728186" y="15264"/>
                </a:lnTo>
                <a:lnTo>
                  <a:pt x="750489" y="2294"/>
                </a:lnTo>
                <a:lnTo>
                  <a:pt x="750489" y="31952"/>
                </a:lnTo>
                <a:lnTo>
                  <a:pt x="765674" y="31952"/>
                </a:lnTo>
                <a:close/>
                <a:moveTo>
                  <a:pt x="781208" y="20563"/>
                </a:moveTo>
                <a:lnTo>
                  <a:pt x="781208" y="0"/>
                </a:lnTo>
                <a:lnTo>
                  <a:pt x="803433" y="0"/>
                </a:lnTo>
                <a:lnTo>
                  <a:pt x="803433" y="20563"/>
                </a:lnTo>
                <a:lnTo>
                  <a:pt x="781208" y="20563"/>
                </a:lnTo>
                <a:moveTo>
                  <a:pt x="781208" y="115945"/>
                </a:moveTo>
                <a:lnTo>
                  <a:pt x="781208" y="31952"/>
                </a:lnTo>
                <a:lnTo>
                  <a:pt x="803433" y="31952"/>
                </a:lnTo>
                <a:lnTo>
                  <a:pt x="803433" y="115945"/>
                </a:lnTo>
                <a:lnTo>
                  <a:pt x="781208" y="115945"/>
                </a:lnTo>
                <a:close/>
                <a:moveTo>
                  <a:pt x="821696" y="72763"/>
                </a:moveTo>
                <a:cubicBezTo>
                  <a:pt x="821696" y="65381"/>
                  <a:pt x="823515" y="58236"/>
                  <a:pt x="827153" y="51329"/>
                </a:cubicBezTo>
                <a:cubicBezTo>
                  <a:pt x="830792" y="44422"/>
                  <a:pt x="835946" y="39149"/>
                  <a:pt x="842615" y="35511"/>
                </a:cubicBezTo>
                <a:cubicBezTo>
                  <a:pt x="849285" y="31873"/>
                  <a:pt x="856733" y="30054"/>
                  <a:pt x="864958" y="30054"/>
                </a:cubicBezTo>
                <a:cubicBezTo>
                  <a:pt x="877665" y="30054"/>
                  <a:pt x="888079" y="34180"/>
                  <a:pt x="896199" y="42432"/>
                </a:cubicBezTo>
                <a:cubicBezTo>
                  <a:pt x="904319" y="50683"/>
                  <a:pt x="908379" y="61110"/>
                  <a:pt x="908379" y="73712"/>
                </a:cubicBezTo>
                <a:cubicBezTo>
                  <a:pt x="908379" y="86419"/>
                  <a:pt x="904279" y="96951"/>
                  <a:pt x="896080" y="105308"/>
                </a:cubicBezTo>
                <a:cubicBezTo>
                  <a:pt x="887881" y="113665"/>
                  <a:pt x="877560" y="117844"/>
                  <a:pt x="865116" y="117844"/>
                </a:cubicBezTo>
                <a:cubicBezTo>
                  <a:pt x="857418" y="117844"/>
                  <a:pt x="850076" y="116104"/>
                  <a:pt x="843090" y="112624"/>
                </a:cubicBezTo>
                <a:cubicBezTo>
                  <a:pt x="836104" y="109144"/>
                  <a:pt x="830792" y="104042"/>
                  <a:pt x="827153" y="97320"/>
                </a:cubicBezTo>
                <a:cubicBezTo>
                  <a:pt x="823515" y="90597"/>
                  <a:pt x="821696" y="82411"/>
                  <a:pt x="821696" y="72763"/>
                </a:cubicBezTo>
                <a:moveTo>
                  <a:pt x="844474" y="73949"/>
                </a:moveTo>
                <a:cubicBezTo>
                  <a:pt x="844474" y="82280"/>
                  <a:pt x="846451" y="88660"/>
                  <a:pt x="850406" y="93089"/>
                </a:cubicBezTo>
                <a:cubicBezTo>
                  <a:pt x="854360" y="97518"/>
                  <a:pt x="859237" y="99732"/>
                  <a:pt x="865037" y="99732"/>
                </a:cubicBezTo>
                <a:cubicBezTo>
                  <a:pt x="870837" y="99732"/>
                  <a:pt x="875701" y="97518"/>
                  <a:pt x="879629" y="93089"/>
                </a:cubicBezTo>
                <a:cubicBezTo>
                  <a:pt x="883558" y="88660"/>
                  <a:pt x="885522" y="82227"/>
                  <a:pt x="885522" y="73791"/>
                </a:cubicBezTo>
                <a:cubicBezTo>
                  <a:pt x="885522" y="65565"/>
                  <a:pt x="883558" y="59238"/>
                  <a:pt x="879629" y="54809"/>
                </a:cubicBezTo>
                <a:cubicBezTo>
                  <a:pt x="875701" y="50380"/>
                  <a:pt x="870837" y="48166"/>
                  <a:pt x="865037" y="48166"/>
                </a:cubicBezTo>
                <a:cubicBezTo>
                  <a:pt x="859237" y="48166"/>
                  <a:pt x="854360" y="50380"/>
                  <a:pt x="850406" y="54809"/>
                </a:cubicBezTo>
                <a:cubicBezTo>
                  <a:pt x="846451" y="59238"/>
                  <a:pt x="844474" y="65618"/>
                  <a:pt x="844474" y="73949"/>
                </a:cubicBezTo>
                <a:close/>
                <a:moveTo>
                  <a:pt x="1002804" y="115945"/>
                </a:moveTo>
                <a:lnTo>
                  <a:pt x="980580" y="115945"/>
                </a:lnTo>
                <a:lnTo>
                  <a:pt x="980580" y="73079"/>
                </a:lnTo>
                <a:cubicBezTo>
                  <a:pt x="980580" y="64010"/>
                  <a:pt x="980105" y="58144"/>
                  <a:pt x="979156" y="55481"/>
                </a:cubicBezTo>
                <a:cubicBezTo>
                  <a:pt x="978207" y="52819"/>
                  <a:pt x="976665" y="50749"/>
                  <a:pt x="974530" y="49273"/>
                </a:cubicBezTo>
                <a:cubicBezTo>
                  <a:pt x="972394" y="47797"/>
                  <a:pt x="969824" y="47058"/>
                  <a:pt x="966818" y="47058"/>
                </a:cubicBezTo>
                <a:cubicBezTo>
                  <a:pt x="962969" y="47058"/>
                  <a:pt x="959516" y="48113"/>
                  <a:pt x="956458" y="50222"/>
                </a:cubicBezTo>
                <a:cubicBezTo>
                  <a:pt x="953399" y="52331"/>
                  <a:pt x="951304" y="55126"/>
                  <a:pt x="950170" y="58605"/>
                </a:cubicBezTo>
                <a:cubicBezTo>
                  <a:pt x="949036" y="62085"/>
                  <a:pt x="948470" y="68518"/>
                  <a:pt x="948470" y="77903"/>
                </a:cubicBezTo>
                <a:lnTo>
                  <a:pt x="948470" y="115945"/>
                </a:lnTo>
                <a:lnTo>
                  <a:pt x="926245" y="115945"/>
                </a:lnTo>
                <a:lnTo>
                  <a:pt x="926245" y="31952"/>
                </a:lnTo>
                <a:lnTo>
                  <a:pt x="946888" y="31952"/>
                </a:lnTo>
                <a:lnTo>
                  <a:pt x="946888" y="44290"/>
                </a:lnTo>
                <a:cubicBezTo>
                  <a:pt x="954217" y="34799"/>
                  <a:pt x="963444" y="30054"/>
                  <a:pt x="974569" y="30054"/>
                </a:cubicBezTo>
                <a:cubicBezTo>
                  <a:pt x="979473" y="30054"/>
                  <a:pt x="983954" y="30937"/>
                  <a:pt x="988014" y="32704"/>
                </a:cubicBezTo>
                <a:cubicBezTo>
                  <a:pt x="992074" y="34470"/>
                  <a:pt x="995146" y="36724"/>
                  <a:pt x="997228" y="39466"/>
                </a:cubicBezTo>
                <a:cubicBezTo>
                  <a:pt x="999311" y="42208"/>
                  <a:pt x="1000761" y="45318"/>
                  <a:pt x="1001578" y="48798"/>
                </a:cubicBezTo>
                <a:cubicBezTo>
                  <a:pt x="1002396" y="52278"/>
                  <a:pt x="1002804" y="57261"/>
                  <a:pt x="1002804" y="63746"/>
                </a:cubicBezTo>
                <a:lnTo>
                  <a:pt x="1002804" y="115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cc840de6a4211"/>
          <a:stretch xmlns:a="http://schemas.openxmlformats.org/drawingml/2006/main"/>
        </p:blipFill>
        <p:spPr>
          <a:xfrm xmlns:a="http://schemas.openxmlformats.org/drawingml/2006/main">
            <a:off x="4427229" y="2841898"/>
            <a:ext cx="315116" cy="318061"/>
          </a:xfrm>
          <a:prstGeom xmlns:a="http://schemas.openxmlformats.org/drawingml/2006/main" prst="rect">
            <a:avLst/>
          </a:prstGeom>
        </p:spPr>
      </p:pic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F5CAC-89AF-4CAA-AC25-43FA10F2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46" y="596080"/>
            <a:ext cx="3698936" cy="874669"/>
          </a:xfrm>
          <a:custGeom xmlns:a="http://schemas.openxmlformats.org/drawingml/2006/main">
            <a:pathLst>
              <a:path w="3698936" h="874669" fill="none">
                <a:moveTo>
                  <a:pt x="0" y="97963"/>
                </a:moveTo>
                <a:cubicBezTo>
                  <a:pt x="0" y="43860"/>
                  <a:pt x="43859" y="0"/>
                  <a:pt x="97963" y="0"/>
                </a:cubicBezTo>
                <a:lnTo>
                  <a:pt x="3600973" y="0"/>
                </a:lnTo>
                <a:cubicBezTo>
                  <a:pt x="3655076" y="0"/>
                  <a:pt x="3698936" y="43860"/>
                  <a:pt x="3698936" y="97963"/>
                </a:cubicBezTo>
                <a:lnTo>
                  <a:pt x="3698936" y="776706"/>
                </a:lnTo>
                <a:cubicBezTo>
                  <a:pt x="3698936" y="830809"/>
                  <a:pt x="3655076" y="874669"/>
                  <a:pt x="3600973" y="874669"/>
                </a:cubicBezTo>
                <a:lnTo>
                  <a:pt x="97963" y="874669"/>
                </a:lnTo>
                <a:cubicBezTo>
                  <a:pt x="43859" y="874669"/>
                  <a:pt x="0" y="830809"/>
                  <a:pt x="0" y="776706"/>
                </a:cubicBezTo>
                <a:lnTo>
                  <a:pt x="0" y="979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CCE886-9CFA-4DEB-B07E-37410EC1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862" y="628475"/>
            <a:ext cx="3622365" cy="730364"/>
          </a:xfrm>
          <a:custGeom xmlns:a="http://schemas.openxmlformats.org/drawingml/2006/main">
            <a:pathLst>
              <a:path w="3622365" h="730364" fill="none">
                <a:moveTo>
                  <a:pt x="0" y="81801"/>
                </a:moveTo>
                <a:cubicBezTo>
                  <a:pt x="0" y="36623"/>
                  <a:pt x="36623" y="0"/>
                  <a:pt x="81800" y="0"/>
                </a:cubicBezTo>
                <a:lnTo>
                  <a:pt x="3540565" y="0"/>
                </a:lnTo>
                <a:cubicBezTo>
                  <a:pt x="3585742" y="0"/>
                  <a:pt x="3622365" y="36623"/>
                  <a:pt x="3622365" y="81801"/>
                </a:cubicBezTo>
                <a:lnTo>
                  <a:pt x="3622365" y="648563"/>
                </a:lnTo>
                <a:cubicBezTo>
                  <a:pt x="3622365" y="693740"/>
                  <a:pt x="3585742" y="730364"/>
                  <a:pt x="3540565" y="730364"/>
                </a:cubicBezTo>
                <a:lnTo>
                  <a:pt x="81800" y="730364"/>
                </a:lnTo>
                <a:cubicBezTo>
                  <a:pt x="36623" y="730364"/>
                  <a:pt x="0" y="693740"/>
                  <a:pt x="0" y="648563"/>
                </a:cubicBezTo>
                <a:lnTo>
                  <a:pt x="0" y="818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502A6-5AFB-49A1-AA98-D2BB9834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698" y="2507393"/>
            <a:ext cx="3598805" cy="1166225"/>
          </a:xfrm>
          <a:custGeom xmlns:a="http://schemas.openxmlformats.org/drawingml/2006/main">
            <a:pathLst>
              <a:path w="3598805" h="1166225" fill="none">
                <a:moveTo>
                  <a:pt x="0" y="130618"/>
                </a:moveTo>
                <a:cubicBezTo>
                  <a:pt x="0" y="58480"/>
                  <a:pt x="58480" y="0"/>
                  <a:pt x="130618" y="0"/>
                </a:cubicBezTo>
                <a:lnTo>
                  <a:pt x="3468187" y="0"/>
                </a:lnTo>
                <a:cubicBezTo>
                  <a:pt x="3540326" y="0"/>
                  <a:pt x="3598805" y="58480"/>
                  <a:pt x="3598805" y="130618"/>
                </a:cubicBezTo>
                <a:lnTo>
                  <a:pt x="3598805" y="1035607"/>
                </a:lnTo>
                <a:cubicBezTo>
                  <a:pt x="3598805" y="1107745"/>
                  <a:pt x="3540326" y="1166225"/>
                  <a:pt x="3468187" y="1166225"/>
                </a:cubicBezTo>
                <a:lnTo>
                  <a:pt x="130618" y="1166225"/>
                </a:lnTo>
                <a:cubicBezTo>
                  <a:pt x="58480" y="1166225"/>
                  <a:pt x="0" y="1107745"/>
                  <a:pt x="0" y="1035607"/>
                </a:cubicBezTo>
                <a:lnTo>
                  <a:pt x="0" y="13061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F7C44-2414-4E43-925A-99B14391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80703"/>
            <a:ext cx="647903" cy="285666"/>
          </a:xfrm>
          <a:custGeom xmlns:a="http://schemas.openxmlformats.org/drawingml/2006/main">
            <a:pathLst>
              <a:path w="647903" h="285666">
                <a:moveTo>
                  <a:pt x="0" y="47611"/>
                </a:moveTo>
                <a:cubicBezTo>
                  <a:pt x="0" y="21316"/>
                  <a:pt x="21317" y="0"/>
                  <a:pt x="47613" y="0"/>
                </a:cubicBezTo>
                <a:lnTo>
                  <a:pt x="600291" y="0"/>
                </a:lnTo>
                <a:cubicBezTo>
                  <a:pt x="626587" y="0"/>
                  <a:pt x="647903" y="21316"/>
                  <a:pt x="647903" y="47611"/>
                </a:cubicBezTo>
                <a:lnTo>
                  <a:pt x="647903" y="238054"/>
                </a:lnTo>
                <a:cubicBezTo>
                  <a:pt x="647903" y="264350"/>
                  <a:pt x="626587" y="285666"/>
                  <a:pt x="600291" y="285666"/>
                </a:cubicBezTo>
                <a:lnTo>
                  <a:pt x="47613" y="285666"/>
                </a:lnTo>
                <a:cubicBezTo>
                  <a:pt x="21317" y="285666"/>
                  <a:pt x="0" y="264350"/>
                  <a:pt x="0" y="238054"/>
                </a:cubicBezTo>
                <a:lnTo>
                  <a:pt x="0" y="47611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BC0AF3-85F0-4F6A-8D45-A0FD273B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80703"/>
            <a:ext cx="647903" cy="285666"/>
          </a:xfrm>
          <a:custGeom xmlns:a="http://schemas.openxmlformats.org/drawingml/2006/main">
            <a:pathLst>
              <a:path w="647903" h="285666" fill="none">
                <a:moveTo>
                  <a:pt x="0" y="47612"/>
                </a:moveTo>
                <a:cubicBezTo>
                  <a:pt x="0" y="21317"/>
                  <a:pt x="21317" y="0"/>
                  <a:pt x="47612" y="0"/>
                </a:cubicBezTo>
                <a:lnTo>
                  <a:pt x="600291" y="0"/>
                </a:lnTo>
                <a:cubicBezTo>
                  <a:pt x="626586" y="0"/>
                  <a:pt x="647903" y="21317"/>
                  <a:pt x="647903" y="47612"/>
                </a:cubicBezTo>
                <a:lnTo>
                  <a:pt x="647903" y="238054"/>
                </a:lnTo>
                <a:cubicBezTo>
                  <a:pt x="647903" y="264349"/>
                  <a:pt x="626586" y="285666"/>
                  <a:pt x="600291" y="285666"/>
                </a:cubicBezTo>
                <a:lnTo>
                  <a:pt x="47612" y="285666"/>
                </a:lnTo>
                <a:cubicBezTo>
                  <a:pt x="21317" y="285666"/>
                  <a:pt x="0" y="264349"/>
                  <a:pt x="0" y="238054"/>
                </a:cubicBezTo>
                <a:lnTo>
                  <a:pt x="0" y="476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75" name="Text SNO">
            <a:extLst xmlns:a="http://schemas.openxmlformats.org/drawingml/2006/main">
              <a:ext uri="{FF2B5EF4-FFF2-40B4-BE49-F238E27FC236}">
                <a16:creationId xmlns:a16="http://schemas.microsoft.com/office/drawing/2014/main" id="{923E704A-4B5E-4CB5-B037-DD755142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424" y="154298"/>
            <a:ext cx="395520" cy="139612"/>
          </a:xfrm>
          <a:custGeom xmlns:a="http://schemas.openxmlformats.org/drawingml/2006/main">
            <a:pathLst>
              <a:path w="395520" h="139612">
                <a:moveTo>
                  <a:pt x="0" y="93320"/>
                </a:moveTo>
                <a:lnTo>
                  <a:pt x="26505" y="90743"/>
                </a:lnTo>
                <a:cubicBezTo>
                  <a:pt x="28100" y="99640"/>
                  <a:pt x="31337" y="106174"/>
                  <a:pt x="36214" y="110346"/>
                </a:cubicBezTo>
                <a:cubicBezTo>
                  <a:pt x="41092" y="114518"/>
                  <a:pt x="47672" y="116604"/>
                  <a:pt x="55955" y="116604"/>
                </a:cubicBezTo>
                <a:cubicBezTo>
                  <a:pt x="64729" y="116604"/>
                  <a:pt x="71340" y="114748"/>
                  <a:pt x="75788" y="111036"/>
                </a:cubicBezTo>
                <a:cubicBezTo>
                  <a:pt x="80236" y="107324"/>
                  <a:pt x="82460" y="102983"/>
                  <a:pt x="82460" y="98014"/>
                </a:cubicBezTo>
                <a:cubicBezTo>
                  <a:pt x="82460" y="94823"/>
                  <a:pt x="81525" y="92108"/>
                  <a:pt x="79653" y="89869"/>
                </a:cubicBezTo>
                <a:cubicBezTo>
                  <a:pt x="77782" y="87629"/>
                  <a:pt x="74515" y="85681"/>
                  <a:pt x="69852" y="84025"/>
                </a:cubicBezTo>
                <a:cubicBezTo>
                  <a:pt x="66662" y="82921"/>
                  <a:pt x="59391" y="80957"/>
                  <a:pt x="48041" y="78135"/>
                </a:cubicBezTo>
                <a:cubicBezTo>
                  <a:pt x="33438" y="74515"/>
                  <a:pt x="23192" y="70067"/>
                  <a:pt x="17302" y="64790"/>
                </a:cubicBezTo>
                <a:cubicBezTo>
                  <a:pt x="9019" y="57366"/>
                  <a:pt x="4878" y="48317"/>
                  <a:pt x="4878" y="37641"/>
                </a:cubicBezTo>
                <a:cubicBezTo>
                  <a:pt x="4878" y="30769"/>
                  <a:pt x="6826" y="24342"/>
                  <a:pt x="10722" y="18360"/>
                </a:cubicBezTo>
                <a:cubicBezTo>
                  <a:pt x="14618" y="12378"/>
                  <a:pt x="20232" y="7823"/>
                  <a:pt x="27563" y="4694"/>
                </a:cubicBezTo>
                <a:cubicBezTo>
                  <a:pt x="34895" y="1565"/>
                  <a:pt x="43746" y="0"/>
                  <a:pt x="54115" y="0"/>
                </a:cubicBezTo>
                <a:cubicBezTo>
                  <a:pt x="71048" y="0"/>
                  <a:pt x="83795" y="3712"/>
                  <a:pt x="92354" y="11136"/>
                </a:cubicBezTo>
                <a:cubicBezTo>
                  <a:pt x="100913" y="18560"/>
                  <a:pt x="105407" y="28468"/>
                  <a:pt x="105836" y="40862"/>
                </a:cubicBezTo>
                <a:lnTo>
                  <a:pt x="78595" y="42058"/>
                </a:lnTo>
                <a:cubicBezTo>
                  <a:pt x="77429" y="35125"/>
                  <a:pt x="74929" y="30140"/>
                  <a:pt x="71094" y="27103"/>
                </a:cubicBezTo>
                <a:cubicBezTo>
                  <a:pt x="67260" y="24066"/>
                  <a:pt x="61508" y="22548"/>
                  <a:pt x="53839" y="22548"/>
                </a:cubicBezTo>
                <a:cubicBezTo>
                  <a:pt x="45924" y="22548"/>
                  <a:pt x="39727" y="24174"/>
                  <a:pt x="35248" y="27425"/>
                </a:cubicBezTo>
                <a:cubicBezTo>
                  <a:pt x="32364" y="29511"/>
                  <a:pt x="30923" y="32303"/>
                  <a:pt x="30923" y="35800"/>
                </a:cubicBezTo>
                <a:cubicBezTo>
                  <a:pt x="30923" y="38991"/>
                  <a:pt x="32272" y="41721"/>
                  <a:pt x="34972" y="43991"/>
                </a:cubicBezTo>
                <a:cubicBezTo>
                  <a:pt x="38408" y="46875"/>
                  <a:pt x="46752" y="49881"/>
                  <a:pt x="60005" y="53010"/>
                </a:cubicBezTo>
                <a:cubicBezTo>
                  <a:pt x="73257" y="56139"/>
                  <a:pt x="83059" y="59376"/>
                  <a:pt x="89409" y="62720"/>
                </a:cubicBezTo>
                <a:cubicBezTo>
                  <a:pt x="95759" y="66063"/>
                  <a:pt x="100729" y="70634"/>
                  <a:pt x="104318" y="76432"/>
                </a:cubicBezTo>
                <a:cubicBezTo>
                  <a:pt x="107907" y="82230"/>
                  <a:pt x="109702" y="89393"/>
                  <a:pt x="109702" y="97922"/>
                </a:cubicBezTo>
                <a:cubicBezTo>
                  <a:pt x="109702" y="105652"/>
                  <a:pt x="107554" y="112892"/>
                  <a:pt x="103259" y="119641"/>
                </a:cubicBezTo>
                <a:cubicBezTo>
                  <a:pt x="98965" y="126390"/>
                  <a:pt x="92891" y="131406"/>
                  <a:pt x="85037" y="134688"/>
                </a:cubicBezTo>
                <a:cubicBezTo>
                  <a:pt x="77184" y="137971"/>
                  <a:pt x="67398" y="139612"/>
                  <a:pt x="55679" y="139612"/>
                </a:cubicBezTo>
                <a:cubicBezTo>
                  <a:pt x="38623" y="139612"/>
                  <a:pt x="25523" y="135670"/>
                  <a:pt x="16382" y="127786"/>
                </a:cubicBezTo>
                <a:cubicBezTo>
                  <a:pt x="7240" y="119902"/>
                  <a:pt x="1779" y="108413"/>
                  <a:pt x="0" y="93320"/>
                </a:cubicBezTo>
                <a:close/>
                <a:moveTo>
                  <a:pt x="133725" y="137219"/>
                </a:moveTo>
                <a:lnTo>
                  <a:pt x="133725" y="2301"/>
                </a:lnTo>
                <a:lnTo>
                  <a:pt x="160230" y="2301"/>
                </a:lnTo>
                <a:lnTo>
                  <a:pt x="215449" y="92400"/>
                </a:lnTo>
                <a:lnTo>
                  <a:pt x="215449" y="2301"/>
                </a:lnTo>
                <a:lnTo>
                  <a:pt x="240758" y="2301"/>
                </a:lnTo>
                <a:lnTo>
                  <a:pt x="240758" y="137219"/>
                </a:lnTo>
                <a:lnTo>
                  <a:pt x="213424" y="137219"/>
                </a:lnTo>
                <a:lnTo>
                  <a:pt x="159034" y="49237"/>
                </a:lnTo>
                <a:lnTo>
                  <a:pt x="159034" y="137219"/>
                </a:lnTo>
                <a:lnTo>
                  <a:pt x="133725" y="137219"/>
                </a:lnTo>
                <a:close/>
                <a:moveTo>
                  <a:pt x="264651" y="70588"/>
                </a:moveTo>
                <a:cubicBezTo>
                  <a:pt x="264651" y="56845"/>
                  <a:pt x="266706" y="45310"/>
                  <a:pt x="270817" y="35984"/>
                </a:cubicBezTo>
                <a:cubicBezTo>
                  <a:pt x="273884" y="29113"/>
                  <a:pt x="278072" y="22947"/>
                  <a:pt x="283379" y="17486"/>
                </a:cubicBezTo>
                <a:cubicBezTo>
                  <a:pt x="288686" y="12025"/>
                  <a:pt x="294499" y="7976"/>
                  <a:pt x="300819" y="5338"/>
                </a:cubicBezTo>
                <a:cubicBezTo>
                  <a:pt x="309225" y="1779"/>
                  <a:pt x="318919" y="0"/>
                  <a:pt x="329901" y="0"/>
                </a:cubicBezTo>
                <a:cubicBezTo>
                  <a:pt x="349780" y="0"/>
                  <a:pt x="365686" y="6166"/>
                  <a:pt x="377619" y="18498"/>
                </a:cubicBezTo>
                <a:cubicBezTo>
                  <a:pt x="389553" y="30831"/>
                  <a:pt x="395520" y="47979"/>
                  <a:pt x="395520" y="69944"/>
                </a:cubicBezTo>
                <a:cubicBezTo>
                  <a:pt x="395520" y="91725"/>
                  <a:pt x="389599" y="108766"/>
                  <a:pt x="377757" y="121068"/>
                </a:cubicBezTo>
                <a:cubicBezTo>
                  <a:pt x="365916" y="133369"/>
                  <a:pt x="350087" y="139520"/>
                  <a:pt x="330269" y="139520"/>
                </a:cubicBezTo>
                <a:cubicBezTo>
                  <a:pt x="310206" y="139520"/>
                  <a:pt x="294254" y="133400"/>
                  <a:pt x="282413" y="121160"/>
                </a:cubicBezTo>
                <a:cubicBezTo>
                  <a:pt x="270571" y="108919"/>
                  <a:pt x="264651" y="92062"/>
                  <a:pt x="264651" y="70588"/>
                </a:cubicBezTo>
                <a:moveTo>
                  <a:pt x="292720" y="69668"/>
                </a:moveTo>
                <a:cubicBezTo>
                  <a:pt x="292720" y="84945"/>
                  <a:pt x="296248" y="96526"/>
                  <a:pt x="303304" y="104410"/>
                </a:cubicBezTo>
                <a:cubicBezTo>
                  <a:pt x="310360" y="112294"/>
                  <a:pt x="319317" y="116236"/>
                  <a:pt x="330177" y="116236"/>
                </a:cubicBezTo>
                <a:cubicBezTo>
                  <a:pt x="341037" y="116236"/>
                  <a:pt x="349949" y="112325"/>
                  <a:pt x="356912" y="104502"/>
                </a:cubicBezTo>
                <a:cubicBezTo>
                  <a:pt x="363876" y="96679"/>
                  <a:pt x="367358" y="84945"/>
                  <a:pt x="367358" y="69300"/>
                </a:cubicBezTo>
                <a:cubicBezTo>
                  <a:pt x="367358" y="53839"/>
                  <a:pt x="363968" y="42304"/>
                  <a:pt x="357188" y="34696"/>
                </a:cubicBezTo>
                <a:cubicBezTo>
                  <a:pt x="350409" y="27088"/>
                  <a:pt x="341405" y="23284"/>
                  <a:pt x="330177" y="23284"/>
                </a:cubicBezTo>
                <a:cubicBezTo>
                  <a:pt x="318949" y="23284"/>
                  <a:pt x="309899" y="27134"/>
                  <a:pt x="303028" y="34834"/>
                </a:cubicBezTo>
                <a:cubicBezTo>
                  <a:pt x="296156" y="42534"/>
                  <a:pt x="292720" y="54145"/>
                  <a:pt x="29272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660677-B73A-4E30-8D3D-35EFB39E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229" y="83648"/>
            <a:ext cx="656738" cy="285666"/>
          </a:xfrm>
          <a:custGeom xmlns:a="http://schemas.openxmlformats.org/drawingml/2006/main">
            <a:pathLst>
              <a:path w="656738" h="285666">
                <a:moveTo>
                  <a:pt x="0" y="47611"/>
                </a:moveTo>
                <a:cubicBezTo>
                  <a:pt x="0" y="21316"/>
                  <a:pt x="21316" y="0"/>
                  <a:pt x="47613" y="0"/>
                </a:cubicBezTo>
                <a:lnTo>
                  <a:pt x="609126" y="0"/>
                </a:lnTo>
                <a:cubicBezTo>
                  <a:pt x="635421" y="0"/>
                  <a:pt x="656738" y="21316"/>
                  <a:pt x="656738" y="47611"/>
                </a:cubicBezTo>
                <a:lnTo>
                  <a:pt x="656738" y="238054"/>
                </a:lnTo>
                <a:cubicBezTo>
                  <a:pt x="656738" y="264350"/>
                  <a:pt x="635421" y="285666"/>
                  <a:pt x="609126" y="285666"/>
                </a:cubicBezTo>
                <a:lnTo>
                  <a:pt x="47613" y="285666"/>
                </a:lnTo>
                <a:cubicBezTo>
                  <a:pt x="21316" y="285666"/>
                  <a:pt x="0" y="264350"/>
                  <a:pt x="0" y="238054"/>
                </a:cubicBezTo>
                <a:lnTo>
                  <a:pt x="0" y="4761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6F2BB-303D-47C8-A841-0234AB90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229" y="83649"/>
            <a:ext cx="656738" cy="285666"/>
          </a:xfrm>
          <a:custGeom xmlns:a="http://schemas.openxmlformats.org/drawingml/2006/main">
            <a:pathLst>
              <a:path w="656738" h="285666" fill="none">
                <a:moveTo>
                  <a:pt x="0" y="47612"/>
                </a:moveTo>
                <a:cubicBezTo>
                  <a:pt x="0" y="21317"/>
                  <a:pt x="21317" y="0"/>
                  <a:pt x="47612" y="0"/>
                </a:cubicBezTo>
                <a:lnTo>
                  <a:pt x="609126" y="0"/>
                </a:lnTo>
                <a:cubicBezTo>
                  <a:pt x="635421" y="0"/>
                  <a:pt x="656738" y="21317"/>
                  <a:pt x="656738" y="47612"/>
                </a:cubicBezTo>
                <a:lnTo>
                  <a:pt x="656738" y="238054"/>
                </a:lnTo>
                <a:cubicBezTo>
                  <a:pt x="656738" y="264349"/>
                  <a:pt x="635421" y="285666"/>
                  <a:pt x="609126" y="285666"/>
                </a:cubicBezTo>
                <a:lnTo>
                  <a:pt x="47612" y="285666"/>
                </a:lnTo>
                <a:cubicBezTo>
                  <a:pt x="21317" y="285666"/>
                  <a:pt x="0" y="264349"/>
                  <a:pt x="0" y="238054"/>
                </a:cubicBezTo>
                <a:lnTo>
                  <a:pt x="0" y="476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78" name="Text MNO">
            <a:extLst xmlns:a="http://schemas.openxmlformats.org/drawingml/2006/main">
              <a:ext uri="{FF2B5EF4-FFF2-40B4-BE49-F238E27FC236}">
                <a16:creationId xmlns:a16="http://schemas.microsoft.com/office/drawing/2014/main" id="{C2511562-43D1-43F4-9A49-9A26D70F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6871" y="157243"/>
            <a:ext cx="419368" cy="139520"/>
          </a:xfrm>
          <a:custGeom xmlns:a="http://schemas.openxmlformats.org/drawingml/2006/main">
            <a:pathLst>
              <a:path w="419368" h="139520">
                <a:moveTo>
                  <a:pt x="0" y="137219"/>
                </a:moveTo>
                <a:lnTo>
                  <a:pt x="0" y="2301"/>
                </a:lnTo>
                <a:lnTo>
                  <a:pt x="40770" y="2301"/>
                </a:lnTo>
                <a:lnTo>
                  <a:pt x="65250" y="94332"/>
                </a:lnTo>
                <a:lnTo>
                  <a:pt x="89455" y="2301"/>
                </a:lnTo>
                <a:lnTo>
                  <a:pt x="130317" y="2301"/>
                </a:lnTo>
                <a:lnTo>
                  <a:pt x="130317" y="137219"/>
                </a:lnTo>
                <a:lnTo>
                  <a:pt x="105008" y="137219"/>
                </a:lnTo>
                <a:lnTo>
                  <a:pt x="105008" y="31015"/>
                </a:lnTo>
                <a:lnTo>
                  <a:pt x="78227" y="137219"/>
                </a:lnTo>
                <a:lnTo>
                  <a:pt x="51998" y="137219"/>
                </a:lnTo>
                <a:lnTo>
                  <a:pt x="25309" y="31015"/>
                </a:lnTo>
                <a:lnTo>
                  <a:pt x="25309" y="137219"/>
                </a:lnTo>
                <a:lnTo>
                  <a:pt x="0" y="137219"/>
                </a:lnTo>
                <a:close/>
                <a:moveTo>
                  <a:pt x="157555" y="137219"/>
                </a:moveTo>
                <a:lnTo>
                  <a:pt x="157555" y="2301"/>
                </a:lnTo>
                <a:lnTo>
                  <a:pt x="184060" y="2301"/>
                </a:lnTo>
                <a:lnTo>
                  <a:pt x="239279" y="92400"/>
                </a:lnTo>
                <a:lnTo>
                  <a:pt x="239279" y="2301"/>
                </a:lnTo>
                <a:lnTo>
                  <a:pt x="264587" y="2301"/>
                </a:lnTo>
                <a:lnTo>
                  <a:pt x="264587" y="137219"/>
                </a:lnTo>
                <a:lnTo>
                  <a:pt x="237254" y="137219"/>
                </a:lnTo>
                <a:lnTo>
                  <a:pt x="182863" y="49237"/>
                </a:lnTo>
                <a:lnTo>
                  <a:pt x="182863" y="137219"/>
                </a:lnTo>
                <a:lnTo>
                  <a:pt x="157555" y="137219"/>
                </a:lnTo>
                <a:close/>
                <a:moveTo>
                  <a:pt x="288500" y="70588"/>
                </a:moveTo>
                <a:cubicBezTo>
                  <a:pt x="288500" y="56845"/>
                  <a:pt x="290555" y="45310"/>
                  <a:pt x="294666" y="35984"/>
                </a:cubicBezTo>
                <a:cubicBezTo>
                  <a:pt x="297733" y="29113"/>
                  <a:pt x="301921" y="22947"/>
                  <a:pt x="307228" y="17486"/>
                </a:cubicBezTo>
                <a:cubicBezTo>
                  <a:pt x="312535" y="12025"/>
                  <a:pt x="318348" y="7976"/>
                  <a:pt x="324668" y="5338"/>
                </a:cubicBezTo>
                <a:cubicBezTo>
                  <a:pt x="333073" y="1779"/>
                  <a:pt x="342767" y="0"/>
                  <a:pt x="353750" y="0"/>
                </a:cubicBezTo>
                <a:cubicBezTo>
                  <a:pt x="373629" y="0"/>
                  <a:pt x="389535" y="6166"/>
                  <a:pt x="401468" y="18498"/>
                </a:cubicBezTo>
                <a:cubicBezTo>
                  <a:pt x="413402" y="30831"/>
                  <a:pt x="419368" y="47979"/>
                  <a:pt x="419368" y="69944"/>
                </a:cubicBezTo>
                <a:cubicBezTo>
                  <a:pt x="419368" y="91725"/>
                  <a:pt x="413448" y="108766"/>
                  <a:pt x="401606" y="121068"/>
                </a:cubicBezTo>
                <a:cubicBezTo>
                  <a:pt x="389765" y="133369"/>
                  <a:pt x="373936" y="139520"/>
                  <a:pt x="354118" y="139520"/>
                </a:cubicBezTo>
                <a:cubicBezTo>
                  <a:pt x="334055" y="139520"/>
                  <a:pt x="318103" y="133400"/>
                  <a:pt x="306262" y="121160"/>
                </a:cubicBezTo>
                <a:cubicBezTo>
                  <a:pt x="294420" y="108919"/>
                  <a:pt x="288500" y="92062"/>
                  <a:pt x="288500" y="70588"/>
                </a:cubicBezTo>
                <a:moveTo>
                  <a:pt x="316569" y="69668"/>
                </a:moveTo>
                <a:cubicBezTo>
                  <a:pt x="316569" y="84945"/>
                  <a:pt x="320097" y="96526"/>
                  <a:pt x="327153" y="104410"/>
                </a:cubicBezTo>
                <a:cubicBezTo>
                  <a:pt x="334209" y="112294"/>
                  <a:pt x="343166" y="116236"/>
                  <a:pt x="354026" y="116236"/>
                </a:cubicBezTo>
                <a:cubicBezTo>
                  <a:pt x="364886" y="116236"/>
                  <a:pt x="373797" y="112325"/>
                  <a:pt x="380761" y="104502"/>
                </a:cubicBezTo>
                <a:cubicBezTo>
                  <a:pt x="387725" y="96679"/>
                  <a:pt x="391207" y="84945"/>
                  <a:pt x="391207" y="69300"/>
                </a:cubicBezTo>
                <a:cubicBezTo>
                  <a:pt x="391207" y="53839"/>
                  <a:pt x="387817" y="42304"/>
                  <a:pt x="381037" y="34696"/>
                </a:cubicBezTo>
                <a:cubicBezTo>
                  <a:pt x="374258" y="27088"/>
                  <a:pt x="365254" y="23284"/>
                  <a:pt x="354026" y="23284"/>
                </a:cubicBezTo>
                <a:cubicBezTo>
                  <a:pt x="342798" y="23284"/>
                  <a:pt x="333748" y="27134"/>
                  <a:pt x="326877" y="34834"/>
                </a:cubicBezTo>
                <a:cubicBezTo>
                  <a:pt x="320005" y="42534"/>
                  <a:pt x="316569" y="54145"/>
                  <a:pt x="316569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517A3-2D74-49D4-833D-3E08E840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451774"/>
            <a:ext cx="644957" cy="282722"/>
          </a:xfrm>
          <a:custGeom xmlns:a="http://schemas.openxmlformats.org/drawingml/2006/main">
            <a:pathLst>
              <a:path w="644957" h="282722">
                <a:moveTo>
                  <a:pt x="0" y="47121"/>
                </a:moveTo>
                <a:cubicBezTo>
                  <a:pt x="0" y="21097"/>
                  <a:pt x="21097" y="0"/>
                  <a:pt x="47121" y="0"/>
                </a:cubicBezTo>
                <a:lnTo>
                  <a:pt x="597836" y="0"/>
                </a:lnTo>
                <a:cubicBezTo>
                  <a:pt x="623860" y="0"/>
                  <a:pt x="644957" y="21097"/>
                  <a:pt x="644957" y="47121"/>
                </a:cubicBezTo>
                <a:lnTo>
                  <a:pt x="644957" y="235600"/>
                </a:lnTo>
                <a:cubicBezTo>
                  <a:pt x="644957" y="261624"/>
                  <a:pt x="623860" y="282722"/>
                  <a:pt x="597836" y="282722"/>
                </a:cubicBezTo>
                <a:lnTo>
                  <a:pt x="47121" y="282722"/>
                </a:lnTo>
                <a:cubicBezTo>
                  <a:pt x="21097" y="282722"/>
                  <a:pt x="0" y="261624"/>
                  <a:pt x="0" y="235600"/>
                </a:cubicBezTo>
                <a:lnTo>
                  <a:pt x="0" y="47121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C735F-5F19-4FBC-8CB5-CCADAFD3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451774"/>
            <a:ext cx="644958" cy="282721"/>
          </a:xfrm>
          <a:custGeom xmlns:a="http://schemas.openxmlformats.org/drawingml/2006/main">
            <a:pathLst>
              <a:path w="644958" h="282721" fill="none">
                <a:moveTo>
                  <a:pt x="0" y="47121"/>
                </a:moveTo>
                <a:cubicBezTo>
                  <a:pt x="0" y="21097"/>
                  <a:pt x="21097" y="0"/>
                  <a:pt x="47121" y="0"/>
                </a:cubicBezTo>
                <a:lnTo>
                  <a:pt x="597836" y="0"/>
                </a:lnTo>
                <a:cubicBezTo>
                  <a:pt x="623861" y="0"/>
                  <a:pt x="644958" y="21097"/>
                  <a:pt x="644958" y="47121"/>
                </a:cubicBezTo>
                <a:lnTo>
                  <a:pt x="644958" y="235600"/>
                </a:lnTo>
                <a:cubicBezTo>
                  <a:pt x="644958" y="261624"/>
                  <a:pt x="623861" y="282721"/>
                  <a:pt x="597836" y="282721"/>
                </a:cubicBezTo>
                <a:lnTo>
                  <a:pt x="47121" y="282721"/>
                </a:lnTo>
                <a:cubicBezTo>
                  <a:pt x="21097" y="282721"/>
                  <a:pt x="0" y="261624"/>
                  <a:pt x="0" y="235600"/>
                </a:cubicBezTo>
                <a:lnTo>
                  <a:pt x="0" y="471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81" name="Text UE">
            <a:extLst xmlns:a="http://schemas.openxmlformats.org/drawingml/2006/main">
              <a:ext uri="{FF2B5EF4-FFF2-40B4-BE49-F238E27FC236}">
                <a16:creationId xmlns:a16="http://schemas.microsoft.com/office/drawing/2014/main" id="{72BA7766-42A6-425C-B0A7-9D676505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115" y="521780"/>
            <a:ext cx="239466" cy="137219"/>
          </a:xfrm>
          <a:custGeom xmlns:a="http://schemas.openxmlformats.org/drawingml/2006/main">
            <a:pathLst>
              <a:path w="239466" h="137219">
                <a:moveTo>
                  <a:pt x="0" y="0"/>
                </a:moveTo>
                <a:lnTo>
                  <a:pt x="27241" y="0"/>
                </a:lnTo>
                <a:lnTo>
                  <a:pt x="27241" y="73073"/>
                </a:lnTo>
                <a:cubicBezTo>
                  <a:pt x="27241" y="84669"/>
                  <a:pt x="27579" y="92185"/>
                  <a:pt x="28254" y="95621"/>
                </a:cubicBezTo>
                <a:cubicBezTo>
                  <a:pt x="29419" y="101143"/>
                  <a:pt x="32196" y="105576"/>
                  <a:pt x="36583" y="108919"/>
                </a:cubicBezTo>
                <a:cubicBezTo>
                  <a:pt x="40969" y="112263"/>
                  <a:pt x="46967" y="113935"/>
                  <a:pt x="54575" y="113935"/>
                </a:cubicBezTo>
                <a:cubicBezTo>
                  <a:pt x="62305" y="113935"/>
                  <a:pt x="68134" y="112355"/>
                  <a:pt x="72061" y="109196"/>
                </a:cubicBezTo>
                <a:cubicBezTo>
                  <a:pt x="75987" y="106036"/>
                  <a:pt x="78350" y="102155"/>
                  <a:pt x="79147" y="97554"/>
                </a:cubicBezTo>
                <a:cubicBezTo>
                  <a:pt x="79945" y="92952"/>
                  <a:pt x="80344" y="85313"/>
                  <a:pt x="80344" y="74638"/>
                </a:cubicBezTo>
                <a:lnTo>
                  <a:pt x="80344" y="0"/>
                </a:lnTo>
                <a:lnTo>
                  <a:pt x="107585" y="0"/>
                </a:lnTo>
                <a:lnTo>
                  <a:pt x="107585" y="70864"/>
                </a:lnTo>
                <a:cubicBezTo>
                  <a:pt x="107585" y="87062"/>
                  <a:pt x="106849" y="98505"/>
                  <a:pt x="105376" y="105192"/>
                </a:cubicBezTo>
                <a:cubicBezTo>
                  <a:pt x="103904" y="111880"/>
                  <a:pt x="101189" y="117524"/>
                  <a:pt x="97231" y="122126"/>
                </a:cubicBezTo>
                <a:cubicBezTo>
                  <a:pt x="93274" y="126728"/>
                  <a:pt x="87982" y="130393"/>
                  <a:pt x="81356" y="133124"/>
                </a:cubicBezTo>
                <a:cubicBezTo>
                  <a:pt x="74730" y="135854"/>
                  <a:pt x="66079" y="137219"/>
                  <a:pt x="55403" y="137219"/>
                </a:cubicBezTo>
                <a:cubicBezTo>
                  <a:pt x="42519" y="137219"/>
                  <a:pt x="32748" y="135731"/>
                  <a:pt x="26091" y="132756"/>
                </a:cubicBezTo>
                <a:cubicBezTo>
                  <a:pt x="19434" y="129780"/>
                  <a:pt x="14173" y="125915"/>
                  <a:pt x="10308" y="121160"/>
                </a:cubicBezTo>
                <a:cubicBezTo>
                  <a:pt x="6442" y="116405"/>
                  <a:pt x="3896" y="111420"/>
                  <a:pt x="2669" y="106204"/>
                </a:cubicBezTo>
                <a:cubicBezTo>
                  <a:pt x="890" y="98474"/>
                  <a:pt x="0" y="87062"/>
                  <a:pt x="0" y="71969"/>
                </a:cubicBezTo>
                <a:lnTo>
                  <a:pt x="0" y="0"/>
                </a:lnTo>
                <a:close/>
                <a:moveTo>
                  <a:pt x="136851" y="134918"/>
                </a:moveTo>
                <a:lnTo>
                  <a:pt x="136851" y="0"/>
                </a:lnTo>
                <a:lnTo>
                  <a:pt x="236890" y="0"/>
                </a:lnTo>
                <a:lnTo>
                  <a:pt x="236890" y="22824"/>
                </a:lnTo>
                <a:lnTo>
                  <a:pt x="164093" y="22824"/>
                </a:lnTo>
                <a:lnTo>
                  <a:pt x="164093" y="52734"/>
                </a:lnTo>
                <a:lnTo>
                  <a:pt x="231828" y="52734"/>
                </a:lnTo>
                <a:lnTo>
                  <a:pt x="231828" y="75466"/>
                </a:lnTo>
                <a:lnTo>
                  <a:pt x="164093" y="75466"/>
                </a:lnTo>
                <a:lnTo>
                  <a:pt x="164093" y="112187"/>
                </a:lnTo>
                <a:lnTo>
                  <a:pt x="239466" y="112187"/>
                </a:lnTo>
                <a:lnTo>
                  <a:pt x="239466" y="134918"/>
                </a:lnTo>
                <a:lnTo>
                  <a:pt x="136851" y="134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6D614-627A-4FC7-94B0-317B0430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229" y="442940"/>
            <a:ext cx="647903" cy="288611"/>
          </a:xfrm>
          <a:custGeom xmlns:a="http://schemas.openxmlformats.org/drawingml/2006/main">
            <a:pathLst>
              <a:path w="647903" h="288611">
                <a:moveTo>
                  <a:pt x="0" y="48103"/>
                </a:moveTo>
                <a:cubicBezTo>
                  <a:pt x="0" y="21536"/>
                  <a:pt x="21536" y="0"/>
                  <a:pt x="48103" y="0"/>
                </a:cubicBezTo>
                <a:lnTo>
                  <a:pt x="599800" y="0"/>
                </a:lnTo>
                <a:cubicBezTo>
                  <a:pt x="626367" y="0"/>
                  <a:pt x="647903" y="21536"/>
                  <a:pt x="647903" y="48103"/>
                </a:cubicBezTo>
                <a:lnTo>
                  <a:pt x="647903" y="240508"/>
                </a:lnTo>
                <a:cubicBezTo>
                  <a:pt x="647903" y="267074"/>
                  <a:pt x="626367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4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5326C-C515-4031-ACBD-0283BED2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229" y="442940"/>
            <a:ext cx="647903" cy="288611"/>
          </a:xfrm>
          <a:custGeom xmlns:a="http://schemas.openxmlformats.org/drawingml/2006/main">
            <a:pathLst>
              <a:path w="647903" h="288611" fill="none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9800" y="0"/>
                </a:lnTo>
                <a:cubicBezTo>
                  <a:pt x="626366" y="0"/>
                  <a:pt x="647903" y="21537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6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84" name="Text SNO">
            <a:extLst xmlns:a="http://schemas.openxmlformats.org/drawingml/2006/main">
              <a:ext uri="{FF2B5EF4-FFF2-40B4-BE49-F238E27FC236}">
                <a16:creationId xmlns:a16="http://schemas.microsoft.com/office/drawing/2014/main" id="{8DF7A624-4DAB-40EA-9B3A-9D46DA7E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440" y="519480"/>
            <a:ext cx="395519" cy="139612"/>
          </a:xfrm>
          <a:custGeom xmlns:a="http://schemas.openxmlformats.org/drawingml/2006/main">
            <a:pathLst>
              <a:path w="395519" h="139612">
                <a:moveTo>
                  <a:pt x="0" y="93320"/>
                </a:moveTo>
                <a:lnTo>
                  <a:pt x="26505" y="90743"/>
                </a:lnTo>
                <a:cubicBezTo>
                  <a:pt x="28100" y="99640"/>
                  <a:pt x="31337" y="106174"/>
                  <a:pt x="36214" y="110346"/>
                </a:cubicBezTo>
                <a:cubicBezTo>
                  <a:pt x="41092" y="114518"/>
                  <a:pt x="47672" y="116604"/>
                  <a:pt x="55955" y="116604"/>
                </a:cubicBezTo>
                <a:cubicBezTo>
                  <a:pt x="64729" y="116604"/>
                  <a:pt x="71340" y="114748"/>
                  <a:pt x="75788" y="111036"/>
                </a:cubicBezTo>
                <a:cubicBezTo>
                  <a:pt x="80236" y="107324"/>
                  <a:pt x="82460" y="102983"/>
                  <a:pt x="82460" y="98014"/>
                </a:cubicBezTo>
                <a:cubicBezTo>
                  <a:pt x="82460" y="94823"/>
                  <a:pt x="81525" y="92108"/>
                  <a:pt x="79653" y="89869"/>
                </a:cubicBezTo>
                <a:cubicBezTo>
                  <a:pt x="77782" y="87629"/>
                  <a:pt x="74515" y="85681"/>
                  <a:pt x="69852" y="84025"/>
                </a:cubicBezTo>
                <a:cubicBezTo>
                  <a:pt x="66662" y="82921"/>
                  <a:pt x="59391" y="80957"/>
                  <a:pt x="48041" y="78135"/>
                </a:cubicBezTo>
                <a:cubicBezTo>
                  <a:pt x="33438" y="74515"/>
                  <a:pt x="23192" y="70067"/>
                  <a:pt x="17302" y="64790"/>
                </a:cubicBezTo>
                <a:cubicBezTo>
                  <a:pt x="9019" y="57366"/>
                  <a:pt x="4878" y="48317"/>
                  <a:pt x="4878" y="37641"/>
                </a:cubicBezTo>
                <a:cubicBezTo>
                  <a:pt x="4878" y="30769"/>
                  <a:pt x="6826" y="24342"/>
                  <a:pt x="10722" y="18360"/>
                </a:cubicBezTo>
                <a:cubicBezTo>
                  <a:pt x="14618" y="12378"/>
                  <a:pt x="20232" y="7823"/>
                  <a:pt x="27563" y="4694"/>
                </a:cubicBezTo>
                <a:cubicBezTo>
                  <a:pt x="34895" y="1565"/>
                  <a:pt x="43746" y="0"/>
                  <a:pt x="54115" y="0"/>
                </a:cubicBezTo>
                <a:cubicBezTo>
                  <a:pt x="71048" y="0"/>
                  <a:pt x="83795" y="3712"/>
                  <a:pt x="92354" y="11136"/>
                </a:cubicBezTo>
                <a:cubicBezTo>
                  <a:pt x="100913" y="18560"/>
                  <a:pt x="105407" y="28468"/>
                  <a:pt x="105836" y="40862"/>
                </a:cubicBezTo>
                <a:lnTo>
                  <a:pt x="78595" y="42058"/>
                </a:lnTo>
                <a:cubicBezTo>
                  <a:pt x="77429" y="35125"/>
                  <a:pt x="74929" y="30140"/>
                  <a:pt x="71094" y="27103"/>
                </a:cubicBezTo>
                <a:cubicBezTo>
                  <a:pt x="67260" y="24066"/>
                  <a:pt x="61508" y="22548"/>
                  <a:pt x="53839" y="22548"/>
                </a:cubicBezTo>
                <a:cubicBezTo>
                  <a:pt x="45924" y="22548"/>
                  <a:pt x="39727" y="24174"/>
                  <a:pt x="35248" y="27425"/>
                </a:cubicBezTo>
                <a:cubicBezTo>
                  <a:pt x="32364" y="29511"/>
                  <a:pt x="30923" y="32303"/>
                  <a:pt x="30923" y="35800"/>
                </a:cubicBezTo>
                <a:cubicBezTo>
                  <a:pt x="30923" y="38991"/>
                  <a:pt x="32272" y="41721"/>
                  <a:pt x="34972" y="43991"/>
                </a:cubicBezTo>
                <a:cubicBezTo>
                  <a:pt x="38408" y="46875"/>
                  <a:pt x="46752" y="49881"/>
                  <a:pt x="60005" y="53010"/>
                </a:cubicBezTo>
                <a:cubicBezTo>
                  <a:pt x="73257" y="56139"/>
                  <a:pt x="83059" y="59376"/>
                  <a:pt x="89409" y="62720"/>
                </a:cubicBezTo>
                <a:cubicBezTo>
                  <a:pt x="95759" y="66063"/>
                  <a:pt x="100729" y="70634"/>
                  <a:pt x="104318" y="76432"/>
                </a:cubicBezTo>
                <a:cubicBezTo>
                  <a:pt x="107907" y="82230"/>
                  <a:pt x="109702" y="89393"/>
                  <a:pt x="109702" y="97922"/>
                </a:cubicBezTo>
                <a:cubicBezTo>
                  <a:pt x="109702" y="105652"/>
                  <a:pt x="107554" y="112892"/>
                  <a:pt x="103259" y="119641"/>
                </a:cubicBezTo>
                <a:cubicBezTo>
                  <a:pt x="98965" y="126390"/>
                  <a:pt x="92891" y="131406"/>
                  <a:pt x="85037" y="134688"/>
                </a:cubicBezTo>
                <a:cubicBezTo>
                  <a:pt x="77184" y="137971"/>
                  <a:pt x="67398" y="139612"/>
                  <a:pt x="55679" y="139612"/>
                </a:cubicBezTo>
                <a:cubicBezTo>
                  <a:pt x="38623" y="139612"/>
                  <a:pt x="25523" y="135670"/>
                  <a:pt x="16382" y="127786"/>
                </a:cubicBezTo>
                <a:cubicBezTo>
                  <a:pt x="7240" y="119902"/>
                  <a:pt x="1779" y="108413"/>
                  <a:pt x="0" y="93320"/>
                </a:cubicBezTo>
                <a:close/>
                <a:moveTo>
                  <a:pt x="133725" y="137219"/>
                </a:moveTo>
                <a:lnTo>
                  <a:pt x="133725" y="2301"/>
                </a:lnTo>
                <a:lnTo>
                  <a:pt x="160230" y="2301"/>
                </a:lnTo>
                <a:lnTo>
                  <a:pt x="215449" y="92400"/>
                </a:lnTo>
                <a:lnTo>
                  <a:pt x="215449" y="2301"/>
                </a:lnTo>
                <a:lnTo>
                  <a:pt x="240757" y="2301"/>
                </a:lnTo>
                <a:lnTo>
                  <a:pt x="240757" y="137219"/>
                </a:lnTo>
                <a:lnTo>
                  <a:pt x="213424" y="137219"/>
                </a:lnTo>
                <a:lnTo>
                  <a:pt x="159033" y="49237"/>
                </a:lnTo>
                <a:lnTo>
                  <a:pt x="159033" y="137219"/>
                </a:lnTo>
                <a:lnTo>
                  <a:pt x="133725" y="137219"/>
                </a:lnTo>
                <a:close/>
                <a:moveTo>
                  <a:pt x="264650" y="70588"/>
                </a:moveTo>
                <a:cubicBezTo>
                  <a:pt x="264650" y="56845"/>
                  <a:pt x="266706" y="45310"/>
                  <a:pt x="270816" y="35984"/>
                </a:cubicBezTo>
                <a:cubicBezTo>
                  <a:pt x="273884" y="29113"/>
                  <a:pt x="278072" y="22947"/>
                  <a:pt x="283379" y="17486"/>
                </a:cubicBezTo>
                <a:cubicBezTo>
                  <a:pt x="288686" y="12025"/>
                  <a:pt x="294499" y="7976"/>
                  <a:pt x="300819" y="5338"/>
                </a:cubicBezTo>
                <a:cubicBezTo>
                  <a:pt x="309224" y="1779"/>
                  <a:pt x="318918" y="0"/>
                  <a:pt x="329901" y="0"/>
                </a:cubicBezTo>
                <a:cubicBezTo>
                  <a:pt x="349779" y="0"/>
                  <a:pt x="365686" y="6166"/>
                  <a:pt x="377619" y="18498"/>
                </a:cubicBezTo>
                <a:cubicBezTo>
                  <a:pt x="389552" y="30831"/>
                  <a:pt x="395519" y="47979"/>
                  <a:pt x="395519" y="69944"/>
                </a:cubicBezTo>
                <a:cubicBezTo>
                  <a:pt x="395519" y="91725"/>
                  <a:pt x="389599" y="108766"/>
                  <a:pt x="377757" y="121068"/>
                </a:cubicBezTo>
                <a:cubicBezTo>
                  <a:pt x="365916" y="133369"/>
                  <a:pt x="350086" y="139520"/>
                  <a:pt x="330269" y="139520"/>
                </a:cubicBezTo>
                <a:cubicBezTo>
                  <a:pt x="310206" y="139520"/>
                  <a:pt x="294254" y="133400"/>
                  <a:pt x="282412" y="121160"/>
                </a:cubicBezTo>
                <a:cubicBezTo>
                  <a:pt x="270571" y="108919"/>
                  <a:pt x="264650" y="92062"/>
                  <a:pt x="264650" y="70588"/>
                </a:cubicBezTo>
                <a:moveTo>
                  <a:pt x="292720" y="69668"/>
                </a:moveTo>
                <a:cubicBezTo>
                  <a:pt x="292720" y="84945"/>
                  <a:pt x="296248" y="96526"/>
                  <a:pt x="303304" y="104410"/>
                </a:cubicBezTo>
                <a:cubicBezTo>
                  <a:pt x="310359" y="112294"/>
                  <a:pt x="319317" y="116236"/>
                  <a:pt x="330177" y="116236"/>
                </a:cubicBezTo>
                <a:cubicBezTo>
                  <a:pt x="341036" y="116236"/>
                  <a:pt x="349948" y="112325"/>
                  <a:pt x="356912" y="104502"/>
                </a:cubicBezTo>
                <a:cubicBezTo>
                  <a:pt x="363876" y="96679"/>
                  <a:pt x="367358" y="84945"/>
                  <a:pt x="367358" y="69300"/>
                </a:cubicBezTo>
                <a:cubicBezTo>
                  <a:pt x="367358" y="53839"/>
                  <a:pt x="363968" y="42304"/>
                  <a:pt x="357188" y="34696"/>
                </a:cubicBezTo>
                <a:cubicBezTo>
                  <a:pt x="350408" y="27088"/>
                  <a:pt x="341405" y="23284"/>
                  <a:pt x="330177" y="23284"/>
                </a:cubicBezTo>
                <a:cubicBezTo>
                  <a:pt x="318949" y="23284"/>
                  <a:pt x="309899" y="27134"/>
                  <a:pt x="303027" y="34834"/>
                </a:cubicBezTo>
                <a:cubicBezTo>
                  <a:pt x="296156" y="42534"/>
                  <a:pt x="292720" y="54145"/>
                  <a:pt x="29272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8C745-5D50-4EAD-B42D-9F64717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1511979"/>
            <a:ext cx="647903" cy="288611"/>
          </a:xfrm>
          <a:custGeom xmlns:a="http://schemas.openxmlformats.org/drawingml/2006/main">
            <a:pathLst>
              <a:path w="647903" h="288611">
                <a:moveTo>
                  <a:pt x="0" y="48103"/>
                </a:moveTo>
                <a:cubicBezTo>
                  <a:pt x="0" y="21536"/>
                  <a:pt x="21536" y="0"/>
                  <a:pt x="48103" y="0"/>
                </a:cubicBezTo>
                <a:lnTo>
                  <a:pt x="599800" y="0"/>
                </a:lnTo>
                <a:cubicBezTo>
                  <a:pt x="626367" y="0"/>
                  <a:pt x="647903" y="21536"/>
                  <a:pt x="647903" y="48103"/>
                </a:cubicBezTo>
                <a:lnTo>
                  <a:pt x="647903" y="240508"/>
                </a:lnTo>
                <a:cubicBezTo>
                  <a:pt x="647903" y="267074"/>
                  <a:pt x="626367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4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390CF-3673-4E66-83E5-59820988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1511980"/>
            <a:ext cx="647903" cy="288611"/>
          </a:xfrm>
          <a:custGeom xmlns:a="http://schemas.openxmlformats.org/drawingml/2006/main">
            <a:pathLst>
              <a:path w="647903" h="288611" fill="none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9800" y="0"/>
                </a:lnTo>
                <a:cubicBezTo>
                  <a:pt x="626366" y="0"/>
                  <a:pt x="647903" y="21537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6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87" name="Text SNO">
            <a:extLst xmlns:a="http://schemas.openxmlformats.org/drawingml/2006/main">
              <a:ext uri="{FF2B5EF4-FFF2-40B4-BE49-F238E27FC236}">
                <a16:creationId xmlns:a16="http://schemas.microsoft.com/office/drawing/2014/main" id="{A0114A13-25D9-4A6E-9C56-F796812D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429" y="1588520"/>
            <a:ext cx="395519" cy="139612"/>
          </a:xfrm>
          <a:custGeom xmlns:a="http://schemas.openxmlformats.org/drawingml/2006/main">
            <a:pathLst>
              <a:path w="395519" h="139612">
                <a:moveTo>
                  <a:pt x="0" y="93320"/>
                </a:moveTo>
                <a:lnTo>
                  <a:pt x="26505" y="90743"/>
                </a:lnTo>
                <a:cubicBezTo>
                  <a:pt x="28100" y="99640"/>
                  <a:pt x="31337" y="106174"/>
                  <a:pt x="36214" y="110346"/>
                </a:cubicBezTo>
                <a:cubicBezTo>
                  <a:pt x="41092" y="114518"/>
                  <a:pt x="47672" y="116604"/>
                  <a:pt x="55955" y="116604"/>
                </a:cubicBezTo>
                <a:cubicBezTo>
                  <a:pt x="64729" y="116604"/>
                  <a:pt x="71340" y="114748"/>
                  <a:pt x="75788" y="111036"/>
                </a:cubicBezTo>
                <a:cubicBezTo>
                  <a:pt x="80236" y="107324"/>
                  <a:pt x="82460" y="102983"/>
                  <a:pt x="82460" y="98014"/>
                </a:cubicBezTo>
                <a:cubicBezTo>
                  <a:pt x="82460" y="94823"/>
                  <a:pt x="81525" y="92108"/>
                  <a:pt x="79653" y="89869"/>
                </a:cubicBezTo>
                <a:cubicBezTo>
                  <a:pt x="77782" y="87629"/>
                  <a:pt x="74515" y="85681"/>
                  <a:pt x="69852" y="84025"/>
                </a:cubicBezTo>
                <a:cubicBezTo>
                  <a:pt x="66662" y="82921"/>
                  <a:pt x="59391" y="80957"/>
                  <a:pt x="48041" y="78135"/>
                </a:cubicBezTo>
                <a:cubicBezTo>
                  <a:pt x="33438" y="74515"/>
                  <a:pt x="23192" y="70067"/>
                  <a:pt x="17302" y="64790"/>
                </a:cubicBezTo>
                <a:cubicBezTo>
                  <a:pt x="9019" y="57366"/>
                  <a:pt x="4878" y="48317"/>
                  <a:pt x="4878" y="37641"/>
                </a:cubicBezTo>
                <a:cubicBezTo>
                  <a:pt x="4878" y="30769"/>
                  <a:pt x="6826" y="24342"/>
                  <a:pt x="10722" y="18360"/>
                </a:cubicBezTo>
                <a:cubicBezTo>
                  <a:pt x="14618" y="12378"/>
                  <a:pt x="20232" y="7823"/>
                  <a:pt x="27563" y="4694"/>
                </a:cubicBezTo>
                <a:cubicBezTo>
                  <a:pt x="34895" y="1565"/>
                  <a:pt x="43746" y="0"/>
                  <a:pt x="54115" y="0"/>
                </a:cubicBezTo>
                <a:cubicBezTo>
                  <a:pt x="71048" y="0"/>
                  <a:pt x="83795" y="3712"/>
                  <a:pt x="92354" y="11136"/>
                </a:cubicBezTo>
                <a:cubicBezTo>
                  <a:pt x="100913" y="18560"/>
                  <a:pt x="105407" y="28468"/>
                  <a:pt x="105836" y="40862"/>
                </a:cubicBezTo>
                <a:lnTo>
                  <a:pt x="78595" y="42058"/>
                </a:lnTo>
                <a:cubicBezTo>
                  <a:pt x="77429" y="35125"/>
                  <a:pt x="74929" y="30140"/>
                  <a:pt x="71094" y="27103"/>
                </a:cubicBezTo>
                <a:cubicBezTo>
                  <a:pt x="67260" y="24066"/>
                  <a:pt x="61508" y="22548"/>
                  <a:pt x="53839" y="22548"/>
                </a:cubicBezTo>
                <a:cubicBezTo>
                  <a:pt x="45924" y="22548"/>
                  <a:pt x="39727" y="24174"/>
                  <a:pt x="35248" y="27425"/>
                </a:cubicBezTo>
                <a:cubicBezTo>
                  <a:pt x="32364" y="29511"/>
                  <a:pt x="30923" y="32303"/>
                  <a:pt x="30923" y="35800"/>
                </a:cubicBezTo>
                <a:cubicBezTo>
                  <a:pt x="30923" y="38991"/>
                  <a:pt x="32272" y="41721"/>
                  <a:pt x="34972" y="43991"/>
                </a:cubicBezTo>
                <a:cubicBezTo>
                  <a:pt x="38408" y="46875"/>
                  <a:pt x="46752" y="49881"/>
                  <a:pt x="60005" y="53010"/>
                </a:cubicBezTo>
                <a:cubicBezTo>
                  <a:pt x="73257" y="56139"/>
                  <a:pt x="83059" y="59376"/>
                  <a:pt x="89409" y="62720"/>
                </a:cubicBezTo>
                <a:cubicBezTo>
                  <a:pt x="95759" y="66063"/>
                  <a:pt x="100729" y="70634"/>
                  <a:pt x="104318" y="76432"/>
                </a:cubicBezTo>
                <a:cubicBezTo>
                  <a:pt x="107907" y="82230"/>
                  <a:pt x="109702" y="89393"/>
                  <a:pt x="109702" y="97922"/>
                </a:cubicBezTo>
                <a:cubicBezTo>
                  <a:pt x="109702" y="105652"/>
                  <a:pt x="107554" y="112892"/>
                  <a:pt x="103259" y="119641"/>
                </a:cubicBezTo>
                <a:cubicBezTo>
                  <a:pt x="98965" y="126390"/>
                  <a:pt x="92891" y="131406"/>
                  <a:pt x="85037" y="134688"/>
                </a:cubicBezTo>
                <a:cubicBezTo>
                  <a:pt x="77184" y="137971"/>
                  <a:pt x="67398" y="139612"/>
                  <a:pt x="55679" y="139612"/>
                </a:cubicBezTo>
                <a:cubicBezTo>
                  <a:pt x="38623" y="139612"/>
                  <a:pt x="25523" y="135670"/>
                  <a:pt x="16382" y="127786"/>
                </a:cubicBezTo>
                <a:cubicBezTo>
                  <a:pt x="7240" y="119902"/>
                  <a:pt x="1779" y="108413"/>
                  <a:pt x="0" y="93320"/>
                </a:cubicBezTo>
                <a:close/>
                <a:moveTo>
                  <a:pt x="133725" y="137219"/>
                </a:moveTo>
                <a:lnTo>
                  <a:pt x="133725" y="2301"/>
                </a:lnTo>
                <a:lnTo>
                  <a:pt x="160230" y="2301"/>
                </a:lnTo>
                <a:lnTo>
                  <a:pt x="215449" y="92400"/>
                </a:lnTo>
                <a:lnTo>
                  <a:pt x="215449" y="2301"/>
                </a:lnTo>
                <a:lnTo>
                  <a:pt x="240757" y="2301"/>
                </a:lnTo>
                <a:lnTo>
                  <a:pt x="240757" y="137219"/>
                </a:lnTo>
                <a:lnTo>
                  <a:pt x="213424" y="137219"/>
                </a:lnTo>
                <a:lnTo>
                  <a:pt x="159033" y="49237"/>
                </a:lnTo>
                <a:lnTo>
                  <a:pt x="159033" y="137219"/>
                </a:lnTo>
                <a:lnTo>
                  <a:pt x="133725" y="137219"/>
                </a:lnTo>
                <a:close/>
                <a:moveTo>
                  <a:pt x="264650" y="70588"/>
                </a:moveTo>
                <a:cubicBezTo>
                  <a:pt x="264650" y="56845"/>
                  <a:pt x="266706" y="45310"/>
                  <a:pt x="270816" y="35984"/>
                </a:cubicBezTo>
                <a:cubicBezTo>
                  <a:pt x="273884" y="29113"/>
                  <a:pt x="278072" y="22947"/>
                  <a:pt x="283379" y="17486"/>
                </a:cubicBezTo>
                <a:cubicBezTo>
                  <a:pt x="288686" y="12025"/>
                  <a:pt x="294499" y="7976"/>
                  <a:pt x="300819" y="5338"/>
                </a:cubicBezTo>
                <a:cubicBezTo>
                  <a:pt x="309224" y="1779"/>
                  <a:pt x="318918" y="0"/>
                  <a:pt x="329901" y="0"/>
                </a:cubicBezTo>
                <a:cubicBezTo>
                  <a:pt x="349779" y="0"/>
                  <a:pt x="365686" y="6166"/>
                  <a:pt x="377619" y="18498"/>
                </a:cubicBezTo>
                <a:cubicBezTo>
                  <a:pt x="389552" y="30831"/>
                  <a:pt x="395519" y="47979"/>
                  <a:pt x="395519" y="69944"/>
                </a:cubicBezTo>
                <a:cubicBezTo>
                  <a:pt x="395519" y="91725"/>
                  <a:pt x="389599" y="108766"/>
                  <a:pt x="377757" y="121068"/>
                </a:cubicBezTo>
                <a:cubicBezTo>
                  <a:pt x="365916" y="133369"/>
                  <a:pt x="350086" y="139520"/>
                  <a:pt x="330269" y="139520"/>
                </a:cubicBezTo>
                <a:cubicBezTo>
                  <a:pt x="310206" y="139520"/>
                  <a:pt x="294254" y="133400"/>
                  <a:pt x="282412" y="121160"/>
                </a:cubicBezTo>
                <a:cubicBezTo>
                  <a:pt x="270571" y="108919"/>
                  <a:pt x="264650" y="92062"/>
                  <a:pt x="264650" y="70588"/>
                </a:cubicBezTo>
                <a:moveTo>
                  <a:pt x="292720" y="69668"/>
                </a:moveTo>
                <a:cubicBezTo>
                  <a:pt x="292720" y="84945"/>
                  <a:pt x="296248" y="96526"/>
                  <a:pt x="303304" y="104410"/>
                </a:cubicBezTo>
                <a:cubicBezTo>
                  <a:pt x="310359" y="112294"/>
                  <a:pt x="319317" y="116236"/>
                  <a:pt x="330177" y="116236"/>
                </a:cubicBezTo>
                <a:cubicBezTo>
                  <a:pt x="341036" y="116236"/>
                  <a:pt x="349948" y="112325"/>
                  <a:pt x="356912" y="104502"/>
                </a:cubicBezTo>
                <a:cubicBezTo>
                  <a:pt x="363876" y="96679"/>
                  <a:pt x="367358" y="84945"/>
                  <a:pt x="367358" y="69300"/>
                </a:cubicBezTo>
                <a:cubicBezTo>
                  <a:pt x="367358" y="53839"/>
                  <a:pt x="363968" y="42304"/>
                  <a:pt x="357188" y="34696"/>
                </a:cubicBezTo>
                <a:cubicBezTo>
                  <a:pt x="350408" y="27088"/>
                  <a:pt x="341405" y="23284"/>
                  <a:pt x="330177" y="23284"/>
                </a:cubicBezTo>
                <a:cubicBezTo>
                  <a:pt x="318949" y="23284"/>
                  <a:pt x="309899" y="27134"/>
                  <a:pt x="303027" y="34834"/>
                </a:cubicBezTo>
                <a:cubicBezTo>
                  <a:pt x="296156" y="42534"/>
                  <a:pt x="292720" y="54145"/>
                  <a:pt x="29272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6AFD1-620D-46AF-9AC1-E9585812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175" y="1514925"/>
            <a:ext cx="642012" cy="285666"/>
          </a:xfrm>
          <a:custGeom xmlns:a="http://schemas.openxmlformats.org/drawingml/2006/main">
            <a:pathLst>
              <a:path w="642012" h="285666">
                <a:moveTo>
                  <a:pt x="0" y="47611"/>
                </a:moveTo>
                <a:cubicBezTo>
                  <a:pt x="0" y="21316"/>
                  <a:pt x="21316" y="0"/>
                  <a:pt x="47611" y="0"/>
                </a:cubicBezTo>
                <a:lnTo>
                  <a:pt x="594401" y="0"/>
                </a:lnTo>
                <a:cubicBezTo>
                  <a:pt x="620696" y="0"/>
                  <a:pt x="642012" y="21316"/>
                  <a:pt x="642012" y="47611"/>
                </a:cubicBezTo>
                <a:lnTo>
                  <a:pt x="642012" y="238054"/>
                </a:lnTo>
                <a:cubicBezTo>
                  <a:pt x="642012" y="264350"/>
                  <a:pt x="620696" y="285666"/>
                  <a:pt x="594401" y="285666"/>
                </a:cubicBezTo>
                <a:lnTo>
                  <a:pt x="47611" y="285666"/>
                </a:lnTo>
                <a:cubicBezTo>
                  <a:pt x="21316" y="285666"/>
                  <a:pt x="0" y="264350"/>
                  <a:pt x="0" y="238054"/>
                </a:cubicBezTo>
                <a:lnTo>
                  <a:pt x="0" y="4761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3BDAC2-CCAF-4CD2-847C-D6033719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175" y="1514925"/>
            <a:ext cx="642012" cy="285666"/>
          </a:xfrm>
          <a:custGeom xmlns:a="http://schemas.openxmlformats.org/drawingml/2006/main">
            <a:pathLst>
              <a:path w="642012" h="285666" fill="none">
                <a:moveTo>
                  <a:pt x="0" y="47612"/>
                </a:moveTo>
                <a:cubicBezTo>
                  <a:pt x="0" y="21317"/>
                  <a:pt x="21316" y="0"/>
                  <a:pt x="47612" y="0"/>
                </a:cubicBezTo>
                <a:lnTo>
                  <a:pt x="594401" y="0"/>
                </a:lnTo>
                <a:cubicBezTo>
                  <a:pt x="620696" y="0"/>
                  <a:pt x="642012" y="21317"/>
                  <a:pt x="642012" y="47612"/>
                </a:cubicBezTo>
                <a:lnTo>
                  <a:pt x="642012" y="238054"/>
                </a:lnTo>
                <a:cubicBezTo>
                  <a:pt x="642012" y="264350"/>
                  <a:pt x="620696" y="285666"/>
                  <a:pt x="594401" y="285666"/>
                </a:cubicBezTo>
                <a:lnTo>
                  <a:pt x="47612" y="285666"/>
                </a:lnTo>
                <a:cubicBezTo>
                  <a:pt x="21316" y="285666"/>
                  <a:pt x="0" y="264350"/>
                  <a:pt x="0" y="238054"/>
                </a:cubicBezTo>
                <a:lnTo>
                  <a:pt x="0" y="476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90" name="Text MNO">
            <a:extLst xmlns:a="http://schemas.openxmlformats.org/drawingml/2006/main">
              <a:ext uri="{FF2B5EF4-FFF2-40B4-BE49-F238E27FC236}">
                <a16:creationId xmlns:a16="http://schemas.microsoft.com/office/drawing/2014/main" id="{A8B390F5-4251-4D29-B181-1BA3E88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381" y="1588520"/>
            <a:ext cx="419368" cy="139520"/>
          </a:xfrm>
          <a:custGeom xmlns:a="http://schemas.openxmlformats.org/drawingml/2006/main">
            <a:pathLst>
              <a:path w="419368" h="139520">
                <a:moveTo>
                  <a:pt x="0" y="137219"/>
                </a:moveTo>
                <a:lnTo>
                  <a:pt x="0" y="2301"/>
                </a:lnTo>
                <a:lnTo>
                  <a:pt x="40770" y="2301"/>
                </a:lnTo>
                <a:lnTo>
                  <a:pt x="65250" y="94332"/>
                </a:lnTo>
                <a:lnTo>
                  <a:pt x="89455" y="2301"/>
                </a:lnTo>
                <a:lnTo>
                  <a:pt x="130317" y="2301"/>
                </a:lnTo>
                <a:lnTo>
                  <a:pt x="130317" y="137219"/>
                </a:lnTo>
                <a:lnTo>
                  <a:pt x="105008" y="137219"/>
                </a:lnTo>
                <a:lnTo>
                  <a:pt x="105008" y="31015"/>
                </a:lnTo>
                <a:lnTo>
                  <a:pt x="78227" y="137219"/>
                </a:lnTo>
                <a:lnTo>
                  <a:pt x="51998" y="137219"/>
                </a:lnTo>
                <a:lnTo>
                  <a:pt x="25309" y="31015"/>
                </a:lnTo>
                <a:lnTo>
                  <a:pt x="25309" y="137219"/>
                </a:lnTo>
                <a:lnTo>
                  <a:pt x="0" y="137219"/>
                </a:lnTo>
                <a:close/>
                <a:moveTo>
                  <a:pt x="157555" y="137219"/>
                </a:moveTo>
                <a:lnTo>
                  <a:pt x="157555" y="2301"/>
                </a:lnTo>
                <a:lnTo>
                  <a:pt x="184060" y="2301"/>
                </a:lnTo>
                <a:lnTo>
                  <a:pt x="239279" y="92400"/>
                </a:lnTo>
                <a:lnTo>
                  <a:pt x="239279" y="2301"/>
                </a:lnTo>
                <a:lnTo>
                  <a:pt x="264587" y="2301"/>
                </a:lnTo>
                <a:lnTo>
                  <a:pt x="264587" y="137219"/>
                </a:lnTo>
                <a:lnTo>
                  <a:pt x="237254" y="137219"/>
                </a:lnTo>
                <a:lnTo>
                  <a:pt x="182863" y="49237"/>
                </a:lnTo>
                <a:lnTo>
                  <a:pt x="182863" y="137219"/>
                </a:lnTo>
                <a:lnTo>
                  <a:pt x="157555" y="137219"/>
                </a:lnTo>
                <a:close/>
                <a:moveTo>
                  <a:pt x="288500" y="70588"/>
                </a:moveTo>
                <a:cubicBezTo>
                  <a:pt x="288500" y="56845"/>
                  <a:pt x="290555" y="45310"/>
                  <a:pt x="294666" y="35984"/>
                </a:cubicBezTo>
                <a:cubicBezTo>
                  <a:pt x="297733" y="29113"/>
                  <a:pt x="301921" y="22947"/>
                  <a:pt x="307228" y="17486"/>
                </a:cubicBezTo>
                <a:cubicBezTo>
                  <a:pt x="312535" y="12025"/>
                  <a:pt x="318348" y="7976"/>
                  <a:pt x="324668" y="5338"/>
                </a:cubicBezTo>
                <a:cubicBezTo>
                  <a:pt x="333073" y="1779"/>
                  <a:pt x="342767" y="0"/>
                  <a:pt x="353750" y="0"/>
                </a:cubicBezTo>
                <a:cubicBezTo>
                  <a:pt x="373629" y="0"/>
                  <a:pt x="389535" y="6166"/>
                  <a:pt x="401468" y="18498"/>
                </a:cubicBezTo>
                <a:cubicBezTo>
                  <a:pt x="413402" y="30831"/>
                  <a:pt x="419368" y="47979"/>
                  <a:pt x="419368" y="69944"/>
                </a:cubicBezTo>
                <a:cubicBezTo>
                  <a:pt x="419368" y="91725"/>
                  <a:pt x="413448" y="108766"/>
                  <a:pt x="401606" y="121068"/>
                </a:cubicBezTo>
                <a:cubicBezTo>
                  <a:pt x="389765" y="133369"/>
                  <a:pt x="373936" y="139520"/>
                  <a:pt x="354118" y="139520"/>
                </a:cubicBezTo>
                <a:cubicBezTo>
                  <a:pt x="334055" y="139520"/>
                  <a:pt x="318103" y="133400"/>
                  <a:pt x="306262" y="121160"/>
                </a:cubicBezTo>
                <a:cubicBezTo>
                  <a:pt x="294420" y="108919"/>
                  <a:pt x="288500" y="92062"/>
                  <a:pt x="288500" y="70588"/>
                </a:cubicBezTo>
                <a:moveTo>
                  <a:pt x="316569" y="69668"/>
                </a:moveTo>
                <a:cubicBezTo>
                  <a:pt x="316569" y="84945"/>
                  <a:pt x="320097" y="96526"/>
                  <a:pt x="327153" y="104410"/>
                </a:cubicBezTo>
                <a:cubicBezTo>
                  <a:pt x="334209" y="112294"/>
                  <a:pt x="343166" y="116236"/>
                  <a:pt x="354026" y="116236"/>
                </a:cubicBezTo>
                <a:cubicBezTo>
                  <a:pt x="364886" y="116236"/>
                  <a:pt x="373797" y="112325"/>
                  <a:pt x="380761" y="104502"/>
                </a:cubicBezTo>
                <a:cubicBezTo>
                  <a:pt x="387725" y="96679"/>
                  <a:pt x="391207" y="84945"/>
                  <a:pt x="391207" y="69300"/>
                </a:cubicBezTo>
                <a:cubicBezTo>
                  <a:pt x="391207" y="53839"/>
                  <a:pt x="387817" y="42304"/>
                  <a:pt x="381037" y="34696"/>
                </a:cubicBezTo>
                <a:cubicBezTo>
                  <a:pt x="374258" y="27088"/>
                  <a:pt x="365254" y="23284"/>
                  <a:pt x="354026" y="23284"/>
                </a:cubicBezTo>
                <a:cubicBezTo>
                  <a:pt x="342798" y="23284"/>
                  <a:pt x="333748" y="27134"/>
                  <a:pt x="326877" y="34834"/>
                </a:cubicBezTo>
                <a:cubicBezTo>
                  <a:pt x="320005" y="42534"/>
                  <a:pt x="316569" y="54145"/>
                  <a:pt x="316569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71D2F-D446-4EF7-A82F-79FCBC45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284" y="799287"/>
            <a:ext cx="656737" cy="285666"/>
          </a:xfrm>
          <a:custGeom xmlns:a="http://schemas.openxmlformats.org/drawingml/2006/main">
            <a:pathLst>
              <a:path w="656737" h="285666">
                <a:moveTo>
                  <a:pt x="0" y="47611"/>
                </a:moveTo>
                <a:cubicBezTo>
                  <a:pt x="0" y="21316"/>
                  <a:pt x="21316" y="0"/>
                  <a:pt x="47611" y="0"/>
                </a:cubicBezTo>
                <a:lnTo>
                  <a:pt x="609126" y="0"/>
                </a:lnTo>
                <a:cubicBezTo>
                  <a:pt x="635421" y="0"/>
                  <a:pt x="656737" y="21316"/>
                  <a:pt x="656737" y="47611"/>
                </a:cubicBezTo>
                <a:lnTo>
                  <a:pt x="656737" y="238053"/>
                </a:lnTo>
                <a:cubicBezTo>
                  <a:pt x="656737" y="264348"/>
                  <a:pt x="635421" y="285666"/>
                  <a:pt x="609126" y="285666"/>
                </a:cubicBezTo>
                <a:lnTo>
                  <a:pt x="47611" y="285666"/>
                </a:lnTo>
                <a:cubicBezTo>
                  <a:pt x="21316" y="285666"/>
                  <a:pt x="0" y="264348"/>
                  <a:pt x="0" y="238053"/>
                </a:cubicBezTo>
                <a:lnTo>
                  <a:pt x="0" y="4761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7ABF4-7710-47B0-8203-4F4D2A6B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284" y="799287"/>
            <a:ext cx="656738" cy="285666"/>
          </a:xfrm>
          <a:custGeom xmlns:a="http://schemas.openxmlformats.org/drawingml/2006/main">
            <a:pathLst>
              <a:path w="656738" h="285666" fill="none">
                <a:moveTo>
                  <a:pt x="0" y="47612"/>
                </a:moveTo>
                <a:cubicBezTo>
                  <a:pt x="0" y="21317"/>
                  <a:pt x="21317" y="0"/>
                  <a:pt x="47612" y="0"/>
                </a:cubicBezTo>
                <a:lnTo>
                  <a:pt x="609126" y="0"/>
                </a:lnTo>
                <a:cubicBezTo>
                  <a:pt x="635421" y="0"/>
                  <a:pt x="656738" y="21317"/>
                  <a:pt x="656738" y="47612"/>
                </a:cubicBezTo>
                <a:lnTo>
                  <a:pt x="656738" y="238054"/>
                </a:lnTo>
                <a:cubicBezTo>
                  <a:pt x="656738" y="264349"/>
                  <a:pt x="635421" y="285666"/>
                  <a:pt x="609126" y="285666"/>
                </a:cubicBezTo>
                <a:lnTo>
                  <a:pt x="47612" y="285666"/>
                </a:lnTo>
                <a:cubicBezTo>
                  <a:pt x="21317" y="285666"/>
                  <a:pt x="0" y="264349"/>
                  <a:pt x="0" y="238054"/>
                </a:cubicBezTo>
                <a:lnTo>
                  <a:pt x="0" y="476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93" name="Text MNO">
            <a:extLst xmlns:a="http://schemas.openxmlformats.org/drawingml/2006/main">
              <a:ext uri="{FF2B5EF4-FFF2-40B4-BE49-F238E27FC236}">
                <a16:creationId xmlns:a16="http://schemas.microsoft.com/office/drawing/2014/main" id="{144CDCE2-C904-4392-A2B7-95AAB6CF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958" y="872881"/>
            <a:ext cx="419368" cy="139520"/>
          </a:xfrm>
          <a:custGeom xmlns:a="http://schemas.openxmlformats.org/drawingml/2006/main">
            <a:pathLst>
              <a:path w="419368" h="139520">
                <a:moveTo>
                  <a:pt x="0" y="137219"/>
                </a:moveTo>
                <a:lnTo>
                  <a:pt x="0" y="2301"/>
                </a:lnTo>
                <a:lnTo>
                  <a:pt x="40770" y="2301"/>
                </a:lnTo>
                <a:lnTo>
                  <a:pt x="65250" y="94332"/>
                </a:lnTo>
                <a:lnTo>
                  <a:pt x="89455" y="2301"/>
                </a:lnTo>
                <a:lnTo>
                  <a:pt x="130317" y="2301"/>
                </a:lnTo>
                <a:lnTo>
                  <a:pt x="130317" y="137219"/>
                </a:lnTo>
                <a:lnTo>
                  <a:pt x="105008" y="137219"/>
                </a:lnTo>
                <a:lnTo>
                  <a:pt x="105008" y="31015"/>
                </a:lnTo>
                <a:lnTo>
                  <a:pt x="78227" y="137219"/>
                </a:lnTo>
                <a:lnTo>
                  <a:pt x="51998" y="137219"/>
                </a:lnTo>
                <a:lnTo>
                  <a:pt x="25309" y="31015"/>
                </a:lnTo>
                <a:lnTo>
                  <a:pt x="25309" y="137219"/>
                </a:lnTo>
                <a:lnTo>
                  <a:pt x="0" y="137219"/>
                </a:lnTo>
                <a:close/>
                <a:moveTo>
                  <a:pt x="157555" y="137219"/>
                </a:moveTo>
                <a:lnTo>
                  <a:pt x="157555" y="2301"/>
                </a:lnTo>
                <a:lnTo>
                  <a:pt x="184060" y="2301"/>
                </a:lnTo>
                <a:lnTo>
                  <a:pt x="239279" y="92400"/>
                </a:lnTo>
                <a:lnTo>
                  <a:pt x="239279" y="2301"/>
                </a:lnTo>
                <a:lnTo>
                  <a:pt x="264587" y="2301"/>
                </a:lnTo>
                <a:lnTo>
                  <a:pt x="264587" y="137219"/>
                </a:lnTo>
                <a:lnTo>
                  <a:pt x="237254" y="137219"/>
                </a:lnTo>
                <a:lnTo>
                  <a:pt x="182863" y="49237"/>
                </a:lnTo>
                <a:lnTo>
                  <a:pt x="182863" y="137219"/>
                </a:lnTo>
                <a:lnTo>
                  <a:pt x="157555" y="137219"/>
                </a:lnTo>
                <a:close/>
                <a:moveTo>
                  <a:pt x="288500" y="70588"/>
                </a:moveTo>
                <a:cubicBezTo>
                  <a:pt x="288500" y="56845"/>
                  <a:pt x="290555" y="45310"/>
                  <a:pt x="294666" y="35984"/>
                </a:cubicBezTo>
                <a:cubicBezTo>
                  <a:pt x="297733" y="29113"/>
                  <a:pt x="301921" y="22947"/>
                  <a:pt x="307228" y="17486"/>
                </a:cubicBezTo>
                <a:cubicBezTo>
                  <a:pt x="312535" y="12025"/>
                  <a:pt x="318348" y="7976"/>
                  <a:pt x="324668" y="5338"/>
                </a:cubicBezTo>
                <a:cubicBezTo>
                  <a:pt x="333073" y="1779"/>
                  <a:pt x="342767" y="0"/>
                  <a:pt x="353750" y="0"/>
                </a:cubicBezTo>
                <a:cubicBezTo>
                  <a:pt x="373629" y="0"/>
                  <a:pt x="389535" y="6166"/>
                  <a:pt x="401468" y="18498"/>
                </a:cubicBezTo>
                <a:cubicBezTo>
                  <a:pt x="413402" y="30831"/>
                  <a:pt x="419368" y="47979"/>
                  <a:pt x="419368" y="69944"/>
                </a:cubicBezTo>
                <a:cubicBezTo>
                  <a:pt x="419368" y="91725"/>
                  <a:pt x="413448" y="108766"/>
                  <a:pt x="401606" y="121068"/>
                </a:cubicBezTo>
                <a:cubicBezTo>
                  <a:pt x="389765" y="133369"/>
                  <a:pt x="373936" y="139520"/>
                  <a:pt x="354118" y="139520"/>
                </a:cubicBezTo>
                <a:cubicBezTo>
                  <a:pt x="334055" y="139520"/>
                  <a:pt x="318103" y="133400"/>
                  <a:pt x="306262" y="121160"/>
                </a:cubicBezTo>
                <a:cubicBezTo>
                  <a:pt x="294420" y="108919"/>
                  <a:pt x="288500" y="92062"/>
                  <a:pt x="288500" y="70588"/>
                </a:cubicBezTo>
                <a:moveTo>
                  <a:pt x="316569" y="69668"/>
                </a:moveTo>
                <a:cubicBezTo>
                  <a:pt x="316569" y="84945"/>
                  <a:pt x="320097" y="96526"/>
                  <a:pt x="327153" y="104410"/>
                </a:cubicBezTo>
                <a:cubicBezTo>
                  <a:pt x="334209" y="112294"/>
                  <a:pt x="343166" y="116236"/>
                  <a:pt x="354026" y="116236"/>
                </a:cubicBezTo>
                <a:cubicBezTo>
                  <a:pt x="364886" y="116236"/>
                  <a:pt x="373797" y="112325"/>
                  <a:pt x="380761" y="104502"/>
                </a:cubicBezTo>
                <a:cubicBezTo>
                  <a:pt x="387725" y="96679"/>
                  <a:pt x="391207" y="84945"/>
                  <a:pt x="391207" y="69300"/>
                </a:cubicBezTo>
                <a:cubicBezTo>
                  <a:pt x="391207" y="53839"/>
                  <a:pt x="387817" y="42304"/>
                  <a:pt x="381037" y="34696"/>
                </a:cubicBezTo>
                <a:cubicBezTo>
                  <a:pt x="374258" y="27088"/>
                  <a:pt x="365254" y="23284"/>
                  <a:pt x="354026" y="23284"/>
                </a:cubicBezTo>
                <a:cubicBezTo>
                  <a:pt x="342798" y="23284"/>
                  <a:pt x="333748" y="27134"/>
                  <a:pt x="326877" y="34834"/>
                </a:cubicBezTo>
                <a:cubicBezTo>
                  <a:pt x="320005" y="42534"/>
                  <a:pt x="316569" y="54145"/>
                  <a:pt x="316569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30E6E-09E5-4195-802B-7AABD460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1" y="2070059"/>
            <a:ext cx="589003" cy="235602"/>
          </a:xfrm>
          <a:custGeom xmlns:a="http://schemas.openxmlformats.org/drawingml/2006/main">
            <a:pathLst>
              <a:path w="589003" h="235602">
                <a:moveTo>
                  <a:pt x="0" y="39268"/>
                </a:moveTo>
                <a:cubicBezTo>
                  <a:pt x="0" y="17581"/>
                  <a:pt x="17581" y="0"/>
                  <a:pt x="39267" y="0"/>
                </a:cubicBezTo>
                <a:lnTo>
                  <a:pt x="549735" y="0"/>
                </a:lnTo>
                <a:cubicBezTo>
                  <a:pt x="571422" y="0"/>
                  <a:pt x="589003" y="17581"/>
                  <a:pt x="589003" y="39268"/>
                </a:cubicBezTo>
                <a:lnTo>
                  <a:pt x="589003" y="196333"/>
                </a:lnTo>
                <a:cubicBezTo>
                  <a:pt x="589003" y="218021"/>
                  <a:pt x="571422" y="235602"/>
                  <a:pt x="549735" y="235602"/>
                </a:cubicBezTo>
                <a:lnTo>
                  <a:pt x="39267" y="235602"/>
                </a:lnTo>
                <a:cubicBezTo>
                  <a:pt x="17581" y="235602"/>
                  <a:pt x="0" y="218021"/>
                  <a:pt x="0" y="196333"/>
                </a:cubicBezTo>
                <a:lnTo>
                  <a:pt x="0" y="3926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Billing">
            <a:extLst xmlns:a="http://schemas.openxmlformats.org/drawingml/2006/main">
              <a:ext uri="{FF2B5EF4-FFF2-40B4-BE49-F238E27FC236}">
                <a16:creationId xmlns:a16="http://schemas.microsoft.com/office/drawing/2014/main" id="{D326D0F8-8020-4AFD-8277-A8F44D3F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39" y="2103252"/>
            <a:ext cx="478066" cy="174584"/>
          </a:xfrm>
          <a:custGeom xmlns:a="http://schemas.openxmlformats.org/drawingml/2006/main">
            <a:pathLst>
              <a:path w="478066" h="174584">
                <a:moveTo>
                  <a:pt x="0" y="134918"/>
                </a:moveTo>
                <a:lnTo>
                  <a:pt x="0" y="0"/>
                </a:lnTo>
                <a:lnTo>
                  <a:pt x="50617" y="0"/>
                </a:lnTo>
                <a:cubicBezTo>
                  <a:pt x="60925" y="0"/>
                  <a:pt x="69192" y="1365"/>
                  <a:pt x="75420" y="4095"/>
                </a:cubicBezTo>
                <a:cubicBezTo>
                  <a:pt x="81647" y="6826"/>
                  <a:pt x="86525" y="11028"/>
                  <a:pt x="90053" y="16704"/>
                </a:cubicBezTo>
                <a:cubicBezTo>
                  <a:pt x="93581" y="22379"/>
                  <a:pt x="95345" y="28315"/>
                  <a:pt x="95345" y="34512"/>
                </a:cubicBezTo>
                <a:cubicBezTo>
                  <a:pt x="95345" y="40279"/>
                  <a:pt x="93780" y="45709"/>
                  <a:pt x="90651" y="50801"/>
                </a:cubicBezTo>
                <a:cubicBezTo>
                  <a:pt x="87522" y="55894"/>
                  <a:pt x="82798" y="60005"/>
                  <a:pt x="76478" y="63134"/>
                </a:cubicBezTo>
                <a:cubicBezTo>
                  <a:pt x="84638" y="65527"/>
                  <a:pt x="90912" y="69607"/>
                  <a:pt x="95299" y="75374"/>
                </a:cubicBezTo>
                <a:cubicBezTo>
                  <a:pt x="99686" y="81141"/>
                  <a:pt x="101879" y="87952"/>
                  <a:pt x="101879" y="95805"/>
                </a:cubicBezTo>
                <a:cubicBezTo>
                  <a:pt x="101879" y="102124"/>
                  <a:pt x="100545" y="107999"/>
                  <a:pt x="97876" y="113429"/>
                </a:cubicBezTo>
                <a:cubicBezTo>
                  <a:pt x="95207" y="118859"/>
                  <a:pt x="91909" y="123046"/>
                  <a:pt x="87982" y="125991"/>
                </a:cubicBezTo>
                <a:cubicBezTo>
                  <a:pt x="84056" y="128936"/>
                  <a:pt x="79132" y="131160"/>
                  <a:pt x="73211" y="132664"/>
                </a:cubicBezTo>
                <a:cubicBezTo>
                  <a:pt x="67290" y="134167"/>
                  <a:pt x="60035" y="134918"/>
                  <a:pt x="51446" y="134918"/>
                </a:cubicBezTo>
                <a:lnTo>
                  <a:pt x="0" y="134918"/>
                </a:lnTo>
                <a:moveTo>
                  <a:pt x="17854" y="56691"/>
                </a:moveTo>
                <a:lnTo>
                  <a:pt x="47028" y="56691"/>
                </a:lnTo>
                <a:cubicBezTo>
                  <a:pt x="54943" y="56691"/>
                  <a:pt x="60618" y="56170"/>
                  <a:pt x="64054" y="55127"/>
                </a:cubicBezTo>
                <a:cubicBezTo>
                  <a:pt x="68594" y="53777"/>
                  <a:pt x="72015" y="51538"/>
                  <a:pt x="74316" y="48409"/>
                </a:cubicBezTo>
                <a:cubicBezTo>
                  <a:pt x="76616" y="45280"/>
                  <a:pt x="77767" y="41353"/>
                  <a:pt x="77767" y="36629"/>
                </a:cubicBezTo>
                <a:cubicBezTo>
                  <a:pt x="77767" y="32150"/>
                  <a:pt x="76693" y="28208"/>
                  <a:pt x="74546" y="24803"/>
                </a:cubicBezTo>
                <a:cubicBezTo>
                  <a:pt x="72398" y="21397"/>
                  <a:pt x="69330" y="19066"/>
                  <a:pt x="65342" y="17808"/>
                </a:cubicBezTo>
                <a:cubicBezTo>
                  <a:pt x="61354" y="16550"/>
                  <a:pt x="54513" y="15921"/>
                  <a:pt x="44819" y="15921"/>
                </a:cubicBezTo>
                <a:lnTo>
                  <a:pt x="17854" y="15921"/>
                </a:lnTo>
                <a:lnTo>
                  <a:pt x="17854" y="56691"/>
                </a:lnTo>
                <a:moveTo>
                  <a:pt x="17854" y="118997"/>
                </a:moveTo>
                <a:lnTo>
                  <a:pt x="51446" y="118997"/>
                </a:lnTo>
                <a:cubicBezTo>
                  <a:pt x="57213" y="118997"/>
                  <a:pt x="61262" y="118782"/>
                  <a:pt x="63594" y="118353"/>
                </a:cubicBezTo>
                <a:cubicBezTo>
                  <a:pt x="67705" y="117616"/>
                  <a:pt x="71140" y="116389"/>
                  <a:pt x="73901" y="114671"/>
                </a:cubicBezTo>
                <a:cubicBezTo>
                  <a:pt x="76662" y="112953"/>
                  <a:pt x="78932" y="110453"/>
                  <a:pt x="80712" y="107171"/>
                </a:cubicBezTo>
                <a:cubicBezTo>
                  <a:pt x="82491" y="103888"/>
                  <a:pt x="83381" y="100100"/>
                  <a:pt x="83381" y="95805"/>
                </a:cubicBezTo>
                <a:cubicBezTo>
                  <a:pt x="83381" y="90774"/>
                  <a:pt x="82092" y="86402"/>
                  <a:pt x="79515" y="82690"/>
                </a:cubicBezTo>
                <a:cubicBezTo>
                  <a:pt x="76938" y="78978"/>
                  <a:pt x="73365" y="76371"/>
                  <a:pt x="68794" y="74868"/>
                </a:cubicBezTo>
                <a:cubicBezTo>
                  <a:pt x="64223" y="73365"/>
                  <a:pt x="57642" y="72613"/>
                  <a:pt x="49053" y="72613"/>
                </a:cubicBezTo>
                <a:lnTo>
                  <a:pt x="17854" y="72613"/>
                </a:lnTo>
                <a:lnTo>
                  <a:pt x="17854" y="118997"/>
                </a:lnTo>
                <a:close/>
                <a:moveTo>
                  <a:pt x="125257" y="19051"/>
                </a:moveTo>
                <a:lnTo>
                  <a:pt x="125257" y="0"/>
                </a:lnTo>
                <a:lnTo>
                  <a:pt x="141823" y="0"/>
                </a:lnTo>
                <a:lnTo>
                  <a:pt x="141823" y="19051"/>
                </a:lnTo>
                <a:lnTo>
                  <a:pt x="125257" y="19051"/>
                </a:lnTo>
                <a:moveTo>
                  <a:pt x="125257" y="134918"/>
                </a:moveTo>
                <a:lnTo>
                  <a:pt x="125257" y="37181"/>
                </a:lnTo>
                <a:lnTo>
                  <a:pt x="141823" y="37181"/>
                </a:lnTo>
                <a:lnTo>
                  <a:pt x="141823" y="134918"/>
                </a:lnTo>
                <a:lnTo>
                  <a:pt x="125257" y="134918"/>
                </a:lnTo>
                <a:close/>
                <a:moveTo>
                  <a:pt x="166904" y="134918"/>
                </a:moveTo>
                <a:lnTo>
                  <a:pt x="166904" y="0"/>
                </a:lnTo>
                <a:lnTo>
                  <a:pt x="183470" y="0"/>
                </a:lnTo>
                <a:lnTo>
                  <a:pt x="183470" y="134918"/>
                </a:lnTo>
                <a:lnTo>
                  <a:pt x="166904" y="134918"/>
                </a:lnTo>
                <a:close/>
                <a:moveTo>
                  <a:pt x="209011" y="134918"/>
                </a:moveTo>
                <a:lnTo>
                  <a:pt x="209011" y="0"/>
                </a:lnTo>
                <a:lnTo>
                  <a:pt x="225576" y="0"/>
                </a:lnTo>
                <a:lnTo>
                  <a:pt x="225576" y="134918"/>
                </a:lnTo>
                <a:lnTo>
                  <a:pt x="209011" y="134918"/>
                </a:lnTo>
                <a:close/>
                <a:moveTo>
                  <a:pt x="251577" y="19051"/>
                </a:moveTo>
                <a:lnTo>
                  <a:pt x="251577" y="0"/>
                </a:lnTo>
                <a:lnTo>
                  <a:pt x="268143" y="0"/>
                </a:lnTo>
                <a:lnTo>
                  <a:pt x="268143" y="19051"/>
                </a:lnTo>
                <a:lnTo>
                  <a:pt x="251577" y="19051"/>
                </a:lnTo>
                <a:moveTo>
                  <a:pt x="251577" y="134918"/>
                </a:moveTo>
                <a:lnTo>
                  <a:pt x="251577" y="37181"/>
                </a:lnTo>
                <a:lnTo>
                  <a:pt x="268143" y="37181"/>
                </a:lnTo>
                <a:lnTo>
                  <a:pt x="268143" y="134918"/>
                </a:lnTo>
                <a:lnTo>
                  <a:pt x="251577" y="134918"/>
                </a:lnTo>
                <a:close/>
                <a:moveTo>
                  <a:pt x="293592" y="134918"/>
                </a:moveTo>
                <a:lnTo>
                  <a:pt x="293592" y="37181"/>
                </a:lnTo>
                <a:lnTo>
                  <a:pt x="308501" y="37181"/>
                </a:lnTo>
                <a:lnTo>
                  <a:pt x="308501" y="51078"/>
                </a:lnTo>
                <a:cubicBezTo>
                  <a:pt x="315679" y="40341"/>
                  <a:pt x="326048" y="34972"/>
                  <a:pt x="339608" y="34972"/>
                </a:cubicBezTo>
                <a:cubicBezTo>
                  <a:pt x="345498" y="34972"/>
                  <a:pt x="350912" y="36030"/>
                  <a:pt x="355851" y="38147"/>
                </a:cubicBezTo>
                <a:cubicBezTo>
                  <a:pt x="360790" y="40264"/>
                  <a:pt x="364487" y="43040"/>
                  <a:pt x="366941" y="46476"/>
                </a:cubicBezTo>
                <a:cubicBezTo>
                  <a:pt x="369395" y="49912"/>
                  <a:pt x="371113" y="53992"/>
                  <a:pt x="372095" y="58716"/>
                </a:cubicBezTo>
                <a:cubicBezTo>
                  <a:pt x="372708" y="61784"/>
                  <a:pt x="373015" y="67152"/>
                  <a:pt x="373015" y="74822"/>
                </a:cubicBezTo>
                <a:lnTo>
                  <a:pt x="373015" y="134918"/>
                </a:lnTo>
                <a:lnTo>
                  <a:pt x="356449" y="134918"/>
                </a:lnTo>
                <a:lnTo>
                  <a:pt x="356449" y="75466"/>
                </a:lnTo>
                <a:cubicBezTo>
                  <a:pt x="356449" y="68717"/>
                  <a:pt x="355805" y="63671"/>
                  <a:pt x="354517" y="60327"/>
                </a:cubicBezTo>
                <a:cubicBezTo>
                  <a:pt x="353228" y="56983"/>
                  <a:pt x="350943" y="54314"/>
                  <a:pt x="347660" y="52320"/>
                </a:cubicBezTo>
                <a:cubicBezTo>
                  <a:pt x="344378" y="50326"/>
                  <a:pt x="340528" y="49329"/>
                  <a:pt x="336110" y="49329"/>
                </a:cubicBezTo>
                <a:cubicBezTo>
                  <a:pt x="329055" y="49329"/>
                  <a:pt x="322965" y="51568"/>
                  <a:pt x="317842" y="56047"/>
                </a:cubicBezTo>
                <a:cubicBezTo>
                  <a:pt x="312719" y="60526"/>
                  <a:pt x="310158" y="69024"/>
                  <a:pt x="310158" y="81540"/>
                </a:cubicBezTo>
                <a:lnTo>
                  <a:pt x="310158" y="134918"/>
                </a:lnTo>
                <a:lnTo>
                  <a:pt x="293592" y="134918"/>
                </a:lnTo>
                <a:close/>
                <a:moveTo>
                  <a:pt x="395237" y="143017"/>
                </a:moveTo>
                <a:lnTo>
                  <a:pt x="411343" y="145410"/>
                </a:lnTo>
                <a:cubicBezTo>
                  <a:pt x="412017" y="150380"/>
                  <a:pt x="413889" y="154000"/>
                  <a:pt x="416957" y="156270"/>
                </a:cubicBezTo>
                <a:cubicBezTo>
                  <a:pt x="421067" y="159337"/>
                  <a:pt x="426681" y="160871"/>
                  <a:pt x="433798" y="160871"/>
                </a:cubicBezTo>
                <a:cubicBezTo>
                  <a:pt x="441468" y="160871"/>
                  <a:pt x="447388" y="159337"/>
                  <a:pt x="451560" y="156270"/>
                </a:cubicBezTo>
                <a:cubicBezTo>
                  <a:pt x="455733" y="153202"/>
                  <a:pt x="458555" y="148907"/>
                  <a:pt x="460027" y="143385"/>
                </a:cubicBezTo>
                <a:cubicBezTo>
                  <a:pt x="460886" y="140011"/>
                  <a:pt x="461285" y="132924"/>
                  <a:pt x="461224" y="122126"/>
                </a:cubicBezTo>
                <a:cubicBezTo>
                  <a:pt x="453984" y="130654"/>
                  <a:pt x="444965" y="134918"/>
                  <a:pt x="434166" y="134918"/>
                </a:cubicBezTo>
                <a:cubicBezTo>
                  <a:pt x="420730" y="134918"/>
                  <a:pt x="410330" y="130071"/>
                  <a:pt x="402968" y="120377"/>
                </a:cubicBezTo>
                <a:cubicBezTo>
                  <a:pt x="395605" y="110683"/>
                  <a:pt x="391924" y="99057"/>
                  <a:pt x="391924" y="85497"/>
                </a:cubicBezTo>
                <a:cubicBezTo>
                  <a:pt x="391924" y="76172"/>
                  <a:pt x="393611" y="67567"/>
                  <a:pt x="396986" y="59683"/>
                </a:cubicBezTo>
                <a:cubicBezTo>
                  <a:pt x="400360" y="51798"/>
                  <a:pt x="405253" y="45709"/>
                  <a:pt x="411665" y="41414"/>
                </a:cubicBezTo>
                <a:cubicBezTo>
                  <a:pt x="418076" y="37119"/>
                  <a:pt x="425607" y="34972"/>
                  <a:pt x="434258" y="34972"/>
                </a:cubicBezTo>
                <a:cubicBezTo>
                  <a:pt x="445793" y="34972"/>
                  <a:pt x="455303" y="39635"/>
                  <a:pt x="462788" y="48961"/>
                </a:cubicBezTo>
                <a:lnTo>
                  <a:pt x="462788" y="37181"/>
                </a:lnTo>
                <a:lnTo>
                  <a:pt x="478066" y="37181"/>
                </a:lnTo>
                <a:lnTo>
                  <a:pt x="478066" y="121666"/>
                </a:lnTo>
                <a:cubicBezTo>
                  <a:pt x="478066" y="136882"/>
                  <a:pt x="476516" y="147665"/>
                  <a:pt x="473418" y="154015"/>
                </a:cubicBezTo>
                <a:cubicBezTo>
                  <a:pt x="470320" y="160365"/>
                  <a:pt x="465411" y="165381"/>
                  <a:pt x="458693" y="169062"/>
                </a:cubicBezTo>
                <a:cubicBezTo>
                  <a:pt x="451975" y="172743"/>
                  <a:pt x="443707" y="174584"/>
                  <a:pt x="433890" y="174584"/>
                </a:cubicBezTo>
                <a:cubicBezTo>
                  <a:pt x="422233" y="174584"/>
                  <a:pt x="412815" y="171961"/>
                  <a:pt x="405637" y="166715"/>
                </a:cubicBezTo>
                <a:cubicBezTo>
                  <a:pt x="398458" y="161469"/>
                  <a:pt x="394992" y="153570"/>
                  <a:pt x="395237" y="143017"/>
                </a:cubicBezTo>
                <a:moveTo>
                  <a:pt x="408950" y="84301"/>
                </a:moveTo>
                <a:cubicBezTo>
                  <a:pt x="408950" y="97124"/>
                  <a:pt x="411496" y="106481"/>
                  <a:pt x="416588" y="112371"/>
                </a:cubicBezTo>
                <a:cubicBezTo>
                  <a:pt x="421681" y="118261"/>
                  <a:pt x="428062" y="121206"/>
                  <a:pt x="435731" y="121206"/>
                </a:cubicBezTo>
                <a:cubicBezTo>
                  <a:pt x="443339" y="121206"/>
                  <a:pt x="449720" y="118276"/>
                  <a:pt x="454874" y="112417"/>
                </a:cubicBezTo>
                <a:cubicBezTo>
                  <a:pt x="460027" y="106557"/>
                  <a:pt x="462604" y="97369"/>
                  <a:pt x="462604" y="84853"/>
                </a:cubicBezTo>
                <a:cubicBezTo>
                  <a:pt x="462604" y="72889"/>
                  <a:pt x="459951" y="63870"/>
                  <a:pt x="454643" y="57796"/>
                </a:cubicBezTo>
                <a:cubicBezTo>
                  <a:pt x="449336" y="51722"/>
                  <a:pt x="442940" y="48685"/>
                  <a:pt x="435455" y="48685"/>
                </a:cubicBezTo>
                <a:cubicBezTo>
                  <a:pt x="428092" y="48685"/>
                  <a:pt x="421834" y="51676"/>
                  <a:pt x="416680" y="57658"/>
                </a:cubicBezTo>
                <a:cubicBezTo>
                  <a:pt x="411527" y="63640"/>
                  <a:pt x="408950" y="72521"/>
                  <a:pt x="408950" y="8430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90AFD-DF55-480C-B411-4A8591CF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023" y="2064168"/>
            <a:ext cx="418191" cy="235602"/>
          </a:xfrm>
          <a:custGeom xmlns:a="http://schemas.openxmlformats.org/drawingml/2006/main">
            <a:pathLst>
              <a:path w="418191" h="235602">
                <a:moveTo>
                  <a:pt x="0" y="39268"/>
                </a:moveTo>
                <a:cubicBezTo>
                  <a:pt x="0" y="17581"/>
                  <a:pt x="17581" y="0"/>
                  <a:pt x="39268" y="0"/>
                </a:cubicBezTo>
                <a:lnTo>
                  <a:pt x="378925" y="0"/>
                </a:lnTo>
                <a:cubicBezTo>
                  <a:pt x="400612" y="0"/>
                  <a:pt x="418191" y="17581"/>
                  <a:pt x="418191" y="39268"/>
                </a:cubicBezTo>
                <a:lnTo>
                  <a:pt x="418191" y="196333"/>
                </a:lnTo>
                <a:cubicBezTo>
                  <a:pt x="418191" y="218021"/>
                  <a:pt x="400612" y="235602"/>
                  <a:pt x="378925" y="235602"/>
                </a:cubicBezTo>
                <a:lnTo>
                  <a:pt x="39268" y="235602"/>
                </a:lnTo>
                <a:cubicBezTo>
                  <a:pt x="17581" y="235602"/>
                  <a:pt x="0" y="218021"/>
                  <a:pt x="0" y="196333"/>
                </a:cubicBezTo>
                <a:lnTo>
                  <a:pt x="0" y="39268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QoS">
            <a:extLst xmlns:a="http://schemas.openxmlformats.org/drawingml/2006/main">
              <a:ext uri="{FF2B5EF4-FFF2-40B4-BE49-F238E27FC236}">
                <a16:creationId xmlns:a16="http://schemas.microsoft.com/office/drawing/2014/main" id="{82DD2BD4-9061-45C9-93E6-0AF500E3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990" y="2103805"/>
            <a:ext cx="359127" cy="147803"/>
          </a:xfrm>
          <a:custGeom xmlns:a="http://schemas.openxmlformats.org/drawingml/2006/main">
            <a:pathLst>
              <a:path w="359127" h="147803">
                <a:moveTo>
                  <a:pt x="108689" y="122862"/>
                </a:moveTo>
                <a:cubicBezTo>
                  <a:pt x="116972" y="128568"/>
                  <a:pt x="124611" y="132740"/>
                  <a:pt x="131605" y="135379"/>
                </a:cubicBezTo>
                <a:lnTo>
                  <a:pt x="126359" y="147803"/>
                </a:lnTo>
                <a:cubicBezTo>
                  <a:pt x="116665" y="144306"/>
                  <a:pt x="107002" y="138784"/>
                  <a:pt x="97369" y="131237"/>
                </a:cubicBezTo>
                <a:cubicBezTo>
                  <a:pt x="87369" y="136820"/>
                  <a:pt x="76325" y="139612"/>
                  <a:pt x="64238" y="139612"/>
                </a:cubicBezTo>
                <a:cubicBezTo>
                  <a:pt x="52029" y="139612"/>
                  <a:pt x="40954" y="136667"/>
                  <a:pt x="31015" y="130777"/>
                </a:cubicBezTo>
                <a:cubicBezTo>
                  <a:pt x="21075" y="124887"/>
                  <a:pt x="13421" y="116604"/>
                  <a:pt x="8053" y="105928"/>
                </a:cubicBezTo>
                <a:cubicBezTo>
                  <a:pt x="2684" y="95253"/>
                  <a:pt x="0" y="83227"/>
                  <a:pt x="0" y="69852"/>
                </a:cubicBezTo>
                <a:cubicBezTo>
                  <a:pt x="0" y="56538"/>
                  <a:pt x="2700" y="44421"/>
                  <a:pt x="8099" y="33500"/>
                </a:cubicBezTo>
                <a:cubicBezTo>
                  <a:pt x="13498" y="22578"/>
                  <a:pt x="21183" y="14265"/>
                  <a:pt x="31153" y="8559"/>
                </a:cubicBezTo>
                <a:cubicBezTo>
                  <a:pt x="41123" y="2853"/>
                  <a:pt x="52274" y="0"/>
                  <a:pt x="64606" y="0"/>
                </a:cubicBezTo>
                <a:cubicBezTo>
                  <a:pt x="77061" y="0"/>
                  <a:pt x="88289" y="2960"/>
                  <a:pt x="98290" y="8881"/>
                </a:cubicBezTo>
                <a:cubicBezTo>
                  <a:pt x="108291" y="14802"/>
                  <a:pt x="115914" y="23085"/>
                  <a:pt x="121160" y="33730"/>
                </a:cubicBezTo>
                <a:cubicBezTo>
                  <a:pt x="126405" y="44375"/>
                  <a:pt x="129028" y="56385"/>
                  <a:pt x="129028" y="69760"/>
                </a:cubicBezTo>
                <a:cubicBezTo>
                  <a:pt x="129028" y="80865"/>
                  <a:pt x="127341" y="90851"/>
                  <a:pt x="123967" y="99716"/>
                </a:cubicBezTo>
                <a:cubicBezTo>
                  <a:pt x="120592" y="108582"/>
                  <a:pt x="115500" y="116297"/>
                  <a:pt x="108689" y="122862"/>
                </a:cubicBezTo>
                <a:moveTo>
                  <a:pt x="69392" y="100038"/>
                </a:moveTo>
                <a:cubicBezTo>
                  <a:pt x="79699" y="102922"/>
                  <a:pt x="88197" y="107217"/>
                  <a:pt x="94885" y="112923"/>
                </a:cubicBezTo>
                <a:cubicBezTo>
                  <a:pt x="105376" y="103352"/>
                  <a:pt x="110622" y="88964"/>
                  <a:pt x="110622" y="69760"/>
                </a:cubicBezTo>
                <a:cubicBezTo>
                  <a:pt x="110622" y="58839"/>
                  <a:pt x="108766" y="49298"/>
                  <a:pt x="105054" y="41138"/>
                </a:cubicBezTo>
                <a:cubicBezTo>
                  <a:pt x="101342" y="32978"/>
                  <a:pt x="95912" y="26643"/>
                  <a:pt x="88765" y="22134"/>
                </a:cubicBezTo>
                <a:cubicBezTo>
                  <a:pt x="81617" y="17624"/>
                  <a:pt x="73595" y="15369"/>
                  <a:pt x="64698" y="15369"/>
                </a:cubicBezTo>
                <a:cubicBezTo>
                  <a:pt x="51384" y="15369"/>
                  <a:pt x="40341" y="19925"/>
                  <a:pt x="31567" y="29036"/>
                </a:cubicBezTo>
                <a:cubicBezTo>
                  <a:pt x="22793" y="38147"/>
                  <a:pt x="18406" y="51752"/>
                  <a:pt x="18406" y="69852"/>
                </a:cubicBezTo>
                <a:cubicBezTo>
                  <a:pt x="18406" y="87399"/>
                  <a:pt x="22747" y="100867"/>
                  <a:pt x="31429" y="110254"/>
                </a:cubicBezTo>
                <a:cubicBezTo>
                  <a:pt x="40110" y="119641"/>
                  <a:pt x="51200" y="124335"/>
                  <a:pt x="64698" y="124335"/>
                </a:cubicBezTo>
                <a:cubicBezTo>
                  <a:pt x="71079" y="124335"/>
                  <a:pt x="77092" y="123138"/>
                  <a:pt x="82736" y="120745"/>
                </a:cubicBezTo>
                <a:cubicBezTo>
                  <a:pt x="77153" y="117126"/>
                  <a:pt x="71263" y="114549"/>
                  <a:pt x="65066" y="113015"/>
                </a:cubicBezTo>
                <a:lnTo>
                  <a:pt x="69392" y="100038"/>
                </a:lnTo>
                <a:close/>
                <a:moveTo>
                  <a:pt x="144948" y="88442"/>
                </a:moveTo>
                <a:cubicBezTo>
                  <a:pt x="144948" y="70343"/>
                  <a:pt x="149979" y="56937"/>
                  <a:pt x="160041" y="48225"/>
                </a:cubicBezTo>
                <a:cubicBezTo>
                  <a:pt x="168447" y="40985"/>
                  <a:pt x="178693" y="37365"/>
                  <a:pt x="190780" y="37365"/>
                </a:cubicBezTo>
                <a:cubicBezTo>
                  <a:pt x="204217" y="37365"/>
                  <a:pt x="215199" y="41767"/>
                  <a:pt x="223727" y="50571"/>
                </a:cubicBezTo>
                <a:cubicBezTo>
                  <a:pt x="232256" y="59376"/>
                  <a:pt x="236520" y="71539"/>
                  <a:pt x="236520" y="87062"/>
                </a:cubicBezTo>
                <a:cubicBezTo>
                  <a:pt x="236520" y="99640"/>
                  <a:pt x="234633" y="109533"/>
                  <a:pt x="230860" y="116742"/>
                </a:cubicBezTo>
                <a:cubicBezTo>
                  <a:pt x="227086" y="123951"/>
                  <a:pt x="221595" y="129550"/>
                  <a:pt x="214386" y="133538"/>
                </a:cubicBezTo>
                <a:cubicBezTo>
                  <a:pt x="207177" y="137526"/>
                  <a:pt x="199308" y="139520"/>
                  <a:pt x="190780" y="139520"/>
                </a:cubicBezTo>
                <a:cubicBezTo>
                  <a:pt x="177098" y="139520"/>
                  <a:pt x="166039" y="135133"/>
                  <a:pt x="157603" y="126359"/>
                </a:cubicBezTo>
                <a:cubicBezTo>
                  <a:pt x="149166" y="117586"/>
                  <a:pt x="144948" y="104947"/>
                  <a:pt x="144948" y="88442"/>
                </a:cubicBezTo>
                <a:moveTo>
                  <a:pt x="161974" y="88442"/>
                </a:moveTo>
                <a:cubicBezTo>
                  <a:pt x="161974" y="100959"/>
                  <a:pt x="164704" y="110331"/>
                  <a:pt x="170165" y="116558"/>
                </a:cubicBezTo>
                <a:cubicBezTo>
                  <a:pt x="175625" y="122786"/>
                  <a:pt x="182497" y="125899"/>
                  <a:pt x="190780" y="125899"/>
                </a:cubicBezTo>
                <a:cubicBezTo>
                  <a:pt x="199001" y="125899"/>
                  <a:pt x="205842" y="122770"/>
                  <a:pt x="211303" y="116512"/>
                </a:cubicBezTo>
                <a:cubicBezTo>
                  <a:pt x="216764" y="110254"/>
                  <a:pt x="219494" y="100713"/>
                  <a:pt x="219494" y="87890"/>
                </a:cubicBezTo>
                <a:cubicBezTo>
                  <a:pt x="219494" y="75803"/>
                  <a:pt x="216748" y="66646"/>
                  <a:pt x="211257" y="60419"/>
                </a:cubicBezTo>
                <a:cubicBezTo>
                  <a:pt x="205766" y="54191"/>
                  <a:pt x="198940" y="51078"/>
                  <a:pt x="190780" y="51078"/>
                </a:cubicBezTo>
                <a:cubicBezTo>
                  <a:pt x="182497" y="51078"/>
                  <a:pt x="175625" y="54176"/>
                  <a:pt x="170165" y="60373"/>
                </a:cubicBezTo>
                <a:cubicBezTo>
                  <a:pt x="164704" y="66570"/>
                  <a:pt x="161974" y="75926"/>
                  <a:pt x="161974" y="88442"/>
                </a:cubicBezTo>
                <a:close/>
                <a:moveTo>
                  <a:pt x="251726" y="93964"/>
                </a:moveTo>
                <a:lnTo>
                  <a:pt x="268568" y="92492"/>
                </a:lnTo>
                <a:cubicBezTo>
                  <a:pt x="269365" y="99241"/>
                  <a:pt x="271221" y="104778"/>
                  <a:pt x="274136" y="109103"/>
                </a:cubicBezTo>
                <a:cubicBezTo>
                  <a:pt x="277050" y="113429"/>
                  <a:pt x="281575" y="116926"/>
                  <a:pt x="287710" y="119595"/>
                </a:cubicBezTo>
                <a:cubicBezTo>
                  <a:pt x="293846" y="122264"/>
                  <a:pt x="300748" y="123598"/>
                  <a:pt x="308418" y="123598"/>
                </a:cubicBezTo>
                <a:cubicBezTo>
                  <a:pt x="315228" y="123598"/>
                  <a:pt x="321241" y="122586"/>
                  <a:pt x="326456" y="120561"/>
                </a:cubicBezTo>
                <a:cubicBezTo>
                  <a:pt x="331671" y="118537"/>
                  <a:pt x="335552" y="115760"/>
                  <a:pt x="338098" y="112233"/>
                </a:cubicBezTo>
                <a:cubicBezTo>
                  <a:pt x="340644" y="108705"/>
                  <a:pt x="341917" y="104855"/>
                  <a:pt x="341917" y="100683"/>
                </a:cubicBezTo>
                <a:cubicBezTo>
                  <a:pt x="341917" y="96449"/>
                  <a:pt x="340690" y="92753"/>
                  <a:pt x="338236" y="89593"/>
                </a:cubicBezTo>
                <a:cubicBezTo>
                  <a:pt x="335782" y="86433"/>
                  <a:pt x="331732" y="83779"/>
                  <a:pt x="326088" y="81632"/>
                </a:cubicBezTo>
                <a:cubicBezTo>
                  <a:pt x="322468" y="80221"/>
                  <a:pt x="314461" y="78027"/>
                  <a:pt x="302067" y="75052"/>
                </a:cubicBezTo>
                <a:cubicBezTo>
                  <a:pt x="289674" y="72076"/>
                  <a:pt x="280992" y="69269"/>
                  <a:pt x="276022" y="66631"/>
                </a:cubicBezTo>
                <a:cubicBezTo>
                  <a:pt x="269580" y="63256"/>
                  <a:pt x="264779" y="59069"/>
                  <a:pt x="261619" y="54069"/>
                </a:cubicBezTo>
                <a:cubicBezTo>
                  <a:pt x="258460" y="49068"/>
                  <a:pt x="256880" y="43470"/>
                  <a:pt x="256880" y="37273"/>
                </a:cubicBezTo>
                <a:cubicBezTo>
                  <a:pt x="256880" y="30462"/>
                  <a:pt x="258813" y="24097"/>
                  <a:pt x="262678" y="18176"/>
                </a:cubicBezTo>
                <a:cubicBezTo>
                  <a:pt x="266543" y="12256"/>
                  <a:pt x="272188" y="7761"/>
                  <a:pt x="279612" y="4694"/>
                </a:cubicBezTo>
                <a:cubicBezTo>
                  <a:pt x="287036" y="1626"/>
                  <a:pt x="295288" y="92"/>
                  <a:pt x="304368" y="92"/>
                </a:cubicBezTo>
                <a:cubicBezTo>
                  <a:pt x="314369" y="92"/>
                  <a:pt x="323189" y="1703"/>
                  <a:pt x="330827" y="4924"/>
                </a:cubicBezTo>
                <a:cubicBezTo>
                  <a:pt x="338466" y="8145"/>
                  <a:pt x="344341" y="12884"/>
                  <a:pt x="348451" y="19143"/>
                </a:cubicBezTo>
                <a:cubicBezTo>
                  <a:pt x="352562" y="25401"/>
                  <a:pt x="354771" y="32487"/>
                  <a:pt x="355078" y="40402"/>
                </a:cubicBezTo>
                <a:lnTo>
                  <a:pt x="337960" y="41690"/>
                </a:lnTo>
                <a:cubicBezTo>
                  <a:pt x="337039" y="33162"/>
                  <a:pt x="333926" y="26720"/>
                  <a:pt x="328619" y="22364"/>
                </a:cubicBezTo>
                <a:cubicBezTo>
                  <a:pt x="323311" y="18008"/>
                  <a:pt x="315473" y="15829"/>
                  <a:pt x="305104" y="15829"/>
                </a:cubicBezTo>
                <a:cubicBezTo>
                  <a:pt x="294306" y="15829"/>
                  <a:pt x="286437" y="17808"/>
                  <a:pt x="281498" y="21765"/>
                </a:cubicBezTo>
                <a:cubicBezTo>
                  <a:pt x="276559" y="25723"/>
                  <a:pt x="274090" y="30493"/>
                  <a:pt x="274090" y="36076"/>
                </a:cubicBezTo>
                <a:cubicBezTo>
                  <a:pt x="274090" y="40923"/>
                  <a:pt x="275838" y="44911"/>
                  <a:pt x="279336" y="48041"/>
                </a:cubicBezTo>
                <a:cubicBezTo>
                  <a:pt x="282771" y="51170"/>
                  <a:pt x="291745" y="54375"/>
                  <a:pt x="306255" y="57658"/>
                </a:cubicBezTo>
                <a:cubicBezTo>
                  <a:pt x="320765" y="60940"/>
                  <a:pt x="330720" y="63809"/>
                  <a:pt x="336119" y="66263"/>
                </a:cubicBezTo>
                <a:cubicBezTo>
                  <a:pt x="343972" y="69883"/>
                  <a:pt x="349770" y="74469"/>
                  <a:pt x="353513" y="80021"/>
                </a:cubicBezTo>
                <a:cubicBezTo>
                  <a:pt x="357256" y="85574"/>
                  <a:pt x="359127" y="91970"/>
                  <a:pt x="359127" y="99210"/>
                </a:cubicBezTo>
                <a:cubicBezTo>
                  <a:pt x="359127" y="106389"/>
                  <a:pt x="357072" y="113153"/>
                  <a:pt x="352961" y="119503"/>
                </a:cubicBezTo>
                <a:cubicBezTo>
                  <a:pt x="348850" y="125853"/>
                  <a:pt x="342945" y="130792"/>
                  <a:pt x="335245" y="134320"/>
                </a:cubicBezTo>
                <a:cubicBezTo>
                  <a:pt x="327545" y="137848"/>
                  <a:pt x="318879" y="139612"/>
                  <a:pt x="309246" y="139612"/>
                </a:cubicBezTo>
                <a:cubicBezTo>
                  <a:pt x="297036" y="139612"/>
                  <a:pt x="286805" y="137833"/>
                  <a:pt x="278553" y="134274"/>
                </a:cubicBezTo>
                <a:cubicBezTo>
                  <a:pt x="270301" y="130716"/>
                  <a:pt x="263828" y="125362"/>
                  <a:pt x="259135" y="118215"/>
                </a:cubicBezTo>
                <a:cubicBezTo>
                  <a:pt x="254441" y="111067"/>
                  <a:pt x="251972" y="102983"/>
                  <a:pt x="251726" y="939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0C98A-48CC-4441-9EE9-96EAF533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06" y="2341001"/>
            <a:ext cx="1033699" cy="235600"/>
          </a:xfrm>
          <a:custGeom xmlns:a="http://schemas.openxmlformats.org/drawingml/2006/main">
            <a:pathLst>
              <a:path w="1033699" h="235600">
                <a:moveTo>
                  <a:pt x="0" y="39267"/>
                </a:moveTo>
                <a:cubicBezTo>
                  <a:pt x="0" y="17581"/>
                  <a:pt x="17581" y="0"/>
                  <a:pt x="39268" y="0"/>
                </a:cubicBezTo>
                <a:lnTo>
                  <a:pt x="994431" y="0"/>
                </a:lnTo>
                <a:cubicBezTo>
                  <a:pt x="1016118" y="0"/>
                  <a:pt x="1033699" y="17581"/>
                  <a:pt x="1033699" y="39267"/>
                </a:cubicBezTo>
                <a:lnTo>
                  <a:pt x="1033699" y="196333"/>
                </a:lnTo>
                <a:cubicBezTo>
                  <a:pt x="1033699" y="218021"/>
                  <a:pt x="1016118" y="235600"/>
                  <a:pt x="994431" y="235600"/>
                </a:cubicBezTo>
                <a:lnTo>
                  <a:pt x="39268" y="235600"/>
                </a:lnTo>
                <a:cubicBezTo>
                  <a:pt x="17581" y="235600"/>
                  <a:pt x="0" y="218021"/>
                  <a:pt x="0" y="196333"/>
                </a:cubicBezTo>
                <a:lnTo>
                  <a:pt x="0" y="39267"/>
                </a:lnTo>
                <a:close/>
              </a:path>
            </a:pathLst>
          </a:custGeom>
          <a:solidFill xmlns:a="http://schemas.openxmlformats.org/drawingml/2006/main">
            <a:srgbClr val="37961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Roaming">
            <a:extLst xmlns:a="http://schemas.openxmlformats.org/drawingml/2006/main">
              <a:ext uri="{FF2B5EF4-FFF2-40B4-BE49-F238E27FC236}">
                <a16:creationId xmlns:a16="http://schemas.microsoft.com/office/drawing/2014/main" id="{0E9F1A9D-3C7E-4A53-B7EC-4C88C11A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03" y="2377138"/>
            <a:ext cx="727017" cy="174584"/>
          </a:xfrm>
          <a:custGeom xmlns:a="http://schemas.openxmlformats.org/drawingml/2006/main">
            <a:pathLst>
              <a:path w="727017" h="174584">
                <a:moveTo>
                  <a:pt x="0" y="134918"/>
                </a:moveTo>
                <a:lnTo>
                  <a:pt x="0" y="0"/>
                </a:lnTo>
                <a:lnTo>
                  <a:pt x="59821" y="0"/>
                </a:lnTo>
                <a:cubicBezTo>
                  <a:pt x="71846" y="0"/>
                  <a:pt x="80988" y="1212"/>
                  <a:pt x="87246" y="3635"/>
                </a:cubicBezTo>
                <a:cubicBezTo>
                  <a:pt x="93504" y="6059"/>
                  <a:pt x="98505" y="10338"/>
                  <a:pt x="102247" y="16474"/>
                </a:cubicBezTo>
                <a:cubicBezTo>
                  <a:pt x="105990" y="22609"/>
                  <a:pt x="107861" y="29389"/>
                  <a:pt x="107861" y="36813"/>
                </a:cubicBezTo>
                <a:cubicBezTo>
                  <a:pt x="107861" y="46384"/>
                  <a:pt x="104763" y="54452"/>
                  <a:pt x="98566" y="61017"/>
                </a:cubicBezTo>
                <a:cubicBezTo>
                  <a:pt x="92369" y="67582"/>
                  <a:pt x="82798" y="71754"/>
                  <a:pt x="69852" y="73533"/>
                </a:cubicBezTo>
                <a:cubicBezTo>
                  <a:pt x="74576" y="75803"/>
                  <a:pt x="78166" y="78043"/>
                  <a:pt x="80620" y="80252"/>
                </a:cubicBezTo>
                <a:cubicBezTo>
                  <a:pt x="85835" y="85037"/>
                  <a:pt x="90774" y="91019"/>
                  <a:pt x="95437" y="98198"/>
                </a:cubicBezTo>
                <a:lnTo>
                  <a:pt x="118905" y="134918"/>
                </a:lnTo>
                <a:lnTo>
                  <a:pt x="96449" y="134918"/>
                </a:lnTo>
                <a:lnTo>
                  <a:pt x="78595" y="106849"/>
                </a:lnTo>
                <a:cubicBezTo>
                  <a:pt x="73380" y="98750"/>
                  <a:pt x="69085" y="92553"/>
                  <a:pt x="65711" y="88258"/>
                </a:cubicBezTo>
                <a:cubicBezTo>
                  <a:pt x="62336" y="83964"/>
                  <a:pt x="59314" y="80957"/>
                  <a:pt x="56645" y="79239"/>
                </a:cubicBezTo>
                <a:cubicBezTo>
                  <a:pt x="53977" y="77521"/>
                  <a:pt x="51262" y="76325"/>
                  <a:pt x="48501" y="75650"/>
                </a:cubicBezTo>
                <a:cubicBezTo>
                  <a:pt x="46476" y="75221"/>
                  <a:pt x="43163" y="75006"/>
                  <a:pt x="38561" y="75006"/>
                </a:cubicBezTo>
                <a:lnTo>
                  <a:pt x="17854" y="75006"/>
                </a:lnTo>
                <a:lnTo>
                  <a:pt x="17854" y="134918"/>
                </a:lnTo>
                <a:lnTo>
                  <a:pt x="0" y="134918"/>
                </a:lnTo>
                <a:moveTo>
                  <a:pt x="17854" y="59544"/>
                </a:moveTo>
                <a:lnTo>
                  <a:pt x="56231" y="59544"/>
                </a:lnTo>
                <a:cubicBezTo>
                  <a:pt x="64391" y="59544"/>
                  <a:pt x="70772" y="58701"/>
                  <a:pt x="75374" y="57014"/>
                </a:cubicBezTo>
                <a:cubicBezTo>
                  <a:pt x="79975" y="55326"/>
                  <a:pt x="83473" y="52627"/>
                  <a:pt x="85866" y="48915"/>
                </a:cubicBezTo>
                <a:cubicBezTo>
                  <a:pt x="88258" y="45203"/>
                  <a:pt x="89455" y="41169"/>
                  <a:pt x="89455" y="36813"/>
                </a:cubicBezTo>
                <a:cubicBezTo>
                  <a:pt x="89455" y="30432"/>
                  <a:pt x="87139" y="25186"/>
                  <a:pt x="82506" y="21075"/>
                </a:cubicBezTo>
                <a:cubicBezTo>
                  <a:pt x="77874" y="16964"/>
                  <a:pt x="70558" y="14909"/>
                  <a:pt x="60557" y="14909"/>
                </a:cubicBezTo>
                <a:lnTo>
                  <a:pt x="17854" y="14909"/>
                </a:lnTo>
                <a:lnTo>
                  <a:pt x="17854" y="59544"/>
                </a:lnTo>
                <a:close/>
                <a:moveTo>
                  <a:pt x="128108" y="86050"/>
                </a:moveTo>
                <a:cubicBezTo>
                  <a:pt x="128108" y="67950"/>
                  <a:pt x="133140" y="54544"/>
                  <a:pt x="143202" y="45832"/>
                </a:cubicBezTo>
                <a:cubicBezTo>
                  <a:pt x="151607" y="38592"/>
                  <a:pt x="161853" y="34972"/>
                  <a:pt x="173940" y="34972"/>
                </a:cubicBezTo>
                <a:cubicBezTo>
                  <a:pt x="187377" y="34972"/>
                  <a:pt x="198359" y="39374"/>
                  <a:pt x="206888" y="48179"/>
                </a:cubicBezTo>
                <a:cubicBezTo>
                  <a:pt x="215416" y="56983"/>
                  <a:pt x="219680" y="69146"/>
                  <a:pt x="219680" y="84669"/>
                </a:cubicBezTo>
                <a:cubicBezTo>
                  <a:pt x="219680" y="97247"/>
                  <a:pt x="217793" y="107140"/>
                  <a:pt x="214020" y="114349"/>
                </a:cubicBezTo>
                <a:cubicBezTo>
                  <a:pt x="210247" y="121558"/>
                  <a:pt x="204755" y="127157"/>
                  <a:pt x="197546" y="131145"/>
                </a:cubicBezTo>
                <a:cubicBezTo>
                  <a:pt x="190337" y="135133"/>
                  <a:pt x="182468" y="137127"/>
                  <a:pt x="173940" y="137127"/>
                </a:cubicBezTo>
                <a:cubicBezTo>
                  <a:pt x="160258" y="137127"/>
                  <a:pt x="149199" y="132740"/>
                  <a:pt x="140763" y="123967"/>
                </a:cubicBezTo>
                <a:cubicBezTo>
                  <a:pt x="132327" y="115193"/>
                  <a:pt x="128108" y="102554"/>
                  <a:pt x="128108" y="86050"/>
                </a:cubicBezTo>
                <a:moveTo>
                  <a:pt x="145134" y="86050"/>
                </a:moveTo>
                <a:cubicBezTo>
                  <a:pt x="145134" y="98566"/>
                  <a:pt x="147865" y="107938"/>
                  <a:pt x="153325" y="114165"/>
                </a:cubicBezTo>
                <a:cubicBezTo>
                  <a:pt x="158786" y="120393"/>
                  <a:pt x="165657" y="123506"/>
                  <a:pt x="173940" y="123506"/>
                </a:cubicBezTo>
                <a:cubicBezTo>
                  <a:pt x="182162" y="123506"/>
                  <a:pt x="189003" y="120377"/>
                  <a:pt x="194463" y="114119"/>
                </a:cubicBezTo>
                <a:cubicBezTo>
                  <a:pt x="199924" y="107861"/>
                  <a:pt x="202654" y="98320"/>
                  <a:pt x="202654" y="85497"/>
                </a:cubicBezTo>
                <a:cubicBezTo>
                  <a:pt x="202654" y="73411"/>
                  <a:pt x="199908" y="64253"/>
                  <a:pt x="194417" y="58026"/>
                </a:cubicBezTo>
                <a:cubicBezTo>
                  <a:pt x="188926" y="51798"/>
                  <a:pt x="182100" y="48685"/>
                  <a:pt x="173940" y="48685"/>
                </a:cubicBezTo>
                <a:cubicBezTo>
                  <a:pt x="165657" y="48685"/>
                  <a:pt x="158786" y="51783"/>
                  <a:pt x="153325" y="57980"/>
                </a:cubicBezTo>
                <a:cubicBezTo>
                  <a:pt x="147865" y="64177"/>
                  <a:pt x="145134" y="73533"/>
                  <a:pt x="145134" y="86050"/>
                </a:cubicBezTo>
                <a:close/>
                <a:moveTo>
                  <a:pt x="302678" y="122862"/>
                </a:moveTo>
                <a:cubicBezTo>
                  <a:pt x="296543" y="128077"/>
                  <a:pt x="290637" y="131759"/>
                  <a:pt x="284962" y="133906"/>
                </a:cubicBezTo>
                <a:cubicBezTo>
                  <a:pt x="279287" y="136053"/>
                  <a:pt x="273197" y="137127"/>
                  <a:pt x="266694" y="137127"/>
                </a:cubicBezTo>
                <a:cubicBezTo>
                  <a:pt x="255957" y="137127"/>
                  <a:pt x="247705" y="134504"/>
                  <a:pt x="241937" y="129258"/>
                </a:cubicBezTo>
                <a:cubicBezTo>
                  <a:pt x="236170" y="124013"/>
                  <a:pt x="233286" y="117310"/>
                  <a:pt x="233286" y="109150"/>
                </a:cubicBezTo>
                <a:cubicBezTo>
                  <a:pt x="233286" y="104364"/>
                  <a:pt x="234375" y="99992"/>
                  <a:pt x="236553" y="96035"/>
                </a:cubicBezTo>
                <a:cubicBezTo>
                  <a:pt x="238731" y="92078"/>
                  <a:pt x="241584" y="88903"/>
                  <a:pt x="245112" y="86510"/>
                </a:cubicBezTo>
                <a:cubicBezTo>
                  <a:pt x="248640" y="84117"/>
                  <a:pt x="252613" y="82307"/>
                  <a:pt x="257030" y="81080"/>
                </a:cubicBezTo>
                <a:cubicBezTo>
                  <a:pt x="260282" y="80221"/>
                  <a:pt x="265191" y="79393"/>
                  <a:pt x="271756" y="78595"/>
                </a:cubicBezTo>
                <a:cubicBezTo>
                  <a:pt x="285131" y="77000"/>
                  <a:pt x="294978" y="75098"/>
                  <a:pt x="301298" y="72889"/>
                </a:cubicBezTo>
                <a:cubicBezTo>
                  <a:pt x="301359" y="70619"/>
                  <a:pt x="301390" y="69177"/>
                  <a:pt x="301390" y="68564"/>
                </a:cubicBezTo>
                <a:cubicBezTo>
                  <a:pt x="301390" y="61815"/>
                  <a:pt x="299825" y="57060"/>
                  <a:pt x="296696" y="54299"/>
                </a:cubicBezTo>
                <a:cubicBezTo>
                  <a:pt x="292463" y="50556"/>
                  <a:pt x="286174" y="48685"/>
                  <a:pt x="277830" y="48685"/>
                </a:cubicBezTo>
                <a:cubicBezTo>
                  <a:pt x="270038" y="48685"/>
                  <a:pt x="264286" y="50050"/>
                  <a:pt x="260574" y="52780"/>
                </a:cubicBezTo>
                <a:cubicBezTo>
                  <a:pt x="256862" y="55510"/>
                  <a:pt x="254116" y="60342"/>
                  <a:pt x="252337" y="67275"/>
                </a:cubicBezTo>
                <a:lnTo>
                  <a:pt x="236139" y="65066"/>
                </a:lnTo>
                <a:cubicBezTo>
                  <a:pt x="237612" y="58133"/>
                  <a:pt x="240035" y="52535"/>
                  <a:pt x="243410" y="48271"/>
                </a:cubicBezTo>
                <a:cubicBezTo>
                  <a:pt x="246784" y="44006"/>
                  <a:pt x="251662" y="40724"/>
                  <a:pt x="258043" y="38423"/>
                </a:cubicBezTo>
                <a:cubicBezTo>
                  <a:pt x="264424" y="36122"/>
                  <a:pt x="271817" y="34972"/>
                  <a:pt x="280222" y="34972"/>
                </a:cubicBezTo>
                <a:cubicBezTo>
                  <a:pt x="288567" y="34972"/>
                  <a:pt x="295346" y="35954"/>
                  <a:pt x="300561" y="37917"/>
                </a:cubicBezTo>
                <a:cubicBezTo>
                  <a:pt x="305777" y="39880"/>
                  <a:pt x="309611" y="42350"/>
                  <a:pt x="312065" y="45326"/>
                </a:cubicBezTo>
                <a:cubicBezTo>
                  <a:pt x="314520" y="48301"/>
                  <a:pt x="316237" y="52059"/>
                  <a:pt x="317219" y="56599"/>
                </a:cubicBezTo>
                <a:cubicBezTo>
                  <a:pt x="317771" y="59422"/>
                  <a:pt x="318047" y="64514"/>
                  <a:pt x="318047" y="71877"/>
                </a:cubicBezTo>
                <a:lnTo>
                  <a:pt x="318047" y="93964"/>
                </a:lnTo>
                <a:cubicBezTo>
                  <a:pt x="318047" y="109364"/>
                  <a:pt x="318400" y="119104"/>
                  <a:pt x="319106" y="123184"/>
                </a:cubicBezTo>
                <a:cubicBezTo>
                  <a:pt x="319811" y="127264"/>
                  <a:pt x="321207" y="131176"/>
                  <a:pt x="323293" y="134918"/>
                </a:cubicBezTo>
                <a:lnTo>
                  <a:pt x="305991" y="134918"/>
                </a:lnTo>
                <a:cubicBezTo>
                  <a:pt x="304273" y="131483"/>
                  <a:pt x="303169" y="127464"/>
                  <a:pt x="302678" y="122862"/>
                </a:cubicBezTo>
                <a:moveTo>
                  <a:pt x="301298" y="85866"/>
                </a:moveTo>
                <a:cubicBezTo>
                  <a:pt x="295285" y="88320"/>
                  <a:pt x="286266" y="90406"/>
                  <a:pt x="274240" y="92124"/>
                </a:cubicBezTo>
                <a:cubicBezTo>
                  <a:pt x="267430" y="93105"/>
                  <a:pt x="262614" y="94210"/>
                  <a:pt x="259791" y="95437"/>
                </a:cubicBezTo>
                <a:cubicBezTo>
                  <a:pt x="256969" y="96664"/>
                  <a:pt x="254791" y="98459"/>
                  <a:pt x="253257" y="100821"/>
                </a:cubicBezTo>
                <a:cubicBezTo>
                  <a:pt x="251723" y="103183"/>
                  <a:pt x="250956" y="105806"/>
                  <a:pt x="250956" y="108689"/>
                </a:cubicBezTo>
                <a:cubicBezTo>
                  <a:pt x="250956" y="113107"/>
                  <a:pt x="252628" y="116788"/>
                  <a:pt x="255972" y="119733"/>
                </a:cubicBezTo>
                <a:cubicBezTo>
                  <a:pt x="259316" y="122678"/>
                  <a:pt x="264209" y="124151"/>
                  <a:pt x="270651" y="124151"/>
                </a:cubicBezTo>
                <a:cubicBezTo>
                  <a:pt x="277032" y="124151"/>
                  <a:pt x="282707" y="122755"/>
                  <a:pt x="287677" y="119963"/>
                </a:cubicBezTo>
                <a:cubicBezTo>
                  <a:pt x="292647" y="117172"/>
                  <a:pt x="296297" y="113352"/>
                  <a:pt x="298629" y="108505"/>
                </a:cubicBezTo>
                <a:cubicBezTo>
                  <a:pt x="300408" y="104763"/>
                  <a:pt x="301298" y="99241"/>
                  <a:pt x="301298" y="91940"/>
                </a:cubicBezTo>
                <a:lnTo>
                  <a:pt x="301298" y="85866"/>
                </a:lnTo>
                <a:close/>
                <a:moveTo>
                  <a:pt x="343526" y="134918"/>
                </a:moveTo>
                <a:lnTo>
                  <a:pt x="343526" y="37181"/>
                </a:lnTo>
                <a:lnTo>
                  <a:pt x="358343" y="37181"/>
                </a:lnTo>
                <a:lnTo>
                  <a:pt x="358343" y="50893"/>
                </a:lnTo>
                <a:cubicBezTo>
                  <a:pt x="361411" y="46108"/>
                  <a:pt x="365491" y="42258"/>
                  <a:pt x="370583" y="39344"/>
                </a:cubicBezTo>
                <a:cubicBezTo>
                  <a:pt x="375676" y="36429"/>
                  <a:pt x="381474" y="34972"/>
                  <a:pt x="387977" y="34972"/>
                </a:cubicBezTo>
                <a:cubicBezTo>
                  <a:pt x="395217" y="34972"/>
                  <a:pt x="401153" y="36475"/>
                  <a:pt x="405785" y="39482"/>
                </a:cubicBezTo>
                <a:cubicBezTo>
                  <a:pt x="410418" y="42488"/>
                  <a:pt x="413685" y="46691"/>
                  <a:pt x="415587" y="52090"/>
                </a:cubicBezTo>
                <a:cubicBezTo>
                  <a:pt x="423317" y="40678"/>
                  <a:pt x="433379" y="34972"/>
                  <a:pt x="445773" y="34972"/>
                </a:cubicBezTo>
                <a:cubicBezTo>
                  <a:pt x="455467" y="34972"/>
                  <a:pt x="462922" y="37656"/>
                  <a:pt x="468137" y="43025"/>
                </a:cubicBezTo>
                <a:cubicBezTo>
                  <a:pt x="473352" y="48393"/>
                  <a:pt x="475959" y="56661"/>
                  <a:pt x="475959" y="67827"/>
                </a:cubicBezTo>
                <a:lnTo>
                  <a:pt x="475959" y="134918"/>
                </a:lnTo>
                <a:lnTo>
                  <a:pt x="459486" y="134918"/>
                </a:lnTo>
                <a:lnTo>
                  <a:pt x="459486" y="73349"/>
                </a:lnTo>
                <a:cubicBezTo>
                  <a:pt x="459486" y="66723"/>
                  <a:pt x="458949" y="61953"/>
                  <a:pt x="457875" y="59038"/>
                </a:cubicBezTo>
                <a:cubicBezTo>
                  <a:pt x="456801" y="56124"/>
                  <a:pt x="454853" y="53777"/>
                  <a:pt x="452031" y="51998"/>
                </a:cubicBezTo>
                <a:cubicBezTo>
                  <a:pt x="449209" y="50219"/>
                  <a:pt x="445896" y="49329"/>
                  <a:pt x="442092" y="49329"/>
                </a:cubicBezTo>
                <a:cubicBezTo>
                  <a:pt x="435220" y="49329"/>
                  <a:pt x="429514" y="51614"/>
                  <a:pt x="424974" y="56185"/>
                </a:cubicBezTo>
                <a:cubicBezTo>
                  <a:pt x="420434" y="60756"/>
                  <a:pt x="418164" y="68073"/>
                  <a:pt x="418164" y="78135"/>
                </a:cubicBezTo>
                <a:lnTo>
                  <a:pt x="418164" y="134918"/>
                </a:lnTo>
                <a:lnTo>
                  <a:pt x="401598" y="134918"/>
                </a:lnTo>
                <a:lnTo>
                  <a:pt x="401598" y="71417"/>
                </a:lnTo>
                <a:cubicBezTo>
                  <a:pt x="401598" y="64054"/>
                  <a:pt x="400248" y="58532"/>
                  <a:pt x="397548" y="54851"/>
                </a:cubicBezTo>
                <a:cubicBezTo>
                  <a:pt x="394849" y="51170"/>
                  <a:pt x="390431" y="49329"/>
                  <a:pt x="384296" y="49329"/>
                </a:cubicBezTo>
                <a:cubicBezTo>
                  <a:pt x="379633" y="49329"/>
                  <a:pt x="375323" y="50556"/>
                  <a:pt x="371365" y="53010"/>
                </a:cubicBezTo>
                <a:cubicBezTo>
                  <a:pt x="367408" y="55464"/>
                  <a:pt x="364540" y="59054"/>
                  <a:pt x="362760" y="63778"/>
                </a:cubicBezTo>
                <a:cubicBezTo>
                  <a:pt x="360981" y="68502"/>
                  <a:pt x="360092" y="75313"/>
                  <a:pt x="360092" y="84209"/>
                </a:cubicBezTo>
                <a:lnTo>
                  <a:pt x="360092" y="134918"/>
                </a:lnTo>
                <a:lnTo>
                  <a:pt x="343526" y="134918"/>
                </a:lnTo>
                <a:close/>
                <a:moveTo>
                  <a:pt x="500453" y="19051"/>
                </a:moveTo>
                <a:lnTo>
                  <a:pt x="500453" y="0"/>
                </a:lnTo>
                <a:lnTo>
                  <a:pt x="517019" y="0"/>
                </a:lnTo>
                <a:lnTo>
                  <a:pt x="517019" y="19051"/>
                </a:lnTo>
                <a:lnTo>
                  <a:pt x="500453" y="19051"/>
                </a:lnTo>
                <a:moveTo>
                  <a:pt x="500453" y="134918"/>
                </a:moveTo>
                <a:lnTo>
                  <a:pt x="500453" y="37181"/>
                </a:lnTo>
                <a:lnTo>
                  <a:pt x="517019" y="37181"/>
                </a:lnTo>
                <a:lnTo>
                  <a:pt x="517019" y="134918"/>
                </a:lnTo>
                <a:lnTo>
                  <a:pt x="500453" y="134918"/>
                </a:lnTo>
                <a:close/>
                <a:moveTo>
                  <a:pt x="542599" y="134918"/>
                </a:moveTo>
                <a:lnTo>
                  <a:pt x="542599" y="37181"/>
                </a:lnTo>
                <a:lnTo>
                  <a:pt x="557509" y="37181"/>
                </a:lnTo>
                <a:lnTo>
                  <a:pt x="557509" y="51078"/>
                </a:lnTo>
                <a:cubicBezTo>
                  <a:pt x="564687" y="40341"/>
                  <a:pt x="575056" y="34972"/>
                  <a:pt x="588615" y="34972"/>
                </a:cubicBezTo>
                <a:cubicBezTo>
                  <a:pt x="594505" y="34972"/>
                  <a:pt x="599920" y="36030"/>
                  <a:pt x="604859" y="38147"/>
                </a:cubicBezTo>
                <a:cubicBezTo>
                  <a:pt x="609798" y="40264"/>
                  <a:pt x="613494" y="43040"/>
                  <a:pt x="615949" y="46476"/>
                </a:cubicBezTo>
                <a:cubicBezTo>
                  <a:pt x="618403" y="49912"/>
                  <a:pt x="620121" y="53992"/>
                  <a:pt x="621102" y="58716"/>
                </a:cubicBezTo>
                <a:cubicBezTo>
                  <a:pt x="621716" y="61784"/>
                  <a:pt x="622023" y="67152"/>
                  <a:pt x="622023" y="74822"/>
                </a:cubicBezTo>
                <a:lnTo>
                  <a:pt x="622023" y="134918"/>
                </a:lnTo>
                <a:lnTo>
                  <a:pt x="605457" y="134918"/>
                </a:lnTo>
                <a:lnTo>
                  <a:pt x="605457" y="75466"/>
                </a:lnTo>
                <a:cubicBezTo>
                  <a:pt x="605457" y="68717"/>
                  <a:pt x="604813" y="63671"/>
                  <a:pt x="603524" y="60327"/>
                </a:cubicBezTo>
                <a:cubicBezTo>
                  <a:pt x="602236" y="56983"/>
                  <a:pt x="599951" y="54314"/>
                  <a:pt x="596668" y="52320"/>
                </a:cubicBezTo>
                <a:cubicBezTo>
                  <a:pt x="593386" y="50326"/>
                  <a:pt x="589536" y="49329"/>
                  <a:pt x="585118" y="49329"/>
                </a:cubicBezTo>
                <a:cubicBezTo>
                  <a:pt x="578062" y="49329"/>
                  <a:pt x="571973" y="51568"/>
                  <a:pt x="566850" y="56047"/>
                </a:cubicBezTo>
                <a:cubicBezTo>
                  <a:pt x="561727" y="60526"/>
                  <a:pt x="559165" y="69024"/>
                  <a:pt x="559165" y="81540"/>
                </a:cubicBezTo>
                <a:lnTo>
                  <a:pt x="559165" y="134918"/>
                </a:lnTo>
                <a:lnTo>
                  <a:pt x="542599" y="134918"/>
                </a:lnTo>
                <a:close/>
                <a:moveTo>
                  <a:pt x="644188" y="143017"/>
                </a:moveTo>
                <a:lnTo>
                  <a:pt x="660294" y="145410"/>
                </a:lnTo>
                <a:cubicBezTo>
                  <a:pt x="660969" y="150380"/>
                  <a:pt x="662840" y="154000"/>
                  <a:pt x="665908" y="156270"/>
                </a:cubicBezTo>
                <a:cubicBezTo>
                  <a:pt x="670018" y="159337"/>
                  <a:pt x="675632" y="160871"/>
                  <a:pt x="682749" y="160871"/>
                </a:cubicBezTo>
                <a:cubicBezTo>
                  <a:pt x="690419" y="160871"/>
                  <a:pt x="696339" y="159337"/>
                  <a:pt x="700511" y="156270"/>
                </a:cubicBezTo>
                <a:cubicBezTo>
                  <a:pt x="704684" y="153202"/>
                  <a:pt x="707506" y="148907"/>
                  <a:pt x="708978" y="143385"/>
                </a:cubicBezTo>
                <a:cubicBezTo>
                  <a:pt x="709837" y="140011"/>
                  <a:pt x="710236" y="132924"/>
                  <a:pt x="710175" y="122126"/>
                </a:cubicBezTo>
                <a:cubicBezTo>
                  <a:pt x="702935" y="130654"/>
                  <a:pt x="693916" y="134918"/>
                  <a:pt x="683118" y="134918"/>
                </a:cubicBezTo>
                <a:cubicBezTo>
                  <a:pt x="669681" y="134918"/>
                  <a:pt x="659281" y="130071"/>
                  <a:pt x="651919" y="120377"/>
                </a:cubicBezTo>
                <a:cubicBezTo>
                  <a:pt x="644556" y="110683"/>
                  <a:pt x="640875" y="99057"/>
                  <a:pt x="640875" y="85497"/>
                </a:cubicBezTo>
                <a:cubicBezTo>
                  <a:pt x="640875" y="76172"/>
                  <a:pt x="642562" y="67567"/>
                  <a:pt x="645937" y="59683"/>
                </a:cubicBezTo>
                <a:cubicBezTo>
                  <a:pt x="649311" y="51798"/>
                  <a:pt x="654204" y="45709"/>
                  <a:pt x="660616" y="41414"/>
                </a:cubicBezTo>
                <a:cubicBezTo>
                  <a:pt x="667027" y="37119"/>
                  <a:pt x="674559" y="34972"/>
                  <a:pt x="683210" y="34972"/>
                </a:cubicBezTo>
                <a:cubicBezTo>
                  <a:pt x="694744" y="34972"/>
                  <a:pt x="704254" y="39635"/>
                  <a:pt x="711739" y="48961"/>
                </a:cubicBezTo>
                <a:lnTo>
                  <a:pt x="711739" y="37181"/>
                </a:lnTo>
                <a:lnTo>
                  <a:pt x="727017" y="37181"/>
                </a:lnTo>
                <a:lnTo>
                  <a:pt x="727017" y="121666"/>
                </a:lnTo>
                <a:cubicBezTo>
                  <a:pt x="727017" y="136882"/>
                  <a:pt x="725467" y="147665"/>
                  <a:pt x="722369" y="154015"/>
                </a:cubicBezTo>
                <a:cubicBezTo>
                  <a:pt x="719271" y="160365"/>
                  <a:pt x="714362" y="165381"/>
                  <a:pt x="707644" y="169062"/>
                </a:cubicBezTo>
                <a:cubicBezTo>
                  <a:pt x="700926" y="172743"/>
                  <a:pt x="692658" y="174584"/>
                  <a:pt x="682841" y="174584"/>
                </a:cubicBezTo>
                <a:cubicBezTo>
                  <a:pt x="671184" y="174584"/>
                  <a:pt x="661766" y="171961"/>
                  <a:pt x="654588" y="166715"/>
                </a:cubicBezTo>
                <a:cubicBezTo>
                  <a:pt x="647409" y="161469"/>
                  <a:pt x="643943" y="153570"/>
                  <a:pt x="644188" y="143017"/>
                </a:cubicBezTo>
                <a:moveTo>
                  <a:pt x="657901" y="84301"/>
                </a:moveTo>
                <a:cubicBezTo>
                  <a:pt x="657901" y="97124"/>
                  <a:pt x="660447" y="106481"/>
                  <a:pt x="665539" y="112371"/>
                </a:cubicBezTo>
                <a:cubicBezTo>
                  <a:pt x="670632" y="118261"/>
                  <a:pt x="677013" y="121206"/>
                  <a:pt x="684682" y="121206"/>
                </a:cubicBezTo>
                <a:cubicBezTo>
                  <a:pt x="692290" y="121206"/>
                  <a:pt x="698671" y="118276"/>
                  <a:pt x="703825" y="112417"/>
                </a:cubicBezTo>
                <a:cubicBezTo>
                  <a:pt x="708978" y="106557"/>
                  <a:pt x="711555" y="97369"/>
                  <a:pt x="711555" y="84853"/>
                </a:cubicBezTo>
                <a:cubicBezTo>
                  <a:pt x="711555" y="72889"/>
                  <a:pt x="708902" y="63870"/>
                  <a:pt x="703595" y="57796"/>
                </a:cubicBezTo>
                <a:cubicBezTo>
                  <a:pt x="698287" y="51722"/>
                  <a:pt x="691891" y="48685"/>
                  <a:pt x="684406" y="48685"/>
                </a:cubicBezTo>
                <a:cubicBezTo>
                  <a:pt x="677043" y="48685"/>
                  <a:pt x="670785" y="51676"/>
                  <a:pt x="665631" y="57658"/>
                </a:cubicBezTo>
                <a:cubicBezTo>
                  <a:pt x="660478" y="63640"/>
                  <a:pt x="657901" y="72521"/>
                  <a:pt x="657901" y="8430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BC5D7-4EB4-499C-9252-A3E06BF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406" y="2603107"/>
            <a:ext cx="1033699" cy="235600"/>
          </a:xfrm>
          <a:custGeom xmlns:a="http://schemas.openxmlformats.org/drawingml/2006/main">
            <a:pathLst>
              <a:path w="1033699" h="235600">
                <a:moveTo>
                  <a:pt x="0" y="39267"/>
                </a:moveTo>
                <a:cubicBezTo>
                  <a:pt x="0" y="17580"/>
                  <a:pt x="17581" y="0"/>
                  <a:pt x="39268" y="0"/>
                </a:cubicBezTo>
                <a:lnTo>
                  <a:pt x="994431" y="0"/>
                </a:lnTo>
                <a:cubicBezTo>
                  <a:pt x="1016118" y="0"/>
                  <a:pt x="1033699" y="17580"/>
                  <a:pt x="1033699" y="39267"/>
                </a:cubicBezTo>
                <a:lnTo>
                  <a:pt x="1033699" y="196332"/>
                </a:lnTo>
                <a:cubicBezTo>
                  <a:pt x="1033699" y="218019"/>
                  <a:pt x="1016118" y="235600"/>
                  <a:pt x="994431" y="235600"/>
                </a:cubicBezTo>
                <a:lnTo>
                  <a:pt x="39268" y="235600"/>
                </a:lnTo>
                <a:cubicBezTo>
                  <a:pt x="17581" y="235600"/>
                  <a:pt x="0" y="218019"/>
                  <a:pt x="0" y="196332"/>
                </a:cubicBezTo>
                <a:lnTo>
                  <a:pt x="0" y="39267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Policy">
            <a:extLst xmlns:a="http://schemas.openxmlformats.org/drawingml/2006/main">
              <a:ext uri="{FF2B5EF4-FFF2-40B4-BE49-F238E27FC236}">
                <a16:creationId xmlns:a16="http://schemas.microsoft.com/office/drawing/2014/main" id="{64CEE207-6F69-46C0-921A-9F5B5D4C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28" y="2645134"/>
            <a:ext cx="487989" cy="174584"/>
          </a:xfrm>
          <a:custGeom xmlns:a="http://schemas.openxmlformats.org/drawingml/2006/main">
            <a:pathLst>
              <a:path w="487989" h="174584">
                <a:moveTo>
                  <a:pt x="0" y="134918"/>
                </a:moveTo>
                <a:lnTo>
                  <a:pt x="0" y="0"/>
                </a:lnTo>
                <a:lnTo>
                  <a:pt x="50893" y="0"/>
                </a:lnTo>
                <a:cubicBezTo>
                  <a:pt x="59851" y="0"/>
                  <a:pt x="66692" y="429"/>
                  <a:pt x="71417" y="1288"/>
                </a:cubicBezTo>
                <a:cubicBezTo>
                  <a:pt x="78043" y="2393"/>
                  <a:pt x="83595" y="4494"/>
                  <a:pt x="88074" y="7593"/>
                </a:cubicBezTo>
                <a:cubicBezTo>
                  <a:pt x="92553" y="10691"/>
                  <a:pt x="96158" y="15032"/>
                  <a:pt x="98888" y="20615"/>
                </a:cubicBezTo>
                <a:cubicBezTo>
                  <a:pt x="101618" y="26198"/>
                  <a:pt x="102983" y="32334"/>
                  <a:pt x="102983" y="39021"/>
                </a:cubicBezTo>
                <a:cubicBezTo>
                  <a:pt x="102983" y="50495"/>
                  <a:pt x="99333" y="60204"/>
                  <a:pt x="92032" y="68149"/>
                </a:cubicBezTo>
                <a:cubicBezTo>
                  <a:pt x="84730" y="76095"/>
                  <a:pt x="71539" y="80068"/>
                  <a:pt x="52458" y="80068"/>
                </a:cubicBezTo>
                <a:lnTo>
                  <a:pt x="17854" y="80068"/>
                </a:lnTo>
                <a:lnTo>
                  <a:pt x="17854" y="134918"/>
                </a:lnTo>
                <a:lnTo>
                  <a:pt x="0" y="134918"/>
                </a:lnTo>
                <a:moveTo>
                  <a:pt x="17854" y="64146"/>
                </a:moveTo>
                <a:lnTo>
                  <a:pt x="52734" y="64146"/>
                </a:lnTo>
                <a:cubicBezTo>
                  <a:pt x="64269" y="64146"/>
                  <a:pt x="72460" y="61999"/>
                  <a:pt x="77307" y="57704"/>
                </a:cubicBezTo>
                <a:cubicBezTo>
                  <a:pt x="82154" y="53409"/>
                  <a:pt x="84577" y="47366"/>
                  <a:pt x="84577" y="39574"/>
                </a:cubicBezTo>
                <a:cubicBezTo>
                  <a:pt x="84577" y="33929"/>
                  <a:pt x="83151" y="29097"/>
                  <a:pt x="80298" y="25079"/>
                </a:cubicBezTo>
                <a:cubicBezTo>
                  <a:pt x="77445" y="21060"/>
                  <a:pt x="73687" y="18406"/>
                  <a:pt x="69024" y="17118"/>
                </a:cubicBezTo>
                <a:cubicBezTo>
                  <a:pt x="66017" y="16320"/>
                  <a:pt x="60465" y="15921"/>
                  <a:pt x="52366" y="15921"/>
                </a:cubicBezTo>
                <a:lnTo>
                  <a:pt x="17854" y="15921"/>
                </a:lnTo>
                <a:lnTo>
                  <a:pt x="17854" y="64146"/>
                </a:lnTo>
                <a:close/>
                <a:moveTo>
                  <a:pt x="118263" y="86050"/>
                </a:moveTo>
                <a:cubicBezTo>
                  <a:pt x="118263" y="67950"/>
                  <a:pt x="123294" y="54544"/>
                  <a:pt x="133356" y="45832"/>
                </a:cubicBezTo>
                <a:cubicBezTo>
                  <a:pt x="141762" y="38592"/>
                  <a:pt x="152008" y="34972"/>
                  <a:pt x="164095" y="34972"/>
                </a:cubicBezTo>
                <a:cubicBezTo>
                  <a:pt x="177532" y="34972"/>
                  <a:pt x="188514" y="39374"/>
                  <a:pt x="197042" y="48179"/>
                </a:cubicBezTo>
                <a:cubicBezTo>
                  <a:pt x="205571" y="56983"/>
                  <a:pt x="209835" y="69146"/>
                  <a:pt x="209835" y="84669"/>
                </a:cubicBezTo>
                <a:cubicBezTo>
                  <a:pt x="209835" y="97247"/>
                  <a:pt x="207948" y="107140"/>
                  <a:pt x="204175" y="114349"/>
                </a:cubicBezTo>
                <a:cubicBezTo>
                  <a:pt x="200401" y="121558"/>
                  <a:pt x="194910" y="127157"/>
                  <a:pt x="187701" y="131145"/>
                </a:cubicBezTo>
                <a:cubicBezTo>
                  <a:pt x="180492" y="135133"/>
                  <a:pt x="172623" y="137127"/>
                  <a:pt x="164095" y="137127"/>
                </a:cubicBezTo>
                <a:cubicBezTo>
                  <a:pt x="150413" y="137127"/>
                  <a:pt x="139354" y="132740"/>
                  <a:pt x="130918" y="123967"/>
                </a:cubicBezTo>
                <a:cubicBezTo>
                  <a:pt x="122481" y="115193"/>
                  <a:pt x="118263" y="102554"/>
                  <a:pt x="118263" y="86050"/>
                </a:cubicBezTo>
                <a:moveTo>
                  <a:pt x="135289" y="86050"/>
                </a:moveTo>
                <a:cubicBezTo>
                  <a:pt x="135289" y="98566"/>
                  <a:pt x="138019" y="107938"/>
                  <a:pt x="143480" y="114165"/>
                </a:cubicBezTo>
                <a:cubicBezTo>
                  <a:pt x="148940" y="120393"/>
                  <a:pt x="155812" y="123506"/>
                  <a:pt x="164095" y="123506"/>
                </a:cubicBezTo>
                <a:cubicBezTo>
                  <a:pt x="172316" y="123506"/>
                  <a:pt x="179158" y="120377"/>
                  <a:pt x="184618" y="114119"/>
                </a:cubicBezTo>
                <a:cubicBezTo>
                  <a:pt x="190079" y="107861"/>
                  <a:pt x="192809" y="98320"/>
                  <a:pt x="192809" y="85497"/>
                </a:cubicBezTo>
                <a:cubicBezTo>
                  <a:pt x="192809" y="73411"/>
                  <a:pt x="190063" y="64253"/>
                  <a:pt x="184572" y="58026"/>
                </a:cubicBezTo>
                <a:cubicBezTo>
                  <a:pt x="179081" y="51798"/>
                  <a:pt x="172255" y="48685"/>
                  <a:pt x="164095" y="48685"/>
                </a:cubicBezTo>
                <a:cubicBezTo>
                  <a:pt x="155812" y="48685"/>
                  <a:pt x="148940" y="51783"/>
                  <a:pt x="143480" y="57980"/>
                </a:cubicBezTo>
                <a:cubicBezTo>
                  <a:pt x="138019" y="64177"/>
                  <a:pt x="135289" y="73533"/>
                  <a:pt x="135289" y="86050"/>
                </a:cubicBezTo>
                <a:close/>
                <a:moveTo>
                  <a:pt x="228743" y="134918"/>
                </a:moveTo>
                <a:lnTo>
                  <a:pt x="228743" y="0"/>
                </a:lnTo>
                <a:lnTo>
                  <a:pt x="245309" y="0"/>
                </a:lnTo>
                <a:lnTo>
                  <a:pt x="245309" y="134918"/>
                </a:lnTo>
                <a:lnTo>
                  <a:pt x="228743" y="134918"/>
                </a:lnTo>
                <a:close/>
                <a:moveTo>
                  <a:pt x="271310" y="19051"/>
                </a:moveTo>
                <a:lnTo>
                  <a:pt x="271310" y="0"/>
                </a:lnTo>
                <a:lnTo>
                  <a:pt x="287876" y="0"/>
                </a:lnTo>
                <a:lnTo>
                  <a:pt x="287876" y="19051"/>
                </a:lnTo>
                <a:lnTo>
                  <a:pt x="271310" y="19051"/>
                </a:lnTo>
                <a:moveTo>
                  <a:pt x="271310" y="134918"/>
                </a:moveTo>
                <a:lnTo>
                  <a:pt x="271310" y="37181"/>
                </a:lnTo>
                <a:lnTo>
                  <a:pt x="287876" y="37181"/>
                </a:lnTo>
                <a:lnTo>
                  <a:pt x="287876" y="134918"/>
                </a:lnTo>
                <a:lnTo>
                  <a:pt x="271310" y="134918"/>
                </a:lnTo>
                <a:close/>
                <a:moveTo>
                  <a:pt x="377103" y="99118"/>
                </a:moveTo>
                <a:lnTo>
                  <a:pt x="393392" y="101235"/>
                </a:lnTo>
                <a:cubicBezTo>
                  <a:pt x="391613" y="112463"/>
                  <a:pt x="387057" y="121252"/>
                  <a:pt x="379726" y="127602"/>
                </a:cubicBezTo>
                <a:cubicBezTo>
                  <a:pt x="372394" y="133952"/>
                  <a:pt x="363390" y="137127"/>
                  <a:pt x="352714" y="137127"/>
                </a:cubicBezTo>
                <a:cubicBezTo>
                  <a:pt x="339339" y="137127"/>
                  <a:pt x="328587" y="132756"/>
                  <a:pt x="320457" y="124013"/>
                </a:cubicBezTo>
                <a:cubicBezTo>
                  <a:pt x="312328" y="115270"/>
                  <a:pt x="308263" y="102738"/>
                  <a:pt x="308263" y="86418"/>
                </a:cubicBezTo>
                <a:cubicBezTo>
                  <a:pt x="308263" y="75865"/>
                  <a:pt x="310012" y="66631"/>
                  <a:pt x="313509" y="58716"/>
                </a:cubicBezTo>
                <a:cubicBezTo>
                  <a:pt x="317006" y="50801"/>
                  <a:pt x="322329" y="44865"/>
                  <a:pt x="329476" y="40908"/>
                </a:cubicBezTo>
                <a:cubicBezTo>
                  <a:pt x="336624" y="36951"/>
                  <a:pt x="344401" y="34972"/>
                  <a:pt x="352806" y="34972"/>
                </a:cubicBezTo>
                <a:cubicBezTo>
                  <a:pt x="363421" y="34972"/>
                  <a:pt x="372102" y="37656"/>
                  <a:pt x="378851" y="43025"/>
                </a:cubicBezTo>
                <a:cubicBezTo>
                  <a:pt x="385600" y="48393"/>
                  <a:pt x="389926" y="56017"/>
                  <a:pt x="391828" y="65895"/>
                </a:cubicBezTo>
                <a:lnTo>
                  <a:pt x="375722" y="68379"/>
                </a:lnTo>
                <a:cubicBezTo>
                  <a:pt x="374188" y="61815"/>
                  <a:pt x="371473" y="56876"/>
                  <a:pt x="367577" y="53562"/>
                </a:cubicBezTo>
                <a:cubicBezTo>
                  <a:pt x="363681" y="50249"/>
                  <a:pt x="358972" y="48593"/>
                  <a:pt x="353451" y="48593"/>
                </a:cubicBezTo>
                <a:cubicBezTo>
                  <a:pt x="345106" y="48593"/>
                  <a:pt x="338327" y="51584"/>
                  <a:pt x="333112" y="57566"/>
                </a:cubicBezTo>
                <a:cubicBezTo>
                  <a:pt x="327896" y="63548"/>
                  <a:pt x="325289" y="73012"/>
                  <a:pt x="325289" y="85958"/>
                </a:cubicBezTo>
                <a:cubicBezTo>
                  <a:pt x="325289" y="99087"/>
                  <a:pt x="327804" y="108628"/>
                  <a:pt x="332835" y="114579"/>
                </a:cubicBezTo>
                <a:cubicBezTo>
                  <a:pt x="337867" y="120531"/>
                  <a:pt x="344431" y="123506"/>
                  <a:pt x="352530" y="123506"/>
                </a:cubicBezTo>
                <a:cubicBezTo>
                  <a:pt x="359034" y="123506"/>
                  <a:pt x="364464" y="121512"/>
                  <a:pt x="368820" y="117524"/>
                </a:cubicBezTo>
                <a:cubicBezTo>
                  <a:pt x="373176" y="113536"/>
                  <a:pt x="375937" y="107401"/>
                  <a:pt x="377103" y="99118"/>
                </a:cubicBezTo>
                <a:close/>
                <a:moveTo>
                  <a:pt x="407093" y="172559"/>
                </a:moveTo>
                <a:lnTo>
                  <a:pt x="405252" y="157006"/>
                </a:lnTo>
                <a:cubicBezTo>
                  <a:pt x="408872" y="157988"/>
                  <a:pt x="412032" y="158478"/>
                  <a:pt x="414731" y="158478"/>
                </a:cubicBezTo>
                <a:cubicBezTo>
                  <a:pt x="418413" y="158478"/>
                  <a:pt x="421358" y="157865"/>
                  <a:pt x="423566" y="156638"/>
                </a:cubicBezTo>
                <a:cubicBezTo>
                  <a:pt x="425775" y="155411"/>
                  <a:pt x="427585" y="153693"/>
                  <a:pt x="428996" y="151484"/>
                </a:cubicBezTo>
                <a:cubicBezTo>
                  <a:pt x="430039" y="149827"/>
                  <a:pt x="431727" y="145717"/>
                  <a:pt x="434058" y="139152"/>
                </a:cubicBezTo>
                <a:cubicBezTo>
                  <a:pt x="434365" y="138232"/>
                  <a:pt x="434856" y="136882"/>
                  <a:pt x="435531" y="135102"/>
                </a:cubicBezTo>
                <a:lnTo>
                  <a:pt x="398442" y="37181"/>
                </a:lnTo>
                <a:lnTo>
                  <a:pt x="416296" y="37181"/>
                </a:lnTo>
                <a:lnTo>
                  <a:pt x="436635" y="93780"/>
                </a:lnTo>
                <a:cubicBezTo>
                  <a:pt x="439273" y="100959"/>
                  <a:pt x="441635" y="108505"/>
                  <a:pt x="443721" y="116420"/>
                </a:cubicBezTo>
                <a:cubicBezTo>
                  <a:pt x="445623" y="108812"/>
                  <a:pt x="447893" y="101388"/>
                  <a:pt x="450532" y="94148"/>
                </a:cubicBezTo>
                <a:lnTo>
                  <a:pt x="471423" y="37181"/>
                </a:lnTo>
                <a:lnTo>
                  <a:pt x="487989" y="37181"/>
                </a:lnTo>
                <a:lnTo>
                  <a:pt x="450808" y="136575"/>
                </a:lnTo>
                <a:cubicBezTo>
                  <a:pt x="446820" y="147312"/>
                  <a:pt x="443721" y="154705"/>
                  <a:pt x="441513" y="158755"/>
                </a:cubicBezTo>
                <a:cubicBezTo>
                  <a:pt x="438568" y="164215"/>
                  <a:pt x="435193" y="168218"/>
                  <a:pt x="431389" y="170765"/>
                </a:cubicBezTo>
                <a:cubicBezTo>
                  <a:pt x="427585" y="173311"/>
                  <a:pt x="423045" y="174584"/>
                  <a:pt x="417768" y="174584"/>
                </a:cubicBezTo>
                <a:cubicBezTo>
                  <a:pt x="414578" y="174584"/>
                  <a:pt x="411019" y="173909"/>
                  <a:pt x="407093" y="17255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3B06D-5398-4662-9FA5-37489B29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351" y="2865213"/>
            <a:ext cx="1030754" cy="235600"/>
          </a:xfrm>
          <a:custGeom xmlns:a="http://schemas.openxmlformats.org/drawingml/2006/main">
            <a:pathLst>
              <a:path w="1030754" h="235600">
                <a:moveTo>
                  <a:pt x="0" y="39268"/>
                </a:moveTo>
                <a:cubicBezTo>
                  <a:pt x="0" y="17581"/>
                  <a:pt x="17581" y="0"/>
                  <a:pt x="39268" y="0"/>
                </a:cubicBezTo>
                <a:lnTo>
                  <a:pt x="991487" y="0"/>
                </a:lnTo>
                <a:cubicBezTo>
                  <a:pt x="1013173" y="0"/>
                  <a:pt x="1030754" y="17581"/>
                  <a:pt x="1030754" y="39268"/>
                </a:cubicBezTo>
                <a:lnTo>
                  <a:pt x="1030754" y="196332"/>
                </a:lnTo>
                <a:cubicBezTo>
                  <a:pt x="1030754" y="218019"/>
                  <a:pt x="1013173" y="235600"/>
                  <a:pt x="991487" y="235600"/>
                </a:cubicBezTo>
                <a:lnTo>
                  <a:pt x="39268" y="235600"/>
                </a:lnTo>
                <a:cubicBezTo>
                  <a:pt x="17581" y="235600"/>
                  <a:pt x="0" y="218019"/>
                  <a:pt x="0" y="196332"/>
                </a:cubicBezTo>
                <a:lnTo>
                  <a:pt x="0" y="39268"/>
                </a:lnTo>
                <a:close/>
              </a:path>
            </a:pathLst>
          </a:custGeom>
          <a:solidFill xmlns:a="http://schemas.openxmlformats.org/drawingml/2006/main">
            <a:srgbClr val="5BC01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Customized">
            <a:extLst xmlns:a="http://schemas.openxmlformats.org/drawingml/2006/main">
              <a:ext uri="{FF2B5EF4-FFF2-40B4-BE49-F238E27FC236}">
                <a16:creationId xmlns:a16="http://schemas.microsoft.com/office/drawing/2014/main" id="{D28765CE-A09B-4B41-8627-2D0E4FC9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04" y="2907884"/>
            <a:ext cx="972558" cy="139520"/>
          </a:xfrm>
          <a:custGeom xmlns:a="http://schemas.openxmlformats.org/drawingml/2006/main">
            <a:pathLst>
              <a:path w="972558" h="139520">
                <a:moveTo>
                  <a:pt x="101419" y="89915"/>
                </a:moveTo>
                <a:lnTo>
                  <a:pt x="119273" y="94424"/>
                </a:lnTo>
                <a:cubicBezTo>
                  <a:pt x="115530" y="109088"/>
                  <a:pt x="108797" y="120270"/>
                  <a:pt x="99072" y="127970"/>
                </a:cubicBezTo>
                <a:cubicBezTo>
                  <a:pt x="89347" y="135670"/>
                  <a:pt x="77460" y="139520"/>
                  <a:pt x="63410" y="139520"/>
                </a:cubicBezTo>
                <a:cubicBezTo>
                  <a:pt x="48869" y="139520"/>
                  <a:pt x="37043" y="136560"/>
                  <a:pt x="27932" y="130639"/>
                </a:cubicBezTo>
                <a:cubicBezTo>
                  <a:pt x="18820" y="124718"/>
                  <a:pt x="11887" y="116144"/>
                  <a:pt x="7132" y="104916"/>
                </a:cubicBezTo>
                <a:cubicBezTo>
                  <a:pt x="2377" y="93688"/>
                  <a:pt x="0" y="81632"/>
                  <a:pt x="0" y="68748"/>
                </a:cubicBezTo>
                <a:cubicBezTo>
                  <a:pt x="0" y="54697"/>
                  <a:pt x="2684" y="42442"/>
                  <a:pt x="8053" y="31981"/>
                </a:cubicBezTo>
                <a:cubicBezTo>
                  <a:pt x="13421" y="21520"/>
                  <a:pt x="21060" y="13575"/>
                  <a:pt x="30969" y="8145"/>
                </a:cubicBezTo>
                <a:cubicBezTo>
                  <a:pt x="40877" y="2715"/>
                  <a:pt x="51783" y="0"/>
                  <a:pt x="63686" y="0"/>
                </a:cubicBezTo>
                <a:cubicBezTo>
                  <a:pt x="77184" y="0"/>
                  <a:pt x="88534" y="3436"/>
                  <a:pt x="97738" y="10308"/>
                </a:cubicBezTo>
                <a:cubicBezTo>
                  <a:pt x="106941" y="17179"/>
                  <a:pt x="113352" y="26843"/>
                  <a:pt x="116972" y="39298"/>
                </a:cubicBezTo>
                <a:lnTo>
                  <a:pt x="99394" y="43439"/>
                </a:lnTo>
                <a:cubicBezTo>
                  <a:pt x="96265" y="33622"/>
                  <a:pt x="91725" y="26474"/>
                  <a:pt x="85773" y="21996"/>
                </a:cubicBezTo>
                <a:cubicBezTo>
                  <a:pt x="79822" y="17517"/>
                  <a:pt x="72337" y="15277"/>
                  <a:pt x="63318" y="15277"/>
                </a:cubicBezTo>
                <a:cubicBezTo>
                  <a:pt x="52949" y="15277"/>
                  <a:pt x="44283" y="17762"/>
                  <a:pt x="37319" y="22732"/>
                </a:cubicBezTo>
                <a:cubicBezTo>
                  <a:pt x="30355" y="27702"/>
                  <a:pt x="25462" y="34374"/>
                  <a:pt x="22640" y="42749"/>
                </a:cubicBezTo>
                <a:cubicBezTo>
                  <a:pt x="19817" y="51124"/>
                  <a:pt x="18406" y="59759"/>
                  <a:pt x="18406" y="68656"/>
                </a:cubicBezTo>
                <a:cubicBezTo>
                  <a:pt x="18406" y="80129"/>
                  <a:pt x="20078" y="90145"/>
                  <a:pt x="23422" y="98704"/>
                </a:cubicBezTo>
                <a:cubicBezTo>
                  <a:pt x="26766" y="107263"/>
                  <a:pt x="31966" y="113659"/>
                  <a:pt x="39021" y="117893"/>
                </a:cubicBezTo>
                <a:cubicBezTo>
                  <a:pt x="46077" y="122126"/>
                  <a:pt x="53716" y="124243"/>
                  <a:pt x="61937" y="124243"/>
                </a:cubicBezTo>
                <a:cubicBezTo>
                  <a:pt x="71938" y="124243"/>
                  <a:pt x="80405" y="121359"/>
                  <a:pt x="87338" y="115592"/>
                </a:cubicBezTo>
                <a:cubicBezTo>
                  <a:pt x="94271" y="109824"/>
                  <a:pt x="98965" y="101265"/>
                  <a:pt x="101419" y="89915"/>
                </a:cubicBezTo>
                <a:close/>
                <a:moveTo>
                  <a:pt x="203759" y="137219"/>
                </a:moveTo>
                <a:lnTo>
                  <a:pt x="203759" y="122862"/>
                </a:lnTo>
                <a:cubicBezTo>
                  <a:pt x="196151" y="133906"/>
                  <a:pt x="185812" y="139428"/>
                  <a:pt x="172744" y="139428"/>
                </a:cubicBezTo>
                <a:cubicBezTo>
                  <a:pt x="166977" y="139428"/>
                  <a:pt x="161593" y="138324"/>
                  <a:pt x="156592" y="136115"/>
                </a:cubicBezTo>
                <a:cubicBezTo>
                  <a:pt x="151592" y="133906"/>
                  <a:pt x="147880" y="131130"/>
                  <a:pt x="145456" y="127786"/>
                </a:cubicBezTo>
                <a:cubicBezTo>
                  <a:pt x="143033" y="124442"/>
                  <a:pt x="141330" y="120347"/>
                  <a:pt x="140349" y="115500"/>
                </a:cubicBezTo>
                <a:cubicBezTo>
                  <a:pt x="139674" y="112248"/>
                  <a:pt x="139336" y="107094"/>
                  <a:pt x="139336" y="100038"/>
                </a:cubicBezTo>
                <a:lnTo>
                  <a:pt x="139336" y="39482"/>
                </a:lnTo>
                <a:lnTo>
                  <a:pt x="155902" y="39482"/>
                </a:lnTo>
                <a:lnTo>
                  <a:pt x="155902" y="93688"/>
                </a:lnTo>
                <a:cubicBezTo>
                  <a:pt x="155902" y="102339"/>
                  <a:pt x="156240" y="108168"/>
                  <a:pt x="156914" y="111174"/>
                </a:cubicBezTo>
                <a:cubicBezTo>
                  <a:pt x="157957" y="115530"/>
                  <a:pt x="160166" y="118951"/>
                  <a:pt x="163541" y="121436"/>
                </a:cubicBezTo>
                <a:cubicBezTo>
                  <a:pt x="166915" y="123921"/>
                  <a:pt x="171087" y="125163"/>
                  <a:pt x="176057" y="125163"/>
                </a:cubicBezTo>
                <a:cubicBezTo>
                  <a:pt x="181027" y="125163"/>
                  <a:pt x="185690" y="123890"/>
                  <a:pt x="190046" y="121344"/>
                </a:cubicBezTo>
                <a:cubicBezTo>
                  <a:pt x="194402" y="118798"/>
                  <a:pt x="197485" y="115331"/>
                  <a:pt x="199295" y="110944"/>
                </a:cubicBezTo>
                <a:cubicBezTo>
                  <a:pt x="201105" y="106557"/>
                  <a:pt x="202010" y="100192"/>
                  <a:pt x="202010" y="91848"/>
                </a:cubicBezTo>
                <a:lnTo>
                  <a:pt x="202010" y="39482"/>
                </a:lnTo>
                <a:lnTo>
                  <a:pt x="218576" y="39482"/>
                </a:lnTo>
                <a:lnTo>
                  <a:pt x="218576" y="137219"/>
                </a:lnTo>
                <a:lnTo>
                  <a:pt x="203759" y="137219"/>
                </a:lnTo>
                <a:close/>
                <a:moveTo>
                  <a:pt x="237704" y="108045"/>
                </a:moveTo>
                <a:lnTo>
                  <a:pt x="254086" y="105468"/>
                </a:lnTo>
                <a:cubicBezTo>
                  <a:pt x="255006" y="112033"/>
                  <a:pt x="257567" y="117064"/>
                  <a:pt x="261770" y="120561"/>
                </a:cubicBezTo>
                <a:cubicBezTo>
                  <a:pt x="265973" y="124059"/>
                  <a:pt x="271848" y="125807"/>
                  <a:pt x="279394" y="125807"/>
                </a:cubicBezTo>
                <a:cubicBezTo>
                  <a:pt x="287002" y="125807"/>
                  <a:pt x="292647" y="124258"/>
                  <a:pt x="296328" y="121160"/>
                </a:cubicBezTo>
                <a:cubicBezTo>
                  <a:pt x="300009" y="118061"/>
                  <a:pt x="301850" y="114426"/>
                  <a:pt x="301850" y="110254"/>
                </a:cubicBezTo>
                <a:cubicBezTo>
                  <a:pt x="301850" y="106511"/>
                  <a:pt x="300224" y="103566"/>
                  <a:pt x="296972" y="101419"/>
                </a:cubicBezTo>
                <a:cubicBezTo>
                  <a:pt x="294702" y="99946"/>
                  <a:pt x="289058" y="98075"/>
                  <a:pt x="280038" y="95805"/>
                </a:cubicBezTo>
                <a:cubicBezTo>
                  <a:pt x="267890" y="92737"/>
                  <a:pt x="259469" y="90084"/>
                  <a:pt x="254776" y="87844"/>
                </a:cubicBezTo>
                <a:cubicBezTo>
                  <a:pt x="250082" y="85605"/>
                  <a:pt x="246524" y="82506"/>
                  <a:pt x="244100" y="78549"/>
                </a:cubicBezTo>
                <a:cubicBezTo>
                  <a:pt x="241677" y="74592"/>
                  <a:pt x="240465" y="70220"/>
                  <a:pt x="240465" y="65434"/>
                </a:cubicBezTo>
                <a:cubicBezTo>
                  <a:pt x="240465" y="61078"/>
                  <a:pt x="241462" y="57044"/>
                  <a:pt x="243456" y="53332"/>
                </a:cubicBezTo>
                <a:cubicBezTo>
                  <a:pt x="245450" y="49620"/>
                  <a:pt x="248165" y="46537"/>
                  <a:pt x="251601" y="44083"/>
                </a:cubicBezTo>
                <a:cubicBezTo>
                  <a:pt x="254178" y="42181"/>
                  <a:pt x="257690" y="40571"/>
                  <a:pt x="262138" y="39251"/>
                </a:cubicBezTo>
                <a:cubicBezTo>
                  <a:pt x="266587" y="37932"/>
                  <a:pt x="271357" y="37273"/>
                  <a:pt x="276449" y="37273"/>
                </a:cubicBezTo>
                <a:cubicBezTo>
                  <a:pt x="284119" y="37273"/>
                  <a:pt x="290852" y="38377"/>
                  <a:pt x="296650" y="40586"/>
                </a:cubicBezTo>
                <a:cubicBezTo>
                  <a:pt x="302448" y="42795"/>
                  <a:pt x="306728" y="45786"/>
                  <a:pt x="309489" y="49559"/>
                </a:cubicBezTo>
                <a:cubicBezTo>
                  <a:pt x="312250" y="53332"/>
                  <a:pt x="314152" y="58379"/>
                  <a:pt x="315195" y="64698"/>
                </a:cubicBezTo>
                <a:lnTo>
                  <a:pt x="298997" y="66907"/>
                </a:lnTo>
                <a:cubicBezTo>
                  <a:pt x="298261" y="61876"/>
                  <a:pt x="296129" y="57949"/>
                  <a:pt x="292601" y="55127"/>
                </a:cubicBezTo>
                <a:cubicBezTo>
                  <a:pt x="289073" y="52305"/>
                  <a:pt x="284088" y="50893"/>
                  <a:pt x="277646" y="50893"/>
                </a:cubicBezTo>
                <a:cubicBezTo>
                  <a:pt x="270038" y="50893"/>
                  <a:pt x="264608" y="52151"/>
                  <a:pt x="261356" y="54667"/>
                </a:cubicBezTo>
                <a:cubicBezTo>
                  <a:pt x="258104" y="57182"/>
                  <a:pt x="256478" y="60127"/>
                  <a:pt x="256478" y="63502"/>
                </a:cubicBezTo>
                <a:cubicBezTo>
                  <a:pt x="256478" y="65649"/>
                  <a:pt x="257153" y="67582"/>
                  <a:pt x="258503" y="69300"/>
                </a:cubicBezTo>
                <a:cubicBezTo>
                  <a:pt x="259853" y="71079"/>
                  <a:pt x="261970" y="72552"/>
                  <a:pt x="264853" y="73717"/>
                </a:cubicBezTo>
                <a:cubicBezTo>
                  <a:pt x="266510" y="74331"/>
                  <a:pt x="271388" y="75742"/>
                  <a:pt x="279486" y="77951"/>
                </a:cubicBezTo>
                <a:cubicBezTo>
                  <a:pt x="291205" y="81080"/>
                  <a:pt x="299380" y="83641"/>
                  <a:pt x="304013" y="85635"/>
                </a:cubicBezTo>
                <a:cubicBezTo>
                  <a:pt x="308645" y="87629"/>
                  <a:pt x="312280" y="90528"/>
                  <a:pt x="314918" y="94332"/>
                </a:cubicBezTo>
                <a:cubicBezTo>
                  <a:pt x="317557" y="98136"/>
                  <a:pt x="318876" y="102861"/>
                  <a:pt x="318876" y="108505"/>
                </a:cubicBezTo>
                <a:cubicBezTo>
                  <a:pt x="318876" y="114027"/>
                  <a:pt x="317265" y="119227"/>
                  <a:pt x="314044" y="124105"/>
                </a:cubicBezTo>
                <a:cubicBezTo>
                  <a:pt x="310823" y="128982"/>
                  <a:pt x="306175" y="132756"/>
                  <a:pt x="300101" y="135425"/>
                </a:cubicBezTo>
                <a:cubicBezTo>
                  <a:pt x="294027" y="138093"/>
                  <a:pt x="287156" y="139428"/>
                  <a:pt x="279486" y="139428"/>
                </a:cubicBezTo>
                <a:cubicBezTo>
                  <a:pt x="266786" y="139428"/>
                  <a:pt x="257107" y="136790"/>
                  <a:pt x="250450" y="131513"/>
                </a:cubicBezTo>
                <a:cubicBezTo>
                  <a:pt x="243793" y="126237"/>
                  <a:pt x="239545" y="118414"/>
                  <a:pt x="237704" y="108045"/>
                </a:cubicBezTo>
                <a:close/>
                <a:moveTo>
                  <a:pt x="374946" y="122402"/>
                </a:moveTo>
                <a:lnTo>
                  <a:pt x="377339" y="137035"/>
                </a:lnTo>
                <a:cubicBezTo>
                  <a:pt x="372676" y="138017"/>
                  <a:pt x="368504" y="138508"/>
                  <a:pt x="364823" y="138508"/>
                </a:cubicBezTo>
                <a:cubicBezTo>
                  <a:pt x="358810" y="138508"/>
                  <a:pt x="354147" y="137557"/>
                  <a:pt x="350834" y="135655"/>
                </a:cubicBezTo>
                <a:cubicBezTo>
                  <a:pt x="347521" y="133753"/>
                  <a:pt x="345189" y="131252"/>
                  <a:pt x="343840" y="128154"/>
                </a:cubicBezTo>
                <a:cubicBezTo>
                  <a:pt x="342490" y="125056"/>
                  <a:pt x="341815" y="118537"/>
                  <a:pt x="341815" y="108597"/>
                </a:cubicBezTo>
                <a:lnTo>
                  <a:pt x="341815" y="52366"/>
                </a:lnTo>
                <a:lnTo>
                  <a:pt x="329667" y="52366"/>
                </a:lnTo>
                <a:lnTo>
                  <a:pt x="329667" y="39482"/>
                </a:lnTo>
                <a:lnTo>
                  <a:pt x="341815" y="39482"/>
                </a:lnTo>
                <a:lnTo>
                  <a:pt x="341815" y="15277"/>
                </a:lnTo>
                <a:lnTo>
                  <a:pt x="358289" y="5338"/>
                </a:lnTo>
                <a:lnTo>
                  <a:pt x="358289" y="39482"/>
                </a:lnTo>
                <a:lnTo>
                  <a:pt x="374946" y="39482"/>
                </a:lnTo>
                <a:lnTo>
                  <a:pt x="374946" y="52366"/>
                </a:lnTo>
                <a:lnTo>
                  <a:pt x="358289" y="52366"/>
                </a:lnTo>
                <a:lnTo>
                  <a:pt x="358289" y="109518"/>
                </a:lnTo>
                <a:cubicBezTo>
                  <a:pt x="358289" y="114242"/>
                  <a:pt x="358580" y="117279"/>
                  <a:pt x="359163" y="118629"/>
                </a:cubicBezTo>
                <a:cubicBezTo>
                  <a:pt x="359746" y="119979"/>
                  <a:pt x="360697" y="121052"/>
                  <a:pt x="362016" y="121850"/>
                </a:cubicBezTo>
                <a:cubicBezTo>
                  <a:pt x="363335" y="122647"/>
                  <a:pt x="365222" y="123046"/>
                  <a:pt x="367676" y="123046"/>
                </a:cubicBezTo>
                <a:cubicBezTo>
                  <a:pt x="369516" y="123046"/>
                  <a:pt x="371940" y="122832"/>
                  <a:pt x="374946" y="122402"/>
                </a:cubicBezTo>
                <a:close/>
                <a:moveTo>
                  <a:pt x="384840" y="88350"/>
                </a:moveTo>
                <a:cubicBezTo>
                  <a:pt x="384840" y="70251"/>
                  <a:pt x="389871" y="56845"/>
                  <a:pt x="399933" y="48133"/>
                </a:cubicBezTo>
                <a:cubicBezTo>
                  <a:pt x="408339" y="40893"/>
                  <a:pt x="418585" y="37273"/>
                  <a:pt x="430672" y="37273"/>
                </a:cubicBezTo>
                <a:cubicBezTo>
                  <a:pt x="444108" y="37273"/>
                  <a:pt x="455091" y="41675"/>
                  <a:pt x="463619" y="50479"/>
                </a:cubicBezTo>
                <a:cubicBezTo>
                  <a:pt x="472147" y="59284"/>
                  <a:pt x="476411" y="71447"/>
                  <a:pt x="476411" y="86970"/>
                </a:cubicBezTo>
                <a:cubicBezTo>
                  <a:pt x="476411" y="99548"/>
                  <a:pt x="474525" y="109441"/>
                  <a:pt x="470751" y="116650"/>
                </a:cubicBezTo>
                <a:cubicBezTo>
                  <a:pt x="466978" y="123859"/>
                  <a:pt x="461487" y="129458"/>
                  <a:pt x="454278" y="133446"/>
                </a:cubicBezTo>
                <a:cubicBezTo>
                  <a:pt x="447069" y="137434"/>
                  <a:pt x="439200" y="139428"/>
                  <a:pt x="430672" y="139428"/>
                </a:cubicBezTo>
                <a:cubicBezTo>
                  <a:pt x="416990" y="139428"/>
                  <a:pt x="405930" y="135041"/>
                  <a:pt x="397494" y="126267"/>
                </a:cubicBezTo>
                <a:cubicBezTo>
                  <a:pt x="389058" y="117494"/>
                  <a:pt x="384840" y="104855"/>
                  <a:pt x="384840" y="88350"/>
                </a:cubicBezTo>
                <a:moveTo>
                  <a:pt x="401866" y="88350"/>
                </a:moveTo>
                <a:cubicBezTo>
                  <a:pt x="401866" y="100867"/>
                  <a:pt x="404596" y="110239"/>
                  <a:pt x="410057" y="116466"/>
                </a:cubicBezTo>
                <a:cubicBezTo>
                  <a:pt x="415517" y="122694"/>
                  <a:pt x="422389" y="125807"/>
                  <a:pt x="430672" y="125807"/>
                </a:cubicBezTo>
                <a:cubicBezTo>
                  <a:pt x="438893" y="125807"/>
                  <a:pt x="445734" y="122678"/>
                  <a:pt x="451195" y="116420"/>
                </a:cubicBezTo>
                <a:cubicBezTo>
                  <a:pt x="456655" y="110162"/>
                  <a:pt x="459385" y="100621"/>
                  <a:pt x="459385" y="87798"/>
                </a:cubicBezTo>
                <a:cubicBezTo>
                  <a:pt x="459385" y="75711"/>
                  <a:pt x="456640" y="66554"/>
                  <a:pt x="451149" y="60327"/>
                </a:cubicBezTo>
                <a:cubicBezTo>
                  <a:pt x="445657" y="54099"/>
                  <a:pt x="438832" y="50986"/>
                  <a:pt x="430672" y="50986"/>
                </a:cubicBezTo>
                <a:cubicBezTo>
                  <a:pt x="422389" y="50986"/>
                  <a:pt x="415517" y="54084"/>
                  <a:pt x="410057" y="60281"/>
                </a:cubicBezTo>
                <a:cubicBezTo>
                  <a:pt x="404596" y="66478"/>
                  <a:pt x="401866" y="75834"/>
                  <a:pt x="401866" y="88350"/>
                </a:cubicBezTo>
                <a:close/>
                <a:moveTo>
                  <a:pt x="495632" y="137219"/>
                </a:moveTo>
                <a:lnTo>
                  <a:pt x="495632" y="39482"/>
                </a:lnTo>
                <a:lnTo>
                  <a:pt x="510449" y="39482"/>
                </a:lnTo>
                <a:lnTo>
                  <a:pt x="510449" y="53194"/>
                </a:lnTo>
                <a:cubicBezTo>
                  <a:pt x="513516" y="48409"/>
                  <a:pt x="517596" y="44559"/>
                  <a:pt x="522689" y="41644"/>
                </a:cubicBezTo>
                <a:cubicBezTo>
                  <a:pt x="527781" y="38730"/>
                  <a:pt x="533579" y="37273"/>
                  <a:pt x="540083" y="37273"/>
                </a:cubicBezTo>
                <a:cubicBezTo>
                  <a:pt x="547323" y="37273"/>
                  <a:pt x="553259" y="38776"/>
                  <a:pt x="557891" y="41782"/>
                </a:cubicBezTo>
                <a:cubicBezTo>
                  <a:pt x="562523" y="44789"/>
                  <a:pt x="565790" y="48992"/>
                  <a:pt x="567692" y="54391"/>
                </a:cubicBezTo>
                <a:cubicBezTo>
                  <a:pt x="575423" y="42979"/>
                  <a:pt x="585485" y="37273"/>
                  <a:pt x="597879" y="37273"/>
                </a:cubicBezTo>
                <a:cubicBezTo>
                  <a:pt x="607573" y="37273"/>
                  <a:pt x="615027" y="39957"/>
                  <a:pt x="620242" y="45326"/>
                </a:cubicBezTo>
                <a:cubicBezTo>
                  <a:pt x="625458" y="50694"/>
                  <a:pt x="628065" y="58962"/>
                  <a:pt x="628065" y="70128"/>
                </a:cubicBezTo>
                <a:lnTo>
                  <a:pt x="628065" y="137219"/>
                </a:lnTo>
                <a:lnTo>
                  <a:pt x="611591" y="137219"/>
                </a:lnTo>
                <a:lnTo>
                  <a:pt x="611591" y="75650"/>
                </a:lnTo>
                <a:cubicBezTo>
                  <a:pt x="611591" y="69024"/>
                  <a:pt x="611055" y="64253"/>
                  <a:pt x="609981" y="61339"/>
                </a:cubicBezTo>
                <a:cubicBezTo>
                  <a:pt x="608907" y="58425"/>
                  <a:pt x="606959" y="56078"/>
                  <a:pt x="604137" y="54299"/>
                </a:cubicBezTo>
                <a:cubicBezTo>
                  <a:pt x="601315" y="52519"/>
                  <a:pt x="598001" y="51630"/>
                  <a:pt x="594197" y="51630"/>
                </a:cubicBezTo>
                <a:cubicBezTo>
                  <a:pt x="587326" y="51630"/>
                  <a:pt x="581620" y="53915"/>
                  <a:pt x="577080" y="58486"/>
                </a:cubicBezTo>
                <a:cubicBezTo>
                  <a:pt x="572539" y="63057"/>
                  <a:pt x="570269" y="70374"/>
                  <a:pt x="570269" y="80436"/>
                </a:cubicBezTo>
                <a:lnTo>
                  <a:pt x="570269" y="137219"/>
                </a:lnTo>
                <a:lnTo>
                  <a:pt x="553704" y="137219"/>
                </a:lnTo>
                <a:lnTo>
                  <a:pt x="553704" y="73717"/>
                </a:lnTo>
                <a:cubicBezTo>
                  <a:pt x="553704" y="66355"/>
                  <a:pt x="552354" y="60833"/>
                  <a:pt x="549654" y="57152"/>
                </a:cubicBezTo>
                <a:cubicBezTo>
                  <a:pt x="546955" y="53470"/>
                  <a:pt x="542537" y="51630"/>
                  <a:pt x="536402" y="51630"/>
                </a:cubicBezTo>
                <a:cubicBezTo>
                  <a:pt x="531739" y="51630"/>
                  <a:pt x="527429" y="52857"/>
                  <a:pt x="523471" y="55311"/>
                </a:cubicBezTo>
                <a:cubicBezTo>
                  <a:pt x="519514" y="57765"/>
                  <a:pt x="516645" y="61354"/>
                  <a:pt x="514866" y="66079"/>
                </a:cubicBezTo>
                <a:cubicBezTo>
                  <a:pt x="513087" y="70803"/>
                  <a:pt x="512197" y="77613"/>
                  <a:pt x="512197" y="86510"/>
                </a:cubicBezTo>
                <a:lnTo>
                  <a:pt x="512197" y="137219"/>
                </a:lnTo>
                <a:lnTo>
                  <a:pt x="495632" y="137219"/>
                </a:lnTo>
                <a:close/>
                <a:moveTo>
                  <a:pt x="652559" y="21351"/>
                </a:moveTo>
                <a:lnTo>
                  <a:pt x="652559" y="2301"/>
                </a:lnTo>
                <a:lnTo>
                  <a:pt x="669124" y="2301"/>
                </a:lnTo>
                <a:lnTo>
                  <a:pt x="669124" y="21351"/>
                </a:lnTo>
                <a:lnTo>
                  <a:pt x="652559" y="21351"/>
                </a:lnTo>
                <a:moveTo>
                  <a:pt x="652559" y="137219"/>
                </a:moveTo>
                <a:lnTo>
                  <a:pt x="652559" y="39482"/>
                </a:lnTo>
                <a:lnTo>
                  <a:pt x="669124" y="39482"/>
                </a:lnTo>
                <a:lnTo>
                  <a:pt x="669124" y="137219"/>
                </a:lnTo>
                <a:lnTo>
                  <a:pt x="652559" y="137219"/>
                </a:lnTo>
                <a:close/>
                <a:moveTo>
                  <a:pt x="685962" y="137219"/>
                </a:moveTo>
                <a:lnTo>
                  <a:pt x="685962" y="123783"/>
                </a:lnTo>
                <a:lnTo>
                  <a:pt x="748175" y="52366"/>
                </a:lnTo>
                <a:cubicBezTo>
                  <a:pt x="741120" y="52734"/>
                  <a:pt x="734892" y="52918"/>
                  <a:pt x="729493" y="52918"/>
                </a:cubicBezTo>
                <a:lnTo>
                  <a:pt x="689643" y="52918"/>
                </a:lnTo>
                <a:lnTo>
                  <a:pt x="689643" y="39482"/>
                </a:lnTo>
                <a:lnTo>
                  <a:pt x="769527" y="39482"/>
                </a:lnTo>
                <a:lnTo>
                  <a:pt x="769527" y="50433"/>
                </a:lnTo>
                <a:lnTo>
                  <a:pt x="716609" y="112463"/>
                </a:lnTo>
                <a:lnTo>
                  <a:pt x="706393" y="123783"/>
                </a:lnTo>
                <a:cubicBezTo>
                  <a:pt x="713817" y="123230"/>
                  <a:pt x="720781" y="122954"/>
                  <a:pt x="727284" y="122954"/>
                </a:cubicBezTo>
                <a:lnTo>
                  <a:pt x="772472" y="122954"/>
                </a:lnTo>
                <a:lnTo>
                  <a:pt x="772472" y="137219"/>
                </a:lnTo>
                <a:lnTo>
                  <a:pt x="685962" y="137219"/>
                </a:lnTo>
                <a:close/>
                <a:moveTo>
                  <a:pt x="856060" y="105744"/>
                </a:moveTo>
                <a:lnTo>
                  <a:pt x="873178" y="107861"/>
                </a:lnTo>
                <a:cubicBezTo>
                  <a:pt x="870478" y="117862"/>
                  <a:pt x="865478" y="125623"/>
                  <a:pt x="858176" y="131145"/>
                </a:cubicBezTo>
                <a:cubicBezTo>
                  <a:pt x="850875" y="136667"/>
                  <a:pt x="841549" y="139428"/>
                  <a:pt x="830199" y="139428"/>
                </a:cubicBezTo>
                <a:cubicBezTo>
                  <a:pt x="815903" y="139428"/>
                  <a:pt x="804568" y="135026"/>
                  <a:pt x="796193" y="126221"/>
                </a:cubicBezTo>
                <a:cubicBezTo>
                  <a:pt x="787818" y="117417"/>
                  <a:pt x="783631" y="105069"/>
                  <a:pt x="783631" y="89179"/>
                </a:cubicBezTo>
                <a:cubicBezTo>
                  <a:pt x="783631" y="72736"/>
                  <a:pt x="787864" y="59974"/>
                  <a:pt x="796331" y="50893"/>
                </a:cubicBezTo>
                <a:cubicBezTo>
                  <a:pt x="804798" y="41813"/>
                  <a:pt x="815781" y="37273"/>
                  <a:pt x="829279" y="37273"/>
                </a:cubicBezTo>
                <a:cubicBezTo>
                  <a:pt x="842347" y="37273"/>
                  <a:pt x="853023" y="41721"/>
                  <a:pt x="861306" y="50617"/>
                </a:cubicBezTo>
                <a:cubicBezTo>
                  <a:pt x="869588" y="59514"/>
                  <a:pt x="873730" y="72030"/>
                  <a:pt x="873730" y="88166"/>
                </a:cubicBezTo>
                <a:cubicBezTo>
                  <a:pt x="873730" y="89148"/>
                  <a:pt x="873699" y="90620"/>
                  <a:pt x="873638" y="92584"/>
                </a:cubicBezTo>
                <a:lnTo>
                  <a:pt x="800749" y="92584"/>
                </a:lnTo>
                <a:cubicBezTo>
                  <a:pt x="801362" y="103321"/>
                  <a:pt x="804399" y="111542"/>
                  <a:pt x="809860" y="117248"/>
                </a:cubicBezTo>
                <a:cubicBezTo>
                  <a:pt x="815320" y="122954"/>
                  <a:pt x="822131" y="125807"/>
                  <a:pt x="830291" y="125807"/>
                </a:cubicBezTo>
                <a:cubicBezTo>
                  <a:pt x="836365" y="125807"/>
                  <a:pt x="841549" y="124212"/>
                  <a:pt x="845844" y="121022"/>
                </a:cubicBezTo>
                <a:cubicBezTo>
                  <a:pt x="850139" y="117831"/>
                  <a:pt x="853544" y="112739"/>
                  <a:pt x="856060" y="105744"/>
                </a:cubicBezTo>
                <a:moveTo>
                  <a:pt x="801669" y="78963"/>
                </a:moveTo>
                <a:lnTo>
                  <a:pt x="856244" y="78963"/>
                </a:lnTo>
                <a:cubicBezTo>
                  <a:pt x="855508" y="70742"/>
                  <a:pt x="853422" y="64576"/>
                  <a:pt x="849986" y="60465"/>
                </a:cubicBezTo>
                <a:cubicBezTo>
                  <a:pt x="844709" y="54084"/>
                  <a:pt x="837868" y="50893"/>
                  <a:pt x="829463" y="50893"/>
                </a:cubicBezTo>
                <a:cubicBezTo>
                  <a:pt x="821855" y="50893"/>
                  <a:pt x="815458" y="53440"/>
                  <a:pt x="810274" y="58532"/>
                </a:cubicBezTo>
                <a:cubicBezTo>
                  <a:pt x="805090" y="63625"/>
                  <a:pt x="802221" y="70435"/>
                  <a:pt x="801669" y="78963"/>
                </a:cubicBezTo>
                <a:close/>
                <a:moveTo>
                  <a:pt x="957188" y="137219"/>
                </a:moveTo>
                <a:lnTo>
                  <a:pt x="957188" y="124887"/>
                </a:lnTo>
                <a:cubicBezTo>
                  <a:pt x="950991" y="134581"/>
                  <a:pt x="941880" y="139428"/>
                  <a:pt x="929855" y="139428"/>
                </a:cubicBezTo>
                <a:cubicBezTo>
                  <a:pt x="922063" y="139428"/>
                  <a:pt x="914900" y="137281"/>
                  <a:pt x="908365" y="132986"/>
                </a:cubicBezTo>
                <a:cubicBezTo>
                  <a:pt x="901831" y="128691"/>
                  <a:pt x="896769" y="122694"/>
                  <a:pt x="893180" y="114994"/>
                </a:cubicBezTo>
                <a:cubicBezTo>
                  <a:pt x="889591" y="107294"/>
                  <a:pt x="887796" y="98443"/>
                  <a:pt x="887796" y="88442"/>
                </a:cubicBezTo>
                <a:cubicBezTo>
                  <a:pt x="887796" y="78687"/>
                  <a:pt x="889422" y="69837"/>
                  <a:pt x="892674" y="61891"/>
                </a:cubicBezTo>
                <a:cubicBezTo>
                  <a:pt x="895926" y="53946"/>
                  <a:pt x="900804" y="47856"/>
                  <a:pt x="907307" y="43623"/>
                </a:cubicBezTo>
                <a:cubicBezTo>
                  <a:pt x="913811" y="39390"/>
                  <a:pt x="921081" y="37273"/>
                  <a:pt x="929119" y="37273"/>
                </a:cubicBezTo>
                <a:cubicBezTo>
                  <a:pt x="935009" y="37273"/>
                  <a:pt x="940254" y="38515"/>
                  <a:pt x="944856" y="41000"/>
                </a:cubicBezTo>
                <a:cubicBezTo>
                  <a:pt x="949458" y="43485"/>
                  <a:pt x="953200" y="46721"/>
                  <a:pt x="956084" y="50709"/>
                </a:cubicBezTo>
                <a:lnTo>
                  <a:pt x="956084" y="2301"/>
                </a:lnTo>
                <a:lnTo>
                  <a:pt x="972558" y="2301"/>
                </a:lnTo>
                <a:lnTo>
                  <a:pt x="972558" y="137219"/>
                </a:lnTo>
                <a:lnTo>
                  <a:pt x="957188" y="137219"/>
                </a:lnTo>
                <a:moveTo>
                  <a:pt x="904822" y="88442"/>
                </a:moveTo>
                <a:cubicBezTo>
                  <a:pt x="904822" y="100959"/>
                  <a:pt x="907460" y="110315"/>
                  <a:pt x="912737" y="116512"/>
                </a:cubicBezTo>
                <a:cubicBezTo>
                  <a:pt x="918013" y="122709"/>
                  <a:pt x="924241" y="125807"/>
                  <a:pt x="931419" y="125807"/>
                </a:cubicBezTo>
                <a:cubicBezTo>
                  <a:pt x="938659" y="125807"/>
                  <a:pt x="944810" y="122847"/>
                  <a:pt x="949872" y="116926"/>
                </a:cubicBezTo>
                <a:cubicBezTo>
                  <a:pt x="954933" y="111005"/>
                  <a:pt x="957464" y="101971"/>
                  <a:pt x="957464" y="89823"/>
                </a:cubicBezTo>
                <a:cubicBezTo>
                  <a:pt x="957464" y="76448"/>
                  <a:pt x="954887" y="66631"/>
                  <a:pt x="949734" y="60373"/>
                </a:cubicBezTo>
                <a:cubicBezTo>
                  <a:pt x="944580" y="54115"/>
                  <a:pt x="938230" y="50986"/>
                  <a:pt x="930683" y="50986"/>
                </a:cubicBezTo>
                <a:cubicBezTo>
                  <a:pt x="923321" y="50986"/>
                  <a:pt x="917170" y="53992"/>
                  <a:pt x="912231" y="60005"/>
                </a:cubicBezTo>
                <a:cubicBezTo>
                  <a:pt x="907292" y="66017"/>
                  <a:pt x="904822" y="75497"/>
                  <a:pt x="904822" y="884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5CD59D-082E-464D-9CE2-F2380FF6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64" y="2073004"/>
            <a:ext cx="1033699" cy="235602"/>
          </a:xfrm>
          <a:custGeom xmlns:a="http://schemas.openxmlformats.org/drawingml/2006/main">
            <a:pathLst>
              <a:path w="1033699" h="235602">
                <a:moveTo>
                  <a:pt x="0" y="39268"/>
                </a:moveTo>
                <a:cubicBezTo>
                  <a:pt x="0" y="17581"/>
                  <a:pt x="17581" y="0"/>
                  <a:pt x="39268" y="0"/>
                </a:cubicBezTo>
                <a:lnTo>
                  <a:pt x="994432" y="0"/>
                </a:lnTo>
                <a:cubicBezTo>
                  <a:pt x="1016118" y="0"/>
                  <a:pt x="1033699" y="17581"/>
                  <a:pt x="1033699" y="39268"/>
                </a:cubicBezTo>
                <a:lnTo>
                  <a:pt x="1033699" y="196333"/>
                </a:lnTo>
                <a:cubicBezTo>
                  <a:pt x="1033699" y="218021"/>
                  <a:pt x="1016118" y="235602"/>
                  <a:pt x="994432" y="235602"/>
                </a:cubicBezTo>
                <a:lnTo>
                  <a:pt x="39268" y="235602"/>
                </a:lnTo>
                <a:cubicBezTo>
                  <a:pt x="17581" y="235602"/>
                  <a:pt x="0" y="218021"/>
                  <a:pt x="0" y="196333"/>
                </a:cubicBezTo>
                <a:lnTo>
                  <a:pt x="0" y="39268"/>
                </a:lnTo>
                <a:close/>
              </a:path>
            </a:pathLst>
          </a:custGeom>
          <a:solidFill xmlns:a="http://schemas.openxmlformats.org/drawingml/2006/main">
            <a:srgbClr val="0299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Timestamp">
            <a:extLst xmlns:a="http://schemas.openxmlformats.org/drawingml/2006/main">
              <a:ext uri="{FF2B5EF4-FFF2-40B4-BE49-F238E27FC236}">
                <a16:creationId xmlns:a16="http://schemas.microsoft.com/office/drawing/2014/main" id="{6F6F8CAE-734F-40A0-80D0-B1CA2B2E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554" y="2115032"/>
            <a:ext cx="912751" cy="172375"/>
          </a:xfrm>
          <a:custGeom xmlns:a="http://schemas.openxmlformats.org/drawingml/2006/main">
            <a:pathLst>
              <a:path w="912751" h="172375">
                <a:moveTo>
                  <a:pt x="44451" y="134918"/>
                </a:moveTo>
                <a:lnTo>
                  <a:pt x="44451" y="15921"/>
                </a:lnTo>
                <a:lnTo>
                  <a:pt x="0" y="15921"/>
                </a:lnTo>
                <a:lnTo>
                  <a:pt x="0" y="0"/>
                </a:lnTo>
                <a:lnTo>
                  <a:pt x="106941" y="0"/>
                </a:lnTo>
                <a:lnTo>
                  <a:pt x="106941" y="15921"/>
                </a:lnTo>
                <a:lnTo>
                  <a:pt x="62305" y="15921"/>
                </a:lnTo>
                <a:lnTo>
                  <a:pt x="62305" y="134918"/>
                </a:lnTo>
                <a:lnTo>
                  <a:pt x="44451" y="134918"/>
                </a:lnTo>
                <a:close/>
                <a:moveTo>
                  <a:pt x="115816" y="19051"/>
                </a:moveTo>
                <a:lnTo>
                  <a:pt x="115816" y="0"/>
                </a:lnTo>
                <a:lnTo>
                  <a:pt x="132381" y="0"/>
                </a:lnTo>
                <a:lnTo>
                  <a:pt x="132381" y="19051"/>
                </a:lnTo>
                <a:lnTo>
                  <a:pt x="115816" y="19051"/>
                </a:lnTo>
                <a:moveTo>
                  <a:pt x="115816" y="134918"/>
                </a:moveTo>
                <a:lnTo>
                  <a:pt x="115816" y="37181"/>
                </a:lnTo>
                <a:lnTo>
                  <a:pt x="132381" y="37181"/>
                </a:lnTo>
                <a:lnTo>
                  <a:pt x="132381" y="134918"/>
                </a:lnTo>
                <a:lnTo>
                  <a:pt x="115816" y="134918"/>
                </a:lnTo>
                <a:close/>
                <a:moveTo>
                  <a:pt x="157849" y="134918"/>
                </a:moveTo>
                <a:lnTo>
                  <a:pt x="157849" y="37181"/>
                </a:lnTo>
                <a:lnTo>
                  <a:pt x="172666" y="37181"/>
                </a:lnTo>
                <a:lnTo>
                  <a:pt x="172666" y="50893"/>
                </a:lnTo>
                <a:cubicBezTo>
                  <a:pt x="175734" y="46108"/>
                  <a:pt x="179814" y="42258"/>
                  <a:pt x="184906" y="39344"/>
                </a:cubicBezTo>
                <a:cubicBezTo>
                  <a:pt x="189999" y="36429"/>
                  <a:pt x="195797" y="34972"/>
                  <a:pt x="202300" y="34972"/>
                </a:cubicBezTo>
                <a:cubicBezTo>
                  <a:pt x="209540" y="34972"/>
                  <a:pt x="215476" y="36475"/>
                  <a:pt x="220108" y="39482"/>
                </a:cubicBezTo>
                <a:cubicBezTo>
                  <a:pt x="224741" y="42488"/>
                  <a:pt x="228008" y="46691"/>
                  <a:pt x="229910" y="52090"/>
                </a:cubicBezTo>
                <a:cubicBezTo>
                  <a:pt x="237640" y="40678"/>
                  <a:pt x="247702" y="34972"/>
                  <a:pt x="260096" y="34972"/>
                </a:cubicBezTo>
                <a:cubicBezTo>
                  <a:pt x="269790" y="34972"/>
                  <a:pt x="277245" y="37656"/>
                  <a:pt x="282460" y="43025"/>
                </a:cubicBezTo>
                <a:cubicBezTo>
                  <a:pt x="287675" y="48393"/>
                  <a:pt x="290282" y="56661"/>
                  <a:pt x="290282" y="67827"/>
                </a:cubicBezTo>
                <a:lnTo>
                  <a:pt x="290282" y="134918"/>
                </a:lnTo>
                <a:lnTo>
                  <a:pt x="273809" y="134918"/>
                </a:lnTo>
                <a:lnTo>
                  <a:pt x="273809" y="73349"/>
                </a:lnTo>
                <a:cubicBezTo>
                  <a:pt x="273809" y="66723"/>
                  <a:pt x="273272" y="61953"/>
                  <a:pt x="272198" y="59038"/>
                </a:cubicBezTo>
                <a:cubicBezTo>
                  <a:pt x="271125" y="56124"/>
                  <a:pt x="269177" y="53777"/>
                  <a:pt x="266354" y="51998"/>
                </a:cubicBezTo>
                <a:cubicBezTo>
                  <a:pt x="263532" y="50219"/>
                  <a:pt x="260219" y="49329"/>
                  <a:pt x="256415" y="49329"/>
                </a:cubicBezTo>
                <a:cubicBezTo>
                  <a:pt x="249543" y="49329"/>
                  <a:pt x="243837" y="51614"/>
                  <a:pt x="239297" y="56185"/>
                </a:cubicBezTo>
                <a:cubicBezTo>
                  <a:pt x="234757" y="60756"/>
                  <a:pt x="232487" y="68073"/>
                  <a:pt x="232487" y="78135"/>
                </a:cubicBezTo>
                <a:lnTo>
                  <a:pt x="232487" y="134918"/>
                </a:lnTo>
                <a:lnTo>
                  <a:pt x="215921" y="134918"/>
                </a:lnTo>
                <a:lnTo>
                  <a:pt x="215921" y="71417"/>
                </a:lnTo>
                <a:cubicBezTo>
                  <a:pt x="215921" y="64054"/>
                  <a:pt x="214571" y="58532"/>
                  <a:pt x="211871" y="54851"/>
                </a:cubicBezTo>
                <a:cubicBezTo>
                  <a:pt x="209172" y="51170"/>
                  <a:pt x="204754" y="49329"/>
                  <a:pt x="198619" y="49329"/>
                </a:cubicBezTo>
                <a:cubicBezTo>
                  <a:pt x="193956" y="49329"/>
                  <a:pt x="189646" y="50556"/>
                  <a:pt x="185688" y="53010"/>
                </a:cubicBezTo>
                <a:cubicBezTo>
                  <a:pt x="181731" y="55464"/>
                  <a:pt x="178863" y="59054"/>
                  <a:pt x="177084" y="63778"/>
                </a:cubicBezTo>
                <a:cubicBezTo>
                  <a:pt x="175304" y="68502"/>
                  <a:pt x="174415" y="75313"/>
                  <a:pt x="174415" y="84209"/>
                </a:cubicBezTo>
                <a:lnTo>
                  <a:pt x="174415" y="134918"/>
                </a:lnTo>
                <a:lnTo>
                  <a:pt x="157849" y="134918"/>
                </a:lnTo>
                <a:close/>
                <a:moveTo>
                  <a:pt x="381666" y="103444"/>
                </a:moveTo>
                <a:lnTo>
                  <a:pt x="398784" y="105560"/>
                </a:lnTo>
                <a:cubicBezTo>
                  <a:pt x="396085" y="115561"/>
                  <a:pt x="391084" y="123322"/>
                  <a:pt x="383783" y="128844"/>
                </a:cubicBezTo>
                <a:cubicBezTo>
                  <a:pt x="376482" y="134366"/>
                  <a:pt x="367156" y="137127"/>
                  <a:pt x="355805" y="137127"/>
                </a:cubicBezTo>
                <a:cubicBezTo>
                  <a:pt x="341510" y="137127"/>
                  <a:pt x="330175" y="132725"/>
                  <a:pt x="321800" y="123921"/>
                </a:cubicBezTo>
                <a:cubicBezTo>
                  <a:pt x="313425" y="115116"/>
                  <a:pt x="309237" y="102769"/>
                  <a:pt x="309237" y="86878"/>
                </a:cubicBezTo>
                <a:cubicBezTo>
                  <a:pt x="309237" y="70435"/>
                  <a:pt x="313471" y="57673"/>
                  <a:pt x="321938" y="48593"/>
                </a:cubicBezTo>
                <a:cubicBezTo>
                  <a:pt x="330405" y="39512"/>
                  <a:pt x="341387" y="34972"/>
                  <a:pt x="354885" y="34972"/>
                </a:cubicBezTo>
                <a:cubicBezTo>
                  <a:pt x="367954" y="34972"/>
                  <a:pt x="378629" y="39420"/>
                  <a:pt x="386912" y="48317"/>
                </a:cubicBezTo>
                <a:cubicBezTo>
                  <a:pt x="395195" y="57213"/>
                  <a:pt x="399336" y="69729"/>
                  <a:pt x="399336" y="85866"/>
                </a:cubicBezTo>
                <a:cubicBezTo>
                  <a:pt x="399336" y="86847"/>
                  <a:pt x="399306" y="88320"/>
                  <a:pt x="399244" y="90283"/>
                </a:cubicBezTo>
                <a:lnTo>
                  <a:pt x="326355" y="90283"/>
                </a:lnTo>
                <a:cubicBezTo>
                  <a:pt x="326969" y="101020"/>
                  <a:pt x="330006" y="109242"/>
                  <a:pt x="335466" y="114948"/>
                </a:cubicBezTo>
                <a:cubicBezTo>
                  <a:pt x="340927" y="120653"/>
                  <a:pt x="347737" y="123506"/>
                  <a:pt x="355897" y="123506"/>
                </a:cubicBezTo>
                <a:cubicBezTo>
                  <a:pt x="361972" y="123506"/>
                  <a:pt x="367156" y="121911"/>
                  <a:pt x="371451" y="118721"/>
                </a:cubicBezTo>
                <a:cubicBezTo>
                  <a:pt x="375746" y="115530"/>
                  <a:pt x="379151" y="110438"/>
                  <a:pt x="381666" y="103444"/>
                </a:cubicBezTo>
                <a:moveTo>
                  <a:pt x="327276" y="76662"/>
                </a:moveTo>
                <a:lnTo>
                  <a:pt x="381850" y="76662"/>
                </a:lnTo>
                <a:cubicBezTo>
                  <a:pt x="381114" y="68441"/>
                  <a:pt x="379028" y="62275"/>
                  <a:pt x="375592" y="58164"/>
                </a:cubicBezTo>
                <a:cubicBezTo>
                  <a:pt x="370316" y="51783"/>
                  <a:pt x="363475" y="48593"/>
                  <a:pt x="355069" y="48593"/>
                </a:cubicBezTo>
                <a:cubicBezTo>
                  <a:pt x="347461" y="48593"/>
                  <a:pt x="341065" y="51139"/>
                  <a:pt x="335881" y="56231"/>
                </a:cubicBezTo>
                <a:cubicBezTo>
                  <a:pt x="330696" y="61324"/>
                  <a:pt x="327828" y="68134"/>
                  <a:pt x="327276" y="76662"/>
                </a:cubicBezTo>
                <a:close/>
                <a:moveTo>
                  <a:pt x="412834" y="105744"/>
                </a:moveTo>
                <a:lnTo>
                  <a:pt x="429216" y="103167"/>
                </a:lnTo>
                <a:cubicBezTo>
                  <a:pt x="430136" y="109732"/>
                  <a:pt x="432698" y="114763"/>
                  <a:pt x="436900" y="118261"/>
                </a:cubicBezTo>
                <a:cubicBezTo>
                  <a:pt x="441103" y="121758"/>
                  <a:pt x="446978" y="123506"/>
                  <a:pt x="454525" y="123506"/>
                </a:cubicBezTo>
                <a:cubicBezTo>
                  <a:pt x="462132" y="123506"/>
                  <a:pt x="467777" y="121957"/>
                  <a:pt x="471458" y="118859"/>
                </a:cubicBezTo>
                <a:cubicBezTo>
                  <a:pt x="475140" y="115760"/>
                  <a:pt x="476980" y="112125"/>
                  <a:pt x="476980" y="107953"/>
                </a:cubicBezTo>
                <a:cubicBezTo>
                  <a:pt x="476980" y="104210"/>
                  <a:pt x="475354" y="101265"/>
                  <a:pt x="472103" y="99118"/>
                </a:cubicBezTo>
                <a:cubicBezTo>
                  <a:pt x="469832" y="97646"/>
                  <a:pt x="464188" y="95774"/>
                  <a:pt x="455169" y="93504"/>
                </a:cubicBezTo>
                <a:cubicBezTo>
                  <a:pt x="443021" y="90436"/>
                  <a:pt x="434600" y="87783"/>
                  <a:pt x="429906" y="85543"/>
                </a:cubicBezTo>
                <a:cubicBezTo>
                  <a:pt x="425212" y="83304"/>
                  <a:pt x="421654" y="80206"/>
                  <a:pt x="419230" y="76248"/>
                </a:cubicBezTo>
                <a:cubicBezTo>
                  <a:pt x="416807" y="72291"/>
                  <a:pt x="415595" y="67919"/>
                  <a:pt x="415595" y="63134"/>
                </a:cubicBezTo>
                <a:cubicBezTo>
                  <a:pt x="415595" y="58778"/>
                  <a:pt x="416592" y="54743"/>
                  <a:pt x="418586" y="51032"/>
                </a:cubicBezTo>
                <a:cubicBezTo>
                  <a:pt x="420580" y="47320"/>
                  <a:pt x="423295" y="44237"/>
                  <a:pt x="426731" y="41782"/>
                </a:cubicBezTo>
                <a:cubicBezTo>
                  <a:pt x="429308" y="39880"/>
                  <a:pt x="432820" y="38270"/>
                  <a:pt x="437269" y="36951"/>
                </a:cubicBezTo>
                <a:cubicBezTo>
                  <a:pt x="441717" y="35632"/>
                  <a:pt x="446487" y="34972"/>
                  <a:pt x="451580" y="34972"/>
                </a:cubicBezTo>
                <a:cubicBezTo>
                  <a:pt x="459249" y="34972"/>
                  <a:pt x="465982" y="36076"/>
                  <a:pt x="471780" y="38285"/>
                </a:cubicBezTo>
                <a:cubicBezTo>
                  <a:pt x="477578" y="40494"/>
                  <a:pt x="481858" y="43485"/>
                  <a:pt x="484619" y="47258"/>
                </a:cubicBezTo>
                <a:cubicBezTo>
                  <a:pt x="487380" y="51032"/>
                  <a:pt x="489282" y="56078"/>
                  <a:pt x="490325" y="62397"/>
                </a:cubicBezTo>
                <a:lnTo>
                  <a:pt x="474127" y="64606"/>
                </a:lnTo>
                <a:cubicBezTo>
                  <a:pt x="473391" y="59575"/>
                  <a:pt x="471259" y="55648"/>
                  <a:pt x="467731" y="52826"/>
                </a:cubicBezTo>
                <a:cubicBezTo>
                  <a:pt x="464203" y="50004"/>
                  <a:pt x="459218" y="48593"/>
                  <a:pt x="452776" y="48593"/>
                </a:cubicBezTo>
                <a:cubicBezTo>
                  <a:pt x="445168" y="48593"/>
                  <a:pt x="439738" y="49850"/>
                  <a:pt x="436486" y="52366"/>
                </a:cubicBezTo>
                <a:cubicBezTo>
                  <a:pt x="433235" y="54882"/>
                  <a:pt x="431609" y="57827"/>
                  <a:pt x="431609" y="61201"/>
                </a:cubicBezTo>
                <a:cubicBezTo>
                  <a:pt x="431609" y="63348"/>
                  <a:pt x="432284" y="65281"/>
                  <a:pt x="433633" y="66999"/>
                </a:cubicBezTo>
                <a:cubicBezTo>
                  <a:pt x="434983" y="68778"/>
                  <a:pt x="437100" y="70251"/>
                  <a:pt x="439984" y="71417"/>
                </a:cubicBezTo>
                <a:cubicBezTo>
                  <a:pt x="441640" y="72030"/>
                  <a:pt x="446518" y="73441"/>
                  <a:pt x="454617" y="75650"/>
                </a:cubicBezTo>
                <a:cubicBezTo>
                  <a:pt x="466335" y="78779"/>
                  <a:pt x="474511" y="81341"/>
                  <a:pt x="479143" y="83335"/>
                </a:cubicBezTo>
                <a:cubicBezTo>
                  <a:pt x="483775" y="85329"/>
                  <a:pt x="487410" y="88228"/>
                  <a:pt x="490049" y="92032"/>
                </a:cubicBezTo>
                <a:cubicBezTo>
                  <a:pt x="492687" y="95836"/>
                  <a:pt x="494006" y="100560"/>
                  <a:pt x="494006" y="106204"/>
                </a:cubicBezTo>
                <a:cubicBezTo>
                  <a:pt x="494006" y="111726"/>
                  <a:pt x="492396" y="116926"/>
                  <a:pt x="489174" y="121804"/>
                </a:cubicBezTo>
                <a:cubicBezTo>
                  <a:pt x="485953" y="126682"/>
                  <a:pt x="481306" y="130455"/>
                  <a:pt x="475232" y="133124"/>
                </a:cubicBezTo>
                <a:cubicBezTo>
                  <a:pt x="469158" y="135793"/>
                  <a:pt x="462286" y="137127"/>
                  <a:pt x="454617" y="137127"/>
                </a:cubicBezTo>
                <a:cubicBezTo>
                  <a:pt x="441916" y="137127"/>
                  <a:pt x="432238" y="134489"/>
                  <a:pt x="425581" y="129212"/>
                </a:cubicBezTo>
                <a:cubicBezTo>
                  <a:pt x="418924" y="123936"/>
                  <a:pt x="414675" y="116113"/>
                  <a:pt x="412834" y="105744"/>
                </a:cubicBezTo>
                <a:close/>
                <a:moveTo>
                  <a:pt x="550152" y="120101"/>
                </a:moveTo>
                <a:lnTo>
                  <a:pt x="552545" y="134734"/>
                </a:lnTo>
                <a:cubicBezTo>
                  <a:pt x="547882" y="135716"/>
                  <a:pt x="543710" y="136207"/>
                  <a:pt x="540028" y="136207"/>
                </a:cubicBezTo>
                <a:cubicBezTo>
                  <a:pt x="534016" y="136207"/>
                  <a:pt x="529353" y="135256"/>
                  <a:pt x="526040" y="133354"/>
                </a:cubicBezTo>
                <a:cubicBezTo>
                  <a:pt x="522726" y="131452"/>
                  <a:pt x="520395" y="128952"/>
                  <a:pt x="519045" y="125853"/>
                </a:cubicBezTo>
                <a:cubicBezTo>
                  <a:pt x="517695" y="122755"/>
                  <a:pt x="517020" y="116236"/>
                  <a:pt x="517020" y="106297"/>
                </a:cubicBezTo>
                <a:lnTo>
                  <a:pt x="517020" y="50065"/>
                </a:lnTo>
                <a:lnTo>
                  <a:pt x="504872" y="50065"/>
                </a:lnTo>
                <a:lnTo>
                  <a:pt x="504872" y="37181"/>
                </a:lnTo>
                <a:lnTo>
                  <a:pt x="517020" y="37181"/>
                </a:lnTo>
                <a:lnTo>
                  <a:pt x="517020" y="12976"/>
                </a:lnTo>
                <a:lnTo>
                  <a:pt x="533494" y="3037"/>
                </a:lnTo>
                <a:lnTo>
                  <a:pt x="533494" y="37181"/>
                </a:lnTo>
                <a:lnTo>
                  <a:pt x="550152" y="37181"/>
                </a:lnTo>
                <a:lnTo>
                  <a:pt x="550152" y="50065"/>
                </a:lnTo>
                <a:lnTo>
                  <a:pt x="533494" y="50065"/>
                </a:lnTo>
                <a:lnTo>
                  <a:pt x="533494" y="107217"/>
                </a:lnTo>
                <a:cubicBezTo>
                  <a:pt x="533494" y="111941"/>
                  <a:pt x="533786" y="114978"/>
                  <a:pt x="534368" y="116328"/>
                </a:cubicBezTo>
                <a:cubicBezTo>
                  <a:pt x="534951" y="117678"/>
                  <a:pt x="535902" y="118751"/>
                  <a:pt x="537221" y="119549"/>
                </a:cubicBezTo>
                <a:cubicBezTo>
                  <a:pt x="538541" y="120347"/>
                  <a:pt x="540427" y="120745"/>
                  <a:pt x="542881" y="120745"/>
                </a:cubicBezTo>
                <a:cubicBezTo>
                  <a:pt x="544722" y="120745"/>
                  <a:pt x="547145" y="120531"/>
                  <a:pt x="550152" y="120101"/>
                </a:cubicBezTo>
                <a:close/>
                <a:moveTo>
                  <a:pt x="630065" y="122862"/>
                </a:moveTo>
                <a:cubicBezTo>
                  <a:pt x="623929" y="128077"/>
                  <a:pt x="618024" y="131759"/>
                  <a:pt x="612349" y="133906"/>
                </a:cubicBezTo>
                <a:cubicBezTo>
                  <a:pt x="606673" y="136053"/>
                  <a:pt x="600584" y="137127"/>
                  <a:pt x="594080" y="137127"/>
                </a:cubicBezTo>
                <a:cubicBezTo>
                  <a:pt x="583343" y="137127"/>
                  <a:pt x="575091" y="134504"/>
                  <a:pt x="569324" y="129258"/>
                </a:cubicBezTo>
                <a:cubicBezTo>
                  <a:pt x="563557" y="124013"/>
                  <a:pt x="560673" y="117310"/>
                  <a:pt x="560673" y="109150"/>
                </a:cubicBezTo>
                <a:cubicBezTo>
                  <a:pt x="560673" y="104364"/>
                  <a:pt x="561762" y="99992"/>
                  <a:pt x="563940" y="96035"/>
                </a:cubicBezTo>
                <a:cubicBezTo>
                  <a:pt x="566118" y="92078"/>
                  <a:pt x="568971" y="88903"/>
                  <a:pt x="572499" y="86510"/>
                </a:cubicBezTo>
                <a:cubicBezTo>
                  <a:pt x="576027" y="84117"/>
                  <a:pt x="580000" y="82307"/>
                  <a:pt x="584417" y="81080"/>
                </a:cubicBezTo>
                <a:cubicBezTo>
                  <a:pt x="587669" y="80221"/>
                  <a:pt x="592577" y="79393"/>
                  <a:pt x="599142" y="78595"/>
                </a:cubicBezTo>
                <a:cubicBezTo>
                  <a:pt x="612517" y="77000"/>
                  <a:pt x="622365" y="75098"/>
                  <a:pt x="628684" y="72889"/>
                </a:cubicBezTo>
                <a:cubicBezTo>
                  <a:pt x="628746" y="70619"/>
                  <a:pt x="628776" y="69177"/>
                  <a:pt x="628776" y="68564"/>
                </a:cubicBezTo>
                <a:cubicBezTo>
                  <a:pt x="628776" y="61815"/>
                  <a:pt x="627212" y="57060"/>
                  <a:pt x="624083" y="54299"/>
                </a:cubicBezTo>
                <a:cubicBezTo>
                  <a:pt x="619849" y="50556"/>
                  <a:pt x="613560" y="48685"/>
                  <a:pt x="605216" y="48685"/>
                </a:cubicBezTo>
                <a:cubicBezTo>
                  <a:pt x="597424" y="48685"/>
                  <a:pt x="591672" y="50050"/>
                  <a:pt x="587960" y="52780"/>
                </a:cubicBezTo>
                <a:cubicBezTo>
                  <a:pt x="584248" y="55510"/>
                  <a:pt x="581503" y="60342"/>
                  <a:pt x="579723" y="67275"/>
                </a:cubicBezTo>
                <a:lnTo>
                  <a:pt x="563526" y="65066"/>
                </a:lnTo>
                <a:cubicBezTo>
                  <a:pt x="564998" y="58133"/>
                  <a:pt x="567422" y="52535"/>
                  <a:pt x="570796" y="48271"/>
                </a:cubicBezTo>
                <a:cubicBezTo>
                  <a:pt x="574171" y="44006"/>
                  <a:pt x="579049" y="40724"/>
                  <a:pt x="585429" y="38423"/>
                </a:cubicBezTo>
                <a:cubicBezTo>
                  <a:pt x="591810" y="36122"/>
                  <a:pt x="599203" y="34972"/>
                  <a:pt x="607609" y="34972"/>
                </a:cubicBezTo>
                <a:cubicBezTo>
                  <a:pt x="615953" y="34972"/>
                  <a:pt x="622733" y="35954"/>
                  <a:pt x="627948" y="37917"/>
                </a:cubicBezTo>
                <a:cubicBezTo>
                  <a:pt x="633163" y="39880"/>
                  <a:pt x="636998" y="42350"/>
                  <a:pt x="639452" y="45326"/>
                </a:cubicBezTo>
                <a:cubicBezTo>
                  <a:pt x="641906" y="48301"/>
                  <a:pt x="643624" y="52059"/>
                  <a:pt x="644606" y="56599"/>
                </a:cubicBezTo>
                <a:cubicBezTo>
                  <a:pt x="645158" y="59422"/>
                  <a:pt x="645434" y="64514"/>
                  <a:pt x="645434" y="71877"/>
                </a:cubicBezTo>
                <a:lnTo>
                  <a:pt x="645434" y="93964"/>
                </a:lnTo>
                <a:cubicBezTo>
                  <a:pt x="645434" y="109364"/>
                  <a:pt x="645787" y="119104"/>
                  <a:pt x="646492" y="123184"/>
                </a:cubicBezTo>
                <a:cubicBezTo>
                  <a:pt x="647198" y="127264"/>
                  <a:pt x="648594" y="131176"/>
                  <a:pt x="650680" y="134918"/>
                </a:cubicBezTo>
                <a:lnTo>
                  <a:pt x="633378" y="134918"/>
                </a:lnTo>
                <a:cubicBezTo>
                  <a:pt x="631660" y="131483"/>
                  <a:pt x="630556" y="127464"/>
                  <a:pt x="630065" y="122862"/>
                </a:cubicBezTo>
                <a:moveTo>
                  <a:pt x="628684" y="85866"/>
                </a:moveTo>
                <a:cubicBezTo>
                  <a:pt x="622672" y="88320"/>
                  <a:pt x="613652" y="90406"/>
                  <a:pt x="601627" y="92124"/>
                </a:cubicBezTo>
                <a:cubicBezTo>
                  <a:pt x="594817" y="93105"/>
                  <a:pt x="590000" y="94210"/>
                  <a:pt x="587178" y="95437"/>
                </a:cubicBezTo>
                <a:cubicBezTo>
                  <a:pt x="584356" y="96664"/>
                  <a:pt x="582178" y="98459"/>
                  <a:pt x="580644" y="100821"/>
                </a:cubicBezTo>
                <a:cubicBezTo>
                  <a:pt x="579110" y="103183"/>
                  <a:pt x="578343" y="105806"/>
                  <a:pt x="578343" y="108689"/>
                </a:cubicBezTo>
                <a:cubicBezTo>
                  <a:pt x="578343" y="113107"/>
                  <a:pt x="580015" y="116788"/>
                  <a:pt x="583359" y="119733"/>
                </a:cubicBezTo>
                <a:cubicBezTo>
                  <a:pt x="586702" y="122678"/>
                  <a:pt x="591596" y="124151"/>
                  <a:pt x="598038" y="124151"/>
                </a:cubicBezTo>
                <a:cubicBezTo>
                  <a:pt x="604419" y="124151"/>
                  <a:pt x="610094" y="122755"/>
                  <a:pt x="615064" y="119963"/>
                </a:cubicBezTo>
                <a:cubicBezTo>
                  <a:pt x="620033" y="117172"/>
                  <a:pt x="623684" y="113352"/>
                  <a:pt x="626015" y="108505"/>
                </a:cubicBezTo>
                <a:cubicBezTo>
                  <a:pt x="627795" y="104763"/>
                  <a:pt x="628684" y="99241"/>
                  <a:pt x="628684" y="91940"/>
                </a:cubicBezTo>
                <a:lnTo>
                  <a:pt x="628684" y="85866"/>
                </a:lnTo>
                <a:close/>
                <a:moveTo>
                  <a:pt x="670988" y="134918"/>
                </a:moveTo>
                <a:lnTo>
                  <a:pt x="670988" y="37181"/>
                </a:lnTo>
                <a:lnTo>
                  <a:pt x="685805" y="37181"/>
                </a:lnTo>
                <a:lnTo>
                  <a:pt x="685805" y="50893"/>
                </a:lnTo>
                <a:cubicBezTo>
                  <a:pt x="688873" y="46108"/>
                  <a:pt x="692953" y="42258"/>
                  <a:pt x="698045" y="39344"/>
                </a:cubicBezTo>
                <a:cubicBezTo>
                  <a:pt x="703138" y="36429"/>
                  <a:pt x="708936" y="34972"/>
                  <a:pt x="715439" y="34972"/>
                </a:cubicBezTo>
                <a:cubicBezTo>
                  <a:pt x="722679" y="34972"/>
                  <a:pt x="728615" y="36475"/>
                  <a:pt x="733247" y="39482"/>
                </a:cubicBezTo>
                <a:cubicBezTo>
                  <a:pt x="737880" y="42488"/>
                  <a:pt x="741147" y="46691"/>
                  <a:pt x="743049" y="52090"/>
                </a:cubicBezTo>
                <a:cubicBezTo>
                  <a:pt x="750779" y="40678"/>
                  <a:pt x="760841" y="34972"/>
                  <a:pt x="773235" y="34972"/>
                </a:cubicBezTo>
                <a:cubicBezTo>
                  <a:pt x="782929" y="34972"/>
                  <a:pt x="790384" y="37656"/>
                  <a:pt x="795599" y="43025"/>
                </a:cubicBezTo>
                <a:cubicBezTo>
                  <a:pt x="800814" y="48393"/>
                  <a:pt x="803421" y="56661"/>
                  <a:pt x="803421" y="67827"/>
                </a:cubicBezTo>
                <a:lnTo>
                  <a:pt x="803421" y="134918"/>
                </a:lnTo>
                <a:lnTo>
                  <a:pt x="786948" y="134918"/>
                </a:lnTo>
                <a:lnTo>
                  <a:pt x="786948" y="73349"/>
                </a:lnTo>
                <a:cubicBezTo>
                  <a:pt x="786948" y="66723"/>
                  <a:pt x="786411" y="61953"/>
                  <a:pt x="785337" y="59038"/>
                </a:cubicBezTo>
                <a:cubicBezTo>
                  <a:pt x="784263" y="56124"/>
                  <a:pt x="782315" y="53777"/>
                  <a:pt x="779493" y="51998"/>
                </a:cubicBezTo>
                <a:cubicBezTo>
                  <a:pt x="776671" y="50219"/>
                  <a:pt x="773358" y="49329"/>
                  <a:pt x="769554" y="49329"/>
                </a:cubicBezTo>
                <a:cubicBezTo>
                  <a:pt x="762682" y="49329"/>
                  <a:pt x="756976" y="51614"/>
                  <a:pt x="752436" y="56185"/>
                </a:cubicBezTo>
                <a:cubicBezTo>
                  <a:pt x="747896" y="60756"/>
                  <a:pt x="745626" y="68073"/>
                  <a:pt x="745626" y="78135"/>
                </a:cubicBezTo>
                <a:lnTo>
                  <a:pt x="745626" y="134918"/>
                </a:lnTo>
                <a:lnTo>
                  <a:pt x="729060" y="134918"/>
                </a:lnTo>
                <a:lnTo>
                  <a:pt x="729060" y="71417"/>
                </a:lnTo>
                <a:cubicBezTo>
                  <a:pt x="729060" y="64054"/>
                  <a:pt x="727710" y="58532"/>
                  <a:pt x="725010" y="54851"/>
                </a:cubicBezTo>
                <a:cubicBezTo>
                  <a:pt x="722311" y="51170"/>
                  <a:pt x="717893" y="49329"/>
                  <a:pt x="711758" y="49329"/>
                </a:cubicBezTo>
                <a:cubicBezTo>
                  <a:pt x="707095" y="49329"/>
                  <a:pt x="702785" y="50556"/>
                  <a:pt x="698827" y="53010"/>
                </a:cubicBezTo>
                <a:cubicBezTo>
                  <a:pt x="694870" y="55464"/>
                  <a:pt x="692002" y="59054"/>
                  <a:pt x="690223" y="63778"/>
                </a:cubicBezTo>
                <a:cubicBezTo>
                  <a:pt x="688443" y="68502"/>
                  <a:pt x="687554" y="75313"/>
                  <a:pt x="687554" y="84209"/>
                </a:cubicBezTo>
                <a:lnTo>
                  <a:pt x="687554" y="134918"/>
                </a:lnTo>
                <a:lnTo>
                  <a:pt x="670988" y="134918"/>
                </a:lnTo>
                <a:close/>
                <a:moveTo>
                  <a:pt x="827898" y="172375"/>
                </a:moveTo>
                <a:lnTo>
                  <a:pt x="827898" y="37181"/>
                </a:lnTo>
                <a:lnTo>
                  <a:pt x="842991" y="37181"/>
                </a:lnTo>
                <a:lnTo>
                  <a:pt x="842991" y="49881"/>
                </a:lnTo>
                <a:cubicBezTo>
                  <a:pt x="846550" y="44911"/>
                  <a:pt x="850569" y="41184"/>
                  <a:pt x="855047" y="38699"/>
                </a:cubicBezTo>
                <a:cubicBezTo>
                  <a:pt x="859526" y="36214"/>
                  <a:pt x="864956" y="34972"/>
                  <a:pt x="871337" y="34972"/>
                </a:cubicBezTo>
                <a:cubicBezTo>
                  <a:pt x="879681" y="34972"/>
                  <a:pt x="887044" y="37119"/>
                  <a:pt x="893425" y="41414"/>
                </a:cubicBezTo>
                <a:cubicBezTo>
                  <a:pt x="899805" y="45709"/>
                  <a:pt x="904622" y="51768"/>
                  <a:pt x="907874" y="59590"/>
                </a:cubicBezTo>
                <a:cubicBezTo>
                  <a:pt x="911125" y="67413"/>
                  <a:pt x="912751" y="75987"/>
                  <a:pt x="912751" y="85313"/>
                </a:cubicBezTo>
                <a:cubicBezTo>
                  <a:pt x="912751" y="95314"/>
                  <a:pt x="910957" y="104318"/>
                  <a:pt x="907367" y="112325"/>
                </a:cubicBezTo>
                <a:cubicBezTo>
                  <a:pt x="903778" y="120331"/>
                  <a:pt x="898563" y="126467"/>
                  <a:pt x="891722" y="130731"/>
                </a:cubicBezTo>
                <a:cubicBezTo>
                  <a:pt x="884881" y="134995"/>
                  <a:pt x="877687" y="137127"/>
                  <a:pt x="870141" y="137127"/>
                </a:cubicBezTo>
                <a:cubicBezTo>
                  <a:pt x="864619" y="137127"/>
                  <a:pt x="859664" y="135961"/>
                  <a:pt x="855277" y="133630"/>
                </a:cubicBezTo>
                <a:cubicBezTo>
                  <a:pt x="850891" y="131298"/>
                  <a:pt x="847286" y="128353"/>
                  <a:pt x="844464" y="124795"/>
                </a:cubicBezTo>
                <a:lnTo>
                  <a:pt x="844464" y="172375"/>
                </a:lnTo>
                <a:lnTo>
                  <a:pt x="827898" y="172375"/>
                </a:lnTo>
                <a:moveTo>
                  <a:pt x="842899" y="86602"/>
                </a:moveTo>
                <a:cubicBezTo>
                  <a:pt x="842899" y="99179"/>
                  <a:pt x="845445" y="108475"/>
                  <a:pt x="850538" y="114487"/>
                </a:cubicBezTo>
                <a:cubicBezTo>
                  <a:pt x="855630" y="120500"/>
                  <a:pt x="861796" y="123506"/>
                  <a:pt x="869036" y="123506"/>
                </a:cubicBezTo>
                <a:cubicBezTo>
                  <a:pt x="876399" y="123506"/>
                  <a:pt x="882703" y="120393"/>
                  <a:pt x="887949" y="114165"/>
                </a:cubicBezTo>
                <a:cubicBezTo>
                  <a:pt x="893195" y="107938"/>
                  <a:pt x="895817" y="98290"/>
                  <a:pt x="895817" y="85221"/>
                </a:cubicBezTo>
                <a:cubicBezTo>
                  <a:pt x="895817" y="72766"/>
                  <a:pt x="893256" y="63440"/>
                  <a:pt x="888133" y="57244"/>
                </a:cubicBezTo>
                <a:cubicBezTo>
                  <a:pt x="883010" y="51047"/>
                  <a:pt x="876890" y="47948"/>
                  <a:pt x="869772" y="47948"/>
                </a:cubicBezTo>
                <a:cubicBezTo>
                  <a:pt x="862717" y="47948"/>
                  <a:pt x="856474" y="51246"/>
                  <a:pt x="851044" y="57842"/>
                </a:cubicBezTo>
                <a:cubicBezTo>
                  <a:pt x="845614" y="64437"/>
                  <a:pt x="842899" y="74024"/>
                  <a:pt x="842899" y="8660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6C3A3-2490-41E3-8D61-C77CBE22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64" y="2346890"/>
            <a:ext cx="1033699" cy="235600"/>
          </a:xfrm>
          <a:custGeom xmlns:a="http://schemas.openxmlformats.org/drawingml/2006/main">
            <a:pathLst>
              <a:path w="1033699" h="235600">
                <a:moveTo>
                  <a:pt x="0" y="39268"/>
                </a:moveTo>
                <a:cubicBezTo>
                  <a:pt x="0" y="17581"/>
                  <a:pt x="17581" y="0"/>
                  <a:pt x="39268" y="0"/>
                </a:cubicBezTo>
                <a:lnTo>
                  <a:pt x="994432" y="0"/>
                </a:lnTo>
                <a:cubicBezTo>
                  <a:pt x="1016118" y="0"/>
                  <a:pt x="1033699" y="17581"/>
                  <a:pt x="1033699" y="39268"/>
                </a:cubicBezTo>
                <a:lnTo>
                  <a:pt x="1033699" y="196333"/>
                </a:lnTo>
                <a:cubicBezTo>
                  <a:pt x="1033699" y="218019"/>
                  <a:pt x="1016118" y="235600"/>
                  <a:pt x="994432" y="235600"/>
                </a:cubicBezTo>
                <a:lnTo>
                  <a:pt x="39268" y="235600"/>
                </a:lnTo>
                <a:cubicBezTo>
                  <a:pt x="17581" y="235600"/>
                  <a:pt x="0" y="218019"/>
                  <a:pt x="0" y="196333"/>
                </a:cubicBezTo>
                <a:lnTo>
                  <a:pt x="0" y="39268"/>
                </a:ln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Spectrum">
            <a:extLst xmlns:a="http://schemas.openxmlformats.org/drawingml/2006/main">
              <a:ext uri="{FF2B5EF4-FFF2-40B4-BE49-F238E27FC236}">
                <a16:creationId xmlns:a16="http://schemas.microsoft.com/office/drawing/2014/main" id="{7AF65893-DB01-45FD-B98F-2829ECA8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846" y="2380728"/>
            <a:ext cx="786235" cy="174676"/>
          </a:xfrm>
          <a:custGeom xmlns:a="http://schemas.openxmlformats.org/drawingml/2006/main">
            <a:pathLst>
              <a:path w="786235" h="174676">
                <a:moveTo>
                  <a:pt x="0" y="93872"/>
                </a:moveTo>
                <a:lnTo>
                  <a:pt x="16842" y="92400"/>
                </a:lnTo>
                <a:cubicBezTo>
                  <a:pt x="17639" y="99149"/>
                  <a:pt x="19495" y="104686"/>
                  <a:pt x="22410" y="109011"/>
                </a:cubicBezTo>
                <a:cubicBezTo>
                  <a:pt x="25324" y="113337"/>
                  <a:pt x="29849" y="116834"/>
                  <a:pt x="35984" y="119503"/>
                </a:cubicBezTo>
                <a:cubicBezTo>
                  <a:pt x="42120" y="122172"/>
                  <a:pt x="49022" y="123506"/>
                  <a:pt x="56691" y="123506"/>
                </a:cubicBezTo>
                <a:cubicBezTo>
                  <a:pt x="63502" y="123506"/>
                  <a:pt x="69515" y="122494"/>
                  <a:pt x="74730" y="120469"/>
                </a:cubicBezTo>
                <a:cubicBezTo>
                  <a:pt x="79945" y="118445"/>
                  <a:pt x="83825" y="115668"/>
                  <a:pt x="86372" y="112141"/>
                </a:cubicBezTo>
                <a:cubicBezTo>
                  <a:pt x="88918" y="108613"/>
                  <a:pt x="90191" y="104763"/>
                  <a:pt x="90191" y="100591"/>
                </a:cubicBezTo>
                <a:cubicBezTo>
                  <a:pt x="90191" y="96357"/>
                  <a:pt x="88964" y="92661"/>
                  <a:pt x="86510" y="89501"/>
                </a:cubicBezTo>
                <a:cubicBezTo>
                  <a:pt x="84056" y="86341"/>
                  <a:pt x="80006" y="83687"/>
                  <a:pt x="74362" y="81540"/>
                </a:cubicBezTo>
                <a:cubicBezTo>
                  <a:pt x="70742" y="80129"/>
                  <a:pt x="62735" y="77935"/>
                  <a:pt x="50341" y="74960"/>
                </a:cubicBezTo>
                <a:cubicBezTo>
                  <a:pt x="37948" y="71984"/>
                  <a:pt x="29266" y="69177"/>
                  <a:pt x="24296" y="66539"/>
                </a:cubicBezTo>
                <a:cubicBezTo>
                  <a:pt x="17854" y="63164"/>
                  <a:pt x="13053" y="58977"/>
                  <a:pt x="9893" y="53977"/>
                </a:cubicBezTo>
                <a:cubicBezTo>
                  <a:pt x="6734" y="48976"/>
                  <a:pt x="5154" y="43378"/>
                  <a:pt x="5154" y="37181"/>
                </a:cubicBezTo>
                <a:cubicBezTo>
                  <a:pt x="5154" y="30370"/>
                  <a:pt x="7086" y="24005"/>
                  <a:pt x="10952" y="18084"/>
                </a:cubicBezTo>
                <a:cubicBezTo>
                  <a:pt x="14817" y="12164"/>
                  <a:pt x="20462" y="7669"/>
                  <a:pt x="27886" y="4602"/>
                </a:cubicBezTo>
                <a:cubicBezTo>
                  <a:pt x="35309" y="1534"/>
                  <a:pt x="43562" y="0"/>
                  <a:pt x="52642" y="0"/>
                </a:cubicBezTo>
                <a:cubicBezTo>
                  <a:pt x="62643" y="0"/>
                  <a:pt x="71463" y="1611"/>
                  <a:pt x="79101" y="4832"/>
                </a:cubicBezTo>
                <a:cubicBezTo>
                  <a:pt x="86740" y="8053"/>
                  <a:pt x="92615" y="12792"/>
                  <a:pt x="96725" y="19051"/>
                </a:cubicBezTo>
                <a:cubicBezTo>
                  <a:pt x="100836" y="25309"/>
                  <a:pt x="103045" y="32395"/>
                  <a:pt x="103352" y="40310"/>
                </a:cubicBezTo>
                <a:lnTo>
                  <a:pt x="86234" y="41598"/>
                </a:lnTo>
                <a:cubicBezTo>
                  <a:pt x="85313" y="33070"/>
                  <a:pt x="82200" y="26628"/>
                  <a:pt x="76892" y="22272"/>
                </a:cubicBezTo>
                <a:cubicBezTo>
                  <a:pt x="71585" y="17915"/>
                  <a:pt x="63747" y="15737"/>
                  <a:pt x="53378" y="15737"/>
                </a:cubicBezTo>
                <a:cubicBezTo>
                  <a:pt x="42580" y="15737"/>
                  <a:pt x="34711" y="17716"/>
                  <a:pt x="29772" y="21673"/>
                </a:cubicBezTo>
                <a:cubicBezTo>
                  <a:pt x="24833" y="25631"/>
                  <a:pt x="22364" y="30401"/>
                  <a:pt x="22364" y="35984"/>
                </a:cubicBezTo>
                <a:cubicBezTo>
                  <a:pt x="22364" y="40831"/>
                  <a:pt x="24112" y="44819"/>
                  <a:pt x="27609" y="47948"/>
                </a:cubicBezTo>
                <a:cubicBezTo>
                  <a:pt x="31045" y="51078"/>
                  <a:pt x="40018" y="54283"/>
                  <a:pt x="54529" y="57566"/>
                </a:cubicBezTo>
                <a:cubicBezTo>
                  <a:pt x="69039" y="60848"/>
                  <a:pt x="78994" y="63717"/>
                  <a:pt x="84393" y="66171"/>
                </a:cubicBezTo>
                <a:cubicBezTo>
                  <a:pt x="92246" y="69791"/>
                  <a:pt x="98044" y="74377"/>
                  <a:pt x="101787" y="79929"/>
                </a:cubicBezTo>
                <a:cubicBezTo>
                  <a:pt x="105530" y="85482"/>
                  <a:pt x="107401" y="91878"/>
                  <a:pt x="107401" y="99118"/>
                </a:cubicBezTo>
                <a:cubicBezTo>
                  <a:pt x="107401" y="106297"/>
                  <a:pt x="105346" y="113061"/>
                  <a:pt x="101235" y="119411"/>
                </a:cubicBezTo>
                <a:cubicBezTo>
                  <a:pt x="97124" y="125761"/>
                  <a:pt x="91219" y="130700"/>
                  <a:pt x="83519" y="134228"/>
                </a:cubicBezTo>
                <a:cubicBezTo>
                  <a:pt x="75819" y="137756"/>
                  <a:pt x="67152" y="139520"/>
                  <a:pt x="57520" y="139520"/>
                </a:cubicBezTo>
                <a:cubicBezTo>
                  <a:pt x="45310" y="139520"/>
                  <a:pt x="35079" y="137741"/>
                  <a:pt x="26827" y="134182"/>
                </a:cubicBezTo>
                <a:cubicBezTo>
                  <a:pt x="18575" y="130624"/>
                  <a:pt x="12102" y="125270"/>
                  <a:pt x="7409" y="118123"/>
                </a:cubicBezTo>
                <a:cubicBezTo>
                  <a:pt x="2715" y="110975"/>
                  <a:pt x="245" y="102891"/>
                  <a:pt x="0" y="93872"/>
                </a:cubicBezTo>
                <a:close/>
                <a:moveTo>
                  <a:pt x="130503" y="174676"/>
                </a:moveTo>
                <a:lnTo>
                  <a:pt x="130503" y="39482"/>
                </a:lnTo>
                <a:lnTo>
                  <a:pt x="145596" y="39482"/>
                </a:lnTo>
                <a:lnTo>
                  <a:pt x="145596" y="52182"/>
                </a:lnTo>
                <a:cubicBezTo>
                  <a:pt x="149155" y="47212"/>
                  <a:pt x="153174" y="43485"/>
                  <a:pt x="157653" y="41000"/>
                </a:cubicBezTo>
                <a:cubicBezTo>
                  <a:pt x="162131" y="38515"/>
                  <a:pt x="167561" y="37273"/>
                  <a:pt x="173942" y="37273"/>
                </a:cubicBezTo>
                <a:cubicBezTo>
                  <a:pt x="182286" y="37273"/>
                  <a:pt x="189649" y="39420"/>
                  <a:pt x="196030" y="43715"/>
                </a:cubicBezTo>
                <a:cubicBezTo>
                  <a:pt x="202411" y="48010"/>
                  <a:pt x="207227" y="54069"/>
                  <a:pt x="210479" y="61891"/>
                </a:cubicBezTo>
                <a:cubicBezTo>
                  <a:pt x="213731" y="69714"/>
                  <a:pt x="215356" y="78288"/>
                  <a:pt x="215356" y="87614"/>
                </a:cubicBezTo>
                <a:cubicBezTo>
                  <a:pt x="215356" y="97615"/>
                  <a:pt x="213562" y="106619"/>
                  <a:pt x="209973" y="114625"/>
                </a:cubicBezTo>
                <a:cubicBezTo>
                  <a:pt x="206383" y="122632"/>
                  <a:pt x="201168" y="128768"/>
                  <a:pt x="194327" y="133032"/>
                </a:cubicBezTo>
                <a:cubicBezTo>
                  <a:pt x="187486" y="137296"/>
                  <a:pt x="180292" y="139428"/>
                  <a:pt x="172746" y="139428"/>
                </a:cubicBezTo>
                <a:cubicBezTo>
                  <a:pt x="167224" y="139428"/>
                  <a:pt x="162269" y="138262"/>
                  <a:pt x="157883" y="135931"/>
                </a:cubicBezTo>
                <a:cubicBezTo>
                  <a:pt x="153496" y="133599"/>
                  <a:pt x="149891" y="130654"/>
                  <a:pt x="147069" y="127096"/>
                </a:cubicBezTo>
                <a:lnTo>
                  <a:pt x="147069" y="174676"/>
                </a:lnTo>
                <a:lnTo>
                  <a:pt x="130503" y="174676"/>
                </a:lnTo>
                <a:moveTo>
                  <a:pt x="145504" y="88903"/>
                </a:moveTo>
                <a:cubicBezTo>
                  <a:pt x="145504" y="101480"/>
                  <a:pt x="148051" y="110775"/>
                  <a:pt x="153143" y="116788"/>
                </a:cubicBezTo>
                <a:cubicBezTo>
                  <a:pt x="158235" y="122801"/>
                  <a:pt x="164402" y="125807"/>
                  <a:pt x="171641" y="125807"/>
                </a:cubicBezTo>
                <a:cubicBezTo>
                  <a:pt x="179004" y="125807"/>
                  <a:pt x="185308" y="122694"/>
                  <a:pt x="190554" y="116466"/>
                </a:cubicBezTo>
                <a:cubicBezTo>
                  <a:pt x="195800" y="110239"/>
                  <a:pt x="198423" y="100591"/>
                  <a:pt x="198423" y="87522"/>
                </a:cubicBezTo>
                <a:cubicBezTo>
                  <a:pt x="198423" y="75067"/>
                  <a:pt x="195861" y="65741"/>
                  <a:pt x="190738" y="59544"/>
                </a:cubicBezTo>
                <a:cubicBezTo>
                  <a:pt x="185615" y="53348"/>
                  <a:pt x="179495" y="50249"/>
                  <a:pt x="172378" y="50249"/>
                </a:cubicBezTo>
                <a:cubicBezTo>
                  <a:pt x="165322" y="50249"/>
                  <a:pt x="159079" y="53547"/>
                  <a:pt x="153649" y="60143"/>
                </a:cubicBezTo>
                <a:cubicBezTo>
                  <a:pt x="148219" y="66738"/>
                  <a:pt x="145504" y="76325"/>
                  <a:pt x="145504" y="88903"/>
                </a:cubicBezTo>
                <a:close/>
                <a:moveTo>
                  <a:pt x="302093" y="105744"/>
                </a:moveTo>
                <a:lnTo>
                  <a:pt x="319211" y="107861"/>
                </a:lnTo>
                <a:cubicBezTo>
                  <a:pt x="316511" y="117862"/>
                  <a:pt x="311511" y="125623"/>
                  <a:pt x="304209" y="131145"/>
                </a:cubicBezTo>
                <a:cubicBezTo>
                  <a:pt x="296908" y="136667"/>
                  <a:pt x="287582" y="139428"/>
                  <a:pt x="276232" y="139428"/>
                </a:cubicBezTo>
                <a:cubicBezTo>
                  <a:pt x="261936" y="139428"/>
                  <a:pt x="250601" y="135026"/>
                  <a:pt x="242226" y="126221"/>
                </a:cubicBezTo>
                <a:cubicBezTo>
                  <a:pt x="233851" y="117417"/>
                  <a:pt x="229664" y="105069"/>
                  <a:pt x="229664" y="89179"/>
                </a:cubicBezTo>
                <a:cubicBezTo>
                  <a:pt x="229664" y="72736"/>
                  <a:pt x="233897" y="59974"/>
                  <a:pt x="242364" y="50893"/>
                </a:cubicBezTo>
                <a:cubicBezTo>
                  <a:pt x="250831" y="41813"/>
                  <a:pt x="261814" y="37273"/>
                  <a:pt x="275311" y="37273"/>
                </a:cubicBezTo>
                <a:cubicBezTo>
                  <a:pt x="288380" y="37273"/>
                  <a:pt x="299056" y="41721"/>
                  <a:pt x="307338" y="50617"/>
                </a:cubicBezTo>
                <a:cubicBezTo>
                  <a:pt x="315621" y="59514"/>
                  <a:pt x="319763" y="72030"/>
                  <a:pt x="319763" y="88166"/>
                </a:cubicBezTo>
                <a:cubicBezTo>
                  <a:pt x="319763" y="89148"/>
                  <a:pt x="319732" y="90620"/>
                  <a:pt x="319671" y="92584"/>
                </a:cubicBezTo>
                <a:lnTo>
                  <a:pt x="246782" y="92584"/>
                </a:lnTo>
                <a:cubicBezTo>
                  <a:pt x="247395" y="103321"/>
                  <a:pt x="250432" y="111542"/>
                  <a:pt x="255893" y="117248"/>
                </a:cubicBezTo>
                <a:cubicBezTo>
                  <a:pt x="261353" y="122954"/>
                  <a:pt x="268164" y="125807"/>
                  <a:pt x="276324" y="125807"/>
                </a:cubicBezTo>
                <a:cubicBezTo>
                  <a:pt x="282398" y="125807"/>
                  <a:pt x="287582" y="124212"/>
                  <a:pt x="291877" y="121022"/>
                </a:cubicBezTo>
                <a:cubicBezTo>
                  <a:pt x="296172" y="117831"/>
                  <a:pt x="299577" y="112739"/>
                  <a:pt x="302093" y="105744"/>
                </a:cubicBezTo>
                <a:moveTo>
                  <a:pt x="247702" y="78963"/>
                </a:moveTo>
                <a:lnTo>
                  <a:pt x="302277" y="78963"/>
                </a:lnTo>
                <a:cubicBezTo>
                  <a:pt x="301540" y="70742"/>
                  <a:pt x="299454" y="64576"/>
                  <a:pt x="296019" y="60465"/>
                </a:cubicBezTo>
                <a:cubicBezTo>
                  <a:pt x="290742" y="54084"/>
                  <a:pt x="283901" y="50893"/>
                  <a:pt x="275496" y="50893"/>
                </a:cubicBezTo>
                <a:cubicBezTo>
                  <a:pt x="267888" y="50893"/>
                  <a:pt x="261491" y="53440"/>
                  <a:pt x="256307" y="58532"/>
                </a:cubicBezTo>
                <a:cubicBezTo>
                  <a:pt x="251122" y="63625"/>
                  <a:pt x="248254" y="70435"/>
                  <a:pt x="247702" y="78963"/>
                </a:cubicBezTo>
                <a:close/>
                <a:moveTo>
                  <a:pt x="403646" y="101419"/>
                </a:moveTo>
                <a:lnTo>
                  <a:pt x="419935" y="103536"/>
                </a:lnTo>
                <a:cubicBezTo>
                  <a:pt x="418156" y="114763"/>
                  <a:pt x="413600" y="123552"/>
                  <a:pt x="406269" y="129903"/>
                </a:cubicBezTo>
                <a:cubicBezTo>
                  <a:pt x="398937" y="136253"/>
                  <a:pt x="389933" y="139428"/>
                  <a:pt x="379257" y="139428"/>
                </a:cubicBezTo>
                <a:cubicBezTo>
                  <a:pt x="365882" y="139428"/>
                  <a:pt x="355130" y="135056"/>
                  <a:pt x="347000" y="126313"/>
                </a:cubicBezTo>
                <a:cubicBezTo>
                  <a:pt x="338871" y="117570"/>
                  <a:pt x="334806" y="105039"/>
                  <a:pt x="334806" y="88718"/>
                </a:cubicBezTo>
                <a:cubicBezTo>
                  <a:pt x="334806" y="78166"/>
                  <a:pt x="336555" y="68932"/>
                  <a:pt x="340052" y="61017"/>
                </a:cubicBezTo>
                <a:cubicBezTo>
                  <a:pt x="343549" y="53102"/>
                  <a:pt x="348871" y="47166"/>
                  <a:pt x="356019" y="43209"/>
                </a:cubicBezTo>
                <a:cubicBezTo>
                  <a:pt x="363167" y="39251"/>
                  <a:pt x="370944" y="37273"/>
                  <a:pt x="379349" y="37273"/>
                </a:cubicBezTo>
                <a:cubicBezTo>
                  <a:pt x="389964" y="37273"/>
                  <a:pt x="398645" y="39957"/>
                  <a:pt x="405394" y="45326"/>
                </a:cubicBezTo>
                <a:cubicBezTo>
                  <a:pt x="412143" y="50694"/>
                  <a:pt x="416469" y="58317"/>
                  <a:pt x="418371" y="68195"/>
                </a:cubicBezTo>
                <a:lnTo>
                  <a:pt x="402265" y="70680"/>
                </a:lnTo>
                <a:cubicBezTo>
                  <a:pt x="400731" y="64115"/>
                  <a:pt x="398016" y="59176"/>
                  <a:pt x="394120" y="55863"/>
                </a:cubicBezTo>
                <a:cubicBezTo>
                  <a:pt x="390224" y="52550"/>
                  <a:pt x="385515" y="50893"/>
                  <a:pt x="379993" y="50893"/>
                </a:cubicBezTo>
                <a:cubicBezTo>
                  <a:pt x="371649" y="50893"/>
                  <a:pt x="364870" y="53885"/>
                  <a:pt x="359654" y="59867"/>
                </a:cubicBezTo>
                <a:cubicBezTo>
                  <a:pt x="354439" y="65849"/>
                  <a:pt x="351832" y="75313"/>
                  <a:pt x="351832" y="88258"/>
                </a:cubicBezTo>
                <a:cubicBezTo>
                  <a:pt x="351832" y="101388"/>
                  <a:pt x="354347" y="110929"/>
                  <a:pt x="359378" y="116880"/>
                </a:cubicBezTo>
                <a:cubicBezTo>
                  <a:pt x="364409" y="122832"/>
                  <a:pt x="370974" y="125807"/>
                  <a:pt x="379073" y="125807"/>
                </a:cubicBezTo>
                <a:cubicBezTo>
                  <a:pt x="385577" y="125807"/>
                  <a:pt x="391007" y="123813"/>
                  <a:pt x="395363" y="119825"/>
                </a:cubicBezTo>
                <a:cubicBezTo>
                  <a:pt x="399719" y="115837"/>
                  <a:pt x="402480" y="109702"/>
                  <a:pt x="403646" y="101419"/>
                </a:cubicBezTo>
                <a:close/>
                <a:moveTo>
                  <a:pt x="470540" y="122402"/>
                </a:moveTo>
                <a:lnTo>
                  <a:pt x="472933" y="137035"/>
                </a:lnTo>
                <a:cubicBezTo>
                  <a:pt x="468270" y="138017"/>
                  <a:pt x="464098" y="138508"/>
                  <a:pt x="460417" y="138508"/>
                </a:cubicBezTo>
                <a:cubicBezTo>
                  <a:pt x="454404" y="138508"/>
                  <a:pt x="449741" y="137557"/>
                  <a:pt x="446428" y="135655"/>
                </a:cubicBezTo>
                <a:cubicBezTo>
                  <a:pt x="443115" y="133753"/>
                  <a:pt x="440784" y="131252"/>
                  <a:pt x="439434" y="128154"/>
                </a:cubicBezTo>
                <a:cubicBezTo>
                  <a:pt x="438084" y="125056"/>
                  <a:pt x="437409" y="118537"/>
                  <a:pt x="437409" y="108597"/>
                </a:cubicBezTo>
                <a:lnTo>
                  <a:pt x="437409" y="52366"/>
                </a:lnTo>
                <a:lnTo>
                  <a:pt x="425261" y="52366"/>
                </a:lnTo>
                <a:lnTo>
                  <a:pt x="425261" y="39482"/>
                </a:lnTo>
                <a:lnTo>
                  <a:pt x="437409" y="39482"/>
                </a:lnTo>
                <a:lnTo>
                  <a:pt x="437409" y="15277"/>
                </a:lnTo>
                <a:lnTo>
                  <a:pt x="453883" y="5338"/>
                </a:lnTo>
                <a:lnTo>
                  <a:pt x="453883" y="39482"/>
                </a:lnTo>
                <a:lnTo>
                  <a:pt x="470540" y="39482"/>
                </a:lnTo>
                <a:lnTo>
                  <a:pt x="470540" y="52366"/>
                </a:lnTo>
                <a:lnTo>
                  <a:pt x="453883" y="52366"/>
                </a:lnTo>
                <a:lnTo>
                  <a:pt x="453883" y="109518"/>
                </a:lnTo>
                <a:cubicBezTo>
                  <a:pt x="453883" y="114242"/>
                  <a:pt x="454174" y="117279"/>
                  <a:pt x="454757" y="118629"/>
                </a:cubicBezTo>
                <a:cubicBezTo>
                  <a:pt x="455340" y="119979"/>
                  <a:pt x="456291" y="121052"/>
                  <a:pt x="457610" y="121850"/>
                </a:cubicBezTo>
                <a:cubicBezTo>
                  <a:pt x="458929" y="122647"/>
                  <a:pt x="460816" y="123046"/>
                  <a:pt x="463270" y="123046"/>
                </a:cubicBezTo>
                <a:cubicBezTo>
                  <a:pt x="465111" y="123046"/>
                  <a:pt x="467534" y="122832"/>
                  <a:pt x="470540" y="122402"/>
                </a:cubicBezTo>
                <a:close/>
                <a:moveTo>
                  <a:pt x="486473" y="137219"/>
                </a:moveTo>
                <a:lnTo>
                  <a:pt x="486473" y="39482"/>
                </a:lnTo>
                <a:lnTo>
                  <a:pt x="501382" y="39482"/>
                </a:lnTo>
                <a:lnTo>
                  <a:pt x="501382" y="54299"/>
                </a:lnTo>
                <a:cubicBezTo>
                  <a:pt x="505186" y="47366"/>
                  <a:pt x="508698" y="42795"/>
                  <a:pt x="511919" y="40586"/>
                </a:cubicBezTo>
                <a:cubicBezTo>
                  <a:pt x="515140" y="38377"/>
                  <a:pt x="518684" y="37273"/>
                  <a:pt x="522549" y="37273"/>
                </a:cubicBezTo>
                <a:cubicBezTo>
                  <a:pt x="528132" y="37273"/>
                  <a:pt x="533807" y="39052"/>
                  <a:pt x="539575" y="42611"/>
                </a:cubicBezTo>
                <a:lnTo>
                  <a:pt x="533869" y="57980"/>
                </a:lnTo>
                <a:cubicBezTo>
                  <a:pt x="529819" y="55587"/>
                  <a:pt x="525770" y="54391"/>
                  <a:pt x="521721" y="54391"/>
                </a:cubicBezTo>
                <a:cubicBezTo>
                  <a:pt x="518101" y="54391"/>
                  <a:pt x="514849" y="55480"/>
                  <a:pt x="511965" y="57658"/>
                </a:cubicBezTo>
                <a:cubicBezTo>
                  <a:pt x="509082" y="59836"/>
                  <a:pt x="507026" y="62858"/>
                  <a:pt x="505799" y="66723"/>
                </a:cubicBezTo>
                <a:cubicBezTo>
                  <a:pt x="503959" y="72613"/>
                  <a:pt x="503038" y="79055"/>
                  <a:pt x="503038" y="86050"/>
                </a:cubicBezTo>
                <a:lnTo>
                  <a:pt x="503038" y="137219"/>
                </a:lnTo>
                <a:lnTo>
                  <a:pt x="486473" y="137219"/>
                </a:lnTo>
                <a:close/>
                <a:moveTo>
                  <a:pt x="613173" y="137219"/>
                </a:moveTo>
                <a:lnTo>
                  <a:pt x="613173" y="122862"/>
                </a:lnTo>
                <a:cubicBezTo>
                  <a:pt x="605565" y="133906"/>
                  <a:pt x="595227" y="139428"/>
                  <a:pt x="582158" y="139428"/>
                </a:cubicBezTo>
                <a:cubicBezTo>
                  <a:pt x="576391" y="139428"/>
                  <a:pt x="571007" y="138324"/>
                  <a:pt x="566007" y="136115"/>
                </a:cubicBezTo>
                <a:cubicBezTo>
                  <a:pt x="561006" y="133906"/>
                  <a:pt x="557294" y="131130"/>
                  <a:pt x="554871" y="127786"/>
                </a:cubicBezTo>
                <a:cubicBezTo>
                  <a:pt x="552447" y="124442"/>
                  <a:pt x="550745" y="120347"/>
                  <a:pt x="549763" y="115500"/>
                </a:cubicBezTo>
                <a:cubicBezTo>
                  <a:pt x="549088" y="112248"/>
                  <a:pt x="548751" y="107094"/>
                  <a:pt x="548751" y="100038"/>
                </a:cubicBezTo>
                <a:lnTo>
                  <a:pt x="548751" y="39482"/>
                </a:lnTo>
                <a:lnTo>
                  <a:pt x="565317" y="39482"/>
                </a:lnTo>
                <a:lnTo>
                  <a:pt x="565317" y="93688"/>
                </a:lnTo>
                <a:cubicBezTo>
                  <a:pt x="565317" y="102339"/>
                  <a:pt x="565654" y="108168"/>
                  <a:pt x="566329" y="111174"/>
                </a:cubicBezTo>
                <a:cubicBezTo>
                  <a:pt x="567372" y="115530"/>
                  <a:pt x="569581" y="118951"/>
                  <a:pt x="572955" y="121436"/>
                </a:cubicBezTo>
                <a:cubicBezTo>
                  <a:pt x="576330" y="123921"/>
                  <a:pt x="580502" y="125163"/>
                  <a:pt x="585471" y="125163"/>
                </a:cubicBezTo>
                <a:cubicBezTo>
                  <a:pt x="590441" y="125163"/>
                  <a:pt x="595104" y="123890"/>
                  <a:pt x="599460" y="121344"/>
                </a:cubicBezTo>
                <a:cubicBezTo>
                  <a:pt x="603816" y="118798"/>
                  <a:pt x="606900" y="115331"/>
                  <a:pt x="608709" y="110944"/>
                </a:cubicBezTo>
                <a:cubicBezTo>
                  <a:pt x="610519" y="106557"/>
                  <a:pt x="611424" y="100192"/>
                  <a:pt x="611424" y="91848"/>
                </a:cubicBezTo>
                <a:lnTo>
                  <a:pt x="611424" y="39482"/>
                </a:lnTo>
                <a:lnTo>
                  <a:pt x="627990" y="39482"/>
                </a:lnTo>
                <a:lnTo>
                  <a:pt x="627990" y="137219"/>
                </a:lnTo>
                <a:lnTo>
                  <a:pt x="613173" y="137219"/>
                </a:lnTo>
                <a:close/>
                <a:moveTo>
                  <a:pt x="653801" y="137219"/>
                </a:moveTo>
                <a:lnTo>
                  <a:pt x="653801" y="39482"/>
                </a:lnTo>
                <a:lnTo>
                  <a:pt x="668618" y="39482"/>
                </a:lnTo>
                <a:lnTo>
                  <a:pt x="668618" y="53194"/>
                </a:lnTo>
                <a:cubicBezTo>
                  <a:pt x="671686" y="48409"/>
                  <a:pt x="675766" y="44559"/>
                  <a:pt x="680859" y="41644"/>
                </a:cubicBezTo>
                <a:cubicBezTo>
                  <a:pt x="685951" y="38730"/>
                  <a:pt x="691749" y="37273"/>
                  <a:pt x="698252" y="37273"/>
                </a:cubicBezTo>
                <a:cubicBezTo>
                  <a:pt x="705492" y="37273"/>
                  <a:pt x="711428" y="38776"/>
                  <a:pt x="716061" y="41782"/>
                </a:cubicBezTo>
                <a:cubicBezTo>
                  <a:pt x="720693" y="44789"/>
                  <a:pt x="723960" y="48992"/>
                  <a:pt x="725862" y="54391"/>
                </a:cubicBezTo>
                <a:cubicBezTo>
                  <a:pt x="733593" y="42979"/>
                  <a:pt x="743655" y="37273"/>
                  <a:pt x="756048" y="37273"/>
                </a:cubicBezTo>
                <a:cubicBezTo>
                  <a:pt x="765742" y="37273"/>
                  <a:pt x="773197" y="39957"/>
                  <a:pt x="778412" y="45326"/>
                </a:cubicBezTo>
                <a:cubicBezTo>
                  <a:pt x="783627" y="50694"/>
                  <a:pt x="786235" y="58962"/>
                  <a:pt x="786235" y="70128"/>
                </a:cubicBezTo>
                <a:lnTo>
                  <a:pt x="786235" y="137219"/>
                </a:lnTo>
                <a:lnTo>
                  <a:pt x="769761" y="137219"/>
                </a:lnTo>
                <a:lnTo>
                  <a:pt x="769761" y="75650"/>
                </a:lnTo>
                <a:cubicBezTo>
                  <a:pt x="769761" y="69024"/>
                  <a:pt x="769224" y="64253"/>
                  <a:pt x="768151" y="61339"/>
                </a:cubicBezTo>
                <a:cubicBezTo>
                  <a:pt x="767077" y="58425"/>
                  <a:pt x="765129" y="56078"/>
                  <a:pt x="762307" y="54299"/>
                </a:cubicBezTo>
                <a:cubicBezTo>
                  <a:pt x="759484" y="52519"/>
                  <a:pt x="756171" y="51630"/>
                  <a:pt x="752367" y="51630"/>
                </a:cubicBezTo>
                <a:cubicBezTo>
                  <a:pt x="745495" y="51630"/>
                  <a:pt x="739789" y="53915"/>
                  <a:pt x="735249" y="58486"/>
                </a:cubicBezTo>
                <a:cubicBezTo>
                  <a:pt x="730709" y="63057"/>
                  <a:pt x="728439" y="70374"/>
                  <a:pt x="728439" y="80436"/>
                </a:cubicBezTo>
                <a:lnTo>
                  <a:pt x="728439" y="137219"/>
                </a:lnTo>
                <a:lnTo>
                  <a:pt x="711873" y="137219"/>
                </a:lnTo>
                <a:lnTo>
                  <a:pt x="711873" y="73717"/>
                </a:lnTo>
                <a:cubicBezTo>
                  <a:pt x="711873" y="66355"/>
                  <a:pt x="710523" y="60833"/>
                  <a:pt x="707824" y="57152"/>
                </a:cubicBezTo>
                <a:cubicBezTo>
                  <a:pt x="705124" y="53470"/>
                  <a:pt x="700707" y="51630"/>
                  <a:pt x="694571" y="51630"/>
                </a:cubicBezTo>
                <a:cubicBezTo>
                  <a:pt x="689908" y="51630"/>
                  <a:pt x="685598" y="52857"/>
                  <a:pt x="681641" y="55311"/>
                </a:cubicBezTo>
                <a:cubicBezTo>
                  <a:pt x="677683" y="57765"/>
                  <a:pt x="674815" y="61354"/>
                  <a:pt x="673036" y="66079"/>
                </a:cubicBezTo>
                <a:cubicBezTo>
                  <a:pt x="671257" y="70803"/>
                  <a:pt x="670367" y="77613"/>
                  <a:pt x="670367" y="86510"/>
                </a:cubicBezTo>
                <a:lnTo>
                  <a:pt x="670367" y="137219"/>
                </a:lnTo>
                <a:lnTo>
                  <a:pt x="653801" y="13721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4718A-654B-49A0-97EA-5A7F393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64" y="2606051"/>
            <a:ext cx="1033699" cy="235601"/>
          </a:xfrm>
          <a:custGeom xmlns:a="http://schemas.openxmlformats.org/drawingml/2006/main">
            <a:pathLst>
              <a:path w="1033699" h="235601">
                <a:moveTo>
                  <a:pt x="0" y="39268"/>
                </a:moveTo>
                <a:cubicBezTo>
                  <a:pt x="0" y="17581"/>
                  <a:pt x="17581" y="0"/>
                  <a:pt x="39268" y="0"/>
                </a:cubicBezTo>
                <a:lnTo>
                  <a:pt x="994432" y="0"/>
                </a:lnTo>
                <a:cubicBezTo>
                  <a:pt x="1016118" y="0"/>
                  <a:pt x="1033699" y="17581"/>
                  <a:pt x="1033699" y="39268"/>
                </a:cubicBezTo>
                <a:lnTo>
                  <a:pt x="1033699" y="196333"/>
                </a:lnTo>
                <a:cubicBezTo>
                  <a:pt x="1033699" y="218020"/>
                  <a:pt x="1016118" y="235601"/>
                  <a:pt x="994432" y="235601"/>
                </a:cubicBezTo>
                <a:lnTo>
                  <a:pt x="39268" y="235601"/>
                </a:lnTo>
                <a:cubicBezTo>
                  <a:pt x="17581" y="235601"/>
                  <a:pt x="0" y="218020"/>
                  <a:pt x="0" y="196333"/>
                </a:cubicBezTo>
                <a:lnTo>
                  <a:pt x="0" y="39268"/>
                </a:lnTo>
                <a:close/>
              </a:path>
            </a:pathLst>
          </a:custGeom>
          <a:solidFill xmlns:a="http://schemas.openxmlformats.org/drawingml/2006/main">
            <a:srgbClr val="0849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BeamID">
            <a:extLst xmlns:a="http://schemas.openxmlformats.org/drawingml/2006/main">
              <a:ext uri="{FF2B5EF4-FFF2-40B4-BE49-F238E27FC236}">
                <a16:creationId xmlns:a16="http://schemas.microsoft.com/office/drawing/2014/main" id="{F998268E-2BC7-462D-B037-71E6AF00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479" y="2651024"/>
            <a:ext cx="709650" cy="137127"/>
          </a:xfrm>
          <a:custGeom xmlns:a="http://schemas.openxmlformats.org/drawingml/2006/main">
            <a:pathLst>
              <a:path w="709650" h="137127">
                <a:moveTo>
                  <a:pt x="0" y="134918"/>
                </a:moveTo>
                <a:lnTo>
                  <a:pt x="0" y="0"/>
                </a:lnTo>
                <a:lnTo>
                  <a:pt x="50617" y="0"/>
                </a:lnTo>
                <a:cubicBezTo>
                  <a:pt x="60925" y="0"/>
                  <a:pt x="69192" y="1365"/>
                  <a:pt x="75420" y="4095"/>
                </a:cubicBezTo>
                <a:cubicBezTo>
                  <a:pt x="81647" y="6826"/>
                  <a:pt x="86525" y="11028"/>
                  <a:pt x="90053" y="16704"/>
                </a:cubicBezTo>
                <a:cubicBezTo>
                  <a:pt x="93581" y="22379"/>
                  <a:pt x="95345" y="28315"/>
                  <a:pt x="95345" y="34512"/>
                </a:cubicBezTo>
                <a:cubicBezTo>
                  <a:pt x="95345" y="40279"/>
                  <a:pt x="93780" y="45709"/>
                  <a:pt x="90651" y="50801"/>
                </a:cubicBezTo>
                <a:cubicBezTo>
                  <a:pt x="87522" y="55894"/>
                  <a:pt x="82798" y="60005"/>
                  <a:pt x="76478" y="63134"/>
                </a:cubicBezTo>
                <a:cubicBezTo>
                  <a:pt x="84638" y="65527"/>
                  <a:pt x="90912" y="69607"/>
                  <a:pt x="95299" y="75374"/>
                </a:cubicBezTo>
                <a:cubicBezTo>
                  <a:pt x="99686" y="81141"/>
                  <a:pt x="101879" y="87952"/>
                  <a:pt x="101879" y="95805"/>
                </a:cubicBezTo>
                <a:cubicBezTo>
                  <a:pt x="101879" y="102124"/>
                  <a:pt x="100545" y="107999"/>
                  <a:pt x="97876" y="113429"/>
                </a:cubicBezTo>
                <a:cubicBezTo>
                  <a:pt x="95207" y="118859"/>
                  <a:pt x="91909" y="123046"/>
                  <a:pt x="87982" y="125991"/>
                </a:cubicBezTo>
                <a:cubicBezTo>
                  <a:pt x="84056" y="128936"/>
                  <a:pt x="79132" y="131160"/>
                  <a:pt x="73211" y="132664"/>
                </a:cubicBezTo>
                <a:cubicBezTo>
                  <a:pt x="67290" y="134167"/>
                  <a:pt x="60035" y="134918"/>
                  <a:pt x="51446" y="134918"/>
                </a:cubicBezTo>
                <a:lnTo>
                  <a:pt x="0" y="134918"/>
                </a:lnTo>
                <a:moveTo>
                  <a:pt x="17854" y="56691"/>
                </a:moveTo>
                <a:lnTo>
                  <a:pt x="47028" y="56691"/>
                </a:lnTo>
                <a:cubicBezTo>
                  <a:pt x="54943" y="56691"/>
                  <a:pt x="60618" y="56170"/>
                  <a:pt x="64054" y="55127"/>
                </a:cubicBezTo>
                <a:cubicBezTo>
                  <a:pt x="68594" y="53777"/>
                  <a:pt x="72015" y="51538"/>
                  <a:pt x="74316" y="48409"/>
                </a:cubicBezTo>
                <a:cubicBezTo>
                  <a:pt x="76616" y="45280"/>
                  <a:pt x="77767" y="41353"/>
                  <a:pt x="77767" y="36629"/>
                </a:cubicBezTo>
                <a:cubicBezTo>
                  <a:pt x="77767" y="32150"/>
                  <a:pt x="76693" y="28208"/>
                  <a:pt x="74546" y="24803"/>
                </a:cubicBezTo>
                <a:cubicBezTo>
                  <a:pt x="72398" y="21397"/>
                  <a:pt x="69330" y="19066"/>
                  <a:pt x="65342" y="17808"/>
                </a:cubicBezTo>
                <a:cubicBezTo>
                  <a:pt x="61354" y="16550"/>
                  <a:pt x="54513" y="15921"/>
                  <a:pt x="44819" y="15921"/>
                </a:cubicBezTo>
                <a:lnTo>
                  <a:pt x="17854" y="15921"/>
                </a:lnTo>
                <a:lnTo>
                  <a:pt x="17854" y="56691"/>
                </a:lnTo>
                <a:moveTo>
                  <a:pt x="17854" y="118997"/>
                </a:moveTo>
                <a:lnTo>
                  <a:pt x="51446" y="118997"/>
                </a:lnTo>
                <a:cubicBezTo>
                  <a:pt x="57213" y="118997"/>
                  <a:pt x="61262" y="118782"/>
                  <a:pt x="63594" y="118353"/>
                </a:cubicBezTo>
                <a:cubicBezTo>
                  <a:pt x="67705" y="117616"/>
                  <a:pt x="71140" y="116389"/>
                  <a:pt x="73901" y="114671"/>
                </a:cubicBezTo>
                <a:cubicBezTo>
                  <a:pt x="76662" y="112953"/>
                  <a:pt x="78932" y="110453"/>
                  <a:pt x="80712" y="107171"/>
                </a:cubicBezTo>
                <a:cubicBezTo>
                  <a:pt x="82491" y="103888"/>
                  <a:pt x="83381" y="100100"/>
                  <a:pt x="83381" y="95805"/>
                </a:cubicBezTo>
                <a:cubicBezTo>
                  <a:pt x="83381" y="90774"/>
                  <a:pt x="82092" y="86402"/>
                  <a:pt x="79515" y="82690"/>
                </a:cubicBezTo>
                <a:cubicBezTo>
                  <a:pt x="76938" y="78978"/>
                  <a:pt x="73365" y="76371"/>
                  <a:pt x="68794" y="74868"/>
                </a:cubicBezTo>
                <a:cubicBezTo>
                  <a:pt x="64223" y="73365"/>
                  <a:pt x="57642" y="72613"/>
                  <a:pt x="49053" y="72613"/>
                </a:cubicBezTo>
                <a:lnTo>
                  <a:pt x="17854" y="72613"/>
                </a:lnTo>
                <a:lnTo>
                  <a:pt x="17854" y="118997"/>
                </a:lnTo>
                <a:close/>
                <a:moveTo>
                  <a:pt x="192073" y="103444"/>
                </a:moveTo>
                <a:lnTo>
                  <a:pt x="209191" y="105560"/>
                </a:lnTo>
                <a:cubicBezTo>
                  <a:pt x="206491" y="115561"/>
                  <a:pt x="201491" y="123322"/>
                  <a:pt x="194189" y="128844"/>
                </a:cubicBezTo>
                <a:cubicBezTo>
                  <a:pt x="186888" y="134366"/>
                  <a:pt x="177562" y="137127"/>
                  <a:pt x="166212" y="137127"/>
                </a:cubicBezTo>
                <a:cubicBezTo>
                  <a:pt x="151916" y="137127"/>
                  <a:pt x="140581" y="132725"/>
                  <a:pt x="132206" y="123921"/>
                </a:cubicBezTo>
                <a:cubicBezTo>
                  <a:pt x="123831" y="115116"/>
                  <a:pt x="119644" y="102769"/>
                  <a:pt x="119644" y="86878"/>
                </a:cubicBezTo>
                <a:cubicBezTo>
                  <a:pt x="119644" y="70435"/>
                  <a:pt x="123877" y="57673"/>
                  <a:pt x="132344" y="48593"/>
                </a:cubicBezTo>
                <a:cubicBezTo>
                  <a:pt x="140811" y="39512"/>
                  <a:pt x="151793" y="34972"/>
                  <a:pt x="165291" y="34972"/>
                </a:cubicBezTo>
                <a:cubicBezTo>
                  <a:pt x="178360" y="34972"/>
                  <a:pt x="189036" y="39420"/>
                  <a:pt x="197318" y="48317"/>
                </a:cubicBezTo>
                <a:cubicBezTo>
                  <a:pt x="205601" y="57213"/>
                  <a:pt x="209743" y="69729"/>
                  <a:pt x="209743" y="85866"/>
                </a:cubicBezTo>
                <a:cubicBezTo>
                  <a:pt x="209743" y="86847"/>
                  <a:pt x="209712" y="88320"/>
                  <a:pt x="209651" y="90283"/>
                </a:cubicBezTo>
                <a:lnTo>
                  <a:pt x="136762" y="90283"/>
                </a:lnTo>
                <a:cubicBezTo>
                  <a:pt x="137375" y="101020"/>
                  <a:pt x="140412" y="109242"/>
                  <a:pt x="145873" y="114948"/>
                </a:cubicBezTo>
                <a:cubicBezTo>
                  <a:pt x="151333" y="120653"/>
                  <a:pt x="158144" y="123506"/>
                  <a:pt x="166304" y="123506"/>
                </a:cubicBezTo>
                <a:cubicBezTo>
                  <a:pt x="172378" y="123506"/>
                  <a:pt x="177562" y="121911"/>
                  <a:pt x="181857" y="118721"/>
                </a:cubicBezTo>
                <a:cubicBezTo>
                  <a:pt x="186152" y="115530"/>
                  <a:pt x="189557" y="110438"/>
                  <a:pt x="192073" y="103444"/>
                </a:cubicBezTo>
                <a:moveTo>
                  <a:pt x="137682" y="76662"/>
                </a:moveTo>
                <a:lnTo>
                  <a:pt x="192257" y="76662"/>
                </a:lnTo>
                <a:cubicBezTo>
                  <a:pt x="191520" y="68441"/>
                  <a:pt x="189434" y="62275"/>
                  <a:pt x="185999" y="58164"/>
                </a:cubicBezTo>
                <a:cubicBezTo>
                  <a:pt x="180722" y="51783"/>
                  <a:pt x="173881" y="48593"/>
                  <a:pt x="165475" y="48593"/>
                </a:cubicBezTo>
                <a:cubicBezTo>
                  <a:pt x="157868" y="48593"/>
                  <a:pt x="151471" y="51139"/>
                  <a:pt x="146287" y="56231"/>
                </a:cubicBezTo>
                <a:cubicBezTo>
                  <a:pt x="141102" y="61324"/>
                  <a:pt x="138234" y="68134"/>
                  <a:pt x="137682" y="76662"/>
                </a:cubicBezTo>
                <a:close/>
                <a:moveTo>
                  <a:pt x="293626" y="122862"/>
                </a:moveTo>
                <a:cubicBezTo>
                  <a:pt x="287490" y="128077"/>
                  <a:pt x="281585" y="131759"/>
                  <a:pt x="275910" y="133906"/>
                </a:cubicBezTo>
                <a:cubicBezTo>
                  <a:pt x="270234" y="136053"/>
                  <a:pt x="264145" y="137127"/>
                  <a:pt x="257641" y="137127"/>
                </a:cubicBezTo>
                <a:cubicBezTo>
                  <a:pt x="246904" y="137127"/>
                  <a:pt x="238652" y="134504"/>
                  <a:pt x="232885" y="129258"/>
                </a:cubicBezTo>
                <a:cubicBezTo>
                  <a:pt x="227117" y="124013"/>
                  <a:pt x="224234" y="117310"/>
                  <a:pt x="224234" y="109150"/>
                </a:cubicBezTo>
                <a:cubicBezTo>
                  <a:pt x="224234" y="104364"/>
                  <a:pt x="225323" y="99992"/>
                  <a:pt x="227501" y="96035"/>
                </a:cubicBezTo>
                <a:cubicBezTo>
                  <a:pt x="229679" y="92078"/>
                  <a:pt x="232532" y="88903"/>
                  <a:pt x="236060" y="86510"/>
                </a:cubicBezTo>
                <a:cubicBezTo>
                  <a:pt x="239588" y="84117"/>
                  <a:pt x="243560" y="82307"/>
                  <a:pt x="247978" y="81080"/>
                </a:cubicBezTo>
                <a:cubicBezTo>
                  <a:pt x="251230" y="80221"/>
                  <a:pt x="256138" y="79393"/>
                  <a:pt x="262703" y="78595"/>
                </a:cubicBezTo>
                <a:cubicBezTo>
                  <a:pt x="276078" y="77000"/>
                  <a:pt x="285926" y="75098"/>
                  <a:pt x="292245" y="72889"/>
                </a:cubicBezTo>
                <a:cubicBezTo>
                  <a:pt x="292307" y="70619"/>
                  <a:pt x="292337" y="69177"/>
                  <a:pt x="292337" y="68564"/>
                </a:cubicBezTo>
                <a:cubicBezTo>
                  <a:pt x="292337" y="61815"/>
                  <a:pt x="290773" y="57060"/>
                  <a:pt x="287644" y="54299"/>
                </a:cubicBezTo>
                <a:cubicBezTo>
                  <a:pt x="283410" y="50556"/>
                  <a:pt x="277121" y="48685"/>
                  <a:pt x="268777" y="48685"/>
                </a:cubicBezTo>
                <a:cubicBezTo>
                  <a:pt x="260985" y="48685"/>
                  <a:pt x="255233" y="50050"/>
                  <a:pt x="251521" y="52780"/>
                </a:cubicBezTo>
                <a:cubicBezTo>
                  <a:pt x="247809" y="55510"/>
                  <a:pt x="245064" y="60342"/>
                  <a:pt x="243284" y="67275"/>
                </a:cubicBezTo>
                <a:lnTo>
                  <a:pt x="227087" y="65066"/>
                </a:lnTo>
                <a:cubicBezTo>
                  <a:pt x="228559" y="58133"/>
                  <a:pt x="230983" y="52535"/>
                  <a:pt x="234357" y="48271"/>
                </a:cubicBezTo>
                <a:cubicBezTo>
                  <a:pt x="237732" y="44006"/>
                  <a:pt x="242609" y="40724"/>
                  <a:pt x="248990" y="38423"/>
                </a:cubicBezTo>
                <a:cubicBezTo>
                  <a:pt x="255371" y="36122"/>
                  <a:pt x="262764" y="34972"/>
                  <a:pt x="271170" y="34972"/>
                </a:cubicBezTo>
                <a:cubicBezTo>
                  <a:pt x="279514" y="34972"/>
                  <a:pt x="286294" y="35954"/>
                  <a:pt x="291509" y="37917"/>
                </a:cubicBezTo>
                <a:cubicBezTo>
                  <a:pt x="296724" y="39880"/>
                  <a:pt x="300559" y="42350"/>
                  <a:pt x="303013" y="45326"/>
                </a:cubicBezTo>
                <a:cubicBezTo>
                  <a:pt x="305467" y="48301"/>
                  <a:pt x="307185" y="52059"/>
                  <a:pt x="308167" y="56599"/>
                </a:cubicBezTo>
                <a:cubicBezTo>
                  <a:pt x="308719" y="59422"/>
                  <a:pt x="308995" y="64514"/>
                  <a:pt x="308995" y="71877"/>
                </a:cubicBezTo>
                <a:lnTo>
                  <a:pt x="308995" y="93964"/>
                </a:lnTo>
                <a:cubicBezTo>
                  <a:pt x="308995" y="109364"/>
                  <a:pt x="309348" y="119104"/>
                  <a:pt x="310053" y="123184"/>
                </a:cubicBezTo>
                <a:cubicBezTo>
                  <a:pt x="310759" y="127264"/>
                  <a:pt x="312155" y="131176"/>
                  <a:pt x="314241" y="134918"/>
                </a:cubicBezTo>
                <a:lnTo>
                  <a:pt x="296939" y="134918"/>
                </a:lnTo>
                <a:cubicBezTo>
                  <a:pt x="295221" y="131483"/>
                  <a:pt x="294117" y="127464"/>
                  <a:pt x="293626" y="122862"/>
                </a:cubicBezTo>
                <a:moveTo>
                  <a:pt x="292245" y="85866"/>
                </a:moveTo>
                <a:cubicBezTo>
                  <a:pt x="286232" y="88320"/>
                  <a:pt x="277213" y="90406"/>
                  <a:pt x="265188" y="92124"/>
                </a:cubicBezTo>
                <a:cubicBezTo>
                  <a:pt x="258378" y="93105"/>
                  <a:pt x="253561" y="94210"/>
                  <a:pt x="250739" y="95437"/>
                </a:cubicBezTo>
                <a:cubicBezTo>
                  <a:pt x="247917" y="96664"/>
                  <a:pt x="245739" y="98459"/>
                  <a:pt x="244205" y="100821"/>
                </a:cubicBezTo>
                <a:cubicBezTo>
                  <a:pt x="242671" y="103183"/>
                  <a:pt x="241904" y="105806"/>
                  <a:pt x="241904" y="108689"/>
                </a:cubicBezTo>
                <a:cubicBezTo>
                  <a:pt x="241904" y="113107"/>
                  <a:pt x="243576" y="116788"/>
                  <a:pt x="246920" y="119733"/>
                </a:cubicBezTo>
                <a:cubicBezTo>
                  <a:pt x="250263" y="122678"/>
                  <a:pt x="255156" y="124151"/>
                  <a:pt x="261599" y="124151"/>
                </a:cubicBezTo>
                <a:cubicBezTo>
                  <a:pt x="267980" y="124151"/>
                  <a:pt x="273655" y="122755"/>
                  <a:pt x="278625" y="119963"/>
                </a:cubicBezTo>
                <a:cubicBezTo>
                  <a:pt x="283594" y="117172"/>
                  <a:pt x="287245" y="113352"/>
                  <a:pt x="289576" y="108505"/>
                </a:cubicBezTo>
                <a:cubicBezTo>
                  <a:pt x="291356" y="104763"/>
                  <a:pt x="292245" y="99241"/>
                  <a:pt x="292245" y="91940"/>
                </a:cubicBezTo>
                <a:lnTo>
                  <a:pt x="292245" y="85866"/>
                </a:lnTo>
                <a:close/>
                <a:moveTo>
                  <a:pt x="334530" y="134918"/>
                </a:moveTo>
                <a:lnTo>
                  <a:pt x="334530" y="37181"/>
                </a:lnTo>
                <a:lnTo>
                  <a:pt x="349347" y="37181"/>
                </a:lnTo>
                <a:lnTo>
                  <a:pt x="349347" y="50893"/>
                </a:lnTo>
                <a:cubicBezTo>
                  <a:pt x="352415" y="46108"/>
                  <a:pt x="356495" y="42258"/>
                  <a:pt x="361587" y="39344"/>
                </a:cubicBezTo>
                <a:cubicBezTo>
                  <a:pt x="366680" y="36429"/>
                  <a:pt x="372478" y="34972"/>
                  <a:pt x="378981" y="34972"/>
                </a:cubicBezTo>
                <a:cubicBezTo>
                  <a:pt x="386221" y="34972"/>
                  <a:pt x="392157" y="36475"/>
                  <a:pt x="396789" y="39482"/>
                </a:cubicBezTo>
                <a:cubicBezTo>
                  <a:pt x="401422" y="42488"/>
                  <a:pt x="404689" y="46691"/>
                  <a:pt x="406591" y="52090"/>
                </a:cubicBezTo>
                <a:cubicBezTo>
                  <a:pt x="414321" y="40678"/>
                  <a:pt x="424384" y="34972"/>
                  <a:pt x="436777" y="34972"/>
                </a:cubicBezTo>
                <a:cubicBezTo>
                  <a:pt x="446471" y="34972"/>
                  <a:pt x="453926" y="37656"/>
                  <a:pt x="459141" y="43025"/>
                </a:cubicBezTo>
                <a:cubicBezTo>
                  <a:pt x="464356" y="48393"/>
                  <a:pt x="466964" y="56661"/>
                  <a:pt x="466964" y="67827"/>
                </a:cubicBezTo>
                <a:lnTo>
                  <a:pt x="466964" y="134918"/>
                </a:lnTo>
                <a:lnTo>
                  <a:pt x="450490" y="134918"/>
                </a:lnTo>
                <a:lnTo>
                  <a:pt x="450490" y="73349"/>
                </a:lnTo>
                <a:cubicBezTo>
                  <a:pt x="450490" y="66723"/>
                  <a:pt x="449953" y="61953"/>
                  <a:pt x="448879" y="59038"/>
                </a:cubicBezTo>
                <a:cubicBezTo>
                  <a:pt x="447806" y="56124"/>
                  <a:pt x="445858" y="53777"/>
                  <a:pt x="443035" y="51998"/>
                </a:cubicBezTo>
                <a:cubicBezTo>
                  <a:pt x="440213" y="50219"/>
                  <a:pt x="436900" y="49329"/>
                  <a:pt x="433096" y="49329"/>
                </a:cubicBezTo>
                <a:cubicBezTo>
                  <a:pt x="426224" y="49329"/>
                  <a:pt x="420518" y="51614"/>
                  <a:pt x="415978" y="56185"/>
                </a:cubicBezTo>
                <a:cubicBezTo>
                  <a:pt x="411438" y="60756"/>
                  <a:pt x="409168" y="68073"/>
                  <a:pt x="409168" y="78135"/>
                </a:cubicBezTo>
                <a:lnTo>
                  <a:pt x="409168" y="134918"/>
                </a:lnTo>
                <a:lnTo>
                  <a:pt x="392602" y="134918"/>
                </a:lnTo>
                <a:lnTo>
                  <a:pt x="392602" y="71417"/>
                </a:lnTo>
                <a:cubicBezTo>
                  <a:pt x="392602" y="64054"/>
                  <a:pt x="391252" y="58532"/>
                  <a:pt x="388553" y="54851"/>
                </a:cubicBezTo>
                <a:cubicBezTo>
                  <a:pt x="385853" y="51170"/>
                  <a:pt x="381436" y="49329"/>
                  <a:pt x="375300" y="49329"/>
                </a:cubicBezTo>
                <a:cubicBezTo>
                  <a:pt x="370637" y="49329"/>
                  <a:pt x="366327" y="50556"/>
                  <a:pt x="362370" y="53010"/>
                </a:cubicBezTo>
                <a:cubicBezTo>
                  <a:pt x="358412" y="55464"/>
                  <a:pt x="355544" y="59054"/>
                  <a:pt x="353765" y="63778"/>
                </a:cubicBezTo>
                <a:cubicBezTo>
                  <a:pt x="351985" y="68502"/>
                  <a:pt x="351096" y="75313"/>
                  <a:pt x="351096" y="84209"/>
                </a:cubicBezTo>
                <a:lnTo>
                  <a:pt x="351096" y="134918"/>
                </a:lnTo>
                <a:lnTo>
                  <a:pt x="334530" y="134918"/>
                </a:lnTo>
                <a:close/>
                <a:moveTo>
                  <a:pt x="548860" y="134918"/>
                </a:moveTo>
                <a:lnTo>
                  <a:pt x="548860" y="0"/>
                </a:lnTo>
                <a:lnTo>
                  <a:pt x="566714" y="0"/>
                </a:lnTo>
                <a:lnTo>
                  <a:pt x="566714" y="134918"/>
                </a:lnTo>
                <a:lnTo>
                  <a:pt x="548860" y="134918"/>
                </a:lnTo>
                <a:close/>
                <a:moveTo>
                  <a:pt x="598107" y="134918"/>
                </a:moveTo>
                <a:lnTo>
                  <a:pt x="598107" y="0"/>
                </a:lnTo>
                <a:lnTo>
                  <a:pt x="644583" y="0"/>
                </a:lnTo>
                <a:cubicBezTo>
                  <a:pt x="655075" y="0"/>
                  <a:pt x="663082" y="644"/>
                  <a:pt x="668604" y="1933"/>
                </a:cubicBezTo>
                <a:cubicBezTo>
                  <a:pt x="676334" y="3712"/>
                  <a:pt x="682930" y="6933"/>
                  <a:pt x="688390" y="11596"/>
                </a:cubicBezTo>
                <a:cubicBezTo>
                  <a:pt x="695508" y="17609"/>
                  <a:pt x="700830" y="25293"/>
                  <a:pt x="704358" y="34650"/>
                </a:cubicBezTo>
                <a:cubicBezTo>
                  <a:pt x="707886" y="44006"/>
                  <a:pt x="709650" y="54697"/>
                  <a:pt x="709650" y="66723"/>
                </a:cubicBezTo>
                <a:cubicBezTo>
                  <a:pt x="709650" y="76969"/>
                  <a:pt x="708453" y="86050"/>
                  <a:pt x="706061" y="93964"/>
                </a:cubicBezTo>
                <a:cubicBezTo>
                  <a:pt x="703668" y="101879"/>
                  <a:pt x="700600" y="108429"/>
                  <a:pt x="696857" y="113613"/>
                </a:cubicBezTo>
                <a:cubicBezTo>
                  <a:pt x="693115" y="118797"/>
                  <a:pt x="689019" y="122878"/>
                  <a:pt x="684571" y="125853"/>
                </a:cubicBezTo>
                <a:cubicBezTo>
                  <a:pt x="680123" y="128829"/>
                  <a:pt x="674754" y="131084"/>
                  <a:pt x="668466" y="132618"/>
                </a:cubicBezTo>
                <a:cubicBezTo>
                  <a:pt x="662177" y="134151"/>
                  <a:pt x="654952" y="134918"/>
                  <a:pt x="646792" y="134918"/>
                </a:cubicBezTo>
                <a:lnTo>
                  <a:pt x="598107" y="134918"/>
                </a:lnTo>
                <a:moveTo>
                  <a:pt x="615962" y="118997"/>
                </a:moveTo>
                <a:lnTo>
                  <a:pt x="644767" y="118997"/>
                </a:lnTo>
                <a:cubicBezTo>
                  <a:pt x="653664" y="118997"/>
                  <a:pt x="660643" y="118169"/>
                  <a:pt x="665705" y="116512"/>
                </a:cubicBezTo>
                <a:cubicBezTo>
                  <a:pt x="670766" y="114855"/>
                  <a:pt x="674800" y="112524"/>
                  <a:pt x="677807" y="109518"/>
                </a:cubicBezTo>
                <a:cubicBezTo>
                  <a:pt x="682040" y="105284"/>
                  <a:pt x="685338" y="99594"/>
                  <a:pt x="687700" y="92446"/>
                </a:cubicBezTo>
                <a:cubicBezTo>
                  <a:pt x="690062" y="85298"/>
                  <a:pt x="691243" y="76632"/>
                  <a:pt x="691243" y="66447"/>
                </a:cubicBezTo>
                <a:cubicBezTo>
                  <a:pt x="691243" y="52335"/>
                  <a:pt x="688927" y="41491"/>
                  <a:pt x="684295" y="33914"/>
                </a:cubicBezTo>
                <a:cubicBezTo>
                  <a:pt x="679663" y="26336"/>
                  <a:pt x="674034" y="21259"/>
                  <a:pt x="667407" y="18682"/>
                </a:cubicBezTo>
                <a:cubicBezTo>
                  <a:pt x="662622" y="16842"/>
                  <a:pt x="654922" y="15921"/>
                  <a:pt x="644307" y="15921"/>
                </a:cubicBezTo>
                <a:lnTo>
                  <a:pt x="615962" y="15921"/>
                </a:lnTo>
                <a:lnTo>
                  <a:pt x="615962" y="11899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DB465-6C14-4EB2-B36E-F4C0A506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64" y="2868158"/>
            <a:ext cx="1033699" cy="235600"/>
          </a:xfrm>
          <a:custGeom xmlns:a="http://schemas.openxmlformats.org/drawingml/2006/main">
            <a:pathLst>
              <a:path w="1033699" h="235600">
                <a:moveTo>
                  <a:pt x="0" y="39268"/>
                </a:moveTo>
                <a:cubicBezTo>
                  <a:pt x="0" y="17581"/>
                  <a:pt x="17581" y="0"/>
                  <a:pt x="39268" y="0"/>
                </a:cubicBezTo>
                <a:lnTo>
                  <a:pt x="994432" y="0"/>
                </a:lnTo>
                <a:cubicBezTo>
                  <a:pt x="1016118" y="0"/>
                  <a:pt x="1033699" y="17581"/>
                  <a:pt x="1033699" y="39268"/>
                </a:cubicBezTo>
                <a:lnTo>
                  <a:pt x="1033699" y="196332"/>
                </a:lnTo>
                <a:cubicBezTo>
                  <a:pt x="1033699" y="218019"/>
                  <a:pt x="1016118" y="235600"/>
                  <a:pt x="994432" y="235600"/>
                </a:cubicBezTo>
                <a:lnTo>
                  <a:pt x="39268" y="235600"/>
                </a:lnTo>
                <a:cubicBezTo>
                  <a:pt x="17581" y="235600"/>
                  <a:pt x="0" y="218019"/>
                  <a:pt x="0" y="196332"/>
                </a:cubicBezTo>
                <a:lnTo>
                  <a:pt x="0" y="39268"/>
                </a:ln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Roaming">
            <a:extLst xmlns:a="http://schemas.openxmlformats.org/drawingml/2006/main">
              <a:ext uri="{FF2B5EF4-FFF2-40B4-BE49-F238E27FC236}">
                <a16:creationId xmlns:a16="http://schemas.microsoft.com/office/drawing/2014/main" id="{8113561C-A9B1-4E15-A023-E13E0E7A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511" y="2904295"/>
            <a:ext cx="727017" cy="174584"/>
          </a:xfrm>
          <a:custGeom xmlns:a="http://schemas.openxmlformats.org/drawingml/2006/main">
            <a:pathLst>
              <a:path w="727017" h="174584">
                <a:moveTo>
                  <a:pt x="0" y="134918"/>
                </a:moveTo>
                <a:lnTo>
                  <a:pt x="0" y="0"/>
                </a:lnTo>
                <a:lnTo>
                  <a:pt x="59821" y="0"/>
                </a:lnTo>
                <a:cubicBezTo>
                  <a:pt x="71846" y="0"/>
                  <a:pt x="80988" y="1212"/>
                  <a:pt x="87246" y="3635"/>
                </a:cubicBezTo>
                <a:cubicBezTo>
                  <a:pt x="93504" y="6059"/>
                  <a:pt x="98505" y="10338"/>
                  <a:pt x="102247" y="16474"/>
                </a:cubicBezTo>
                <a:cubicBezTo>
                  <a:pt x="105990" y="22609"/>
                  <a:pt x="107861" y="29389"/>
                  <a:pt x="107861" y="36813"/>
                </a:cubicBezTo>
                <a:cubicBezTo>
                  <a:pt x="107861" y="46384"/>
                  <a:pt x="104763" y="54452"/>
                  <a:pt x="98566" y="61017"/>
                </a:cubicBezTo>
                <a:cubicBezTo>
                  <a:pt x="92369" y="67582"/>
                  <a:pt x="82798" y="71754"/>
                  <a:pt x="69852" y="73533"/>
                </a:cubicBezTo>
                <a:cubicBezTo>
                  <a:pt x="74576" y="75803"/>
                  <a:pt x="78166" y="78043"/>
                  <a:pt x="80620" y="80252"/>
                </a:cubicBezTo>
                <a:cubicBezTo>
                  <a:pt x="85835" y="85037"/>
                  <a:pt x="90774" y="91019"/>
                  <a:pt x="95437" y="98198"/>
                </a:cubicBezTo>
                <a:lnTo>
                  <a:pt x="118905" y="134918"/>
                </a:lnTo>
                <a:lnTo>
                  <a:pt x="96449" y="134918"/>
                </a:lnTo>
                <a:lnTo>
                  <a:pt x="78595" y="106849"/>
                </a:lnTo>
                <a:cubicBezTo>
                  <a:pt x="73380" y="98750"/>
                  <a:pt x="69085" y="92553"/>
                  <a:pt x="65711" y="88258"/>
                </a:cubicBezTo>
                <a:cubicBezTo>
                  <a:pt x="62336" y="83964"/>
                  <a:pt x="59314" y="80957"/>
                  <a:pt x="56645" y="79239"/>
                </a:cubicBezTo>
                <a:cubicBezTo>
                  <a:pt x="53977" y="77521"/>
                  <a:pt x="51262" y="76325"/>
                  <a:pt x="48501" y="75650"/>
                </a:cubicBezTo>
                <a:cubicBezTo>
                  <a:pt x="46476" y="75221"/>
                  <a:pt x="43163" y="75006"/>
                  <a:pt x="38561" y="75006"/>
                </a:cubicBezTo>
                <a:lnTo>
                  <a:pt x="17854" y="75006"/>
                </a:lnTo>
                <a:lnTo>
                  <a:pt x="17854" y="134918"/>
                </a:lnTo>
                <a:lnTo>
                  <a:pt x="0" y="134918"/>
                </a:lnTo>
                <a:moveTo>
                  <a:pt x="17854" y="59544"/>
                </a:moveTo>
                <a:lnTo>
                  <a:pt x="56231" y="59544"/>
                </a:lnTo>
                <a:cubicBezTo>
                  <a:pt x="64391" y="59544"/>
                  <a:pt x="70772" y="58701"/>
                  <a:pt x="75374" y="57014"/>
                </a:cubicBezTo>
                <a:cubicBezTo>
                  <a:pt x="79975" y="55326"/>
                  <a:pt x="83473" y="52627"/>
                  <a:pt x="85866" y="48915"/>
                </a:cubicBezTo>
                <a:cubicBezTo>
                  <a:pt x="88258" y="45203"/>
                  <a:pt x="89455" y="41169"/>
                  <a:pt x="89455" y="36813"/>
                </a:cubicBezTo>
                <a:cubicBezTo>
                  <a:pt x="89455" y="30432"/>
                  <a:pt x="87139" y="25186"/>
                  <a:pt x="82506" y="21075"/>
                </a:cubicBezTo>
                <a:cubicBezTo>
                  <a:pt x="77874" y="16964"/>
                  <a:pt x="70558" y="14909"/>
                  <a:pt x="60557" y="14909"/>
                </a:cubicBezTo>
                <a:lnTo>
                  <a:pt x="17854" y="14909"/>
                </a:lnTo>
                <a:lnTo>
                  <a:pt x="17854" y="59544"/>
                </a:lnTo>
                <a:close/>
                <a:moveTo>
                  <a:pt x="128108" y="86050"/>
                </a:moveTo>
                <a:cubicBezTo>
                  <a:pt x="128108" y="67950"/>
                  <a:pt x="133139" y="54544"/>
                  <a:pt x="143202" y="45832"/>
                </a:cubicBezTo>
                <a:cubicBezTo>
                  <a:pt x="151607" y="38592"/>
                  <a:pt x="161853" y="34972"/>
                  <a:pt x="173940" y="34972"/>
                </a:cubicBezTo>
                <a:cubicBezTo>
                  <a:pt x="187377" y="34972"/>
                  <a:pt x="198359" y="39374"/>
                  <a:pt x="206888" y="48179"/>
                </a:cubicBezTo>
                <a:cubicBezTo>
                  <a:pt x="215416" y="56983"/>
                  <a:pt x="219680" y="69146"/>
                  <a:pt x="219680" y="84669"/>
                </a:cubicBezTo>
                <a:cubicBezTo>
                  <a:pt x="219680" y="97247"/>
                  <a:pt x="217793" y="107140"/>
                  <a:pt x="214020" y="114349"/>
                </a:cubicBezTo>
                <a:cubicBezTo>
                  <a:pt x="210247" y="121558"/>
                  <a:pt x="204755" y="127157"/>
                  <a:pt x="197546" y="131145"/>
                </a:cubicBezTo>
                <a:cubicBezTo>
                  <a:pt x="190337" y="135133"/>
                  <a:pt x="182468" y="137127"/>
                  <a:pt x="173940" y="137127"/>
                </a:cubicBezTo>
                <a:cubicBezTo>
                  <a:pt x="160258" y="137127"/>
                  <a:pt x="149199" y="132740"/>
                  <a:pt x="140763" y="123967"/>
                </a:cubicBezTo>
                <a:cubicBezTo>
                  <a:pt x="132327" y="115193"/>
                  <a:pt x="128108" y="102554"/>
                  <a:pt x="128108" y="86050"/>
                </a:cubicBezTo>
                <a:moveTo>
                  <a:pt x="145134" y="86050"/>
                </a:moveTo>
                <a:cubicBezTo>
                  <a:pt x="145134" y="98566"/>
                  <a:pt x="147865" y="107938"/>
                  <a:pt x="153325" y="114165"/>
                </a:cubicBezTo>
                <a:cubicBezTo>
                  <a:pt x="158786" y="120393"/>
                  <a:pt x="165657" y="123506"/>
                  <a:pt x="173940" y="123506"/>
                </a:cubicBezTo>
                <a:cubicBezTo>
                  <a:pt x="182162" y="123506"/>
                  <a:pt x="189003" y="120377"/>
                  <a:pt x="194463" y="114119"/>
                </a:cubicBezTo>
                <a:cubicBezTo>
                  <a:pt x="199924" y="107861"/>
                  <a:pt x="202654" y="98320"/>
                  <a:pt x="202654" y="85497"/>
                </a:cubicBezTo>
                <a:cubicBezTo>
                  <a:pt x="202654" y="73411"/>
                  <a:pt x="199908" y="64253"/>
                  <a:pt x="194417" y="58026"/>
                </a:cubicBezTo>
                <a:cubicBezTo>
                  <a:pt x="188926" y="51798"/>
                  <a:pt x="182100" y="48685"/>
                  <a:pt x="173940" y="48685"/>
                </a:cubicBezTo>
                <a:cubicBezTo>
                  <a:pt x="165657" y="48685"/>
                  <a:pt x="158786" y="51783"/>
                  <a:pt x="153325" y="57980"/>
                </a:cubicBezTo>
                <a:cubicBezTo>
                  <a:pt x="147865" y="64177"/>
                  <a:pt x="145134" y="73533"/>
                  <a:pt x="145134" y="86050"/>
                </a:cubicBezTo>
                <a:close/>
                <a:moveTo>
                  <a:pt x="302678" y="122862"/>
                </a:moveTo>
                <a:cubicBezTo>
                  <a:pt x="296543" y="128077"/>
                  <a:pt x="290638" y="131759"/>
                  <a:pt x="284962" y="133906"/>
                </a:cubicBezTo>
                <a:cubicBezTo>
                  <a:pt x="279287" y="136053"/>
                  <a:pt x="273198" y="137127"/>
                  <a:pt x="266694" y="137127"/>
                </a:cubicBezTo>
                <a:cubicBezTo>
                  <a:pt x="255957" y="137127"/>
                  <a:pt x="247705" y="134504"/>
                  <a:pt x="241937" y="129258"/>
                </a:cubicBezTo>
                <a:cubicBezTo>
                  <a:pt x="236170" y="124013"/>
                  <a:pt x="233286" y="117310"/>
                  <a:pt x="233286" y="109150"/>
                </a:cubicBezTo>
                <a:cubicBezTo>
                  <a:pt x="233286" y="104364"/>
                  <a:pt x="234376" y="99992"/>
                  <a:pt x="236554" y="96035"/>
                </a:cubicBezTo>
                <a:cubicBezTo>
                  <a:pt x="238732" y="92078"/>
                  <a:pt x="241585" y="88903"/>
                  <a:pt x="245113" y="86510"/>
                </a:cubicBezTo>
                <a:cubicBezTo>
                  <a:pt x="248640" y="84117"/>
                  <a:pt x="252613" y="82307"/>
                  <a:pt x="257031" y="81080"/>
                </a:cubicBezTo>
                <a:cubicBezTo>
                  <a:pt x="260282" y="80221"/>
                  <a:pt x="265191" y="79393"/>
                  <a:pt x="271756" y="78595"/>
                </a:cubicBezTo>
                <a:cubicBezTo>
                  <a:pt x="285131" y="77000"/>
                  <a:pt x="294978" y="75098"/>
                  <a:pt x="301298" y="72889"/>
                </a:cubicBezTo>
                <a:cubicBezTo>
                  <a:pt x="301359" y="70619"/>
                  <a:pt x="301390" y="69177"/>
                  <a:pt x="301390" y="68564"/>
                </a:cubicBezTo>
                <a:cubicBezTo>
                  <a:pt x="301390" y="61815"/>
                  <a:pt x="299825" y="57060"/>
                  <a:pt x="296696" y="54299"/>
                </a:cubicBezTo>
                <a:cubicBezTo>
                  <a:pt x="292463" y="50556"/>
                  <a:pt x="286174" y="48685"/>
                  <a:pt x="277830" y="48685"/>
                </a:cubicBezTo>
                <a:cubicBezTo>
                  <a:pt x="270038" y="48685"/>
                  <a:pt x="264286" y="50050"/>
                  <a:pt x="260574" y="52780"/>
                </a:cubicBezTo>
                <a:cubicBezTo>
                  <a:pt x="256862" y="55510"/>
                  <a:pt x="254116" y="60342"/>
                  <a:pt x="252337" y="67275"/>
                </a:cubicBezTo>
                <a:lnTo>
                  <a:pt x="236139" y="65066"/>
                </a:lnTo>
                <a:cubicBezTo>
                  <a:pt x="237612" y="58133"/>
                  <a:pt x="240035" y="52535"/>
                  <a:pt x="243410" y="48271"/>
                </a:cubicBezTo>
                <a:cubicBezTo>
                  <a:pt x="246784" y="44006"/>
                  <a:pt x="251662" y="40724"/>
                  <a:pt x="258043" y="38423"/>
                </a:cubicBezTo>
                <a:cubicBezTo>
                  <a:pt x="264424" y="36122"/>
                  <a:pt x="271817" y="34972"/>
                  <a:pt x="280223" y="34972"/>
                </a:cubicBezTo>
                <a:cubicBezTo>
                  <a:pt x="288567" y="34972"/>
                  <a:pt x="295346" y="35954"/>
                  <a:pt x="300562" y="37917"/>
                </a:cubicBezTo>
                <a:cubicBezTo>
                  <a:pt x="305777" y="39880"/>
                  <a:pt x="309611" y="42350"/>
                  <a:pt x="312066" y="45326"/>
                </a:cubicBezTo>
                <a:cubicBezTo>
                  <a:pt x="314520" y="48301"/>
                  <a:pt x="316238" y="52059"/>
                  <a:pt x="317219" y="56599"/>
                </a:cubicBezTo>
                <a:cubicBezTo>
                  <a:pt x="317772" y="59422"/>
                  <a:pt x="318048" y="64514"/>
                  <a:pt x="318048" y="71877"/>
                </a:cubicBezTo>
                <a:lnTo>
                  <a:pt x="318048" y="93964"/>
                </a:lnTo>
                <a:cubicBezTo>
                  <a:pt x="318048" y="109364"/>
                  <a:pt x="318400" y="119104"/>
                  <a:pt x="319106" y="123184"/>
                </a:cubicBezTo>
                <a:cubicBezTo>
                  <a:pt x="319812" y="127264"/>
                  <a:pt x="321207" y="131176"/>
                  <a:pt x="323293" y="134918"/>
                </a:cubicBezTo>
                <a:lnTo>
                  <a:pt x="305991" y="134918"/>
                </a:lnTo>
                <a:cubicBezTo>
                  <a:pt x="304274" y="131483"/>
                  <a:pt x="303169" y="127464"/>
                  <a:pt x="302678" y="122862"/>
                </a:cubicBezTo>
                <a:moveTo>
                  <a:pt x="301298" y="85866"/>
                </a:moveTo>
                <a:cubicBezTo>
                  <a:pt x="295285" y="88320"/>
                  <a:pt x="286266" y="90406"/>
                  <a:pt x="274241" y="92124"/>
                </a:cubicBezTo>
                <a:cubicBezTo>
                  <a:pt x="267430" y="93105"/>
                  <a:pt x="262614" y="94210"/>
                  <a:pt x="259792" y="95437"/>
                </a:cubicBezTo>
                <a:cubicBezTo>
                  <a:pt x="256969" y="96664"/>
                  <a:pt x="254791" y="98459"/>
                  <a:pt x="253257" y="100821"/>
                </a:cubicBezTo>
                <a:cubicBezTo>
                  <a:pt x="251723" y="103183"/>
                  <a:pt x="250957" y="105806"/>
                  <a:pt x="250957" y="108689"/>
                </a:cubicBezTo>
                <a:cubicBezTo>
                  <a:pt x="250957" y="113107"/>
                  <a:pt x="252628" y="116788"/>
                  <a:pt x="255972" y="119733"/>
                </a:cubicBezTo>
                <a:cubicBezTo>
                  <a:pt x="259316" y="122678"/>
                  <a:pt x="264209" y="124151"/>
                  <a:pt x="270651" y="124151"/>
                </a:cubicBezTo>
                <a:cubicBezTo>
                  <a:pt x="277032" y="124151"/>
                  <a:pt x="282707" y="122755"/>
                  <a:pt x="287677" y="119963"/>
                </a:cubicBezTo>
                <a:cubicBezTo>
                  <a:pt x="292647" y="117172"/>
                  <a:pt x="296297" y="113352"/>
                  <a:pt x="298629" y="108505"/>
                </a:cubicBezTo>
                <a:cubicBezTo>
                  <a:pt x="300408" y="104763"/>
                  <a:pt x="301298" y="99241"/>
                  <a:pt x="301298" y="91940"/>
                </a:cubicBezTo>
                <a:lnTo>
                  <a:pt x="301298" y="85866"/>
                </a:lnTo>
                <a:close/>
                <a:moveTo>
                  <a:pt x="343526" y="134918"/>
                </a:moveTo>
                <a:lnTo>
                  <a:pt x="343526" y="37181"/>
                </a:lnTo>
                <a:lnTo>
                  <a:pt x="358343" y="37181"/>
                </a:lnTo>
                <a:lnTo>
                  <a:pt x="358343" y="50893"/>
                </a:lnTo>
                <a:cubicBezTo>
                  <a:pt x="361411" y="46108"/>
                  <a:pt x="365491" y="42258"/>
                  <a:pt x="370583" y="39344"/>
                </a:cubicBezTo>
                <a:cubicBezTo>
                  <a:pt x="375676" y="36429"/>
                  <a:pt x="381474" y="34972"/>
                  <a:pt x="387977" y="34972"/>
                </a:cubicBezTo>
                <a:cubicBezTo>
                  <a:pt x="395217" y="34972"/>
                  <a:pt x="401153" y="36475"/>
                  <a:pt x="405785" y="39482"/>
                </a:cubicBezTo>
                <a:cubicBezTo>
                  <a:pt x="410417" y="42488"/>
                  <a:pt x="413685" y="46691"/>
                  <a:pt x="415587" y="52090"/>
                </a:cubicBezTo>
                <a:cubicBezTo>
                  <a:pt x="423317" y="40678"/>
                  <a:pt x="433379" y="34972"/>
                  <a:pt x="445773" y="34972"/>
                </a:cubicBezTo>
                <a:cubicBezTo>
                  <a:pt x="455467" y="34972"/>
                  <a:pt x="462922" y="37656"/>
                  <a:pt x="468137" y="43025"/>
                </a:cubicBezTo>
                <a:cubicBezTo>
                  <a:pt x="473352" y="48393"/>
                  <a:pt x="475959" y="56661"/>
                  <a:pt x="475959" y="67827"/>
                </a:cubicBezTo>
                <a:lnTo>
                  <a:pt x="475959" y="134918"/>
                </a:lnTo>
                <a:lnTo>
                  <a:pt x="459486" y="134918"/>
                </a:lnTo>
                <a:lnTo>
                  <a:pt x="459486" y="73349"/>
                </a:lnTo>
                <a:cubicBezTo>
                  <a:pt x="459486" y="66723"/>
                  <a:pt x="458949" y="61953"/>
                  <a:pt x="457875" y="59038"/>
                </a:cubicBezTo>
                <a:cubicBezTo>
                  <a:pt x="456801" y="56124"/>
                  <a:pt x="454853" y="53777"/>
                  <a:pt x="452031" y="51998"/>
                </a:cubicBezTo>
                <a:cubicBezTo>
                  <a:pt x="449209" y="50219"/>
                  <a:pt x="445896" y="49329"/>
                  <a:pt x="442092" y="49329"/>
                </a:cubicBezTo>
                <a:cubicBezTo>
                  <a:pt x="435220" y="49329"/>
                  <a:pt x="429514" y="51614"/>
                  <a:pt x="424974" y="56185"/>
                </a:cubicBezTo>
                <a:cubicBezTo>
                  <a:pt x="420434" y="60756"/>
                  <a:pt x="418163" y="68073"/>
                  <a:pt x="418163" y="78135"/>
                </a:cubicBezTo>
                <a:lnTo>
                  <a:pt x="418163" y="134918"/>
                </a:lnTo>
                <a:lnTo>
                  <a:pt x="401598" y="134918"/>
                </a:lnTo>
                <a:lnTo>
                  <a:pt x="401598" y="71417"/>
                </a:lnTo>
                <a:cubicBezTo>
                  <a:pt x="401598" y="64054"/>
                  <a:pt x="400248" y="58532"/>
                  <a:pt x="397548" y="54851"/>
                </a:cubicBezTo>
                <a:cubicBezTo>
                  <a:pt x="394849" y="51170"/>
                  <a:pt x="390431" y="49329"/>
                  <a:pt x="384296" y="49329"/>
                </a:cubicBezTo>
                <a:cubicBezTo>
                  <a:pt x="379633" y="49329"/>
                  <a:pt x="375323" y="50556"/>
                  <a:pt x="371365" y="53010"/>
                </a:cubicBezTo>
                <a:cubicBezTo>
                  <a:pt x="367408" y="55464"/>
                  <a:pt x="364540" y="59054"/>
                  <a:pt x="362760" y="63778"/>
                </a:cubicBezTo>
                <a:cubicBezTo>
                  <a:pt x="360981" y="68502"/>
                  <a:pt x="360092" y="75313"/>
                  <a:pt x="360092" y="84209"/>
                </a:cubicBezTo>
                <a:lnTo>
                  <a:pt x="360092" y="134918"/>
                </a:lnTo>
                <a:lnTo>
                  <a:pt x="343526" y="134918"/>
                </a:lnTo>
                <a:close/>
                <a:moveTo>
                  <a:pt x="500453" y="19051"/>
                </a:moveTo>
                <a:lnTo>
                  <a:pt x="500453" y="0"/>
                </a:lnTo>
                <a:lnTo>
                  <a:pt x="517019" y="0"/>
                </a:lnTo>
                <a:lnTo>
                  <a:pt x="517019" y="19051"/>
                </a:lnTo>
                <a:lnTo>
                  <a:pt x="500453" y="19051"/>
                </a:lnTo>
                <a:moveTo>
                  <a:pt x="500453" y="134918"/>
                </a:moveTo>
                <a:lnTo>
                  <a:pt x="500453" y="37181"/>
                </a:lnTo>
                <a:lnTo>
                  <a:pt x="517019" y="37181"/>
                </a:lnTo>
                <a:lnTo>
                  <a:pt x="517019" y="134918"/>
                </a:lnTo>
                <a:lnTo>
                  <a:pt x="500453" y="134918"/>
                </a:lnTo>
                <a:close/>
                <a:moveTo>
                  <a:pt x="542599" y="134918"/>
                </a:moveTo>
                <a:lnTo>
                  <a:pt x="542599" y="37181"/>
                </a:lnTo>
                <a:lnTo>
                  <a:pt x="557508" y="37181"/>
                </a:lnTo>
                <a:lnTo>
                  <a:pt x="557508" y="51078"/>
                </a:lnTo>
                <a:cubicBezTo>
                  <a:pt x="564687" y="40341"/>
                  <a:pt x="575056" y="34972"/>
                  <a:pt x="588615" y="34972"/>
                </a:cubicBezTo>
                <a:cubicBezTo>
                  <a:pt x="594505" y="34972"/>
                  <a:pt x="599920" y="36030"/>
                  <a:pt x="604859" y="38147"/>
                </a:cubicBezTo>
                <a:cubicBezTo>
                  <a:pt x="609798" y="40264"/>
                  <a:pt x="613494" y="43040"/>
                  <a:pt x="615949" y="46476"/>
                </a:cubicBezTo>
                <a:cubicBezTo>
                  <a:pt x="618403" y="49912"/>
                  <a:pt x="620121" y="53992"/>
                  <a:pt x="621102" y="58716"/>
                </a:cubicBezTo>
                <a:cubicBezTo>
                  <a:pt x="621716" y="61784"/>
                  <a:pt x="622023" y="67152"/>
                  <a:pt x="622023" y="74822"/>
                </a:cubicBezTo>
                <a:lnTo>
                  <a:pt x="622023" y="134918"/>
                </a:lnTo>
                <a:lnTo>
                  <a:pt x="605457" y="134918"/>
                </a:lnTo>
                <a:lnTo>
                  <a:pt x="605457" y="75466"/>
                </a:lnTo>
                <a:cubicBezTo>
                  <a:pt x="605457" y="68717"/>
                  <a:pt x="604813" y="63671"/>
                  <a:pt x="603524" y="60327"/>
                </a:cubicBezTo>
                <a:cubicBezTo>
                  <a:pt x="602236" y="56983"/>
                  <a:pt x="599950" y="54314"/>
                  <a:pt x="596668" y="52320"/>
                </a:cubicBezTo>
                <a:cubicBezTo>
                  <a:pt x="593385" y="50326"/>
                  <a:pt x="589535" y="49329"/>
                  <a:pt x="585118" y="49329"/>
                </a:cubicBezTo>
                <a:cubicBezTo>
                  <a:pt x="578062" y="49329"/>
                  <a:pt x="571973" y="51568"/>
                  <a:pt x="566850" y="56047"/>
                </a:cubicBezTo>
                <a:cubicBezTo>
                  <a:pt x="561727" y="60526"/>
                  <a:pt x="559165" y="69024"/>
                  <a:pt x="559165" y="81540"/>
                </a:cubicBezTo>
                <a:lnTo>
                  <a:pt x="559165" y="134918"/>
                </a:lnTo>
                <a:lnTo>
                  <a:pt x="542599" y="134918"/>
                </a:lnTo>
                <a:close/>
                <a:moveTo>
                  <a:pt x="644188" y="143017"/>
                </a:moveTo>
                <a:lnTo>
                  <a:pt x="660294" y="145410"/>
                </a:lnTo>
                <a:cubicBezTo>
                  <a:pt x="660969" y="150380"/>
                  <a:pt x="662840" y="154000"/>
                  <a:pt x="665908" y="156270"/>
                </a:cubicBezTo>
                <a:cubicBezTo>
                  <a:pt x="670018" y="159337"/>
                  <a:pt x="675632" y="160871"/>
                  <a:pt x="682749" y="160871"/>
                </a:cubicBezTo>
                <a:cubicBezTo>
                  <a:pt x="690419" y="160871"/>
                  <a:pt x="696339" y="159337"/>
                  <a:pt x="700512" y="156270"/>
                </a:cubicBezTo>
                <a:cubicBezTo>
                  <a:pt x="704684" y="153202"/>
                  <a:pt x="707506" y="148907"/>
                  <a:pt x="708978" y="143385"/>
                </a:cubicBezTo>
                <a:cubicBezTo>
                  <a:pt x="709837" y="140011"/>
                  <a:pt x="710236" y="132924"/>
                  <a:pt x="710175" y="122126"/>
                </a:cubicBezTo>
                <a:cubicBezTo>
                  <a:pt x="702935" y="130654"/>
                  <a:pt x="693916" y="134918"/>
                  <a:pt x="683118" y="134918"/>
                </a:cubicBezTo>
                <a:cubicBezTo>
                  <a:pt x="669681" y="134918"/>
                  <a:pt x="659281" y="130071"/>
                  <a:pt x="651919" y="120377"/>
                </a:cubicBezTo>
                <a:cubicBezTo>
                  <a:pt x="644556" y="110683"/>
                  <a:pt x="640875" y="99057"/>
                  <a:pt x="640875" y="85497"/>
                </a:cubicBezTo>
                <a:cubicBezTo>
                  <a:pt x="640875" y="76172"/>
                  <a:pt x="642562" y="67567"/>
                  <a:pt x="645937" y="59683"/>
                </a:cubicBezTo>
                <a:cubicBezTo>
                  <a:pt x="649311" y="51798"/>
                  <a:pt x="654204" y="45709"/>
                  <a:pt x="660616" y="41414"/>
                </a:cubicBezTo>
                <a:cubicBezTo>
                  <a:pt x="667027" y="37119"/>
                  <a:pt x="674559" y="34972"/>
                  <a:pt x="683210" y="34972"/>
                </a:cubicBezTo>
                <a:cubicBezTo>
                  <a:pt x="694744" y="34972"/>
                  <a:pt x="704254" y="39635"/>
                  <a:pt x="711739" y="48961"/>
                </a:cubicBezTo>
                <a:lnTo>
                  <a:pt x="711739" y="37181"/>
                </a:lnTo>
                <a:lnTo>
                  <a:pt x="727017" y="37181"/>
                </a:lnTo>
                <a:lnTo>
                  <a:pt x="727017" y="121666"/>
                </a:lnTo>
                <a:cubicBezTo>
                  <a:pt x="727017" y="136882"/>
                  <a:pt x="725467" y="147665"/>
                  <a:pt x="722369" y="154015"/>
                </a:cubicBezTo>
                <a:cubicBezTo>
                  <a:pt x="719271" y="160365"/>
                  <a:pt x="714362" y="165381"/>
                  <a:pt x="707644" y="169062"/>
                </a:cubicBezTo>
                <a:cubicBezTo>
                  <a:pt x="700926" y="172743"/>
                  <a:pt x="692658" y="174584"/>
                  <a:pt x="682841" y="174584"/>
                </a:cubicBezTo>
                <a:cubicBezTo>
                  <a:pt x="671184" y="174584"/>
                  <a:pt x="661766" y="171961"/>
                  <a:pt x="654588" y="166715"/>
                </a:cubicBezTo>
                <a:cubicBezTo>
                  <a:pt x="647409" y="161469"/>
                  <a:pt x="643943" y="153570"/>
                  <a:pt x="644188" y="143017"/>
                </a:cubicBezTo>
                <a:moveTo>
                  <a:pt x="657901" y="84301"/>
                </a:moveTo>
                <a:cubicBezTo>
                  <a:pt x="657901" y="97124"/>
                  <a:pt x="660447" y="106481"/>
                  <a:pt x="665539" y="112371"/>
                </a:cubicBezTo>
                <a:cubicBezTo>
                  <a:pt x="670632" y="118261"/>
                  <a:pt x="677013" y="121206"/>
                  <a:pt x="684682" y="121206"/>
                </a:cubicBezTo>
                <a:cubicBezTo>
                  <a:pt x="692290" y="121206"/>
                  <a:pt x="698671" y="118276"/>
                  <a:pt x="703825" y="112417"/>
                </a:cubicBezTo>
                <a:cubicBezTo>
                  <a:pt x="708978" y="106557"/>
                  <a:pt x="711555" y="97369"/>
                  <a:pt x="711555" y="84853"/>
                </a:cubicBezTo>
                <a:cubicBezTo>
                  <a:pt x="711555" y="72889"/>
                  <a:pt x="708902" y="63870"/>
                  <a:pt x="703595" y="57796"/>
                </a:cubicBezTo>
                <a:cubicBezTo>
                  <a:pt x="698287" y="51722"/>
                  <a:pt x="691891" y="48685"/>
                  <a:pt x="684406" y="48685"/>
                </a:cubicBezTo>
                <a:cubicBezTo>
                  <a:pt x="677043" y="48685"/>
                  <a:pt x="670785" y="51676"/>
                  <a:pt x="665632" y="57658"/>
                </a:cubicBezTo>
                <a:cubicBezTo>
                  <a:pt x="660478" y="63640"/>
                  <a:pt x="657901" y="72521"/>
                  <a:pt x="657901" y="8430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a534405254606"/>
          <a:stretch xmlns:a="http://schemas.openxmlformats.org/drawingml/2006/main"/>
        </p:blipFill>
        <p:spPr>
          <a:xfrm xmlns:a="http://schemas.openxmlformats.org/drawingml/2006/main">
            <a:off x="168741" y="2076195"/>
            <a:ext cx="477092" cy="474147"/>
          </a:xfrm>
          <a:prstGeom xmlns:a="http://schemas.openxmlformats.org/drawingml/2006/main" prst="rect">
            <a:avLst/>
          </a:prstGeom>
        </p:spPr>
      </p:pic>
      <p:pic>
        <p:nvPicPr>
          <p:cNvPr id="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31cceebb74627"/>
          <a:stretch xmlns:a="http://schemas.openxmlformats.org/drawingml/2006/main"/>
        </p:blipFill>
        <p:spPr>
          <a:xfrm xmlns:a="http://schemas.openxmlformats.org/drawingml/2006/main">
            <a:off x="2138954" y="2079140"/>
            <a:ext cx="474147" cy="477092"/>
          </a:xfrm>
          <a:prstGeom xmlns:a="http://schemas.openxmlformats.org/drawingml/2006/main" prst="rect">
            <a:avLst/>
          </a:prstGeom>
        </p:spPr>
      </p:pic>
      <p:pic>
        <p:nvPicPr>
          <p:cNvPr id="3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f579ed3e24900"/>
          <a:stretch xmlns:a="http://schemas.openxmlformats.org/drawingml/2006/main"/>
        </p:blipFill>
        <p:spPr>
          <a:xfrm xmlns:a="http://schemas.openxmlformats.org/drawingml/2006/main">
            <a:off x="117449" y="2588438"/>
            <a:ext cx="568387" cy="238433"/>
          </a:xfrm>
          <a:prstGeom xmlns:a="http://schemas.openxmlformats.org/drawingml/2006/main" prst="rect">
            <a:avLst/>
          </a:prstGeom>
        </p:spPr>
      </p:pic>
      <p:pic>
        <p:nvPicPr>
          <p:cNvPr id="3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bd70869cd488d"/>
          <a:stretch xmlns:a="http://schemas.openxmlformats.org/drawingml/2006/main"/>
        </p:blipFill>
        <p:spPr>
          <a:xfrm xmlns:a="http://schemas.openxmlformats.org/drawingml/2006/main">
            <a:off x="2037596" y="2576896"/>
            <a:ext cx="639067" cy="255627"/>
          </a:xfrm>
          <a:prstGeom xmlns:a="http://schemas.openxmlformats.org/drawingml/2006/main" prst="rect">
            <a:avLst/>
          </a:prstGeom>
        </p:spPr>
      </p:pic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479025-B121-467D-9174-79F2C382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13" y="3639751"/>
            <a:ext cx="1652152" cy="273886"/>
          </a:xfrm>
          <a:custGeom xmlns:a="http://schemas.openxmlformats.org/drawingml/2006/main">
            <a:pathLst>
              <a:path w="1652152" h="273886">
                <a:moveTo>
                  <a:pt x="0" y="45649"/>
                </a:moveTo>
                <a:cubicBezTo>
                  <a:pt x="0" y="20438"/>
                  <a:pt x="20438" y="0"/>
                  <a:pt x="45649" y="0"/>
                </a:cubicBezTo>
                <a:lnTo>
                  <a:pt x="1606503" y="0"/>
                </a:lnTo>
                <a:cubicBezTo>
                  <a:pt x="1631714" y="0"/>
                  <a:pt x="1652152" y="20438"/>
                  <a:pt x="1652152" y="45649"/>
                </a:cubicBezTo>
                <a:lnTo>
                  <a:pt x="1652152" y="228236"/>
                </a:lnTo>
                <a:cubicBezTo>
                  <a:pt x="1652152" y="253448"/>
                  <a:pt x="1631714" y="273886"/>
                  <a:pt x="1606503" y="273886"/>
                </a:cubicBezTo>
                <a:lnTo>
                  <a:pt x="45649" y="273886"/>
                </a:lnTo>
                <a:cubicBezTo>
                  <a:pt x="20438" y="273886"/>
                  <a:pt x="0" y="253448"/>
                  <a:pt x="0" y="228236"/>
                </a:cubicBezTo>
                <a:lnTo>
                  <a:pt x="0" y="45649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6cb9180cd4ba9"/>
          <a:stretch xmlns:a="http://schemas.openxmlformats.org/drawingml/2006/main"/>
        </p:blipFill>
        <p:spPr>
          <a:xfrm xmlns:a="http://schemas.openxmlformats.org/drawingml/2006/main">
            <a:off x="39160" y="3539866"/>
            <a:ext cx="2126299" cy="462367"/>
          </a:xfrm>
          <a:prstGeom xmlns:a="http://schemas.openxmlformats.org/drawingml/2006/main" prst="rect">
            <a:avLst/>
          </a:prstGeom>
        </p:spPr>
      </p:pic>
      <p:sp>
        <p:nvSpPr>
          <p:cNvPr id="118" name="Text UEsessionstate">
            <a:extLst xmlns:a="http://schemas.openxmlformats.org/drawingml/2006/main">
              <a:ext uri="{FF2B5EF4-FFF2-40B4-BE49-F238E27FC236}">
                <a16:creationId xmlns:a16="http://schemas.microsoft.com/office/drawing/2014/main" id="{627914C1-1A14-4D53-A595-10D876AE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39" y="3702393"/>
            <a:ext cx="1392785" cy="137219"/>
          </a:xfrm>
          <a:custGeom xmlns:a="http://schemas.openxmlformats.org/drawingml/2006/main">
            <a:pathLst>
              <a:path w="1392785" h="137219">
                <a:moveTo>
                  <a:pt x="88258" y="0"/>
                </a:moveTo>
                <a:lnTo>
                  <a:pt x="106112" y="0"/>
                </a:lnTo>
                <a:lnTo>
                  <a:pt x="106112" y="77951"/>
                </a:lnTo>
                <a:cubicBezTo>
                  <a:pt x="106112" y="91510"/>
                  <a:pt x="104579" y="102278"/>
                  <a:pt x="101511" y="110254"/>
                </a:cubicBezTo>
                <a:cubicBezTo>
                  <a:pt x="98443" y="118230"/>
                  <a:pt x="92906" y="124718"/>
                  <a:pt x="84899" y="129719"/>
                </a:cubicBezTo>
                <a:cubicBezTo>
                  <a:pt x="76892" y="134719"/>
                  <a:pt x="66385" y="137219"/>
                  <a:pt x="53378" y="137219"/>
                </a:cubicBezTo>
                <a:cubicBezTo>
                  <a:pt x="40739" y="137219"/>
                  <a:pt x="30401" y="135041"/>
                  <a:pt x="22364" y="130685"/>
                </a:cubicBezTo>
                <a:cubicBezTo>
                  <a:pt x="14326" y="126329"/>
                  <a:pt x="8590" y="120025"/>
                  <a:pt x="5154" y="111772"/>
                </a:cubicBezTo>
                <a:cubicBezTo>
                  <a:pt x="1718" y="103520"/>
                  <a:pt x="0" y="92246"/>
                  <a:pt x="0" y="77951"/>
                </a:cubicBezTo>
                <a:lnTo>
                  <a:pt x="0" y="0"/>
                </a:lnTo>
                <a:lnTo>
                  <a:pt x="17854" y="0"/>
                </a:lnTo>
                <a:lnTo>
                  <a:pt x="17854" y="77859"/>
                </a:lnTo>
                <a:cubicBezTo>
                  <a:pt x="17854" y="89577"/>
                  <a:pt x="18943" y="98213"/>
                  <a:pt x="21121" y="103766"/>
                </a:cubicBezTo>
                <a:cubicBezTo>
                  <a:pt x="23299" y="109318"/>
                  <a:pt x="27042" y="113598"/>
                  <a:pt x="32349" y="116604"/>
                </a:cubicBezTo>
                <a:cubicBezTo>
                  <a:pt x="37656" y="119610"/>
                  <a:pt x="44145" y="121114"/>
                  <a:pt x="51814" y="121114"/>
                </a:cubicBezTo>
                <a:cubicBezTo>
                  <a:pt x="64944" y="121114"/>
                  <a:pt x="74300" y="118138"/>
                  <a:pt x="79883" y="112187"/>
                </a:cubicBezTo>
                <a:cubicBezTo>
                  <a:pt x="85467" y="106235"/>
                  <a:pt x="88258" y="94793"/>
                  <a:pt x="88258" y="77859"/>
                </a:cubicBezTo>
                <a:lnTo>
                  <a:pt x="88258" y="0"/>
                </a:lnTo>
                <a:close/>
                <a:moveTo>
                  <a:pt x="136759" y="134918"/>
                </a:moveTo>
                <a:lnTo>
                  <a:pt x="136759" y="0"/>
                </a:lnTo>
                <a:lnTo>
                  <a:pt x="234313" y="0"/>
                </a:lnTo>
                <a:lnTo>
                  <a:pt x="234313" y="15921"/>
                </a:lnTo>
                <a:lnTo>
                  <a:pt x="154614" y="15921"/>
                </a:lnTo>
                <a:lnTo>
                  <a:pt x="154614" y="57244"/>
                </a:lnTo>
                <a:lnTo>
                  <a:pt x="229251" y="57244"/>
                </a:lnTo>
                <a:lnTo>
                  <a:pt x="229251" y="73073"/>
                </a:lnTo>
                <a:lnTo>
                  <a:pt x="154614" y="73073"/>
                </a:lnTo>
                <a:lnTo>
                  <a:pt x="154614" y="118997"/>
                </a:lnTo>
                <a:lnTo>
                  <a:pt x="237442" y="118997"/>
                </a:lnTo>
                <a:lnTo>
                  <a:pt x="237442" y="134918"/>
                </a:lnTo>
                <a:lnTo>
                  <a:pt x="136759" y="134918"/>
                </a:lnTo>
                <a:close/>
                <a:moveTo>
                  <a:pt x="306366" y="105744"/>
                </a:moveTo>
                <a:lnTo>
                  <a:pt x="322747" y="103167"/>
                </a:lnTo>
                <a:cubicBezTo>
                  <a:pt x="323668" y="109732"/>
                  <a:pt x="326229" y="114763"/>
                  <a:pt x="330432" y="118261"/>
                </a:cubicBezTo>
                <a:cubicBezTo>
                  <a:pt x="334635" y="121758"/>
                  <a:pt x="340510" y="123506"/>
                  <a:pt x="348056" y="123506"/>
                </a:cubicBezTo>
                <a:cubicBezTo>
                  <a:pt x="355664" y="123506"/>
                  <a:pt x="361309" y="121957"/>
                  <a:pt x="364990" y="118859"/>
                </a:cubicBezTo>
                <a:cubicBezTo>
                  <a:pt x="368671" y="115760"/>
                  <a:pt x="370512" y="112125"/>
                  <a:pt x="370512" y="107953"/>
                </a:cubicBezTo>
                <a:cubicBezTo>
                  <a:pt x="370512" y="104210"/>
                  <a:pt x="368886" y="101265"/>
                  <a:pt x="365634" y="99118"/>
                </a:cubicBezTo>
                <a:cubicBezTo>
                  <a:pt x="363364" y="97646"/>
                  <a:pt x="357719" y="95774"/>
                  <a:pt x="348700" y="93504"/>
                </a:cubicBezTo>
                <a:cubicBezTo>
                  <a:pt x="336552" y="90436"/>
                  <a:pt x="328131" y="87783"/>
                  <a:pt x="323438" y="85543"/>
                </a:cubicBezTo>
                <a:cubicBezTo>
                  <a:pt x="318744" y="83304"/>
                  <a:pt x="315186" y="80206"/>
                  <a:pt x="312762" y="76248"/>
                </a:cubicBezTo>
                <a:cubicBezTo>
                  <a:pt x="310339" y="72291"/>
                  <a:pt x="309127" y="67919"/>
                  <a:pt x="309127" y="63134"/>
                </a:cubicBezTo>
                <a:cubicBezTo>
                  <a:pt x="309127" y="58778"/>
                  <a:pt x="310124" y="54743"/>
                  <a:pt x="312118" y="51032"/>
                </a:cubicBezTo>
                <a:cubicBezTo>
                  <a:pt x="314112" y="47320"/>
                  <a:pt x="316827" y="44237"/>
                  <a:pt x="320263" y="41782"/>
                </a:cubicBezTo>
                <a:cubicBezTo>
                  <a:pt x="322839" y="39880"/>
                  <a:pt x="326352" y="38270"/>
                  <a:pt x="330800" y="36951"/>
                </a:cubicBezTo>
                <a:cubicBezTo>
                  <a:pt x="335248" y="35632"/>
                  <a:pt x="340019" y="34972"/>
                  <a:pt x="345111" y="34972"/>
                </a:cubicBezTo>
                <a:cubicBezTo>
                  <a:pt x="352780" y="34972"/>
                  <a:pt x="359514" y="36076"/>
                  <a:pt x="365312" y="38285"/>
                </a:cubicBezTo>
                <a:cubicBezTo>
                  <a:pt x="371110" y="40494"/>
                  <a:pt x="375390" y="43485"/>
                  <a:pt x="378151" y="47258"/>
                </a:cubicBezTo>
                <a:cubicBezTo>
                  <a:pt x="380911" y="51032"/>
                  <a:pt x="382813" y="56078"/>
                  <a:pt x="383856" y="62397"/>
                </a:cubicBezTo>
                <a:lnTo>
                  <a:pt x="367659" y="64606"/>
                </a:lnTo>
                <a:cubicBezTo>
                  <a:pt x="366923" y="59575"/>
                  <a:pt x="364791" y="55648"/>
                  <a:pt x="361263" y="52826"/>
                </a:cubicBezTo>
                <a:cubicBezTo>
                  <a:pt x="357735" y="50004"/>
                  <a:pt x="352750" y="48593"/>
                  <a:pt x="346308" y="48593"/>
                </a:cubicBezTo>
                <a:cubicBezTo>
                  <a:pt x="338700" y="48593"/>
                  <a:pt x="333270" y="49850"/>
                  <a:pt x="330018" y="52366"/>
                </a:cubicBezTo>
                <a:cubicBezTo>
                  <a:pt x="326766" y="54882"/>
                  <a:pt x="325140" y="57827"/>
                  <a:pt x="325140" y="61201"/>
                </a:cubicBezTo>
                <a:cubicBezTo>
                  <a:pt x="325140" y="63348"/>
                  <a:pt x="325815" y="65281"/>
                  <a:pt x="327165" y="66999"/>
                </a:cubicBezTo>
                <a:cubicBezTo>
                  <a:pt x="328515" y="68778"/>
                  <a:pt x="330632" y="70251"/>
                  <a:pt x="333515" y="71417"/>
                </a:cubicBezTo>
                <a:cubicBezTo>
                  <a:pt x="335172" y="72030"/>
                  <a:pt x="340049" y="73441"/>
                  <a:pt x="348148" y="75650"/>
                </a:cubicBezTo>
                <a:cubicBezTo>
                  <a:pt x="359867" y="78779"/>
                  <a:pt x="368042" y="81341"/>
                  <a:pt x="372675" y="83335"/>
                </a:cubicBezTo>
                <a:cubicBezTo>
                  <a:pt x="377307" y="85329"/>
                  <a:pt x="380942" y="88228"/>
                  <a:pt x="383580" y="92032"/>
                </a:cubicBezTo>
                <a:cubicBezTo>
                  <a:pt x="386219" y="95836"/>
                  <a:pt x="387538" y="100560"/>
                  <a:pt x="387538" y="106204"/>
                </a:cubicBezTo>
                <a:cubicBezTo>
                  <a:pt x="387538" y="111726"/>
                  <a:pt x="385927" y="116926"/>
                  <a:pt x="382706" y="121804"/>
                </a:cubicBezTo>
                <a:cubicBezTo>
                  <a:pt x="379485" y="126682"/>
                  <a:pt x="374837" y="130455"/>
                  <a:pt x="368763" y="133124"/>
                </a:cubicBezTo>
                <a:cubicBezTo>
                  <a:pt x="362689" y="135793"/>
                  <a:pt x="355817" y="137127"/>
                  <a:pt x="348148" y="137127"/>
                </a:cubicBezTo>
                <a:cubicBezTo>
                  <a:pt x="335448" y="137127"/>
                  <a:pt x="325769" y="134489"/>
                  <a:pt x="319112" y="129212"/>
                </a:cubicBezTo>
                <a:cubicBezTo>
                  <a:pt x="312455" y="123936"/>
                  <a:pt x="308206" y="116113"/>
                  <a:pt x="306366" y="105744"/>
                </a:cubicBezTo>
                <a:close/>
                <a:moveTo>
                  <a:pt x="474347" y="103444"/>
                </a:moveTo>
                <a:lnTo>
                  <a:pt x="491465" y="105560"/>
                </a:lnTo>
                <a:cubicBezTo>
                  <a:pt x="488765" y="115561"/>
                  <a:pt x="483765" y="123322"/>
                  <a:pt x="476464" y="128844"/>
                </a:cubicBezTo>
                <a:cubicBezTo>
                  <a:pt x="469162" y="134366"/>
                  <a:pt x="459837" y="137127"/>
                  <a:pt x="448486" y="137127"/>
                </a:cubicBezTo>
                <a:cubicBezTo>
                  <a:pt x="434190" y="137127"/>
                  <a:pt x="422855" y="132725"/>
                  <a:pt x="414480" y="123921"/>
                </a:cubicBezTo>
                <a:cubicBezTo>
                  <a:pt x="406105" y="115116"/>
                  <a:pt x="401918" y="102769"/>
                  <a:pt x="401918" y="86878"/>
                </a:cubicBezTo>
                <a:cubicBezTo>
                  <a:pt x="401918" y="70435"/>
                  <a:pt x="406151" y="57673"/>
                  <a:pt x="414618" y="48593"/>
                </a:cubicBezTo>
                <a:cubicBezTo>
                  <a:pt x="423085" y="39512"/>
                  <a:pt x="434068" y="34972"/>
                  <a:pt x="447566" y="34972"/>
                </a:cubicBezTo>
                <a:cubicBezTo>
                  <a:pt x="460634" y="34972"/>
                  <a:pt x="471310" y="39420"/>
                  <a:pt x="479593" y="48317"/>
                </a:cubicBezTo>
                <a:cubicBezTo>
                  <a:pt x="487876" y="57213"/>
                  <a:pt x="492017" y="69729"/>
                  <a:pt x="492017" y="85866"/>
                </a:cubicBezTo>
                <a:cubicBezTo>
                  <a:pt x="492017" y="86847"/>
                  <a:pt x="491986" y="88320"/>
                  <a:pt x="491925" y="90283"/>
                </a:cubicBezTo>
                <a:lnTo>
                  <a:pt x="419036" y="90283"/>
                </a:lnTo>
                <a:cubicBezTo>
                  <a:pt x="419649" y="101020"/>
                  <a:pt x="422686" y="109242"/>
                  <a:pt x="428147" y="114948"/>
                </a:cubicBezTo>
                <a:cubicBezTo>
                  <a:pt x="433608" y="120653"/>
                  <a:pt x="440418" y="123506"/>
                  <a:pt x="448578" y="123506"/>
                </a:cubicBezTo>
                <a:cubicBezTo>
                  <a:pt x="454652" y="123506"/>
                  <a:pt x="459837" y="121911"/>
                  <a:pt x="464131" y="118721"/>
                </a:cubicBezTo>
                <a:cubicBezTo>
                  <a:pt x="468426" y="115530"/>
                  <a:pt x="471831" y="110438"/>
                  <a:pt x="474347" y="103444"/>
                </a:cubicBezTo>
                <a:moveTo>
                  <a:pt x="419956" y="76662"/>
                </a:moveTo>
                <a:lnTo>
                  <a:pt x="474531" y="76662"/>
                </a:lnTo>
                <a:cubicBezTo>
                  <a:pt x="473795" y="68441"/>
                  <a:pt x="471709" y="62275"/>
                  <a:pt x="468273" y="58164"/>
                </a:cubicBezTo>
                <a:cubicBezTo>
                  <a:pt x="462996" y="51783"/>
                  <a:pt x="456155" y="48593"/>
                  <a:pt x="447750" y="48593"/>
                </a:cubicBezTo>
                <a:cubicBezTo>
                  <a:pt x="440142" y="48593"/>
                  <a:pt x="433746" y="51139"/>
                  <a:pt x="428561" y="56231"/>
                </a:cubicBezTo>
                <a:cubicBezTo>
                  <a:pt x="423377" y="61324"/>
                  <a:pt x="420508" y="68134"/>
                  <a:pt x="419956" y="76662"/>
                </a:cubicBezTo>
                <a:close/>
                <a:moveTo>
                  <a:pt x="505439" y="105744"/>
                </a:moveTo>
                <a:lnTo>
                  <a:pt x="521821" y="103167"/>
                </a:lnTo>
                <a:cubicBezTo>
                  <a:pt x="522741" y="109732"/>
                  <a:pt x="525303" y="114763"/>
                  <a:pt x="529505" y="118261"/>
                </a:cubicBezTo>
                <a:cubicBezTo>
                  <a:pt x="533708" y="121758"/>
                  <a:pt x="539583" y="123506"/>
                  <a:pt x="547130" y="123506"/>
                </a:cubicBezTo>
                <a:cubicBezTo>
                  <a:pt x="554737" y="123506"/>
                  <a:pt x="560382" y="121957"/>
                  <a:pt x="564063" y="118859"/>
                </a:cubicBezTo>
                <a:cubicBezTo>
                  <a:pt x="567745" y="115760"/>
                  <a:pt x="569585" y="112125"/>
                  <a:pt x="569585" y="107953"/>
                </a:cubicBezTo>
                <a:cubicBezTo>
                  <a:pt x="569585" y="104210"/>
                  <a:pt x="567959" y="101265"/>
                  <a:pt x="564708" y="99118"/>
                </a:cubicBezTo>
                <a:cubicBezTo>
                  <a:pt x="562437" y="97646"/>
                  <a:pt x="556793" y="95774"/>
                  <a:pt x="547774" y="93504"/>
                </a:cubicBezTo>
                <a:cubicBezTo>
                  <a:pt x="535626" y="90436"/>
                  <a:pt x="527205" y="87783"/>
                  <a:pt x="522511" y="85543"/>
                </a:cubicBezTo>
                <a:cubicBezTo>
                  <a:pt x="517817" y="83304"/>
                  <a:pt x="514259" y="80206"/>
                  <a:pt x="511835" y="76248"/>
                </a:cubicBezTo>
                <a:cubicBezTo>
                  <a:pt x="509412" y="72291"/>
                  <a:pt x="508200" y="67919"/>
                  <a:pt x="508200" y="63134"/>
                </a:cubicBezTo>
                <a:cubicBezTo>
                  <a:pt x="508200" y="58778"/>
                  <a:pt x="509197" y="54743"/>
                  <a:pt x="511191" y="51032"/>
                </a:cubicBezTo>
                <a:cubicBezTo>
                  <a:pt x="513185" y="47320"/>
                  <a:pt x="515900" y="44237"/>
                  <a:pt x="519336" y="41782"/>
                </a:cubicBezTo>
                <a:cubicBezTo>
                  <a:pt x="521913" y="39880"/>
                  <a:pt x="525425" y="38270"/>
                  <a:pt x="529874" y="36951"/>
                </a:cubicBezTo>
                <a:cubicBezTo>
                  <a:pt x="534322" y="35632"/>
                  <a:pt x="539092" y="34972"/>
                  <a:pt x="544185" y="34972"/>
                </a:cubicBezTo>
                <a:cubicBezTo>
                  <a:pt x="551854" y="34972"/>
                  <a:pt x="558587" y="36076"/>
                  <a:pt x="564385" y="38285"/>
                </a:cubicBezTo>
                <a:cubicBezTo>
                  <a:pt x="570183" y="40494"/>
                  <a:pt x="574463" y="43485"/>
                  <a:pt x="577224" y="47258"/>
                </a:cubicBezTo>
                <a:cubicBezTo>
                  <a:pt x="579985" y="51032"/>
                  <a:pt x="581887" y="56078"/>
                  <a:pt x="582930" y="62397"/>
                </a:cubicBezTo>
                <a:lnTo>
                  <a:pt x="566732" y="64606"/>
                </a:lnTo>
                <a:cubicBezTo>
                  <a:pt x="565996" y="59575"/>
                  <a:pt x="563864" y="55648"/>
                  <a:pt x="560336" y="52826"/>
                </a:cubicBezTo>
                <a:cubicBezTo>
                  <a:pt x="556808" y="50004"/>
                  <a:pt x="551823" y="48593"/>
                  <a:pt x="545381" y="48593"/>
                </a:cubicBezTo>
                <a:cubicBezTo>
                  <a:pt x="537773" y="48593"/>
                  <a:pt x="532343" y="49850"/>
                  <a:pt x="529091" y="52366"/>
                </a:cubicBezTo>
                <a:cubicBezTo>
                  <a:pt x="525840" y="54882"/>
                  <a:pt x="524214" y="57827"/>
                  <a:pt x="524214" y="61201"/>
                </a:cubicBezTo>
                <a:cubicBezTo>
                  <a:pt x="524214" y="63348"/>
                  <a:pt x="524889" y="65281"/>
                  <a:pt x="526238" y="66999"/>
                </a:cubicBezTo>
                <a:cubicBezTo>
                  <a:pt x="527588" y="68778"/>
                  <a:pt x="529705" y="70251"/>
                  <a:pt x="532589" y="71417"/>
                </a:cubicBezTo>
                <a:cubicBezTo>
                  <a:pt x="534245" y="72030"/>
                  <a:pt x="539123" y="73441"/>
                  <a:pt x="547222" y="75650"/>
                </a:cubicBezTo>
                <a:cubicBezTo>
                  <a:pt x="558940" y="78779"/>
                  <a:pt x="567116" y="81341"/>
                  <a:pt x="571748" y="83335"/>
                </a:cubicBezTo>
                <a:cubicBezTo>
                  <a:pt x="576380" y="85329"/>
                  <a:pt x="580015" y="88228"/>
                  <a:pt x="582654" y="92032"/>
                </a:cubicBezTo>
                <a:cubicBezTo>
                  <a:pt x="585292" y="95836"/>
                  <a:pt x="586611" y="100560"/>
                  <a:pt x="586611" y="106204"/>
                </a:cubicBezTo>
                <a:cubicBezTo>
                  <a:pt x="586611" y="111726"/>
                  <a:pt x="585001" y="116926"/>
                  <a:pt x="581779" y="121804"/>
                </a:cubicBezTo>
                <a:cubicBezTo>
                  <a:pt x="578558" y="126682"/>
                  <a:pt x="573911" y="130455"/>
                  <a:pt x="567837" y="133124"/>
                </a:cubicBezTo>
                <a:cubicBezTo>
                  <a:pt x="561763" y="135793"/>
                  <a:pt x="554891" y="137127"/>
                  <a:pt x="547222" y="137127"/>
                </a:cubicBezTo>
                <a:cubicBezTo>
                  <a:pt x="534521" y="137127"/>
                  <a:pt x="524843" y="134489"/>
                  <a:pt x="518186" y="129212"/>
                </a:cubicBezTo>
                <a:cubicBezTo>
                  <a:pt x="511529" y="123936"/>
                  <a:pt x="507280" y="116113"/>
                  <a:pt x="505439" y="105744"/>
                </a:cubicBezTo>
                <a:close/>
                <a:moveTo>
                  <a:pt x="599887" y="105744"/>
                </a:moveTo>
                <a:lnTo>
                  <a:pt x="616269" y="103167"/>
                </a:lnTo>
                <a:cubicBezTo>
                  <a:pt x="617189" y="109732"/>
                  <a:pt x="619750" y="114763"/>
                  <a:pt x="623953" y="118261"/>
                </a:cubicBezTo>
                <a:cubicBezTo>
                  <a:pt x="628156" y="121758"/>
                  <a:pt x="634031" y="123506"/>
                  <a:pt x="641577" y="123506"/>
                </a:cubicBezTo>
                <a:cubicBezTo>
                  <a:pt x="649185" y="123506"/>
                  <a:pt x="654830" y="121957"/>
                  <a:pt x="658511" y="118859"/>
                </a:cubicBezTo>
                <a:cubicBezTo>
                  <a:pt x="662192" y="115760"/>
                  <a:pt x="664033" y="112125"/>
                  <a:pt x="664033" y="107953"/>
                </a:cubicBezTo>
                <a:cubicBezTo>
                  <a:pt x="664033" y="104210"/>
                  <a:pt x="662407" y="101265"/>
                  <a:pt x="659155" y="99118"/>
                </a:cubicBezTo>
                <a:cubicBezTo>
                  <a:pt x="656885" y="97646"/>
                  <a:pt x="651241" y="95774"/>
                  <a:pt x="642221" y="93504"/>
                </a:cubicBezTo>
                <a:cubicBezTo>
                  <a:pt x="630073" y="90436"/>
                  <a:pt x="621652" y="87783"/>
                  <a:pt x="616959" y="85543"/>
                </a:cubicBezTo>
                <a:cubicBezTo>
                  <a:pt x="612265" y="83304"/>
                  <a:pt x="608707" y="80206"/>
                  <a:pt x="606283" y="76248"/>
                </a:cubicBezTo>
                <a:cubicBezTo>
                  <a:pt x="603860" y="72291"/>
                  <a:pt x="602648" y="67919"/>
                  <a:pt x="602648" y="63134"/>
                </a:cubicBezTo>
                <a:cubicBezTo>
                  <a:pt x="602648" y="58778"/>
                  <a:pt x="603645" y="54743"/>
                  <a:pt x="605639" y="51032"/>
                </a:cubicBezTo>
                <a:cubicBezTo>
                  <a:pt x="607633" y="47320"/>
                  <a:pt x="610348" y="44237"/>
                  <a:pt x="613784" y="41782"/>
                </a:cubicBezTo>
                <a:cubicBezTo>
                  <a:pt x="616361" y="39880"/>
                  <a:pt x="619873" y="38270"/>
                  <a:pt x="624321" y="36951"/>
                </a:cubicBezTo>
                <a:cubicBezTo>
                  <a:pt x="628769" y="35632"/>
                  <a:pt x="633540" y="34972"/>
                  <a:pt x="638632" y="34972"/>
                </a:cubicBezTo>
                <a:cubicBezTo>
                  <a:pt x="646302" y="34972"/>
                  <a:pt x="653035" y="36076"/>
                  <a:pt x="658833" y="38285"/>
                </a:cubicBezTo>
                <a:cubicBezTo>
                  <a:pt x="664631" y="40494"/>
                  <a:pt x="668911" y="43485"/>
                  <a:pt x="671672" y="47258"/>
                </a:cubicBezTo>
                <a:cubicBezTo>
                  <a:pt x="674433" y="51032"/>
                  <a:pt x="676335" y="56078"/>
                  <a:pt x="677378" y="62397"/>
                </a:cubicBezTo>
                <a:lnTo>
                  <a:pt x="661180" y="64606"/>
                </a:lnTo>
                <a:cubicBezTo>
                  <a:pt x="660444" y="59575"/>
                  <a:pt x="658312" y="55648"/>
                  <a:pt x="654784" y="52826"/>
                </a:cubicBezTo>
                <a:cubicBezTo>
                  <a:pt x="651256" y="50004"/>
                  <a:pt x="646271" y="48593"/>
                  <a:pt x="639829" y="48593"/>
                </a:cubicBezTo>
                <a:cubicBezTo>
                  <a:pt x="632221" y="48593"/>
                  <a:pt x="626791" y="49850"/>
                  <a:pt x="623539" y="52366"/>
                </a:cubicBezTo>
                <a:cubicBezTo>
                  <a:pt x="620287" y="54882"/>
                  <a:pt x="618661" y="57827"/>
                  <a:pt x="618661" y="61201"/>
                </a:cubicBezTo>
                <a:cubicBezTo>
                  <a:pt x="618661" y="63348"/>
                  <a:pt x="619336" y="65281"/>
                  <a:pt x="620686" y="66999"/>
                </a:cubicBezTo>
                <a:cubicBezTo>
                  <a:pt x="622036" y="68778"/>
                  <a:pt x="624153" y="70251"/>
                  <a:pt x="627036" y="71417"/>
                </a:cubicBezTo>
                <a:cubicBezTo>
                  <a:pt x="628693" y="72030"/>
                  <a:pt x="633570" y="73441"/>
                  <a:pt x="641669" y="75650"/>
                </a:cubicBezTo>
                <a:cubicBezTo>
                  <a:pt x="653388" y="78779"/>
                  <a:pt x="661563" y="81341"/>
                  <a:pt x="666196" y="83335"/>
                </a:cubicBezTo>
                <a:cubicBezTo>
                  <a:pt x="670828" y="85329"/>
                  <a:pt x="674463" y="88228"/>
                  <a:pt x="677101" y="92032"/>
                </a:cubicBezTo>
                <a:cubicBezTo>
                  <a:pt x="679740" y="95836"/>
                  <a:pt x="681059" y="100560"/>
                  <a:pt x="681059" y="106204"/>
                </a:cubicBezTo>
                <a:cubicBezTo>
                  <a:pt x="681059" y="111726"/>
                  <a:pt x="679448" y="116926"/>
                  <a:pt x="676227" y="121804"/>
                </a:cubicBezTo>
                <a:cubicBezTo>
                  <a:pt x="673006" y="126682"/>
                  <a:pt x="668358" y="130455"/>
                  <a:pt x="662284" y="133124"/>
                </a:cubicBezTo>
                <a:cubicBezTo>
                  <a:pt x="656210" y="135793"/>
                  <a:pt x="649339" y="137127"/>
                  <a:pt x="641669" y="137127"/>
                </a:cubicBezTo>
                <a:cubicBezTo>
                  <a:pt x="628969" y="137127"/>
                  <a:pt x="619290" y="134489"/>
                  <a:pt x="612633" y="129212"/>
                </a:cubicBezTo>
                <a:cubicBezTo>
                  <a:pt x="605976" y="123936"/>
                  <a:pt x="601728" y="116113"/>
                  <a:pt x="599887" y="105744"/>
                </a:cubicBezTo>
                <a:close/>
                <a:moveTo>
                  <a:pt x="701053" y="19051"/>
                </a:moveTo>
                <a:lnTo>
                  <a:pt x="701053" y="0"/>
                </a:lnTo>
                <a:lnTo>
                  <a:pt x="717619" y="0"/>
                </a:lnTo>
                <a:lnTo>
                  <a:pt x="717619" y="19051"/>
                </a:lnTo>
                <a:lnTo>
                  <a:pt x="701053" y="19051"/>
                </a:lnTo>
                <a:moveTo>
                  <a:pt x="701053" y="134918"/>
                </a:moveTo>
                <a:lnTo>
                  <a:pt x="701053" y="37181"/>
                </a:lnTo>
                <a:lnTo>
                  <a:pt x="717619" y="37181"/>
                </a:lnTo>
                <a:lnTo>
                  <a:pt x="717619" y="134918"/>
                </a:lnTo>
                <a:lnTo>
                  <a:pt x="701053" y="134918"/>
                </a:lnTo>
                <a:close/>
                <a:moveTo>
                  <a:pt x="737033" y="86050"/>
                </a:moveTo>
                <a:cubicBezTo>
                  <a:pt x="737033" y="67950"/>
                  <a:pt x="742064" y="54544"/>
                  <a:pt x="752126" y="45832"/>
                </a:cubicBezTo>
                <a:cubicBezTo>
                  <a:pt x="760532" y="38592"/>
                  <a:pt x="770778" y="34972"/>
                  <a:pt x="782865" y="34972"/>
                </a:cubicBezTo>
                <a:cubicBezTo>
                  <a:pt x="796302" y="34972"/>
                  <a:pt x="807284" y="39374"/>
                  <a:pt x="815812" y="48179"/>
                </a:cubicBezTo>
                <a:cubicBezTo>
                  <a:pt x="824341" y="56983"/>
                  <a:pt x="828605" y="69146"/>
                  <a:pt x="828605" y="84669"/>
                </a:cubicBezTo>
                <a:cubicBezTo>
                  <a:pt x="828605" y="97247"/>
                  <a:pt x="826718" y="107140"/>
                  <a:pt x="822945" y="114349"/>
                </a:cubicBezTo>
                <a:cubicBezTo>
                  <a:pt x="819172" y="121558"/>
                  <a:pt x="813680" y="127157"/>
                  <a:pt x="806471" y="131145"/>
                </a:cubicBezTo>
                <a:cubicBezTo>
                  <a:pt x="799262" y="135133"/>
                  <a:pt x="791393" y="137127"/>
                  <a:pt x="782865" y="137127"/>
                </a:cubicBezTo>
                <a:cubicBezTo>
                  <a:pt x="769183" y="137127"/>
                  <a:pt x="758124" y="132740"/>
                  <a:pt x="749688" y="123967"/>
                </a:cubicBezTo>
                <a:cubicBezTo>
                  <a:pt x="741251" y="115193"/>
                  <a:pt x="737033" y="102554"/>
                  <a:pt x="737033" y="86050"/>
                </a:cubicBezTo>
                <a:moveTo>
                  <a:pt x="754059" y="86050"/>
                </a:moveTo>
                <a:cubicBezTo>
                  <a:pt x="754059" y="98566"/>
                  <a:pt x="756789" y="107938"/>
                  <a:pt x="762250" y="114165"/>
                </a:cubicBezTo>
                <a:cubicBezTo>
                  <a:pt x="767710" y="120393"/>
                  <a:pt x="774582" y="123506"/>
                  <a:pt x="782865" y="123506"/>
                </a:cubicBezTo>
                <a:cubicBezTo>
                  <a:pt x="791087" y="123506"/>
                  <a:pt x="797928" y="120377"/>
                  <a:pt x="803388" y="114119"/>
                </a:cubicBezTo>
                <a:cubicBezTo>
                  <a:pt x="808849" y="107861"/>
                  <a:pt x="811579" y="98320"/>
                  <a:pt x="811579" y="85497"/>
                </a:cubicBezTo>
                <a:cubicBezTo>
                  <a:pt x="811579" y="73411"/>
                  <a:pt x="808833" y="64253"/>
                  <a:pt x="803342" y="58026"/>
                </a:cubicBezTo>
                <a:cubicBezTo>
                  <a:pt x="797851" y="51798"/>
                  <a:pt x="791025" y="48685"/>
                  <a:pt x="782865" y="48685"/>
                </a:cubicBezTo>
                <a:cubicBezTo>
                  <a:pt x="774582" y="48685"/>
                  <a:pt x="767710" y="51783"/>
                  <a:pt x="762250" y="57980"/>
                </a:cubicBezTo>
                <a:cubicBezTo>
                  <a:pt x="756789" y="64177"/>
                  <a:pt x="754059" y="73533"/>
                  <a:pt x="754059" y="86050"/>
                </a:cubicBezTo>
                <a:close/>
                <a:moveTo>
                  <a:pt x="847825" y="134918"/>
                </a:moveTo>
                <a:lnTo>
                  <a:pt x="847825" y="37181"/>
                </a:lnTo>
                <a:lnTo>
                  <a:pt x="862734" y="37181"/>
                </a:lnTo>
                <a:lnTo>
                  <a:pt x="862734" y="51078"/>
                </a:lnTo>
                <a:cubicBezTo>
                  <a:pt x="869913" y="40341"/>
                  <a:pt x="880281" y="34972"/>
                  <a:pt x="893841" y="34972"/>
                </a:cubicBezTo>
                <a:cubicBezTo>
                  <a:pt x="899731" y="34972"/>
                  <a:pt x="905145" y="36030"/>
                  <a:pt x="910084" y="38147"/>
                </a:cubicBezTo>
                <a:cubicBezTo>
                  <a:pt x="915023" y="40264"/>
                  <a:pt x="918720" y="43040"/>
                  <a:pt x="921174" y="46476"/>
                </a:cubicBezTo>
                <a:cubicBezTo>
                  <a:pt x="923628" y="49912"/>
                  <a:pt x="925346" y="53992"/>
                  <a:pt x="926328" y="58716"/>
                </a:cubicBezTo>
                <a:cubicBezTo>
                  <a:pt x="926942" y="61784"/>
                  <a:pt x="927248" y="67152"/>
                  <a:pt x="927248" y="74822"/>
                </a:cubicBezTo>
                <a:lnTo>
                  <a:pt x="927248" y="134918"/>
                </a:lnTo>
                <a:lnTo>
                  <a:pt x="910683" y="134918"/>
                </a:lnTo>
                <a:lnTo>
                  <a:pt x="910683" y="75466"/>
                </a:lnTo>
                <a:cubicBezTo>
                  <a:pt x="910683" y="68717"/>
                  <a:pt x="910038" y="63671"/>
                  <a:pt x="908750" y="60327"/>
                </a:cubicBezTo>
                <a:cubicBezTo>
                  <a:pt x="907461" y="56983"/>
                  <a:pt x="905176" y="54314"/>
                  <a:pt x="901894" y="52320"/>
                </a:cubicBezTo>
                <a:cubicBezTo>
                  <a:pt x="898611" y="50326"/>
                  <a:pt x="894761" y="49329"/>
                  <a:pt x="890344" y="49329"/>
                </a:cubicBezTo>
                <a:cubicBezTo>
                  <a:pt x="883288" y="49329"/>
                  <a:pt x="877198" y="51568"/>
                  <a:pt x="872075" y="56047"/>
                </a:cubicBezTo>
                <a:cubicBezTo>
                  <a:pt x="866952" y="60526"/>
                  <a:pt x="864391" y="69024"/>
                  <a:pt x="864391" y="81540"/>
                </a:cubicBezTo>
                <a:lnTo>
                  <a:pt x="864391" y="134918"/>
                </a:lnTo>
                <a:lnTo>
                  <a:pt x="847825" y="134918"/>
                </a:lnTo>
                <a:close/>
                <a:moveTo>
                  <a:pt x="998052" y="105744"/>
                </a:moveTo>
                <a:lnTo>
                  <a:pt x="1014434" y="103167"/>
                </a:lnTo>
                <a:cubicBezTo>
                  <a:pt x="1015354" y="109732"/>
                  <a:pt x="1017916" y="114763"/>
                  <a:pt x="1022119" y="118261"/>
                </a:cubicBezTo>
                <a:cubicBezTo>
                  <a:pt x="1026321" y="121758"/>
                  <a:pt x="1032196" y="123506"/>
                  <a:pt x="1039743" y="123506"/>
                </a:cubicBezTo>
                <a:cubicBezTo>
                  <a:pt x="1047351" y="123506"/>
                  <a:pt x="1052995" y="121957"/>
                  <a:pt x="1056677" y="118859"/>
                </a:cubicBezTo>
                <a:cubicBezTo>
                  <a:pt x="1060358" y="115760"/>
                  <a:pt x="1062198" y="112125"/>
                  <a:pt x="1062198" y="107953"/>
                </a:cubicBezTo>
                <a:cubicBezTo>
                  <a:pt x="1062198" y="104210"/>
                  <a:pt x="1060573" y="101265"/>
                  <a:pt x="1057321" y="99118"/>
                </a:cubicBezTo>
                <a:cubicBezTo>
                  <a:pt x="1055051" y="97646"/>
                  <a:pt x="1049406" y="95774"/>
                  <a:pt x="1040387" y="93504"/>
                </a:cubicBezTo>
                <a:cubicBezTo>
                  <a:pt x="1028239" y="90436"/>
                  <a:pt x="1019818" y="87783"/>
                  <a:pt x="1015124" y="85543"/>
                </a:cubicBezTo>
                <a:cubicBezTo>
                  <a:pt x="1010431" y="83304"/>
                  <a:pt x="1006872" y="80206"/>
                  <a:pt x="1004449" y="76248"/>
                </a:cubicBezTo>
                <a:cubicBezTo>
                  <a:pt x="1002025" y="72291"/>
                  <a:pt x="1000813" y="67919"/>
                  <a:pt x="1000813" y="63134"/>
                </a:cubicBezTo>
                <a:cubicBezTo>
                  <a:pt x="1000813" y="58778"/>
                  <a:pt x="1001810" y="54743"/>
                  <a:pt x="1003804" y="51032"/>
                </a:cubicBezTo>
                <a:cubicBezTo>
                  <a:pt x="1005798" y="47320"/>
                  <a:pt x="1008513" y="44237"/>
                  <a:pt x="1011949" y="41782"/>
                </a:cubicBezTo>
                <a:cubicBezTo>
                  <a:pt x="1014526" y="39880"/>
                  <a:pt x="1018039" y="38270"/>
                  <a:pt x="1022487" y="36951"/>
                </a:cubicBezTo>
                <a:cubicBezTo>
                  <a:pt x="1026935" y="35632"/>
                  <a:pt x="1031705" y="34972"/>
                  <a:pt x="1036798" y="34972"/>
                </a:cubicBezTo>
                <a:cubicBezTo>
                  <a:pt x="1044467" y="34972"/>
                  <a:pt x="1051201" y="36076"/>
                  <a:pt x="1056999" y="38285"/>
                </a:cubicBezTo>
                <a:cubicBezTo>
                  <a:pt x="1062797" y="40494"/>
                  <a:pt x="1067076" y="43485"/>
                  <a:pt x="1069837" y="47258"/>
                </a:cubicBezTo>
                <a:cubicBezTo>
                  <a:pt x="1072598" y="51032"/>
                  <a:pt x="1074500" y="56078"/>
                  <a:pt x="1075543" y="62397"/>
                </a:cubicBezTo>
                <a:lnTo>
                  <a:pt x="1059345" y="64606"/>
                </a:lnTo>
                <a:cubicBezTo>
                  <a:pt x="1058609" y="59575"/>
                  <a:pt x="1056477" y="55648"/>
                  <a:pt x="1052949" y="52826"/>
                </a:cubicBezTo>
                <a:cubicBezTo>
                  <a:pt x="1049421" y="50004"/>
                  <a:pt x="1044436" y="48593"/>
                  <a:pt x="1037994" y="48593"/>
                </a:cubicBezTo>
                <a:cubicBezTo>
                  <a:pt x="1030386" y="48593"/>
                  <a:pt x="1024956" y="49850"/>
                  <a:pt x="1021705" y="52366"/>
                </a:cubicBezTo>
                <a:cubicBezTo>
                  <a:pt x="1018453" y="54882"/>
                  <a:pt x="1016827" y="57827"/>
                  <a:pt x="1016827" y="61201"/>
                </a:cubicBezTo>
                <a:cubicBezTo>
                  <a:pt x="1016827" y="63348"/>
                  <a:pt x="1017502" y="65281"/>
                  <a:pt x="1018852" y="66999"/>
                </a:cubicBezTo>
                <a:cubicBezTo>
                  <a:pt x="1020201" y="68778"/>
                  <a:pt x="1022318" y="70251"/>
                  <a:pt x="1025202" y="71417"/>
                </a:cubicBezTo>
                <a:cubicBezTo>
                  <a:pt x="1026858" y="72030"/>
                  <a:pt x="1031736" y="73441"/>
                  <a:pt x="1039835" y="75650"/>
                </a:cubicBezTo>
                <a:cubicBezTo>
                  <a:pt x="1051553" y="78779"/>
                  <a:pt x="1059729" y="81341"/>
                  <a:pt x="1064361" y="83335"/>
                </a:cubicBezTo>
                <a:cubicBezTo>
                  <a:pt x="1068993" y="85329"/>
                  <a:pt x="1072629" y="88228"/>
                  <a:pt x="1075267" y="92032"/>
                </a:cubicBezTo>
                <a:cubicBezTo>
                  <a:pt x="1077905" y="95836"/>
                  <a:pt x="1079224" y="100560"/>
                  <a:pt x="1079224" y="106204"/>
                </a:cubicBezTo>
                <a:cubicBezTo>
                  <a:pt x="1079224" y="111726"/>
                  <a:pt x="1077614" y="116926"/>
                  <a:pt x="1074393" y="121804"/>
                </a:cubicBezTo>
                <a:cubicBezTo>
                  <a:pt x="1071172" y="126682"/>
                  <a:pt x="1066524" y="130455"/>
                  <a:pt x="1060450" y="133124"/>
                </a:cubicBezTo>
                <a:cubicBezTo>
                  <a:pt x="1054376" y="135793"/>
                  <a:pt x="1047504" y="137127"/>
                  <a:pt x="1039835" y="137127"/>
                </a:cubicBezTo>
                <a:cubicBezTo>
                  <a:pt x="1027134" y="137127"/>
                  <a:pt x="1017456" y="134489"/>
                  <a:pt x="1010799" y="129212"/>
                </a:cubicBezTo>
                <a:cubicBezTo>
                  <a:pt x="1004142" y="123936"/>
                  <a:pt x="999893" y="116113"/>
                  <a:pt x="998052" y="105744"/>
                </a:cubicBezTo>
                <a:close/>
                <a:moveTo>
                  <a:pt x="1135295" y="120101"/>
                </a:moveTo>
                <a:lnTo>
                  <a:pt x="1137688" y="134734"/>
                </a:lnTo>
                <a:cubicBezTo>
                  <a:pt x="1133025" y="135716"/>
                  <a:pt x="1128853" y="136207"/>
                  <a:pt x="1125171" y="136207"/>
                </a:cubicBezTo>
                <a:cubicBezTo>
                  <a:pt x="1119159" y="136207"/>
                  <a:pt x="1114496" y="135256"/>
                  <a:pt x="1111183" y="133354"/>
                </a:cubicBezTo>
                <a:cubicBezTo>
                  <a:pt x="1107869" y="131452"/>
                  <a:pt x="1105538" y="128952"/>
                  <a:pt x="1104188" y="125853"/>
                </a:cubicBezTo>
                <a:cubicBezTo>
                  <a:pt x="1102838" y="122755"/>
                  <a:pt x="1102163" y="116236"/>
                  <a:pt x="1102163" y="106297"/>
                </a:cubicBezTo>
                <a:lnTo>
                  <a:pt x="1102163" y="50065"/>
                </a:lnTo>
                <a:lnTo>
                  <a:pt x="1090015" y="50065"/>
                </a:lnTo>
                <a:lnTo>
                  <a:pt x="1090015" y="37181"/>
                </a:lnTo>
                <a:lnTo>
                  <a:pt x="1102163" y="37181"/>
                </a:lnTo>
                <a:lnTo>
                  <a:pt x="1102163" y="12976"/>
                </a:lnTo>
                <a:lnTo>
                  <a:pt x="1118637" y="3037"/>
                </a:lnTo>
                <a:lnTo>
                  <a:pt x="1118637" y="37181"/>
                </a:lnTo>
                <a:lnTo>
                  <a:pt x="1135295" y="37181"/>
                </a:lnTo>
                <a:lnTo>
                  <a:pt x="1135295" y="50065"/>
                </a:lnTo>
                <a:lnTo>
                  <a:pt x="1118637" y="50065"/>
                </a:lnTo>
                <a:lnTo>
                  <a:pt x="1118637" y="107217"/>
                </a:lnTo>
                <a:cubicBezTo>
                  <a:pt x="1118637" y="111941"/>
                  <a:pt x="1118929" y="114978"/>
                  <a:pt x="1119511" y="116328"/>
                </a:cubicBezTo>
                <a:cubicBezTo>
                  <a:pt x="1120094" y="117678"/>
                  <a:pt x="1121045" y="118751"/>
                  <a:pt x="1122364" y="119549"/>
                </a:cubicBezTo>
                <a:cubicBezTo>
                  <a:pt x="1123683" y="120347"/>
                  <a:pt x="1125570" y="120745"/>
                  <a:pt x="1128024" y="120745"/>
                </a:cubicBezTo>
                <a:cubicBezTo>
                  <a:pt x="1129865" y="120745"/>
                  <a:pt x="1132288" y="120531"/>
                  <a:pt x="1135295" y="120101"/>
                </a:cubicBezTo>
                <a:close/>
                <a:moveTo>
                  <a:pt x="1215132" y="122862"/>
                </a:moveTo>
                <a:cubicBezTo>
                  <a:pt x="1208997" y="128077"/>
                  <a:pt x="1203092" y="131759"/>
                  <a:pt x="1197416" y="133906"/>
                </a:cubicBezTo>
                <a:cubicBezTo>
                  <a:pt x="1191741" y="136053"/>
                  <a:pt x="1185652" y="137127"/>
                  <a:pt x="1179148" y="137127"/>
                </a:cubicBezTo>
                <a:cubicBezTo>
                  <a:pt x="1168411" y="137127"/>
                  <a:pt x="1160159" y="134504"/>
                  <a:pt x="1154392" y="129258"/>
                </a:cubicBezTo>
                <a:cubicBezTo>
                  <a:pt x="1148624" y="124013"/>
                  <a:pt x="1145741" y="117310"/>
                  <a:pt x="1145741" y="109150"/>
                </a:cubicBezTo>
                <a:cubicBezTo>
                  <a:pt x="1145741" y="104364"/>
                  <a:pt x="1146830" y="99992"/>
                  <a:pt x="1149008" y="96035"/>
                </a:cubicBezTo>
                <a:cubicBezTo>
                  <a:pt x="1151186" y="92078"/>
                  <a:pt x="1154039" y="88903"/>
                  <a:pt x="1157567" y="86510"/>
                </a:cubicBezTo>
                <a:cubicBezTo>
                  <a:pt x="1161094" y="84117"/>
                  <a:pt x="1165067" y="82307"/>
                  <a:pt x="1169485" y="81080"/>
                </a:cubicBezTo>
                <a:cubicBezTo>
                  <a:pt x="1172736" y="80221"/>
                  <a:pt x="1177645" y="79393"/>
                  <a:pt x="1184210" y="78595"/>
                </a:cubicBezTo>
                <a:cubicBezTo>
                  <a:pt x="1197585" y="77000"/>
                  <a:pt x="1207432" y="75098"/>
                  <a:pt x="1213752" y="72889"/>
                </a:cubicBezTo>
                <a:cubicBezTo>
                  <a:pt x="1213813" y="70619"/>
                  <a:pt x="1213844" y="69177"/>
                  <a:pt x="1213844" y="68564"/>
                </a:cubicBezTo>
                <a:cubicBezTo>
                  <a:pt x="1213844" y="61815"/>
                  <a:pt x="1212279" y="57060"/>
                  <a:pt x="1209150" y="54299"/>
                </a:cubicBezTo>
                <a:cubicBezTo>
                  <a:pt x="1204917" y="50556"/>
                  <a:pt x="1198628" y="48685"/>
                  <a:pt x="1190284" y="48685"/>
                </a:cubicBezTo>
                <a:cubicBezTo>
                  <a:pt x="1182492" y="48685"/>
                  <a:pt x="1176740" y="50050"/>
                  <a:pt x="1173028" y="52780"/>
                </a:cubicBezTo>
                <a:cubicBezTo>
                  <a:pt x="1169316" y="55510"/>
                  <a:pt x="1166570" y="60342"/>
                  <a:pt x="1164791" y="67275"/>
                </a:cubicBezTo>
                <a:lnTo>
                  <a:pt x="1148594" y="65066"/>
                </a:lnTo>
                <a:cubicBezTo>
                  <a:pt x="1150066" y="58133"/>
                  <a:pt x="1152490" y="52535"/>
                  <a:pt x="1155864" y="48271"/>
                </a:cubicBezTo>
                <a:cubicBezTo>
                  <a:pt x="1159239" y="44006"/>
                  <a:pt x="1164116" y="40724"/>
                  <a:pt x="1170497" y="38423"/>
                </a:cubicBezTo>
                <a:cubicBezTo>
                  <a:pt x="1176878" y="36122"/>
                  <a:pt x="1184271" y="34972"/>
                  <a:pt x="1192677" y="34972"/>
                </a:cubicBezTo>
                <a:cubicBezTo>
                  <a:pt x="1201021" y="34972"/>
                  <a:pt x="1207801" y="35954"/>
                  <a:pt x="1213016" y="37917"/>
                </a:cubicBezTo>
                <a:cubicBezTo>
                  <a:pt x="1218231" y="39880"/>
                  <a:pt x="1222065" y="42350"/>
                  <a:pt x="1224520" y="45326"/>
                </a:cubicBezTo>
                <a:cubicBezTo>
                  <a:pt x="1226974" y="48301"/>
                  <a:pt x="1228692" y="52059"/>
                  <a:pt x="1229673" y="56599"/>
                </a:cubicBezTo>
                <a:cubicBezTo>
                  <a:pt x="1230226" y="59422"/>
                  <a:pt x="1230502" y="64514"/>
                  <a:pt x="1230502" y="71877"/>
                </a:cubicBezTo>
                <a:lnTo>
                  <a:pt x="1230502" y="93964"/>
                </a:lnTo>
                <a:cubicBezTo>
                  <a:pt x="1230502" y="109364"/>
                  <a:pt x="1230854" y="119104"/>
                  <a:pt x="1231560" y="123184"/>
                </a:cubicBezTo>
                <a:cubicBezTo>
                  <a:pt x="1232266" y="127264"/>
                  <a:pt x="1233661" y="131176"/>
                  <a:pt x="1235747" y="134918"/>
                </a:cubicBezTo>
                <a:lnTo>
                  <a:pt x="1218446" y="134918"/>
                </a:lnTo>
                <a:cubicBezTo>
                  <a:pt x="1216728" y="131483"/>
                  <a:pt x="1215623" y="127464"/>
                  <a:pt x="1215132" y="122862"/>
                </a:cubicBezTo>
                <a:moveTo>
                  <a:pt x="1213752" y="85866"/>
                </a:moveTo>
                <a:cubicBezTo>
                  <a:pt x="1207739" y="88320"/>
                  <a:pt x="1198720" y="90406"/>
                  <a:pt x="1186695" y="92124"/>
                </a:cubicBezTo>
                <a:cubicBezTo>
                  <a:pt x="1179884" y="93105"/>
                  <a:pt x="1175068" y="94210"/>
                  <a:pt x="1172246" y="95437"/>
                </a:cubicBezTo>
                <a:cubicBezTo>
                  <a:pt x="1169423" y="96664"/>
                  <a:pt x="1167245" y="98459"/>
                  <a:pt x="1165711" y="100821"/>
                </a:cubicBezTo>
                <a:cubicBezTo>
                  <a:pt x="1164178" y="103183"/>
                  <a:pt x="1163411" y="105806"/>
                  <a:pt x="1163411" y="108689"/>
                </a:cubicBezTo>
                <a:cubicBezTo>
                  <a:pt x="1163411" y="113107"/>
                  <a:pt x="1165083" y="116788"/>
                  <a:pt x="1168426" y="119733"/>
                </a:cubicBezTo>
                <a:cubicBezTo>
                  <a:pt x="1171770" y="122678"/>
                  <a:pt x="1176663" y="124151"/>
                  <a:pt x="1183105" y="124151"/>
                </a:cubicBezTo>
                <a:cubicBezTo>
                  <a:pt x="1189486" y="124151"/>
                  <a:pt x="1195162" y="122755"/>
                  <a:pt x="1200131" y="119963"/>
                </a:cubicBezTo>
                <a:cubicBezTo>
                  <a:pt x="1205101" y="117172"/>
                  <a:pt x="1208752" y="113352"/>
                  <a:pt x="1211083" y="108505"/>
                </a:cubicBezTo>
                <a:cubicBezTo>
                  <a:pt x="1212862" y="104763"/>
                  <a:pt x="1213752" y="99241"/>
                  <a:pt x="1213752" y="91940"/>
                </a:cubicBezTo>
                <a:lnTo>
                  <a:pt x="1213752" y="85866"/>
                </a:lnTo>
                <a:close/>
                <a:moveTo>
                  <a:pt x="1292149" y="120101"/>
                </a:moveTo>
                <a:lnTo>
                  <a:pt x="1294541" y="134734"/>
                </a:lnTo>
                <a:cubicBezTo>
                  <a:pt x="1289878" y="135716"/>
                  <a:pt x="1285706" y="136207"/>
                  <a:pt x="1282025" y="136207"/>
                </a:cubicBezTo>
                <a:cubicBezTo>
                  <a:pt x="1276012" y="136207"/>
                  <a:pt x="1271349" y="135256"/>
                  <a:pt x="1268036" y="133354"/>
                </a:cubicBezTo>
                <a:cubicBezTo>
                  <a:pt x="1264723" y="131452"/>
                  <a:pt x="1262392" y="128952"/>
                  <a:pt x="1261042" y="125853"/>
                </a:cubicBezTo>
                <a:cubicBezTo>
                  <a:pt x="1259692" y="122755"/>
                  <a:pt x="1259017" y="116236"/>
                  <a:pt x="1259017" y="106297"/>
                </a:cubicBezTo>
                <a:lnTo>
                  <a:pt x="1259017" y="50065"/>
                </a:lnTo>
                <a:lnTo>
                  <a:pt x="1246869" y="50065"/>
                </a:lnTo>
                <a:lnTo>
                  <a:pt x="1246869" y="37181"/>
                </a:lnTo>
                <a:lnTo>
                  <a:pt x="1259017" y="37181"/>
                </a:lnTo>
                <a:lnTo>
                  <a:pt x="1259017" y="12976"/>
                </a:lnTo>
                <a:lnTo>
                  <a:pt x="1275491" y="3037"/>
                </a:lnTo>
                <a:lnTo>
                  <a:pt x="1275491" y="37181"/>
                </a:lnTo>
                <a:lnTo>
                  <a:pt x="1292149" y="37181"/>
                </a:lnTo>
                <a:lnTo>
                  <a:pt x="1292149" y="50065"/>
                </a:lnTo>
                <a:lnTo>
                  <a:pt x="1275491" y="50065"/>
                </a:lnTo>
                <a:lnTo>
                  <a:pt x="1275491" y="107217"/>
                </a:lnTo>
                <a:cubicBezTo>
                  <a:pt x="1275491" y="111941"/>
                  <a:pt x="1275782" y="114978"/>
                  <a:pt x="1276365" y="116328"/>
                </a:cubicBezTo>
                <a:cubicBezTo>
                  <a:pt x="1276948" y="117678"/>
                  <a:pt x="1277899" y="118751"/>
                  <a:pt x="1279218" y="119549"/>
                </a:cubicBezTo>
                <a:cubicBezTo>
                  <a:pt x="1280537" y="120347"/>
                  <a:pt x="1282424" y="120745"/>
                  <a:pt x="1284878" y="120745"/>
                </a:cubicBezTo>
                <a:cubicBezTo>
                  <a:pt x="1286719" y="120745"/>
                  <a:pt x="1289142" y="120531"/>
                  <a:pt x="1292149" y="120101"/>
                </a:cubicBezTo>
                <a:close/>
                <a:moveTo>
                  <a:pt x="1375115" y="103444"/>
                </a:moveTo>
                <a:lnTo>
                  <a:pt x="1392233" y="105560"/>
                </a:lnTo>
                <a:cubicBezTo>
                  <a:pt x="1389533" y="115561"/>
                  <a:pt x="1384533" y="123322"/>
                  <a:pt x="1377232" y="128844"/>
                </a:cubicBezTo>
                <a:cubicBezTo>
                  <a:pt x="1369931" y="134366"/>
                  <a:pt x="1360605" y="137127"/>
                  <a:pt x="1349254" y="137127"/>
                </a:cubicBezTo>
                <a:cubicBezTo>
                  <a:pt x="1334959" y="137127"/>
                  <a:pt x="1323623" y="132725"/>
                  <a:pt x="1315249" y="123921"/>
                </a:cubicBezTo>
                <a:cubicBezTo>
                  <a:pt x="1306874" y="115116"/>
                  <a:pt x="1302686" y="102769"/>
                  <a:pt x="1302686" y="86878"/>
                </a:cubicBezTo>
                <a:cubicBezTo>
                  <a:pt x="1302686" y="70435"/>
                  <a:pt x="1306920" y="57673"/>
                  <a:pt x="1315387" y="48593"/>
                </a:cubicBezTo>
                <a:cubicBezTo>
                  <a:pt x="1323853" y="39512"/>
                  <a:pt x="1334836" y="34972"/>
                  <a:pt x="1348334" y="34972"/>
                </a:cubicBezTo>
                <a:cubicBezTo>
                  <a:pt x="1361402" y="34972"/>
                  <a:pt x="1372078" y="39420"/>
                  <a:pt x="1380361" y="48317"/>
                </a:cubicBezTo>
                <a:cubicBezTo>
                  <a:pt x="1388644" y="57213"/>
                  <a:pt x="1392785" y="69729"/>
                  <a:pt x="1392785" y="85866"/>
                </a:cubicBezTo>
                <a:cubicBezTo>
                  <a:pt x="1392785" y="86847"/>
                  <a:pt x="1392754" y="88320"/>
                  <a:pt x="1392693" y="90283"/>
                </a:cubicBezTo>
                <a:lnTo>
                  <a:pt x="1319804" y="90283"/>
                </a:lnTo>
                <a:cubicBezTo>
                  <a:pt x="1320418" y="101020"/>
                  <a:pt x="1323455" y="109242"/>
                  <a:pt x="1328915" y="114948"/>
                </a:cubicBezTo>
                <a:cubicBezTo>
                  <a:pt x="1334376" y="120653"/>
                  <a:pt x="1341186" y="123506"/>
                  <a:pt x="1349346" y="123506"/>
                </a:cubicBezTo>
                <a:cubicBezTo>
                  <a:pt x="1355420" y="123506"/>
                  <a:pt x="1360605" y="121911"/>
                  <a:pt x="1364900" y="118721"/>
                </a:cubicBezTo>
                <a:cubicBezTo>
                  <a:pt x="1369194" y="115530"/>
                  <a:pt x="1372600" y="110438"/>
                  <a:pt x="1375115" y="103444"/>
                </a:cubicBezTo>
                <a:moveTo>
                  <a:pt x="1320724" y="76662"/>
                </a:moveTo>
                <a:lnTo>
                  <a:pt x="1375299" y="76662"/>
                </a:lnTo>
                <a:cubicBezTo>
                  <a:pt x="1374563" y="68441"/>
                  <a:pt x="1372477" y="62275"/>
                  <a:pt x="1369041" y="58164"/>
                </a:cubicBezTo>
                <a:cubicBezTo>
                  <a:pt x="1363765" y="51783"/>
                  <a:pt x="1356924" y="48593"/>
                  <a:pt x="1348518" y="48593"/>
                </a:cubicBezTo>
                <a:cubicBezTo>
                  <a:pt x="1340910" y="48593"/>
                  <a:pt x="1334514" y="51139"/>
                  <a:pt x="1329329" y="56231"/>
                </a:cubicBezTo>
                <a:cubicBezTo>
                  <a:pt x="1324145" y="61324"/>
                  <a:pt x="1321277" y="68134"/>
                  <a:pt x="1320724" y="766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1F684F-4D6C-46C0-B8BD-1EA01242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896" y="3639751"/>
            <a:ext cx="2026170" cy="256216"/>
          </a:xfrm>
          <a:custGeom xmlns:a="http://schemas.openxmlformats.org/drawingml/2006/main">
            <a:pathLst>
              <a:path w="2026170" h="256216">
                <a:moveTo>
                  <a:pt x="0" y="42704"/>
                </a:moveTo>
                <a:cubicBezTo>
                  <a:pt x="0" y="19119"/>
                  <a:pt x="19120" y="0"/>
                  <a:pt x="42704" y="0"/>
                </a:cubicBezTo>
                <a:lnTo>
                  <a:pt x="1983465" y="0"/>
                </a:lnTo>
                <a:cubicBezTo>
                  <a:pt x="2007050" y="0"/>
                  <a:pt x="2026170" y="19119"/>
                  <a:pt x="2026170" y="42704"/>
                </a:cubicBezTo>
                <a:lnTo>
                  <a:pt x="2026170" y="213512"/>
                </a:lnTo>
                <a:cubicBezTo>
                  <a:pt x="2026170" y="237097"/>
                  <a:pt x="2007050" y="256216"/>
                  <a:pt x="1983465" y="256216"/>
                </a:cubicBezTo>
                <a:lnTo>
                  <a:pt x="42704" y="256216"/>
                </a:lnTo>
                <a:cubicBezTo>
                  <a:pt x="19120" y="256216"/>
                  <a:pt x="0" y="237097"/>
                  <a:pt x="0" y="213512"/>
                </a:cubicBezTo>
                <a:lnTo>
                  <a:pt x="0" y="42704"/>
                </a:lnTo>
                <a:close/>
              </a:path>
            </a:pathLst>
          </a:custGeom>
          <a:solidFill xmlns:a="http://schemas.openxmlformats.org/drawingml/2006/main">
            <a:srgbClr val="5B9BD5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f25fc858f4b63"/>
          <a:stretch xmlns:a="http://schemas.openxmlformats.org/drawingml/2006/main"/>
        </p:blipFill>
        <p:spPr>
          <a:xfrm xmlns:a="http://schemas.openxmlformats.org/drawingml/2006/main">
            <a:off x="1732542" y="3522196"/>
            <a:ext cx="2370735" cy="465312"/>
          </a:xfrm>
          <a:prstGeom xmlns:a="http://schemas.openxmlformats.org/drawingml/2006/main" prst="rect">
            <a:avLst/>
          </a:prstGeom>
        </p:spPr>
      </p:pic>
      <p:sp>
        <p:nvSpPr>
          <p:cNvPr id="121" name="Text SNOoperationalstate">
            <a:extLst xmlns:a="http://schemas.openxmlformats.org/drawingml/2006/main">
              <a:ext uri="{FF2B5EF4-FFF2-40B4-BE49-F238E27FC236}">
                <a16:creationId xmlns:a16="http://schemas.microsoft.com/office/drawing/2014/main" id="{692B571B-316B-4DAC-ABC9-B67836F5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994" y="3685275"/>
            <a:ext cx="1838578" cy="174768"/>
          </a:xfrm>
          <a:custGeom xmlns:a="http://schemas.openxmlformats.org/drawingml/2006/main">
            <a:pathLst>
              <a:path w="1838578" h="174768">
                <a:moveTo>
                  <a:pt x="0" y="93964"/>
                </a:moveTo>
                <a:lnTo>
                  <a:pt x="16842" y="92492"/>
                </a:lnTo>
                <a:cubicBezTo>
                  <a:pt x="17639" y="99241"/>
                  <a:pt x="19495" y="104778"/>
                  <a:pt x="22410" y="109103"/>
                </a:cubicBezTo>
                <a:cubicBezTo>
                  <a:pt x="25324" y="113429"/>
                  <a:pt x="29849" y="116926"/>
                  <a:pt x="35984" y="119595"/>
                </a:cubicBezTo>
                <a:cubicBezTo>
                  <a:pt x="42120" y="122264"/>
                  <a:pt x="49022" y="123598"/>
                  <a:pt x="56691" y="123598"/>
                </a:cubicBezTo>
                <a:cubicBezTo>
                  <a:pt x="63502" y="123598"/>
                  <a:pt x="69515" y="122586"/>
                  <a:pt x="74730" y="120561"/>
                </a:cubicBezTo>
                <a:cubicBezTo>
                  <a:pt x="79945" y="118537"/>
                  <a:pt x="83825" y="115760"/>
                  <a:pt x="86372" y="112233"/>
                </a:cubicBezTo>
                <a:cubicBezTo>
                  <a:pt x="88918" y="108705"/>
                  <a:pt x="90191" y="104855"/>
                  <a:pt x="90191" y="100683"/>
                </a:cubicBezTo>
                <a:cubicBezTo>
                  <a:pt x="90191" y="96449"/>
                  <a:pt x="88964" y="92753"/>
                  <a:pt x="86510" y="89593"/>
                </a:cubicBezTo>
                <a:cubicBezTo>
                  <a:pt x="84056" y="86433"/>
                  <a:pt x="80006" y="83779"/>
                  <a:pt x="74362" y="81632"/>
                </a:cubicBezTo>
                <a:cubicBezTo>
                  <a:pt x="70742" y="80221"/>
                  <a:pt x="62735" y="78027"/>
                  <a:pt x="50341" y="75052"/>
                </a:cubicBezTo>
                <a:cubicBezTo>
                  <a:pt x="37948" y="72076"/>
                  <a:pt x="29266" y="69269"/>
                  <a:pt x="24296" y="66631"/>
                </a:cubicBezTo>
                <a:cubicBezTo>
                  <a:pt x="17854" y="63256"/>
                  <a:pt x="13053" y="59069"/>
                  <a:pt x="9893" y="54069"/>
                </a:cubicBezTo>
                <a:cubicBezTo>
                  <a:pt x="6734" y="49068"/>
                  <a:pt x="5154" y="43470"/>
                  <a:pt x="5154" y="37273"/>
                </a:cubicBezTo>
                <a:cubicBezTo>
                  <a:pt x="5154" y="30462"/>
                  <a:pt x="7086" y="24097"/>
                  <a:pt x="10952" y="18176"/>
                </a:cubicBezTo>
                <a:cubicBezTo>
                  <a:pt x="14817" y="12256"/>
                  <a:pt x="20462" y="7761"/>
                  <a:pt x="27886" y="4694"/>
                </a:cubicBezTo>
                <a:cubicBezTo>
                  <a:pt x="35309" y="1626"/>
                  <a:pt x="43562" y="92"/>
                  <a:pt x="52642" y="92"/>
                </a:cubicBezTo>
                <a:cubicBezTo>
                  <a:pt x="62643" y="92"/>
                  <a:pt x="71463" y="1703"/>
                  <a:pt x="79101" y="4924"/>
                </a:cubicBezTo>
                <a:cubicBezTo>
                  <a:pt x="86740" y="8145"/>
                  <a:pt x="92615" y="12884"/>
                  <a:pt x="96725" y="19143"/>
                </a:cubicBezTo>
                <a:cubicBezTo>
                  <a:pt x="100836" y="25401"/>
                  <a:pt x="103045" y="32487"/>
                  <a:pt x="103352" y="40402"/>
                </a:cubicBezTo>
                <a:lnTo>
                  <a:pt x="86234" y="41690"/>
                </a:lnTo>
                <a:cubicBezTo>
                  <a:pt x="85313" y="33162"/>
                  <a:pt x="82200" y="26720"/>
                  <a:pt x="76892" y="22364"/>
                </a:cubicBezTo>
                <a:cubicBezTo>
                  <a:pt x="71585" y="18008"/>
                  <a:pt x="63747" y="15829"/>
                  <a:pt x="53378" y="15829"/>
                </a:cubicBezTo>
                <a:cubicBezTo>
                  <a:pt x="42580" y="15829"/>
                  <a:pt x="34711" y="17808"/>
                  <a:pt x="29772" y="21765"/>
                </a:cubicBezTo>
                <a:cubicBezTo>
                  <a:pt x="24833" y="25723"/>
                  <a:pt x="22364" y="30493"/>
                  <a:pt x="22364" y="36076"/>
                </a:cubicBezTo>
                <a:cubicBezTo>
                  <a:pt x="22364" y="40923"/>
                  <a:pt x="24112" y="44911"/>
                  <a:pt x="27609" y="48041"/>
                </a:cubicBezTo>
                <a:cubicBezTo>
                  <a:pt x="31045" y="51170"/>
                  <a:pt x="40018" y="54375"/>
                  <a:pt x="54529" y="57658"/>
                </a:cubicBezTo>
                <a:cubicBezTo>
                  <a:pt x="69039" y="60940"/>
                  <a:pt x="78994" y="63809"/>
                  <a:pt x="84393" y="66263"/>
                </a:cubicBezTo>
                <a:cubicBezTo>
                  <a:pt x="92246" y="69883"/>
                  <a:pt x="98044" y="74469"/>
                  <a:pt x="101787" y="80021"/>
                </a:cubicBezTo>
                <a:cubicBezTo>
                  <a:pt x="105530" y="85574"/>
                  <a:pt x="107401" y="91970"/>
                  <a:pt x="107401" y="99210"/>
                </a:cubicBezTo>
                <a:cubicBezTo>
                  <a:pt x="107401" y="106389"/>
                  <a:pt x="105346" y="113153"/>
                  <a:pt x="101235" y="119503"/>
                </a:cubicBezTo>
                <a:cubicBezTo>
                  <a:pt x="97124" y="125853"/>
                  <a:pt x="91219" y="130792"/>
                  <a:pt x="83519" y="134320"/>
                </a:cubicBezTo>
                <a:cubicBezTo>
                  <a:pt x="75819" y="137848"/>
                  <a:pt x="67152" y="139612"/>
                  <a:pt x="57520" y="139612"/>
                </a:cubicBezTo>
                <a:cubicBezTo>
                  <a:pt x="45310" y="139612"/>
                  <a:pt x="35079" y="137833"/>
                  <a:pt x="26827" y="134274"/>
                </a:cubicBezTo>
                <a:cubicBezTo>
                  <a:pt x="18575" y="130716"/>
                  <a:pt x="12102" y="125362"/>
                  <a:pt x="7409" y="118215"/>
                </a:cubicBezTo>
                <a:cubicBezTo>
                  <a:pt x="2715" y="111067"/>
                  <a:pt x="245" y="102983"/>
                  <a:pt x="0" y="93964"/>
                </a:cubicBezTo>
                <a:close/>
                <a:moveTo>
                  <a:pt x="132436" y="137311"/>
                </a:moveTo>
                <a:lnTo>
                  <a:pt x="132436" y="2393"/>
                </a:lnTo>
                <a:lnTo>
                  <a:pt x="150750" y="2393"/>
                </a:lnTo>
                <a:lnTo>
                  <a:pt x="221615" y="108321"/>
                </a:lnTo>
                <a:lnTo>
                  <a:pt x="221615" y="2393"/>
                </a:lnTo>
                <a:lnTo>
                  <a:pt x="238732" y="2393"/>
                </a:lnTo>
                <a:lnTo>
                  <a:pt x="238732" y="137311"/>
                </a:lnTo>
                <a:lnTo>
                  <a:pt x="220418" y="137311"/>
                </a:lnTo>
                <a:lnTo>
                  <a:pt x="149554" y="31291"/>
                </a:lnTo>
                <a:lnTo>
                  <a:pt x="149554" y="137311"/>
                </a:lnTo>
                <a:lnTo>
                  <a:pt x="132436" y="137311"/>
                </a:lnTo>
                <a:close/>
                <a:moveTo>
                  <a:pt x="263914" y="71601"/>
                </a:moveTo>
                <a:cubicBezTo>
                  <a:pt x="263914" y="49206"/>
                  <a:pt x="269927" y="31674"/>
                  <a:pt x="281952" y="19005"/>
                </a:cubicBezTo>
                <a:cubicBezTo>
                  <a:pt x="293978" y="6335"/>
                  <a:pt x="309500" y="0"/>
                  <a:pt x="328520" y="0"/>
                </a:cubicBezTo>
                <a:cubicBezTo>
                  <a:pt x="340975" y="0"/>
                  <a:pt x="352203" y="2976"/>
                  <a:pt x="362204" y="8927"/>
                </a:cubicBezTo>
                <a:cubicBezTo>
                  <a:pt x="372205" y="14878"/>
                  <a:pt x="379828" y="23177"/>
                  <a:pt x="385074" y="33822"/>
                </a:cubicBezTo>
                <a:cubicBezTo>
                  <a:pt x="390319" y="44467"/>
                  <a:pt x="392942" y="56538"/>
                  <a:pt x="392942" y="70036"/>
                </a:cubicBezTo>
                <a:cubicBezTo>
                  <a:pt x="392942" y="83718"/>
                  <a:pt x="390181" y="95958"/>
                  <a:pt x="384660" y="106757"/>
                </a:cubicBezTo>
                <a:cubicBezTo>
                  <a:pt x="379138" y="117555"/>
                  <a:pt x="371315" y="125731"/>
                  <a:pt x="361191" y="131283"/>
                </a:cubicBezTo>
                <a:cubicBezTo>
                  <a:pt x="351068" y="136836"/>
                  <a:pt x="340147" y="139612"/>
                  <a:pt x="328428" y="139612"/>
                </a:cubicBezTo>
                <a:cubicBezTo>
                  <a:pt x="315728" y="139612"/>
                  <a:pt x="304377" y="136544"/>
                  <a:pt x="294377" y="130409"/>
                </a:cubicBezTo>
                <a:cubicBezTo>
                  <a:pt x="284376" y="124273"/>
                  <a:pt x="276798" y="115898"/>
                  <a:pt x="271645" y="105284"/>
                </a:cubicBezTo>
                <a:cubicBezTo>
                  <a:pt x="266491" y="94670"/>
                  <a:pt x="263914" y="83442"/>
                  <a:pt x="263914" y="71601"/>
                </a:cubicBezTo>
                <a:moveTo>
                  <a:pt x="282320" y="71877"/>
                </a:moveTo>
                <a:cubicBezTo>
                  <a:pt x="282320" y="88136"/>
                  <a:pt x="286692" y="100943"/>
                  <a:pt x="295435" y="110300"/>
                </a:cubicBezTo>
                <a:cubicBezTo>
                  <a:pt x="304178" y="119656"/>
                  <a:pt x="315145" y="124335"/>
                  <a:pt x="328336" y="124335"/>
                </a:cubicBezTo>
                <a:cubicBezTo>
                  <a:pt x="341773" y="124335"/>
                  <a:pt x="352832" y="119610"/>
                  <a:pt x="361514" y="110162"/>
                </a:cubicBezTo>
                <a:cubicBezTo>
                  <a:pt x="370195" y="100713"/>
                  <a:pt x="374536" y="87307"/>
                  <a:pt x="374536" y="69944"/>
                </a:cubicBezTo>
                <a:cubicBezTo>
                  <a:pt x="374536" y="58962"/>
                  <a:pt x="372680" y="49375"/>
                  <a:pt x="368968" y="41184"/>
                </a:cubicBezTo>
                <a:cubicBezTo>
                  <a:pt x="365256" y="32993"/>
                  <a:pt x="359826" y="26643"/>
                  <a:pt x="352679" y="22134"/>
                </a:cubicBezTo>
                <a:cubicBezTo>
                  <a:pt x="345531" y="17624"/>
                  <a:pt x="337509" y="15369"/>
                  <a:pt x="328612" y="15369"/>
                </a:cubicBezTo>
                <a:cubicBezTo>
                  <a:pt x="315973" y="15369"/>
                  <a:pt x="305098" y="19710"/>
                  <a:pt x="295987" y="28392"/>
                </a:cubicBezTo>
                <a:cubicBezTo>
                  <a:pt x="286876" y="37073"/>
                  <a:pt x="282320" y="51568"/>
                  <a:pt x="282320" y="71877"/>
                </a:cubicBezTo>
                <a:close/>
                <a:moveTo>
                  <a:pt x="460059" y="88442"/>
                </a:moveTo>
                <a:cubicBezTo>
                  <a:pt x="460059" y="70343"/>
                  <a:pt x="465090" y="56937"/>
                  <a:pt x="475152" y="48225"/>
                </a:cubicBezTo>
                <a:cubicBezTo>
                  <a:pt x="483558" y="40985"/>
                  <a:pt x="493804" y="37365"/>
                  <a:pt x="505891" y="37365"/>
                </a:cubicBezTo>
                <a:cubicBezTo>
                  <a:pt x="519327" y="37365"/>
                  <a:pt x="530310" y="41767"/>
                  <a:pt x="538838" y="50571"/>
                </a:cubicBezTo>
                <a:cubicBezTo>
                  <a:pt x="547366" y="59376"/>
                  <a:pt x="551631" y="71539"/>
                  <a:pt x="551631" y="87062"/>
                </a:cubicBezTo>
                <a:cubicBezTo>
                  <a:pt x="551631" y="99640"/>
                  <a:pt x="549744" y="109533"/>
                  <a:pt x="545971" y="116742"/>
                </a:cubicBezTo>
                <a:cubicBezTo>
                  <a:pt x="542197" y="123951"/>
                  <a:pt x="536706" y="129550"/>
                  <a:pt x="529497" y="133538"/>
                </a:cubicBezTo>
                <a:cubicBezTo>
                  <a:pt x="522288" y="137526"/>
                  <a:pt x="514419" y="139520"/>
                  <a:pt x="505891" y="139520"/>
                </a:cubicBezTo>
                <a:cubicBezTo>
                  <a:pt x="492209" y="139520"/>
                  <a:pt x="481150" y="135133"/>
                  <a:pt x="472713" y="126359"/>
                </a:cubicBezTo>
                <a:cubicBezTo>
                  <a:pt x="464277" y="117586"/>
                  <a:pt x="460059" y="104947"/>
                  <a:pt x="460059" y="88442"/>
                </a:cubicBezTo>
                <a:moveTo>
                  <a:pt x="477085" y="88442"/>
                </a:moveTo>
                <a:cubicBezTo>
                  <a:pt x="477085" y="100959"/>
                  <a:pt x="479815" y="110331"/>
                  <a:pt x="485276" y="116558"/>
                </a:cubicBezTo>
                <a:cubicBezTo>
                  <a:pt x="490736" y="122786"/>
                  <a:pt x="497608" y="125899"/>
                  <a:pt x="505891" y="125899"/>
                </a:cubicBezTo>
                <a:cubicBezTo>
                  <a:pt x="514112" y="125899"/>
                  <a:pt x="520953" y="122770"/>
                  <a:pt x="526414" y="116512"/>
                </a:cubicBezTo>
                <a:cubicBezTo>
                  <a:pt x="531874" y="110254"/>
                  <a:pt x="534605" y="100713"/>
                  <a:pt x="534605" y="87890"/>
                </a:cubicBezTo>
                <a:cubicBezTo>
                  <a:pt x="534605" y="75803"/>
                  <a:pt x="531859" y="66646"/>
                  <a:pt x="526368" y="60419"/>
                </a:cubicBezTo>
                <a:cubicBezTo>
                  <a:pt x="520877" y="54191"/>
                  <a:pt x="514051" y="51078"/>
                  <a:pt x="505891" y="51078"/>
                </a:cubicBezTo>
                <a:cubicBezTo>
                  <a:pt x="497608" y="51078"/>
                  <a:pt x="490736" y="54176"/>
                  <a:pt x="485276" y="60373"/>
                </a:cubicBezTo>
                <a:cubicBezTo>
                  <a:pt x="479815" y="66570"/>
                  <a:pt x="477085" y="75926"/>
                  <a:pt x="477085" y="88442"/>
                </a:cubicBezTo>
                <a:close/>
                <a:moveTo>
                  <a:pt x="570907" y="174768"/>
                </a:moveTo>
                <a:lnTo>
                  <a:pt x="570907" y="39574"/>
                </a:lnTo>
                <a:lnTo>
                  <a:pt x="586001" y="39574"/>
                </a:lnTo>
                <a:lnTo>
                  <a:pt x="586001" y="52274"/>
                </a:lnTo>
                <a:cubicBezTo>
                  <a:pt x="589559" y="47304"/>
                  <a:pt x="593578" y="43577"/>
                  <a:pt x="598057" y="41092"/>
                </a:cubicBezTo>
                <a:cubicBezTo>
                  <a:pt x="602536" y="38607"/>
                  <a:pt x="607965" y="37365"/>
                  <a:pt x="614346" y="37365"/>
                </a:cubicBezTo>
                <a:cubicBezTo>
                  <a:pt x="622691" y="37365"/>
                  <a:pt x="630053" y="39512"/>
                  <a:pt x="636434" y="43807"/>
                </a:cubicBezTo>
                <a:cubicBezTo>
                  <a:pt x="642815" y="48102"/>
                  <a:pt x="647631" y="54161"/>
                  <a:pt x="650883" y="61983"/>
                </a:cubicBezTo>
                <a:cubicBezTo>
                  <a:pt x="654135" y="69806"/>
                  <a:pt x="655761" y="78380"/>
                  <a:pt x="655761" y="87706"/>
                </a:cubicBezTo>
                <a:cubicBezTo>
                  <a:pt x="655761" y="97707"/>
                  <a:pt x="653966" y="106711"/>
                  <a:pt x="650377" y="114717"/>
                </a:cubicBezTo>
                <a:cubicBezTo>
                  <a:pt x="646788" y="122724"/>
                  <a:pt x="641572" y="128860"/>
                  <a:pt x="634731" y="133124"/>
                </a:cubicBezTo>
                <a:cubicBezTo>
                  <a:pt x="627890" y="137388"/>
                  <a:pt x="620697" y="139520"/>
                  <a:pt x="613150" y="139520"/>
                </a:cubicBezTo>
                <a:cubicBezTo>
                  <a:pt x="607628" y="139520"/>
                  <a:pt x="602674" y="138354"/>
                  <a:pt x="598287" y="136023"/>
                </a:cubicBezTo>
                <a:cubicBezTo>
                  <a:pt x="593900" y="133691"/>
                  <a:pt x="590295" y="130746"/>
                  <a:pt x="587473" y="127188"/>
                </a:cubicBezTo>
                <a:lnTo>
                  <a:pt x="587473" y="174768"/>
                </a:lnTo>
                <a:lnTo>
                  <a:pt x="570907" y="174768"/>
                </a:lnTo>
                <a:moveTo>
                  <a:pt x="585909" y="88995"/>
                </a:moveTo>
                <a:cubicBezTo>
                  <a:pt x="585909" y="101572"/>
                  <a:pt x="588455" y="110867"/>
                  <a:pt x="593547" y="116880"/>
                </a:cubicBezTo>
                <a:cubicBezTo>
                  <a:pt x="598640" y="122893"/>
                  <a:pt x="604806" y="125899"/>
                  <a:pt x="612046" y="125899"/>
                </a:cubicBezTo>
                <a:cubicBezTo>
                  <a:pt x="619408" y="125899"/>
                  <a:pt x="625712" y="122786"/>
                  <a:pt x="630958" y="116558"/>
                </a:cubicBezTo>
                <a:cubicBezTo>
                  <a:pt x="636204" y="110331"/>
                  <a:pt x="638827" y="100683"/>
                  <a:pt x="638827" y="87614"/>
                </a:cubicBezTo>
                <a:cubicBezTo>
                  <a:pt x="638827" y="75159"/>
                  <a:pt x="636265" y="65833"/>
                  <a:pt x="631142" y="59636"/>
                </a:cubicBezTo>
                <a:cubicBezTo>
                  <a:pt x="626019" y="53440"/>
                  <a:pt x="619899" y="50341"/>
                  <a:pt x="612782" y="50341"/>
                </a:cubicBezTo>
                <a:cubicBezTo>
                  <a:pt x="605726" y="50341"/>
                  <a:pt x="599483" y="53639"/>
                  <a:pt x="594053" y="60235"/>
                </a:cubicBezTo>
                <a:cubicBezTo>
                  <a:pt x="588624" y="66830"/>
                  <a:pt x="585909" y="76417"/>
                  <a:pt x="585909" y="88995"/>
                </a:cubicBezTo>
                <a:close/>
                <a:moveTo>
                  <a:pt x="742497" y="105836"/>
                </a:moveTo>
                <a:lnTo>
                  <a:pt x="759615" y="107953"/>
                </a:lnTo>
                <a:cubicBezTo>
                  <a:pt x="756915" y="117954"/>
                  <a:pt x="751915" y="125715"/>
                  <a:pt x="744613" y="131237"/>
                </a:cubicBezTo>
                <a:cubicBezTo>
                  <a:pt x="737312" y="136759"/>
                  <a:pt x="727986" y="139520"/>
                  <a:pt x="716636" y="139520"/>
                </a:cubicBezTo>
                <a:cubicBezTo>
                  <a:pt x="702340" y="139520"/>
                  <a:pt x="691005" y="135118"/>
                  <a:pt x="682630" y="126313"/>
                </a:cubicBezTo>
                <a:cubicBezTo>
                  <a:pt x="674255" y="117509"/>
                  <a:pt x="670068" y="105161"/>
                  <a:pt x="670068" y="89271"/>
                </a:cubicBezTo>
                <a:cubicBezTo>
                  <a:pt x="670068" y="72828"/>
                  <a:pt x="674301" y="60066"/>
                  <a:pt x="682768" y="50986"/>
                </a:cubicBezTo>
                <a:cubicBezTo>
                  <a:pt x="691235" y="41905"/>
                  <a:pt x="702217" y="37365"/>
                  <a:pt x="715715" y="37365"/>
                </a:cubicBezTo>
                <a:cubicBezTo>
                  <a:pt x="728784" y="37365"/>
                  <a:pt x="739460" y="41813"/>
                  <a:pt x="747742" y="50709"/>
                </a:cubicBezTo>
                <a:cubicBezTo>
                  <a:pt x="756025" y="59606"/>
                  <a:pt x="760167" y="72122"/>
                  <a:pt x="760167" y="88258"/>
                </a:cubicBezTo>
                <a:cubicBezTo>
                  <a:pt x="760167" y="89240"/>
                  <a:pt x="760136" y="90713"/>
                  <a:pt x="760075" y="92676"/>
                </a:cubicBezTo>
                <a:lnTo>
                  <a:pt x="687186" y="92676"/>
                </a:lnTo>
                <a:cubicBezTo>
                  <a:pt x="687799" y="103413"/>
                  <a:pt x="690836" y="111634"/>
                  <a:pt x="696297" y="117340"/>
                </a:cubicBezTo>
                <a:cubicBezTo>
                  <a:pt x="701757" y="123046"/>
                  <a:pt x="708568" y="125899"/>
                  <a:pt x="716728" y="125899"/>
                </a:cubicBezTo>
                <a:cubicBezTo>
                  <a:pt x="722802" y="125899"/>
                  <a:pt x="727986" y="124304"/>
                  <a:pt x="732281" y="121114"/>
                </a:cubicBezTo>
                <a:cubicBezTo>
                  <a:pt x="736576" y="117923"/>
                  <a:pt x="739981" y="112831"/>
                  <a:pt x="742497" y="105836"/>
                </a:cubicBezTo>
                <a:moveTo>
                  <a:pt x="688106" y="79055"/>
                </a:moveTo>
                <a:lnTo>
                  <a:pt x="742681" y="79055"/>
                </a:lnTo>
                <a:cubicBezTo>
                  <a:pt x="741944" y="70834"/>
                  <a:pt x="739858" y="64668"/>
                  <a:pt x="736423" y="60557"/>
                </a:cubicBezTo>
                <a:cubicBezTo>
                  <a:pt x="731146" y="54176"/>
                  <a:pt x="724305" y="50986"/>
                  <a:pt x="715900" y="50986"/>
                </a:cubicBezTo>
                <a:cubicBezTo>
                  <a:pt x="708292" y="50986"/>
                  <a:pt x="701895" y="53532"/>
                  <a:pt x="696711" y="58624"/>
                </a:cubicBezTo>
                <a:cubicBezTo>
                  <a:pt x="691526" y="63717"/>
                  <a:pt x="688658" y="70527"/>
                  <a:pt x="688106" y="79055"/>
                </a:cubicBezTo>
                <a:close/>
                <a:moveTo>
                  <a:pt x="780088" y="137311"/>
                </a:moveTo>
                <a:lnTo>
                  <a:pt x="780088" y="39574"/>
                </a:lnTo>
                <a:lnTo>
                  <a:pt x="794997" y="39574"/>
                </a:lnTo>
                <a:lnTo>
                  <a:pt x="794997" y="54391"/>
                </a:lnTo>
                <a:cubicBezTo>
                  <a:pt x="798801" y="47458"/>
                  <a:pt x="802313" y="42887"/>
                  <a:pt x="805535" y="40678"/>
                </a:cubicBezTo>
                <a:cubicBezTo>
                  <a:pt x="808756" y="38469"/>
                  <a:pt x="812299" y="37365"/>
                  <a:pt x="816164" y="37365"/>
                </a:cubicBezTo>
                <a:cubicBezTo>
                  <a:pt x="821747" y="37365"/>
                  <a:pt x="827423" y="39144"/>
                  <a:pt x="833190" y="42703"/>
                </a:cubicBezTo>
                <a:lnTo>
                  <a:pt x="827484" y="58072"/>
                </a:lnTo>
                <a:cubicBezTo>
                  <a:pt x="823435" y="55679"/>
                  <a:pt x="819385" y="54483"/>
                  <a:pt x="815336" y="54483"/>
                </a:cubicBezTo>
                <a:cubicBezTo>
                  <a:pt x="811716" y="54483"/>
                  <a:pt x="808464" y="55572"/>
                  <a:pt x="805581" y="57750"/>
                </a:cubicBezTo>
                <a:cubicBezTo>
                  <a:pt x="802697" y="59928"/>
                  <a:pt x="800642" y="62950"/>
                  <a:pt x="799414" y="66815"/>
                </a:cubicBezTo>
                <a:cubicBezTo>
                  <a:pt x="797574" y="72705"/>
                  <a:pt x="796654" y="79147"/>
                  <a:pt x="796654" y="86142"/>
                </a:cubicBezTo>
                <a:lnTo>
                  <a:pt x="796654" y="137311"/>
                </a:lnTo>
                <a:lnTo>
                  <a:pt x="780088" y="137311"/>
                </a:lnTo>
                <a:close/>
                <a:moveTo>
                  <a:pt x="906512" y="125255"/>
                </a:moveTo>
                <a:cubicBezTo>
                  <a:pt x="900377" y="130470"/>
                  <a:pt x="894472" y="134151"/>
                  <a:pt x="888796" y="136299"/>
                </a:cubicBezTo>
                <a:cubicBezTo>
                  <a:pt x="883121" y="138446"/>
                  <a:pt x="877032" y="139520"/>
                  <a:pt x="870528" y="139520"/>
                </a:cubicBezTo>
                <a:cubicBezTo>
                  <a:pt x="859791" y="139520"/>
                  <a:pt x="851539" y="136897"/>
                  <a:pt x="845772" y="131651"/>
                </a:cubicBezTo>
                <a:cubicBezTo>
                  <a:pt x="840004" y="126405"/>
                  <a:pt x="837121" y="119702"/>
                  <a:pt x="837121" y="111542"/>
                </a:cubicBezTo>
                <a:cubicBezTo>
                  <a:pt x="837121" y="106757"/>
                  <a:pt x="838210" y="102385"/>
                  <a:pt x="840388" y="98428"/>
                </a:cubicBezTo>
                <a:cubicBezTo>
                  <a:pt x="842566" y="94470"/>
                  <a:pt x="845419" y="91295"/>
                  <a:pt x="848947" y="88903"/>
                </a:cubicBezTo>
                <a:cubicBezTo>
                  <a:pt x="852475" y="86510"/>
                  <a:pt x="856447" y="84700"/>
                  <a:pt x="860865" y="83473"/>
                </a:cubicBezTo>
                <a:cubicBezTo>
                  <a:pt x="864117" y="82614"/>
                  <a:pt x="869025" y="81785"/>
                  <a:pt x="875590" y="80988"/>
                </a:cubicBezTo>
                <a:cubicBezTo>
                  <a:pt x="888965" y="79393"/>
                  <a:pt x="898812" y="77491"/>
                  <a:pt x="905132" y="75282"/>
                </a:cubicBezTo>
                <a:cubicBezTo>
                  <a:pt x="905193" y="73012"/>
                  <a:pt x="905224" y="71570"/>
                  <a:pt x="905224" y="70956"/>
                </a:cubicBezTo>
                <a:cubicBezTo>
                  <a:pt x="905224" y="64207"/>
                  <a:pt x="903659" y="59452"/>
                  <a:pt x="900530" y="56691"/>
                </a:cubicBezTo>
                <a:cubicBezTo>
                  <a:pt x="896297" y="52949"/>
                  <a:pt x="890008" y="51078"/>
                  <a:pt x="881664" y="51078"/>
                </a:cubicBezTo>
                <a:cubicBezTo>
                  <a:pt x="873872" y="51078"/>
                  <a:pt x="868120" y="52443"/>
                  <a:pt x="864408" y="55173"/>
                </a:cubicBezTo>
                <a:cubicBezTo>
                  <a:pt x="860696" y="57903"/>
                  <a:pt x="857950" y="62735"/>
                  <a:pt x="856171" y="69668"/>
                </a:cubicBezTo>
                <a:lnTo>
                  <a:pt x="839974" y="67459"/>
                </a:lnTo>
                <a:cubicBezTo>
                  <a:pt x="841446" y="60526"/>
                  <a:pt x="843870" y="54928"/>
                  <a:pt x="847244" y="50663"/>
                </a:cubicBezTo>
                <a:cubicBezTo>
                  <a:pt x="850619" y="46399"/>
                  <a:pt x="855496" y="43117"/>
                  <a:pt x="861877" y="40816"/>
                </a:cubicBezTo>
                <a:cubicBezTo>
                  <a:pt x="868258" y="38515"/>
                  <a:pt x="875651" y="37365"/>
                  <a:pt x="884057" y="37365"/>
                </a:cubicBezTo>
                <a:cubicBezTo>
                  <a:pt x="892401" y="37365"/>
                  <a:pt x="899181" y="38347"/>
                  <a:pt x="904396" y="40310"/>
                </a:cubicBezTo>
                <a:cubicBezTo>
                  <a:pt x="909611" y="42273"/>
                  <a:pt x="913445" y="44743"/>
                  <a:pt x="915900" y="47718"/>
                </a:cubicBezTo>
                <a:cubicBezTo>
                  <a:pt x="918354" y="50694"/>
                  <a:pt x="920072" y="54452"/>
                  <a:pt x="921053" y="58992"/>
                </a:cubicBezTo>
                <a:cubicBezTo>
                  <a:pt x="921606" y="61815"/>
                  <a:pt x="921882" y="66907"/>
                  <a:pt x="921882" y="74270"/>
                </a:cubicBezTo>
                <a:lnTo>
                  <a:pt x="921882" y="96357"/>
                </a:lnTo>
                <a:cubicBezTo>
                  <a:pt x="921882" y="111757"/>
                  <a:pt x="922234" y="121497"/>
                  <a:pt x="922940" y="125577"/>
                </a:cubicBezTo>
                <a:cubicBezTo>
                  <a:pt x="923646" y="129657"/>
                  <a:pt x="925041" y="133569"/>
                  <a:pt x="927128" y="137311"/>
                </a:cubicBezTo>
                <a:lnTo>
                  <a:pt x="909826" y="137311"/>
                </a:lnTo>
                <a:cubicBezTo>
                  <a:pt x="908108" y="133875"/>
                  <a:pt x="907003" y="129857"/>
                  <a:pt x="906512" y="125255"/>
                </a:cubicBezTo>
                <a:moveTo>
                  <a:pt x="905132" y="88258"/>
                </a:moveTo>
                <a:cubicBezTo>
                  <a:pt x="899119" y="90713"/>
                  <a:pt x="890100" y="92799"/>
                  <a:pt x="878075" y="94516"/>
                </a:cubicBezTo>
                <a:cubicBezTo>
                  <a:pt x="871264" y="95498"/>
                  <a:pt x="866448" y="96603"/>
                  <a:pt x="863626" y="97830"/>
                </a:cubicBezTo>
                <a:cubicBezTo>
                  <a:pt x="860803" y="99057"/>
                  <a:pt x="858625" y="100851"/>
                  <a:pt x="857091" y="103213"/>
                </a:cubicBezTo>
                <a:cubicBezTo>
                  <a:pt x="855558" y="105576"/>
                  <a:pt x="854791" y="108199"/>
                  <a:pt x="854791" y="111082"/>
                </a:cubicBezTo>
                <a:cubicBezTo>
                  <a:pt x="854791" y="115500"/>
                  <a:pt x="856463" y="119181"/>
                  <a:pt x="859806" y="122126"/>
                </a:cubicBezTo>
                <a:cubicBezTo>
                  <a:pt x="863150" y="125071"/>
                  <a:pt x="868043" y="126543"/>
                  <a:pt x="874485" y="126543"/>
                </a:cubicBezTo>
                <a:cubicBezTo>
                  <a:pt x="880866" y="126543"/>
                  <a:pt x="886542" y="125148"/>
                  <a:pt x="891511" y="122356"/>
                </a:cubicBezTo>
                <a:cubicBezTo>
                  <a:pt x="896481" y="119564"/>
                  <a:pt x="900132" y="115745"/>
                  <a:pt x="902463" y="110898"/>
                </a:cubicBezTo>
                <a:cubicBezTo>
                  <a:pt x="904242" y="107155"/>
                  <a:pt x="905132" y="101634"/>
                  <a:pt x="905132" y="94332"/>
                </a:cubicBezTo>
                <a:lnTo>
                  <a:pt x="905132" y="88258"/>
                </a:lnTo>
                <a:close/>
                <a:moveTo>
                  <a:pt x="983585" y="122494"/>
                </a:moveTo>
                <a:lnTo>
                  <a:pt x="985978" y="137127"/>
                </a:lnTo>
                <a:cubicBezTo>
                  <a:pt x="981315" y="138109"/>
                  <a:pt x="977143" y="138600"/>
                  <a:pt x="973462" y="138600"/>
                </a:cubicBezTo>
                <a:cubicBezTo>
                  <a:pt x="967449" y="138600"/>
                  <a:pt x="962786" y="137649"/>
                  <a:pt x="959473" y="135747"/>
                </a:cubicBezTo>
                <a:cubicBezTo>
                  <a:pt x="956160" y="133845"/>
                  <a:pt x="953828" y="131344"/>
                  <a:pt x="952479" y="128246"/>
                </a:cubicBezTo>
                <a:cubicBezTo>
                  <a:pt x="951129" y="125148"/>
                  <a:pt x="950454" y="118629"/>
                  <a:pt x="950454" y="108689"/>
                </a:cubicBezTo>
                <a:lnTo>
                  <a:pt x="950454" y="52458"/>
                </a:lnTo>
                <a:lnTo>
                  <a:pt x="938306" y="52458"/>
                </a:lnTo>
                <a:lnTo>
                  <a:pt x="938306" y="39574"/>
                </a:lnTo>
                <a:lnTo>
                  <a:pt x="950454" y="39574"/>
                </a:lnTo>
                <a:lnTo>
                  <a:pt x="950454" y="15369"/>
                </a:lnTo>
                <a:lnTo>
                  <a:pt x="966927" y="5430"/>
                </a:lnTo>
                <a:lnTo>
                  <a:pt x="966927" y="39574"/>
                </a:lnTo>
                <a:lnTo>
                  <a:pt x="983585" y="39574"/>
                </a:lnTo>
                <a:lnTo>
                  <a:pt x="983585" y="52458"/>
                </a:lnTo>
                <a:lnTo>
                  <a:pt x="966927" y="52458"/>
                </a:lnTo>
                <a:lnTo>
                  <a:pt x="966927" y="109610"/>
                </a:lnTo>
                <a:cubicBezTo>
                  <a:pt x="966927" y="114334"/>
                  <a:pt x="967219" y="117371"/>
                  <a:pt x="967802" y="118721"/>
                </a:cubicBezTo>
                <a:cubicBezTo>
                  <a:pt x="968385" y="120071"/>
                  <a:pt x="969336" y="121144"/>
                  <a:pt x="970655" y="121942"/>
                </a:cubicBezTo>
                <a:cubicBezTo>
                  <a:pt x="971974" y="122740"/>
                  <a:pt x="973861" y="123138"/>
                  <a:pt x="976315" y="123138"/>
                </a:cubicBezTo>
                <a:cubicBezTo>
                  <a:pt x="978155" y="123138"/>
                  <a:pt x="980579" y="122924"/>
                  <a:pt x="983585" y="122494"/>
                </a:cubicBezTo>
                <a:close/>
                <a:moveTo>
                  <a:pt x="999793" y="21443"/>
                </a:moveTo>
                <a:lnTo>
                  <a:pt x="999793" y="2393"/>
                </a:lnTo>
                <a:lnTo>
                  <a:pt x="1016359" y="2393"/>
                </a:lnTo>
                <a:lnTo>
                  <a:pt x="1016359" y="21443"/>
                </a:lnTo>
                <a:lnTo>
                  <a:pt x="999793" y="21443"/>
                </a:lnTo>
                <a:moveTo>
                  <a:pt x="999793" y="137311"/>
                </a:moveTo>
                <a:lnTo>
                  <a:pt x="999793" y="39574"/>
                </a:lnTo>
                <a:lnTo>
                  <a:pt x="1016359" y="39574"/>
                </a:lnTo>
                <a:lnTo>
                  <a:pt x="1016359" y="137311"/>
                </a:lnTo>
                <a:lnTo>
                  <a:pt x="999793" y="137311"/>
                </a:lnTo>
                <a:close/>
                <a:moveTo>
                  <a:pt x="1035642" y="88442"/>
                </a:moveTo>
                <a:cubicBezTo>
                  <a:pt x="1035642" y="70343"/>
                  <a:pt x="1040673" y="56937"/>
                  <a:pt x="1050735" y="48225"/>
                </a:cubicBezTo>
                <a:cubicBezTo>
                  <a:pt x="1059140" y="40985"/>
                  <a:pt x="1069386" y="37365"/>
                  <a:pt x="1081473" y="37365"/>
                </a:cubicBezTo>
                <a:cubicBezTo>
                  <a:pt x="1094910" y="37365"/>
                  <a:pt x="1105892" y="41767"/>
                  <a:pt x="1114421" y="50571"/>
                </a:cubicBezTo>
                <a:cubicBezTo>
                  <a:pt x="1122949" y="59376"/>
                  <a:pt x="1127213" y="71539"/>
                  <a:pt x="1127213" y="87062"/>
                </a:cubicBezTo>
                <a:cubicBezTo>
                  <a:pt x="1127213" y="99640"/>
                  <a:pt x="1125326" y="109533"/>
                  <a:pt x="1121553" y="116742"/>
                </a:cubicBezTo>
                <a:cubicBezTo>
                  <a:pt x="1117780" y="123951"/>
                  <a:pt x="1112289" y="129550"/>
                  <a:pt x="1105079" y="133538"/>
                </a:cubicBezTo>
                <a:cubicBezTo>
                  <a:pt x="1097870" y="137526"/>
                  <a:pt x="1090002" y="139520"/>
                  <a:pt x="1081473" y="139520"/>
                </a:cubicBezTo>
                <a:cubicBezTo>
                  <a:pt x="1067791" y="139520"/>
                  <a:pt x="1056732" y="135133"/>
                  <a:pt x="1048296" y="126359"/>
                </a:cubicBezTo>
                <a:cubicBezTo>
                  <a:pt x="1039860" y="117586"/>
                  <a:pt x="1035642" y="104947"/>
                  <a:pt x="1035642" y="88442"/>
                </a:cubicBezTo>
                <a:moveTo>
                  <a:pt x="1052667" y="88442"/>
                </a:moveTo>
                <a:cubicBezTo>
                  <a:pt x="1052667" y="100959"/>
                  <a:pt x="1055398" y="110331"/>
                  <a:pt x="1060858" y="116558"/>
                </a:cubicBezTo>
                <a:cubicBezTo>
                  <a:pt x="1066319" y="122786"/>
                  <a:pt x="1073190" y="125899"/>
                  <a:pt x="1081473" y="125899"/>
                </a:cubicBezTo>
                <a:cubicBezTo>
                  <a:pt x="1089695" y="125899"/>
                  <a:pt x="1096536" y="122770"/>
                  <a:pt x="1101996" y="116512"/>
                </a:cubicBezTo>
                <a:cubicBezTo>
                  <a:pt x="1107457" y="110254"/>
                  <a:pt x="1110187" y="100713"/>
                  <a:pt x="1110187" y="87890"/>
                </a:cubicBezTo>
                <a:cubicBezTo>
                  <a:pt x="1110187" y="75803"/>
                  <a:pt x="1107442" y="66646"/>
                  <a:pt x="1101950" y="60419"/>
                </a:cubicBezTo>
                <a:cubicBezTo>
                  <a:pt x="1096459" y="54191"/>
                  <a:pt x="1089633" y="51078"/>
                  <a:pt x="1081473" y="51078"/>
                </a:cubicBezTo>
                <a:cubicBezTo>
                  <a:pt x="1073190" y="51078"/>
                  <a:pt x="1066319" y="54176"/>
                  <a:pt x="1060858" y="60373"/>
                </a:cubicBezTo>
                <a:cubicBezTo>
                  <a:pt x="1055398" y="66570"/>
                  <a:pt x="1052667" y="75926"/>
                  <a:pt x="1052667" y="88442"/>
                </a:cubicBezTo>
                <a:close/>
                <a:moveTo>
                  <a:pt x="1146490" y="137311"/>
                </a:moveTo>
                <a:lnTo>
                  <a:pt x="1146490" y="39574"/>
                </a:lnTo>
                <a:lnTo>
                  <a:pt x="1161399" y="39574"/>
                </a:lnTo>
                <a:lnTo>
                  <a:pt x="1161399" y="53470"/>
                </a:lnTo>
                <a:cubicBezTo>
                  <a:pt x="1168578" y="42733"/>
                  <a:pt x="1178946" y="37365"/>
                  <a:pt x="1192506" y="37365"/>
                </a:cubicBezTo>
                <a:cubicBezTo>
                  <a:pt x="1198396" y="37365"/>
                  <a:pt x="1203810" y="38423"/>
                  <a:pt x="1208749" y="40540"/>
                </a:cubicBezTo>
                <a:cubicBezTo>
                  <a:pt x="1213688" y="42657"/>
                  <a:pt x="1217385" y="45433"/>
                  <a:pt x="1219839" y="48869"/>
                </a:cubicBezTo>
                <a:cubicBezTo>
                  <a:pt x="1222293" y="52305"/>
                  <a:pt x="1224011" y="56385"/>
                  <a:pt x="1224993" y="61109"/>
                </a:cubicBezTo>
                <a:cubicBezTo>
                  <a:pt x="1225606" y="64177"/>
                  <a:pt x="1225913" y="69545"/>
                  <a:pt x="1225913" y="77215"/>
                </a:cubicBezTo>
                <a:lnTo>
                  <a:pt x="1225913" y="137311"/>
                </a:lnTo>
                <a:lnTo>
                  <a:pt x="1209348" y="137311"/>
                </a:lnTo>
                <a:lnTo>
                  <a:pt x="1209348" y="77859"/>
                </a:lnTo>
                <a:cubicBezTo>
                  <a:pt x="1209348" y="71110"/>
                  <a:pt x="1208703" y="66063"/>
                  <a:pt x="1207415" y="62720"/>
                </a:cubicBezTo>
                <a:cubicBezTo>
                  <a:pt x="1206126" y="59376"/>
                  <a:pt x="1203841" y="56707"/>
                  <a:pt x="1200559" y="54713"/>
                </a:cubicBezTo>
                <a:cubicBezTo>
                  <a:pt x="1197276" y="52719"/>
                  <a:pt x="1193426" y="51722"/>
                  <a:pt x="1189009" y="51722"/>
                </a:cubicBezTo>
                <a:cubicBezTo>
                  <a:pt x="1181953" y="51722"/>
                  <a:pt x="1175863" y="53961"/>
                  <a:pt x="1170740" y="58440"/>
                </a:cubicBezTo>
                <a:cubicBezTo>
                  <a:pt x="1165617" y="62919"/>
                  <a:pt x="1163056" y="71417"/>
                  <a:pt x="1163056" y="83933"/>
                </a:cubicBezTo>
                <a:lnTo>
                  <a:pt x="1163056" y="137311"/>
                </a:lnTo>
                <a:lnTo>
                  <a:pt x="1146490" y="137311"/>
                </a:lnTo>
                <a:close/>
                <a:moveTo>
                  <a:pt x="1314950" y="125255"/>
                </a:moveTo>
                <a:cubicBezTo>
                  <a:pt x="1308815" y="130470"/>
                  <a:pt x="1302909" y="134151"/>
                  <a:pt x="1297234" y="136299"/>
                </a:cubicBezTo>
                <a:cubicBezTo>
                  <a:pt x="1291559" y="138446"/>
                  <a:pt x="1285469" y="139520"/>
                  <a:pt x="1278966" y="139520"/>
                </a:cubicBezTo>
                <a:cubicBezTo>
                  <a:pt x="1268229" y="139520"/>
                  <a:pt x="1259977" y="136897"/>
                  <a:pt x="1254209" y="131651"/>
                </a:cubicBezTo>
                <a:cubicBezTo>
                  <a:pt x="1248442" y="126405"/>
                  <a:pt x="1245558" y="119702"/>
                  <a:pt x="1245558" y="111542"/>
                </a:cubicBezTo>
                <a:cubicBezTo>
                  <a:pt x="1245558" y="106757"/>
                  <a:pt x="1246647" y="102385"/>
                  <a:pt x="1248825" y="98428"/>
                </a:cubicBezTo>
                <a:cubicBezTo>
                  <a:pt x="1251003" y="94470"/>
                  <a:pt x="1253856" y="91295"/>
                  <a:pt x="1257384" y="88903"/>
                </a:cubicBezTo>
                <a:cubicBezTo>
                  <a:pt x="1260912" y="86510"/>
                  <a:pt x="1264885" y="84700"/>
                  <a:pt x="1269302" y="83473"/>
                </a:cubicBezTo>
                <a:cubicBezTo>
                  <a:pt x="1272554" y="82614"/>
                  <a:pt x="1277463" y="81785"/>
                  <a:pt x="1284027" y="80988"/>
                </a:cubicBezTo>
                <a:cubicBezTo>
                  <a:pt x="1297403" y="79393"/>
                  <a:pt x="1307250" y="77491"/>
                  <a:pt x="1313570" y="75282"/>
                </a:cubicBezTo>
                <a:cubicBezTo>
                  <a:pt x="1313631" y="73012"/>
                  <a:pt x="1313662" y="71570"/>
                  <a:pt x="1313662" y="70956"/>
                </a:cubicBezTo>
                <a:cubicBezTo>
                  <a:pt x="1313662" y="64207"/>
                  <a:pt x="1312097" y="59452"/>
                  <a:pt x="1308968" y="56691"/>
                </a:cubicBezTo>
                <a:cubicBezTo>
                  <a:pt x="1304735" y="52949"/>
                  <a:pt x="1298446" y="51078"/>
                  <a:pt x="1290102" y="51078"/>
                </a:cubicBezTo>
                <a:cubicBezTo>
                  <a:pt x="1282310" y="51078"/>
                  <a:pt x="1276558" y="52443"/>
                  <a:pt x="1272846" y="55173"/>
                </a:cubicBezTo>
                <a:cubicBezTo>
                  <a:pt x="1269134" y="57903"/>
                  <a:pt x="1266388" y="62735"/>
                  <a:pt x="1264609" y="69668"/>
                </a:cubicBezTo>
                <a:lnTo>
                  <a:pt x="1248411" y="67459"/>
                </a:lnTo>
                <a:cubicBezTo>
                  <a:pt x="1249884" y="60526"/>
                  <a:pt x="1252307" y="54928"/>
                  <a:pt x="1255682" y="50663"/>
                </a:cubicBezTo>
                <a:cubicBezTo>
                  <a:pt x="1259056" y="46399"/>
                  <a:pt x="1263934" y="43117"/>
                  <a:pt x="1270315" y="40816"/>
                </a:cubicBezTo>
                <a:cubicBezTo>
                  <a:pt x="1276696" y="38515"/>
                  <a:pt x="1284089" y="37365"/>
                  <a:pt x="1292494" y="37365"/>
                </a:cubicBezTo>
                <a:cubicBezTo>
                  <a:pt x="1300839" y="37365"/>
                  <a:pt x="1307618" y="38347"/>
                  <a:pt x="1312833" y="40310"/>
                </a:cubicBezTo>
                <a:cubicBezTo>
                  <a:pt x="1318048" y="42273"/>
                  <a:pt x="1321883" y="44743"/>
                  <a:pt x="1324337" y="47718"/>
                </a:cubicBezTo>
                <a:cubicBezTo>
                  <a:pt x="1326791" y="50694"/>
                  <a:pt x="1328509" y="54452"/>
                  <a:pt x="1329491" y="58992"/>
                </a:cubicBezTo>
                <a:cubicBezTo>
                  <a:pt x="1330043" y="61815"/>
                  <a:pt x="1330319" y="66907"/>
                  <a:pt x="1330319" y="74270"/>
                </a:cubicBezTo>
                <a:lnTo>
                  <a:pt x="1330319" y="96357"/>
                </a:lnTo>
                <a:cubicBezTo>
                  <a:pt x="1330319" y="111757"/>
                  <a:pt x="1330672" y="121497"/>
                  <a:pt x="1331378" y="125577"/>
                </a:cubicBezTo>
                <a:cubicBezTo>
                  <a:pt x="1332083" y="129657"/>
                  <a:pt x="1333479" y="133569"/>
                  <a:pt x="1335565" y="137311"/>
                </a:cubicBezTo>
                <a:lnTo>
                  <a:pt x="1318263" y="137311"/>
                </a:lnTo>
                <a:cubicBezTo>
                  <a:pt x="1316545" y="133875"/>
                  <a:pt x="1315441" y="129857"/>
                  <a:pt x="1314950" y="125255"/>
                </a:cubicBezTo>
                <a:moveTo>
                  <a:pt x="1313570" y="88258"/>
                </a:moveTo>
                <a:cubicBezTo>
                  <a:pt x="1307557" y="90713"/>
                  <a:pt x="1298538" y="92799"/>
                  <a:pt x="1286512" y="94516"/>
                </a:cubicBezTo>
                <a:cubicBezTo>
                  <a:pt x="1279702" y="95498"/>
                  <a:pt x="1274886" y="96603"/>
                  <a:pt x="1272063" y="97830"/>
                </a:cubicBezTo>
                <a:cubicBezTo>
                  <a:pt x="1269241" y="99057"/>
                  <a:pt x="1267063" y="100851"/>
                  <a:pt x="1265529" y="103213"/>
                </a:cubicBezTo>
                <a:cubicBezTo>
                  <a:pt x="1263995" y="105576"/>
                  <a:pt x="1263228" y="108199"/>
                  <a:pt x="1263228" y="111082"/>
                </a:cubicBezTo>
                <a:cubicBezTo>
                  <a:pt x="1263228" y="115500"/>
                  <a:pt x="1264900" y="119181"/>
                  <a:pt x="1268244" y="122126"/>
                </a:cubicBezTo>
                <a:cubicBezTo>
                  <a:pt x="1271588" y="125071"/>
                  <a:pt x="1276481" y="126543"/>
                  <a:pt x="1282923" y="126543"/>
                </a:cubicBezTo>
                <a:cubicBezTo>
                  <a:pt x="1289304" y="126543"/>
                  <a:pt x="1294979" y="125148"/>
                  <a:pt x="1299949" y="122356"/>
                </a:cubicBezTo>
                <a:cubicBezTo>
                  <a:pt x="1304919" y="119564"/>
                  <a:pt x="1308569" y="115745"/>
                  <a:pt x="1310901" y="110898"/>
                </a:cubicBezTo>
                <a:cubicBezTo>
                  <a:pt x="1312680" y="107155"/>
                  <a:pt x="1313570" y="101634"/>
                  <a:pt x="1313570" y="94332"/>
                </a:cubicBezTo>
                <a:lnTo>
                  <a:pt x="1313570" y="88258"/>
                </a:lnTo>
                <a:close/>
                <a:moveTo>
                  <a:pt x="1355486" y="137311"/>
                </a:moveTo>
                <a:lnTo>
                  <a:pt x="1355486" y="2393"/>
                </a:lnTo>
                <a:lnTo>
                  <a:pt x="1372052" y="2393"/>
                </a:lnTo>
                <a:lnTo>
                  <a:pt x="1372052" y="137311"/>
                </a:lnTo>
                <a:lnTo>
                  <a:pt x="1355486" y="137311"/>
                </a:lnTo>
                <a:close/>
                <a:moveTo>
                  <a:pt x="1443619" y="108137"/>
                </a:moveTo>
                <a:lnTo>
                  <a:pt x="1460001" y="105560"/>
                </a:lnTo>
                <a:cubicBezTo>
                  <a:pt x="1460921" y="112125"/>
                  <a:pt x="1463483" y="117156"/>
                  <a:pt x="1467686" y="120653"/>
                </a:cubicBezTo>
                <a:cubicBezTo>
                  <a:pt x="1471888" y="124151"/>
                  <a:pt x="1477763" y="125899"/>
                  <a:pt x="1485310" y="125899"/>
                </a:cubicBezTo>
                <a:cubicBezTo>
                  <a:pt x="1492918" y="125899"/>
                  <a:pt x="1498562" y="124350"/>
                  <a:pt x="1502243" y="121252"/>
                </a:cubicBezTo>
                <a:cubicBezTo>
                  <a:pt x="1505925" y="118153"/>
                  <a:pt x="1507765" y="114518"/>
                  <a:pt x="1507765" y="110346"/>
                </a:cubicBezTo>
                <a:cubicBezTo>
                  <a:pt x="1507765" y="106603"/>
                  <a:pt x="1506139" y="103658"/>
                  <a:pt x="1502888" y="101511"/>
                </a:cubicBezTo>
                <a:cubicBezTo>
                  <a:pt x="1500618" y="100038"/>
                  <a:pt x="1494973" y="98167"/>
                  <a:pt x="1485954" y="95897"/>
                </a:cubicBezTo>
                <a:cubicBezTo>
                  <a:pt x="1473806" y="92829"/>
                  <a:pt x="1465385" y="90176"/>
                  <a:pt x="1460691" y="87936"/>
                </a:cubicBezTo>
                <a:cubicBezTo>
                  <a:pt x="1455998" y="85697"/>
                  <a:pt x="1452439" y="82598"/>
                  <a:pt x="1450016" y="78641"/>
                </a:cubicBezTo>
                <a:cubicBezTo>
                  <a:pt x="1447592" y="74684"/>
                  <a:pt x="1446380" y="70312"/>
                  <a:pt x="1446380" y="65527"/>
                </a:cubicBezTo>
                <a:cubicBezTo>
                  <a:pt x="1446380" y="61170"/>
                  <a:pt x="1447377" y="57136"/>
                  <a:pt x="1449371" y="53424"/>
                </a:cubicBezTo>
                <a:cubicBezTo>
                  <a:pt x="1451365" y="49712"/>
                  <a:pt x="1454080" y="46629"/>
                  <a:pt x="1457516" y="44175"/>
                </a:cubicBezTo>
                <a:cubicBezTo>
                  <a:pt x="1460093" y="42273"/>
                  <a:pt x="1463606" y="40663"/>
                  <a:pt x="1468054" y="39344"/>
                </a:cubicBezTo>
                <a:cubicBezTo>
                  <a:pt x="1472502" y="38024"/>
                  <a:pt x="1477272" y="37365"/>
                  <a:pt x="1482365" y="37365"/>
                </a:cubicBezTo>
                <a:cubicBezTo>
                  <a:pt x="1490034" y="37365"/>
                  <a:pt x="1496768" y="38469"/>
                  <a:pt x="1502566" y="40678"/>
                </a:cubicBezTo>
                <a:cubicBezTo>
                  <a:pt x="1508364" y="42887"/>
                  <a:pt x="1512643" y="45878"/>
                  <a:pt x="1515404" y="49651"/>
                </a:cubicBezTo>
                <a:cubicBezTo>
                  <a:pt x="1518165" y="53424"/>
                  <a:pt x="1520067" y="58471"/>
                  <a:pt x="1521110" y="64790"/>
                </a:cubicBezTo>
                <a:lnTo>
                  <a:pt x="1504912" y="66999"/>
                </a:lnTo>
                <a:cubicBezTo>
                  <a:pt x="1504176" y="61968"/>
                  <a:pt x="1502044" y="58041"/>
                  <a:pt x="1498516" y="55219"/>
                </a:cubicBezTo>
                <a:cubicBezTo>
                  <a:pt x="1494988" y="52397"/>
                  <a:pt x="1490003" y="50986"/>
                  <a:pt x="1483561" y="50986"/>
                </a:cubicBezTo>
                <a:cubicBezTo>
                  <a:pt x="1475953" y="50986"/>
                  <a:pt x="1470523" y="52243"/>
                  <a:pt x="1467271" y="54759"/>
                </a:cubicBezTo>
                <a:cubicBezTo>
                  <a:pt x="1464020" y="57274"/>
                  <a:pt x="1462394" y="60219"/>
                  <a:pt x="1462394" y="63594"/>
                </a:cubicBezTo>
                <a:cubicBezTo>
                  <a:pt x="1462394" y="65741"/>
                  <a:pt x="1463069" y="67674"/>
                  <a:pt x="1464418" y="69392"/>
                </a:cubicBezTo>
                <a:cubicBezTo>
                  <a:pt x="1465768" y="71171"/>
                  <a:pt x="1467885" y="72644"/>
                  <a:pt x="1470769" y="73809"/>
                </a:cubicBezTo>
                <a:cubicBezTo>
                  <a:pt x="1472425" y="74423"/>
                  <a:pt x="1477303" y="75834"/>
                  <a:pt x="1485402" y="78043"/>
                </a:cubicBezTo>
                <a:cubicBezTo>
                  <a:pt x="1497120" y="81172"/>
                  <a:pt x="1505296" y="83733"/>
                  <a:pt x="1509928" y="85727"/>
                </a:cubicBezTo>
                <a:cubicBezTo>
                  <a:pt x="1514560" y="87721"/>
                  <a:pt x="1518196" y="90620"/>
                  <a:pt x="1520834" y="94424"/>
                </a:cubicBezTo>
                <a:cubicBezTo>
                  <a:pt x="1523472" y="98228"/>
                  <a:pt x="1524791" y="102953"/>
                  <a:pt x="1524791" y="108597"/>
                </a:cubicBezTo>
                <a:cubicBezTo>
                  <a:pt x="1524791" y="114119"/>
                  <a:pt x="1523181" y="119319"/>
                  <a:pt x="1519960" y="124197"/>
                </a:cubicBezTo>
                <a:cubicBezTo>
                  <a:pt x="1516738" y="129074"/>
                  <a:pt x="1512091" y="132848"/>
                  <a:pt x="1506017" y="135517"/>
                </a:cubicBezTo>
                <a:cubicBezTo>
                  <a:pt x="1499943" y="138185"/>
                  <a:pt x="1493071" y="139520"/>
                  <a:pt x="1485402" y="139520"/>
                </a:cubicBezTo>
                <a:cubicBezTo>
                  <a:pt x="1472701" y="139520"/>
                  <a:pt x="1463023" y="136882"/>
                  <a:pt x="1456366" y="131605"/>
                </a:cubicBezTo>
                <a:cubicBezTo>
                  <a:pt x="1449709" y="126329"/>
                  <a:pt x="1445460" y="118506"/>
                  <a:pt x="1443619" y="108137"/>
                </a:cubicBezTo>
                <a:close/>
                <a:moveTo>
                  <a:pt x="1580918" y="122494"/>
                </a:moveTo>
                <a:lnTo>
                  <a:pt x="1583311" y="137127"/>
                </a:lnTo>
                <a:cubicBezTo>
                  <a:pt x="1578648" y="138109"/>
                  <a:pt x="1574476" y="138600"/>
                  <a:pt x="1570795" y="138600"/>
                </a:cubicBezTo>
                <a:cubicBezTo>
                  <a:pt x="1564782" y="138600"/>
                  <a:pt x="1560119" y="137649"/>
                  <a:pt x="1556806" y="135747"/>
                </a:cubicBezTo>
                <a:cubicBezTo>
                  <a:pt x="1553493" y="133845"/>
                  <a:pt x="1551161" y="131344"/>
                  <a:pt x="1549811" y="128246"/>
                </a:cubicBezTo>
                <a:cubicBezTo>
                  <a:pt x="1548462" y="125148"/>
                  <a:pt x="1547787" y="118629"/>
                  <a:pt x="1547787" y="108689"/>
                </a:cubicBezTo>
                <a:lnTo>
                  <a:pt x="1547787" y="52458"/>
                </a:lnTo>
                <a:lnTo>
                  <a:pt x="1535639" y="52458"/>
                </a:lnTo>
                <a:lnTo>
                  <a:pt x="1535639" y="39574"/>
                </a:lnTo>
                <a:lnTo>
                  <a:pt x="1547787" y="39574"/>
                </a:lnTo>
                <a:lnTo>
                  <a:pt x="1547787" y="15369"/>
                </a:lnTo>
                <a:lnTo>
                  <a:pt x="1564260" y="5430"/>
                </a:lnTo>
                <a:lnTo>
                  <a:pt x="1564260" y="39574"/>
                </a:lnTo>
                <a:lnTo>
                  <a:pt x="1580918" y="39574"/>
                </a:lnTo>
                <a:lnTo>
                  <a:pt x="1580918" y="52458"/>
                </a:lnTo>
                <a:lnTo>
                  <a:pt x="1564260" y="52458"/>
                </a:lnTo>
                <a:lnTo>
                  <a:pt x="1564260" y="109610"/>
                </a:lnTo>
                <a:cubicBezTo>
                  <a:pt x="1564260" y="114334"/>
                  <a:pt x="1564552" y="117371"/>
                  <a:pt x="1565135" y="118721"/>
                </a:cubicBezTo>
                <a:cubicBezTo>
                  <a:pt x="1565718" y="120071"/>
                  <a:pt x="1566669" y="121144"/>
                  <a:pt x="1567988" y="121942"/>
                </a:cubicBezTo>
                <a:cubicBezTo>
                  <a:pt x="1569307" y="122740"/>
                  <a:pt x="1571193" y="123138"/>
                  <a:pt x="1573648" y="123138"/>
                </a:cubicBezTo>
                <a:cubicBezTo>
                  <a:pt x="1575488" y="123138"/>
                  <a:pt x="1577912" y="122924"/>
                  <a:pt x="1580918" y="122494"/>
                </a:cubicBezTo>
                <a:close/>
                <a:moveTo>
                  <a:pt x="1660812" y="125255"/>
                </a:moveTo>
                <a:cubicBezTo>
                  <a:pt x="1654677" y="130470"/>
                  <a:pt x="1648771" y="134151"/>
                  <a:pt x="1643096" y="136299"/>
                </a:cubicBezTo>
                <a:cubicBezTo>
                  <a:pt x="1637421" y="138446"/>
                  <a:pt x="1631331" y="139520"/>
                  <a:pt x="1624828" y="139520"/>
                </a:cubicBezTo>
                <a:cubicBezTo>
                  <a:pt x="1614091" y="139520"/>
                  <a:pt x="1605839" y="136897"/>
                  <a:pt x="1600071" y="131651"/>
                </a:cubicBezTo>
                <a:cubicBezTo>
                  <a:pt x="1594304" y="126405"/>
                  <a:pt x="1591420" y="119702"/>
                  <a:pt x="1591420" y="111542"/>
                </a:cubicBezTo>
                <a:cubicBezTo>
                  <a:pt x="1591420" y="106757"/>
                  <a:pt x="1592509" y="102385"/>
                  <a:pt x="1594687" y="98428"/>
                </a:cubicBezTo>
                <a:cubicBezTo>
                  <a:pt x="1596866" y="94470"/>
                  <a:pt x="1599718" y="91295"/>
                  <a:pt x="1603246" y="88903"/>
                </a:cubicBezTo>
                <a:cubicBezTo>
                  <a:pt x="1606774" y="86510"/>
                  <a:pt x="1610747" y="84700"/>
                  <a:pt x="1615164" y="83473"/>
                </a:cubicBezTo>
                <a:cubicBezTo>
                  <a:pt x="1618416" y="82614"/>
                  <a:pt x="1623325" y="81785"/>
                  <a:pt x="1629890" y="80988"/>
                </a:cubicBezTo>
                <a:cubicBezTo>
                  <a:pt x="1643265" y="79393"/>
                  <a:pt x="1653112" y="77491"/>
                  <a:pt x="1659432" y="75282"/>
                </a:cubicBezTo>
                <a:cubicBezTo>
                  <a:pt x="1659493" y="73012"/>
                  <a:pt x="1659524" y="71570"/>
                  <a:pt x="1659524" y="70956"/>
                </a:cubicBezTo>
                <a:cubicBezTo>
                  <a:pt x="1659524" y="64207"/>
                  <a:pt x="1657959" y="59452"/>
                  <a:pt x="1654830" y="56691"/>
                </a:cubicBezTo>
                <a:cubicBezTo>
                  <a:pt x="1650597" y="52949"/>
                  <a:pt x="1644308" y="51078"/>
                  <a:pt x="1635964" y="51078"/>
                </a:cubicBezTo>
                <a:cubicBezTo>
                  <a:pt x="1628172" y="51078"/>
                  <a:pt x="1622420" y="52443"/>
                  <a:pt x="1618708" y="55173"/>
                </a:cubicBezTo>
                <a:cubicBezTo>
                  <a:pt x="1614996" y="57903"/>
                  <a:pt x="1612250" y="62735"/>
                  <a:pt x="1610471" y="69668"/>
                </a:cubicBezTo>
                <a:lnTo>
                  <a:pt x="1594273" y="67459"/>
                </a:lnTo>
                <a:cubicBezTo>
                  <a:pt x="1595746" y="60526"/>
                  <a:pt x="1598169" y="54928"/>
                  <a:pt x="1601544" y="50663"/>
                </a:cubicBezTo>
                <a:cubicBezTo>
                  <a:pt x="1604918" y="46399"/>
                  <a:pt x="1609796" y="43117"/>
                  <a:pt x="1616177" y="40816"/>
                </a:cubicBezTo>
                <a:cubicBezTo>
                  <a:pt x="1622558" y="38515"/>
                  <a:pt x="1629951" y="37365"/>
                  <a:pt x="1638356" y="37365"/>
                </a:cubicBezTo>
                <a:cubicBezTo>
                  <a:pt x="1646701" y="37365"/>
                  <a:pt x="1653480" y="38347"/>
                  <a:pt x="1658695" y="40310"/>
                </a:cubicBezTo>
                <a:cubicBezTo>
                  <a:pt x="1663911" y="42273"/>
                  <a:pt x="1667745" y="44743"/>
                  <a:pt x="1670199" y="47718"/>
                </a:cubicBezTo>
                <a:cubicBezTo>
                  <a:pt x="1672654" y="50694"/>
                  <a:pt x="1674371" y="54452"/>
                  <a:pt x="1675353" y="58992"/>
                </a:cubicBezTo>
                <a:cubicBezTo>
                  <a:pt x="1675905" y="61815"/>
                  <a:pt x="1676181" y="66907"/>
                  <a:pt x="1676181" y="74270"/>
                </a:cubicBezTo>
                <a:lnTo>
                  <a:pt x="1676181" y="96357"/>
                </a:lnTo>
                <a:cubicBezTo>
                  <a:pt x="1676181" y="111757"/>
                  <a:pt x="1676534" y="121497"/>
                  <a:pt x="1677240" y="125577"/>
                </a:cubicBezTo>
                <a:cubicBezTo>
                  <a:pt x="1677945" y="129657"/>
                  <a:pt x="1679341" y="133569"/>
                  <a:pt x="1681427" y="137311"/>
                </a:cubicBezTo>
                <a:lnTo>
                  <a:pt x="1664125" y="137311"/>
                </a:lnTo>
                <a:cubicBezTo>
                  <a:pt x="1662407" y="133875"/>
                  <a:pt x="1661303" y="129857"/>
                  <a:pt x="1660812" y="125255"/>
                </a:cubicBezTo>
                <a:moveTo>
                  <a:pt x="1659432" y="88258"/>
                </a:moveTo>
                <a:cubicBezTo>
                  <a:pt x="1653419" y="90713"/>
                  <a:pt x="1644400" y="92799"/>
                  <a:pt x="1632374" y="94516"/>
                </a:cubicBezTo>
                <a:cubicBezTo>
                  <a:pt x="1625564" y="95498"/>
                  <a:pt x="1620748" y="96603"/>
                  <a:pt x="1617925" y="97830"/>
                </a:cubicBezTo>
                <a:cubicBezTo>
                  <a:pt x="1615103" y="99057"/>
                  <a:pt x="1612925" y="100851"/>
                  <a:pt x="1611391" y="103213"/>
                </a:cubicBezTo>
                <a:cubicBezTo>
                  <a:pt x="1609857" y="105576"/>
                  <a:pt x="1609090" y="108199"/>
                  <a:pt x="1609090" y="111082"/>
                </a:cubicBezTo>
                <a:cubicBezTo>
                  <a:pt x="1609090" y="115500"/>
                  <a:pt x="1610762" y="119181"/>
                  <a:pt x="1614106" y="122126"/>
                </a:cubicBezTo>
                <a:cubicBezTo>
                  <a:pt x="1617450" y="125071"/>
                  <a:pt x="1622343" y="126543"/>
                  <a:pt x="1628785" y="126543"/>
                </a:cubicBezTo>
                <a:cubicBezTo>
                  <a:pt x="1635166" y="126543"/>
                  <a:pt x="1640841" y="125148"/>
                  <a:pt x="1645811" y="122356"/>
                </a:cubicBezTo>
                <a:cubicBezTo>
                  <a:pt x="1650781" y="119564"/>
                  <a:pt x="1654431" y="115745"/>
                  <a:pt x="1656763" y="110898"/>
                </a:cubicBezTo>
                <a:cubicBezTo>
                  <a:pt x="1658542" y="107155"/>
                  <a:pt x="1659432" y="101634"/>
                  <a:pt x="1659432" y="94332"/>
                </a:cubicBezTo>
                <a:lnTo>
                  <a:pt x="1659432" y="88258"/>
                </a:lnTo>
                <a:close/>
                <a:moveTo>
                  <a:pt x="1737885" y="122494"/>
                </a:moveTo>
                <a:lnTo>
                  <a:pt x="1740278" y="137127"/>
                </a:lnTo>
                <a:cubicBezTo>
                  <a:pt x="1735615" y="138109"/>
                  <a:pt x="1731443" y="138600"/>
                  <a:pt x="1727761" y="138600"/>
                </a:cubicBezTo>
                <a:cubicBezTo>
                  <a:pt x="1721749" y="138600"/>
                  <a:pt x="1717086" y="137649"/>
                  <a:pt x="1713773" y="135747"/>
                </a:cubicBezTo>
                <a:cubicBezTo>
                  <a:pt x="1710459" y="133845"/>
                  <a:pt x="1708128" y="131344"/>
                  <a:pt x="1706778" y="128246"/>
                </a:cubicBezTo>
                <a:cubicBezTo>
                  <a:pt x="1705428" y="125148"/>
                  <a:pt x="1704754" y="118629"/>
                  <a:pt x="1704754" y="108689"/>
                </a:cubicBezTo>
                <a:lnTo>
                  <a:pt x="1704754" y="52458"/>
                </a:lnTo>
                <a:lnTo>
                  <a:pt x="1692605" y="52458"/>
                </a:lnTo>
                <a:lnTo>
                  <a:pt x="1692605" y="39574"/>
                </a:lnTo>
                <a:lnTo>
                  <a:pt x="1704754" y="39574"/>
                </a:lnTo>
                <a:lnTo>
                  <a:pt x="1704754" y="15369"/>
                </a:lnTo>
                <a:lnTo>
                  <a:pt x="1721227" y="5430"/>
                </a:lnTo>
                <a:lnTo>
                  <a:pt x="1721227" y="39574"/>
                </a:lnTo>
                <a:lnTo>
                  <a:pt x="1737885" y="39574"/>
                </a:lnTo>
                <a:lnTo>
                  <a:pt x="1737885" y="52458"/>
                </a:lnTo>
                <a:lnTo>
                  <a:pt x="1721227" y="52458"/>
                </a:lnTo>
                <a:lnTo>
                  <a:pt x="1721227" y="109610"/>
                </a:lnTo>
                <a:cubicBezTo>
                  <a:pt x="1721227" y="114334"/>
                  <a:pt x="1721519" y="117371"/>
                  <a:pt x="1722101" y="118721"/>
                </a:cubicBezTo>
                <a:cubicBezTo>
                  <a:pt x="1722684" y="120071"/>
                  <a:pt x="1723635" y="121144"/>
                  <a:pt x="1724954" y="121942"/>
                </a:cubicBezTo>
                <a:cubicBezTo>
                  <a:pt x="1726274" y="122740"/>
                  <a:pt x="1728160" y="123138"/>
                  <a:pt x="1730614" y="123138"/>
                </a:cubicBezTo>
                <a:cubicBezTo>
                  <a:pt x="1732455" y="123138"/>
                  <a:pt x="1734879" y="122924"/>
                  <a:pt x="1737885" y="122494"/>
                </a:cubicBezTo>
                <a:close/>
                <a:moveTo>
                  <a:pt x="1820908" y="105836"/>
                </a:moveTo>
                <a:lnTo>
                  <a:pt x="1838026" y="107953"/>
                </a:lnTo>
                <a:cubicBezTo>
                  <a:pt x="1835327" y="117954"/>
                  <a:pt x="1830326" y="125715"/>
                  <a:pt x="1823025" y="131237"/>
                </a:cubicBezTo>
                <a:cubicBezTo>
                  <a:pt x="1815724" y="136759"/>
                  <a:pt x="1806398" y="139520"/>
                  <a:pt x="1795047" y="139520"/>
                </a:cubicBezTo>
                <a:cubicBezTo>
                  <a:pt x="1780752" y="139520"/>
                  <a:pt x="1769417" y="135118"/>
                  <a:pt x="1761042" y="126313"/>
                </a:cubicBezTo>
                <a:cubicBezTo>
                  <a:pt x="1752667" y="117509"/>
                  <a:pt x="1748479" y="105161"/>
                  <a:pt x="1748479" y="89271"/>
                </a:cubicBezTo>
                <a:cubicBezTo>
                  <a:pt x="1748479" y="72828"/>
                  <a:pt x="1752713" y="60066"/>
                  <a:pt x="1761180" y="50986"/>
                </a:cubicBezTo>
                <a:cubicBezTo>
                  <a:pt x="1769647" y="41905"/>
                  <a:pt x="1780629" y="37365"/>
                  <a:pt x="1794127" y="37365"/>
                </a:cubicBezTo>
                <a:cubicBezTo>
                  <a:pt x="1807196" y="37365"/>
                  <a:pt x="1817871" y="41813"/>
                  <a:pt x="1826154" y="50709"/>
                </a:cubicBezTo>
                <a:cubicBezTo>
                  <a:pt x="1834437" y="59606"/>
                  <a:pt x="1838578" y="72122"/>
                  <a:pt x="1838578" y="88258"/>
                </a:cubicBezTo>
                <a:cubicBezTo>
                  <a:pt x="1838578" y="89240"/>
                  <a:pt x="1838548" y="90713"/>
                  <a:pt x="1838486" y="92676"/>
                </a:cubicBezTo>
                <a:lnTo>
                  <a:pt x="1765597" y="92676"/>
                </a:lnTo>
                <a:cubicBezTo>
                  <a:pt x="1766211" y="103413"/>
                  <a:pt x="1769248" y="111634"/>
                  <a:pt x="1774708" y="117340"/>
                </a:cubicBezTo>
                <a:cubicBezTo>
                  <a:pt x="1780169" y="123046"/>
                  <a:pt x="1786979" y="125899"/>
                  <a:pt x="1795139" y="125899"/>
                </a:cubicBezTo>
                <a:cubicBezTo>
                  <a:pt x="1801213" y="125899"/>
                  <a:pt x="1806398" y="124304"/>
                  <a:pt x="1810693" y="121114"/>
                </a:cubicBezTo>
                <a:cubicBezTo>
                  <a:pt x="1814988" y="117923"/>
                  <a:pt x="1818393" y="112831"/>
                  <a:pt x="1820908" y="105836"/>
                </a:cubicBezTo>
                <a:moveTo>
                  <a:pt x="1766518" y="79055"/>
                </a:moveTo>
                <a:lnTo>
                  <a:pt x="1821092" y="79055"/>
                </a:lnTo>
                <a:cubicBezTo>
                  <a:pt x="1820356" y="70834"/>
                  <a:pt x="1818270" y="64668"/>
                  <a:pt x="1814834" y="60557"/>
                </a:cubicBezTo>
                <a:cubicBezTo>
                  <a:pt x="1809558" y="54176"/>
                  <a:pt x="1802717" y="50986"/>
                  <a:pt x="1794311" y="50986"/>
                </a:cubicBezTo>
                <a:cubicBezTo>
                  <a:pt x="1786703" y="50986"/>
                  <a:pt x="1780307" y="53532"/>
                  <a:pt x="1775123" y="58624"/>
                </a:cubicBezTo>
                <a:cubicBezTo>
                  <a:pt x="1769938" y="63717"/>
                  <a:pt x="1767070" y="70527"/>
                  <a:pt x="1766518" y="7905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Register">
            <a:extLst xmlns:a="http://schemas.openxmlformats.org/drawingml/2006/main">
              <a:ext uri="{FF2B5EF4-FFF2-40B4-BE49-F238E27FC236}">
                <a16:creationId xmlns:a16="http://schemas.microsoft.com/office/drawing/2014/main" id="{2A67F287-9F57-498E-B486-2FA4A7DE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466" y="2490351"/>
            <a:ext cx="590105" cy="150033"/>
          </a:xfrm>
          <a:custGeom xmlns:a="http://schemas.openxmlformats.org/drawingml/2006/main">
            <a:pathLst>
              <a:path w="590105" h="150033">
                <a:moveTo>
                  <a:pt x="0" y="115945"/>
                </a:moveTo>
                <a:lnTo>
                  <a:pt x="0" y="0"/>
                </a:lnTo>
                <a:lnTo>
                  <a:pt x="51408" y="0"/>
                </a:lnTo>
                <a:cubicBezTo>
                  <a:pt x="61743" y="0"/>
                  <a:pt x="69599" y="1041"/>
                  <a:pt x="74977" y="3124"/>
                </a:cubicBezTo>
                <a:cubicBezTo>
                  <a:pt x="80355" y="5207"/>
                  <a:pt x="84652" y="8884"/>
                  <a:pt x="87869" y="14157"/>
                </a:cubicBezTo>
                <a:cubicBezTo>
                  <a:pt x="91085" y="19430"/>
                  <a:pt x="92693" y="25256"/>
                  <a:pt x="92693" y="31636"/>
                </a:cubicBezTo>
                <a:cubicBezTo>
                  <a:pt x="92693" y="39861"/>
                  <a:pt x="90030" y="46795"/>
                  <a:pt x="84705" y="52436"/>
                </a:cubicBezTo>
                <a:cubicBezTo>
                  <a:pt x="79380" y="58078"/>
                  <a:pt x="71154" y="61664"/>
                  <a:pt x="60029" y="63193"/>
                </a:cubicBezTo>
                <a:cubicBezTo>
                  <a:pt x="64089" y="65144"/>
                  <a:pt x="67174" y="67068"/>
                  <a:pt x="69283" y="68966"/>
                </a:cubicBezTo>
                <a:cubicBezTo>
                  <a:pt x="73764" y="73079"/>
                  <a:pt x="78009" y="78220"/>
                  <a:pt x="82016" y="84389"/>
                </a:cubicBezTo>
                <a:lnTo>
                  <a:pt x="102184" y="115945"/>
                </a:lnTo>
                <a:lnTo>
                  <a:pt x="82886" y="115945"/>
                </a:lnTo>
                <a:lnTo>
                  <a:pt x="67543" y="91823"/>
                </a:lnTo>
                <a:cubicBezTo>
                  <a:pt x="63061" y="84863"/>
                  <a:pt x="59370" y="79538"/>
                  <a:pt x="56470" y="75847"/>
                </a:cubicBezTo>
                <a:cubicBezTo>
                  <a:pt x="53570" y="72156"/>
                  <a:pt x="50973" y="69573"/>
                  <a:pt x="48680" y="68096"/>
                </a:cubicBezTo>
                <a:cubicBezTo>
                  <a:pt x="46386" y="66620"/>
                  <a:pt x="44053" y="65592"/>
                  <a:pt x="41680" y="65012"/>
                </a:cubicBezTo>
                <a:cubicBezTo>
                  <a:pt x="39940" y="64643"/>
                  <a:pt x="37093" y="64458"/>
                  <a:pt x="33139" y="64458"/>
                </a:cubicBezTo>
                <a:lnTo>
                  <a:pt x="15343" y="64458"/>
                </a:lnTo>
                <a:lnTo>
                  <a:pt x="15343" y="115945"/>
                </a:lnTo>
                <a:lnTo>
                  <a:pt x="0" y="115945"/>
                </a:lnTo>
                <a:moveTo>
                  <a:pt x="15343" y="51171"/>
                </a:moveTo>
                <a:lnTo>
                  <a:pt x="48324" y="51171"/>
                </a:lnTo>
                <a:cubicBezTo>
                  <a:pt x="55336" y="51171"/>
                  <a:pt x="60820" y="50446"/>
                  <a:pt x="64774" y="48996"/>
                </a:cubicBezTo>
                <a:cubicBezTo>
                  <a:pt x="68729" y="47546"/>
                  <a:pt x="71734" y="45226"/>
                  <a:pt x="73791" y="42036"/>
                </a:cubicBezTo>
                <a:cubicBezTo>
                  <a:pt x="75847" y="38846"/>
                  <a:pt x="76875" y="35379"/>
                  <a:pt x="76875" y="31636"/>
                </a:cubicBezTo>
                <a:cubicBezTo>
                  <a:pt x="76875" y="26152"/>
                  <a:pt x="74885" y="21644"/>
                  <a:pt x="70904" y="18112"/>
                </a:cubicBezTo>
                <a:cubicBezTo>
                  <a:pt x="66923" y="14579"/>
                  <a:pt x="60635" y="12813"/>
                  <a:pt x="52041" y="12813"/>
                </a:cubicBezTo>
                <a:lnTo>
                  <a:pt x="15343" y="12813"/>
                </a:lnTo>
                <a:lnTo>
                  <a:pt x="15343" y="51171"/>
                </a:lnTo>
                <a:close/>
                <a:moveTo>
                  <a:pt x="171854" y="88897"/>
                </a:moveTo>
                <a:lnTo>
                  <a:pt x="186565" y="90716"/>
                </a:lnTo>
                <a:cubicBezTo>
                  <a:pt x="184245" y="99310"/>
                  <a:pt x="179947" y="105980"/>
                  <a:pt x="173673" y="110726"/>
                </a:cubicBezTo>
                <a:cubicBezTo>
                  <a:pt x="167398" y="115471"/>
                  <a:pt x="159384" y="117844"/>
                  <a:pt x="149630" y="117844"/>
                </a:cubicBezTo>
                <a:cubicBezTo>
                  <a:pt x="137344" y="117844"/>
                  <a:pt x="127603" y="114061"/>
                  <a:pt x="120406" y="106494"/>
                </a:cubicBezTo>
                <a:cubicBezTo>
                  <a:pt x="113209" y="98928"/>
                  <a:pt x="109610" y="88317"/>
                  <a:pt x="109610" y="74661"/>
                </a:cubicBezTo>
                <a:cubicBezTo>
                  <a:pt x="109610" y="60530"/>
                  <a:pt x="113248" y="49563"/>
                  <a:pt x="120525" y="41759"/>
                </a:cubicBezTo>
                <a:cubicBezTo>
                  <a:pt x="127801" y="33956"/>
                  <a:pt x="137239" y="30054"/>
                  <a:pt x="148839" y="30054"/>
                </a:cubicBezTo>
                <a:cubicBezTo>
                  <a:pt x="160069" y="30054"/>
                  <a:pt x="169244" y="33877"/>
                  <a:pt x="176362" y="41522"/>
                </a:cubicBezTo>
                <a:cubicBezTo>
                  <a:pt x="183480" y="49167"/>
                  <a:pt x="187039" y="59924"/>
                  <a:pt x="187039" y="73791"/>
                </a:cubicBezTo>
                <a:cubicBezTo>
                  <a:pt x="187039" y="74634"/>
                  <a:pt x="187013" y="75900"/>
                  <a:pt x="186960" y="77587"/>
                </a:cubicBezTo>
                <a:lnTo>
                  <a:pt x="124321" y="77587"/>
                </a:lnTo>
                <a:cubicBezTo>
                  <a:pt x="124848" y="86814"/>
                  <a:pt x="127458" y="93879"/>
                  <a:pt x="132151" y="98783"/>
                </a:cubicBezTo>
                <a:cubicBezTo>
                  <a:pt x="136843" y="103687"/>
                  <a:pt x="142696" y="106138"/>
                  <a:pt x="149709" y="106138"/>
                </a:cubicBezTo>
                <a:cubicBezTo>
                  <a:pt x="154929" y="106138"/>
                  <a:pt x="159384" y="104767"/>
                  <a:pt x="163075" y="102026"/>
                </a:cubicBezTo>
                <a:cubicBezTo>
                  <a:pt x="166766" y="99284"/>
                  <a:pt x="169692" y="94908"/>
                  <a:pt x="171854" y="88897"/>
                </a:cubicBezTo>
                <a:moveTo>
                  <a:pt x="125112" y="65882"/>
                </a:moveTo>
                <a:lnTo>
                  <a:pt x="172012" y="65882"/>
                </a:lnTo>
                <a:cubicBezTo>
                  <a:pt x="171379" y="58816"/>
                  <a:pt x="169587" y="53517"/>
                  <a:pt x="166634" y="49985"/>
                </a:cubicBezTo>
                <a:cubicBezTo>
                  <a:pt x="162099" y="44501"/>
                  <a:pt x="156220" y="41759"/>
                  <a:pt x="148997" y="41759"/>
                </a:cubicBezTo>
                <a:cubicBezTo>
                  <a:pt x="142459" y="41759"/>
                  <a:pt x="136962" y="43947"/>
                  <a:pt x="132507" y="48324"/>
                </a:cubicBezTo>
                <a:cubicBezTo>
                  <a:pt x="128051" y="52700"/>
                  <a:pt x="125586" y="58553"/>
                  <a:pt x="125112" y="65882"/>
                </a:cubicBezTo>
                <a:close/>
                <a:moveTo>
                  <a:pt x="201173" y="122905"/>
                </a:moveTo>
                <a:lnTo>
                  <a:pt x="215013" y="124962"/>
                </a:lnTo>
                <a:cubicBezTo>
                  <a:pt x="215593" y="129233"/>
                  <a:pt x="217201" y="132343"/>
                  <a:pt x="219838" y="134294"/>
                </a:cubicBezTo>
                <a:cubicBezTo>
                  <a:pt x="223370" y="136931"/>
                  <a:pt x="228195" y="138249"/>
                  <a:pt x="234311" y="138249"/>
                </a:cubicBezTo>
                <a:cubicBezTo>
                  <a:pt x="240902" y="138249"/>
                  <a:pt x="245990" y="136931"/>
                  <a:pt x="249575" y="134294"/>
                </a:cubicBezTo>
                <a:cubicBezTo>
                  <a:pt x="253161" y="131658"/>
                  <a:pt x="255586" y="127967"/>
                  <a:pt x="256852" y="123222"/>
                </a:cubicBezTo>
                <a:cubicBezTo>
                  <a:pt x="257590" y="120322"/>
                  <a:pt x="257933" y="114232"/>
                  <a:pt x="257880" y="104952"/>
                </a:cubicBezTo>
                <a:cubicBezTo>
                  <a:pt x="251658" y="112281"/>
                  <a:pt x="243907" y="115945"/>
                  <a:pt x="234628" y="115945"/>
                </a:cubicBezTo>
                <a:cubicBezTo>
                  <a:pt x="223080" y="115945"/>
                  <a:pt x="214143" y="111780"/>
                  <a:pt x="207816" y="103449"/>
                </a:cubicBezTo>
                <a:cubicBezTo>
                  <a:pt x="201489" y="95119"/>
                  <a:pt x="198325" y="85127"/>
                  <a:pt x="198325" y="73474"/>
                </a:cubicBezTo>
                <a:cubicBezTo>
                  <a:pt x="198325" y="65460"/>
                  <a:pt x="199775" y="58065"/>
                  <a:pt x="202675" y="51290"/>
                </a:cubicBezTo>
                <a:cubicBezTo>
                  <a:pt x="205575" y="44514"/>
                  <a:pt x="209780" y="39281"/>
                  <a:pt x="215290" y="35590"/>
                </a:cubicBezTo>
                <a:cubicBezTo>
                  <a:pt x="220800" y="31900"/>
                  <a:pt x="227272" y="30054"/>
                  <a:pt x="234707" y="30054"/>
                </a:cubicBezTo>
                <a:cubicBezTo>
                  <a:pt x="244619" y="30054"/>
                  <a:pt x="252792" y="34061"/>
                  <a:pt x="259224" y="42076"/>
                </a:cubicBezTo>
                <a:lnTo>
                  <a:pt x="259224" y="31952"/>
                </a:lnTo>
                <a:lnTo>
                  <a:pt x="272353" y="31952"/>
                </a:lnTo>
                <a:lnTo>
                  <a:pt x="272353" y="104557"/>
                </a:lnTo>
                <a:cubicBezTo>
                  <a:pt x="272353" y="117633"/>
                  <a:pt x="271022" y="126899"/>
                  <a:pt x="268359" y="132357"/>
                </a:cubicBezTo>
                <a:cubicBezTo>
                  <a:pt x="265697" y="137814"/>
                  <a:pt x="261478" y="142124"/>
                  <a:pt x="255705" y="145288"/>
                </a:cubicBezTo>
                <a:cubicBezTo>
                  <a:pt x="249931" y="148451"/>
                  <a:pt x="242826" y="150033"/>
                  <a:pt x="234390" y="150033"/>
                </a:cubicBezTo>
                <a:cubicBezTo>
                  <a:pt x="224372" y="150033"/>
                  <a:pt x="216279" y="147779"/>
                  <a:pt x="210110" y="143271"/>
                </a:cubicBezTo>
                <a:cubicBezTo>
                  <a:pt x="203941" y="138763"/>
                  <a:pt x="200962" y="131974"/>
                  <a:pt x="201173" y="122905"/>
                </a:cubicBezTo>
                <a:moveTo>
                  <a:pt x="212957" y="72446"/>
                </a:moveTo>
                <a:cubicBezTo>
                  <a:pt x="212957" y="83466"/>
                  <a:pt x="215145" y="91507"/>
                  <a:pt x="219521" y="96569"/>
                </a:cubicBezTo>
                <a:cubicBezTo>
                  <a:pt x="223898" y="101630"/>
                  <a:pt x="229381" y="104161"/>
                  <a:pt x="235972" y="104161"/>
                </a:cubicBezTo>
                <a:cubicBezTo>
                  <a:pt x="242510" y="104161"/>
                  <a:pt x="247994" y="101643"/>
                  <a:pt x="252423" y="96608"/>
                </a:cubicBezTo>
                <a:cubicBezTo>
                  <a:pt x="256852" y="91573"/>
                  <a:pt x="259066" y="83677"/>
                  <a:pt x="259066" y="72921"/>
                </a:cubicBezTo>
                <a:cubicBezTo>
                  <a:pt x="259066" y="62639"/>
                  <a:pt x="256786" y="54888"/>
                  <a:pt x="252225" y="49668"/>
                </a:cubicBezTo>
                <a:cubicBezTo>
                  <a:pt x="247664" y="44448"/>
                  <a:pt x="242167" y="41838"/>
                  <a:pt x="235735" y="41838"/>
                </a:cubicBezTo>
                <a:cubicBezTo>
                  <a:pt x="229408" y="41838"/>
                  <a:pt x="224029" y="44409"/>
                  <a:pt x="219600" y="49550"/>
                </a:cubicBezTo>
                <a:cubicBezTo>
                  <a:pt x="215171" y="54691"/>
                  <a:pt x="212957" y="62323"/>
                  <a:pt x="212957" y="72446"/>
                </a:cubicBezTo>
                <a:close/>
                <a:moveTo>
                  <a:pt x="293289" y="16372"/>
                </a:moveTo>
                <a:lnTo>
                  <a:pt x="293289" y="0"/>
                </a:lnTo>
                <a:lnTo>
                  <a:pt x="307525" y="0"/>
                </a:lnTo>
                <a:lnTo>
                  <a:pt x="307525" y="16372"/>
                </a:lnTo>
                <a:lnTo>
                  <a:pt x="293289" y="16372"/>
                </a:lnTo>
                <a:moveTo>
                  <a:pt x="293289" y="115945"/>
                </a:moveTo>
                <a:lnTo>
                  <a:pt x="293289" y="31952"/>
                </a:lnTo>
                <a:lnTo>
                  <a:pt x="307525" y="31952"/>
                </a:lnTo>
                <a:lnTo>
                  <a:pt x="307525" y="115945"/>
                </a:lnTo>
                <a:lnTo>
                  <a:pt x="293289" y="115945"/>
                </a:lnTo>
                <a:close/>
                <a:moveTo>
                  <a:pt x="322954" y="90874"/>
                </a:moveTo>
                <a:lnTo>
                  <a:pt x="337032" y="88660"/>
                </a:lnTo>
                <a:cubicBezTo>
                  <a:pt x="337823" y="94301"/>
                  <a:pt x="340024" y="98625"/>
                  <a:pt x="343636" y="101630"/>
                </a:cubicBezTo>
                <a:cubicBezTo>
                  <a:pt x="347248" y="104636"/>
                  <a:pt x="352297" y="106138"/>
                  <a:pt x="358782" y="106138"/>
                </a:cubicBezTo>
                <a:cubicBezTo>
                  <a:pt x="365320" y="106138"/>
                  <a:pt x="370171" y="104807"/>
                  <a:pt x="373334" y="102144"/>
                </a:cubicBezTo>
                <a:cubicBezTo>
                  <a:pt x="376498" y="99482"/>
                  <a:pt x="378080" y="96358"/>
                  <a:pt x="378080" y="92772"/>
                </a:cubicBezTo>
                <a:cubicBezTo>
                  <a:pt x="378080" y="89556"/>
                  <a:pt x="376683" y="87025"/>
                  <a:pt x="373888" y="85180"/>
                </a:cubicBezTo>
                <a:cubicBezTo>
                  <a:pt x="371937" y="83914"/>
                  <a:pt x="367086" y="82306"/>
                  <a:pt x="359336" y="80355"/>
                </a:cubicBezTo>
                <a:cubicBezTo>
                  <a:pt x="348896" y="77719"/>
                  <a:pt x="341659" y="75438"/>
                  <a:pt x="337625" y="73514"/>
                </a:cubicBezTo>
                <a:cubicBezTo>
                  <a:pt x="333592" y="71589"/>
                  <a:pt x="330534" y="68927"/>
                  <a:pt x="328451" y="65526"/>
                </a:cubicBezTo>
                <a:cubicBezTo>
                  <a:pt x="326368" y="62125"/>
                  <a:pt x="325327" y="58368"/>
                  <a:pt x="325327" y="54256"/>
                </a:cubicBezTo>
                <a:cubicBezTo>
                  <a:pt x="325327" y="50512"/>
                  <a:pt x="326184" y="47045"/>
                  <a:pt x="327897" y="43855"/>
                </a:cubicBezTo>
                <a:cubicBezTo>
                  <a:pt x="329611" y="40665"/>
                  <a:pt x="331944" y="38016"/>
                  <a:pt x="334897" y="35907"/>
                </a:cubicBezTo>
                <a:cubicBezTo>
                  <a:pt x="337111" y="34272"/>
                  <a:pt x="340130" y="32888"/>
                  <a:pt x="343953" y="31755"/>
                </a:cubicBezTo>
                <a:cubicBezTo>
                  <a:pt x="347775" y="30621"/>
                  <a:pt x="351875" y="30054"/>
                  <a:pt x="356251" y="30054"/>
                </a:cubicBezTo>
                <a:cubicBezTo>
                  <a:pt x="362842" y="30054"/>
                  <a:pt x="368629" y="31003"/>
                  <a:pt x="373611" y="32901"/>
                </a:cubicBezTo>
                <a:cubicBezTo>
                  <a:pt x="378594" y="34799"/>
                  <a:pt x="382272" y="37370"/>
                  <a:pt x="384644" y="40613"/>
                </a:cubicBezTo>
                <a:cubicBezTo>
                  <a:pt x="387017" y="43855"/>
                  <a:pt x="388651" y="48192"/>
                  <a:pt x="389548" y="53623"/>
                </a:cubicBezTo>
                <a:lnTo>
                  <a:pt x="375628" y="55521"/>
                </a:lnTo>
                <a:cubicBezTo>
                  <a:pt x="374995" y="51197"/>
                  <a:pt x="373163" y="47823"/>
                  <a:pt x="370131" y="45397"/>
                </a:cubicBezTo>
                <a:cubicBezTo>
                  <a:pt x="367099" y="42972"/>
                  <a:pt x="362815" y="41759"/>
                  <a:pt x="357279" y="41759"/>
                </a:cubicBezTo>
                <a:cubicBezTo>
                  <a:pt x="350741" y="41759"/>
                  <a:pt x="346075" y="42840"/>
                  <a:pt x="343280" y="45002"/>
                </a:cubicBezTo>
                <a:cubicBezTo>
                  <a:pt x="340486" y="47164"/>
                  <a:pt x="339089" y="49695"/>
                  <a:pt x="339089" y="52595"/>
                </a:cubicBezTo>
                <a:cubicBezTo>
                  <a:pt x="339089" y="54440"/>
                  <a:pt x="339669" y="56101"/>
                  <a:pt x="340829" y="57577"/>
                </a:cubicBezTo>
                <a:cubicBezTo>
                  <a:pt x="341989" y="59106"/>
                  <a:pt x="343808" y="60372"/>
                  <a:pt x="346286" y="61374"/>
                </a:cubicBezTo>
                <a:cubicBezTo>
                  <a:pt x="347709" y="61901"/>
                  <a:pt x="351901" y="63114"/>
                  <a:pt x="358861" y="65012"/>
                </a:cubicBezTo>
                <a:cubicBezTo>
                  <a:pt x="368932" y="67701"/>
                  <a:pt x="375958" y="69902"/>
                  <a:pt x="379938" y="71616"/>
                </a:cubicBezTo>
                <a:cubicBezTo>
                  <a:pt x="383919" y="73329"/>
                  <a:pt x="387043" y="75821"/>
                  <a:pt x="389311" y="79090"/>
                </a:cubicBezTo>
                <a:cubicBezTo>
                  <a:pt x="391578" y="82359"/>
                  <a:pt x="392711" y="86419"/>
                  <a:pt x="392711" y="91269"/>
                </a:cubicBezTo>
                <a:cubicBezTo>
                  <a:pt x="392711" y="96015"/>
                  <a:pt x="391327" y="100483"/>
                  <a:pt x="388559" y="104675"/>
                </a:cubicBezTo>
                <a:cubicBezTo>
                  <a:pt x="385791" y="108867"/>
                  <a:pt x="381797" y="112110"/>
                  <a:pt x="376577" y="114403"/>
                </a:cubicBezTo>
                <a:cubicBezTo>
                  <a:pt x="371357" y="116697"/>
                  <a:pt x="365452" y="117844"/>
                  <a:pt x="358861" y="117844"/>
                </a:cubicBezTo>
                <a:cubicBezTo>
                  <a:pt x="347947" y="117844"/>
                  <a:pt x="339629" y="115576"/>
                  <a:pt x="333908" y="111042"/>
                </a:cubicBezTo>
                <a:cubicBezTo>
                  <a:pt x="328187" y="106507"/>
                  <a:pt x="324536" y="99785"/>
                  <a:pt x="322954" y="90874"/>
                </a:cubicBezTo>
                <a:close/>
                <a:moveTo>
                  <a:pt x="440719" y="103212"/>
                </a:moveTo>
                <a:lnTo>
                  <a:pt x="442776" y="115787"/>
                </a:lnTo>
                <a:cubicBezTo>
                  <a:pt x="438768" y="116631"/>
                  <a:pt x="435183" y="117053"/>
                  <a:pt x="432020" y="117053"/>
                </a:cubicBezTo>
                <a:cubicBezTo>
                  <a:pt x="426852" y="117053"/>
                  <a:pt x="422845" y="116235"/>
                  <a:pt x="419998" y="114601"/>
                </a:cubicBezTo>
                <a:cubicBezTo>
                  <a:pt x="417151" y="112966"/>
                  <a:pt x="415147" y="110818"/>
                  <a:pt x="413987" y="108155"/>
                </a:cubicBezTo>
                <a:cubicBezTo>
                  <a:pt x="412827" y="105492"/>
                  <a:pt x="412247" y="99890"/>
                  <a:pt x="412247" y="91349"/>
                </a:cubicBezTo>
                <a:lnTo>
                  <a:pt x="412247" y="43025"/>
                </a:lnTo>
                <a:lnTo>
                  <a:pt x="401807" y="43025"/>
                </a:lnTo>
                <a:lnTo>
                  <a:pt x="401807" y="31952"/>
                </a:lnTo>
                <a:lnTo>
                  <a:pt x="412247" y="31952"/>
                </a:lnTo>
                <a:lnTo>
                  <a:pt x="412247" y="11152"/>
                </a:lnTo>
                <a:lnTo>
                  <a:pt x="426404" y="2610"/>
                </a:lnTo>
                <a:lnTo>
                  <a:pt x="426404" y="31952"/>
                </a:lnTo>
                <a:lnTo>
                  <a:pt x="440719" y="31952"/>
                </a:lnTo>
                <a:lnTo>
                  <a:pt x="440719" y="43025"/>
                </a:lnTo>
                <a:lnTo>
                  <a:pt x="426404" y="43025"/>
                </a:lnTo>
                <a:lnTo>
                  <a:pt x="426404" y="92139"/>
                </a:lnTo>
                <a:cubicBezTo>
                  <a:pt x="426404" y="96199"/>
                  <a:pt x="426655" y="98809"/>
                  <a:pt x="427155" y="99969"/>
                </a:cubicBezTo>
                <a:cubicBezTo>
                  <a:pt x="427656" y="101129"/>
                  <a:pt x="428474" y="102052"/>
                  <a:pt x="429607" y="102737"/>
                </a:cubicBezTo>
                <a:cubicBezTo>
                  <a:pt x="430741" y="103423"/>
                  <a:pt x="432362" y="103766"/>
                  <a:pt x="434471" y="103766"/>
                </a:cubicBezTo>
                <a:cubicBezTo>
                  <a:pt x="436053" y="103766"/>
                  <a:pt x="438136" y="103581"/>
                  <a:pt x="440719" y="103212"/>
                </a:cubicBezTo>
                <a:close/>
                <a:moveTo>
                  <a:pt x="512699" y="88897"/>
                </a:moveTo>
                <a:lnTo>
                  <a:pt x="527410" y="90716"/>
                </a:lnTo>
                <a:cubicBezTo>
                  <a:pt x="525090" y="99310"/>
                  <a:pt x="520793" y="105980"/>
                  <a:pt x="514518" y="110726"/>
                </a:cubicBezTo>
                <a:cubicBezTo>
                  <a:pt x="508244" y="115471"/>
                  <a:pt x="500229" y="117844"/>
                  <a:pt x="490475" y="117844"/>
                </a:cubicBezTo>
                <a:cubicBezTo>
                  <a:pt x="478190" y="117844"/>
                  <a:pt x="468449" y="114061"/>
                  <a:pt x="461251" y="106494"/>
                </a:cubicBezTo>
                <a:cubicBezTo>
                  <a:pt x="454054" y="98928"/>
                  <a:pt x="450456" y="88317"/>
                  <a:pt x="450456" y="74661"/>
                </a:cubicBezTo>
                <a:cubicBezTo>
                  <a:pt x="450456" y="60530"/>
                  <a:pt x="454094" y="49563"/>
                  <a:pt x="461370" y="41759"/>
                </a:cubicBezTo>
                <a:cubicBezTo>
                  <a:pt x="468646" y="33956"/>
                  <a:pt x="478084" y="30054"/>
                  <a:pt x="489684" y="30054"/>
                </a:cubicBezTo>
                <a:cubicBezTo>
                  <a:pt x="500915" y="30054"/>
                  <a:pt x="510089" y="33877"/>
                  <a:pt x="517207" y="41522"/>
                </a:cubicBezTo>
                <a:cubicBezTo>
                  <a:pt x="524325" y="49167"/>
                  <a:pt x="527885" y="59924"/>
                  <a:pt x="527885" y="73791"/>
                </a:cubicBezTo>
                <a:cubicBezTo>
                  <a:pt x="527885" y="74634"/>
                  <a:pt x="527858" y="75900"/>
                  <a:pt x="527805" y="77587"/>
                </a:cubicBezTo>
                <a:lnTo>
                  <a:pt x="465166" y="77587"/>
                </a:lnTo>
                <a:cubicBezTo>
                  <a:pt x="465694" y="86814"/>
                  <a:pt x="468304" y="93879"/>
                  <a:pt x="472996" y="98783"/>
                </a:cubicBezTo>
                <a:cubicBezTo>
                  <a:pt x="477689" y="103687"/>
                  <a:pt x="483542" y="106138"/>
                  <a:pt x="490554" y="106138"/>
                </a:cubicBezTo>
                <a:cubicBezTo>
                  <a:pt x="495774" y="106138"/>
                  <a:pt x="500229" y="104767"/>
                  <a:pt x="503920" y="102026"/>
                </a:cubicBezTo>
                <a:cubicBezTo>
                  <a:pt x="507611" y="99284"/>
                  <a:pt x="510538" y="94908"/>
                  <a:pt x="512699" y="88897"/>
                </a:cubicBezTo>
                <a:moveTo>
                  <a:pt x="465957" y="65882"/>
                </a:moveTo>
                <a:lnTo>
                  <a:pt x="512857" y="65882"/>
                </a:lnTo>
                <a:cubicBezTo>
                  <a:pt x="512225" y="58816"/>
                  <a:pt x="510432" y="53517"/>
                  <a:pt x="507479" y="49985"/>
                </a:cubicBezTo>
                <a:cubicBezTo>
                  <a:pt x="502945" y="44501"/>
                  <a:pt x="497066" y="41759"/>
                  <a:pt x="489842" y="41759"/>
                </a:cubicBezTo>
                <a:cubicBezTo>
                  <a:pt x="483304" y="41759"/>
                  <a:pt x="477808" y="43947"/>
                  <a:pt x="473352" y="48324"/>
                </a:cubicBezTo>
                <a:cubicBezTo>
                  <a:pt x="468897" y="52700"/>
                  <a:pt x="466432" y="58553"/>
                  <a:pt x="465957" y="65882"/>
                </a:cubicBezTo>
                <a:close/>
                <a:moveTo>
                  <a:pt x="544470" y="115945"/>
                </a:moveTo>
                <a:lnTo>
                  <a:pt x="544470" y="31952"/>
                </a:lnTo>
                <a:lnTo>
                  <a:pt x="557282" y="31952"/>
                </a:lnTo>
                <a:lnTo>
                  <a:pt x="557282" y="44686"/>
                </a:lnTo>
                <a:cubicBezTo>
                  <a:pt x="560551" y="38728"/>
                  <a:pt x="563570" y="34799"/>
                  <a:pt x="566338" y="32901"/>
                </a:cubicBezTo>
                <a:cubicBezTo>
                  <a:pt x="569106" y="31003"/>
                  <a:pt x="572151" y="30054"/>
                  <a:pt x="575473" y="30054"/>
                </a:cubicBezTo>
                <a:cubicBezTo>
                  <a:pt x="580271" y="30054"/>
                  <a:pt x="585148" y="31583"/>
                  <a:pt x="590105" y="34641"/>
                </a:cubicBezTo>
                <a:lnTo>
                  <a:pt x="585201" y="47849"/>
                </a:lnTo>
                <a:cubicBezTo>
                  <a:pt x="581721" y="45793"/>
                  <a:pt x="578241" y="44765"/>
                  <a:pt x="574761" y="44765"/>
                </a:cubicBezTo>
                <a:cubicBezTo>
                  <a:pt x="571650" y="44765"/>
                  <a:pt x="568856" y="45701"/>
                  <a:pt x="566378" y="47572"/>
                </a:cubicBezTo>
                <a:cubicBezTo>
                  <a:pt x="563900" y="49444"/>
                  <a:pt x="562133" y="52041"/>
                  <a:pt x="561079" y="55363"/>
                </a:cubicBezTo>
                <a:cubicBezTo>
                  <a:pt x="559497" y="60425"/>
                  <a:pt x="558706" y="65961"/>
                  <a:pt x="558706" y="71972"/>
                </a:cubicBezTo>
                <a:lnTo>
                  <a:pt x="558706" y="115945"/>
                </a:lnTo>
                <a:lnTo>
                  <a:pt x="544470" y="115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1a9ce4a9a4abe"/>
          <a:stretch xmlns:a="http://schemas.openxmlformats.org/drawingml/2006/main"/>
        </p:blipFill>
        <p:spPr>
          <a:xfrm xmlns:a="http://schemas.openxmlformats.org/drawingml/2006/main">
            <a:off x="10834988" y="2467636"/>
            <a:ext cx="449307" cy="188480"/>
          </a:xfrm>
          <a:prstGeom xmlns:a="http://schemas.openxmlformats.org/drawingml/2006/main" prst="rect">
            <a:avLst/>
          </a:prstGeom>
        </p:spPr>
      </p:pic>
      <p:pic>
        <p:nvPicPr>
          <p:cNvPr id="3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3c718c8114a37"/>
          <a:stretch xmlns:a="http://schemas.openxmlformats.org/drawingml/2006/main"/>
        </p:blipFill>
        <p:spPr>
          <a:xfrm xmlns:a="http://schemas.openxmlformats.org/drawingml/2006/main">
            <a:off x="10641204" y="2447266"/>
            <a:ext cx="212041" cy="212041"/>
          </a:xfrm>
          <a:prstGeom xmlns:a="http://schemas.openxmlformats.org/drawingml/2006/main" prst="rect">
            <a:avLst/>
          </a:prstGeom>
        </p:spPr>
      </p:pic>
      <p:sp>
        <p:nvSpPr>
          <p:cNvPr id="125" name="Text Register">
            <a:extLst xmlns:a="http://schemas.openxmlformats.org/drawingml/2006/main">
              <a:ext uri="{FF2B5EF4-FFF2-40B4-BE49-F238E27FC236}">
                <a16:creationId xmlns:a16="http://schemas.microsoft.com/office/drawing/2014/main" id="{2CA83F52-2870-4882-885E-2BC2E8FF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162" y="2131059"/>
            <a:ext cx="590104" cy="150033"/>
          </a:xfrm>
          <a:custGeom xmlns:a="http://schemas.openxmlformats.org/drawingml/2006/main">
            <a:pathLst>
              <a:path w="590104" h="150033">
                <a:moveTo>
                  <a:pt x="0" y="115945"/>
                </a:moveTo>
                <a:lnTo>
                  <a:pt x="0" y="0"/>
                </a:lnTo>
                <a:lnTo>
                  <a:pt x="51408" y="0"/>
                </a:lnTo>
                <a:cubicBezTo>
                  <a:pt x="61743" y="0"/>
                  <a:pt x="69599" y="1041"/>
                  <a:pt x="74977" y="3124"/>
                </a:cubicBezTo>
                <a:cubicBezTo>
                  <a:pt x="80355" y="5207"/>
                  <a:pt x="84652" y="8884"/>
                  <a:pt x="87869" y="14157"/>
                </a:cubicBezTo>
                <a:cubicBezTo>
                  <a:pt x="91085" y="19430"/>
                  <a:pt x="92693" y="25256"/>
                  <a:pt x="92693" y="31636"/>
                </a:cubicBezTo>
                <a:cubicBezTo>
                  <a:pt x="92693" y="39861"/>
                  <a:pt x="90030" y="46795"/>
                  <a:pt x="84705" y="52436"/>
                </a:cubicBezTo>
                <a:cubicBezTo>
                  <a:pt x="79380" y="58078"/>
                  <a:pt x="71154" y="61664"/>
                  <a:pt x="60029" y="63193"/>
                </a:cubicBezTo>
                <a:cubicBezTo>
                  <a:pt x="64089" y="65144"/>
                  <a:pt x="67174" y="67068"/>
                  <a:pt x="69283" y="68966"/>
                </a:cubicBezTo>
                <a:cubicBezTo>
                  <a:pt x="73764" y="73079"/>
                  <a:pt x="78009" y="78220"/>
                  <a:pt x="82016" y="84389"/>
                </a:cubicBezTo>
                <a:lnTo>
                  <a:pt x="102184" y="115945"/>
                </a:lnTo>
                <a:lnTo>
                  <a:pt x="82886" y="115945"/>
                </a:lnTo>
                <a:lnTo>
                  <a:pt x="67543" y="91823"/>
                </a:lnTo>
                <a:cubicBezTo>
                  <a:pt x="63061" y="84863"/>
                  <a:pt x="59370" y="79538"/>
                  <a:pt x="56470" y="75847"/>
                </a:cubicBezTo>
                <a:cubicBezTo>
                  <a:pt x="53570" y="72156"/>
                  <a:pt x="50973" y="69573"/>
                  <a:pt x="48680" y="68096"/>
                </a:cubicBezTo>
                <a:cubicBezTo>
                  <a:pt x="46386" y="66620"/>
                  <a:pt x="44053" y="65592"/>
                  <a:pt x="41680" y="65012"/>
                </a:cubicBezTo>
                <a:cubicBezTo>
                  <a:pt x="39940" y="64643"/>
                  <a:pt x="37093" y="64458"/>
                  <a:pt x="33139" y="64458"/>
                </a:cubicBezTo>
                <a:lnTo>
                  <a:pt x="15343" y="64458"/>
                </a:lnTo>
                <a:lnTo>
                  <a:pt x="15343" y="115945"/>
                </a:lnTo>
                <a:lnTo>
                  <a:pt x="0" y="115945"/>
                </a:lnTo>
                <a:moveTo>
                  <a:pt x="15343" y="51171"/>
                </a:moveTo>
                <a:lnTo>
                  <a:pt x="48324" y="51171"/>
                </a:lnTo>
                <a:cubicBezTo>
                  <a:pt x="55336" y="51171"/>
                  <a:pt x="60820" y="50446"/>
                  <a:pt x="64774" y="48996"/>
                </a:cubicBezTo>
                <a:cubicBezTo>
                  <a:pt x="68729" y="47546"/>
                  <a:pt x="71734" y="45226"/>
                  <a:pt x="73791" y="42036"/>
                </a:cubicBezTo>
                <a:cubicBezTo>
                  <a:pt x="75847" y="38846"/>
                  <a:pt x="76875" y="35379"/>
                  <a:pt x="76875" y="31636"/>
                </a:cubicBezTo>
                <a:cubicBezTo>
                  <a:pt x="76875" y="26152"/>
                  <a:pt x="74885" y="21644"/>
                  <a:pt x="70904" y="18112"/>
                </a:cubicBezTo>
                <a:cubicBezTo>
                  <a:pt x="66923" y="14579"/>
                  <a:pt x="60635" y="12813"/>
                  <a:pt x="52041" y="12813"/>
                </a:cubicBezTo>
                <a:lnTo>
                  <a:pt x="15343" y="12813"/>
                </a:lnTo>
                <a:lnTo>
                  <a:pt x="15343" y="51171"/>
                </a:lnTo>
                <a:close/>
                <a:moveTo>
                  <a:pt x="171854" y="88897"/>
                </a:moveTo>
                <a:lnTo>
                  <a:pt x="186565" y="90716"/>
                </a:lnTo>
                <a:cubicBezTo>
                  <a:pt x="184245" y="99310"/>
                  <a:pt x="179947" y="105980"/>
                  <a:pt x="173673" y="110726"/>
                </a:cubicBezTo>
                <a:cubicBezTo>
                  <a:pt x="167398" y="115471"/>
                  <a:pt x="159384" y="117844"/>
                  <a:pt x="149630" y="117844"/>
                </a:cubicBezTo>
                <a:cubicBezTo>
                  <a:pt x="137344" y="117844"/>
                  <a:pt x="127603" y="114061"/>
                  <a:pt x="120406" y="106494"/>
                </a:cubicBezTo>
                <a:cubicBezTo>
                  <a:pt x="113209" y="98928"/>
                  <a:pt x="109610" y="88317"/>
                  <a:pt x="109610" y="74661"/>
                </a:cubicBezTo>
                <a:cubicBezTo>
                  <a:pt x="109610" y="60530"/>
                  <a:pt x="113248" y="49563"/>
                  <a:pt x="120525" y="41759"/>
                </a:cubicBezTo>
                <a:cubicBezTo>
                  <a:pt x="127801" y="33956"/>
                  <a:pt x="137239" y="30054"/>
                  <a:pt x="148839" y="30054"/>
                </a:cubicBezTo>
                <a:cubicBezTo>
                  <a:pt x="160069" y="30054"/>
                  <a:pt x="169244" y="33877"/>
                  <a:pt x="176362" y="41522"/>
                </a:cubicBezTo>
                <a:cubicBezTo>
                  <a:pt x="183480" y="49167"/>
                  <a:pt x="187039" y="59924"/>
                  <a:pt x="187039" y="73791"/>
                </a:cubicBezTo>
                <a:cubicBezTo>
                  <a:pt x="187039" y="74634"/>
                  <a:pt x="187013" y="75900"/>
                  <a:pt x="186960" y="77587"/>
                </a:cubicBezTo>
                <a:lnTo>
                  <a:pt x="124321" y="77587"/>
                </a:lnTo>
                <a:cubicBezTo>
                  <a:pt x="124848" y="86814"/>
                  <a:pt x="127458" y="93879"/>
                  <a:pt x="132151" y="98783"/>
                </a:cubicBezTo>
                <a:cubicBezTo>
                  <a:pt x="136843" y="103687"/>
                  <a:pt x="142696" y="106138"/>
                  <a:pt x="149709" y="106138"/>
                </a:cubicBezTo>
                <a:cubicBezTo>
                  <a:pt x="154929" y="106138"/>
                  <a:pt x="159384" y="104767"/>
                  <a:pt x="163075" y="102026"/>
                </a:cubicBezTo>
                <a:cubicBezTo>
                  <a:pt x="166766" y="99284"/>
                  <a:pt x="169692" y="94908"/>
                  <a:pt x="171854" y="88897"/>
                </a:cubicBezTo>
                <a:moveTo>
                  <a:pt x="125112" y="65882"/>
                </a:moveTo>
                <a:lnTo>
                  <a:pt x="172012" y="65882"/>
                </a:lnTo>
                <a:cubicBezTo>
                  <a:pt x="171379" y="58816"/>
                  <a:pt x="169587" y="53517"/>
                  <a:pt x="166634" y="49985"/>
                </a:cubicBezTo>
                <a:cubicBezTo>
                  <a:pt x="162099" y="44501"/>
                  <a:pt x="156220" y="41759"/>
                  <a:pt x="148997" y="41759"/>
                </a:cubicBezTo>
                <a:cubicBezTo>
                  <a:pt x="142459" y="41759"/>
                  <a:pt x="136962" y="43947"/>
                  <a:pt x="132507" y="48324"/>
                </a:cubicBezTo>
                <a:cubicBezTo>
                  <a:pt x="128051" y="52700"/>
                  <a:pt x="125586" y="58553"/>
                  <a:pt x="125112" y="65882"/>
                </a:cubicBezTo>
                <a:close/>
                <a:moveTo>
                  <a:pt x="201172" y="122905"/>
                </a:moveTo>
                <a:lnTo>
                  <a:pt x="215013" y="124962"/>
                </a:lnTo>
                <a:cubicBezTo>
                  <a:pt x="215593" y="129233"/>
                  <a:pt x="217201" y="132343"/>
                  <a:pt x="219837" y="134294"/>
                </a:cubicBezTo>
                <a:cubicBezTo>
                  <a:pt x="223370" y="136931"/>
                  <a:pt x="228194" y="138249"/>
                  <a:pt x="234311" y="138249"/>
                </a:cubicBezTo>
                <a:cubicBezTo>
                  <a:pt x="240901" y="138249"/>
                  <a:pt x="245989" y="136931"/>
                  <a:pt x="249575" y="134294"/>
                </a:cubicBezTo>
                <a:cubicBezTo>
                  <a:pt x="253160" y="131658"/>
                  <a:pt x="255586" y="127967"/>
                  <a:pt x="256851" y="123222"/>
                </a:cubicBezTo>
                <a:cubicBezTo>
                  <a:pt x="257589" y="120322"/>
                  <a:pt x="257932" y="114232"/>
                  <a:pt x="257879" y="104952"/>
                </a:cubicBezTo>
                <a:cubicBezTo>
                  <a:pt x="251658" y="112281"/>
                  <a:pt x="243907" y="115945"/>
                  <a:pt x="234627" y="115945"/>
                </a:cubicBezTo>
                <a:cubicBezTo>
                  <a:pt x="223080" y="115945"/>
                  <a:pt x="214143" y="111780"/>
                  <a:pt x="207816" y="103449"/>
                </a:cubicBezTo>
                <a:cubicBezTo>
                  <a:pt x="201488" y="95119"/>
                  <a:pt x="198325" y="85127"/>
                  <a:pt x="198325" y="73474"/>
                </a:cubicBezTo>
                <a:cubicBezTo>
                  <a:pt x="198325" y="65460"/>
                  <a:pt x="199775" y="58065"/>
                  <a:pt x="202675" y="51290"/>
                </a:cubicBezTo>
                <a:cubicBezTo>
                  <a:pt x="205575" y="44514"/>
                  <a:pt x="209780" y="39281"/>
                  <a:pt x="215290" y="35590"/>
                </a:cubicBezTo>
                <a:cubicBezTo>
                  <a:pt x="220799" y="31900"/>
                  <a:pt x="227272" y="30054"/>
                  <a:pt x="234706" y="30054"/>
                </a:cubicBezTo>
                <a:cubicBezTo>
                  <a:pt x="244619" y="30054"/>
                  <a:pt x="252791" y="34061"/>
                  <a:pt x="259224" y="42076"/>
                </a:cubicBezTo>
                <a:lnTo>
                  <a:pt x="259224" y="31952"/>
                </a:lnTo>
                <a:lnTo>
                  <a:pt x="272353" y="31952"/>
                </a:lnTo>
                <a:lnTo>
                  <a:pt x="272353" y="104557"/>
                </a:lnTo>
                <a:cubicBezTo>
                  <a:pt x="272353" y="117633"/>
                  <a:pt x="271021" y="126899"/>
                  <a:pt x="268359" y="132357"/>
                </a:cubicBezTo>
                <a:cubicBezTo>
                  <a:pt x="265696" y="137814"/>
                  <a:pt x="261478" y="142124"/>
                  <a:pt x="255704" y="145288"/>
                </a:cubicBezTo>
                <a:cubicBezTo>
                  <a:pt x="249931" y="148451"/>
                  <a:pt x="242826" y="150033"/>
                  <a:pt x="234390" y="150033"/>
                </a:cubicBezTo>
                <a:cubicBezTo>
                  <a:pt x="224372" y="150033"/>
                  <a:pt x="216278" y="147779"/>
                  <a:pt x="210109" y="143271"/>
                </a:cubicBezTo>
                <a:cubicBezTo>
                  <a:pt x="203940" y="138763"/>
                  <a:pt x="200961" y="131974"/>
                  <a:pt x="201172" y="122905"/>
                </a:cubicBezTo>
                <a:moveTo>
                  <a:pt x="212956" y="72446"/>
                </a:moveTo>
                <a:cubicBezTo>
                  <a:pt x="212956" y="83466"/>
                  <a:pt x="215145" y="91507"/>
                  <a:pt x="219521" y="96569"/>
                </a:cubicBezTo>
                <a:cubicBezTo>
                  <a:pt x="223897" y="101630"/>
                  <a:pt x="229381" y="104161"/>
                  <a:pt x="235971" y="104161"/>
                </a:cubicBezTo>
                <a:cubicBezTo>
                  <a:pt x="242510" y="104161"/>
                  <a:pt x="247993" y="101643"/>
                  <a:pt x="252422" y="96608"/>
                </a:cubicBezTo>
                <a:cubicBezTo>
                  <a:pt x="256851" y="91573"/>
                  <a:pt x="259066" y="83677"/>
                  <a:pt x="259066" y="72921"/>
                </a:cubicBezTo>
                <a:cubicBezTo>
                  <a:pt x="259066" y="62639"/>
                  <a:pt x="256785" y="54888"/>
                  <a:pt x="252224" y="49668"/>
                </a:cubicBezTo>
                <a:cubicBezTo>
                  <a:pt x="247664" y="44448"/>
                  <a:pt x="242167" y="41838"/>
                  <a:pt x="235734" y="41838"/>
                </a:cubicBezTo>
                <a:cubicBezTo>
                  <a:pt x="229407" y="41838"/>
                  <a:pt x="224029" y="44409"/>
                  <a:pt x="219600" y="49550"/>
                </a:cubicBezTo>
                <a:cubicBezTo>
                  <a:pt x="215171" y="54691"/>
                  <a:pt x="212956" y="62323"/>
                  <a:pt x="212956" y="72446"/>
                </a:cubicBezTo>
                <a:close/>
                <a:moveTo>
                  <a:pt x="293289" y="16372"/>
                </a:moveTo>
                <a:lnTo>
                  <a:pt x="293289" y="0"/>
                </a:lnTo>
                <a:lnTo>
                  <a:pt x="307525" y="0"/>
                </a:lnTo>
                <a:lnTo>
                  <a:pt x="307525" y="16372"/>
                </a:lnTo>
                <a:lnTo>
                  <a:pt x="293289" y="16372"/>
                </a:lnTo>
                <a:moveTo>
                  <a:pt x="293289" y="115945"/>
                </a:moveTo>
                <a:lnTo>
                  <a:pt x="293289" y="31952"/>
                </a:lnTo>
                <a:lnTo>
                  <a:pt x="307525" y="31952"/>
                </a:lnTo>
                <a:lnTo>
                  <a:pt x="307525" y="115945"/>
                </a:lnTo>
                <a:lnTo>
                  <a:pt x="293289" y="115945"/>
                </a:lnTo>
                <a:close/>
                <a:moveTo>
                  <a:pt x="322955" y="90874"/>
                </a:moveTo>
                <a:lnTo>
                  <a:pt x="337033" y="88660"/>
                </a:lnTo>
                <a:cubicBezTo>
                  <a:pt x="337823" y="94301"/>
                  <a:pt x="340025" y="98625"/>
                  <a:pt x="343636" y="101630"/>
                </a:cubicBezTo>
                <a:cubicBezTo>
                  <a:pt x="347248" y="104636"/>
                  <a:pt x="352297" y="106138"/>
                  <a:pt x="358782" y="106138"/>
                </a:cubicBezTo>
                <a:cubicBezTo>
                  <a:pt x="365320" y="106138"/>
                  <a:pt x="370171" y="104807"/>
                  <a:pt x="373335" y="102144"/>
                </a:cubicBezTo>
                <a:cubicBezTo>
                  <a:pt x="376498" y="99482"/>
                  <a:pt x="378080" y="96358"/>
                  <a:pt x="378080" y="92772"/>
                </a:cubicBezTo>
                <a:cubicBezTo>
                  <a:pt x="378080" y="89556"/>
                  <a:pt x="376683" y="87025"/>
                  <a:pt x="373888" y="85180"/>
                </a:cubicBezTo>
                <a:cubicBezTo>
                  <a:pt x="371937" y="83914"/>
                  <a:pt x="367087" y="82306"/>
                  <a:pt x="359336" y="80355"/>
                </a:cubicBezTo>
                <a:cubicBezTo>
                  <a:pt x="348896" y="77719"/>
                  <a:pt x="341659" y="75438"/>
                  <a:pt x="337626" y="73514"/>
                </a:cubicBezTo>
                <a:cubicBezTo>
                  <a:pt x="333592" y="71589"/>
                  <a:pt x="330534" y="68927"/>
                  <a:pt x="328451" y="65526"/>
                </a:cubicBezTo>
                <a:cubicBezTo>
                  <a:pt x="326369" y="62125"/>
                  <a:pt x="325327" y="58368"/>
                  <a:pt x="325327" y="54256"/>
                </a:cubicBezTo>
                <a:cubicBezTo>
                  <a:pt x="325327" y="50512"/>
                  <a:pt x="326184" y="47045"/>
                  <a:pt x="327898" y="43855"/>
                </a:cubicBezTo>
                <a:cubicBezTo>
                  <a:pt x="329611" y="40665"/>
                  <a:pt x="331944" y="38016"/>
                  <a:pt x="334897" y="35907"/>
                </a:cubicBezTo>
                <a:cubicBezTo>
                  <a:pt x="337112" y="34272"/>
                  <a:pt x="340130" y="32888"/>
                  <a:pt x="343953" y="31755"/>
                </a:cubicBezTo>
                <a:cubicBezTo>
                  <a:pt x="347776" y="30621"/>
                  <a:pt x="351875" y="30054"/>
                  <a:pt x="356251" y="30054"/>
                </a:cubicBezTo>
                <a:cubicBezTo>
                  <a:pt x="362842" y="30054"/>
                  <a:pt x="368629" y="31003"/>
                  <a:pt x="373611" y="32901"/>
                </a:cubicBezTo>
                <a:cubicBezTo>
                  <a:pt x="378594" y="34799"/>
                  <a:pt x="382272" y="37370"/>
                  <a:pt x="384644" y="40613"/>
                </a:cubicBezTo>
                <a:cubicBezTo>
                  <a:pt x="387017" y="43855"/>
                  <a:pt x="388652" y="48192"/>
                  <a:pt x="389548" y="53623"/>
                </a:cubicBezTo>
                <a:lnTo>
                  <a:pt x="375628" y="55521"/>
                </a:lnTo>
                <a:cubicBezTo>
                  <a:pt x="374996" y="51197"/>
                  <a:pt x="373163" y="47823"/>
                  <a:pt x="370132" y="45397"/>
                </a:cubicBezTo>
                <a:cubicBezTo>
                  <a:pt x="367100" y="42972"/>
                  <a:pt x="362816" y="41759"/>
                  <a:pt x="357279" y="41759"/>
                </a:cubicBezTo>
                <a:cubicBezTo>
                  <a:pt x="350741" y="41759"/>
                  <a:pt x="346075" y="42840"/>
                  <a:pt x="343281" y="45002"/>
                </a:cubicBezTo>
                <a:cubicBezTo>
                  <a:pt x="340486" y="47164"/>
                  <a:pt x="339089" y="49695"/>
                  <a:pt x="339089" y="52595"/>
                </a:cubicBezTo>
                <a:cubicBezTo>
                  <a:pt x="339089" y="54440"/>
                  <a:pt x="339669" y="56101"/>
                  <a:pt x="340829" y="57577"/>
                </a:cubicBezTo>
                <a:cubicBezTo>
                  <a:pt x="341989" y="59106"/>
                  <a:pt x="343808" y="60372"/>
                  <a:pt x="346286" y="61374"/>
                </a:cubicBezTo>
                <a:cubicBezTo>
                  <a:pt x="347710" y="61901"/>
                  <a:pt x="351901" y="63114"/>
                  <a:pt x="358861" y="65012"/>
                </a:cubicBezTo>
                <a:cubicBezTo>
                  <a:pt x="368932" y="67701"/>
                  <a:pt x="375958" y="69902"/>
                  <a:pt x="379939" y="71616"/>
                </a:cubicBezTo>
                <a:cubicBezTo>
                  <a:pt x="383920" y="73329"/>
                  <a:pt x="387044" y="75821"/>
                  <a:pt x="389311" y="79090"/>
                </a:cubicBezTo>
                <a:cubicBezTo>
                  <a:pt x="391578" y="82359"/>
                  <a:pt x="392712" y="86419"/>
                  <a:pt x="392712" y="91269"/>
                </a:cubicBezTo>
                <a:cubicBezTo>
                  <a:pt x="392712" y="96015"/>
                  <a:pt x="391328" y="100483"/>
                  <a:pt x="388559" y="104675"/>
                </a:cubicBezTo>
                <a:cubicBezTo>
                  <a:pt x="385791" y="108867"/>
                  <a:pt x="381797" y="112110"/>
                  <a:pt x="376577" y="114403"/>
                </a:cubicBezTo>
                <a:cubicBezTo>
                  <a:pt x="371357" y="116697"/>
                  <a:pt x="365452" y="117844"/>
                  <a:pt x="358861" y="117844"/>
                </a:cubicBezTo>
                <a:cubicBezTo>
                  <a:pt x="347947" y="117844"/>
                  <a:pt x="339629" y="115576"/>
                  <a:pt x="333908" y="111042"/>
                </a:cubicBezTo>
                <a:cubicBezTo>
                  <a:pt x="328188" y="106507"/>
                  <a:pt x="324536" y="99785"/>
                  <a:pt x="322955" y="90874"/>
                </a:cubicBezTo>
                <a:close/>
                <a:moveTo>
                  <a:pt x="440719" y="103212"/>
                </a:moveTo>
                <a:lnTo>
                  <a:pt x="442776" y="115787"/>
                </a:lnTo>
                <a:cubicBezTo>
                  <a:pt x="438768" y="116631"/>
                  <a:pt x="435183" y="117053"/>
                  <a:pt x="432020" y="117053"/>
                </a:cubicBezTo>
                <a:cubicBezTo>
                  <a:pt x="426852" y="117053"/>
                  <a:pt x="422845" y="116235"/>
                  <a:pt x="419998" y="114601"/>
                </a:cubicBezTo>
                <a:cubicBezTo>
                  <a:pt x="417151" y="112966"/>
                  <a:pt x="415147" y="110818"/>
                  <a:pt x="413987" y="108155"/>
                </a:cubicBezTo>
                <a:cubicBezTo>
                  <a:pt x="412827" y="105492"/>
                  <a:pt x="412247" y="99890"/>
                  <a:pt x="412247" y="91349"/>
                </a:cubicBezTo>
                <a:lnTo>
                  <a:pt x="412247" y="43025"/>
                </a:lnTo>
                <a:lnTo>
                  <a:pt x="401807" y="43025"/>
                </a:lnTo>
                <a:lnTo>
                  <a:pt x="401807" y="31952"/>
                </a:lnTo>
                <a:lnTo>
                  <a:pt x="412247" y="31952"/>
                </a:lnTo>
                <a:lnTo>
                  <a:pt x="412247" y="11152"/>
                </a:lnTo>
                <a:lnTo>
                  <a:pt x="426404" y="2610"/>
                </a:lnTo>
                <a:lnTo>
                  <a:pt x="426404" y="31952"/>
                </a:lnTo>
                <a:lnTo>
                  <a:pt x="440719" y="31952"/>
                </a:lnTo>
                <a:lnTo>
                  <a:pt x="440719" y="43025"/>
                </a:lnTo>
                <a:lnTo>
                  <a:pt x="426404" y="43025"/>
                </a:lnTo>
                <a:lnTo>
                  <a:pt x="426404" y="92139"/>
                </a:lnTo>
                <a:cubicBezTo>
                  <a:pt x="426404" y="96199"/>
                  <a:pt x="426655" y="98809"/>
                  <a:pt x="427155" y="99969"/>
                </a:cubicBezTo>
                <a:cubicBezTo>
                  <a:pt x="427656" y="101129"/>
                  <a:pt x="428474" y="102052"/>
                  <a:pt x="429607" y="102737"/>
                </a:cubicBezTo>
                <a:cubicBezTo>
                  <a:pt x="430741" y="103423"/>
                  <a:pt x="432362" y="103766"/>
                  <a:pt x="434471" y="103766"/>
                </a:cubicBezTo>
                <a:cubicBezTo>
                  <a:pt x="436053" y="103766"/>
                  <a:pt x="438136" y="103581"/>
                  <a:pt x="440719" y="103212"/>
                </a:cubicBezTo>
                <a:close/>
                <a:moveTo>
                  <a:pt x="512699" y="88897"/>
                </a:moveTo>
                <a:lnTo>
                  <a:pt x="527410" y="90716"/>
                </a:lnTo>
                <a:cubicBezTo>
                  <a:pt x="525090" y="99310"/>
                  <a:pt x="520793" y="105980"/>
                  <a:pt x="514518" y="110726"/>
                </a:cubicBezTo>
                <a:cubicBezTo>
                  <a:pt x="508244" y="115471"/>
                  <a:pt x="500229" y="117844"/>
                  <a:pt x="490475" y="117844"/>
                </a:cubicBezTo>
                <a:cubicBezTo>
                  <a:pt x="478190" y="117844"/>
                  <a:pt x="468449" y="114061"/>
                  <a:pt x="461251" y="106494"/>
                </a:cubicBezTo>
                <a:cubicBezTo>
                  <a:pt x="454054" y="98928"/>
                  <a:pt x="450456" y="88317"/>
                  <a:pt x="450456" y="74661"/>
                </a:cubicBezTo>
                <a:cubicBezTo>
                  <a:pt x="450456" y="60530"/>
                  <a:pt x="454094" y="49563"/>
                  <a:pt x="461370" y="41759"/>
                </a:cubicBezTo>
                <a:cubicBezTo>
                  <a:pt x="468646" y="33956"/>
                  <a:pt x="478084" y="30054"/>
                  <a:pt x="489684" y="30054"/>
                </a:cubicBezTo>
                <a:cubicBezTo>
                  <a:pt x="500915" y="30054"/>
                  <a:pt x="510089" y="33877"/>
                  <a:pt x="517207" y="41522"/>
                </a:cubicBezTo>
                <a:cubicBezTo>
                  <a:pt x="524325" y="49167"/>
                  <a:pt x="527885" y="59924"/>
                  <a:pt x="527885" y="73791"/>
                </a:cubicBezTo>
                <a:cubicBezTo>
                  <a:pt x="527885" y="74634"/>
                  <a:pt x="527858" y="75900"/>
                  <a:pt x="527805" y="77587"/>
                </a:cubicBezTo>
                <a:lnTo>
                  <a:pt x="465166" y="77587"/>
                </a:lnTo>
                <a:cubicBezTo>
                  <a:pt x="465694" y="86814"/>
                  <a:pt x="468304" y="93879"/>
                  <a:pt x="472996" y="98783"/>
                </a:cubicBezTo>
                <a:cubicBezTo>
                  <a:pt x="477689" y="103687"/>
                  <a:pt x="483542" y="106138"/>
                  <a:pt x="490554" y="106138"/>
                </a:cubicBezTo>
                <a:cubicBezTo>
                  <a:pt x="495774" y="106138"/>
                  <a:pt x="500229" y="104767"/>
                  <a:pt x="503920" y="102026"/>
                </a:cubicBezTo>
                <a:cubicBezTo>
                  <a:pt x="507611" y="99284"/>
                  <a:pt x="510538" y="94908"/>
                  <a:pt x="512699" y="88897"/>
                </a:cubicBezTo>
                <a:moveTo>
                  <a:pt x="465957" y="65882"/>
                </a:moveTo>
                <a:lnTo>
                  <a:pt x="512857" y="65882"/>
                </a:lnTo>
                <a:cubicBezTo>
                  <a:pt x="512225" y="58816"/>
                  <a:pt x="510432" y="53517"/>
                  <a:pt x="507479" y="49985"/>
                </a:cubicBezTo>
                <a:cubicBezTo>
                  <a:pt x="502945" y="44501"/>
                  <a:pt x="497066" y="41759"/>
                  <a:pt x="489842" y="41759"/>
                </a:cubicBezTo>
                <a:cubicBezTo>
                  <a:pt x="483304" y="41759"/>
                  <a:pt x="477808" y="43947"/>
                  <a:pt x="473352" y="48324"/>
                </a:cubicBezTo>
                <a:cubicBezTo>
                  <a:pt x="468897" y="52700"/>
                  <a:pt x="466432" y="58553"/>
                  <a:pt x="465957" y="65882"/>
                </a:cubicBezTo>
                <a:close/>
                <a:moveTo>
                  <a:pt x="544469" y="115945"/>
                </a:moveTo>
                <a:lnTo>
                  <a:pt x="544469" y="31952"/>
                </a:lnTo>
                <a:lnTo>
                  <a:pt x="557282" y="31952"/>
                </a:lnTo>
                <a:lnTo>
                  <a:pt x="557282" y="44686"/>
                </a:lnTo>
                <a:cubicBezTo>
                  <a:pt x="560551" y="38728"/>
                  <a:pt x="563569" y="34799"/>
                  <a:pt x="566338" y="32901"/>
                </a:cubicBezTo>
                <a:cubicBezTo>
                  <a:pt x="569106" y="31003"/>
                  <a:pt x="572151" y="30054"/>
                  <a:pt x="575472" y="30054"/>
                </a:cubicBezTo>
                <a:cubicBezTo>
                  <a:pt x="580271" y="30054"/>
                  <a:pt x="585148" y="31583"/>
                  <a:pt x="590104" y="34641"/>
                </a:cubicBezTo>
                <a:lnTo>
                  <a:pt x="585200" y="47849"/>
                </a:lnTo>
                <a:cubicBezTo>
                  <a:pt x="581720" y="45793"/>
                  <a:pt x="578241" y="44765"/>
                  <a:pt x="574761" y="44765"/>
                </a:cubicBezTo>
                <a:cubicBezTo>
                  <a:pt x="571650" y="44765"/>
                  <a:pt x="568855" y="45701"/>
                  <a:pt x="566377" y="47572"/>
                </a:cubicBezTo>
                <a:cubicBezTo>
                  <a:pt x="563899" y="49444"/>
                  <a:pt x="562133" y="52041"/>
                  <a:pt x="561078" y="55363"/>
                </a:cubicBezTo>
                <a:cubicBezTo>
                  <a:pt x="559496" y="60425"/>
                  <a:pt x="558705" y="65961"/>
                  <a:pt x="558705" y="71972"/>
                </a:cubicBezTo>
                <a:lnTo>
                  <a:pt x="558705" y="115945"/>
                </a:lnTo>
                <a:lnTo>
                  <a:pt x="544469" y="115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dfdaaf0014b84"/>
          <a:stretch xmlns:a="http://schemas.openxmlformats.org/drawingml/2006/main"/>
        </p:blipFill>
        <p:spPr>
          <a:xfrm xmlns:a="http://schemas.openxmlformats.org/drawingml/2006/main">
            <a:off x="10567579" y="2108590"/>
            <a:ext cx="197316" cy="197316"/>
          </a:xfrm>
          <a:prstGeom xmlns:a="http://schemas.openxmlformats.org/drawingml/2006/main" prst="rect">
            <a:avLst/>
          </a:prstGeom>
        </p:spPr>
      </p:pic>
      <p:pic>
        <p:nvPicPr>
          <p:cNvPr id="3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a95a6b5584e31"/>
          <a:stretch xmlns:a="http://schemas.openxmlformats.org/drawingml/2006/main"/>
        </p:blipFill>
        <p:spPr>
          <a:xfrm xmlns:a="http://schemas.openxmlformats.org/drawingml/2006/main">
            <a:off x="10782533" y="2117180"/>
            <a:ext cx="465866" cy="188480"/>
          </a:xfrm>
          <a:prstGeom xmlns:a="http://schemas.openxmlformats.org/drawingml/2006/main" prst="rect">
            <a:avLst/>
          </a:prstGeom>
        </p:spPr>
      </p:pic>
      <p:sp>
        <p:nvSpPr>
          <p:cNvPr id="128" name="Text Of">
            <a:extLst xmlns:a="http://schemas.openxmlformats.org/drawingml/2006/main">
              <a:ext uri="{FF2B5EF4-FFF2-40B4-BE49-F238E27FC236}">
                <a16:creationId xmlns:a16="http://schemas.microsoft.com/office/drawing/2014/main" id="{FAA0AFFD-CD50-4CA2-9755-C385B2D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874" y="2794576"/>
            <a:ext cx="169323" cy="119979"/>
          </a:xfrm>
          <a:custGeom xmlns:a="http://schemas.openxmlformats.org/drawingml/2006/main">
            <a:pathLst>
              <a:path w="169323" h="119979">
                <a:moveTo>
                  <a:pt x="0" y="61532"/>
                </a:moveTo>
                <a:cubicBezTo>
                  <a:pt x="0" y="42287"/>
                  <a:pt x="5167" y="27220"/>
                  <a:pt x="15502" y="16332"/>
                </a:cubicBezTo>
                <a:cubicBezTo>
                  <a:pt x="25836" y="5444"/>
                  <a:pt x="39176" y="0"/>
                  <a:pt x="55521" y="0"/>
                </a:cubicBezTo>
                <a:cubicBezTo>
                  <a:pt x="66224" y="0"/>
                  <a:pt x="75873" y="2557"/>
                  <a:pt x="84468" y="7672"/>
                </a:cubicBezTo>
                <a:cubicBezTo>
                  <a:pt x="93062" y="12786"/>
                  <a:pt x="99613" y="19917"/>
                  <a:pt x="104122" y="29065"/>
                </a:cubicBezTo>
                <a:cubicBezTo>
                  <a:pt x="108630" y="38213"/>
                  <a:pt x="110884" y="48587"/>
                  <a:pt x="110884" y="60187"/>
                </a:cubicBezTo>
                <a:cubicBezTo>
                  <a:pt x="110884" y="71945"/>
                  <a:pt x="108511" y="82464"/>
                  <a:pt x="103766" y="91744"/>
                </a:cubicBezTo>
                <a:cubicBezTo>
                  <a:pt x="99020" y="101024"/>
                  <a:pt x="92298" y="108050"/>
                  <a:pt x="83598" y="112821"/>
                </a:cubicBezTo>
                <a:cubicBezTo>
                  <a:pt x="74898" y="117593"/>
                  <a:pt x="65513" y="119979"/>
                  <a:pt x="55442" y="119979"/>
                </a:cubicBezTo>
                <a:cubicBezTo>
                  <a:pt x="44527" y="119979"/>
                  <a:pt x="34773" y="117343"/>
                  <a:pt x="26179" y="112070"/>
                </a:cubicBezTo>
                <a:cubicBezTo>
                  <a:pt x="17584" y="106797"/>
                  <a:pt x="11073" y="99600"/>
                  <a:pt x="6644" y="90479"/>
                </a:cubicBezTo>
                <a:cubicBezTo>
                  <a:pt x="2215" y="81357"/>
                  <a:pt x="0" y="71708"/>
                  <a:pt x="0" y="61532"/>
                </a:cubicBezTo>
                <a:moveTo>
                  <a:pt x="15818" y="61769"/>
                </a:moveTo>
                <a:cubicBezTo>
                  <a:pt x="15818" y="75742"/>
                  <a:pt x="19575" y="86748"/>
                  <a:pt x="27088" y="94789"/>
                </a:cubicBezTo>
                <a:cubicBezTo>
                  <a:pt x="34602" y="102830"/>
                  <a:pt x="44027" y="106850"/>
                  <a:pt x="55363" y="106850"/>
                </a:cubicBezTo>
                <a:cubicBezTo>
                  <a:pt x="66910" y="106850"/>
                  <a:pt x="76414" y="102790"/>
                  <a:pt x="83875" y="94670"/>
                </a:cubicBezTo>
                <a:cubicBezTo>
                  <a:pt x="91335" y="86550"/>
                  <a:pt x="95066" y="75030"/>
                  <a:pt x="95066" y="60108"/>
                </a:cubicBezTo>
                <a:cubicBezTo>
                  <a:pt x="95066" y="50670"/>
                  <a:pt x="93471" y="42432"/>
                  <a:pt x="90281" y="35393"/>
                </a:cubicBezTo>
                <a:cubicBezTo>
                  <a:pt x="87091" y="28354"/>
                  <a:pt x="82425" y="22896"/>
                  <a:pt x="76282" y="19021"/>
                </a:cubicBezTo>
                <a:cubicBezTo>
                  <a:pt x="70139" y="15146"/>
                  <a:pt x="63245" y="13208"/>
                  <a:pt x="55600" y="13208"/>
                </a:cubicBezTo>
                <a:cubicBezTo>
                  <a:pt x="44738" y="13208"/>
                  <a:pt x="35393" y="16938"/>
                  <a:pt x="27563" y="24399"/>
                </a:cubicBezTo>
                <a:cubicBezTo>
                  <a:pt x="19733" y="31860"/>
                  <a:pt x="15818" y="44317"/>
                  <a:pt x="15818" y="61769"/>
                </a:cubicBezTo>
                <a:close/>
                <a:moveTo>
                  <a:pt x="132784" y="118002"/>
                </a:moveTo>
                <a:lnTo>
                  <a:pt x="132784" y="45081"/>
                </a:lnTo>
                <a:lnTo>
                  <a:pt x="120209" y="45081"/>
                </a:lnTo>
                <a:lnTo>
                  <a:pt x="120209" y="34009"/>
                </a:lnTo>
                <a:lnTo>
                  <a:pt x="132784" y="34009"/>
                </a:lnTo>
                <a:lnTo>
                  <a:pt x="132784" y="25071"/>
                </a:lnTo>
                <a:cubicBezTo>
                  <a:pt x="132784" y="19430"/>
                  <a:pt x="133285" y="15238"/>
                  <a:pt x="134287" y="12496"/>
                </a:cubicBezTo>
                <a:cubicBezTo>
                  <a:pt x="135657" y="8805"/>
                  <a:pt x="138070" y="5813"/>
                  <a:pt x="141523" y="3519"/>
                </a:cubicBezTo>
                <a:cubicBezTo>
                  <a:pt x="144977" y="1226"/>
                  <a:pt x="149815" y="79"/>
                  <a:pt x="156036" y="79"/>
                </a:cubicBezTo>
                <a:cubicBezTo>
                  <a:pt x="160043" y="79"/>
                  <a:pt x="164473" y="554"/>
                  <a:pt x="169323" y="1503"/>
                </a:cubicBezTo>
                <a:lnTo>
                  <a:pt x="167188" y="13920"/>
                </a:lnTo>
                <a:cubicBezTo>
                  <a:pt x="164235" y="13393"/>
                  <a:pt x="161441" y="13129"/>
                  <a:pt x="158804" y="13129"/>
                </a:cubicBezTo>
                <a:cubicBezTo>
                  <a:pt x="154481" y="13129"/>
                  <a:pt x="151423" y="14052"/>
                  <a:pt x="149630" y="15897"/>
                </a:cubicBezTo>
                <a:cubicBezTo>
                  <a:pt x="147837" y="17742"/>
                  <a:pt x="146941" y="21196"/>
                  <a:pt x="146941" y="26258"/>
                </a:cubicBezTo>
                <a:lnTo>
                  <a:pt x="146941" y="34009"/>
                </a:lnTo>
                <a:lnTo>
                  <a:pt x="163313" y="34009"/>
                </a:lnTo>
                <a:lnTo>
                  <a:pt x="163313" y="45081"/>
                </a:lnTo>
                <a:lnTo>
                  <a:pt x="146941" y="45081"/>
                </a:lnTo>
                <a:lnTo>
                  <a:pt x="146941" y="118002"/>
                </a:lnTo>
                <a:lnTo>
                  <a:pt x="132784" y="118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flineAKA:SNOLocalVerification.(§">
            <a:extLst xmlns:a="http://schemas.openxmlformats.org/drawingml/2006/main">
              <a:ext uri="{FF2B5EF4-FFF2-40B4-BE49-F238E27FC236}">
                <a16:creationId xmlns:a16="http://schemas.microsoft.com/office/drawing/2014/main" id="{43482797-4EE1-42FE-9915-3DB50FCC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714" y="2794576"/>
            <a:ext cx="2572162" cy="152089"/>
          </a:xfrm>
          <a:custGeom xmlns:a="http://schemas.openxmlformats.org/drawingml/2006/main">
            <a:pathLst>
              <a:path w="2572162" h="152089">
                <a:moveTo>
                  <a:pt x="12575" y="118002"/>
                </a:moveTo>
                <a:lnTo>
                  <a:pt x="12575" y="45081"/>
                </a:lnTo>
                <a:lnTo>
                  <a:pt x="0" y="45081"/>
                </a:lnTo>
                <a:lnTo>
                  <a:pt x="0" y="34009"/>
                </a:lnTo>
                <a:lnTo>
                  <a:pt x="12575" y="34009"/>
                </a:lnTo>
                <a:lnTo>
                  <a:pt x="12575" y="25071"/>
                </a:lnTo>
                <a:cubicBezTo>
                  <a:pt x="12575" y="19430"/>
                  <a:pt x="13076" y="15238"/>
                  <a:pt x="14078" y="12496"/>
                </a:cubicBezTo>
                <a:cubicBezTo>
                  <a:pt x="15449" y="8805"/>
                  <a:pt x="17861" y="5813"/>
                  <a:pt x="21315" y="3519"/>
                </a:cubicBezTo>
                <a:cubicBezTo>
                  <a:pt x="24768" y="1226"/>
                  <a:pt x="29606" y="79"/>
                  <a:pt x="35828" y="79"/>
                </a:cubicBezTo>
                <a:cubicBezTo>
                  <a:pt x="39835" y="79"/>
                  <a:pt x="44264" y="554"/>
                  <a:pt x="49115" y="1503"/>
                </a:cubicBezTo>
                <a:lnTo>
                  <a:pt x="46979" y="13920"/>
                </a:lnTo>
                <a:cubicBezTo>
                  <a:pt x="44027" y="13393"/>
                  <a:pt x="41232" y="13129"/>
                  <a:pt x="38596" y="13129"/>
                </a:cubicBezTo>
                <a:cubicBezTo>
                  <a:pt x="34272" y="13129"/>
                  <a:pt x="31214" y="14052"/>
                  <a:pt x="29421" y="15897"/>
                </a:cubicBezTo>
                <a:cubicBezTo>
                  <a:pt x="27629" y="17742"/>
                  <a:pt x="26732" y="21196"/>
                  <a:pt x="26732" y="26258"/>
                </a:cubicBezTo>
                <a:lnTo>
                  <a:pt x="26732" y="34009"/>
                </a:lnTo>
                <a:lnTo>
                  <a:pt x="43104" y="34009"/>
                </a:lnTo>
                <a:lnTo>
                  <a:pt x="43104" y="45081"/>
                </a:lnTo>
                <a:lnTo>
                  <a:pt x="26732" y="45081"/>
                </a:lnTo>
                <a:lnTo>
                  <a:pt x="26732" y="118002"/>
                </a:lnTo>
                <a:lnTo>
                  <a:pt x="12575" y="118002"/>
                </a:lnTo>
                <a:close/>
                <a:moveTo>
                  <a:pt x="54406" y="118002"/>
                </a:moveTo>
                <a:lnTo>
                  <a:pt x="54406" y="2056"/>
                </a:lnTo>
                <a:lnTo>
                  <a:pt x="68642" y="2056"/>
                </a:lnTo>
                <a:lnTo>
                  <a:pt x="68642" y="118002"/>
                </a:lnTo>
                <a:lnTo>
                  <a:pt x="54406" y="118002"/>
                </a:lnTo>
                <a:close/>
                <a:moveTo>
                  <a:pt x="90306" y="18428"/>
                </a:moveTo>
                <a:lnTo>
                  <a:pt x="90306" y="2056"/>
                </a:lnTo>
                <a:lnTo>
                  <a:pt x="104542" y="2056"/>
                </a:lnTo>
                <a:lnTo>
                  <a:pt x="104542" y="18428"/>
                </a:lnTo>
                <a:lnTo>
                  <a:pt x="90306" y="18428"/>
                </a:lnTo>
                <a:moveTo>
                  <a:pt x="90306" y="118002"/>
                </a:moveTo>
                <a:lnTo>
                  <a:pt x="90306" y="34009"/>
                </a:lnTo>
                <a:lnTo>
                  <a:pt x="104542" y="34009"/>
                </a:lnTo>
                <a:lnTo>
                  <a:pt x="104542" y="118002"/>
                </a:lnTo>
                <a:lnTo>
                  <a:pt x="90306" y="118002"/>
                </a:lnTo>
                <a:close/>
                <a:moveTo>
                  <a:pt x="125732" y="118002"/>
                </a:moveTo>
                <a:lnTo>
                  <a:pt x="125732" y="34009"/>
                </a:lnTo>
                <a:lnTo>
                  <a:pt x="138545" y="34009"/>
                </a:lnTo>
                <a:lnTo>
                  <a:pt x="138545" y="45951"/>
                </a:lnTo>
                <a:cubicBezTo>
                  <a:pt x="144714" y="36724"/>
                  <a:pt x="153624" y="32110"/>
                  <a:pt x="165277" y="32110"/>
                </a:cubicBezTo>
                <a:cubicBezTo>
                  <a:pt x="170339" y="32110"/>
                  <a:pt x="174992" y="33020"/>
                  <a:pt x="179236" y="34839"/>
                </a:cubicBezTo>
                <a:cubicBezTo>
                  <a:pt x="183481" y="36658"/>
                  <a:pt x="186658" y="39044"/>
                  <a:pt x="188767" y="41997"/>
                </a:cubicBezTo>
                <a:cubicBezTo>
                  <a:pt x="190876" y="44949"/>
                  <a:pt x="192352" y="48456"/>
                  <a:pt x="193196" y="52516"/>
                </a:cubicBezTo>
                <a:cubicBezTo>
                  <a:pt x="193723" y="55152"/>
                  <a:pt x="193987" y="59765"/>
                  <a:pt x="193987" y="66356"/>
                </a:cubicBezTo>
                <a:lnTo>
                  <a:pt x="193987" y="118002"/>
                </a:lnTo>
                <a:lnTo>
                  <a:pt x="179750" y="118002"/>
                </a:lnTo>
                <a:lnTo>
                  <a:pt x="179750" y="66910"/>
                </a:lnTo>
                <a:cubicBezTo>
                  <a:pt x="179750" y="61110"/>
                  <a:pt x="179197" y="56773"/>
                  <a:pt x="178089" y="53900"/>
                </a:cubicBezTo>
                <a:cubicBezTo>
                  <a:pt x="176982" y="51026"/>
                  <a:pt x="175018" y="48732"/>
                  <a:pt x="172197" y="47019"/>
                </a:cubicBezTo>
                <a:cubicBezTo>
                  <a:pt x="169376" y="45305"/>
                  <a:pt x="166068" y="44448"/>
                  <a:pt x="162272" y="44448"/>
                </a:cubicBezTo>
                <a:cubicBezTo>
                  <a:pt x="156208" y="44448"/>
                  <a:pt x="150975" y="46373"/>
                  <a:pt x="146572" y="50222"/>
                </a:cubicBezTo>
                <a:cubicBezTo>
                  <a:pt x="142170" y="54071"/>
                  <a:pt x="139968" y="61374"/>
                  <a:pt x="139968" y="72130"/>
                </a:cubicBezTo>
                <a:lnTo>
                  <a:pt x="139968" y="118002"/>
                </a:lnTo>
                <a:lnTo>
                  <a:pt x="125732" y="118002"/>
                </a:lnTo>
                <a:close/>
                <a:moveTo>
                  <a:pt x="272674" y="90953"/>
                </a:moveTo>
                <a:lnTo>
                  <a:pt x="287384" y="92772"/>
                </a:lnTo>
                <a:cubicBezTo>
                  <a:pt x="285064" y="101367"/>
                  <a:pt x="280767" y="108037"/>
                  <a:pt x="274493" y="112782"/>
                </a:cubicBezTo>
                <a:cubicBezTo>
                  <a:pt x="268218" y="117527"/>
                  <a:pt x="260204" y="119900"/>
                  <a:pt x="250450" y="119900"/>
                </a:cubicBezTo>
                <a:cubicBezTo>
                  <a:pt x="238164" y="119900"/>
                  <a:pt x="228423" y="116117"/>
                  <a:pt x="221226" y="108551"/>
                </a:cubicBezTo>
                <a:cubicBezTo>
                  <a:pt x="214029" y="100984"/>
                  <a:pt x="210430" y="90373"/>
                  <a:pt x="210430" y="76717"/>
                </a:cubicBezTo>
                <a:cubicBezTo>
                  <a:pt x="210430" y="62586"/>
                  <a:pt x="214068" y="51619"/>
                  <a:pt x="221345" y="43816"/>
                </a:cubicBezTo>
                <a:cubicBezTo>
                  <a:pt x="228621" y="36012"/>
                  <a:pt x="238059" y="32110"/>
                  <a:pt x="249659" y="32110"/>
                </a:cubicBezTo>
                <a:cubicBezTo>
                  <a:pt x="260889" y="32110"/>
                  <a:pt x="270064" y="35933"/>
                  <a:pt x="277182" y="43578"/>
                </a:cubicBezTo>
                <a:cubicBezTo>
                  <a:pt x="284300" y="51224"/>
                  <a:pt x="287859" y="61980"/>
                  <a:pt x="287859" y="75847"/>
                </a:cubicBezTo>
                <a:cubicBezTo>
                  <a:pt x="287859" y="76691"/>
                  <a:pt x="287833" y="77956"/>
                  <a:pt x="287780" y="79643"/>
                </a:cubicBezTo>
                <a:lnTo>
                  <a:pt x="225141" y="79643"/>
                </a:lnTo>
                <a:cubicBezTo>
                  <a:pt x="225668" y="88870"/>
                  <a:pt x="228278" y="95936"/>
                  <a:pt x="232971" y="100839"/>
                </a:cubicBezTo>
                <a:cubicBezTo>
                  <a:pt x="237663" y="105743"/>
                  <a:pt x="243516" y="108195"/>
                  <a:pt x="250529" y="108195"/>
                </a:cubicBezTo>
                <a:cubicBezTo>
                  <a:pt x="255749" y="108195"/>
                  <a:pt x="260204" y="106824"/>
                  <a:pt x="263895" y="104082"/>
                </a:cubicBezTo>
                <a:cubicBezTo>
                  <a:pt x="267586" y="101340"/>
                  <a:pt x="270512" y="96964"/>
                  <a:pt x="272674" y="90953"/>
                </a:cubicBezTo>
                <a:moveTo>
                  <a:pt x="225932" y="67938"/>
                </a:moveTo>
                <a:lnTo>
                  <a:pt x="272832" y="67938"/>
                </a:lnTo>
                <a:cubicBezTo>
                  <a:pt x="272199" y="60873"/>
                  <a:pt x="270407" y="55574"/>
                  <a:pt x="267454" y="52041"/>
                </a:cubicBezTo>
                <a:cubicBezTo>
                  <a:pt x="262919" y="46557"/>
                  <a:pt x="257040" y="43816"/>
                  <a:pt x="249817" y="43816"/>
                </a:cubicBezTo>
                <a:cubicBezTo>
                  <a:pt x="243279" y="43816"/>
                  <a:pt x="237782" y="46004"/>
                  <a:pt x="233327" y="50380"/>
                </a:cubicBezTo>
                <a:cubicBezTo>
                  <a:pt x="228871" y="54756"/>
                  <a:pt x="226406" y="60609"/>
                  <a:pt x="225932" y="67938"/>
                </a:cubicBezTo>
                <a:close/>
                <a:moveTo>
                  <a:pt x="330206" y="118002"/>
                </a:moveTo>
                <a:lnTo>
                  <a:pt x="374733" y="2056"/>
                </a:lnTo>
                <a:lnTo>
                  <a:pt x="391263" y="2056"/>
                </a:lnTo>
                <a:lnTo>
                  <a:pt x="438717" y="118002"/>
                </a:lnTo>
                <a:lnTo>
                  <a:pt x="421238" y="118002"/>
                </a:lnTo>
                <a:lnTo>
                  <a:pt x="407713" y="82886"/>
                </a:lnTo>
                <a:lnTo>
                  <a:pt x="359231" y="82886"/>
                </a:lnTo>
                <a:lnTo>
                  <a:pt x="346498" y="118002"/>
                </a:lnTo>
                <a:lnTo>
                  <a:pt x="330206" y="118002"/>
                </a:lnTo>
                <a:moveTo>
                  <a:pt x="363660" y="70390"/>
                </a:moveTo>
                <a:lnTo>
                  <a:pt x="402968" y="70390"/>
                </a:lnTo>
                <a:lnTo>
                  <a:pt x="390867" y="38279"/>
                </a:lnTo>
                <a:cubicBezTo>
                  <a:pt x="387176" y="28525"/>
                  <a:pt x="384435" y="20511"/>
                  <a:pt x="382642" y="14236"/>
                </a:cubicBezTo>
                <a:cubicBezTo>
                  <a:pt x="381166" y="21671"/>
                  <a:pt x="379083" y="29052"/>
                  <a:pt x="376394" y="36381"/>
                </a:cubicBezTo>
                <a:lnTo>
                  <a:pt x="363660" y="70390"/>
                </a:lnTo>
                <a:close/>
                <a:moveTo>
                  <a:pt x="450295" y="118002"/>
                </a:moveTo>
                <a:lnTo>
                  <a:pt x="450295" y="2056"/>
                </a:lnTo>
                <a:lnTo>
                  <a:pt x="465639" y="2056"/>
                </a:lnTo>
                <a:lnTo>
                  <a:pt x="465639" y="59555"/>
                </a:lnTo>
                <a:lnTo>
                  <a:pt x="523216" y="2056"/>
                </a:lnTo>
                <a:lnTo>
                  <a:pt x="544016" y="2056"/>
                </a:lnTo>
                <a:lnTo>
                  <a:pt x="495376" y="49036"/>
                </a:lnTo>
                <a:lnTo>
                  <a:pt x="546152" y="118002"/>
                </a:lnTo>
                <a:lnTo>
                  <a:pt x="525905" y="118002"/>
                </a:lnTo>
                <a:lnTo>
                  <a:pt x="484620" y="59317"/>
                </a:lnTo>
                <a:lnTo>
                  <a:pt x="465639" y="77824"/>
                </a:lnTo>
                <a:lnTo>
                  <a:pt x="465639" y="118002"/>
                </a:lnTo>
                <a:lnTo>
                  <a:pt x="450295" y="118002"/>
                </a:lnTo>
                <a:close/>
                <a:moveTo>
                  <a:pt x="546184" y="118002"/>
                </a:moveTo>
                <a:lnTo>
                  <a:pt x="590711" y="2056"/>
                </a:lnTo>
                <a:lnTo>
                  <a:pt x="607241" y="2056"/>
                </a:lnTo>
                <a:lnTo>
                  <a:pt x="654695" y="118002"/>
                </a:lnTo>
                <a:lnTo>
                  <a:pt x="637216" y="118002"/>
                </a:lnTo>
                <a:lnTo>
                  <a:pt x="623692" y="82886"/>
                </a:lnTo>
                <a:lnTo>
                  <a:pt x="575210" y="82886"/>
                </a:lnTo>
                <a:lnTo>
                  <a:pt x="562476" y="118002"/>
                </a:lnTo>
                <a:lnTo>
                  <a:pt x="546184" y="118002"/>
                </a:lnTo>
                <a:moveTo>
                  <a:pt x="579639" y="70390"/>
                </a:moveTo>
                <a:lnTo>
                  <a:pt x="618946" y="70390"/>
                </a:lnTo>
                <a:lnTo>
                  <a:pt x="606845" y="38279"/>
                </a:lnTo>
                <a:cubicBezTo>
                  <a:pt x="603155" y="28525"/>
                  <a:pt x="600413" y="20511"/>
                  <a:pt x="598620" y="14236"/>
                </a:cubicBezTo>
                <a:cubicBezTo>
                  <a:pt x="597144" y="21671"/>
                  <a:pt x="595061" y="29052"/>
                  <a:pt x="592372" y="36381"/>
                </a:cubicBezTo>
                <a:lnTo>
                  <a:pt x="579639" y="70390"/>
                </a:lnTo>
                <a:close/>
                <a:moveTo>
                  <a:pt x="669041" y="50222"/>
                </a:moveTo>
                <a:lnTo>
                  <a:pt x="669041" y="34009"/>
                </a:lnTo>
                <a:lnTo>
                  <a:pt x="685254" y="34009"/>
                </a:lnTo>
                <a:lnTo>
                  <a:pt x="685254" y="50222"/>
                </a:lnTo>
                <a:lnTo>
                  <a:pt x="669041" y="50222"/>
                </a:lnTo>
                <a:moveTo>
                  <a:pt x="669041" y="118002"/>
                </a:moveTo>
                <a:lnTo>
                  <a:pt x="669041" y="101788"/>
                </a:lnTo>
                <a:lnTo>
                  <a:pt x="685254" y="101788"/>
                </a:lnTo>
                <a:lnTo>
                  <a:pt x="685254" y="118002"/>
                </a:lnTo>
                <a:lnTo>
                  <a:pt x="669041" y="118002"/>
                </a:lnTo>
                <a:close/>
                <a:moveTo>
                  <a:pt x="752782" y="80751"/>
                </a:moveTo>
                <a:lnTo>
                  <a:pt x="767255" y="79485"/>
                </a:lnTo>
                <a:cubicBezTo>
                  <a:pt x="767941" y="85285"/>
                  <a:pt x="769536" y="90044"/>
                  <a:pt x="772040" y="93761"/>
                </a:cubicBezTo>
                <a:cubicBezTo>
                  <a:pt x="774545" y="97478"/>
                  <a:pt x="778433" y="100483"/>
                  <a:pt x="783706" y="102777"/>
                </a:cubicBezTo>
                <a:cubicBezTo>
                  <a:pt x="788979" y="105071"/>
                  <a:pt x="794910" y="106217"/>
                  <a:pt x="801501" y="106217"/>
                </a:cubicBezTo>
                <a:cubicBezTo>
                  <a:pt x="807354" y="106217"/>
                  <a:pt x="812521" y="105347"/>
                  <a:pt x="817003" y="103607"/>
                </a:cubicBezTo>
                <a:cubicBezTo>
                  <a:pt x="821485" y="101868"/>
                  <a:pt x="824820" y="99482"/>
                  <a:pt x="827008" y="96450"/>
                </a:cubicBezTo>
                <a:cubicBezTo>
                  <a:pt x="829196" y="93418"/>
                  <a:pt x="830290" y="90110"/>
                  <a:pt x="830290" y="86524"/>
                </a:cubicBezTo>
                <a:cubicBezTo>
                  <a:pt x="830290" y="82886"/>
                  <a:pt x="829235" y="79709"/>
                  <a:pt x="827126" y="76994"/>
                </a:cubicBezTo>
                <a:cubicBezTo>
                  <a:pt x="825017" y="74278"/>
                  <a:pt x="821537" y="71998"/>
                  <a:pt x="816687" y="70153"/>
                </a:cubicBezTo>
                <a:cubicBezTo>
                  <a:pt x="813576" y="68940"/>
                  <a:pt x="806695" y="67055"/>
                  <a:pt x="796044" y="64498"/>
                </a:cubicBezTo>
                <a:cubicBezTo>
                  <a:pt x="785393" y="61940"/>
                  <a:pt x="777933" y="59528"/>
                  <a:pt x="773662" y="57261"/>
                </a:cubicBezTo>
                <a:cubicBezTo>
                  <a:pt x="768125" y="54361"/>
                  <a:pt x="764000" y="50762"/>
                  <a:pt x="761284" y="46465"/>
                </a:cubicBezTo>
                <a:cubicBezTo>
                  <a:pt x="758569" y="42168"/>
                  <a:pt x="757211" y="37357"/>
                  <a:pt x="757211" y="32031"/>
                </a:cubicBezTo>
                <a:cubicBezTo>
                  <a:pt x="757211" y="26179"/>
                  <a:pt x="758872" y="20708"/>
                  <a:pt x="762194" y="15620"/>
                </a:cubicBezTo>
                <a:cubicBezTo>
                  <a:pt x="765515" y="10532"/>
                  <a:pt x="770366" y="6670"/>
                  <a:pt x="776746" y="4034"/>
                </a:cubicBezTo>
                <a:cubicBezTo>
                  <a:pt x="783126" y="1397"/>
                  <a:pt x="790218" y="79"/>
                  <a:pt x="798021" y="79"/>
                </a:cubicBezTo>
                <a:cubicBezTo>
                  <a:pt x="806616" y="79"/>
                  <a:pt x="814195" y="1463"/>
                  <a:pt x="820760" y="4231"/>
                </a:cubicBezTo>
                <a:cubicBezTo>
                  <a:pt x="827324" y="6999"/>
                  <a:pt x="832373" y="11073"/>
                  <a:pt x="835905" y="16451"/>
                </a:cubicBezTo>
                <a:cubicBezTo>
                  <a:pt x="839438" y="21829"/>
                  <a:pt x="841336" y="27919"/>
                  <a:pt x="841600" y="34720"/>
                </a:cubicBezTo>
                <a:lnTo>
                  <a:pt x="826889" y="35828"/>
                </a:lnTo>
                <a:cubicBezTo>
                  <a:pt x="826098" y="28499"/>
                  <a:pt x="823422" y="22962"/>
                  <a:pt x="818861" y="19219"/>
                </a:cubicBezTo>
                <a:cubicBezTo>
                  <a:pt x="814301" y="15475"/>
                  <a:pt x="807565" y="13603"/>
                  <a:pt x="798654" y="13603"/>
                </a:cubicBezTo>
                <a:cubicBezTo>
                  <a:pt x="789374" y="13603"/>
                  <a:pt x="782612" y="15304"/>
                  <a:pt x="778368" y="18705"/>
                </a:cubicBezTo>
                <a:cubicBezTo>
                  <a:pt x="774123" y="22106"/>
                  <a:pt x="772001" y="26205"/>
                  <a:pt x="772001" y="31003"/>
                </a:cubicBezTo>
                <a:cubicBezTo>
                  <a:pt x="772001" y="35169"/>
                  <a:pt x="773504" y="38596"/>
                  <a:pt x="776509" y="41285"/>
                </a:cubicBezTo>
                <a:cubicBezTo>
                  <a:pt x="779462" y="43974"/>
                  <a:pt x="787173" y="46729"/>
                  <a:pt x="799643" y="49550"/>
                </a:cubicBezTo>
                <a:cubicBezTo>
                  <a:pt x="812113" y="52371"/>
                  <a:pt x="820667" y="54836"/>
                  <a:pt x="825307" y="56945"/>
                </a:cubicBezTo>
                <a:cubicBezTo>
                  <a:pt x="832056" y="60055"/>
                  <a:pt x="837039" y="63997"/>
                  <a:pt x="840255" y="68768"/>
                </a:cubicBezTo>
                <a:cubicBezTo>
                  <a:pt x="843472" y="73540"/>
                  <a:pt x="845080" y="79037"/>
                  <a:pt x="845080" y="85259"/>
                </a:cubicBezTo>
                <a:cubicBezTo>
                  <a:pt x="845080" y="91428"/>
                  <a:pt x="843313" y="97241"/>
                  <a:pt x="839781" y="102698"/>
                </a:cubicBezTo>
                <a:cubicBezTo>
                  <a:pt x="836248" y="108155"/>
                  <a:pt x="831173" y="112400"/>
                  <a:pt x="824556" y="115431"/>
                </a:cubicBezTo>
                <a:cubicBezTo>
                  <a:pt x="817939" y="118463"/>
                  <a:pt x="810491" y="119979"/>
                  <a:pt x="802213" y="119979"/>
                </a:cubicBezTo>
                <a:cubicBezTo>
                  <a:pt x="791721" y="119979"/>
                  <a:pt x="782928" y="118450"/>
                  <a:pt x="775837" y="115392"/>
                </a:cubicBezTo>
                <a:cubicBezTo>
                  <a:pt x="768745" y="112334"/>
                  <a:pt x="763182" y="107733"/>
                  <a:pt x="759149" y="101591"/>
                </a:cubicBezTo>
                <a:cubicBezTo>
                  <a:pt x="755115" y="95448"/>
                  <a:pt x="752993" y="88501"/>
                  <a:pt x="752782" y="80751"/>
                </a:cubicBezTo>
                <a:close/>
                <a:moveTo>
                  <a:pt x="865832" y="118002"/>
                </a:moveTo>
                <a:lnTo>
                  <a:pt x="865832" y="2056"/>
                </a:lnTo>
                <a:lnTo>
                  <a:pt x="881571" y="2056"/>
                </a:lnTo>
                <a:lnTo>
                  <a:pt x="942470" y="93089"/>
                </a:lnTo>
                <a:lnTo>
                  <a:pt x="942470" y="2056"/>
                </a:lnTo>
                <a:lnTo>
                  <a:pt x="957181" y="2056"/>
                </a:lnTo>
                <a:lnTo>
                  <a:pt x="957181" y="118002"/>
                </a:lnTo>
                <a:lnTo>
                  <a:pt x="941442" y="118002"/>
                </a:lnTo>
                <a:lnTo>
                  <a:pt x="880543" y="26890"/>
                </a:lnTo>
                <a:lnTo>
                  <a:pt x="880543" y="118002"/>
                </a:lnTo>
                <a:lnTo>
                  <a:pt x="865832" y="118002"/>
                </a:lnTo>
                <a:close/>
                <a:moveTo>
                  <a:pt x="977737" y="61532"/>
                </a:moveTo>
                <a:cubicBezTo>
                  <a:pt x="977737" y="42287"/>
                  <a:pt x="982904" y="27220"/>
                  <a:pt x="993238" y="16332"/>
                </a:cubicBezTo>
                <a:cubicBezTo>
                  <a:pt x="1003573" y="5444"/>
                  <a:pt x="1016913" y="0"/>
                  <a:pt x="1033258" y="0"/>
                </a:cubicBezTo>
                <a:cubicBezTo>
                  <a:pt x="1043961" y="0"/>
                  <a:pt x="1053610" y="2557"/>
                  <a:pt x="1062205" y="7672"/>
                </a:cubicBezTo>
                <a:cubicBezTo>
                  <a:pt x="1070799" y="12786"/>
                  <a:pt x="1077350" y="19917"/>
                  <a:pt x="1081858" y="29065"/>
                </a:cubicBezTo>
                <a:cubicBezTo>
                  <a:pt x="1086367" y="38213"/>
                  <a:pt x="1088621" y="48587"/>
                  <a:pt x="1088621" y="60187"/>
                </a:cubicBezTo>
                <a:cubicBezTo>
                  <a:pt x="1088621" y="71945"/>
                  <a:pt x="1086248" y="82464"/>
                  <a:pt x="1081503" y="91744"/>
                </a:cubicBezTo>
                <a:cubicBezTo>
                  <a:pt x="1076757" y="101024"/>
                  <a:pt x="1070035" y="108050"/>
                  <a:pt x="1061335" y="112821"/>
                </a:cubicBezTo>
                <a:cubicBezTo>
                  <a:pt x="1052635" y="117593"/>
                  <a:pt x="1043249" y="119979"/>
                  <a:pt x="1033179" y="119979"/>
                </a:cubicBezTo>
                <a:cubicBezTo>
                  <a:pt x="1022264" y="119979"/>
                  <a:pt x="1012510" y="117343"/>
                  <a:pt x="1003916" y="112070"/>
                </a:cubicBezTo>
                <a:cubicBezTo>
                  <a:pt x="995321" y="106797"/>
                  <a:pt x="988809" y="99600"/>
                  <a:pt x="984380" y="90479"/>
                </a:cubicBezTo>
                <a:cubicBezTo>
                  <a:pt x="979951" y="81357"/>
                  <a:pt x="977737" y="71708"/>
                  <a:pt x="977737" y="61532"/>
                </a:cubicBezTo>
                <a:moveTo>
                  <a:pt x="993555" y="61769"/>
                </a:moveTo>
                <a:cubicBezTo>
                  <a:pt x="993555" y="75742"/>
                  <a:pt x="997312" y="86748"/>
                  <a:pt x="1004825" y="94789"/>
                </a:cubicBezTo>
                <a:cubicBezTo>
                  <a:pt x="1012339" y="102830"/>
                  <a:pt x="1021763" y="106850"/>
                  <a:pt x="1033100" y="106850"/>
                </a:cubicBezTo>
                <a:cubicBezTo>
                  <a:pt x="1044647" y="106850"/>
                  <a:pt x="1054151" y="102790"/>
                  <a:pt x="1061611" y="94670"/>
                </a:cubicBezTo>
                <a:cubicBezTo>
                  <a:pt x="1069072" y="86550"/>
                  <a:pt x="1072803" y="75030"/>
                  <a:pt x="1072803" y="60108"/>
                </a:cubicBezTo>
                <a:cubicBezTo>
                  <a:pt x="1072803" y="50670"/>
                  <a:pt x="1071208" y="42432"/>
                  <a:pt x="1068018" y="35393"/>
                </a:cubicBezTo>
                <a:cubicBezTo>
                  <a:pt x="1064828" y="28354"/>
                  <a:pt x="1060162" y="22896"/>
                  <a:pt x="1054019" y="19021"/>
                </a:cubicBezTo>
                <a:cubicBezTo>
                  <a:pt x="1047876" y="15146"/>
                  <a:pt x="1040982" y="13208"/>
                  <a:pt x="1033337" y="13208"/>
                </a:cubicBezTo>
                <a:cubicBezTo>
                  <a:pt x="1022475" y="13208"/>
                  <a:pt x="1013130" y="16938"/>
                  <a:pt x="1005300" y="24399"/>
                </a:cubicBezTo>
                <a:cubicBezTo>
                  <a:pt x="997470" y="31860"/>
                  <a:pt x="993555" y="44317"/>
                  <a:pt x="993555" y="61769"/>
                </a:cubicBezTo>
                <a:close/>
                <a:moveTo>
                  <a:pt x="1153871" y="118002"/>
                </a:moveTo>
                <a:lnTo>
                  <a:pt x="1153871" y="2056"/>
                </a:lnTo>
                <a:lnTo>
                  <a:pt x="1169214" y="2056"/>
                </a:lnTo>
                <a:lnTo>
                  <a:pt x="1169214" y="104319"/>
                </a:lnTo>
                <a:lnTo>
                  <a:pt x="1226317" y="104319"/>
                </a:lnTo>
                <a:lnTo>
                  <a:pt x="1226317" y="118002"/>
                </a:lnTo>
                <a:lnTo>
                  <a:pt x="1153871" y="118002"/>
                </a:lnTo>
                <a:close/>
                <a:moveTo>
                  <a:pt x="1236812" y="76005"/>
                </a:moveTo>
                <a:cubicBezTo>
                  <a:pt x="1236812" y="60451"/>
                  <a:pt x="1241136" y="48930"/>
                  <a:pt x="1249783" y="41443"/>
                </a:cubicBezTo>
                <a:cubicBezTo>
                  <a:pt x="1257007" y="35221"/>
                  <a:pt x="1265812" y="32110"/>
                  <a:pt x="1276199" y="32110"/>
                </a:cubicBezTo>
                <a:cubicBezTo>
                  <a:pt x="1287746" y="32110"/>
                  <a:pt x="1297184" y="35894"/>
                  <a:pt x="1304513" y="43460"/>
                </a:cubicBezTo>
                <a:cubicBezTo>
                  <a:pt x="1311842" y="51026"/>
                  <a:pt x="1315507" y="61479"/>
                  <a:pt x="1315507" y="74819"/>
                </a:cubicBezTo>
                <a:cubicBezTo>
                  <a:pt x="1315507" y="85628"/>
                  <a:pt x="1313885" y="94130"/>
                  <a:pt x="1310643" y="100325"/>
                </a:cubicBezTo>
                <a:cubicBezTo>
                  <a:pt x="1307400" y="106521"/>
                  <a:pt x="1302681" y="111332"/>
                  <a:pt x="1296486" y="114759"/>
                </a:cubicBezTo>
                <a:cubicBezTo>
                  <a:pt x="1290290" y="118186"/>
                  <a:pt x="1283528" y="119900"/>
                  <a:pt x="1276199" y="119900"/>
                </a:cubicBezTo>
                <a:cubicBezTo>
                  <a:pt x="1264441" y="119900"/>
                  <a:pt x="1254937" y="116130"/>
                  <a:pt x="1247687" y="108590"/>
                </a:cubicBezTo>
                <a:cubicBezTo>
                  <a:pt x="1240437" y="101050"/>
                  <a:pt x="1236812" y="90189"/>
                  <a:pt x="1236812" y="76005"/>
                </a:cubicBezTo>
                <a:moveTo>
                  <a:pt x="1251444" y="76005"/>
                </a:moveTo>
                <a:cubicBezTo>
                  <a:pt x="1251444" y="86761"/>
                  <a:pt x="1253790" y="94815"/>
                  <a:pt x="1258483" y="100167"/>
                </a:cubicBezTo>
                <a:cubicBezTo>
                  <a:pt x="1263176" y="105519"/>
                  <a:pt x="1269081" y="108195"/>
                  <a:pt x="1276199" y="108195"/>
                </a:cubicBezTo>
                <a:cubicBezTo>
                  <a:pt x="1283264" y="108195"/>
                  <a:pt x="1289143" y="105506"/>
                  <a:pt x="1293836" y="100128"/>
                </a:cubicBezTo>
                <a:cubicBezTo>
                  <a:pt x="1298529" y="94749"/>
                  <a:pt x="1300875" y="86550"/>
                  <a:pt x="1300875" y="75531"/>
                </a:cubicBezTo>
                <a:cubicBezTo>
                  <a:pt x="1300875" y="65144"/>
                  <a:pt x="1298515" y="57274"/>
                  <a:pt x="1293796" y="51922"/>
                </a:cubicBezTo>
                <a:cubicBezTo>
                  <a:pt x="1289077" y="46571"/>
                  <a:pt x="1283212" y="43895"/>
                  <a:pt x="1276199" y="43895"/>
                </a:cubicBezTo>
                <a:cubicBezTo>
                  <a:pt x="1269081" y="43895"/>
                  <a:pt x="1263176" y="46557"/>
                  <a:pt x="1258483" y="51883"/>
                </a:cubicBezTo>
                <a:cubicBezTo>
                  <a:pt x="1253790" y="57208"/>
                  <a:pt x="1251444" y="65249"/>
                  <a:pt x="1251444" y="76005"/>
                </a:cubicBezTo>
                <a:close/>
                <a:moveTo>
                  <a:pt x="1386347" y="87236"/>
                </a:moveTo>
                <a:lnTo>
                  <a:pt x="1400346" y="89055"/>
                </a:lnTo>
                <a:cubicBezTo>
                  <a:pt x="1398817" y="98704"/>
                  <a:pt x="1394902" y="106257"/>
                  <a:pt x="1388601" y="111714"/>
                </a:cubicBezTo>
                <a:cubicBezTo>
                  <a:pt x="1382301" y="117171"/>
                  <a:pt x="1374563" y="119900"/>
                  <a:pt x="1365389" y="119900"/>
                </a:cubicBezTo>
                <a:cubicBezTo>
                  <a:pt x="1353894" y="119900"/>
                  <a:pt x="1344654" y="116143"/>
                  <a:pt x="1337668" y="108630"/>
                </a:cubicBezTo>
                <a:cubicBezTo>
                  <a:pt x="1330681" y="101116"/>
                  <a:pt x="1327188" y="90347"/>
                  <a:pt x="1327188" y="76322"/>
                </a:cubicBezTo>
                <a:cubicBezTo>
                  <a:pt x="1327188" y="67253"/>
                  <a:pt x="1328691" y="59317"/>
                  <a:pt x="1331696" y="52516"/>
                </a:cubicBezTo>
                <a:cubicBezTo>
                  <a:pt x="1334702" y="45714"/>
                  <a:pt x="1339276" y="40613"/>
                  <a:pt x="1345418" y="37212"/>
                </a:cubicBezTo>
                <a:cubicBezTo>
                  <a:pt x="1351561" y="33811"/>
                  <a:pt x="1358244" y="32110"/>
                  <a:pt x="1365468" y="32110"/>
                </a:cubicBezTo>
                <a:cubicBezTo>
                  <a:pt x="1374589" y="32110"/>
                  <a:pt x="1382050" y="34417"/>
                  <a:pt x="1387850" y="39031"/>
                </a:cubicBezTo>
                <a:cubicBezTo>
                  <a:pt x="1393650" y="43644"/>
                  <a:pt x="1397367" y="50196"/>
                  <a:pt x="1399002" y="58685"/>
                </a:cubicBezTo>
                <a:lnTo>
                  <a:pt x="1385161" y="60820"/>
                </a:lnTo>
                <a:cubicBezTo>
                  <a:pt x="1383843" y="55178"/>
                  <a:pt x="1381510" y="50934"/>
                  <a:pt x="1378162" y="48087"/>
                </a:cubicBezTo>
                <a:cubicBezTo>
                  <a:pt x="1374813" y="45239"/>
                  <a:pt x="1370767" y="43816"/>
                  <a:pt x="1366021" y="43816"/>
                </a:cubicBezTo>
                <a:cubicBezTo>
                  <a:pt x="1358851" y="43816"/>
                  <a:pt x="1353024" y="46386"/>
                  <a:pt x="1348543" y="51527"/>
                </a:cubicBezTo>
                <a:cubicBezTo>
                  <a:pt x="1344061" y="56668"/>
                  <a:pt x="1341820" y="64801"/>
                  <a:pt x="1341820" y="75926"/>
                </a:cubicBezTo>
                <a:cubicBezTo>
                  <a:pt x="1341820" y="87210"/>
                  <a:pt x="1343982" y="95409"/>
                  <a:pt x="1348305" y="100523"/>
                </a:cubicBezTo>
                <a:cubicBezTo>
                  <a:pt x="1352629" y="105637"/>
                  <a:pt x="1358271" y="108195"/>
                  <a:pt x="1365230" y="108195"/>
                </a:cubicBezTo>
                <a:cubicBezTo>
                  <a:pt x="1370819" y="108195"/>
                  <a:pt x="1375486" y="106481"/>
                  <a:pt x="1379229" y="103054"/>
                </a:cubicBezTo>
                <a:cubicBezTo>
                  <a:pt x="1382973" y="99627"/>
                  <a:pt x="1385346" y="94354"/>
                  <a:pt x="1386347" y="87236"/>
                </a:cubicBezTo>
                <a:close/>
                <a:moveTo>
                  <a:pt x="1467335" y="107641"/>
                </a:moveTo>
                <a:cubicBezTo>
                  <a:pt x="1462062" y="112123"/>
                  <a:pt x="1456987" y="115286"/>
                  <a:pt x="1452110" y="117132"/>
                </a:cubicBezTo>
                <a:cubicBezTo>
                  <a:pt x="1447233" y="118977"/>
                  <a:pt x="1442000" y="119900"/>
                  <a:pt x="1436411" y="119900"/>
                </a:cubicBezTo>
                <a:cubicBezTo>
                  <a:pt x="1427183" y="119900"/>
                  <a:pt x="1420092" y="117646"/>
                  <a:pt x="1415135" y="113138"/>
                </a:cubicBezTo>
                <a:cubicBezTo>
                  <a:pt x="1410179" y="108630"/>
                  <a:pt x="1407701" y="102869"/>
                  <a:pt x="1407701" y="95857"/>
                </a:cubicBezTo>
                <a:cubicBezTo>
                  <a:pt x="1407701" y="91744"/>
                  <a:pt x="1408637" y="87987"/>
                  <a:pt x="1410509" y="84586"/>
                </a:cubicBezTo>
                <a:cubicBezTo>
                  <a:pt x="1412381" y="81186"/>
                  <a:pt x="1414832" y="78457"/>
                  <a:pt x="1417864" y="76401"/>
                </a:cubicBezTo>
                <a:cubicBezTo>
                  <a:pt x="1420896" y="74344"/>
                  <a:pt x="1424310" y="72789"/>
                  <a:pt x="1428106" y="71734"/>
                </a:cubicBezTo>
                <a:cubicBezTo>
                  <a:pt x="1430901" y="70996"/>
                  <a:pt x="1435119" y="70284"/>
                  <a:pt x="1440761" y="69599"/>
                </a:cubicBezTo>
                <a:cubicBezTo>
                  <a:pt x="1452255" y="68228"/>
                  <a:pt x="1460717" y="66594"/>
                  <a:pt x="1466148" y="64695"/>
                </a:cubicBezTo>
                <a:cubicBezTo>
                  <a:pt x="1466201" y="62744"/>
                  <a:pt x="1466227" y="61505"/>
                  <a:pt x="1466227" y="60978"/>
                </a:cubicBezTo>
                <a:cubicBezTo>
                  <a:pt x="1466227" y="55178"/>
                  <a:pt x="1464883" y="51092"/>
                  <a:pt x="1462194" y="48719"/>
                </a:cubicBezTo>
                <a:cubicBezTo>
                  <a:pt x="1458556" y="45503"/>
                  <a:pt x="1453151" y="43895"/>
                  <a:pt x="1445980" y="43895"/>
                </a:cubicBezTo>
                <a:cubicBezTo>
                  <a:pt x="1439284" y="43895"/>
                  <a:pt x="1434341" y="45068"/>
                  <a:pt x="1431151" y="47414"/>
                </a:cubicBezTo>
                <a:cubicBezTo>
                  <a:pt x="1427961" y="49761"/>
                  <a:pt x="1425602" y="53913"/>
                  <a:pt x="1424073" y="59871"/>
                </a:cubicBezTo>
                <a:lnTo>
                  <a:pt x="1410153" y="57973"/>
                </a:lnTo>
                <a:cubicBezTo>
                  <a:pt x="1411418" y="52015"/>
                  <a:pt x="1413501" y="47203"/>
                  <a:pt x="1416401" y="43539"/>
                </a:cubicBezTo>
                <a:cubicBezTo>
                  <a:pt x="1419301" y="39874"/>
                  <a:pt x="1423493" y="37054"/>
                  <a:pt x="1428976" y="35076"/>
                </a:cubicBezTo>
                <a:cubicBezTo>
                  <a:pt x="1434460" y="33099"/>
                  <a:pt x="1440813" y="32110"/>
                  <a:pt x="1448037" y="32110"/>
                </a:cubicBezTo>
                <a:cubicBezTo>
                  <a:pt x="1455208" y="32110"/>
                  <a:pt x="1461034" y="32954"/>
                  <a:pt x="1465516" y="34641"/>
                </a:cubicBezTo>
                <a:cubicBezTo>
                  <a:pt x="1469997" y="36329"/>
                  <a:pt x="1473293" y="38451"/>
                  <a:pt x="1475402" y="41008"/>
                </a:cubicBezTo>
                <a:cubicBezTo>
                  <a:pt x="1477511" y="43565"/>
                  <a:pt x="1478987" y="46795"/>
                  <a:pt x="1479831" y="50696"/>
                </a:cubicBezTo>
                <a:cubicBezTo>
                  <a:pt x="1480305" y="53122"/>
                  <a:pt x="1480543" y="57498"/>
                  <a:pt x="1480543" y="63825"/>
                </a:cubicBezTo>
                <a:lnTo>
                  <a:pt x="1480543" y="82807"/>
                </a:lnTo>
                <a:cubicBezTo>
                  <a:pt x="1480543" y="96041"/>
                  <a:pt x="1480846" y="104412"/>
                  <a:pt x="1481452" y="107918"/>
                </a:cubicBezTo>
                <a:cubicBezTo>
                  <a:pt x="1482059" y="111424"/>
                  <a:pt x="1483258" y="114785"/>
                  <a:pt x="1485051" y="118002"/>
                </a:cubicBezTo>
                <a:lnTo>
                  <a:pt x="1470182" y="118002"/>
                </a:lnTo>
                <a:cubicBezTo>
                  <a:pt x="1468706" y="115049"/>
                  <a:pt x="1467756" y="111596"/>
                  <a:pt x="1467335" y="107641"/>
                </a:cubicBezTo>
                <a:moveTo>
                  <a:pt x="1466148" y="75847"/>
                </a:moveTo>
                <a:cubicBezTo>
                  <a:pt x="1460981" y="77956"/>
                  <a:pt x="1453230" y="79749"/>
                  <a:pt x="1442896" y="81225"/>
                </a:cubicBezTo>
                <a:cubicBezTo>
                  <a:pt x="1437043" y="82069"/>
                  <a:pt x="1432904" y="83018"/>
                  <a:pt x="1430479" y="84072"/>
                </a:cubicBezTo>
                <a:cubicBezTo>
                  <a:pt x="1428053" y="85127"/>
                  <a:pt x="1426182" y="86669"/>
                  <a:pt x="1424864" y="88699"/>
                </a:cubicBezTo>
                <a:cubicBezTo>
                  <a:pt x="1423545" y="90729"/>
                  <a:pt x="1422886" y="92983"/>
                  <a:pt x="1422886" y="95461"/>
                </a:cubicBezTo>
                <a:cubicBezTo>
                  <a:pt x="1422886" y="99258"/>
                  <a:pt x="1424323" y="102421"/>
                  <a:pt x="1427197" y="104952"/>
                </a:cubicBezTo>
                <a:cubicBezTo>
                  <a:pt x="1430070" y="107483"/>
                  <a:pt x="1434275" y="108748"/>
                  <a:pt x="1439811" y="108748"/>
                </a:cubicBezTo>
                <a:cubicBezTo>
                  <a:pt x="1445295" y="108748"/>
                  <a:pt x="1450172" y="107549"/>
                  <a:pt x="1454443" y="105150"/>
                </a:cubicBezTo>
                <a:cubicBezTo>
                  <a:pt x="1458714" y="102751"/>
                  <a:pt x="1461851" y="99468"/>
                  <a:pt x="1463855" y="95303"/>
                </a:cubicBezTo>
                <a:cubicBezTo>
                  <a:pt x="1465384" y="92087"/>
                  <a:pt x="1466148" y="87341"/>
                  <a:pt x="1466148" y="81067"/>
                </a:cubicBezTo>
                <a:lnTo>
                  <a:pt x="1466148" y="75847"/>
                </a:lnTo>
                <a:close/>
                <a:moveTo>
                  <a:pt x="1501637" y="118002"/>
                </a:moveTo>
                <a:lnTo>
                  <a:pt x="1501637" y="2056"/>
                </a:lnTo>
                <a:lnTo>
                  <a:pt x="1515873" y="2056"/>
                </a:lnTo>
                <a:lnTo>
                  <a:pt x="1515873" y="118002"/>
                </a:lnTo>
                <a:lnTo>
                  <a:pt x="1501637" y="118002"/>
                </a:lnTo>
                <a:close/>
                <a:moveTo>
                  <a:pt x="1617890" y="118002"/>
                </a:moveTo>
                <a:lnTo>
                  <a:pt x="1572967" y="2056"/>
                </a:lnTo>
                <a:lnTo>
                  <a:pt x="1589576" y="2056"/>
                </a:lnTo>
                <a:lnTo>
                  <a:pt x="1619709" y="86287"/>
                </a:lnTo>
                <a:cubicBezTo>
                  <a:pt x="1622134" y="93036"/>
                  <a:pt x="1624164" y="99363"/>
                  <a:pt x="1625799" y="105268"/>
                </a:cubicBezTo>
                <a:cubicBezTo>
                  <a:pt x="1627592" y="98941"/>
                  <a:pt x="1629674" y="92614"/>
                  <a:pt x="1632047" y="86287"/>
                </a:cubicBezTo>
                <a:lnTo>
                  <a:pt x="1663366" y="2056"/>
                </a:lnTo>
                <a:lnTo>
                  <a:pt x="1679026" y="2056"/>
                </a:lnTo>
                <a:lnTo>
                  <a:pt x="1633629" y="118002"/>
                </a:lnTo>
                <a:lnTo>
                  <a:pt x="1617890" y="118002"/>
                </a:lnTo>
                <a:close/>
                <a:moveTo>
                  <a:pt x="1739511" y="90953"/>
                </a:moveTo>
                <a:lnTo>
                  <a:pt x="1754222" y="92772"/>
                </a:lnTo>
                <a:cubicBezTo>
                  <a:pt x="1751902" y="101367"/>
                  <a:pt x="1747604" y="108037"/>
                  <a:pt x="1741330" y="112782"/>
                </a:cubicBezTo>
                <a:cubicBezTo>
                  <a:pt x="1735055" y="117527"/>
                  <a:pt x="1727041" y="119900"/>
                  <a:pt x="1717287" y="119900"/>
                </a:cubicBezTo>
                <a:cubicBezTo>
                  <a:pt x="1705001" y="119900"/>
                  <a:pt x="1695260" y="116117"/>
                  <a:pt x="1688063" y="108551"/>
                </a:cubicBezTo>
                <a:cubicBezTo>
                  <a:pt x="1680866" y="100984"/>
                  <a:pt x="1677267" y="90373"/>
                  <a:pt x="1677267" y="76717"/>
                </a:cubicBezTo>
                <a:cubicBezTo>
                  <a:pt x="1677267" y="62586"/>
                  <a:pt x="1680905" y="51619"/>
                  <a:pt x="1688182" y="43816"/>
                </a:cubicBezTo>
                <a:cubicBezTo>
                  <a:pt x="1695458" y="36012"/>
                  <a:pt x="1704896" y="32110"/>
                  <a:pt x="1716496" y="32110"/>
                </a:cubicBezTo>
                <a:cubicBezTo>
                  <a:pt x="1727726" y="32110"/>
                  <a:pt x="1736901" y="35933"/>
                  <a:pt x="1744019" y="43578"/>
                </a:cubicBezTo>
                <a:cubicBezTo>
                  <a:pt x="1751137" y="51224"/>
                  <a:pt x="1754696" y="61980"/>
                  <a:pt x="1754696" y="75847"/>
                </a:cubicBezTo>
                <a:cubicBezTo>
                  <a:pt x="1754696" y="76691"/>
                  <a:pt x="1754670" y="77956"/>
                  <a:pt x="1754617" y="79643"/>
                </a:cubicBezTo>
                <a:lnTo>
                  <a:pt x="1691978" y="79643"/>
                </a:lnTo>
                <a:cubicBezTo>
                  <a:pt x="1692505" y="88870"/>
                  <a:pt x="1695115" y="95936"/>
                  <a:pt x="1699808" y="100839"/>
                </a:cubicBezTo>
                <a:cubicBezTo>
                  <a:pt x="1704500" y="105743"/>
                  <a:pt x="1710353" y="108195"/>
                  <a:pt x="1717366" y="108195"/>
                </a:cubicBezTo>
                <a:cubicBezTo>
                  <a:pt x="1722586" y="108195"/>
                  <a:pt x="1727041" y="106824"/>
                  <a:pt x="1730732" y="104082"/>
                </a:cubicBezTo>
                <a:cubicBezTo>
                  <a:pt x="1734423" y="101340"/>
                  <a:pt x="1737349" y="96964"/>
                  <a:pt x="1739511" y="90953"/>
                </a:cubicBezTo>
                <a:moveTo>
                  <a:pt x="1692769" y="67938"/>
                </a:moveTo>
                <a:lnTo>
                  <a:pt x="1739669" y="67938"/>
                </a:lnTo>
                <a:cubicBezTo>
                  <a:pt x="1739036" y="60873"/>
                  <a:pt x="1737244" y="55574"/>
                  <a:pt x="1734291" y="52041"/>
                </a:cubicBezTo>
                <a:cubicBezTo>
                  <a:pt x="1729756" y="46557"/>
                  <a:pt x="1723877" y="43816"/>
                  <a:pt x="1716654" y="43816"/>
                </a:cubicBezTo>
                <a:cubicBezTo>
                  <a:pt x="1710116" y="43816"/>
                  <a:pt x="1704619" y="46004"/>
                  <a:pt x="1700164" y="50380"/>
                </a:cubicBezTo>
                <a:cubicBezTo>
                  <a:pt x="1695708" y="54756"/>
                  <a:pt x="1693243" y="60609"/>
                  <a:pt x="1692769" y="67938"/>
                </a:cubicBezTo>
                <a:close/>
                <a:moveTo>
                  <a:pt x="1771281" y="118002"/>
                </a:moveTo>
                <a:lnTo>
                  <a:pt x="1771281" y="34009"/>
                </a:lnTo>
                <a:lnTo>
                  <a:pt x="1784093" y="34009"/>
                </a:lnTo>
                <a:lnTo>
                  <a:pt x="1784093" y="46742"/>
                </a:lnTo>
                <a:cubicBezTo>
                  <a:pt x="1787362" y="40784"/>
                  <a:pt x="1790381" y="36856"/>
                  <a:pt x="1793149" y="34958"/>
                </a:cubicBezTo>
                <a:cubicBezTo>
                  <a:pt x="1795917" y="33059"/>
                  <a:pt x="1798962" y="32110"/>
                  <a:pt x="1802284" y="32110"/>
                </a:cubicBezTo>
                <a:cubicBezTo>
                  <a:pt x="1807082" y="32110"/>
                  <a:pt x="1811959" y="33639"/>
                  <a:pt x="1816916" y="36698"/>
                </a:cubicBezTo>
                <a:lnTo>
                  <a:pt x="1812012" y="49906"/>
                </a:lnTo>
                <a:cubicBezTo>
                  <a:pt x="1808532" y="47849"/>
                  <a:pt x="1805052" y="46821"/>
                  <a:pt x="1801572" y="46821"/>
                </a:cubicBezTo>
                <a:cubicBezTo>
                  <a:pt x="1798461" y="46821"/>
                  <a:pt x="1795667" y="47757"/>
                  <a:pt x="1793189" y="49629"/>
                </a:cubicBezTo>
                <a:cubicBezTo>
                  <a:pt x="1790710" y="51501"/>
                  <a:pt x="1788944" y="54097"/>
                  <a:pt x="1787890" y="57419"/>
                </a:cubicBezTo>
                <a:cubicBezTo>
                  <a:pt x="1786308" y="62481"/>
                  <a:pt x="1785517" y="68017"/>
                  <a:pt x="1785517" y="74028"/>
                </a:cubicBezTo>
                <a:lnTo>
                  <a:pt x="1785517" y="118002"/>
                </a:lnTo>
                <a:lnTo>
                  <a:pt x="1771281" y="118002"/>
                </a:lnTo>
                <a:close/>
                <a:moveTo>
                  <a:pt x="1825506" y="18428"/>
                </a:moveTo>
                <a:lnTo>
                  <a:pt x="1825506" y="2056"/>
                </a:lnTo>
                <a:lnTo>
                  <a:pt x="1839742" y="2056"/>
                </a:lnTo>
                <a:lnTo>
                  <a:pt x="1839742" y="18428"/>
                </a:lnTo>
                <a:lnTo>
                  <a:pt x="1825506" y="18428"/>
                </a:lnTo>
                <a:moveTo>
                  <a:pt x="1825506" y="118002"/>
                </a:moveTo>
                <a:lnTo>
                  <a:pt x="1825506" y="34009"/>
                </a:lnTo>
                <a:lnTo>
                  <a:pt x="1839742" y="34009"/>
                </a:lnTo>
                <a:lnTo>
                  <a:pt x="1839742" y="118002"/>
                </a:lnTo>
                <a:lnTo>
                  <a:pt x="1825506" y="118002"/>
                </a:lnTo>
                <a:close/>
                <a:moveTo>
                  <a:pt x="1864267" y="118002"/>
                </a:moveTo>
                <a:lnTo>
                  <a:pt x="1864267" y="45081"/>
                </a:lnTo>
                <a:lnTo>
                  <a:pt x="1851692" y="45081"/>
                </a:lnTo>
                <a:lnTo>
                  <a:pt x="1851692" y="34009"/>
                </a:lnTo>
                <a:lnTo>
                  <a:pt x="1864267" y="34009"/>
                </a:lnTo>
                <a:lnTo>
                  <a:pt x="1864267" y="25071"/>
                </a:lnTo>
                <a:cubicBezTo>
                  <a:pt x="1864267" y="19430"/>
                  <a:pt x="1864768" y="15238"/>
                  <a:pt x="1865770" y="12496"/>
                </a:cubicBezTo>
                <a:cubicBezTo>
                  <a:pt x="1867141" y="8805"/>
                  <a:pt x="1869553" y="5813"/>
                  <a:pt x="1873007" y="3519"/>
                </a:cubicBezTo>
                <a:cubicBezTo>
                  <a:pt x="1876460" y="1226"/>
                  <a:pt x="1881298" y="79"/>
                  <a:pt x="1887520" y="79"/>
                </a:cubicBezTo>
                <a:cubicBezTo>
                  <a:pt x="1891527" y="79"/>
                  <a:pt x="1895956" y="554"/>
                  <a:pt x="1900807" y="1503"/>
                </a:cubicBezTo>
                <a:lnTo>
                  <a:pt x="1898671" y="13920"/>
                </a:lnTo>
                <a:cubicBezTo>
                  <a:pt x="1895719" y="13393"/>
                  <a:pt x="1892924" y="13129"/>
                  <a:pt x="1890288" y="13129"/>
                </a:cubicBezTo>
                <a:cubicBezTo>
                  <a:pt x="1885964" y="13129"/>
                  <a:pt x="1882906" y="14052"/>
                  <a:pt x="1881113" y="15897"/>
                </a:cubicBezTo>
                <a:cubicBezTo>
                  <a:pt x="1879321" y="17742"/>
                  <a:pt x="1878424" y="21196"/>
                  <a:pt x="1878424" y="26258"/>
                </a:cubicBezTo>
                <a:lnTo>
                  <a:pt x="1878424" y="34009"/>
                </a:lnTo>
                <a:lnTo>
                  <a:pt x="1894796" y="34009"/>
                </a:lnTo>
                <a:lnTo>
                  <a:pt x="1894796" y="45081"/>
                </a:lnTo>
                <a:lnTo>
                  <a:pt x="1878424" y="45081"/>
                </a:lnTo>
                <a:lnTo>
                  <a:pt x="1878424" y="118002"/>
                </a:lnTo>
                <a:lnTo>
                  <a:pt x="1864267" y="118002"/>
                </a:lnTo>
                <a:close/>
                <a:moveTo>
                  <a:pt x="1906509" y="18428"/>
                </a:moveTo>
                <a:lnTo>
                  <a:pt x="1906509" y="2056"/>
                </a:lnTo>
                <a:lnTo>
                  <a:pt x="1920745" y="2056"/>
                </a:lnTo>
                <a:lnTo>
                  <a:pt x="1920745" y="18428"/>
                </a:lnTo>
                <a:lnTo>
                  <a:pt x="1906509" y="18428"/>
                </a:lnTo>
                <a:moveTo>
                  <a:pt x="1906509" y="118002"/>
                </a:moveTo>
                <a:lnTo>
                  <a:pt x="1906509" y="34009"/>
                </a:lnTo>
                <a:lnTo>
                  <a:pt x="1920745" y="34009"/>
                </a:lnTo>
                <a:lnTo>
                  <a:pt x="1920745" y="118002"/>
                </a:lnTo>
                <a:lnTo>
                  <a:pt x="1906509" y="118002"/>
                </a:lnTo>
                <a:close/>
                <a:moveTo>
                  <a:pt x="1996679" y="87236"/>
                </a:moveTo>
                <a:lnTo>
                  <a:pt x="2010678" y="89055"/>
                </a:lnTo>
                <a:cubicBezTo>
                  <a:pt x="2009149" y="98704"/>
                  <a:pt x="2005234" y="106257"/>
                  <a:pt x="1998933" y="111714"/>
                </a:cubicBezTo>
                <a:cubicBezTo>
                  <a:pt x="1992632" y="117171"/>
                  <a:pt x="1984895" y="119900"/>
                  <a:pt x="1975720" y="119900"/>
                </a:cubicBezTo>
                <a:cubicBezTo>
                  <a:pt x="1964226" y="119900"/>
                  <a:pt x="1954986" y="116143"/>
                  <a:pt x="1947999" y="108630"/>
                </a:cubicBezTo>
                <a:cubicBezTo>
                  <a:pt x="1941013" y="101116"/>
                  <a:pt x="1937520" y="90347"/>
                  <a:pt x="1937520" y="76322"/>
                </a:cubicBezTo>
                <a:cubicBezTo>
                  <a:pt x="1937520" y="67253"/>
                  <a:pt x="1939023" y="59317"/>
                  <a:pt x="1942028" y="52516"/>
                </a:cubicBezTo>
                <a:cubicBezTo>
                  <a:pt x="1945034" y="45714"/>
                  <a:pt x="1949608" y="40613"/>
                  <a:pt x="1955750" y="37212"/>
                </a:cubicBezTo>
                <a:cubicBezTo>
                  <a:pt x="1961893" y="33811"/>
                  <a:pt x="1968576" y="32110"/>
                  <a:pt x="1975799" y="32110"/>
                </a:cubicBezTo>
                <a:cubicBezTo>
                  <a:pt x="1984921" y="32110"/>
                  <a:pt x="1992382" y="34417"/>
                  <a:pt x="1998182" y="39031"/>
                </a:cubicBezTo>
                <a:cubicBezTo>
                  <a:pt x="2003982" y="43644"/>
                  <a:pt x="2007699" y="50196"/>
                  <a:pt x="2009333" y="58685"/>
                </a:cubicBezTo>
                <a:lnTo>
                  <a:pt x="1995493" y="60820"/>
                </a:lnTo>
                <a:cubicBezTo>
                  <a:pt x="1994175" y="55178"/>
                  <a:pt x="1991841" y="50934"/>
                  <a:pt x="1988493" y="48087"/>
                </a:cubicBezTo>
                <a:cubicBezTo>
                  <a:pt x="1985145" y="45239"/>
                  <a:pt x="1981098" y="43816"/>
                  <a:pt x="1976353" y="43816"/>
                </a:cubicBezTo>
                <a:cubicBezTo>
                  <a:pt x="1969182" y="43816"/>
                  <a:pt x="1963356" y="46386"/>
                  <a:pt x="1958874" y="51527"/>
                </a:cubicBezTo>
                <a:cubicBezTo>
                  <a:pt x="1954392" y="56668"/>
                  <a:pt x="1952152" y="64801"/>
                  <a:pt x="1952152" y="75926"/>
                </a:cubicBezTo>
                <a:cubicBezTo>
                  <a:pt x="1952152" y="87210"/>
                  <a:pt x="1954313" y="95409"/>
                  <a:pt x="1958637" y="100523"/>
                </a:cubicBezTo>
                <a:cubicBezTo>
                  <a:pt x="1962961" y="105637"/>
                  <a:pt x="1968602" y="108195"/>
                  <a:pt x="1975562" y="108195"/>
                </a:cubicBezTo>
                <a:cubicBezTo>
                  <a:pt x="1981151" y="108195"/>
                  <a:pt x="1985817" y="106481"/>
                  <a:pt x="1989561" y="103054"/>
                </a:cubicBezTo>
                <a:cubicBezTo>
                  <a:pt x="1993305" y="99627"/>
                  <a:pt x="1995677" y="94354"/>
                  <a:pt x="1996679" y="87236"/>
                </a:cubicBezTo>
                <a:close/>
                <a:moveTo>
                  <a:pt x="2077667" y="107641"/>
                </a:moveTo>
                <a:cubicBezTo>
                  <a:pt x="2072395" y="112123"/>
                  <a:pt x="2067320" y="115286"/>
                  <a:pt x="2062442" y="117132"/>
                </a:cubicBezTo>
                <a:cubicBezTo>
                  <a:pt x="2057565" y="118977"/>
                  <a:pt x="2052332" y="119900"/>
                  <a:pt x="2046743" y="119900"/>
                </a:cubicBezTo>
                <a:cubicBezTo>
                  <a:pt x="2037516" y="119900"/>
                  <a:pt x="2030424" y="117646"/>
                  <a:pt x="2025468" y="113138"/>
                </a:cubicBezTo>
                <a:cubicBezTo>
                  <a:pt x="2020512" y="108630"/>
                  <a:pt x="2018034" y="102869"/>
                  <a:pt x="2018034" y="95857"/>
                </a:cubicBezTo>
                <a:cubicBezTo>
                  <a:pt x="2018034" y="91744"/>
                  <a:pt x="2018970" y="87987"/>
                  <a:pt x="2020841" y="84586"/>
                </a:cubicBezTo>
                <a:cubicBezTo>
                  <a:pt x="2022713" y="81186"/>
                  <a:pt x="2025165" y="78457"/>
                  <a:pt x="2028197" y="76401"/>
                </a:cubicBezTo>
                <a:cubicBezTo>
                  <a:pt x="2031228" y="74344"/>
                  <a:pt x="2034642" y="72789"/>
                  <a:pt x="2038439" y="71734"/>
                </a:cubicBezTo>
                <a:cubicBezTo>
                  <a:pt x="2041233" y="70996"/>
                  <a:pt x="2045451" y="70284"/>
                  <a:pt x="2051093" y="69599"/>
                </a:cubicBezTo>
                <a:cubicBezTo>
                  <a:pt x="2062587" y="68228"/>
                  <a:pt x="2071050" y="66594"/>
                  <a:pt x="2076481" y="64695"/>
                </a:cubicBezTo>
                <a:cubicBezTo>
                  <a:pt x="2076534" y="62744"/>
                  <a:pt x="2076560" y="61505"/>
                  <a:pt x="2076560" y="60978"/>
                </a:cubicBezTo>
                <a:cubicBezTo>
                  <a:pt x="2076560" y="55178"/>
                  <a:pt x="2075215" y="51092"/>
                  <a:pt x="2072526" y="48719"/>
                </a:cubicBezTo>
                <a:cubicBezTo>
                  <a:pt x="2068888" y="45503"/>
                  <a:pt x="2063484" y="43895"/>
                  <a:pt x="2056313" y="43895"/>
                </a:cubicBezTo>
                <a:cubicBezTo>
                  <a:pt x="2049617" y="43895"/>
                  <a:pt x="2044674" y="45068"/>
                  <a:pt x="2041484" y="47414"/>
                </a:cubicBezTo>
                <a:cubicBezTo>
                  <a:pt x="2038294" y="49761"/>
                  <a:pt x="2035934" y="53913"/>
                  <a:pt x="2034405" y="59871"/>
                </a:cubicBezTo>
                <a:lnTo>
                  <a:pt x="2020485" y="57973"/>
                </a:lnTo>
                <a:cubicBezTo>
                  <a:pt x="2021751" y="52015"/>
                  <a:pt x="2023834" y="47203"/>
                  <a:pt x="2026733" y="43539"/>
                </a:cubicBezTo>
                <a:cubicBezTo>
                  <a:pt x="2029633" y="39874"/>
                  <a:pt x="2033825" y="37054"/>
                  <a:pt x="2039309" y="35076"/>
                </a:cubicBezTo>
                <a:cubicBezTo>
                  <a:pt x="2044792" y="33099"/>
                  <a:pt x="2051146" y="32110"/>
                  <a:pt x="2058369" y="32110"/>
                </a:cubicBezTo>
                <a:cubicBezTo>
                  <a:pt x="2065540" y="32110"/>
                  <a:pt x="2071366" y="32954"/>
                  <a:pt x="2075848" y="34641"/>
                </a:cubicBezTo>
                <a:cubicBezTo>
                  <a:pt x="2080330" y="36329"/>
                  <a:pt x="2083625" y="38451"/>
                  <a:pt x="2085734" y="41008"/>
                </a:cubicBezTo>
                <a:cubicBezTo>
                  <a:pt x="2087843" y="43565"/>
                  <a:pt x="2089320" y="46795"/>
                  <a:pt x="2090163" y="50696"/>
                </a:cubicBezTo>
                <a:cubicBezTo>
                  <a:pt x="2090638" y="53122"/>
                  <a:pt x="2090875" y="57498"/>
                  <a:pt x="2090875" y="63825"/>
                </a:cubicBezTo>
                <a:lnTo>
                  <a:pt x="2090875" y="82807"/>
                </a:lnTo>
                <a:cubicBezTo>
                  <a:pt x="2090875" y="96041"/>
                  <a:pt x="2091178" y="104412"/>
                  <a:pt x="2091785" y="107918"/>
                </a:cubicBezTo>
                <a:cubicBezTo>
                  <a:pt x="2092391" y="111424"/>
                  <a:pt x="2093591" y="114785"/>
                  <a:pt x="2095383" y="118002"/>
                </a:cubicBezTo>
                <a:lnTo>
                  <a:pt x="2080514" y="118002"/>
                </a:lnTo>
                <a:cubicBezTo>
                  <a:pt x="2079038" y="115049"/>
                  <a:pt x="2078089" y="111596"/>
                  <a:pt x="2077667" y="107641"/>
                </a:cubicBezTo>
                <a:moveTo>
                  <a:pt x="2076481" y="75847"/>
                </a:moveTo>
                <a:cubicBezTo>
                  <a:pt x="2071314" y="77956"/>
                  <a:pt x="2063563" y="79749"/>
                  <a:pt x="2053229" y="81225"/>
                </a:cubicBezTo>
                <a:cubicBezTo>
                  <a:pt x="2047376" y="82069"/>
                  <a:pt x="2043237" y="83018"/>
                  <a:pt x="2040811" y="84072"/>
                </a:cubicBezTo>
                <a:cubicBezTo>
                  <a:pt x="2038386" y="85127"/>
                  <a:pt x="2036514" y="86669"/>
                  <a:pt x="2035196" y="88699"/>
                </a:cubicBezTo>
                <a:cubicBezTo>
                  <a:pt x="2033878" y="90729"/>
                  <a:pt x="2033219" y="92983"/>
                  <a:pt x="2033219" y="95461"/>
                </a:cubicBezTo>
                <a:cubicBezTo>
                  <a:pt x="2033219" y="99258"/>
                  <a:pt x="2034656" y="102421"/>
                  <a:pt x="2037529" y="104952"/>
                </a:cubicBezTo>
                <a:cubicBezTo>
                  <a:pt x="2040403" y="107483"/>
                  <a:pt x="2044608" y="108748"/>
                  <a:pt x="2050144" y="108748"/>
                </a:cubicBezTo>
                <a:cubicBezTo>
                  <a:pt x="2055628" y="108748"/>
                  <a:pt x="2060505" y="107549"/>
                  <a:pt x="2064776" y="105150"/>
                </a:cubicBezTo>
                <a:cubicBezTo>
                  <a:pt x="2069046" y="102751"/>
                  <a:pt x="2072184" y="99468"/>
                  <a:pt x="2074187" y="95303"/>
                </a:cubicBezTo>
                <a:cubicBezTo>
                  <a:pt x="2075716" y="92087"/>
                  <a:pt x="2076481" y="87341"/>
                  <a:pt x="2076481" y="81067"/>
                </a:cubicBezTo>
                <a:lnTo>
                  <a:pt x="2076481" y="75847"/>
                </a:lnTo>
                <a:close/>
                <a:moveTo>
                  <a:pt x="2143367" y="105268"/>
                </a:moveTo>
                <a:lnTo>
                  <a:pt x="2145423" y="117844"/>
                </a:lnTo>
                <a:cubicBezTo>
                  <a:pt x="2141416" y="118687"/>
                  <a:pt x="2137830" y="119109"/>
                  <a:pt x="2134667" y="119109"/>
                </a:cubicBezTo>
                <a:cubicBezTo>
                  <a:pt x="2129500" y="119109"/>
                  <a:pt x="2125492" y="118292"/>
                  <a:pt x="2122645" y="116657"/>
                </a:cubicBezTo>
                <a:cubicBezTo>
                  <a:pt x="2119798" y="115023"/>
                  <a:pt x="2117794" y="112874"/>
                  <a:pt x="2116634" y="110211"/>
                </a:cubicBezTo>
                <a:cubicBezTo>
                  <a:pt x="2115474" y="107549"/>
                  <a:pt x="2114894" y="101947"/>
                  <a:pt x="2114894" y="93405"/>
                </a:cubicBezTo>
                <a:lnTo>
                  <a:pt x="2114894" y="45081"/>
                </a:lnTo>
                <a:lnTo>
                  <a:pt x="2104455" y="45081"/>
                </a:lnTo>
                <a:lnTo>
                  <a:pt x="2104455" y="34009"/>
                </a:lnTo>
                <a:lnTo>
                  <a:pt x="2114894" y="34009"/>
                </a:lnTo>
                <a:lnTo>
                  <a:pt x="2114894" y="13208"/>
                </a:lnTo>
                <a:lnTo>
                  <a:pt x="2129051" y="4666"/>
                </a:lnTo>
                <a:lnTo>
                  <a:pt x="2129051" y="34009"/>
                </a:lnTo>
                <a:lnTo>
                  <a:pt x="2143367" y="34009"/>
                </a:lnTo>
                <a:lnTo>
                  <a:pt x="2143367" y="45081"/>
                </a:lnTo>
                <a:lnTo>
                  <a:pt x="2129051" y="45081"/>
                </a:lnTo>
                <a:lnTo>
                  <a:pt x="2129051" y="94196"/>
                </a:lnTo>
                <a:cubicBezTo>
                  <a:pt x="2129051" y="98256"/>
                  <a:pt x="2129302" y="100866"/>
                  <a:pt x="2129803" y="102026"/>
                </a:cubicBezTo>
                <a:cubicBezTo>
                  <a:pt x="2130304" y="103186"/>
                  <a:pt x="2131121" y="104108"/>
                  <a:pt x="2132255" y="104794"/>
                </a:cubicBezTo>
                <a:cubicBezTo>
                  <a:pt x="2133388" y="105479"/>
                  <a:pt x="2135010" y="105822"/>
                  <a:pt x="2137119" y="105822"/>
                </a:cubicBezTo>
                <a:cubicBezTo>
                  <a:pt x="2138700" y="105822"/>
                  <a:pt x="2140783" y="105637"/>
                  <a:pt x="2143367" y="105268"/>
                </a:cubicBezTo>
                <a:close/>
                <a:moveTo>
                  <a:pt x="2157928" y="18428"/>
                </a:moveTo>
                <a:lnTo>
                  <a:pt x="2157928" y="2056"/>
                </a:lnTo>
                <a:lnTo>
                  <a:pt x="2172164" y="2056"/>
                </a:lnTo>
                <a:lnTo>
                  <a:pt x="2172164" y="18428"/>
                </a:lnTo>
                <a:lnTo>
                  <a:pt x="2157928" y="18428"/>
                </a:lnTo>
                <a:moveTo>
                  <a:pt x="2157928" y="118002"/>
                </a:moveTo>
                <a:lnTo>
                  <a:pt x="2157928" y="34009"/>
                </a:lnTo>
                <a:lnTo>
                  <a:pt x="2172164" y="34009"/>
                </a:lnTo>
                <a:lnTo>
                  <a:pt x="2172164" y="118002"/>
                </a:lnTo>
                <a:lnTo>
                  <a:pt x="2157928" y="118002"/>
                </a:lnTo>
                <a:close/>
                <a:moveTo>
                  <a:pt x="2187991" y="76005"/>
                </a:moveTo>
                <a:cubicBezTo>
                  <a:pt x="2187991" y="60451"/>
                  <a:pt x="2192314" y="48930"/>
                  <a:pt x="2200961" y="41443"/>
                </a:cubicBezTo>
                <a:cubicBezTo>
                  <a:pt x="2208185" y="35221"/>
                  <a:pt x="2216990" y="32110"/>
                  <a:pt x="2227377" y="32110"/>
                </a:cubicBezTo>
                <a:cubicBezTo>
                  <a:pt x="2238924" y="32110"/>
                  <a:pt x="2248362" y="35894"/>
                  <a:pt x="2255691" y="43460"/>
                </a:cubicBezTo>
                <a:cubicBezTo>
                  <a:pt x="2263020" y="51026"/>
                  <a:pt x="2266685" y="61479"/>
                  <a:pt x="2266685" y="74819"/>
                </a:cubicBezTo>
                <a:cubicBezTo>
                  <a:pt x="2266685" y="85628"/>
                  <a:pt x="2265064" y="94130"/>
                  <a:pt x="2261821" y="100325"/>
                </a:cubicBezTo>
                <a:cubicBezTo>
                  <a:pt x="2258578" y="106521"/>
                  <a:pt x="2253859" y="111332"/>
                  <a:pt x="2247664" y="114759"/>
                </a:cubicBezTo>
                <a:cubicBezTo>
                  <a:pt x="2241468" y="118186"/>
                  <a:pt x="2234706" y="119900"/>
                  <a:pt x="2227377" y="119900"/>
                </a:cubicBezTo>
                <a:cubicBezTo>
                  <a:pt x="2215619" y="119900"/>
                  <a:pt x="2206115" y="116130"/>
                  <a:pt x="2198865" y="108590"/>
                </a:cubicBezTo>
                <a:cubicBezTo>
                  <a:pt x="2191616" y="101050"/>
                  <a:pt x="2187991" y="90189"/>
                  <a:pt x="2187991" y="76005"/>
                </a:cubicBezTo>
                <a:moveTo>
                  <a:pt x="2202622" y="76005"/>
                </a:moveTo>
                <a:cubicBezTo>
                  <a:pt x="2202622" y="86761"/>
                  <a:pt x="2204969" y="94815"/>
                  <a:pt x="2209661" y="100167"/>
                </a:cubicBezTo>
                <a:cubicBezTo>
                  <a:pt x="2214354" y="105519"/>
                  <a:pt x="2220259" y="108195"/>
                  <a:pt x="2227377" y="108195"/>
                </a:cubicBezTo>
                <a:cubicBezTo>
                  <a:pt x="2234443" y="108195"/>
                  <a:pt x="2240322" y="105506"/>
                  <a:pt x="2245014" y="100128"/>
                </a:cubicBezTo>
                <a:cubicBezTo>
                  <a:pt x="2249707" y="94749"/>
                  <a:pt x="2252053" y="86550"/>
                  <a:pt x="2252053" y="75531"/>
                </a:cubicBezTo>
                <a:cubicBezTo>
                  <a:pt x="2252053" y="65144"/>
                  <a:pt x="2249694" y="57274"/>
                  <a:pt x="2244975" y="51922"/>
                </a:cubicBezTo>
                <a:cubicBezTo>
                  <a:pt x="2240256" y="46571"/>
                  <a:pt x="2234390" y="43895"/>
                  <a:pt x="2227377" y="43895"/>
                </a:cubicBezTo>
                <a:cubicBezTo>
                  <a:pt x="2220259" y="43895"/>
                  <a:pt x="2214354" y="46557"/>
                  <a:pt x="2209661" y="51883"/>
                </a:cubicBezTo>
                <a:cubicBezTo>
                  <a:pt x="2204969" y="57208"/>
                  <a:pt x="2202622" y="65249"/>
                  <a:pt x="2202622" y="76005"/>
                </a:cubicBezTo>
                <a:close/>
                <a:moveTo>
                  <a:pt x="2282715" y="118002"/>
                </a:moveTo>
                <a:lnTo>
                  <a:pt x="2282715" y="34009"/>
                </a:lnTo>
                <a:lnTo>
                  <a:pt x="2295528" y="34009"/>
                </a:lnTo>
                <a:lnTo>
                  <a:pt x="2295528" y="45951"/>
                </a:lnTo>
                <a:cubicBezTo>
                  <a:pt x="2301697" y="36724"/>
                  <a:pt x="2310608" y="32110"/>
                  <a:pt x="2322260" y="32110"/>
                </a:cubicBezTo>
                <a:cubicBezTo>
                  <a:pt x="2327322" y="32110"/>
                  <a:pt x="2331975" y="33020"/>
                  <a:pt x="2336220" y="34839"/>
                </a:cubicBezTo>
                <a:cubicBezTo>
                  <a:pt x="2340464" y="36658"/>
                  <a:pt x="2343641" y="39044"/>
                  <a:pt x="2345750" y="41997"/>
                </a:cubicBezTo>
                <a:cubicBezTo>
                  <a:pt x="2347859" y="44949"/>
                  <a:pt x="2349335" y="48456"/>
                  <a:pt x="2350179" y="52516"/>
                </a:cubicBezTo>
                <a:cubicBezTo>
                  <a:pt x="2350706" y="55152"/>
                  <a:pt x="2350970" y="59765"/>
                  <a:pt x="2350970" y="66356"/>
                </a:cubicBezTo>
                <a:lnTo>
                  <a:pt x="2350970" y="118002"/>
                </a:lnTo>
                <a:lnTo>
                  <a:pt x="2336734" y="118002"/>
                </a:lnTo>
                <a:lnTo>
                  <a:pt x="2336734" y="66910"/>
                </a:lnTo>
                <a:cubicBezTo>
                  <a:pt x="2336734" y="61110"/>
                  <a:pt x="2336180" y="56773"/>
                  <a:pt x="2335073" y="53900"/>
                </a:cubicBezTo>
                <a:cubicBezTo>
                  <a:pt x="2333966" y="51026"/>
                  <a:pt x="2332001" y="48732"/>
                  <a:pt x="2329181" y="47019"/>
                </a:cubicBezTo>
                <a:cubicBezTo>
                  <a:pt x="2326360" y="45305"/>
                  <a:pt x="2323051" y="44448"/>
                  <a:pt x="2319255" y="44448"/>
                </a:cubicBezTo>
                <a:cubicBezTo>
                  <a:pt x="2313191" y="44448"/>
                  <a:pt x="2307958" y="46373"/>
                  <a:pt x="2303556" y="50222"/>
                </a:cubicBezTo>
                <a:cubicBezTo>
                  <a:pt x="2299153" y="54071"/>
                  <a:pt x="2296952" y="61374"/>
                  <a:pt x="2296952" y="72130"/>
                </a:cubicBezTo>
                <a:lnTo>
                  <a:pt x="2296952" y="118002"/>
                </a:lnTo>
                <a:lnTo>
                  <a:pt x="2282715" y="118002"/>
                </a:lnTo>
                <a:close/>
                <a:moveTo>
                  <a:pt x="2376176" y="118002"/>
                </a:moveTo>
                <a:lnTo>
                  <a:pt x="2376176" y="101788"/>
                </a:lnTo>
                <a:lnTo>
                  <a:pt x="2392390" y="101788"/>
                </a:lnTo>
                <a:lnTo>
                  <a:pt x="2392390" y="118002"/>
                </a:lnTo>
                <a:lnTo>
                  <a:pt x="2376176" y="118002"/>
                </a:lnTo>
                <a:close/>
                <a:moveTo>
                  <a:pt x="2490409" y="152089"/>
                </a:moveTo>
                <a:cubicBezTo>
                  <a:pt x="2482553" y="142177"/>
                  <a:pt x="2475910" y="130577"/>
                  <a:pt x="2470479" y="117290"/>
                </a:cubicBezTo>
                <a:cubicBezTo>
                  <a:pt x="2465048" y="104003"/>
                  <a:pt x="2462333" y="90241"/>
                  <a:pt x="2462333" y="76005"/>
                </a:cubicBezTo>
                <a:cubicBezTo>
                  <a:pt x="2462333" y="63456"/>
                  <a:pt x="2464363" y="51435"/>
                  <a:pt x="2468422" y="39940"/>
                </a:cubicBezTo>
                <a:cubicBezTo>
                  <a:pt x="2473168" y="26600"/>
                  <a:pt x="2480497" y="13313"/>
                  <a:pt x="2490409" y="79"/>
                </a:cubicBezTo>
                <a:lnTo>
                  <a:pt x="2500612" y="79"/>
                </a:lnTo>
                <a:cubicBezTo>
                  <a:pt x="2494232" y="11046"/>
                  <a:pt x="2490014" y="18876"/>
                  <a:pt x="2487958" y="23569"/>
                </a:cubicBezTo>
                <a:cubicBezTo>
                  <a:pt x="2484741" y="30845"/>
                  <a:pt x="2482210" y="38438"/>
                  <a:pt x="2480365" y="46347"/>
                </a:cubicBezTo>
                <a:cubicBezTo>
                  <a:pt x="2478098" y="56206"/>
                  <a:pt x="2476964" y="66119"/>
                  <a:pt x="2476964" y="76084"/>
                </a:cubicBezTo>
                <a:cubicBezTo>
                  <a:pt x="2476964" y="101446"/>
                  <a:pt x="2484847" y="126781"/>
                  <a:pt x="2500612" y="152089"/>
                </a:cubicBezTo>
                <a:lnTo>
                  <a:pt x="2490409" y="152089"/>
                </a:lnTo>
                <a:close/>
                <a:moveTo>
                  <a:pt x="2571846" y="116247"/>
                </a:moveTo>
                <a:cubicBezTo>
                  <a:pt x="2571846" y="123845"/>
                  <a:pt x="2569325" y="129780"/>
                  <a:pt x="2564283" y="134052"/>
                </a:cubicBezTo>
                <a:cubicBezTo>
                  <a:pt x="2559241" y="138326"/>
                  <a:pt x="2552232" y="140463"/>
                  <a:pt x="2543255" y="140463"/>
                </a:cubicBezTo>
                <a:cubicBezTo>
                  <a:pt x="2534069" y="140463"/>
                  <a:pt x="2527113" y="138774"/>
                  <a:pt x="2522388" y="135397"/>
                </a:cubicBezTo>
                <a:cubicBezTo>
                  <a:pt x="2517662" y="132020"/>
                  <a:pt x="2514534" y="126772"/>
                  <a:pt x="2513003" y="119650"/>
                </a:cubicBezTo>
                <a:lnTo>
                  <a:pt x="2522099" y="117671"/>
                </a:lnTo>
                <a:cubicBezTo>
                  <a:pt x="2523259" y="123001"/>
                  <a:pt x="2525460" y="126893"/>
                  <a:pt x="2528703" y="129346"/>
                </a:cubicBezTo>
                <a:cubicBezTo>
                  <a:pt x="2531945" y="131801"/>
                  <a:pt x="2536783" y="133029"/>
                  <a:pt x="2543216" y="133029"/>
                </a:cubicBezTo>
                <a:cubicBezTo>
                  <a:pt x="2549174" y="133029"/>
                  <a:pt x="2553879" y="131657"/>
                  <a:pt x="2557333" y="128914"/>
                </a:cubicBezTo>
                <a:cubicBezTo>
                  <a:pt x="2560787" y="126170"/>
                  <a:pt x="2562513" y="122213"/>
                  <a:pt x="2562513" y="117040"/>
                </a:cubicBezTo>
                <a:cubicBezTo>
                  <a:pt x="2562513" y="114086"/>
                  <a:pt x="2561895" y="111580"/>
                  <a:pt x="2560657" y="109522"/>
                </a:cubicBezTo>
                <a:cubicBezTo>
                  <a:pt x="2559421" y="107464"/>
                  <a:pt x="2557513" y="105657"/>
                  <a:pt x="2554933" y="104102"/>
                </a:cubicBezTo>
                <a:cubicBezTo>
                  <a:pt x="2552354" y="102545"/>
                  <a:pt x="2547249" y="100500"/>
                  <a:pt x="2539617" y="97967"/>
                </a:cubicBezTo>
                <a:cubicBezTo>
                  <a:pt x="2530879" y="95171"/>
                  <a:pt x="2524733" y="91782"/>
                  <a:pt x="2521179" y="87799"/>
                </a:cubicBezTo>
                <a:cubicBezTo>
                  <a:pt x="2517627" y="83815"/>
                  <a:pt x="2515850" y="78922"/>
                  <a:pt x="2515850" y="73118"/>
                </a:cubicBezTo>
                <a:cubicBezTo>
                  <a:pt x="2515850" y="68212"/>
                  <a:pt x="2517182" y="63780"/>
                  <a:pt x="2519845" y="59824"/>
                </a:cubicBezTo>
                <a:cubicBezTo>
                  <a:pt x="2522507" y="55866"/>
                  <a:pt x="2526185" y="53148"/>
                  <a:pt x="2530878" y="51670"/>
                </a:cubicBezTo>
                <a:cubicBezTo>
                  <a:pt x="2526687" y="50140"/>
                  <a:pt x="2523372" y="47620"/>
                  <a:pt x="2520932" y="44112"/>
                </a:cubicBezTo>
                <a:cubicBezTo>
                  <a:pt x="2518493" y="40604"/>
                  <a:pt x="2517274" y="36529"/>
                  <a:pt x="2517274" y="31885"/>
                </a:cubicBezTo>
                <a:cubicBezTo>
                  <a:pt x="2517274" y="24817"/>
                  <a:pt x="2519518" y="19291"/>
                  <a:pt x="2524007" y="15309"/>
                </a:cubicBezTo>
                <a:cubicBezTo>
                  <a:pt x="2528495" y="11325"/>
                  <a:pt x="2535096" y="9333"/>
                  <a:pt x="2543809" y="9333"/>
                </a:cubicBezTo>
                <a:cubicBezTo>
                  <a:pt x="2551360" y="9333"/>
                  <a:pt x="2557393" y="11060"/>
                  <a:pt x="2561908" y="14515"/>
                </a:cubicBezTo>
                <a:cubicBezTo>
                  <a:pt x="2566423" y="17971"/>
                  <a:pt x="2569208" y="22917"/>
                  <a:pt x="2570264" y="29355"/>
                </a:cubicBezTo>
                <a:lnTo>
                  <a:pt x="2560773" y="30857"/>
                </a:lnTo>
                <a:cubicBezTo>
                  <a:pt x="2560141" y="26323"/>
                  <a:pt x="2558401" y="22857"/>
                  <a:pt x="2555554" y="20460"/>
                </a:cubicBezTo>
                <a:cubicBezTo>
                  <a:pt x="2552706" y="18060"/>
                  <a:pt x="2548805" y="16861"/>
                  <a:pt x="2543848" y="16861"/>
                </a:cubicBezTo>
                <a:cubicBezTo>
                  <a:pt x="2538101" y="16861"/>
                  <a:pt x="2533791" y="18140"/>
                  <a:pt x="2530917" y="20699"/>
                </a:cubicBezTo>
                <a:cubicBezTo>
                  <a:pt x="2528043" y="23256"/>
                  <a:pt x="2526607" y="26644"/>
                  <a:pt x="2526607" y="30862"/>
                </a:cubicBezTo>
                <a:cubicBezTo>
                  <a:pt x="2526607" y="33711"/>
                  <a:pt x="2527239" y="36124"/>
                  <a:pt x="2528505" y="38101"/>
                </a:cubicBezTo>
                <a:cubicBezTo>
                  <a:pt x="2529770" y="40079"/>
                  <a:pt x="2531589" y="41793"/>
                  <a:pt x="2533962" y="43245"/>
                </a:cubicBezTo>
                <a:cubicBezTo>
                  <a:pt x="2536335" y="44695"/>
                  <a:pt x="2540553" y="46316"/>
                  <a:pt x="2546616" y="48109"/>
                </a:cubicBezTo>
                <a:cubicBezTo>
                  <a:pt x="2552996" y="49956"/>
                  <a:pt x="2557887" y="51961"/>
                  <a:pt x="2561288" y="54125"/>
                </a:cubicBezTo>
                <a:cubicBezTo>
                  <a:pt x="2564688" y="56286"/>
                  <a:pt x="2567351" y="58911"/>
                  <a:pt x="2569276" y="61999"/>
                </a:cubicBezTo>
                <a:cubicBezTo>
                  <a:pt x="2571200" y="65085"/>
                  <a:pt x="2572162" y="68738"/>
                  <a:pt x="2572162" y="72958"/>
                </a:cubicBezTo>
                <a:cubicBezTo>
                  <a:pt x="2572162" y="78339"/>
                  <a:pt x="2570843" y="83022"/>
                  <a:pt x="2568203" y="87006"/>
                </a:cubicBezTo>
                <a:cubicBezTo>
                  <a:pt x="2565563" y="90990"/>
                  <a:pt x="2562138" y="93536"/>
                  <a:pt x="2557926" y="94643"/>
                </a:cubicBezTo>
                <a:cubicBezTo>
                  <a:pt x="2562779" y="96965"/>
                  <a:pt x="2566311" y="99880"/>
                  <a:pt x="2568524" y="103388"/>
                </a:cubicBezTo>
                <a:cubicBezTo>
                  <a:pt x="2570739" y="106895"/>
                  <a:pt x="2571846" y="111182"/>
                  <a:pt x="2571846" y="116247"/>
                </a:cubicBezTo>
                <a:moveTo>
                  <a:pt x="2562830" y="74067"/>
                </a:moveTo>
                <a:cubicBezTo>
                  <a:pt x="2562830" y="69372"/>
                  <a:pt x="2561189" y="65533"/>
                  <a:pt x="2557906" y="62553"/>
                </a:cubicBezTo>
                <a:cubicBezTo>
                  <a:pt x="2554626" y="59572"/>
                  <a:pt x="2549152" y="57184"/>
                  <a:pt x="2541485" y="55390"/>
                </a:cubicBezTo>
                <a:cubicBezTo>
                  <a:pt x="2536498" y="55601"/>
                  <a:pt x="2532533" y="57290"/>
                  <a:pt x="2529592" y="60457"/>
                </a:cubicBezTo>
                <a:cubicBezTo>
                  <a:pt x="2526653" y="63622"/>
                  <a:pt x="2525183" y="67657"/>
                  <a:pt x="2525183" y="72562"/>
                </a:cubicBezTo>
                <a:cubicBezTo>
                  <a:pt x="2525183" y="77100"/>
                  <a:pt x="2526719" y="80833"/>
                  <a:pt x="2529790" y="83761"/>
                </a:cubicBezTo>
                <a:cubicBezTo>
                  <a:pt x="2532861" y="86689"/>
                  <a:pt x="2537889" y="88997"/>
                  <a:pt x="2544874" y="90686"/>
                </a:cubicBezTo>
                <a:cubicBezTo>
                  <a:pt x="2550438" y="90581"/>
                  <a:pt x="2554822" y="89024"/>
                  <a:pt x="2558025" y="86017"/>
                </a:cubicBezTo>
                <a:cubicBezTo>
                  <a:pt x="2561228" y="83010"/>
                  <a:pt x="2562830" y="79027"/>
                  <a:pt x="2562830" y="740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4.3">
            <a:extLst xmlns:a="http://schemas.openxmlformats.org/drawingml/2006/main">
              <a:ext uri="{FF2B5EF4-FFF2-40B4-BE49-F238E27FC236}">
                <a16:creationId xmlns:a16="http://schemas.microsoft.com/office/drawing/2014/main" id="{9E6D1EBE-2152-46B3-B199-B1E92DD2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5839" y="2796158"/>
            <a:ext cx="215629" cy="118476"/>
          </a:xfrm>
          <a:custGeom xmlns:a="http://schemas.openxmlformats.org/drawingml/2006/main">
            <a:pathLst>
              <a:path w="215629" h="118476">
                <a:moveTo>
                  <a:pt x="50301" y="116420"/>
                </a:moveTo>
                <a:lnTo>
                  <a:pt x="50301" y="88660"/>
                </a:lnTo>
                <a:lnTo>
                  <a:pt x="0" y="88660"/>
                </a:lnTo>
                <a:lnTo>
                  <a:pt x="0" y="75610"/>
                </a:lnTo>
                <a:lnTo>
                  <a:pt x="52911" y="475"/>
                </a:lnTo>
                <a:lnTo>
                  <a:pt x="64537" y="475"/>
                </a:lnTo>
                <a:lnTo>
                  <a:pt x="64537" y="75610"/>
                </a:lnTo>
                <a:lnTo>
                  <a:pt x="80197" y="75610"/>
                </a:lnTo>
                <a:lnTo>
                  <a:pt x="80197" y="88660"/>
                </a:lnTo>
                <a:lnTo>
                  <a:pt x="64537" y="88660"/>
                </a:lnTo>
                <a:lnTo>
                  <a:pt x="64537" y="116420"/>
                </a:lnTo>
                <a:lnTo>
                  <a:pt x="50301" y="116420"/>
                </a:lnTo>
                <a:moveTo>
                  <a:pt x="50301" y="75610"/>
                </a:moveTo>
                <a:lnTo>
                  <a:pt x="50301" y="23331"/>
                </a:lnTo>
                <a:lnTo>
                  <a:pt x="13999" y="75610"/>
                </a:lnTo>
                <a:lnTo>
                  <a:pt x="50301" y="75610"/>
                </a:lnTo>
                <a:close/>
                <a:moveTo>
                  <a:pt x="102081" y="116420"/>
                </a:moveTo>
                <a:lnTo>
                  <a:pt x="102081" y="100207"/>
                </a:lnTo>
                <a:lnTo>
                  <a:pt x="118294" y="100207"/>
                </a:lnTo>
                <a:lnTo>
                  <a:pt x="118294" y="116420"/>
                </a:lnTo>
                <a:lnTo>
                  <a:pt x="102081" y="116420"/>
                </a:lnTo>
                <a:close/>
                <a:moveTo>
                  <a:pt x="139703" y="85812"/>
                </a:moveTo>
                <a:lnTo>
                  <a:pt x="153940" y="83914"/>
                </a:lnTo>
                <a:cubicBezTo>
                  <a:pt x="155574" y="91981"/>
                  <a:pt x="158355" y="97794"/>
                  <a:pt x="162283" y="101353"/>
                </a:cubicBezTo>
                <a:cubicBezTo>
                  <a:pt x="166212" y="104912"/>
                  <a:pt x="170997" y="106692"/>
                  <a:pt x="176638" y="106692"/>
                </a:cubicBezTo>
                <a:cubicBezTo>
                  <a:pt x="183335" y="106692"/>
                  <a:pt x="188989" y="104372"/>
                  <a:pt x="193603" y="99732"/>
                </a:cubicBezTo>
                <a:cubicBezTo>
                  <a:pt x="198217" y="95092"/>
                  <a:pt x="200523" y="89345"/>
                  <a:pt x="200523" y="82491"/>
                </a:cubicBezTo>
                <a:cubicBezTo>
                  <a:pt x="200523" y="75952"/>
                  <a:pt x="198388" y="70561"/>
                  <a:pt x="194117" y="66317"/>
                </a:cubicBezTo>
                <a:cubicBezTo>
                  <a:pt x="189846" y="62072"/>
                  <a:pt x="184415" y="59950"/>
                  <a:pt x="177825" y="59950"/>
                </a:cubicBezTo>
                <a:cubicBezTo>
                  <a:pt x="175136" y="59950"/>
                  <a:pt x="171787" y="60477"/>
                  <a:pt x="167780" y="61532"/>
                </a:cubicBezTo>
                <a:lnTo>
                  <a:pt x="169362" y="49036"/>
                </a:lnTo>
                <a:cubicBezTo>
                  <a:pt x="170311" y="49141"/>
                  <a:pt x="171076" y="49194"/>
                  <a:pt x="171656" y="49194"/>
                </a:cubicBezTo>
                <a:cubicBezTo>
                  <a:pt x="177719" y="49194"/>
                  <a:pt x="183176" y="47612"/>
                  <a:pt x="188027" y="44448"/>
                </a:cubicBezTo>
                <a:cubicBezTo>
                  <a:pt x="192878" y="41285"/>
                  <a:pt x="195303" y="36408"/>
                  <a:pt x="195303" y="29817"/>
                </a:cubicBezTo>
                <a:cubicBezTo>
                  <a:pt x="195303" y="24597"/>
                  <a:pt x="193537" y="20273"/>
                  <a:pt x="190004" y="16846"/>
                </a:cubicBezTo>
                <a:cubicBezTo>
                  <a:pt x="186472" y="13419"/>
                  <a:pt x="181911" y="11705"/>
                  <a:pt x="176322" y="11705"/>
                </a:cubicBezTo>
                <a:cubicBezTo>
                  <a:pt x="170786" y="11705"/>
                  <a:pt x="166172" y="13445"/>
                  <a:pt x="162481" y="16925"/>
                </a:cubicBezTo>
                <a:cubicBezTo>
                  <a:pt x="158790" y="20405"/>
                  <a:pt x="156418" y="25625"/>
                  <a:pt x="155363" y="32585"/>
                </a:cubicBezTo>
                <a:lnTo>
                  <a:pt x="141127" y="30054"/>
                </a:lnTo>
                <a:cubicBezTo>
                  <a:pt x="142867" y="20511"/>
                  <a:pt x="146821" y="13116"/>
                  <a:pt x="152990" y="7869"/>
                </a:cubicBezTo>
                <a:cubicBezTo>
                  <a:pt x="159159" y="2623"/>
                  <a:pt x="166831" y="0"/>
                  <a:pt x="176006" y="0"/>
                </a:cubicBezTo>
                <a:cubicBezTo>
                  <a:pt x="182333" y="0"/>
                  <a:pt x="188159" y="1358"/>
                  <a:pt x="193484" y="4073"/>
                </a:cubicBezTo>
                <a:cubicBezTo>
                  <a:pt x="198810" y="6789"/>
                  <a:pt x="202883" y="10493"/>
                  <a:pt x="205704" y="15185"/>
                </a:cubicBezTo>
                <a:cubicBezTo>
                  <a:pt x="208525" y="19878"/>
                  <a:pt x="209935" y="24861"/>
                  <a:pt x="209935" y="30133"/>
                </a:cubicBezTo>
                <a:cubicBezTo>
                  <a:pt x="209935" y="35142"/>
                  <a:pt x="208591" y="39703"/>
                  <a:pt x="205901" y="43816"/>
                </a:cubicBezTo>
                <a:cubicBezTo>
                  <a:pt x="203212" y="47928"/>
                  <a:pt x="199232" y="51197"/>
                  <a:pt x="193959" y="53623"/>
                </a:cubicBezTo>
                <a:cubicBezTo>
                  <a:pt x="200813" y="55205"/>
                  <a:pt x="206139" y="58487"/>
                  <a:pt x="209935" y="63469"/>
                </a:cubicBezTo>
                <a:cubicBezTo>
                  <a:pt x="213731" y="68452"/>
                  <a:pt x="215629" y="74687"/>
                  <a:pt x="215629" y="82174"/>
                </a:cubicBezTo>
                <a:cubicBezTo>
                  <a:pt x="215629" y="92298"/>
                  <a:pt x="211939" y="100879"/>
                  <a:pt x="204557" y="107918"/>
                </a:cubicBezTo>
                <a:cubicBezTo>
                  <a:pt x="197175" y="114957"/>
                  <a:pt x="187843" y="118476"/>
                  <a:pt x="176559" y="118476"/>
                </a:cubicBezTo>
                <a:cubicBezTo>
                  <a:pt x="166383" y="118476"/>
                  <a:pt x="157934" y="115445"/>
                  <a:pt x="151211" y="109381"/>
                </a:cubicBezTo>
                <a:cubicBezTo>
                  <a:pt x="144488" y="103317"/>
                  <a:pt x="140652" y="95461"/>
                  <a:pt x="139703" y="85812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)">
            <a:extLst xmlns:a="http://schemas.openxmlformats.org/drawingml/2006/main">
              <a:ext uri="{FF2B5EF4-FFF2-40B4-BE49-F238E27FC236}">
                <a16:creationId xmlns:a16="http://schemas.microsoft.com/office/drawing/2014/main" id="{58BF2F03-8139-43DE-9DD0-18A7332C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7994" y="2794655"/>
            <a:ext cx="38279" cy="152010"/>
          </a:xfrm>
          <a:custGeom xmlns:a="http://schemas.openxmlformats.org/drawingml/2006/main">
            <a:pathLst>
              <a:path w="38279" h="152010">
                <a:moveTo>
                  <a:pt x="10203" y="152010"/>
                </a:moveTo>
                <a:lnTo>
                  <a:pt x="0" y="152010"/>
                </a:lnTo>
                <a:cubicBezTo>
                  <a:pt x="15765" y="126702"/>
                  <a:pt x="23648" y="101367"/>
                  <a:pt x="23648" y="76005"/>
                </a:cubicBezTo>
                <a:cubicBezTo>
                  <a:pt x="23648" y="66093"/>
                  <a:pt x="22514" y="56259"/>
                  <a:pt x="20247" y="46505"/>
                </a:cubicBezTo>
                <a:cubicBezTo>
                  <a:pt x="18454" y="38596"/>
                  <a:pt x="15950" y="31003"/>
                  <a:pt x="12733" y="23727"/>
                </a:cubicBezTo>
                <a:cubicBezTo>
                  <a:pt x="10677" y="18982"/>
                  <a:pt x="6433" y="11073"/>
                  <a:pt x="0" y="0"/>
                </a:cubicBezTo>
                <a:lnTo>
                  <a:pt x="10203" y="0"/>
                </a:lnTo>
                <a:cubicBezTo>
                  <a:pt x="20115" y="13234"/>
                  <a:pt x="27444" y="26521"/>
                  <a:pt x="32190" y="39861"/>
                </a:cubicBezTo>
                <a:cubicBezTo>
                  <a:pt x="36249" y="51356"/>
                  <a:pt x="38279" y="63377"/>
                  <a:pt x="38279" y="75926"/>
                </a:cubicBezTo>
                <a:cubicBezTo>
                  <a:pt x="38279" y="90162"/>
                  <a:pt x="35551" y="103924"/>
                  <a:pt x="30094" y="117211"/>
                </a:cubicBezTo>
                <a:cubicBezTo>
                  <a:pt x="24636" y="130498"/>
                  <a:pt x="18006" y="142098"/>
                  <a:pt x="10203" y="1520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Of">
            <a:extLst xmlns:a="http://schemas.openxmlformats.org/drawingml/2006/main">
              <a:ext uri="{FF2B5EF4-FFF2-40B4-BE49-F238E27FC236}">
                <a16:creationId xmlns:a16="http://schemas.microsoft.com/office/drawing/2014/main" id="{05F94B76-C08F-42F6-8DFF-1E647798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749" y="3342348"/>
            <a:ext cx="169323" cy="119979"/>
          </a:xfrm>
          <a:custGeom xmlns:a="http://schemas.openxmlformats.org/drawingml/2006/main">
            <a:pathLst>
              <a:path w="169323" h="119979">
                <a:moveTo>
                  <a:pt x="0" y="61532"/>
                </a:moveTo>
                <a:cubicBezTo>
                  <a:pt x="0" y="42287"/>
                  <a:pt x="5167" y="27220"/>
                  <a:pt x="15502" y="16332"/>
                </a:cubicBezTo>
                <a:cubicBezTo>
                  <a:pt x="25836" y="5444"/>
                  <a:pt x="39176" y="0"/>
                  <a:pt x="55521" y="0"/>
                </a:cubicBezTo>
                <a:cubicBezTo>
                  <a:pt x="66224" y="0"/>
                  <a:pt x="75873" y="2557"/>
                  <a:pt x="84468" y="7672"/>
                </a:cubicBezTo>
                <a:cubicBezTo>
                  <a:pt x="93062" y="12786"/>
                  <a:pt x="99613" y="19917"/>
                  <a:pt x="104122" y="29065"/>
                </a:cubicBezTo>
                <a:cubicBezTo>
                  <a:pt x="108630" y="38213"/>
                  <a:pt x="110884" y="48587"/>
                  <a:pt x="110884" y="60187"/>
                </a:cubicBezTo>
                <a:cubicBezTo>
                  <a:pt x="110884" y="71945"/>
                  <a:pt x="108511" y="82464"/>
                  <a:pt x="103766" y="91744"/>
                </a:cubicBezTo>
                <a:cubicBezTo>
                  <a:pt x="99020" y="101024"/>
                  <a:pt x="92298" y="108050"/>
                  <a:pt x="83598" y="112821"/>
                </a:cubicBezTo>
                <a:cubicBezTo>
                  <a:pt x="74898" y="117593"/>
                  <a:pt x="65513" y="119979"/>
                  <a:pt x="55442" y="119979"/>
                </a:cubicBezTo>
                <a:cubicBezTo>
                  <a:pt x="44527" y="119979"/>
                  <a:pt x="34773" y="117343"/>
                  <a:pt x="26179" y="112070"/>
                </a:cubicBezTo>
                <a:cubicBezTo>
                  <a:pt x="17584" y="106797"/>
                  <a:pt x="11073" y="99600"/>
                  <a:pt x="6644" y="90479"/>
                </a:cubicBezTo>
                <a:cubicBezTo>
                  <a:pt x="2215" y="81357"/>
                  <a:pt x="0" y="71708"/>
                  <a:pt x="0" y="61532"/>
                </a:cubicBezTo>
                <a:moveTo>
                  <a:pt x="15818" y="61769"/>
                </a:moveTo>
                <a:cubicBezTo>
                  <a:pt x="15818" y="75742"/>
                  <a:pt x="19575" y="86748"/>
                  <a:pt x="27088" y="94789"/>
                </a:cubicBezTo>
                <a:cubicBezTo>
                  <a:pt x="34602" y="102830"/>
                  <a:pt x="44027" y="106850"/>
                  <a:pt x="55363" y="106850"/>
                </a:cubicBezTo>
                <a:cubicBezTo>
                  <a:pt x="66910" y="106850"/>
                  <a:pt x="76414" y="102790"/>
                  <a:pt x="83875" y="94670"/>
                </a:cubicBezTo>
                <a:cubicBezTo>
                  <a:pt x="91335" y="86550"/>
                  <a:pt x="95066" y="75030"/>
                  <a:pt x="95066" y="60108"/>
                </a:cubicBezTo>
                <a:cubicBezTo>
                  <a:pt x="95066" y="50670"/>
                  <a:pt x="93471" y="42432"/>
                  <a:pt x="90281" y="35393"/>
                </a:cubicBezTo>
                <a:cubicBezTo>
                  <a:pt x="87091" y="28354"/>
                  <a:pt x="82425" y="22896"/>
                  <a:pt x="76282" y="19021"/>
                </a:cubicBezTo>
                <a:cubicBezTo>
                  <a:pt x="70139" y="15146"/>
                  <a:pt x="63245" y="13208"/>
                  <a:pt x="55600" y="13208"/>
                </a:cubicBezTo>
                <a:cubicBezTo>
                  <a:pt x="44738" y="13208"/>
                  <a:pt x="35393" y="16938"/>
                  <a:pt x="27563" y="24399"/>
                </a:cubicBezTo>
                <a:cubicBezTo>
                  <a:pt x="19733" y="31860"/>
                  <a:pt x="15818" y="44317"/>
                  <a:pt x="15818" y="61769"/>
                </a:cubicBezTo>
                <a:close/>
                <a:moveTo>
                  <a:pt x="132784" y="118002"/>
                </a:moveTo>
                <a:lnTo>
                  <a:pt x="132784" y="45081"/>
                </a:lnTo>
                <a:lnTo>
                  <a:pt x="120208" y="45081"/>
                </a:lnTo>
                <a:lnTo>
                  <a:pt x="120208" y="34009"/>
                </a:lnTo>
                <a:lnTo>
                  <a:pt x="132784" y="34009"/>
                </a:lnTo>
                <a:lnTo>
                  <a:pt x="132784" y="25071"/>
                </a:lnTo>
                <a:cubicBezTo>
                  <a:pt x="132784" y="19430"/>
                  <a:pt x="133285" y="15238"/>
                  <a:pt x="134286" y="12496"/>
                </a:cubicBezTo>
                <a:cubicBezTo>
                  <a:pt x="135657" y="8805"/>
                  <a:pt x="138069" y="5813"/>
                  <a:pt x="141523" y="3519"/>
                </a:cubicBezTo>
                <a:cubicBezTo>
                  <a:pt x="144977" y="1226"/>
                  <a:pt x="149814" y="79"/>
                  <a:pt x="156036" y="79"/>
                </a:cubicBezTo>
                <a:cubicBezTo>
                  <a:pt x="160043" y="79"/>
                  <a:pt x="164472" y="554"/>
                  <a:pt x="169323" y="1503"/>
                </a:cubicBezTo>
                <a:lnTo>
                  <a:pt x="167188" y="13920"/>
                </a:lnTo>
                <a:cubicBezTo>
                  <a:pt x="164235" y="13393"/>
                  <a:pt x="161440" y="13129"/>
                  <a:pt x="158804" y="13129"/>
                </a:cubicBezTo>
                <a:cubicBezTo>
                  <a:pt x="154481" y="13129"/>
                  <a:pt x="151422" y="14052"/>
                  <a:pt x="149630" y="15897"/>
                </a:cubicBezTo>
                <a:cubicBezTo>
                  <a:pt x="147837" y="17742"/>
                  <a:pt x="146941" y="21196"/>
                  <a:pt x="146941" y="26258"/>
                </a:cubicBezTo>
                <a:lnTo>
                  <a:pt x="146941" y="34009"/>
                </a:lnTo>
                <a:lnTo>
                  <a:pt x="163312" y="34009"/>
                </a:lnTo>
                <a:lnTo>
                  <a:pt x="163312" y="45081"/>
                </a:lnTo>
                <a:lnTo>
                  <a:pt x="146941" y="45081"/>
                </a:lnTo>
                <a:lnTo>
                  <a:pt x="146941" y="118002"/>
                </a:lnTo>
                <a:lnTo>
                  <a:pt x="132784" y="118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floadZK-SNARKprooftocollaborativeservers.(§">
            <a:extLst xmlns:a="http://schemas.openxmlformats.org/drawingml/2006/main">
              <a:ext uri="{FF2B5EF4-FFF2-40B4-BE49-F238E27FC236}">
                <a16:creationId xmlns:a16="http://schemas.microsoft.com/office/drawing/2014/main" id="{4CE3F3D8-2DE2-4400-8356-59D7E12C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589" y="3342427"/>
            <a:ext cx="3541587" cy="152010"/>
          </a:xfrm>
          <a:custGeom xmlns:a="http://schemas.openxmlformats.org/drawingml/2006/main">
            <a:pathLst>
              <a:path w="3541587" h="152010">
                <a:moveTo>
                  <a:pt x="12575" y="117923"/>
                </a:moveTo>
                <a:lnTo>
                  <a:pt x="12575" y="45002"/>
                </a:lnTo>
                <a:lnTo>
                  <a:pt x="0" y="45002"/>
                </a:lnTo>
                <a:lnTo>
                  <a:pt x="0" y="33929"/>
                </a:lnTo>
                <a:lnTo>
                  <a:pt x="12575" y="33929"/>
                </a:lnTo>
                <a:lnTo>
                  <a:pt x="12575" y="24992"/>
                </a:lnTo>
                <a:cubicBezTo>
                  <a:pt x="12575" y="19351"/>
                  <a:pt x="13076" y="15159"/>
                  <a:pt x="14078" y="12417"/>
                </a:cubicBezTo>
                <a:cubicBezTo>
                  <a:pt x="15449" y="8726"/>
                  <a:pt x="17861" y="5734"/>
                  <a:pt x="21315" y="3440"/>
                </a:cubicBezTo>
                <a:cubicBezTo>
                  <a:pt x="24768" y="1147"/>
                  <a:pt x="29606" y="0"/>
                  <a:pt x="35828" y="0"/>
                </a:cubicBezTo>
                <a:cubicBezTo>
                  <a:pt x="39835" y="0"/>
                  <a:pt x="44264" y="475"/>
                  <a:pt x="49115" y="1424"/>
                </a:cubicBezTo>
                <a:lnTo>
                  <a:pt x="46979" y="13841"/>
                </a:lnTo>
                <a:cubicBezTo>
                  <a:pt x="44027" y="13313"/>
                  <a:pt x="41232" y="13050"/>
                  <a:pt x="38596" y="13050"/>
                </a:cubicBezTo>
                <a:cubicBezTo>
                  <a:pt x="34272" y="13050"/>
                  <a:pt x="31214" y="13973"/>
                  <a:pt x="29421" y="15818"/>
                </a:cubicBezTo>
                <a:cubicBezTo>
                  <a:pt x="27629" y="17663"/>
                  <a:pt x="26732" y="21117"/>
                  <a:pt x="26732" y="26179"/>
                </a:cubicBezTo>
                <a:lnTo>
                  <a:pt x="26732" y="33929"/>
                </a:lnTo>
                <a:lnTo>
                  <a:pt x="43104" y="33929"/>
                </a:lnTo>
                <a:lnTo>
                  <a:pt x="43104" y="45002"/>
                </a:lnTo>
                <a:lnTo>
                  <a:pt x="26732" y="45002"/>
                </a:lnTo>
                <a:lnTo>
                  <a:pt x="26732" y="117923"/>
                </a:lnTo>
                <a:lnTo>
                  <a:pt x="12575" y="117923"/>
                </a:lnTo>
                <a:close/>
                <a:moveTo>
                  <a:pt x="54407" y="117923"/>
                </a:moveTo>
                <a:lnTo>
                  <a:pt x="54407" y="1977"/>
                </a:lnTo>
                <a:lnTo>
                  <a:pt x="68643" y="1977"/>
                </a:lnTo>
                <a:lnTo>
                  <a:pt x="68643" y="117923"/>
                </a:lnTo>
                <a:lnTo>
                  <a:pt x="54407" y="117923"/>
                </a:lnTo>
                <a:close/>
                <a:moveTo>
                  <a:pt x="84928" y="75926"/>
                </a:moveTo>
                <a:cubicBezTo>
                  <a:pt x="84928" y="60372"/>
                  <a:pt x="89252" y="48851"/>
                  <a:pt x="97899" y="41364"/>
                </a:cubicBezTo>
                <a:cubicBezTo>
                  <a:pt x="105122" y="35142"/>
                  <a:pt x="113928" y="32031"/>
                  <a:pt x="124315" y="32031"/>
                </a:cubicBezTo>
                <a:cubicBezTo>
                  <a:pt x="135862" y="32031"/>
                  <a:pt x="145300" y="35814"/>
                  <a:pt x="152629" y="43381"/>
                </a:cubicBezTo>
                <a:cubicBezTo>
                  <a:pt x="159958" y="50947"/>
                  <a:pt x="163622" y="61400"/>
                  <a:pt x="163622" y="74740"/>
                </a:cubicBezTo>
                <a:cubicBezTo>
                  <a:pt x="163622" y="85549"/>
                  <a:pt x="162001" y="94051"/>
                  <a:pt x="158758" y="100246"/>
                </a:cubicBezTo>
                <a:cubicBezTo>
                  <a:pt x="155516" y="106442"/>
                  <a:pt x="150797" y="111253"/>
                  <a:pt x="144601" y="114680"/>
                </a:cubicBezTo>
                <a:cubicBezTo>
                  <a:pt x="138406" y="118107"/>
                  <a:pt x="131644" y="119821"/>
                  <a:pt x="124315" y="119821"/>
                </a:cubicBezTo>
                <a:cubicBezTo>
                  <a:pt x="112557" y="119821"/>
                  <a:pt x="103053" y="116051"/>
                  <a:pt x="95803" y="108511"/>
                </a:cubicBezTo>
                <a:cubicBezTo>
                  <a:pt x="88553" y="100971"/>
                  <a:pt x="84928" y="90110"/>
                  <a:pt x="84928" y="75926"/>
                </a:cubicBezTo>
                <a:moveTo>
                  <a:pt x="99560" y="75926"/>
                </a:moveTo>
                <a:cubicBezTo>
                  <a:pt x="99560" y="86682"/>
                  <a:pt x="101906" y="94736"/>
                  <a:pt x="106599" y="100088"/>
                </a:cubicBezTo>
                <a:cubicBezTo>
                  <a:pt x="111291" y="105440"/>
                  <a:pt x="117197" y="108116"/>
                  <a:pt x="124315" y="108116"/>
                </a:cubicBezTo>
                <a:cubicBezTo>
                  <a:pt x="131380" y="108116"/>
                  <a:pt x="137259" y="105427"/>
                  <a:pt x="141952" y="100048"/>
                </a:cubicBezTo>
                <a:cubicBezTo>
                  <a:pt x="146644" y="94670"/>
                  <a:pt x="148991" y="86471"/>
                  <a:pt x="148991" y="75452"/>
                </a:cubicBezTo>
                <a:cubicBezTo>
                  <a:pt x="148991" y="65064"/>
                  <a:pt x="146631" y="57195"/>
                  <a:pt x="141912" y="51843"/>
                </a:cubicBezTo>
                <a:cubicBezTo>
                  <a:pt x="137193" y="46492"/>
                  <a:pt x="131327" y="43816"/>
                  <a:pt x="124315" y="43816"/>
                </a:cubicBezTo>
                <a:cubicBezTo>
                  <a:pt x="117197" y="43816"/>
                  <a:pt x="111291" y="46478"/>
                  <a:pt x="106599" y="51804"/>
                </a:cubicBezTo>
                <a:cubicBezTo>
                  <a:pt x="101906" y="57129"/>
                  <a:pt x="99560" y="65170"/>
                  <a:pt x="99560" y="75926"/>
                </a:cubicBezTo>
                <a:close/>
                <a:moveTo>
                  <a:pt x="234480" y="107562"/>
                </a:moveTo>
                <a:cubicBezTo>
                  <a:pt x="229207" y="112044"/>
                  <a:pt x="224132" y="115207"/>
                  <a:pt x="219255" y="117053"/>
                </a:cubicBezTo>
                <a:cubicBezTo>
                  <a:pt x="214378" y="118898"/>
                  <a:pt x="209145" y="119821"/>
                  <a:pt x="203556" y="119821"/>
                </a:cubicBezTo>
                <a:cubicBezTo>
                  <a:pt x="194329" y="119821"/>
                  <a:pt x="187237" y="117567"/>
                  <a:pt x="182281" y="113059"/>
                </a:cubicBezTo>
                <a:cubicBezTo>
                  <a:pt x="177324" y="108551"/>
                  <a:pt x="174846" y="102790"/>
                  <a:pt x="174846" y="95778"/>
                </a:cubicBezTo>
                <a:cubicBezTo>
                  <a:pt x="174846" y="91665"/>
                  <a:pt x="175782" y="87908"/>
                  <a:pt x="177654" y="84507"/>
                </a:cubicBezTo>
                <a:cubicBezTo>
                  <a:pt x="179526" y="81106"/>
                  <a:pt x="181977" y="78378"/>
                  <a:pt x="185009" y="76322"/>
                </a:cubicBezTo>
                <a:cubicBezTo>
                  <a:pt x="188041" y="74265"/>
                  <a:pt x="191455" y="72710"/>
                  <a:pt x="195251" y="71655"/>
                </a:cubicBezTo>
                <a:cubicBezTo>
                  <a:pt x="198046" y="70917"/>
                  <a:pt x="202264" y="70205"/>
                  <a:pt x="207906" y="69520"/>
                </a:cubicBezTo>
                <a:cubicBezTo>
                  <a:pt x="219400" y="68149"/>
                  <a:pt x="227863" y="66514"/>
                  <a:pt x="233293" y="64616"/>
                </a:cubicBezTo>
                <a:cubicBezTo>
                  <a:pt x="233346" y="62665"/>
                  <a:pt x="233372" y="61426"/>
                  <a:pt x="233372" y="60899"/>
                </a:cubicBezTo>
                <a:cubicBezTo>
                  <a:pt x="233372" y="55099"/>
                  <a:pt x="232028" y="51013"/>
                  <a:pt x="229339" y="48640"/>
                </a:cubicBezTo>
                <a:cubicBezTo>
                  <a:pt x="225701" y="45424"/>
                  <a:pt x="220296" y="43816"/>
                  <a:pt x="213126" y="43816"/>
                </a:cubicBezTo>
                <a:cubicBezTo>
                  <a:pt x="206429" y="43816"/>
                  <a:pt x="201486" y="44989"/>
                  <a:pt x="198296" y="47335"/>
                </a:cubicBezTo>
                <a:cubicBezTo>
                  <a:pt x="195106" y="49682"/>
                  <a:pt x="192747" y="53834"/>
                  <a:pt x="191218" y="59792"/>
                </a:cubicBezTo>
                <a:lnTo>
                  <a:pt x="177298" y="57894"/>
                </a:lnTo>
                <a:cubicBezTo>
                  <a:pt x="178563" y="51936"/>
                  <a:pt x="180646" y="47124"/>
                  <a:pt x="183546" y="43460"/>
                </a:cubicBezTo>
                <a:cubicBezTo>
                  <a:pt x="186446" y="39795"/>
                  <a:pt x="190638" y="36974"/>
                  <a:pt x="196121" y="34997"/>
                </a:cubicBezTo>
                <a:cubicBezTo>
                  <a:pt x="201605" y="33020"/>
                  <a:pt x="207958" y="32031"/>
                  <a:pt x="215182" y="32031"/>
                </a:cubicBezTo>
                <a:cubicBezTo>
                  <a:pt x="222353" y="32031"/>
                  <a:pt x="228179" y="32875"/>
                  <a:pt x="232661" y="34562"/>
                </a:cubicBezTo>
                <a:cubicBezTo>
                  <a:pt x="237142" y="36249"/>
                  <a:pt x="240438" y="38372"/>
                  <a:pt x="242547" y="40929"/>
                </a:cubicBezTo>
                <a:cubicBezTo>
                  <a:pt x="244656" y="43486"/>
                  <a:pt x="246132" y="46716"/>
                  <a:pt x="246976" y="50617"/>
                </a:cubicBezTo>
                <a:cubicBezTo>
                  <a:pt x="247450" y="53043"/>
                  <a:pt x="247688" y="57419"/>
                  <a:pt x="247688" y="63746"/>
                </a:cubicBezTo>
                <a:lnTo>
                  <a:pt x="247688" y="82728"/>
                </a:lnTo>
                <a:cubicBezTo>
                  <a:pt x="247688" y="95962"/>
                  <a:pt x="247991" y="104332"/>
                  <a:pt x="248597" y="107839"/>
                </a:cubicBezTo>
                <a:cubicBezTo>
                  <a:pt x="249204" y="111345"/>
                  <a:pt x="250403" y="114706"/>
                  <a:pt x="252196" y="117923"/>
                </a:cubicBezTo>
                <a:lnTo>
                  <a:pt x="237327" y="117923"/>
                </a:lnTo>
                <a:cubicBezTo>
                  <a:pt x="235851" y="114970"/>
                  <a:pt x="234902" y="111516"/>
                  <a:pt x="234480" y="107562"/>
                </a:cubicBezTo>
                <a:moveTo>
                  <a:pt x="233293" y="75768"/>
                </a:moveTo>
                <a:cubicBezTo>
                  <a:pt x="228126" y="77877"/>
                  <a:pt x="220375" y="79670"/>
                  <a:pt x="210041" y="81146"/>
                </a:cubicBezTo>
                <a:cubicBezTo>
                  <a:pt x="204188" y="81990"/>
                  <a:pt x="200049" y="82939"/>
                  <a:pt x="197624" y="83993"/>
                </a:cubicBezTo>
                <a:cubicBezTo>
                  <a:pt x="195199" y="85048"/>
                  <a:pt x="193327" y="86590"/>
                  <a:pt x="192009" y="88620"/>
                </a:cubicBezTo>
                <a:cubicBezTo>
                  <a:pt x="190690" y="90650"/>
                  <a:pt x="190031" y="92904"/>
                  <a:pt x="190031" y="95382"/>
                </a:cubicBezTo>
                <a:cubicBezTo>
                  <a:pt x="190031" y="99178"/>
                  <a:pt x="191468" y="102342"/>
                  <a:pt x="194342" y="104873"/>
                </a:cubicBezTo>
                <a:cubicBezTo>
                  <a:pt x="197215" y="107404"/>
                  <a:pt x="201420" y="108669"/>
                  <a:pt x="206957" y="108669"/>
                </a:cubicBezTo>
                <a:cubicBezTo>
                  <a:pt x="212440" y="108669"/>
                  <a:pt x="217317" y="107470"/>
                  <a:pt x="221588" y="105071"/>
                </a:cubicBezTo>
                <a:cubicBezTo>
                  <a:pt x="225859" y="102672"/>
                  <a:pt x="228996" y="99389"/>
                  <a:pt x="231000" y="95224"/>
                </a:cubicBezTo>
                <a:cubicBezTo>
                  <a:pt x="232529" y="92008"/>
                  <a:pt x="233293" y="87262"/>
                  <a:pt x="233293" y="80988"/>
                </a:cubicBezTo>
                <a:lnTo>
                  <a:pt x="233293" y="75768"/>
                </a:lnTo>
                <a:close/>
                <a:moveTo>
                  <a:pt x="323606" y="117923"/>
                </a:moveTo>
                <a:lnTo>
                  <a:pt x="323606" y="107325"/>
                </a:lnTo>
                <a:cubicBezTo>
                  <a:pt x="318281" y="115655"/>
                  <a:pt x="310451" y="119821"/>
                  <a:pt x="300117" y="119821"/>
                </a:cubicBezTo>
                <a:cubicBezTo>
                  <a:pt x="293420" y="119821"/>
                  <a:pt x="287265" y="117975"/>
                  <a:pt x="281649" y="114285"/>
                </a:cubicBezTo>
                <a:cubicBezTo>
                  <a:pt x="276034" y="110594"/>
                  <a:pt x="271684" y="105440"/>
                  <a:pt x="268599" y="98823"/>
                </a:cubicBezTo>
                <a:cubicBezTo>
                  <a:pt x="265515" y="92205"/>
                  <a:pt x="263973" y="84600"/>
                  <a:pt x="263973" y="76005"/>
                </a:cubicBezTo>
                <a:cubicBezTo>
                  <a:pt x="263973" y="67622"/>
                  <a:pt x="265370" y="60016"/>
                  <a:pt x="268164" y="53188"/>
                </a:cubicBezTo>
                <a:cubicBezTo>
                  <a:pt x="270959" y="46360"/>
                  <a:pt x="275151" y="41127"/>
                  <a:pt x="280740" y="37489"/>
                </a:cubicBezTo>
                <a:cubicBezTo>
                  <a:pt x="286329" y="33850"/>
                  <a:pt x="292577" y="32031"/>
                  <a:pt x="299484" y="32031"/>
                </a:cubicBezTo>
                <a:cubicBezTo>
                  <a:pt x="304546" y="32031"/>
                  <a:pt x="309054" y="33099"/>
                  <a:pt x="313008" y="35234"/>
                </a:cubicBezTo>
                <a:cubicBezTo>
                  <a:pt x="316963" y="37370"/>
                  <a:pt x="320179" y="40151"/>
                  <a:pt x="322657" y="43578"/>
                </a:cubicBezTo>
                <a:lnTo>
                  <a:pt x="322657" y="1977"/>
                </a:lnTo>
                <a:lnTo>
                  <a:pt x="336814" y="1977"/>
                </a:lnTo>
                <a:lnTo>
                  <a:pt x="336814" y="117923"/>
                </a:lnTo>
                <a:lnTo>
                  <a:pt x="323606" y="117923"/>
                </a:lnTo>
                <a:moveTo>
                  <a:pt x="278604" y="76005"/>
                </a:moveTo>
                <a:cubicBezTo>
                  <a:pt x="278604" y="86761"/>
                  <a:pt x="280871" y="94802"/>
                  <a:pt x="285406" y="100128"/>
                </a:cubicBezTo>
                <a:cubicBezTo>
                  <a:pt x="289940" y="105453"/>
                  <a:pt x="295292" y="108116"/>
                  <a:pt x="301461" y="108116"/>
                </a:cubicBezTo>
                <a:cubicBezTo>
                  <a:pt x="307683" y="108116"/>
                  <a:pt x="312969" y="105572"/>
                  <a:pt x="317319" y="100483"/>
                </a:cubicBezTo>
                <a:cubicBezTo>
                  <a:pt x="321669" y="95395"/>
                  <a:pt x="323844" y="87631"/>
                  <a:pt x="323844" y="77192"/>
                </a:cubicBezTo>
                <a:cubicBezTo>
                  <a:pt x="323844" y="65697"/>
                  <a:pt x="321629" y="57261"/>
                  <a:pt x="317200" y="51883"/>
                </a:cubicBezTo>
                <a:cubicBezTo>
                  <a:pt x="312771" y="46505"/>
                  <a:pt x="307314" y="43816"/>
                  <a:pt x="300828" y="43816"/>
                </a:cubicBezTo>
                <a:cubicBezTo>
                  <a:pt x="294501" y="43816"/>
                  <a:pt x="289215" y="46399"/>
                  <a:pt x="284971" y="51566"/>
                </a:cubicBezTo>
                <a:cubicBezTo>
                  <a:pt x="280726" y="56734"/>
                  <a:pt x="278604" y="64880"/>
                  <a:pt x="278604" y="76005"/>
                </a:cubicBezTo>
                <a:close/>
                <a:moveTo>
                  <a:pt x="396670" y="117923"/>
                </a:moveTo>
                <a:lnTo>
                  <a:pt x="396670" y="103687"/>
                </a:lnTo>
                <a:lnTo>
                  <a:pt x="456066" y="29421"/>
                </a:lnTo>
                <a:cubicBezTo>
                  <a:pt x="460284" y="24149"/>
                  <a:pt x="464291" y="19562"/>
                  <a:pt x="468088" y="15660"/>
                </a:cubicBezTo>
                <a:lnTo>
                  <a:pt x="403392" y="15660"/>
                </a:lnTo>
                <a:lnTo>
                  <a:pt x="403392" y="1977"/>
                </a:lnTo>
                <a:lnTo>
                  <a:pt x="486436" y="1977"/>
                </a:lnTo>
                <a:lnTo>
                  <a:pt x="486436" y="15660"/>
                </a:lnTo>
                <a:lnTo>
                  <a:pt x="421346" y="96094"/>
                </a:lnTo>
                <a:lnTo>
                  <a:pt x="414307" y="104240"/>
                </a:lnTo>
                <a:lnTo>
                  <a:pt x="488335" y="104240"/>
                </a:lnTo>
                <a:lnTo>
                  <a:pt x="488335" y="117923"/>
                </a:lnTo>
                <a:lnTo>
                  <a:pt x="396670" y="117923"/>
                </a:lnTo>
                <a:close/>
                <a:moveTo>
                  <a:pt x="504776" y="117923"/>
                </a:moveTo>
                <a:lnTo>
                  <a:pt x="504776" y="1977"/>
                </a:lnTo>
                <a:lnTo>
                  <a:pt x="520119" y="1977"/>
                </a:lnTo>
                <a:lnTo>
                  <a:pt x="520119" y="59475"/>
                </a:lnTo>
                <a:lnTo>
                  <a:pt x="577697" y="1977"/>
                </a:lnTo>
                <a:lnTo>
                  <a:pt x="598497" y="1977"/>
                </a:lnTo>
                <a:lnTo>
                  <a:pt x="549857" y="48957"/>
                </a:lnTo>
                <a:lnTo>
                  <a:pt x="600633" y="117923"/>
                </a:lnTo>
                <a:lnTo>
                  <a:pt x="580386" y="117923"/>
                </a:lnTo>
                <a:lnTo>
                  <a:pt x="539101" y="59238"/>
                </a:lnTo>
                <a:lnTo>
                  <a:pt x="520119" y="77745"/>
                </a:lnTo>
                <a:lnTo>
                  <a:pt x="520119" y="117923"/>
                </a:lnTo>
                <a:lnTo>
                  <a:pt x="504776" y="117923"/>
                </a:lnTo>
                <a:close/>
                <a:moveTo>
                  <a:pt x="606014" y="83123"/>
                </a:moveTo>
                <a:lnTo>
                  <a:pt x="606014" y="68808"/>
                </a:lnTo>
                <a:lnTo>
                  <a:pt x="649751" y="68808"/>
                </a:lnTo>
                <a:lnTo>
                  <a:pt x="649751" y="83123"/>
                </a:lnTo>
                <a:lnTo>
                  <a:pt x="606014" y="83123"/>
                </a:lnTo>
                <a:close/>
                <a:moveTo>
                  <a:pt x="662143" y="80671"/>
                </a:moveTo>
                <a:lnTo>
                  <a:pt x="676617" y="79406"/>
                </a:lnTo>
                <a:cubicBezTo>
                  <a:pt x="677302" y="85206"/>
                  <a:pt x="678897" y="89965"/>
                  <a:pt x="681402" y="93682"/>
                </a:cubicBezTo>
                <a:cubicBezTo>
                  <a:pt x="683906" y="97399"/>
                  <a:pt x="687795" y="100404"/>
                  <a:pt x="693067" y="102698"/>
                </a:cubicBezTo>
                <a:cubicBezTo>
                  <a:pt x="698340" y="104992"/>
                  <a:pt x="704272" y="106138"/>
                  <a:pt x="710863" y="106138"/>
                </a:cubicBezTo>
                <a:cubicBezTo>
                  <a:pt x="716715" y="106138"/>
                  <a:pt x="721882" y="105268"/>
                  <a:pt x="726364" y="103528"/>
                </a:cubicBezTo>
                <a:cubicBezTo>
                  <a:pt x="730846" y="101788"/>
                  <a:pt x="734181" y="99403"/>
                  <a:pt x="736369" y="96371"/>
                </a:cubicBezTo>
                <a:cubicBezTo>
                  <a:pt x="738557" y="93339"/>
                  <a:pt x="739651" y="90030"/>
                  <a:pt x="739651" y="86445"/>
                </a:cubicBezTo>
                <a:cubicBezTo>
                  <a:pt x="739651" y="82807"/>
                  <a:pt x="738597" y="79630"/>
                  <a:pt x="736488" y="76915"/>
                </a:cubicBezTo>
                <a:cubicBezTo>
                  <a:pt x="734379" y="74199"/>
                  <a:pt x="730899" y="71919"/>
                  <a:pt x="726048" y="70073"/>
                </a:cubicBezTo>
                <a:cubicBezTo>
                  <a:pt x="722937" y="68861"/>
                  <a:pt x="716056" y="66976"/>
                  <a:pt x="705405" y="64419"/>
                </a:cubicBezTo>
                <a:cubicBezTo>
                  <a:pt x="694755" y="61861"/>
                  <a:pt x="687294" y="59449"/>
                  <a:pt x="683023" y="57182"/>
                </a:cubicBezTo>
                <a:cubicBezTo>
                  <a:pt x="677487" y="54282"/>
                  <a:pt x="673361" y="50683"/>
                  <a:pt x="670645" y="46386"/>
                </a:cubicBezTo>
                <a:cubicBezTo>
                  <a:pt x="667930" y="42089"/>
                  <a:pt x="666572" y="37278"/>
                  <a:pt x="666572" y="31952"/>
                </a:cubicBezTo>
                <a:cubicBezTo>
                  <a:pt x="666572" y="26100"/>
                  <a:pt x="668233" y="20629"/>
                  <a:pt x="671555" y="15541"/>
                </a:cubicBezTo>
                <a:cubicBezTo>
                  <a:pt x="674877" y="10453"/>
                  <a:pt x="679728" y="6591"/>
                  <a:pt x="686107" y="3954"/>
                </a:cubicBezTo>
                <a:cubicBezTo>
                  <a:pt x="692487" y="1318"/>
                  <a:pt x="699579" y="0"/>
                  <a:pt x="707383" y="0"/>
                </a:cubicBezTo>
                <a:cubicBezTo>
                  <a:pt x="715977" y="0"/>
                  <a:pt x="723556" y="1384"/>
                  <a:pt x="730121" y="4152"/>
                </a:cubicBezTo>
                <a:cubicBezTo>
                  <a:pt x="736685" y="6920"/>
                  <a:pt x="741734" y="10993"/>
                  <a:pt x="745267" y="16372"/>
                </a:cubicBezTo>
                <a:cubicBezTo>
                  <a:pt x="748799" y="21750"/>
                  <a:pt x="750697" y="27840"/>
                  <a:pt x="750961" y="34641"/>
                </a:cubicBezTo>
                <a:lnTo>
                  <a:pt x="736250" y="35749"/>
                </a:lnTo>
                <a:cubicBezTo>
                  <a:pt x="735459" y="28420"/>
                  <a:pt x="732784" y="22883"/>
                  <a:pt x="728223" y="19140"/>
                </a:cubicBezTo>
                <a:cubicBezTo>
                  <a:pt x="723662" y="15396"/>
                  <a:pt x="716926" y="13524"/>
                  <a:pt x="708015" y="13524"/>
                </a:cubicBezTo>
                <a:cubicBezTo>
                  <a:pt x="698735" y="13524"/>
                  <a:pt x="691973" y="15225"/>
                  <a:pt x="687729" y="18626"/>
                </a:cubicBezTo>
                <a:cubicBezTo>
                  <a:pt x="683484" y="22026"/>
                  <a:pt x="681362" y="26126"/>
                  <a:pt x="681362" y="30924"/>
                </a:cubicBezTo>
                <a:cubicBezTo>
                  <a:pt x="681362" y="35089"/>
                  <a:pt x="682865" y="38517"/>
                  <a:pt x="685870" y="41206"/>
                </a:cubicBezTo>
                <a:cubicBezTo>
                  <a:pt x="688823" y="43895"/>
                  <a:pt x="696534" y="46650"/>
                  <a:pt x="709004" y="49471"/>
                </a:cubicBezTo>
                <a:cubicBezTo>
                  <a:pt x="721474" y="52291"/>
                  <a:pt x="730029" y="54756"/>
                  <a:pt x="734669" y="56865"/>
                </a:cubicBezTo>
                <a:cubicBezTo>
                  <a:pt x="741418" y="59976"/>
                  <a:pt x="746400" y="63918"/>
                  <a:pt x="749616" y="68689"/>
                </a:cubicBezTo>
                <a:cubicBezTo>
                  <a:pt x="752833" y="73461"/>
                  <a:pt x="754441" y="78958"/>
                  <a:pt x="754441" y="85180"/>
                </a:cubicBezTo>
                <a:cubicBezTo>
                  <a:pt x="754441" y="91349"/>
                  <a:pt x="752675" y="97162"/>
                  <a:pt x="749142" y="102619"/>
                </a:cubicBezTo>
                <a:cubicBezTo>
                  <a:pt x="745609" y="108076"/>
                  <a:pt x="740534" y="112321"/>
                  <a:pt x="733917" y="115352"/>
                </a:cubicBezTo>
                <a:cubicBezTo>
                  <a:pt x="727300" y="118384"/>
                  <a:pt x="719852" y="119900"/>
                  <a:pt x="711574" y="119900"/>
                </a:cubicBezTo>
                <a:cubicBezTo>
                  <a:pt x="701082" y="119900"/>
                  <a:pt x="692290" y="118371"/>
                  <a:pt x="685198" y="115313"/>
                </a:cubicBezTo>
                <a:cubicBezTo>
                  <a:pt x="678106" y="112255"/>
                  <a:pt x="672544" y="107654"/>
                  <a:pt x="668510" y="101512"/>
                </a:cubicBezTo>
                <a:cubicBezTo>
                  <a:pt x="664476" y="95369"/>
                  <a:pt x="662354" y="88422"/>
                  <a:pt x="662143" y="80671"/>
                </a:cubicBezTo>
                <a:close/>
                <a:moveTo>
                  <a:pt x="775194" y="117923"/>
                </a:moveTo>
                <a:lnTo>
                  <a:pt x="775194" y="1977"/>
                </a:lnTo>
                <a:lnTo>
                  <a:pt x="790933" y="1977"/>
                </a:lnTo>
                <a:lnTo>
                  <a:pt x="851832" y="93009"/>
                </a:lnTo>
                <a:lnTo>
                  <a:pt x="851832" y="1977"/>
                </a:lnTo>
                <a:lnTo>
                  <a:pt x="866543" y="1977"/>
                </a:lnTo>
                <a:lnTo>
                  <a:pt x="866543" y="117923"/>
                </a:lnTo>
                <a:lnTo>
                  <a:pt x="850804" y="117923"/>
                </a:lnTo>
                <a:lnTo>
                  <a:pt x="789905" y="26811"/>
                </a:lnTo>
                <a:lnTo>
                  <a:pt x="789905" y="117923"/>
                </a:lnTo>
                <a:lnTo>
                  <a:pt x="775194" y="117923"/>
                </a:lnTo>
                <a:close/>
                <a:moveTo>
                  <a:pt x="879031" y="117923"/>
                </a:moveTo>
                <a:lnTo>
                  <a:pt x="923558" y="1977"/>
                </a:lnTo>
                <a:lnTo>
                  <a:pt x="940088" y="1977"/>
                </a:lnTo>
                <a:lnTo>
                  <a:pt x="987542" y="117923"/>
                </a:lnTo>
                <a:lnTo>
                  <a:pt x="970063" y="117923"/>
                </a:lnTo>
                <a:lnTo>
                  <a:pt x="956539" y="82807"/>
                </a:lnTo>
                <a:lnTo>
                  <a:pt x="908057" y="82807"/>
                </a:lnTo>
                <a:lnTo>
                  <a:pt x="895323" y="117923"/>
                </a:lnTo>
                <a:lnTo>
                  <a:pt x="879031" y="117923"/>
                </a:lnTo>
                <a:moveTo>
                  <a:pt x="912486" y="70311"/>
                </a:moveTo>
                <a:lnTo>
                  <a:pt x="951793" y="70311"/>
                </a:lnTo>
                <a:lnTo>
                  <a:pt x="939692" y="38200"/>
                </a:lnTo>
                <a:cubicBezTo>
                  <a:pt x="936002" y="28446"/>
                  <a:pt x="933260" y="20432"/>
                  <a:pt x="931467" y="14157"/>
                </a:cubicBezTo>
                <a:cubicBezTo>
                  <a:pt x="929991" y="21591"/>
                  <a:pt x="927908" y="28973"/>
                  <a:pt x="925219" y="36302"/>
                </a:cubicBezTo>
                <a:lnTo>
                  <a:pt x="912486" y="70311"/>
                </a:lnTo>
                <a:close/>
                <a:moveTo>
                  <a:pt x="999991" y="117923"/>
                </a:moveTo>
                <a:lnTo>
                  <a:pt x="999991" y="1977"/>
                </a:lnTo>
                <a:lnTo>
                  <a:pt x="1051399" y="1977"/>
                </a:lnTo>
                <a:cubicBezTo>
                  <a:pt x="1061733" y="1977"/>
                  <a:pt x="1069590" y="3019"/>
                  <a:pt x="1074968" y="5101"/>
                </a:cubicBezTo>
                <a:cubicBezTo>
                  <a:pt x="1080346" y="7184"/>
                  <a:pt x="1084643" y="10862"/>
                  <a:pt x="1087859" y="16134"/>
                </a:cubicBezTo>
                <a:cubicBezTo>
                  <a:pt x="1091076" y="21407"/>
                  <a:pt x="1092684" y="27233"/>
                  <a:pt x="1092684" y="33613"/>
                </a:cubicBezTo>
                <a:cubicBezTo>
                  <a:pt x="1092684" y="41838"/>
                  <a:pt x="1090021" y="48772"/>
                  <a:pt x="1084696" y="54414"/>
                </a:cubicBezTo>
                <a:cubicBezTo>
                  <a:pt x="1079370" y="60055"/>
                  <a:pt x="1071145" y="63641"/>
                  <a:pt x="1060020" y="65170"/>
                </a:cubicBezTo>
                <a:cubicBezTo>
                  <a:pt x="1064080" y="67121"/>
                  <a:pt x="1067164" y="69045"/>
                  <a:pt x="1069273" y="70943"/>
                </a:cubicBezTo>
                <a:cubicBezTo>
                  <a:pt x="1073755" y="75056"/>
                  <a:pt x="1077999" y="80197"/>
                  <a:pt x="1082007" y="86366"/>
                </a:cubicBezTo>
                <a:lnTo>
                  <a:pt x="1102174" y="117923"/>
                </a:lnTo>
                <a:lnTo>
                  <a:pt x="1082877" y="117923"/>
                </a:lnTo>
                <a:lnTo>
                  <a:pt x="1067533" y="93800"/>
                </a:lnTo>
                <a:cubicBezTo>
                  <a:pt x="1063051" y="86840"/>
                  <a:pt x="1059361" y="81515"/>
                  <a:pt x="1056461" y="77824"/>
                </a:cubicBezTo>
                <a:cubicBezTo>
                  <a:pt x="1053561" y="74133"/>
                  <a:pt x="1050964" y="71550"/>
                  <a:pt x="1048670" y="70073"/>
                </a:cubicBezTo>
                <a:cubicBezTo>
                  <a:pt x="1046377" y="68597"/>
                  <a:pt x="1044044" y="67569"/>
                  <a:pt x="1041671" y="66989"/>
                </a:cubicBezTo>
                <a:cubicBezTo>
                  <a:pt x="1039931" y="66620"/>
                  <a:pt x="1037084" y="66435"/>
                  <a:pt x="1033129" y="66435"/>
                </a:cubicBezTo>
                <a:lnTo>
                  <a:pt x="1015334" y="66435"/>
                </a:lnTo>
                <a:lnTo>
                  <a:pt x="1015334" y="117923"/>
                </a:lnTo>
                <a:lnTo>
                  <a:pt x="999991" y="117923"/>
                </a:lnTo>
                <a:moveTo>
                  <a:pt x="1015334" y="53148"/>
                </a:moveTo>
                <a:lnTo>
                  <a:pt x="1048314" y="53148"/>
                </a:lnTo>
                <a:cubicBezTo>
                  <a:pt x="1055327" y="53148"/>
                  <a:pt x="1060811" y="52423"/>
                  <a:pt x="1064765" y="50973"/>
                </a:cubicBezTo>
                <a:cubicBezTo>
                  <a:pt x="1068720" y="49523"/>
                  <a:pt x="1071725" y="47203"/>
                  <a:pt x="1073781" y="44013"/>
                </a:cubicBezTo>
                <a:cubicBezTo>
                  <a:pt x="1075838" y="40823"/>
                  <a:pt x="1076866" y="37357"/>
                  <a:pt x="1076866" y="33613"/>
                </a:cubicBezTo>
                <a:cubicBezTo>
                  <a:pt x="1076866" y="28130"/>
                  <a:pt x="1074875" y="23621"/>
                  <a:pt x="1070894" y="20089"/>
                </a:cubicBezTo>
                <a:cubicBezTo>
                  <a:pt x="1066914" y="16556"/>
                  <a:pt x="1060626" y="14790"/>
                  <a:pt x="1052032" y="14790"/>
                </a:cubicBezTo>
                <a:lnTo>
                  <a:pt x="1015334" y="14790"/>
                </a:lnTo>
                <a:lnTo>
                  <a:pt x="1015334" y="53148"/>
                </a:lnTo>
                <a:close/>
                <a:moveTo>
                  <a:pt x="1115533" y="117923"/>
                </a:moveTo>
                <a:lnTo>
                  <a:pt x="1115533" y="1977"/>
                </a:lnTo>
                <a:lnTo>
                  <a:pt x="1130876" y="1977"/>
                </a:lnTo>
                <a:lnTo>
                  <a:pt x="1130876" y="59475"/>
                </a:lnTo>
                <a:lnTo>
                  <a:pt x="1188453" y="1977"/>
                </a:lnTo>
                <a:lnTo>
                  <a:pt x="1209254" y="1977"/>
                </a:lnTo>
                <a:lnTo>
                  <a:pt x="1160614" y="48957"/>
                </a:lnTo>
                <a:lnTo>
                  <a:pt x="1211389" y="117923"/>
                </a:lnTo>
                <a:lnTo>
                  <a:pt x="1191142" y="117923"/>
                </a:lnTo>
                <a:lnTo>
                  <a:pt x="1149858" y="59238"/>
                </a:lnTo>
                <a:lnTo>
                  <a:pt x="1130876" y="77745"/>
                </a:lnTo>
                <a:lnTo>
                  <a:pt x="1130876" y="117923"/>
                </a:lnTo>
                <a:lnTo>
                  <a:pt x="1115533" y="117923"/>
                </a:lnTo>
                <a:close/>
                <a:moveTo>
                  <a:pt x="1267899" y="150112"/>
                </a:moveTo>
                <a:lnTo>
                  <a:pt x="1267899" y="33929"/>
                </a:lnTo>
                <a:lnTo>
                  <a:pt x="1280870" y="33929"/>
                </a:lnTo>
                <a:lnTo>
                  <a:pt x="1280870" y="44844"/>
                </a:lnTo>
                <a:cubicBezTo>
                  <a:pt x="1283928" y="40573"/>
                  <a:pt x="1287382" y="37370"/>
                  <a:pt x="1291231" y="35234"/>
                </a:cubicBezTo>
                <a:cubicBezTo>
                  <a:pt x="1295080" y="33099"/>
                  <a:pt x="1299746" y="32031"/>
                  <a:pt x="1305230" y="32031"/>
                </a:cubicBezTo>
                <a:cubicBezTo>
                  <a:pt x="1312401" y="32031"/>
                  <a:pt x="1318728" y="33877"/>
                  <a:pt x="1324211" y="37568"/>
                </a:cubicBezTo>
                <a:cubicBezTo>
                  <a:pt x="1329695" y="41258"/>
                  <a:pt x="1333834" y="46465"/>
                  <a:pt x="1336628" y="53188"/>
                </a:cubicBezTo>
                <a:cubicBezTo>
                  <a:pt x="1339423" y="59910"/>
                  <a:pt x="1340820" y="67279"/>
                  <a:pt x="1340820" y="75293"/>
                </a:cubicBezTo>
                <a:cubicBezTo>
                  <a:pt x="1340820" y="83888"/>
                  <a:pt x="1339278" y="91625"/>
                  <a:pt x="1336193" y="98506"/>
                </a:cubicBezTo>
                <a:cubicBezTo>
                  <a:pt x="1333109" y="105387"/>
                  <a:pt x="1328627" y="110660"/>
                  <a:pt x="1322748" y="114324"/>
                </a:cubicBezTo>
                <a:cubicBezTo>
                  <a:pt x="1316869" y="117989"/>
                  <a:pt x="1310687" y="119821"/>
                  <a:pt x="1304202" y="119821"/>
                </a:cubicBezTo>
                <a:cubicBezTo>
                  <a:pt x="1299456" y="119821"/>
                  <a:pt x="1295199" y="118819"/>
                  <a:pt x="1291429" y="116815"/>
                </a:cubicBezTo>
                <a:cubicBezTo>
                  <a:pt x="1287659" y="114812"/>
                  <a:pt x="1284561" y="112281"/>
                  <a:pt x="1282136" y="109223"/>
                </a:cubicBezTo>
                <a:lnTo>
                  <a:pt x="1282136" y="150112"/>
                </a:lnTo>
                <a:lnTo>
                  <a:pt x="1267899" y="150112"/>
                </a:lnTo>
                <a:moveTo>
                  <a:pt x="1280791" y="76401"/>
                </a:moveTo>
                <a:cubicBezTo>
                  <a:pt x="1280791" y="87210"/>
                  <a:pt x="1282979" y="95198"/>
                  <a:pt x="1287356" y="100365"/>
                </a:cubicBezTo>
                <a:cubicBezTo>
                  <a:pt x="1291732" y="105532"/>
                  <a:pt x="1297031" y="108116"/>
                  <a:pt x="1303253" y="108116"/>
                </a:cubicBezTo>
                <a:cubicBezTo>
                  <a:pt x="1309580" y="108116"/>
                  <a:pt x="1314997" y="105440"/>
                  <a:pt x="1319505" y="100088"/>
                </a:cubicBezTo>
                <a:cubicBezTo>
                  <a:pt x="1324014" y="94736"/>
                  <a:pt x="1326268" y="86445"/>
                  <a:pt x="1326268" y="75214"/>
                </a:cubicBezTo>
                <a:cubicBezTo>
                  <a:pt x="1326268" y="64511"/>
                  <a:pt x="1324066" y="56496"/>
                  <a:pt x="1319664" y="51171"/>
                </a:cubicBezTo>
                <a:cubicBezTo>
                  <a:pt x="1315261" y="45846"/>
                  <a:pt x="1310002" y="43183"/>
                  <a:pt x="1303885" y="43183"/>
                </a:cubicBezTo>
                <a:cubicBezTo>
                  <a:pt x="1297822" y="43183"/>
                  <a:pt x="1292457" y="46017"/>
                  <a:pt x="1287790" y="51685"/>
                </a:cubicBezTo>
                <a:cubicBezTo>
                  <a:pt x="1283124" y="57353"/>
                  <a:pt x="1280791" y="65592"/>
                  <a:pt x="1280791" y="76401"/>
                </a:cubicBezTo>
                <a:close/>
                <a:moveTo>
                  <a:pt x="1357168" y="117923"/>
                </a:moveTo>
                <a:lnTo>
                  <a:pt x="1357168" y="33929"/>
                </a:lnTo>
                <a:lnTo>
                  <a:pt x="1369981" y="33929"/>
                </a:lnTo>
                <a:lnTo>
                  <a:pt x="1369981" y="46663"/>
                </a:lnTo>
                <a:cubicBezTo>
                  <a:pt x="1373250" y="40705"/>
                  <a:pt x="1376268" y="36777"/>
                  <a:pt x="1379036" y="34879"/>
                </a:cubicBezTo>
                <a:cubicBezTo>
                  <a:pt x="1381805" y="32980"/>
                  <a:pt x="1384850" y="32031"/>
                  <a:pt x="1388171" y="32031"/>
                </a:cubicBezTo>
                <a:cubicBezTo>
                  <a:pt x="1392969" y="32031"/>
                  <a:pt x="1397847" y="33560"/>
                  <a:pt x="1402803" y="36619"/>
                </a:cubicBezTo>
                <a:lnTo>
                  <a:pt x="1397899" y="49827"/>
                </a:lnTo>
                <a:cubicBezTo>
                  <a:pt x="1394419" y="47770"/>
                  <a:pt x="1390939" y="46742"/>
                  <a:pt x="1387460" y="46742"/>
                </a:cubicBezTo>
                <a:cubicBezTo>
                  <a:pt x="1384349" y="46742"/>
                  <a:pt x="1381554" y="47678"/>
                  <a:pt x="1379076" y="49550"/>
                </a:cubicBezTo>
                <a:cubicBezTo>
                  <a:pt x="1376598" y="51421"/>
                  <a:pt x="1374832" y="54018"/>
                  <a:pt x="1373777" y="57340"/>
                </a:cubicBezTo>
                <a:cubicBezTo>
                  <a:pt x="1372195" y="62402"/>
                  <a:pt x="1371404" y="67938"/>
                  <a:pt x="1371404" y="73949"/>
                </a:cubicBezTo>
                <a:lnTo>
                  <a:pt x="1371404" y="117923"/>
                </a:lnTo>
                <a:lnTo>
                  <a:pt x="1357168" y="117923"/>
                </a:lnTo>
                <a:close/>
                <a:moveTo>
                  <a:pt x="1406013" y="75926"/>
                </a:moveTo>
                <a:cubicBezTo>
                  <a:pt x="1406013" y="60372"/>
                  <a:pt x="1410337" y="48851"/>
                  <a:pt x="1418984" y="41364"/>
                </a:cubicBezTo>
                <a:cubicBezTo>
                  <a:pt x="1426208" y="35142"/>
                  <a:pt x="1435013" y="32031"/>
                  <a:pt x="1445400" y="32031"/>
                </a:cubicBezTo>
                <a:cubicBezTo>
                  <a:pt x="1456947" y="32031"/>
                  <a:pt x="1466385" y="35814"/>
                  <a:pt x="1473714" y="43381"/>
                </a:cubicBezTo>
                <a:cubicBezTo>
                  <a:pt x="1481043" y="50947"/>
                  <a:pt x="1484708" y="61400"/>
                  <a:pt x="1484708" y="74740"/>
                </a:cubicBezTo>
                <a:cubicBezTo>
                  <a:pt x="1484708" y="85549"/>
                  <a:pt x="1483086" y="94051"/>
                  <a:pt x="1479844" y="100246"/>
                </a:cubicBezTo>
                <a:cubicBezTo>
                  <a:pt x="1476601" y="106442"/>
                  <a:pt x="1471882" y="111253"/>
                  <a:pt x="1465687" y="114680"/>
                </a:cubicBezTo>
                <a:cubicBezTo>
                  <a:pt x="1459491" y="118107"/>
                  <a:pt x="1452729" y="119821"/>
                  <a:pt x="1445400" y="119821"/>
                </a:cubicBezTo>
                <a:cubicBezTo>
                  <a:pt x="1433642" y="119821"/>
                  <a:pt x="1424138" y="116051"/>
                  <a:pt x="1416888" y="108511"/>
                </a:cubicBezTo>
                <a:cubicBezTo>
                  <a:pt x="1409638" y="100971"/>
                  <a:pt x="1406013" y="90110"/>
                  <a:pt x="1406013" y="75926"/>
                </a:cubicBezTo>
                <a:moveTo>
                  <a:pt x="1420645" y="75926"/>
                </a:moveTo>
                <a:cubicBezTo>
                  <a:pt x="1420645" y="86682"/>
                  <a:pt x="1422991" y="94736"/>
                  <a:pt x="1427684" y="100088"/>
                </a:cubicBezTo>
                <a:cubicBezTo>
                  <a:pt x="1432377" y="105440"/>
                  <a:pt x="1438282" y="108116"/>
                  <a:pt x="1445400" y="108116"/>
                </a:cubicBezTo>
                <a:cubicBezTo>
                  <a:pt x="1452466" y="108116"/>
                  <a:pt x="1458345" y="105427"/>
                  <a:pt x="1463037" y="100048"/>
                </a:cubicBezTo>
                <a:cubicBezTo>
                  <a:pt x="1467730" y="94670"/>
                  <a:pt x="1470076" y="86471"/>
                  <a:pt x="1470076" y="75452"/>
                </a:cubicBezTo>
                <a:cubicBezTo>
                  <a:pt x="1470076" y="65064"/>
                  <a:pt x="1467717" y="57195"/>
                  <a:pt x="1462998" y="51843"/>
                </a:cubicBezTo>
                <a:cubicBezTo>
                  <a:pt x="1458279" y="46492"/>
                  <a:pt x="1452413" y="43816"/>
                  <a:pt x="1445400" y="43816"/>
                </a:cubicBezTo>
                <a:cubicBezTo>
                  <a:pt x="1438282" y="43816"/>
                  <a:pt x="1432377" y="46478"/>
                  <a:pt x="1427684" y="51804"/>
                </a:cubicBezTo>
                <a:cubicBezTo>
                  <a:pt x="1422991" y="57129"/>
                  <a:pt x="1420645" y="65170"/>
                  <a:pt x="1420645" y="75926"/>
                </a:cubicBezTo>
                <a:close/>
                <a:moveTo>
                  <a:pt x="1495440" y="75926"/>
                </a:moveTo>
                <a:cubicBezTo>
                  <a:pt x="1495440" y="60372"/>
                  <a:pt x="1499763" y="48851"/>
                  <a:pt x="1508411" y="41364"/>
                </a:cubicBezTo>
                <a:cubicBezTo>
                  <a:pt x="1515634" y="35142"/>
                  <a:pt x="1524439" y="32031"/>
                  <a:pt x="1534826" y="32031"/>
                </a:cubicBezTo>
                <a:cubicBezTo>
                  <a:pt x="1546374" y="32031"/>
                  <a:pt x="1555812" y="35814"/>
                  <a:pt x="1563141" y="43381"/>
                </a:cubicBezTo>
                <a:cubicBezTo>
                  <a:pt x="1570470" y="50947"/>
                  <a:pt x="1574134" y="61400"/>
                  <a:pt x="1574134" y="74740"/>
                </a:cubicBezTo>
                <a:cubicBezTo>
                  <a:pt x="1574134" y="85549"/>
                  <a:pt x="1572513" y="94051"/>
                  <a:pt x="1569270" y="100246"/>
                </a:cubicBezTo>
                <a:cubicBezTo>
                  <a:pt x="1566027" y="106442"/>
                  <a:pt x="1561308" y="111253"/>
                  <a:pt x="1555113" y="114680"/>
                </a:cubicBezTo>
                <a:cubicBezTo>
                  <a:pt x="1548918" y="118107"/>
                  <a:pt x="1542155" y="119821"/>
                  <a:pt x="1534826" y="119821"/>
                </a:cubicBezTo>
                <a:cubicBezTo>
                  <a:pt x="1523068" y="119821"/>
                  <a:pt x="1513565" y="116051"/>
                  <a:pt x="1506315" y="108511"/>
                </a:cubicBezTo>
                <a:cubicBezTo>
                  <a:pt x="1499065" y="100971"/>
                  <a:pt x="1495440" y="90110"/>
                  <a:pt x="1495440" y="75926"/>
                </a:cubicBezTo>
                <a:moveTo>
                  <a:pt x="1510071" y="75926"/>
                </a:moveTo>
                <a:cubicBezTo>
                  <a:pt x="1510071" y="86682"/>
                  <a:pt x="1512418" y="94736"/>
                  <a:pt x="1517110" y="100088"/>
                </a:cubicBezTo>
                <a:cubicBezTo>
                  <a:pt x="1521803" y="105440"/>
                  <a:pt x="1527708" y="108116"/>
                  <a:pt x="1534826" y="108116"/>
                </a:cubicBezTo>
                <a:cubicBezTo>
                  <a:pt x="1541892" y="108116"/>
                  <a:pt x="1547771" y="105427"/>
                  <a:pt x="1552463" y="100048"/>
                </a:cubicBezTo>
                <a:cubicBezTo>
                  <a:pt x="1557156" y="94670"/>
                  <a:pt x="1559502" y="86471"/>
                  <a:pt x="1559502" y="75452"/>
                </a:cubicBezTo>
                <a:cubicBezTo>
                  <a:pt x="1559502" y="65064"/>
                  <a:pt x="1557143" y="57195"/>
                  <a:pt x="1552424" y="51843"/>
                </a:cubicBezTo>
                <a:cubicBezTo>
                  <a:pt x="1547705" y="46492"/>
                  <a:pt x="1541839" y="43816"/>
                  <a:pt x="1534826" y="43816"/>
                </a:cubicBezTo>
                <a:cubicBezTo>
                  <a:pt x="1527708" y="43816"/>
                  <a:pt x="1521803" y="46478"/>
                  <a:pt x="1517110" y="51804"/>
                </a:cubicBezTo>
                <a:cubicBezTo>
                  <a:pt x="1512418" y="57129"/>
                  <a:pt x="1510071" y="65170"/>
                  <a:pt x="1510071" y="75926"/>
                </a:cubicBezTo>
                <a:close/>
                <a:moveTo>
                  <a:pt x="1593567" y="117923"/>
                </a:moveTo>
                <a:lnTo>
                  <a:pt x="1593567" y="45002"/>
                </a:lnTo>
                <a:lnTo>
                  <a:pt x="1580992" y="45002"/>
                </a:lnTo>
                <a:lnTo>
                  <a:pt x="1580992" y="33929"/>
                </a:lnTo>
                <a:lnTo>
                  <a:pt x="1593567" y="33929"/>
                </a:lnTo>
                <a:lnTo>
                  <a:pt x="1593567" y="24992"/>
                </a:lnTo>
                <a:cubicBezTo>
                  <a:pt x="1593567" y="19351"/>
                  <a:pt x="1594068" y="15159"/>
                  <a:pt x="1595070" y="12417"/>
                </a:cubicBezTo>
                <a:cubicBezTo>
                  <a:pt x="1596440" y="8726"/>
                  <a:pt x="1598853" y="5734"/>
                  <a:pt x="1602306" y="3440"/>
                </a:cubicBezTo>
                <a:cubicBezTo>
                  <a:pt x="1605760" y="1147"/>
                  <a:pt x="1610598" y="0"/>
                  <a:pt x="1616819" y="0"/>
                </a:cubicBezTo>
                <a:cubicBezTo>
                  <a:pt x="1620826" y="0"/>
                  <a:pt x="1625255" y="475"/>
                  <a:pt x="1630106" y="1424"/>
                </a:cubicBezTo>
                <a:lnTo>
                  <a:pt x="1627971" y="13841"/>
                </a:lnTo>
                <a:cubicBezTo>
                  <a:pt x="1625018" y="13313"/>
                  <a:pt x="1622224" y="13050"/>
                  <a:pt x="1619587" y="13050"/>
                </a:cubicBezTo>
                <a:cubicBezTo>
                  <a:pt x="1615264" y="13050"/>
                  <a:pt x="1612206" y="13973"/>
                  <a:pt x="1610413" y="15818"/>
                </a:cubicBezTo>
                <a:cubicBezTo>
                  <a:pt x="1608620" y="17663"/>
                  <a:pt x="1607724" y="21117"/>
                  <a:pt x="1607724" y="26179"/>
                </a:cubicBezTo>
                <a:lnTo>
                  <a:pt x="1607724" y="33929"/>
                </a:lnTo>
                <a:lnTo>
                  <a:pt x="1624095" y="33929"/>
                </a:lnTo>
                <a:lnTo>
                  <a:pt x="1624095" y="45002"/>
                </a:lnTo>
                <a:lnTo>
                  <a:pt x="1607724" y="45002"/>
                </a:lnTo>
                <a:lnTo>
                  <a:pt x="1607724" y="117923"/>
                </a:lnTo>
                <a:lnTo>
                  <a:pt x="1593567" y="117923"/>
                </a:lnTo>
                <a:close/>
                <a:moveTo>
                  <a:pt x="1712375" y="105189"/>
                </a:moveTo>
                <a:lnTo>
                  <a:pt x="1714431" y="117765"/>
                </a:lnTo>
                <a:cubicBezTo>
                  <a:pt x="1710424" y="118608"/>
                  <a:pt x="1706839" y="119030"/>
                  <a:pt x="1703675" y="119030"/>
                </a:cubicBezTo>
                <a:cubicBezTo>
                  <a:pt x="1698508" y="119030"/>
                  <a:pt x="1694501" y="118213"/>
                  <a:pt x="1691654" y="116578"/>
                </a:cubicBezTo>
                <a:cubicBezTo>
                  <a:pt x="1688806" y="114944"/>
                  <a:pt x="1686803" y="112795"/>
                  <a:pt x="1685643" y="110132"/>
                </a:cubicBezTo>
                <a:cubicBezTo>
                  <a:pt x="1684483" y="107470"/>
                  <a:pt x="1683903" y="101868"/>
                  <a:pt x="1683903" y="93326"/>
                </a:cubicBezTo>
                <a:lnTo>
                  <a:pt x="1683903" y="45002"/>
                </a:lnTo>
                <a:lnTo>
                  <a:pt x="1673463" y="45002"/>
                </a:lnTo>
                <a:lnTo>
                  <a:pt x="1673463" y="33929"/>
                </a:lnTo>
                <a:lnTo>
                  <a:pt x="1683903" y="33929"/>
                </a:lnTo>
                <a:lnTo>
                  <a:pt x="1683903" y="13129"/>
                </a:lnTo>
                <a:lnTo>
                  <a:pt x="1698060" y="4587"/>
                </a:lnTo>
                <a:lnTo>
                  <a:pt x="1698060" y="33929"/>
                </a:lnTo>
                <a:lnTo>
                  <a:pt x="1712375" y="33929"/>
                </a:lnTo>
                <a:lnTo>
                  <a:pt x="1712375" y="45002"/>
                </a:lnTo>
                <a:lnTo>
                  <a:pt x="1698060" y="45002"/>
                </a:lnTo>
                <a:lnTo>
                  <a:pt x="1698060" y="94117"/>
                </a:lnTo>
                <a:cubicBezTo>
                  <a:pt x="1698060" y="98177"/>
                  <a:pt x="1698310" y="100787"/>
                  <a:pt x="1698811" y="101947"/>
                </a:cubicBezTo>
                <a:cubicBezTo>
                  <a:pt x="1699312" y="103107"/>
                  <a:pt x="1700129" y="104029"/>
                  <a:pt x="1701263" y="104715"/>
                </a:cubicBezTo>
                <a:cubicBezTo>
                  <a:pt x="1702397" y="105400"/>
                  <a:pt x="1704018" y="105743"/>
                  <a:pt x="1706127" y="105743"/>
                </a:cubicBezTo>
                <a:cubicBezTo>
                  <a:pt x="1707709" y="105743"/>
                  <a:pt x="1709791" y="105558"/>
                  <a:pt x="1712375" y="105189"/>
                </a:cubicBezTo>
                <a:close/>
                <a:moveTo>
                  <a:pt x="1721558" y="75926"/>
                </a:moveTo>
                <a:cubicBezTo>
                  <a:pt x="1721558" y="60372"/>
                  <a:pt x="1725882" y="48851"/>
                  <a:pt x="1734529" y="41364"/>
                </a:cubicBezTo>
                <a:cubicBezTo>
                  <a:pt x="1741753" y="35142"/>
                  <a:pt x="1750558" y="32031"/>
                  <a:pt x="1760945" y="32031"/>
                </a:cubicBezTo>
                <a:cubicBezTo>
                  <a:pt x="1772492" y="32031"/>
                  <a:pt x="1781930" y="35814"/>
                  <a:pt x="1789259" y="43381"/>
                </a:cubicBezTo>
                <a:cubicBezTo>
                  <a:pt x="1796588" y="50947"/>
                  <a:pt x="1800253" y="61400"/>
                  <a:pt x="1800253" y="74740"/>
                </a:cubicBezTo>
                <a:cubicBezTo>
                  <a:pt x="1800253" y="85549"/>
                  <a:pt x="1798631" y="94051"/>
                  <a:pt x="1795389" y="100246"/>
                </a:cubicBezTo>
                <a:cubicBezTo>
                  <a:pt x="1792146" y="106442"/>
                  <a:pt x="1787427" y="111253"/>
                  <a:pt x="1781232" y="114680"/>
                </a:cubicBezTo>
                <a:cubicBezTo>
                  <a:pt x="1775036" y="118107"/>
                  <a:pt x="1768274" y="119821"/>
                  <a:pt x="1760945" y="119821"/>
                </a:cubicBezTo>
                <a:cubicBezTo>
                  <a:pt x="1749187" y="119821"/>
                  <a:pt x="1739683" y="116051"/>
                  <a:pt x="1732433" y="108511"/>
                </a:cubicBezTo>
                <a:cubicBezTo>
                  <a:pt x="1725183" y="100971"/>
                  <a:pt x="1721558" y="90110"/>
                  <a:pt x="1721558" y="75926"/>
                </a:cubicBezTo>
                <a:moveTo>
                  <a:pt x="1736190" y="75926"/>
                </a:moveTo>
                <a:cubicBezTo>
                  <a:pt x="1736190" y="86682"/>
                  <a:pt x="1738536" y="94736"/>
                  <a:pt x="1743229" y="100088"/>
                </a:cubicBezTo>
                <a:cubicBezTo>
                  <a:pt x="1747922" y="105440"/>
                  <a:pt x="1753827" y="108116"/>
                  <a:pt x="1760945" y="108116"/>
                </a:cubicBezTo>
                <a:cubicBezTo>
                  <a:pt x="1768010" y="108116"/>
                  <a:pt x="1773889" y="105427"/>
                  <a:pt x="1778582" y="100048"/>
                </a:cubicBezTo>
                <a:cubicBezTo>
                  <a:pt x="1783275" y="94670"/>
                  <a:pt x="1785621" y="86471"/>
                  <a:pt x="1785621" y="75452"/>
                </a:cubicBezTo>
                <a:cubicBezTo>
                  <a:pt x="1785621" y="65064"/>
                  <a:pt x="1783262" y="57195"/>
                  <a:pt x="1778542" y="51843"/>
                </a:cubicBezTo>
                <a:cubicBezTo>
                  <a:pt x="1773823" y="46492"/>
                  <a:pt x="1767958" y="43816"/>
                  <a:pt x="1760945" y="43816"/>
                </a:cubicBezTo>
                <a:cubicBezTo>
                  <a:pt x="1753827" y="43816"/>
                  <a:pt x="1747922" y="46478"/>
                  <a:pt x="1743229" y="51804"/>
                </a:cubicBezTo>
                <a:cubicBezTo>
                  <a:pt x="1738536" y="57129"/>
                  <a:pt x="1736190" y="65170"/>
                  <a:pt x="1736190" y="75926"/>
                </a:cubicBezTo>
                <a:close/>
                <a:moveTo>
                  <a:pt x="1916656" y="87157"/>
                </a:moveTo>
                <a:lnTo>
                  <a:pt x="1930655" y="88976"/>
                </a:lnTo>
                <a:cubicBezTo>
                  <a:pt x="1929126" y="98625"/>
                  <a:pt x="1925211" y="106178"/>
                  <a:pt x="1918910" y="111635"/>
                </a:cubicBezTo>
                <a:cubicBezTo>
                  <a:pt x="1912609" y="117092"/>
                  <a:pt x="1904872" y="119821"/>
                  <a:pt x="1895697" y="119821"/>
                </a:cubicBezTo>
                <a:cubicBezTo>
                  <a:pt x="1884203" y="119821"/>
                  <a:pt x="1874963" y="116064"/>
                  <a:pt x="1867976" y="108551"/>
                </a:cubicBezTo>
                <a:cubicBezTo>
                  <a:pt x="1860990" y="101037"/>
                  <a:pt x="1857497" y="90268"/>
                  <a:pt x="1857497" y="76242"/>
                </a:cubicBezTo>
                <a:cubicBezTo>
                  <a:pt x="1857497" y="67174"/>
                  <a:pt x="1859000" y="59238"/>
                  <a:pt x="1862005" y="52436"/>
                </a:cubicBezTo>
                <a:cubicBezTo>
                  <a:pt x="1865010" y="45635"/>
                  <a:pt x="1869584" y="40533"/>
                  <a:pt x="1875727" y="37133"/>
                </a:cubicBezTo>
                <a:cubicBezTo>
                  <a:pt x="1881870" y="33732"/>
                  <a:pt x="1888553" y="32031"/>
                  <a:pt x="1895776" y="32031"/>
                </a:cubicBezTo>
                <a:cubicBezTo>
                  <a:pt x="1904898" y="32031"/>
                  <a:pt x="1912359" y="34338"/>
                  <a:pt x="1918159" y="38952"/>
                </a:cubicBezTo>
                <a:cubicBezTo>
                  <a:pt x="1923959" y="43565"/>
                  <a:pt x="1927676" y="50117"/>
                  <a:pt x="1929310" y="58605"/>
                </a:cubicBezTo>
                <a:lnTo>
                  <a:pt x="1915470" y="60741"/>
                </a:lnTo>
                <a:cubicBezTo>
                  <a:pt x="1914151" y="55099"/>
                  <a:pt x="1911818" y="50855"/>
                  <a:pt x="1908470" y="48007"/>
                </a:cubicBezTo>
                <a:cubicBezTo>
                  <a:pt x="1905122" y="45160"/>
                  <a:pt x="1901075" y="43737"/>
                  <a:pt x="1896330" y="43737"/>
                </a:cubicBezTo>
                <a:cubicBezTo>
                  <a:pt x="1889159" y="43737"/>
                  <a:pt x="1883333" y="46307"/>
                  <a:pt x="1878851" y="51448"/>
                </a:cubicBezTo>
                <a:cubicBezTo>
                  <a:pt x="1874369" y="56589"/>
                  <a:pt x="1872128" y="64722"/>
                  <a:pt x="1872128" y="75847"/>
                </a:cubicBezTo>
                <a:cubicBezTo>
                  <a:pt x="1872128" y="87130"/>
                  <a:pt x="1874290" y="95329"/>
                  <a:pt x="1878614" y="100444"/>
                </a:cubicBezTo>
                <a:cubicBezTo>
                  <a:pt x="1882937" y="105558"/>
                  <a:pt x="1888579" y="108116"/>
                  <a:pt x="1895539" y="108116"/>
                </a:cubicBezTo>
                <a:cubicBezTo>
                  <a:pt x="1901128" y="108116"/>
                  <a:pt x="1905794" y="106402"/>
                  <a:pt x="1909538" y="102975"/>
                </a:cubicBezTo>
                <a:cubicBezTo>
                  <a:pt x="1913281" y="99548"/>
                  <a:pt x="1915654" y="94275"/>
                  <a:pt x="1916656" y="87157"/>
                </a:cubicBezTo>
                <a:close/>
                <a:moveTo>
                  <a:pt x="1937537" y="75926"/>
                </a:moveTo>
                <a:cubicBezTo>
                  <a:pt x="1937537" y="60372"/>
                  <a:pt x="1941860" y="48851"/>
                  <a:pt x="1950507" y="41364"/>
                </a:cubicBezTo>
                <a:cubicBezTo>
                  <a:pt x="1957731" y="35142"/>
                  <a:pt x="1966536" y="32031"/>
                  <a:pt x="1976923" y="32031"/>
                </a:cubicBezTo>
                <a:cubicBezTo>
                  <a:pt x="1988470" y="32031"/>
                  <a:pt x="1997908" y="35814"/>
                  <a:pt x="2005237" y="43381"/>
                </a:cubicBezTo>
                <a:cubicBezTo>
                  <a:pt x="2012566" y="50947"/>
                  <a:pt x="2016231" y="61400"/>
                  <a:pt x="2016231" y="74740"/>
                </a:cubicBezTo>
                <a:cubicBezTo>
                  <a:pt x="2016231" y="85549"/>
                  <a:pt x="2014609" y="94051"/>
                  <a:pt x="2011367" y="100246"/>
                </a:cubicBezTo>
                <a:cubicBezTo>
                  <a:pt x="2008124" y="106442"/>
                  <a:pt x="2003405" y="111253"/>
                  <a:pt x="1997210" y="114680"/>
                </a:cubicBezTo>
                <a:cubicBezTo>
                  <a:pt x="1991014" y="118107"/>
                  <a:pt x="1984252" y="119821"/>
                  <a:pt x="1976923" y="119821"/>
                </a:cubicBezTo>
                <a:cubicBezTo>
                  <a:pt x="1965165" y="119821"/>
                  <a:pt x="1955661" y="116051"/>
                  <a:pt x="1948411" y="108511"/>
                </a:cubicBezTo>
                <a:cubicBezTo>
                  <a:pt x="1941161" y="100971"/>
                  <a:pt x="1937537" y="90110"/>
                  <a:pt x="1937537" y="75926"/>
                </a:cubicBezTo>
                <a:moveTo>
                  <a:pt x="1952168" y="75926"/>
                </a:moveTo>
                <a:cubicBezTo>
                  <a:pt x="1952168" y="86682"/>
                  <a:pt x="1954514" y="94736"/>
                  <a:pt x="1959207" y="100088"/>
                </a:cubicBezTo>
                <a:cubicBezTo>
                  <a:pt x="1963900" y="105440"/>
                  <a:pt x="1969805" y="108116"/>
                  <a:pt x="1976923" y="108116"/>
                </a:cubicBezTo>
                <a:cubicBezTo>
                  <a:pt x="1983989" y="108116"/>
                  <a:pt x="1989868" y="105427"/>
                  <a:pt x="1994560" y="100048"/>
                </a:cubicBezTo>
                <a:cubicBezTo>
                  <a:pt x="1999253" y="94670"/>
                  <a:pt x="2001599" y="86471"/>
                  <a:pt x="2001599" y="75452"/>
                </a:cubicBezTo>
                <a:cubicBezTo>
                  <a:pt x="2001599" y="65064"/>
                  <a:pt x="1999240" y="57195"/>
                  <a:pt x="1994521" y="51843"/>
                </a:cubicBezTo>
                <a:cubicBezTo>
                  <a:pt x="1989802" y="46492"/>
                  <a:pt x="1983936" y="43816"/>
                  <a:pt x="1976923" y="43816"/>
                </a:cubicBezTo>
                <a:cubicBezTo>
                  <a:pt x="1969805" y="43816"/>
                  <a:pt x="1963900" y="46478"/>
                  <a:pt x="1959207" y="51804"/>
                </a:cubicBezTo>
                <a:cubicBezTo>
                  <a:pt x="1954514" y="57129"/>
                  <a:pt x="1952168" y="65170"/>
                  <a:pt x="1952168" y="75926"/>
                </a:cubicBezTo>
                <a:close/>
                <a:moveTo>
                  <a:pt x="2031946" y="117923"/>
                </a:moveTo>
                <a:lnTo>
                  <a:pt x="2031946" y="1977"/>
                </a:lnTo>
                <a:lnTo>
                  <a:pt x="2046182" y="1977"/>
                </a:lnTo>
                <a:lnTo>
                  <a:pt x="2046182" y="117923"/>
                </a:lnTo>
                <a:lnTo>
                  <a:pt x="2031946" y="117923"/>
                </a:lnTo>
                <a:close/>
                <a:moveTo>
                  <a:pt x="2067386" y="117923"/>
                </a:moveTo>
                <a:lnTo>
                  <a:pt x="2067386" y="1977"/>
                </a:lnTo>
                <a:lnTo>
                  <a:pt x="2081623" y="1977"/>
                </a:lnTo>
                <a:lnTo>
                  <a:pt x="2081623" y="117923"/>
                </a:lnTo>
                <a:lnTo>
                  <a:pt x="2067386" y="117923"/>
                </a:lnTo>
                <a:close/>
                <a:moveTo>
                  <a:pt x="2157952" y="107562"/>
                </a:moveTo>
                <a:cubicBezTo>
                  <a:pt x="2152679" y="112044"/>
                  <a:pt x="2147604" y="115207"/>
                  <a:pt x="2142727" y="117053"/>
                </a:cubicBezTo>
                <a:cubicBezTo>
                  <a:pt x="2137850" y="118898"/>
                  <a:pt x="2132617" y="119821"/>
                  <a:pt x="2127028" y="119821"/>
                </a:cubicBezTo>
                <a:cubicBezTo>
                  <a:pt x="2117801" y="119821"/>
                  <a:pt x="2110709" y="117567"/>
                  <a:pt x="2105753" y="113059"/>
                </a:cubicBezTo>
                <a:cubicBezTo>
                  <a:pt x="2100796" y="108551"/>
                  <a:pt x="2098318" y="102790"/>
                  <a:pt x="2098318" y="95778"/>
                </a:cubicBezTo>
                <a:cubicBezTo>
                  <a:pt x="2098318" y="91665"/>
                  <a:pt x="2099254" y="87908"/>
                  <a:pt x="2101126" y="84507"/>
                </a:cubicBezTo>
                <a:cubicBezTo>
                  <a:pt x="2102998" y="81106"/>
                  <a:pt x="2105449" y="78378"/>
                  <a:pt x="2108481" y="76322"/>
                </a:cubicBezTo>
                <a:cubicBezTo>
                  <a:pt x="2111513" y="74265"/>
                  <a:pt x="2114927" y="72710"/>
                  <a:pt x="2118723" y="71655"/>
                </a:cubicBezTo>
                <a:cubicBezTo>
                  <a:pt x="2121518" y="70917"/>
                  <a:pt x="2125736" y="70205"/>
                  <a:pt x="2131378" y="69520"/>
                </a:cubicBezTo>
                <a:cubicBezTo>
                  <a:pt x="2142872" y="68149"/>
                  <a:pt x="2151335" y="66514"/>
                  <a:pt x="2156765" y="64616"/>
                </a:cubicBezTo>
                <a:cubicBezTo>
                  <a:pt x="2156818" y="62665"/>
                  <a:pt x="2156845" y="61426"/>
                  <a:pt x="2156845" y="60899"/>
                </a:cubicBezTo>
                <a:cubicBezTo>
                  <a:pt x="2156845" y="55099"/>
                  <a:pt x="2155500" y="51013"/>
                  <a:pt x="2152811" y="48640"/>
                </a:cubicBezTo>
                <a:cubicBezTo>
                  <a:pt x="2149173" y="45424"/>
                  <a:pt x="2143768" y="43816"/>
                  <a:pt x="2136598" y="43816"/>
                </a:cubicBezTo>
                <a:cubicBezTo>
                  <a:pt x="2129901" y="43816"/>
                  <a:pt x="2124958" y="44989"/>
                  <a:pt x="2121768" y="47335"/>
                </a:cubicBezTo>
                <a:cubicBezTo>
                  <a:pt x="2118578" y="49682"/>
                  <a:pt x="2116219" y="53834"/>
                  <a:pt x="2114690" y="59792"/>
                </a:cubicBezTo>
                <a:lnTo>
                  <a:pt x="2100770" y="57894"/>
                </a:lnTo>
                <a:cubicBezTo>
                  <a:pt x="2102035" y="51936"/>
                  <a:pt x="2104118" y="47124"/>
                  <a:pt x="2107018" y="43460"/>
                </a:cubicBezTo>
                <a:cubicBezTo>
                  <a:pt x="2109918" y="39795"/>
                  <a:pt x="2114110" y="36974"/>
                  <a:pt x="2119593" y="34997"/>
                </a:cubicBezTo>
                <a:cubicBezTo>
                  <a:pt x="2125077" y="33020"/>
                  <a:pt x="2131430" y="32031"/>
                  <a:pt x="2138654" y="32031"/>
                </a:cubicBezTo>
                <a:cubicBezTo>
                  <a:pt x="2145825" y="32031"/>
                  <a:pt x="2151651" y="32875"/>
                  <a:pt x="2156133" y="34562"/>
                </a:cubicBezTo>
                <a:cubicBezTo>
                  <a:pt x="2160615" y="36249"/>
                  <a:pt x="2163910" y="38372"/>
                  <a:pt x="2166019" y="40929"/>
                </a:cubicBezTo>
                <a:cubicBezTo>
                  <a:pt x="2168128" y="43486"/>
                  <a:pt x="2169604" y="46716"/>
                  <a:pt x="2170448" y="50617"/>
                </a:cubicBezTo>
                <a:cubicBezTo>
                  <a:pt x="2170923" y="53043"/>
                  <a:pt x="2171160" y="57419"/>
                  <a:pt x="2171160" y="63746"/>
                </a:cubicBezTo>
                <a:lnTo>
                  <a:pt x="2171160" y="82728"/>
                </a:lnTo>
                <a:cubicBezTo>
                  <a:pt x="2171160" y="95962"/>
                  <a:pt x="2171463" y="104332"/>
                  <a:pt x="2172069" y="107839"/>
                </a:cubicBezTo>
                <a:cubicBezTo>
                  <a:pt x="2172676" y="111345"/>
                  <a:pt x="2173875" y="114706"/>
                  <a:pt x="2175668" y="117923"/>
                </a:cubicBezTo>
                <a:lnTo>
                  <a:pt x="2160799" y="117923"/>
                </a:lnTo>
                <a:cubicBezTo>
                  <a:pt x="2159323" y="114970"/>
                  <a:pt x="2158374" y="111516"/>
                  <a:pt x="2157952" y="107562"/>
                </a:cubicBezTo>
                <a:moveTo>
                  <a:pt x="2156765" y="75768"/>
                </a:moveTo>
                <a:cubicBezTo>
                  <a:pt x="2151598" y="77877"/>
                  <a:pt x="2143848" y="79670"/>
                  <a:pt x="2133513" y="81146"/>
                </a:cubicBezTo>
                <a:cubicBezTo>
                  <a:pt x="2127660" y="81990"/>
                  <a:pt x="2123521" y="82939"/>
                  <a:pt x="2121096" y="83993"/>
                </a:cubicBezTo>
                <a:cubicBezTo>
                  <a:pt x="2118671" y="85048"/>
                  <a:pt x="2116799" y="86590"/>
                  <a:pt x="2115481" y="88620"/>
                </a:cubicBezTo>
                <a:cubicBezTo>
                  <a:pt x="2114163" y="90650"/>
                  <a:pt x="2113503" y="92904"/>
                  <a:pt x="2113503" y="95382"/>
                </a:cubicBezTo>
                <a:cubicBezTo>
                  <a:pt x="2113503" y="99178"/>
                  <a:pt x="2114940" y="102342"/>
                  <a:pt x="2117814" y="104873"/>
                </a:cubicBezTo>
                <a:cubicBezTo>
                  <a:pt x="2120687" y="107404"/>
                  <a:pt x="2124892" y="108669"/>
                  <a:pt x="2130429" y="108669"/>
                </a:cubicBezTo>
                <a:cubicBezTo>
                  <a:pt x="2135912" y="108669"/>
                  <a:pt x="2140789" y="107470"/>
                  <a:pt x="2145060" y="105071"/>
                </a:cubicBezTo>
                <a:cubicBezTo>
                  <a:pt x="2149331" y="102672"/>
                  <a:pt x="2152468" y="99389"/>
                  <a:pt x="2154472" y="95224"/>
                </a:cubicBezTo>
                <a:cubicBezTo>
                  <a:pt x="2156001" y="92008"/>
                  <a:pt x="2156765" y="87262"/>
                  <a:pt x="2156765" y="80988"/>
                </a:cubicBezTo>
                <a:lnTo>
                  <a:pt x="2156765" y="75768"/>
                </a:lnTo>
                <a:close/>
                <a:moveTo>
                  <a:pt x="2205698" y="117923"/>
                </a:moveTo>
                <a:lnTo>
                  <a:pt x="2192490" y="117923"/>
                </a:lnTo>
                <a:lnTo>
                  <a:pt x="2192490" y="1977"/>
                </a:lnTo>
                <a:lnTo>
                  <a:pt x="2206727" y="1977"/>
                </a:lnTo>
                <a:lnTo>
                  <a:pt x="2206727" y="43341"/>
                </a:lnTo>
                <a:cubicBezTo>
                  <a:pt x="2212737" y="35801"/>
                  <a:pt x="2220409" y="32031"/>
                  <a:pt x="2229742" y="32031"/>
                </a:cubicBezTo>
                <a:cubicBezTo>
                  <a:pt x="2234909" y="32031"/>
                  <a:pt x="2239799" y="33073"/>
                  <a:pt x="2244413" y="35155"/>
                </a:cubicBezTo>
                <a:cubicBezTo>
                  <a:pt x="2249026" y="37238"/>
                  <a:pt x="2252823" y="40164"/>
                  <a:pt x="2255802" y="43934"/>
                </a:cubicBezTo>
                <a:cubicBezTo>
                  <a:pt x="2258781" y="47704"/>
                  <a:pt x="2261114" y="52252"/>
                  <a:pt x="2262801" y="57577"/>
                </a:cubicBezTo>
                <a:cubicBezTo>
                  <a:pt x="2264488" y="62903"/>
                  <a:pt x="2265332" y="68597"/>
                  <a:pt x="2265332" y="74661"/>
                </a:cubicBezTo>
                <a:cubicBezTo>
                  <a:pt x="2265332" y="89055"/>
                  <a:pt x="2261773" y="100180"/>
                  <a:pt x="2254655" y="108037"/>
                </a:cubicBezTo>
                <a:cubicBezTo>
                  <a:pt x="2247537" y="115893"/>
                  <a:pt x="2238995" y="119821"/>
                  <a:pt x="2229030" y="119821"/>
                </a:cubicBezTo>
                <a:cubicBezTo>
                  <a:pt x="2219117" y="119821"/>
                  <a:pt x="2211340" y="115682"/>
                  <a:pt x="2205698" y="107404"/>
                </a:cubicBezTo>
                <a:lnTo>
                  <a:pt x="2205698" y="117923"/>
                </a:lnTo>
                <a:moveTo>
                  <a:pt x="2205540" y="75293"/>
                </a:moveTo>
                <a:cubicBezTo>
                  <a:pt x="2205540" y="85364"/>
                  <a:pt x="2206911" y="92640"/>
                  <a:pt x="2209653" y="97122"/>
                </a:cubicBezTo>
                <a:cubicBezTo>
                  <a:pt x="2214135" y="104451"/>
                  <a:pt x="2220198" y="108116"/>
                  <a:pt x="2227844" y="108116"/>
                </a:cubicBezTo>
                <a:cubicBezTo>
                  <a:pt x="2234065" y="108116"/>
                  <a:pt x="2239443" y="105413"/>
                  <a:pt x="2243978" y="100009"/>
                </a:cubicBezTo>
                <a:cubicBezTo>
                  <a:pt x="2248512" y="94604"/>
                  <a:pt x="2250780" y="86550"/>
                  <a:pt x="2250780" y="75847"/>
                </a:cubicBezTo>
                <a:cubicBezTo>
                  <a:pt x="2250780" y="64880"/>
                  <a:pt x="2248605" y="56786"/>
                  <a:pt x="2244255" y="51566"/>
                </a:cubicBezTo>
                <a:cubicBezTo>
                  <a:pt x="2239905" y="46347"/>
                  <a:pt x="2234645" y="43737"/>
                  <a:pt x="2228476" y="43737"/>
                </a:cubicBezTo>
                <a:cubicBezTo>
                  <a:pt x="2222255" y="43737"/>
                  <a:pt x="2216876" y="46439"/>
                  <a:pt x="2212342" y="51843"/>
                </a:cubicBezTo>
                <a:cubicBezTo>
                  <a:pt x="2207808" y="57248"/>
                  <a:pt x="2205540" y="65064"/>
                  <a:pt x="2205540" y="75293"/>
                </a:cubicBezTo>
                <a:close/>
                <a:moveTo>
                  <a:pt x="2276697" y="75926"/>
                </a:moveTo>
                <a:cubicBezTo>
                  <a:pt x="2276697" y="60372"/>
                  <a:pt x="2281021" y="48851"/>
                  <a:pt x="2289668" y="41364"/>
                </a:cubicBezTo>
                <a:cubicBezTo>
                  <a:pt x="2296892" y="35142"/>
                  <a:pt x="2305697" y="32031"/>
                  <a:pt x="2316084" y="32031"/>
                </a:cubicBezTo>
                <a:cubicBezTo>
                  <a:pt x="2327631" y="32031"/>
                  <a:pt x="2337069" y="35814"/>
                  <a:pt x="2344398" y="43381"/>
                </a:cubicBezTo>
                <a:cubicBezTo>
                  <a:pt x="2351727" y="50947"/>
                  <a:pt x="2355392" y="61400"/>
                  <a:pt x="2355392" y="74740"/>
                </a:cubicBezTo>
                <a:cubicBezTo>
                  <a:pt x="2355392" y="85549"/>
                  <a:pt x="2353770" y="94051"/>
                  <a:pt x="2350528" y="100246"/>
                </a:cubicBezTo>
                <a:cubicBezTo>
                  <a:pt x="2347285" y="106442"/>
                  <a:pt x="2342566" y="111253"/>
                  <a:pt x="2336371" y="114680"/>
                </a:cubicBezTo>
                <a:cubicBezTo>
                  <a:pt x="2330175" y="118107"/>
                  <a:pt x="2323413" y="119821"/>
                  <a:pt x="2316084" y="119821"/>
                </a:cubicBezTo>
                <a:cubicBezTo>
                  <a:pt x="2304326" y="119821"/>
                  <a:pt x="2294822" y="116051"/>
                  <a:pt x="2287572" y="108511"/>
                </a:cubicBezTo>
                <a:cubicBezTo>
                  <a:pt x="2280322" y="100971"/>
                  <a:pt x="2276697" y="90110"/>
                  <a:pt x="2276697" y="75926"/>
                </a:cubicBezTo>
                <a:moveTo>
                  <a:pt x="2291329" y="75926"/>
                </a:moveTo>
                <a:cubicBezTo>
                  <a:pt x="2291329" y="86682"/>
                  <a:pt x="2293675" y="94736"/>
                  <a:pt x="2298368" y="100088"/>
                </a:cubicBezTo>
                <a:cubicBezTo>
                  <a:pt x="2303061" y="105440"/>
                  <a:pt x="2308966" y="108116"/>
                  <a:pt x="2316084" y="108116"/>
                </a:cubicBezTo>
                <a:cubicBezTo>
                  <a:pt x="2323149" y="108116"/>
                  <a:pt x="2329028" y="105427"/>
                  <a:pt x="2333721" y="100048"/>
                </a:cubicBezTo>
                <a:cubicBezTo>
                  <a:pt x="2338414" y="94670"/>
                  <a:pt x="2340760" y="86471"/>
                  <a:pt x="2340760" y="75452"/>
                </a:cubicBezTo>
                <a:cubicBezTo>
                  <a:pt x="2340760" y="65064"/>
                  <a:pt x="2338401" y="57195"/>
                  <a:pt x="2333682" y="51843"/>
                </a:cubicBezTo>
                <a:cubicBezTo>
                  <a:pt x="2328963" y="46492"/>
                  <a:pt x="2323097" y="43816"/>
                  <a:pt x="2316084" y="43816"/>
                </a:cubicBezTo>
                <a:cubicBezTo>
                  <a:pt x="2308966" y="43816"/>
                  <a:pt x="2303061" y="46478"/>
                  <a:pt x="2298368" y="51804"/>
                </a:cubicBezTo>
                <a:cubicBezTo>
                  <a:pt x="2293675" y="57129"/>
                  <a:pt x="2291329" y="65170"/>
                  <a:pt x="2291329" y="75926"/>
                </a:cubicBezTo>
                <a:close/>
                <a:moveTo>
                  <a:pt x="2371266" y="117923"/>
                </a:moveTo>
                <a:lnTo>
                  <a:pt x="2371266" y="33929"/>
                </a:lnTo>
                <a:lnTo>
                  <a:pt x="2384078" y="33929"/>
                </a:lnTo>
                <a:lnTo>
                  <a:pt x="2384078" y="46663"/>
                </a:lnTo>
                <a:cubicBezTo>
                  <a:pt x="2387347" y="40705"/>
                  <a:pt x="2390366" y="36777"/>
                  <a:pt x="2393134" y="34879"/>
                </a:cubicBezTo>
                <a:cubicBezTo>
                  <a:pt x="2395902" y="32980"/>
                  <a:pt x="2398947" y="32031"/>
                  <a:pt x="2402269" y="32031"/>
                </a:cubicBezTo>
                <a:cubicBezTo>
                  <a:pt x="2407067" y="32031"/>
                  <a:pt x="2411944" y="33560"/>
                  <a:pt x="2416901" y="36619"/>
                </a:cubicBezTo>
                <a:lnTo>
                  <a:pt x="2411997" y="49827"/>
                </a:lnTo>
                <a:cubicBezTo>
                  <a:pt x="2408517" y="47770"/>
                  <a:pt x="2405037" y="46742"/>
                  <a:pt x="2401557" y="46742"/>
                </a:cubicBezTo>
                <a:cubicBezTo>
                  <a:pt x="2398446" y="46742"/>
                  <a:pt x="2395652" y="47678"/>
                  <a:pt x="2393174" y="49550"/>
                </a:cubicBezTo>
                <a:cubicBezTo>
                  <a:pt x="2390695" y="51421"/>
                  <a:pt x="2388929" y="54018"/>
                  <a:pt x="2387875" y="57340"/>
                </a:cubicBezTo>
                <a:cubicBezTo>
                  <a:pt x="2386293" y="62402"/>
                  <a:pt x="2385502" y="67938"/>
                  <a:pt x="2385502" y="73949"/>
                </a:cubicBezTo>
                <a:lnTo>
                  <a:pt x="2385502" y="117923"/>
                </a:lnTo>
                <a:lnTo>
                  <a:pt x="2371266" y="117923"/>
                </a:lnTo>
                <a:close/>
                <a:moveTo>
                  <a:pt x="2480219" y="107562"/>
                </a:moveTo>
                <a:cubicBezTo>
                  <a:pt x="2474947" y="112044"/>
                  <a:pt x="2469872" y="115207"/>
                  <a:pt x="2464994" y="117053"/>
                </a:cubicBezTo>
                <a:cubicBezTo>
                  <a:pt x="2460117" y="118898"/>
                  <a:pt x="2454884" y="119821"/>
                  <a:pt x="2449295" y="119821"/>
                </a:cubicBezTo>
                <a:cubicBezTo>
                  <a:pt x="2440068" y="119821"/>
                  <a:pt x="2432976" y="117567"/>
                  <a:pt x="2428020" y="113059"/>
                </a:cubicBezTo>
                <a:cubicBezTo>
                  <a:pt x="2423064" y="108551"/>
                  <a:pt x="2420586" y="102790"/>
                  <a:pt x="2420586" y="95778"/>
                </a:cubicBezTo>
                <a:cubicBezTo>
                  <a:pt x="2420586" y="91665"/>
                  <a:pt x="2421522" y="87908"/>
                  <a:pt x="2423393" y="84507"/>
                </a:cubicBezTo>
                <a:cubicBezTo>
                  <a:pt x="2425265" y="81106"/>
                  <a:pt x="2427717" y="78378"/>
                  <a:pt x="2430749" y="76322"/>
                </a:cubicBezTo>
                <a:cubicBezTo>
                  <a:pt x="2433780" y="74265"/>
                  <a:pt x="2437194" y="72710"/>
                  <a:pt x="2440991" y="71655"/>
                </a:cubicBezTo>
                <a:cubicBezTo>
                  <a:pt x="2443785" y="70917"/>
                  <a:pt x="2448003" y="70205"/>
                  <a:pt x="2453645" y="69520"/>
                </a:cubicBezTo>
                <a:cubicBezTo>
                  <a:pt x="2465139" y="68149"/>
                  <a:pt x="2473602" y="66514"/>
                  <a:pt x="2479033" y="64616"/>
                </a:cubicBezTo>
                <a:cubicBezTo>
                  <a:pt x="2479086" y="62665"/>
                  <a:pt x="2479112" y="61426"/>
                  <a:pt x="2479112" y="60899"/>
                </a:cubicBezTo>
                <a:cubicBezTo>
                  <a:pt x="2479112" y="55099"/>
                  <a:pt x="2477767" y="51013"/>
                  <a:pt x="2475078" y="48640"/>
                </a:cubicBezTo>
                <a:cubicBezTo>
                  <a:pt x="2471440" y="45424"/>
                  <a:pt x="2466036" y="43816"/>
                  <a:pt x="2458865" y="43816"/>
                </a:cubicBezTo>
                <a:cubicBezTo>
                  <a:pt x="2452169" y="43816"/>
                  <a:pt x="2447226" y="44989"/>
                  <a:pt x="2444036" y="47335"/>
                </a:cubicBezTo>
                <a:cubicBezTo>
                  <a:pt x="2440846" y="49682"/>
                  <a:pt x="2438486" y="53834"/>
                  <a:pt x="2436957" y="59792"/>
                </a:cubicBezTo>
                <a:lnTo>
                  <a:pt x="2423037" y="57894"/>
                </a:lnTo>
                <a:cubicBezTo>
                  <a:pt x="2424303" y="51936"/>
                  <a:pt x="2426386" y="47124"/>
                  <a:pt x="2429286" y="43460"/>
                </a:cubicBezTo>
                <a:cubicBezTo>
                  <a:pt x="2432185" y="39795"/>
                  <a:pt x="2436377" y="36974"/>
                  <a:pt x="2441861" y="34997"/>
                </a:cubicBezTo>
                <a:cubicBezTo>
                  <a:pt x="2447344" y="33020"/>
                  <a:pt x="2453698" y="32031"/>
                  <a:pt x="2460921" y="32031"/>
                </a:cubicBezTo>
                <a:cubicBezTo>
                  <a:pt x="2468092" y="32031"/>
                  <a:pt x="2473918" y="32875"/>
                  <a:pt x="2478400" y="34562"/>
                </a:cubicBezTo>
                <a:cubicBezTo>
                  <a:pt x="2482882" y="36249"/>
                  <a:pt x="2486177" y="38372"/>
                  <a:pt x="2488286" y="40929"/>
                </a:cubicBezTo>
                <a:cubicBezTo>
                  <a:pt x="2490395" y="43486"/>
                  <a:pt x="2491872" y="46716"/>
                  <a:pt x="2492715" y="50617"/>
                </a:cubicBezTo>
                <a:cubicBezTo>
                  <a:pt x="2493190" y="53043"/>
                  <a:pt x="2493427" y="57419"/>
                  <a:pt x="2493427" y="63746"/>
                </a:cubicBezTo>
                <a:lnTo>
                  <a:pt x="2493427" y="82728"/>
                </a:lnTo>
                <a:cubicBezTo>
                  <a:pt x="2493427" y="95962"/>
                  <a:pt x="2493730" y="104332"/>
                  <a:pt x="2494337" y="107839"/>
                </a:cubicBezTo>
                <a:cubicBezTo>
                  <a:pt x="2494943" y="111345"/>
                  <a:pt x="2496143" y="114706"/>
                  <a:pt x="2497935" y="117923"/>
                </a:cubicBezTo>
                <a:lnTo>
                  <a:pt x="2483066" y="117923"/>
                </a:lnTo>
                <a:cubicBezTo>
                  <a:pt x="2481590" y="114970"/>
                  <a:pt x="2480641" y="111516"/>
                  <a:pt x="2480219" y="107562"/>
                </a:cubicBezTo>
                <a:moveTo>
                  <a:pt x="2479033" y="75768"/>
                </a:moveTo>
                <a:cubicBezTo>
                  <a:pt x="2473866" y="77877"/>
                  <a:pt x="2466115" y="79670"/>
                  <a:pt x="2455781" y="81146"/>
                </a:cubicBezTo>
                <a:cubicBezTo>
                  <a:pt x="2449928" y="81990"/>
                  <a:pt x="2445789" y="82939"/>
                  <a:pt x="2443363" y="83993"/>
                </a:cubicBezTo>
                <a:cubicBezTo>
                  <a:pt x="2440938" y="85048"/>
                  <a:pt x="2439066" y="86590"/>
                  <a:pt x="2437748" y="88620"/>
                </a:cubicBezTo>
                <a:cubicBezTo>
                  <a:pt x="2436430" y="90650"/>
                  <a:pt x="2435771" y="92904"/>
                  <a:pt x="2435771" y="95382"/>
                </a:cubicBezTo>
                <a:cubicBezTo>
                  <a:pt x="2435771" y="99178"/>
                  <a:pt x="2437208" y="102342"/>
                  <a:pt x="2440081" y="104873"/>
                </a:cubicBezTo>
                <a:cubicBezTo>
                  <a:pt x="2442955" y="107404"/>
                  <a:pt x="2447160" y="108669"/>
                  <a:pt x="2452696" y="108669"/>
                </a:cubicBezTo>
                <a:cubicBezTo>
                  <a:pt x="2458180" y="108669"/>
                  <a:pt x="2463057" y="107470"/>
                  <a:pt x="2467328" y="105071"/>
                </a:cubicBezTo>
                <a:cubicBezTo>
                  <a:pt x="2471598" y="102672"/>
                  <a:pt x="2474736" y="99389"/>
                  <a:pt x="2476739" y="95224"/>
                </a:cubicBezTo>
                <a:cubicBezTo>
                  <a:pt x="2478268" y="92008"/>
                  <a:pt x="2479033" y="87262"/>
                  <a:pt x="2479033" y="80988"/>
                </a:cubicBezTo>
                <a:lnTo>
                  <a:pt x="2479033" y="75768"/>
                </a:lnTo>
                <a:close/>
                <a:moveTo>
                  <a:pt x="2545919" y="105189"/>
                </a:moveTo>
                <a:lnTo>
                  <a:pt x="2547976" y="117765"/>
                </a:lnTo>
                <a:cubicBezTo>
                  <a:pt x="2543968" y="118608"/>
                  <a:pt x="2540383" y="119030"/>
                  <a:pt x="2537219" y="119030"/>
                </a:cubicBezTo>
                <a:cubicBezTo>
                  <a:pt x="2532052" y="119030"/>
                  <a:pt x="2528045" y="118213"/>
                  <a:pt x="2525198" y="116578"/>
                </a:cubicBezTo>
                <a:cubicBezTo>
                  <a:pt x="2522351" y="114944"/>
                  <a:pt x="2520347" y="112795"/>
                  <a:pt x="2519187" y="110132"/>
                </a:cubicBezTo>
                <a:cubicBezTo>
                  <a:pt x="2518027" y="107470"/>
                  <a:pt x="2517447" y="101868"/>
                  <a:pt x="2517447" y="93326"/>
                </a:cubicBezTo>
                <a:lnTo>
                  <a:pt x="2517447" y="45002"/>
                </a:lnTo>
                <a:lnTo>
                  <a:pt x="2507007" y="45002"/>
                </a:lnTo>
                <a:lnTo>
                  <a:pt x="2507007" y="33929"/>
                </a:lnTo>
                <a:lnTo>
                  <a:pt x="2517447" y="33929"/>
                </a:lnTo>
                <a:lnTo>
                  <a:pt x="2517447" y="13129"/>
                </a:lnTo>
                <a:lnTo>
                  <a:pt x="2531604" y="4587"/>
                </a:lnTo>
                <a:lnTo>
                  <a:pt x="2531604" y="33929"/>
                </a:lnTo>
                <a:lnTo>
                  <a:pt x="2545919" y="33929"/>
                </a:lnTo>
                <a:lnTo>
                  <a:pt x="2545919" y="45002"/>
                </a:lnTo>
                <a:lnTo>
                  <a:pt x="2531604" y="45002"/>
                </a:lnTo>
                <a:lnTo>
                  <a:pt x="2531604" y="94117"/>
                </a:lnTo>
                <a:cubicBezTo>
                  <a:pt x="2531604" y="98177"/>
                  <a:pt x="2531854" y="100787"/>
                  <a:pt x="2532355" y="101947"/>
                </a:cubicBezTo>
                <a:cubicBezTo>
                  <a:pt x="2532856" y="103107"/>
                  <a:pt x="2533674" y="104029"/>
                  <a:pt x="2534807" y="104715"/>
                </a:cubicBezTo>
                <a:cubicBezTo>
                  <a:pt x="2535941" y="105400"/>
                  <a:pt x="2537562" y="105743"/>
                  <a:pt x="2539671" y="105743"/>
                </a:cubicBezTo>
                <a:cubicBezTo>
                  <a:pt x="2541253" y="105743"/>
                  <a:pt x="2543336" y="105558"/>
                  <a:pt x="2545919" y="105189"/>
                </a:cubicBezTo>
                <a:close/>
                <a:moveTo>
                  <a:pt x="2560480" y="18349"/>
                </a:moveTo>
                <a:lnTo>
                  <a:pt x="2560480" y="1977"/>
                </a:lnTo>
                <a:lnTo>
                  <a:pt x="2574716" y="1977"/>
                </a:lnTo>
                <a:lnTo>
                  <a:pt x="2574716" y="18349"/>
                </a:lnTo>
                <a:lnTo>
                  <a:pt x="2560480" y="18349"/>
                </a:lnTo>
                <a:moveTo>
                  <a:pt x="2560480" y="117923"/>
                </a:moveTo>
                <a:lnTo>
                  <a:pt x="2560480" y="33929"/>
                </a:lnTo>
                <a:lnTo>
                  <a:pt x="2574716" y="33929"/>
                </a:lnTo>
                <a:lnTo>
                  <a:pt x="2574716" y="117923"/>
                </a:lnTo>
                <a:lnTo>
                  <a:pt x="2560480" y="117923"/>
                </a:lnTo>
                <a:close/>
                <a:moveTo>
                  <a:pt x="2619172" y="117923"/>
                </a:moveTo>
                <a:lnTo>
                  <a:pt x="2587220" y="33929"/>
                </a:lnTo>
                <a:lnTo>
                  <a:pt x="2602247" y="33929"/>
                </a:lnTo>
                <a:lnTo>
                  <a:pt x="2620280" y="84231"/>
                </a:lnTo>
                <a:cubicBezTo>
                  <a:pt x="2622230" y="89661"/>
                  <a:pt x="2624023" y="95303"/>
                  <a:pt x="2625658" y="101156"/>
                </a:cubicBezTo>
                <a:cubicBezTo>
                  <a:pt x="2626923" y="96727"/>
                  <a:pt x="2628689" y="91401"/>
                  <a:pt x="2630957" y="85180"/>
                </a:cubicBezTo>
                <a:lnTo>
                  <a:pt x="2649622" y="33929"/>
                </a:lnTo>
                <a:lnTo>
                  <a:pt x="2664253" y="33929"/>
                </a:lnTo>
                <a:lnTo>
                  <a:pt x="2632459" y="117923"/>
                </a:lnTo>
                <a:lnTo>
                  <a:pt x="2619172" y="117923"/>
                </a:lnTo>
                <a:close/>
                <a:moveTo>
                  <a:pt x="2734327" y="90874"/>
                </a:moveTo>
                <a:lnTo>
                  <a:pt x="2749038" y="92693"/>
                </a:lnTo>
                <a:cubicBezTo>
                  <a:pt x="2746718" y="101288"/>
                  <a:pt x="2742420" y="107957"/>
                  <a:pt x="2736146" y="112703"/>
                </a:cubicBezTo>
                <a:cubicBezTo>
                  <a:pt x="2729871" y="117448"/>
                  <a:pt x="2721857" y="119821"/>
                  <a:pt x="2712103" y="119821"/>
                </a:cubicBezTo>
                <a:cubicBezTo>
                  <a:pt x="2699817" y="119821"/>
                  <a:pt x="2690076" y="116038"/>
                  <a:pt x="2682879" y="108472"/>
                </a:cubicBezTo>
                <a:cubicBezTo>
                  <a:pt x="2675682" y="100905"/>
                  <a:pt x="2672083" y="90294"/>
                  <a:pt x="2672083" y="76638"/>
                </a:cubicBezTo>
                <a:cubicBezTo>
                  <a:pt x="2672083" y="62507"/>
                  <a:pt x="2675721" y="51540"/>
                  <a:pt x="2682998" y="43737"/>
                </a:cubicBezTo>
                <a:cubicBezTo>
                  <a:pt x="2690274" y="35933"/>
                  <a:pt x="2699712" y="32031"/>
                  <a:pt x="2711312" y="32031"/>
                </a:cubicBezTo>
                <a:cubicBezTo>
                  <a:pt x="2722543" y="32031"/>
                  <a:pt x="2731717" y="35854"/>
                  <a:pt x="2738835" y="43499"/>
                </a:cubicBezTo>
                <a:cubicBezTo>
                  <a:pt x="2745953" y="51145"/>
                  <a:pt x="2749512" y="61901"/>
                  <a:pt x="2749512" y="75768"/>
                </a:cubicBezTo>
                <a:cubicBezTo>
                  <a:pt x="2749512" y="76612"/>
                  <a:pt x="2749486" y="77877"/>
                  <a:pt x="2749433" y="79564"/>
                </a:cubicBezTo>
                <a:lnTo>
                  <a:pt x="2686794" y="79564"/>
                </a:lnTo>
                <a:cubicBezTo>
                  <a:pt x="2687321" y="88791"/>
                  <a:pt x="2689931" y="95857"/>
                  <a:pt x="2694624" y="100760"/>
                </a:cubicBezTo>
                <a:cubicBezTo>
                  <a:pt x="2699317" y="105664"/>
                  <a:pt x="2705169" y="108116"/>
                  <a:pt x="2712182" y="108116"/>
                </a:cubicBezTo>
                <a:cubicBezTo>
                  <a:pt x="2717402" y="108116"/>
                  <a:pt x="2721857" y="106745"/>
                  <a:pt x="2725548" y="104003"/>
                </a:cubicBezTo>
                <a:cubicBezTo>
                  <a:pt x="2729239" y="101261"/>
                  <a:pt x="2732165" y="96885"/>
                  <a:pt x="2734327" y="90874"/>
                </a:cubicBezTo>
                <a:moveTo>
                  <a:pt x="2687585" y="67859"/>
                </a:moveTo>
                <a:lnTo>
                  <a:pt x="2734485" y="67859"/>
                </a:lnTo>
                <a:cubicBezTo>
                  <a:pt x="2733852" y="60794"/>
                  <a:pt x="2732060" y="55495"/>
                  <a:pt x="2729107" y="51962"/>
                </a:cubicBezTo>
                <a:cubicBezTo>
                  <a:pt x="2724572" y="46478"/>
                  <a:pt x="2718693" y="43737"/>
                  <a:pt x="2711470" y="43737"/>
                </a:cubicBezTo>
                <a:cubicBezTo>
                  <a:pt x="2704932" y="43737"/>
                  <a:pt x="2699435" y="45925"/>
                  <a:pt x="2694980" y="50301"/>
                </a:cubicBezTo>
                <a:cubicBezTo>
                  <a:pt x="2690524" y="54677"/>
                  <a:pt x="2688059" y="60530"/>
                  <a:pt x="2687585" y="67859"/>
                </a:cubicBezTo>
                <a:close/>
                <a:moveTo>
                  <a:pt x="2806125" y="92851"/>
                </a:moveTo>
                <a:lnTo>
                  <a:pt x="2820202" y="90637"/>
                </a:lnTo>
                <a:cubicBezTo>
                  <a:pt x="2820993" y="96279"/>
                  <a:pt x="2823195" y="100602"/>
                  <a:pt x="2826806" y="103607"/>
                </a:cubicBezTo>
                <a:cubicBezTo>
                  <a:pt x="2830418" y="106613"/>
                  <a:pt x="2835467" y="108116"/>
                  <a:pt x="2841952" y="108116"/>
                </a:cubicBezTo>
                <a:cubicBezTo>
                  <a:pt x="2848490" y="108116"/>
                  <a:pt x="2853341" y="106784"/>
                  <a:pt x="2856505" y="104122"/>
                </a:cubicBezTo>
                <a:cubicBezTo>
                  <a:pt x="2859668" y="101459"/>
                  <a:pt x="2861250" y="98335"/>
                  <a:pt x="2861250" y="94749"/>
                </a:cubicBezTo>
                <a:cubicBezTo>
                  <a:pt x="2861250" y="91533"/>
                  <a:pt x="2859853" y="89002"/>
                  <a:pt x="2857058" y="87157"/>
                </a:cubicBezTo>
                <a:cubicBezTo>
                  <a:pt x="2855107" y="85891"/>
                  <a:pt x="2850257" y="84283"/>
                  <a:pt x="2842506" y="82332"/>
                </a:cubicBezTo>
                <a:cubicBezTo>
                  <a:pt x="2832066" y="79696"/>
                  <a:pt x="2824829" y="77416"/>
                  <a:pt x="2820796" y="75491"/>
                </a:cubicBezTo>
                <a:cubicBezTo>
                  <a:pt x="2816762" y="73567"/>
                  <a:pt x="2813704" y="70904"/>
                  <a:pt x="2811621" y="67503"/>
                </a:cubicBezTo>
                <a:cubicBezTo>
                  <a:pt x="2809539" y="64102"/>
                  <a:pt x="2808497" y="60345"/>
                  <a:pt x="2808497" y="56233"/>
                </a:cubicBezTo>
                <a:cubicBezTo>
                  <a:pt x="2808497" y="52489"/>
                  <a:pt x="2809354" y="49022"/>
                  <a:pt x="2811068" y="45832"/>
                </a:cubicBezTo>
                <a:cubicBezTo>
                  <a:pt x="2812781" y="42643"/>
                  <a:pt x="2815114" y="39993"/>
                  <a:pt x="2818067" y="37884"/>
                </a:cubicBezTo>
                <a:cubicBezTo>
                  <a:pt x="2820282" y="36249"/>
                  <a:pt x="2823300" y="34865"/>
                  <a:pt x="2827123" y="33732"/>
                </a:cubicBezTo>
                <a:cubicBezTo>
                  <a:pt x="2830945" y="32598"/>
                  <a:pt x="2835045" y="32031"/>
                  <a:pt x="2839421" y="32031"/>
                </a:cubicBezTo>
                <a:cubicBezTo>
                  <a:pt x="2846012" y="32031"/>
                  <a:pt x="2851799" y="32980"/>
                  <a:pt x="2856781" y="34879"/>
                </a:cubicBezTo>
                <a:cubicBezTo>
                  <a:pt x="2861764" y="36777"/>
                  <a:pt x="2865442" y="39347"/>
                  <a:pt x="2867814" y="42590"/>
                </a:cubicBezTo>
                <a:cubicBezTo>
                  <a:pt x="2870187" y="45832"/>
                  <a:pt x="2871822" y="50169"/>
                  <a:pt x="2872718" y="55600"/>
                </a:cubicBezTo>
                <a:lnTo>
                  <a:pt x="2858798" y="57498"/>
                </a:lnTo>
                <a:cubicBezTo>
                  <a:pt x="2858166" y="53175"/>
                  <a:pt x="2856333" y="49800"/>
                  <a:pt x="2853302" y="47375"/>
                </a:cubicBezTo>
                <a:cubicBezTo>
                  <a:pt x="2850270" y="44949"/>
                  <a:pt x="2845986" y="43737"/>
                  <a:pt x="2840449" y="43737"/>
                </a:cubicBezTo>
                <a:cubicBezTo>
                  <a:pt x="2833911" y="43737"/>
                  <a:pt x="2829245" y="44817"/>
                  <a:pt x="2826451" y="46979"/>
                </a:cubicBezTo>
                <a:cubicBezTo>
                  <a:pt x="2823656" y="49141"/>
                  <a:pt x="2822259" y="51672"/>
                  <a:pt x="2822259" y="54572"/>
                </a:cubicBezTo>
                <a:cubicBezTo>
                  <a:pt x="2822259" y="56417"/>
                  <a:pt x="2822839" y="58078"/>
                  <a:pt x="2823999" y="59555"/>
                </a:cubicBezTo>
                <a:cubicBezTo>
                  <a:pt x="2825159" y="61084"/>
                  <a:pt x="2826978" y="62349"/>
                  <a:pt x="2829456" y="63351"/>
                </a:cubicBezTo>
                <a:cubicBezTo>
                  <a:pt x="2830880" y="63878"/>
                  <a:pt x="2835071" y="65091"/>
                  <a:pt x="2842031" y="66989"/>
                </a:cubicBezTo>
                <a:cubicBezTo>
                  <a:pt x="2852102" y="69678"/>
                  <a:pt x="2859128" y="71879"/>
                  <a:pt x="2863109" y="73593"/>
                </a:cubicBezTo>
                <a:cubicBezTo>
                  <a:pt x="2867089" y="75307"/>
                  <a:pt x="2870214" y="77798"/>
                  <a:pt x="2872481" y="81067"/>
                </a:cubicBezTo>
                <a:cubicBezTo>
                  <a:pt x="2874748" y="84336"/>
                  <a:pt x="2875882" y="88396"/>
                  <a:pt x="2875882" y="93247"/>
                </a:cubicBezTo>
                <a:cubicBezTo>
                  <a:pt x="2875882" y="97992"/>
                  <a:pt x="2874498" y="102461"/>
                  <a:pt x="2871729" y="106652"/>
                </a:cubicBezTo>
                <a:cubicBezTo>
                  <a:pt x="2868961" y="110844"/>
                  <a:pt x="2864967" y="114087"/>
                  <a:pt x="2859747" y="116380"/>
                </a:cubicBezTo>
                <a:cubicBezTo>
                  <a:pt x="2854527" y="118674"/>
                  <a:pt x="2848622" y="119821"/>
                  <a:pt x="2842031" y="119821"/>
                </a:cubicBezTo>
                <a:cubicBezTo>
                  <a:pt x="2831117" y="119821"/>
                  <a:pt x="2822799" y="117554"/>
                  <a:pt x="2817078" y="113019"/>
                </a:cubicBezTo>
                <a:cubicBezTo>
                  <a:pt x="2811358" y="108485"/>
                  <a:pt x="2807706" y="101762"/>
                  <a:pt x="2806125" y="92851"/>
                </a:cubicBezTo>
                <a:close/>
                <a:moveTo>
                  <a:pt x="2950305" y="90874"/>
                </a:moveTo>
                <a:lnTo>
                  <a:pt x="2965016" y="92693"/>
                </a:lnTo>
                <a:cubicBezTo>
                  <a:pt x="2962696" y="101288"/>
                  <a:pt x="2958399" y="107957"/>
                  <a:pt x="2952124" y="112703"/>
                </a:cubicBezTo>
                <a:cubicBezTo>
                  <a:pt x="2945850" y="117448"/>
                  <a:pt x="2937835" y="119821"/>
                  <a:pt x="2928081" y="119821"/>
                </a:cubicBezTo>
                <a:cubicBezTo>
                  <a:pt x="2915796" y="119821"/>
                  <a:pt x="2906054" y="116038"/>
                  <a:pt x="2898857" y="108472"/>
                </a:cubicBezTo>
                <a:cubicBezTo>
                  <a:pt x="2891660" y="100905"/>
                  <a:pt x="2888061" y="90294"/>
                  <a:pt x="2888061" y="76638"/>
                </a:cubicBezTo>
                <a:cubicBezTo>
                  <a:pt x="2888061" y="62507"/>
                  <a:pt x="2891700" y="51540"/>
                  <a:pt x="2898976" y="43737"/>
                </a:cubicBezTo>
                <a:cubicBezTo>
                  <a:pt x="2906252" y="35933"/>
                  <a:pt x="2915690" y="32031"/>
                  <a:pt x="2927290" y="32031"/>
                </a:cubicBezTo>
                <a:cubicBezTo>
                  <a:pt x="2938521" y="32031"/>
                  <a:pt x="2947695" y="35854"/>
                  <a:pt x="2954813" y="43499"/>
                </a:cubicBezTo>
                <a:cubicBezTo>
                  <a:pt x="2961931" y="51145"/>
                  <a:pt x="2965490" y="61901"/>
                  <a:pt x="2965490" y="75768"/>
                </a:cubicBezTo>
                <a:cubicBezTo>
                  <a:pt x="2965490" y="76612"/>
                  <a:pt x="2965464" y="77877"/>
                  <a:pt x="2965411" y="79564"/>
                </a:cubicBezTo>
                <a:lnTo>
                  <a:pt x="2902772" y="79564"/>
                </a:lnTo>
                <a:cubicBezTo>
                  <a:pt x="2903299" y="88791"/>
                  <a:pt x="2905909" y="95857"/>
                  <a:pt x="2910602" y="100760"/>
                </a:cubicBezTo>
                <a:cubicBezTo>
                  <a:pt x="2915295" y="105664"/>
                  <a:pt x="2921147" y="108116"/>
                  <a:pt x="2928160" y="108116"/>
                </a:cubicBezTo>
                <a:cubicBezTo>
                  <a:pt x="2933380" y="108116"/>
                  <a:pt x="2937835" y="106745"/>
                  <a:pt x="2941526" y="104003"/>
                </a:cubicBezTo>
                <a:cubicBezTo>
                  <a:pt x="2945217" y="101261"/>
                  <a:pt x="2948143" y="96885"/>
                  <a:pt x="2950305" y="90874"/>
                </a:cubicBezTo>
                <a:moveTo>
                  <a:pt x="2903563" y="67859"/>
                </a:moveTo>
                <a:lnTo>
                  <a:pt x="2950463" y="67859"/>
                </a:lnTo>
                <a:cubicBezTo>
                  <a:pt x="2949830" y="60794"/>
                  <a:pt x="2948038" y="55495"/>
                  <a:pt x="2945085" y="51962"/>
                </a:cubicBezTo>
                <a:cubicBezTo>
                  <a:pt x="2940551" y="46478"/>
                  <a:pt x="2934672" y="43737"/>
                  <a:pt x="2927448" y="43737"/>
                </a:cubicBezTo>
                <a:cubicBezTo>
                  <a:pt x="2920910" y="43737"/>
                  <a:pt x="2915413" y="45925"/>
                  <a:pt x="2910958" y="50301"/>
                </a:cubicBezTo>
                <a:cubicBezTo>
                  <a:pt x="2906503" y="54677"/>
                  <a:pt x="2904038" y="60530"/>
                  <a:pt x="2903563" y="67859"/>
                </a:cubicBezTo>
                <a:close/>
                <a:moveTo>
                  <a:pt x="2982076" y="117923"/>
                </a:moveTo>
                <a:lnTo>
                  <a:pt x="2982076" y="33929"/>
                </a:lnTo>
                <a:lnTo>
                  <a:pt x="2994889" y="33929"/>
                </a:lnTo>
                <a:lnTo>
                  <a:pt x="2994889" y="46663"/>
                </a:lnTo>
                <a:cubicBezTo>
                  <a:pt x="2998158" y="40705"/>
                  <a:pt x="3001177" y="36777"/>
                  <a:pt x="3003945" y="34879"/>
                </a:cubicBezTo>
                <a:cubicBezTo>
                  <a:pt x="3006713" y="32980"/>
                  <a:pt x="3009758" y="32031"/>
                  <a:pt x="3013080" y="32031"/>
                </a:cubicBezTo>
                <a:cubicBezTo>
                  <a:pt x="3017878" y="32031"/>
                  <a:pt x="3022755" y="33560"/>
                  <a:pt x="3027711" y="36619"/>
                </a:cubicBezTo>
                <a:lnTo>
                  <a:pt x="3022808" y="49827"/>
                </a:lnTo>
                <a:cubicBezTo>
                  <a:pt x="3019328" y="47770"/>
                  <a:pt x="3015848" y="46742"/>
                  <a:pt x="3012368" y="46742"/>
                </a:cubicBezTo>
                <a:cubicBezTo>
                  <a:pt x="3009257" y="46742"/>
                  <a:pt x="3006462" y="47678"/>
                  <a:pt x="3003984" y="49550"/>
                </a:cubicBezTo>
                <a:cubicBezTo>
                  <a:pt x="3001506" y="51421"/>
                  <a:pt x="2999740" y="54018"/>
                  <a:pt x="2998685" y="57340"/>
                </a:cubicBezTo>
                <a:cubicBezTo>
                  <a:pt x="2997103" y="62402"/>
                  <a:pt x="2996313" y="67938"/>
                  <a:pt x="2996313" y="73949"/>
                </a:cubicBezTo>
                <a:lnTo>
                  <a:pt x="2996313" y="117923"/>
                </a:lnTo>
                <a:lnTo>
                  <a:pt x="2982076" y="117923"/>
                </a:lnTo>
                <a:close/>
                <a:moveTo>
                  <a:pt x="3059552" y="117923"/>
                </a:moveTo>
                <a:lnTo>
                  <a:pt x="3027600" y="33929"/>
                </a:lnTo>
                <a:lnTo>
                  <a:pt x="3042627" y="33929"/>
                </a:lnTo>
                <a:lnTo>
                  <a:pt x="3060659" y="84231"/>
                </a:lnTo>
                <a:cubicBezTo>
                  <a:pt x="3062610" y="89661"/>
                  <a:pt x="3064403" y="95303"/>
                  <a:pt x="3066038" y="101156"/>
                </a:cubicBezTo>
                <a:cubicBezTo>
                  <a:pt x="3067303" y="96727"/>
                  <a:pt x="3069069" y="91401"/>
                  <a:pt x="3071337" y="85180"/>
                </a:cubicBezTo>
                <a:lnTo>
                  <a:pt x="3090002" y="33929"/>
                </a:lnTo>
                <a:lnTo>
                  <a:pt x="3104633" y="33929"/>
                </a:lnTo>
                <a:lnTo>
                  <a:pt x="3072839" y="117923"/>
                </a:lnTo>
                <a:lnTo>
                  <a:pt x="3059552" y="117923"/>
                </a:lnTo>
                <a:close/>
                <a:moveTo>
                  <a:pt x="3174706" y="90874"/>
                </a:moveTo>
                <a:lnTo>
                  <a:pt x="3189417" y="92693"/>
                </a:lnTo>
                <a:cubicBezTo>
                  <a:pt x="3187097" y="101288"/>
                  <a:pt x="3182800" y="107957"/>
                  <a:pt x="3176525" y="112703"/>
                </a:cubicBezTo>
                <a:cubicBezTo>
                  <a:pt x="3170251" y="117448"/>
                  <a:pt x="3162236" y="119821"/>
                  <a:pt x="3152482" y="119821"/>
                </a:cubicBezTo>
                <a:cubicBezTo>
                  <a:pt x="3140197" y="119821"/>
                  <a:pt x="3130456" y="116038"/>
                  <a:pt x="3123258" y="108472"/>
                </a:cubicBezTo>
                <a:cubicBezTo>
                  <a:pt x="3116061" y="100905"/>
                  <a:pt x="3112463" y="90294"/>
                  <a:pt x="3112463" y="76638"/>
                </a:cubicBezTo>
                <a:cubicBezTo>
                  <a:pt x="3112463" y="62507"/>
                  <a:pt x="3116101" y="51540"/>
                  <a:pt x="3123377" y="43737"/>
                </a:cubicBezTo>
                <a:cubicBezTo>
                  <a:pt x="3130653" y="35933"/>
                  <a:pt x="3140091" y="32031"/>
                  <a:pt x="3151691" y="32031"/>
                </a:cubicBezTo>
                <a:cubicBezTo>
                  <a:pt x="3162922" y="32031"/>
                  <a:pt x="3172096" y="35854"/>
                  <a:pt x="3179214" y="43499"/>
                </a:cubicBezTo>
                <a:cubicBezTo>
                  <a:pt x="3186332" y="51145"/>
                  <a:pt x="3189891" y="61901"/>
                  <a:pt x="3189891" y="75768"/>
                </a:cubicBezTo>
                <a:cubicBezTo>
                  <a:pt x="3189891" y="76612"/>
                  <a:pt x="3189865" y="77877"/>
                  <a:pt x="3189812" y="79564"/>
                </a:cubicBezTo>
                <a:lnTo>
                  <a:pt x="3127173" y="79564"/>
                </a:lnTo>
                <a:cubicBezTo>
                  <a:pt x="3127701" y="88791"/>
                  <a:pt x="3130311" y="95857"/>
                  <a:pt x="3135003" y="100760"/>
                </a:cubicBezTo>
                <a:cubicBezTo>
                  <a:pt x="3139696" y="105664"/>
                  <a:pt x="3145548" y="108116"/>
                  <a:pt x="3152561" y="108116"/>
                </a:cubicBezTo>
                <a:cubicBezTo>
                  <a:pt x="3157781" y="108116"/>
                  <a:pt x="3162236" y="106745"/>
                  <a:pt x="3165927" y="104003"/>
                </a:cubicBezTo>
                <a:cubicBezTo>
                  <a:pt x="3169618" y="101261"/>
                  <a:pt x="3172544" y="96885"/>
                  <a:pt x="3174706" y="90874"/>
                </a:cubicBezTo>
                <a:moveTo>
                  <a:pt x="3127964" y="67859"/>
                </a:moveTo>
                <a:lnTo>
                  <a:pt x="3174864" y="67859"/>
                </a:lnTo>
                <a:cubicBezTo>
                  <a:pt x="3174232" y="60794"/>
                  <a:pt x="3172439" y="55495"/>
                  <a:pt x="3169486" y="51962"/>
                </a:cubicBezTo>
                <a:cubicBezTo>
                  <a:pt x="3164952" y="46478"/>
                  <a:pt x="3159073" y="43737"/>
                  <a:pt x="3151849" y="43737"/>
                </a:cubicBezTo>
                <a:cubicBezTo>
                  <a:pt x="3145311" y="43737"/>
                  <a:pt x="3139814" y="45925"/>
                  <a:pt x="3135359" y="50301"/>
                </a:cubicBezTo>
                <a:cubicBezTo>
                  <a:pt x="3130904" y="54677"/>
                  <a:pt x="3128439" y="60530"/>
                  <a:pt x="3127964" y="67859"/>
                </a:cubicBezTo>
                <a:close/>
                <a:moveTo>
                  <a:pt x="3206477" y="117923"/>
                </a:moveTo>
                <a:lnTo>
                  <a:pt x="3206477" y="33929"/>
                </a:lnTo>
                <a:lnTo>
                  <a:pt x="3219289" y="33929"/>
                </a:lnTo>
                <a:lnTo>
                  <a:pt x="3219289" y="46663"/>
                </a:lnTo>
                <a:cubicBezTo>
                  <a:pt x="3222558" y="40705"/>
                  <a:pt x="3225577" y="36777"/>
                  <a:pt x="3228345" y="34879"/>
                </a:cubicBezTo>
                <a:cubicBezTo>
                  <a:pt x="3231113" y="32980"/>
                  <a:pt x="3234158" y="32031"/>
                  <a:pt x="3237480" y="32031"/>
                </a:cubicBezTo>
                <a:cubicBezTo>
                  <a:pt x="3242278" y="32031"/>
                  <a:pt x="3247155" y="33560"/>
                  <a:pt x="3252111" y="36619"/>
                </a:cubicBezTo>
                <a:lnTo>
                  <a:pt x="3247208" y="49827"/>
                </a:lnTo>
                <a:cubicBezTo>
                  <a:pt x="3243728" y="47770"/>
                  <a:pt x="3240248" y="46742"/>
                  <a:pt x="3236768" y="46742"/>
                </a:cubicBezTo>
                <a:cubicBezTo>
                  <a:pt x="3233657" y="46742"/>
                  <a:pt x="3230863" y="47678"/>
                  <a:pt x="3228385" y="49550"/>
                </a:cubicBezTo>
                <a:cubicBezTo>
                  <a:pt x="3225906" y="51421"/>
                  <a:pt x="3224140" y="54018"/>
                  <a:pt x="3223086" y="57340"/>
                </a:cubicBezTo>
                <a:cubicBezTo>
                  <a:pt x="3221504" y="62402"/>
                  <a:pt x="3220713" y="67938"/>
                  <a:pt x="3220713" y="73949"/>
                </a:cubicBezTo>
                <a:lnTo>
                  <a:pt x="3220713" y="117923"/>
                </a:lnTo>
                <a:lnTo>
                  <a:pt x="3206477" y="117923"/>
                </a:lnTo>
                <a:close/>
                <a:moveTo>
                  <a:pt x="3254927" y="92851"/>
                </a:moveTo>
                <a:lnTo>
                  <a:pt x="3269005" y="90637"/>
                </a:lnTo>
                <a:cubicBezTo>
                  <a:pt x="3269796" y="96279"/>
                  <a:pt x="3271997" y="100602"/>
                  <a:pt x="3275609" y="103607"/>
                </a:cubicBezTo>
                <a:cubicBezTo>
                  <a:pt x="3279221" y="106613"/>
                  <a:pt x="3284269" y="108116"/>
                  <a:pt x="3290755" y="108116"/>
                </a:cubicBezTo>
                <a:cubicBezTo>
                  <a:pt x="3297293" y="108116"/>
                  <a:pt x="3302144" y="106784"/>
                  <a:pt x="3305307" y="104122"/>
                </a:cubicBezTo>
                <a:cubicBezTo>
                  <a:pt x="3308471" y="101459"/>
                  <a:pt x="3310053" y="98335"/>
                  <a:pt x="3310053" y="94749"/>
                </a:cubicBezTo>
                <a:cubicBezTo>
                  <a:pt x="3310053" y="91533"/>
                  <a:pt x="3308655" y="89002"/>
                  <a:pt x="3305861" y="87157"/>
                </a:cubicBezTo>
                <a:cubicBezTo>
                  <a:pt x="3303910" y="85891"/>
                  <a:pt x="3299059" y="84283"/>
                  <a:pt x="3291308" y="82332"/>
                </a:cubicBezTo>
                <a:cubicBezTo>
                  <a:pt x="3280869" y="79696"/>
                  <a:pt x="3273632" y="77416"/>
                  <a:pt x="3269598" y="75491"/>
                </a:cubicBezTo>
                <a:cubicBezTo>
                  <a:pt x="3265565" y="73567"/>
                  <a:pt x="3262507" y="70904"/>
                  <a:pt x="3260424" y="67503"/>
                </a:cubicBezTo>
                <a:cubicBezTo>
                  <a:pt x="3258341" y="64102"/>
                  <a:pt x="3257300" y="60345"/>
                  <a:pt x="3257300" y="56233"/>
                </a:cubicBezTo>
                <a:cubicBezTo>
                  <a:pt x="3257300" y="52489"/>
                  <a:pt x="3258157" y="49022"/>
                  <a:pt x="3259870" y="45832"/>
                </a:cubicBezTo>
                <a:cubicBezTo>
                  <a:pt x="3261584" y="42643"/>
                  <a:pt x="3263917" y="39993"/>
                  <a:pt x="3266870" y="37884"/>
                </a:cubicBezTo>
                <a:cubicBezTo>
                  <a:pt x="3269084" y="36249"/>
                  <a:pt x="3272103" y="34865"/>
                  <a:pt x="3275925" y="33732"/>
                </a:cubicBezTo>
                <a:cubicBezTo>
                  <a:pt x="3279748" y="32598"/>
                  <a:pt x="3283848" y="32031"/>
                  <a:pt x="3288224" y="32031"/>
                </a:cubicBezTo>
                <a:cubicBezTo>
                  <a:pt x="3294815" y="32031"/>
                  <a:pt x="3300601" y="32980"/>
                  <a:pt x="3305584" y="34879"/>
                </a:cubicBezTo>
                <a:cubicBezTo>
                  <a:pt x="3310567" y="36777"/>
                  <a:pt x="3314244" y="39347"/>
                  <a:pt x="3316617" y="42590"/>
                </a:cubicBezTo>
                <a:cubicBezTo>
                  <a:pt x="3318990" y="45832"/>
                  <a:pt x="3320624" y="50169"/>
                  <a:pt x="3321521" y="55600"/>
                </a:cubicBezTo>
                <a:lnTo>
                  <a:pt x="3307601" y="57498"/>
                </a:lnTo>
                <a:cubicBezTo>
                  <a:pt x="3306968" y="53175"/>
                  <a:pt x="3305136" y="49800"/>
                  <a:pt x="3302104" y="47375"/>
                </a:cubicBezTo>
                <a:cubicBezTo>
                  <a:pt x="3299072" y="44949"/>
                  <a:pt x="3294788" y="43737"/>
                  <a:pt x="3289252" y="43737"/>
                </a:cubicBezTo>
                <a:cubicBezTo>
                  <a:pt x="3282714" y="43737"/>
                  <a:pt x="3278048" y="44817"/>
                  <a:pt x="3275253" y="46979"/>
                </a:cubicBezTo>
                <a:cubicBezTo>
                  <a:pt x="3272459" y="49141"/>
                  <a:pt x="3271061" y="51672"/>
                  <a:pt x="3271061" y="54572"/>
                </a:cubicBezTo>
                <a:cubicBezTo>
                  <a:pt x="3271061" y="56417"/>
                  <a:pt x="3271641" y="58078"/>
                  <a:pt x="3272801" y="59555"/>
                </a:cubicBezTo>
                <a:cubicBezTo>
                  <a:pt x="3273961" y="61084"/>
                  <a:pt x="3275780" y="62349"/>
                  <a:pt x="3278259" y="63351"/>
                </a:cubicBezTo>
                <a:cubicBezTo>
                  <a:pt x="3279682" y="63878"/>
                  <a:pt x="3283874" y="65091"/>
                  <a:pt x="3290834" y="66989"/>
                </a:cubicBezTo>
                <a:cubicBezTo>
                  <a:pt x="3300905" y="69678"/>
                  <a:pt x="3307930" y="71879"/>
                  <a:pt x="3311911" y="73593"/>
                </a:cubicBezTo>
                <a:cubicBezTo>
                  <a:pt x="3315892" y="75307"/>
                  <a:pt x="3319016" y="77798"/>
                  <a:pt x="3321283" y="81067"/>
                </a:cubicBezTo>
                <a:cubicBezTo>
                  <a:pt x="3323551" y="84336"/>
                  <a:pt x="3324684" y="88396"/>
                  <a:pt x="3324684" y="93247"/>
                </a:cubicBezTo>
                <a:cubicBezTo>
                  <a:pt x="3324684" y="97992"/>
                  <a:pt x="3323300" y="102461"/>
                  <a:pt x="3320532" y="106652"/>
                </a:cubicBezTo>
                <a:cubicBezTo>
                  <a:pt x="3317764" y="110844"/>
                  <a:pt x="3313770" y="114087"/>
                  <a:pt x="3308550" y="116380"/>
                </a:cubicBezTo>
                <a:cubicBezTo>
                  <a:pt x="3303330" y="118674"/>
                  <a:pt x="3297425" y="119821"/>
                  <a:pt x="3290834" y="119821"/>
                </a:cubicBezTo>
                <a:cubicBezTo>
                  <a:pt x="3279920" y="119821"/>
                  <a:pt x="3271602" y="117554"/>
                  <a:pt x="3265881" y="113019"/>
                </a:cubicBezTo>
                <a:cubicBezTo>
                  <a:pt x="3260160" y="108485"/>
                  <a:pt x="3256509" y="101762"/>
                  <a:pt x="3254927" y="92851"/>
                </a:cubicBezTo>
                <a:close/>
                <a:moveTo>
                  <a:pt x="3345642" y="117923"/>
                </a:moveTo>
                <a:lnTo>
                  <a:pt x="3345642" y="101709"/>
                </a:lnTo>
                <a:lnTo>
                  <a:pt x="3361856" y="101709"/>
                </a:lnTo>
                <a:lnTo>
                  <a:pt x="3361856" y="117923"/>
                </a:lnTo>
                <a:lnTo>
                  <a:pt x="3345642" y="117923"/>
                </a:lnTo>
                <a:close/>
                <a:moveTo>
                  <a:pt x="3459944" y="152010"/>
                </a:moveTo>
                <a:cubicBezTo>
                  <a:pt x="3452088" y="142098"/>
                  <a:pt x="3445445" y="130498"/>
                  <a:pt x="3440014" y="117211"/>
                </a:cubicBezTo>
                <a:cubicBezTo>
                  <a:pt x="3434583" y="103924"/>
                  <a:pt x="3431867" y="90162"/>
                  <a:pt x="3431867" y="75926"/>
                </a:cubicBezTo>
                <a:cubicBezTo>
                  <a:pt x="3431867" y="63377"/>
                  <a:pt x="3433897" y="51356"/>
                  <a:pt x="3437957" y="39861"/>
                </a:cubicBezTo>
                <a:cubicBezTo>
                  <a:pt x="3442703" y="26521"/>
                  <a:pt x="3450032" y="13234"/>
                  <a:pt x="3459944" y="0"/>
                </a:cubicBezTo>
                <a:lnTo>
                  <a:pt x="3470147" y="0"/>
                </a:lnTo>
                <a:cubicBezTo>
                  <a:pt x="3463767" y="10967"/>
                  <a:pt x="3459549" y="18797"/>
                  <a:pt x="3457493" y="23490"/>
                </a:cubicBezTo>
                <a:cubicBezTo>
                  <a:pt x="3454276" y="30766"/>
                  <a:pt x="3451745" y="38358"/>
                  <a:pt x="3449900" y="46267"/>
                </a:cubicBezTo>
                <a:cubicBezTo>
                  <a:pt x="3447633" y="56127"/>
                  <a:pt x="3446499" y="66040"/>
                  <a:pt x="3446499" y="76005"/>
                </a:cubicBezTo>
                <a:cubicBezTo>
                  <a:pt x="3446499" y="101367"/>
                  <a:pt x="3454382" y="126702"/>
                  <a:pt x="3470147" y="152010"/>
                </a:cubicBezTo>
                <a:lnTo>
                  <a:pt x="3459944" y="152010"/>
                </a:lnTo>
                <a:close/>
                <a:moveTo>
                  <a:pt x="3541271" y="116168"/>
                </a:moveTo>
                <a:cubicBezTo>
                  <a:pt x="3541271" y="123765"/>
                  <a:pt x="3538750" y="129700"/>
                  <a:pt x="3533708" y="133973"/>
                </a:cubicBezTo>
                <a:cubicBezTo>
                  <a:pt x="3528666" y="138247"/>
                  <a:pt x="3521657" y="140384"/>
                  <a:pt x="3512680" y="140384"/>
                </a:cubicBezTo>
                <a:cubicBezTo>
                  <a:pt x="3503494" y="140384"/>
                  <a:pt x="3496538" y="138695"/>
                  <a:pt x="3491813" y="135318"/>
                </a:cubicBezTo>
                <a:cubicBezTo>
                  <a:pt x="3487087" y="131941"/>
                  <a:pt x="3483959" y="126693"/>
                  <a:pt x="3482428" y="119571"/>
                </a:cubicBezTo>
                <a:lnTo>
                  <a:pt x="3491523" y="117592"/>
                </a:lnTo>
                <a:cubicBezTo>
                  <a:pt x="3492683" y="122922"/>
                  <a:pt x="3494885" y="126814"/>
                  <a:pt x="3498127" y="129267"/>
                </a:cubicBezTo>
                <a:cubicBezTo>
                  <a:pt x="3501370" y="131722"/>
                  <a:pt x="3506208" y="132950"/>
                  <a:pt x="3512640" y="132950"/>
                </a:cubicBezTo>
                <a:cubicBezTo>
                  <a:pt x="3518598" y="132950"/>
                  <a:pt x="3523304" y="131578"/>
                  <a:pt x="3526758" y="128835"/>
                </a:cubicBezTo>
                <a:cubicBezTo>
                  <a:pt x="3530211" y="126091"/>
                  <a:pt x="3531938" y="122133"/>
                  <a:pt x="3531938" y="116961"/>
                </a:cubicBezTo>
                <a:cubicBezTo>
                  <a:pt x="3531938" y="114007"/>
                  <a:pt x="3531320" y="111501"/>
                  <a:pt x="3530082" y="109443"/>
                </a:cubicBezTo>
                <a:cubicBezTo>
                  <a:pt x="3528846" y="107385"/>
                  <a:pt x="3526938" y="105578"/>
                  <a:pt x="3524358" y="104023"/>
                </a:cubicBezTo>
                <a:cubicBezTo>
                  <a:pt x="3521779" y="102466"/>
                  <a:pt x="3516674" y="100421"/>
                  <a:pt x="3509042" y="97888"/>
                </a:cubicBezTo>
                <a:cubicBezTo>
                  <a:pt x="3500304" y="95092"/>
                  <a:pt x="3494158" y="91703"/>
                  <a:pt x="3490604" y="87720"/>
                </a:cubicBezTo>
                <a:cubicBezTo>
                  <a:pt x="3487052" y="83736"/>
                  <a:pt x="3485275" y="78843"/>
                  <a:pt x="3485275" y="73039"/>
                </a:cubicBezTo>
                <a:cubicBezTo>
                  <a:pt x="3485275" y="68132"/>
                  <a:pt x="3486607" y="63701"/>
                  <a:pt x="3489269" y="59745"/>
                </a:cubicBezTo>
                <a:cubicBezTo>
                  <a:pt x="3491932" y="55787"/>
                  <a:pt x="3495610" y="53069"/>
                  <a:pt x="3500302" y="51591"/>
                </a:cubicBezTo>
                <a:cubicBezTo>
                  <a:pt x="3496112" y="50060"/>
                  <a:pt x="3492797" y="47541"/>
                  <a:pt x="3490357" y="44033"/>
                </a:cubicBezTo>
                <a:cubicBezTo>
                  <a:pt x="3487918" y="40525"/>
                  <a:pt x="3486699" y="36450"/>
                  <a:pt x="3486699" y="31806"/>
                </a:cubicBezTo>
                <a:cubicBezTo>
                  <a:pt x="3486699" y="24738"/>
                  <a:pt x="3488943" y="19212"/>
                  <a:pt x="3493431" y="15230"/>
                </a:cubicBezTo>
                <a:cubicBezTo>
                  <a:pt x="3497920" y="11246"/>
                  <a:pt x="3504521" y="9253"/>
                  <a:pt x="3513234" y="9253"/>
                </a:cubicBezTo>
                <a:cubicBezTo>
                  <a:pt x="3520785" y="9253"/>
                  <a:pt x="3526818" y="10981"/>
                  <a:pt x="3531333" y="14436"/>
                </a:cubicBezTo>
                <a:cubicBezTo>
                  <a:pt x="3535847" y="17892"/>
                  <a:pt x="3538633" y="22838"/>
                  <a:pt x="3539689" y="29276"/>
                </a:cubicBezTo>
                <a:lnTo>
                  <a:pt x="3530198" y="30778"/>
                </a:lnTo>
                <a:cubicBezTo>
                  <a:pt x="3529566" y="26244"/>
                  <a:pt x="3527826" y="22778"/>
                  <a:pt x="3524978" y="20380"/>
                </a:cubicBezTo>
                <a:cubicBezTo>
                  <a:pt x="3522131" y="17981"/>
                  <a:pt x="3518229" y="16782"/>
                  <a:pt x="3513273" y="16782"/>
                </a:cubicBezTo>
                <a:cubicBezTo>
                  <a:pt x="3507526" y="16782"/>
                  <a:pt x="3503216" y="18061"/>
                  <a:pt x="3500342" y="20620"/>
                </a:cubicBezTo>
                <a:cubicBezTo>
                  <a:pt x="3497468" y="23177"/>
                  <a:pt x="3496032" y="26565"/>
                  <a:pt x="3496032" y="30783"/>
                </a:cubicBezTo>
                <a:cubicBezTo>
                  <a:pt x="3496032" y="33632"/>
                  <a:pt x="3496664" y="36045"/>
                  <a:pt x="3497930" y="38022"/>
                </a:cubicBezTo>
                <a:cubicBezTo>
                  <a:pt x="3499195" y="40000"/>
                  <a:pt x="3501014" y="41714"/>
                  <a:pt x="3503387" y="43166"/>
                </a:cubicBezTo>
                <a:cubicBezTo>
                  <a:pt x="3505760" y="44616"/>
                  <a:pt x="3509978" y="46237"/>
                  <a:pt x="3516041" y="48030"/>
                </a:cubicBezTo>
                <a:cubicBezTo>
                  <a:pt x="3522421" y="49877"/>
                  <a:pt x="3527312" y="51882"/>
                  <a:pt x="3530712" y="54045"/>
                </a:cubicBezTo>
                <a:cubicBezTo>
                  <a:pt x="3534113" y="56207"/>
                  <a:pt x="3536776" y="58832"/>
                  <a:pt x="3538700" y="61920"/>
                </a:cubicBezTo>
                <a:cubicBezTo>
                  <a:pt x="3540625" y="65006"/>
                  <a:pt x="3541587" y="68659"/>
                  <a:pt x="3541587" y="72879"/>
                </a:cubicBezTo>
                <a:cubicBezTo>
                  <a:pt x="3541587" y="78260"/>
                  <a:pt x="3540267" y="82943"/>
                  <a:pt x="3537628" y="86927"/>
                </a:cubicBezTo>
                <a:cubicBezTo>
                  <a:pt x="3534988" y="90911"/>
                  <a:pt x="3531563" y="93457"/>
                  <a:pt x="3527351" y="94564"/>
                </a:cubicBezTo>
                <a:cubicBezTo>
                  <a:pt x="3532204" y="96886"/>
                  <a:pt x="3535736" y="99800"/>
                  <a:pt x="3537949" y="103308"/>
                </a:cubicBezTo>
                <a:cubicBezTo>
                  <a:pt x="3540164" y="106816"/>
                  <a:pt x="3541271" y="111103"/>
                  <a:pt x="3541271" y="116168"/>
                </a:cubicBezTo>
                <a:moveTo>
                  <a:pt x="3532255" y="73988"/>
                </a:moveTo>
                <a:cubicBezTo>
                  <a:pt x="3532255" y="69292"/>
                  <a:pt x="3530614" y="65454"/>
                  <a:pt x="3527331" y="62473"/>
                </a:cubicBezTo>
                <a:cubicBezTo>
                  <a:pt x="3524051" y="59493"/>
                  <a:pt x="3518577" y="57105"/>
                  <a:pt x="3510910" y="55311"/>
                </a:cubicBezTo>
                <a:cubicBezTo>
                  <a:pt x="3505923" y="55522"/>
                  <a:pt x="3501958" y="57211"/>
                  <a:pt x="3499017" y="60378"/>
                </a:cubicBezTo>
                <a:cubicBezTo>
                  <a:pt x="3496078" y="63543"/>
                  <a:pt x="3494608" y="67578"/>
                  <a:pt x="3494608" y="72483"/>
                </a:cubicBezTo>
                <a:cubicBezTo>
                  <a:pt x="3494608" y="77021"/>
                  <a:pt x="3496144" y="80754"/>
                  <a:pt x="3499215" y="83682"/>
                </a:cubicBezTo>
                <a:cubicBezTo>
                  <a:pt x="3502286" y="86610"/>
                  <a:pt x="3507314" y="88918"/>
                  <a:pt x="3514299" y="90607"/>
                </a:cubicBezTo>
                <a:cubicBezTo>
                  <a:pt x="3519863" y="90502"/>
                  <a:pt x="3524247" y="88945"/>
                  <a:pt x="3527450" y="85938"/>
                </a:cubicBezTo>
                <a:cubicBezTo>
                  <a:pt x="3530653" y="82931"/>
                  <a:pt x="3532255" y="78948"/>
                  <a:pt x="3532255" y="739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4.5">
            <a:extLst xmlns:a="http://schemas.openxmlformats.org/drawingml/2006/main">
              <a:ext uri="{FF2B5EF4-FFF2-40B4-BE49-F238E27FC236}">
                <a16:creationId xmlns:a16="http://schemas.microsoft.com/office/drawing/2014/main" id="{D9997606-2C83-422C-9D1F-D57E9538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5140" y="3344404"/>
            <a:ext cx="216499" cy="117923"/>
          </a:xfrm>
          <a:custGeom xmlns:a="http://schemas.openxmlformats.org/drawingml/2006/main">
            <a:pathLst>
              <a:path w="216499" h="117923">
                <a:moveTo>
                  <a:pt x="50301" y="115945"/>
                </a:moveTo>
                <a:lnTo>
                  <a:pt x="50301" y="88185"/>
                </a:lnTo>
                <a:lnTo>
                  <a:pt x="0" y="88185"/>
                </a:lnTo>
                <a:lnTo>
                  <a:pt x="0" y="75135"/>
                </a:lnTo>
                <a:lnTo>
                  <a:pt x="52911" y="0"/>
                </a:lnTo>
                <a:lnTo>
                  <a:pt x="64537" y="0"/>
                </a:lnTo>
                <a:lnTo>
                  <a:pt x="64537" y="75135"/>
                </a:lnTo>
                <a:lnTo>
                  <a:pt x="80197" y="75135"/>
                </a:lnTo>
                <a:lnTo>
                  <a:pt x="80197" y="88185"/>
                </a:lnTo>
                <a:lnTo>
                  <a:pt x="64537" y="88185"/>
                </a:lnTo>
                <a:lnTo>
                  <a:pt x="64537" y="115945"/>
                </a:lnTo>
                <a:lnTo>
                  <a:pt x="50301" y="115945"/>
                </a:lnTo>
                <a:moveTo>
                  <a:pt x="50301" y="75135"/>
                </a:moveTo>
                <a:lnTo>
                  <a:pt x="50301" y="22857"/>
                </a:lnTo>
                <a:lnTo>
                  <a:pt x="13999" y="75135"/>
                </a:lnTo>
                <a:lnTo>
                  <a:pt x="50301" y="75135"/>
                </a:lnTo>
                <a:close/>
                <a:moveTo>
                  <a:pt x="102081" y="115945"/>
                </a:moveTo>
                <a:lnTo>
                  <a:pt x="102081" y="99732"/>
                </a:lnTo>
                <a:lnTo>
                  <a:pt x="118295" y="99732"/>
                </a:lnTo>
                <a:lnTo>
                  <a:pt x="118295" y="115945"/>
                </a:lnTo>
                <a:lnTo>
                  <a:pt x="102081" y="115945"/>
                </a:lnTo>
                <a:close/>
                <a:moveTo>
                  <a:pt x="139624" y="85575"/>
                </a:moveTo>
                <a:lnTo>
                  <a:pt x="154572" y="84310"/>
                </a:lnTo>
                <a:cubicBezTo>
                  <a:pt x="155679" y="91586"/>
                  <a:pt x="158250" y="97056"/>
                  <a:pt x="162283" y="100721"/>
                </a:cubicBezTo>
                <a:cubicBezTo>
                  <a:pt x="166317" y="104385"/>
                  <a:pt x="171181" y="106217"/>
                  <a:pt x="176875" y="106217"/>
                </a:cubicBezTo>
                <a:cubicBezTo>
                  <a:pt x="183730" y="106217"/>
                  <a:pt x="189530" y="103634"/>
                  <a:pt x="194275" y="98467"/>
                </a:cubicBezTo>
                <a:cubicBezTo>
                  <a:pt x="199020" y="93299"/>
                  <a:pt x="201393" y="86445"/>
                  <a:pt x="201393" y="77903"/>
                </a:cubicBezTo>
                <a:cubicBezTo>
                  <a:pt x="201393" y="69783"/>
                  <a:pt x="199113" y="63377"/>
                  <a:pt x="194552" y="58685"/>
                </a:cubicBezTo>
                <a:cubicBezTo>
                  <a:pt x="189991" y="53992"/>
                  <a:pt x="184020" y="51646"/>
                  <a:pt x="176638" y="51646"/>
                </a:cubicBezTo>
                <a:cubicBezTo>
                  <a:pt x="172051" y="51646"/>
                  <a:pt x="167912" y="52687"/>
                  <a:pt x="164221" y="54770"/>
                </a:cubicBezTo>
                <a:cubicBezTo>
                  <a:pt x="160530" y="56852"/>
                  <a:pt x="157630" y="59555"/>
                  <a:pt x="155521" y="62876"/>
                </a:cubicBezTo>
                <a:lnTo>
                  <a:pt x="142155" y="61136"/>
                </a:lnTo>
                <a:lnTo>
                  <a:pt x="153386" y="1582"/>
                </a:lnTo>
                <a:lnTo>
                  <a:pt x="211042" y="1582"/>
                </a:lnTo>
                <a:lnTo>
                  <a:pt x="211042" y="15185"/>
                </a:lnTo>
                <a:lnTo>
                  <a:pt x="164775" y="15185"/>
                </a:lnTo>
                <a:lnTo>
                  <a:pt x="158526" y="46347"/>
                </a:lnTo>
                <a:cubicBezTo>
                  <a:pt x="165486" y="41496"/>
                  <a:pt x="172789" y="39070"/>
                  <a:pt x="180434" y="39070"/>
                </a:cubicBezTo>
                <a:cubicBezTo>
                  <a:pt x="190558" y="39070"/>
                  <a:pt x="199099" y="42577"/>
                  <a:pt x="206059" y="49589"/>
                </a:cubicBezTo>
                <a:cubicBezTo>
                  <a:pt x="213019" y="56602"/>
                  <a:pt x="216499" y="65618"/>
                  <a:pt x="216499" y="76638"/>
                </a:cubicBezTo>
                <a:cubicBezTo>
                  <a:pt x="216499" y="87130"/>
                  <a:pt x="213441" y="96199"/>
                  <a:pt x="207325" y="103845"/>
                </a:cubicBezTo>
                <a:cubicBezTo>
                  <a:pt x="199890" y="113230"/>
                  <a:pt x="189741" y="117923"/>
                  <a:pt x="176875" y="117923"/>
                </a:cubicBezTo>
                <a:cubicBezTo>
                  <a:pt x="166330" y="117923"/>
                  <a:pt x="157722" y="114970"/>
                  <a:pt x="151052" y="109065"/>
                </a:cubicBezTo>
                <a:cubicBezTo>
                  <a:pt x="144383" y="103159"/>
                  <a:pt x="140573" y="95329"/>
                  <a:pt x="139624" y="85575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)">
            <a:extLst xmlns:a="http://schemas.openxmlformats.org/drawingml/2006/main">
              <a:ext uri="{FF2B5EF4-FFF2-40B4-BE49-F238E27FC236}">
                <a16:creationId xmlns:a16="http://schemas.microsoft.com/office/drawing/2014/main" id="{27E0FDFC-3B3C-480B-AC00-81BF199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7292" y="3342427"/>
            <a:ext cx="38279" cy="152010"/>
          </a:xfrm>
          <a:custGeom xmlns:a="http://schemas.openxmlformats.org/drawingml/2006/main">
            <a:pathLst>
              <a:path w="38279" h="152010">
                <a:moveTo>
                  <a:pt x="10203" y="152010"/>
                </a:moveTo>
                <a:lnTo>
                  <a:pt x="0" y="152010"/>
                </a:lnTo>
                <a:cubicBezTo>
                  <a:pt x="15765" y="126702"/>
                  <a:pt x="23648" y="101367"/>
                  <a:pt x="23648" y="76005"/>
                </a:cubicBezTo>
                <a:cubicBezTo>
                  <a:pt x="23648" y="66093"/>
                  <a:pt x="22514" y="56259"/>
                  <a:pt x="20247" y="46505"/>
                </a:cubicBezTo>
                <a:cubicBezTo>
                  <a:pt x="18454" y="38596"/>
                  <a:pt x="15950" y="31003"/>
                  <a:pt x="12733" y="23727"/>
                </a:cubicBezTo>
                <a:cubicBezTo>
                  <a:pt x="10677" y="18982"/>
                  <a:pt x="6433" y="11073"/>
                  <a:pt x="0" y="0"/>
                </a:cubicBezTo>
                <a:lnTo>
                  <a:pt x="10203" y="0"/>
                </a:lnTo>
                <a:cubicBezTo>
                  <a:pt x="20115" y="13234"/>
                  <a:pt x="27444" y="26521"/>
                  <a:pt x="32190" y="39861"/>
                </a:cubicBezTo>
                <a:cubicBezTo>
                  <a:pt x="36249" y="51356"/>
                  <a:pt x="38279" y="63377"/>
                  <a:pt x="38279" y="75926"/>
                </a:cubicBezTo>
                <a:cubicBezTo>
                  <a:pt x="38279" y="90162"/>
                  <a:pt x="35551" y="103924"/>
                  <a:pt x="30094" y="117211"/>
                </a:cubicBezTo>
                <a:cubicBezTo>
                  <a:pt x="24636" y="130498"/>
                  <a:pt x="18006" y="142098"/>
                  <a:pt x="10203" y="1520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①Step1">
            <a:extLst xmlns:a="http://schemas.openxmlformats.org/drawingml/2006/main">
              <a:ext uri="{FF2B5EF4-FFF2-40B4-BE49-F238E27FC236}">
                <a16:creationId xmlns:a16="http://schemas.microsoft.com/office/drawing/2014/main" id="{3CB06178-6866-4D01-BA24-C0EBF4ED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149713"/>
            <a:ext cx="553397" cy="162213"/>
          </a:xfrm>
          <a:custGeom xmlns:a="http://schemas.openxmlformats.org/drawingml/2006/main">
            <a:pathLst>
              <a:path w="553397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77587" y="136746"/>
                </a:moveTo>
                <a:lnTo>
                  <a:pt x="77587" y="51824"/>
                </a:lnTo>
                <a:lnTo>
                  <a:pt x="48166" y="51824"/>
                </a:lnTo>
                <a:lnTo>
                  <a:pt x="48166" y="45017"/>
                </a:lnTo>
                <a:cubicBezTo>
                  <a:pt x="59396" y="44490"/>
                  <a:pt x="66884" y="42696"/>
                  <a:pt x="70627" y="39636"/>
                </a:cubicBezTo>
                <a:cubicBezTo>
                  <a:pt x="75267" y="36417"/>
                  <a:pt x="78299" y="30692"/>
                  <a:pt x="79722" y="22461"/>
                </a:cubicBezTo>
                <a:lnTo>
                  <a:pt x="87948" y="22461"/>
                </a:lnTo>
                <a:lnTo>
                  <a:pt x="87948" y="136746"/>
                </a:lnTo>
                <a:lnTo>
                  <a:pt x="77587" y="136746"/>
                </a:ln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553397" y="130023"/>
                </a:moveTo>
                <a:lnTo>
                  <a:pt x="539161" y="130023"/>
                </a:lnTo>
                <a:lnTo>
                  <a:pt x="539161" y="39308"/>
                </a:lnTo>
                <a:cubicBezTo>
                  <a:pt x="535734" y="42577"/>
                  <a:pt x="531239" y="45846"/>
                  <a:pt x="525677" y="49115"/>
                </a:cubicBezTo>
                <a:cubicBezTo>
                  <a:pt x="520114" y="52384"/>
                  <a:pt x="515118" y="54836"/>
                  <a:pt x="510689" y="56470"/>
                </a:cubicBezTo>
                <a:lnTo>
                  <a:pt x="510689" y="42708"/>
                </a:lnTo>
                <a:cubicBezTo>
                  <a:pt x="518651" y="38965"/>
                  <a:pt x="525611" y="34430"/>
                  <a:pt x="531569" y="29105"/>
                </a:cubicBezTo>
                <a:cubicBezTo>
                  <a:pt x="537527" y="23780"/>
                  <a:pt x="541745" y="18612"/>
                  <a:pt x="544223" y="13603"/>
                </a:cubicBezTo>
                <a:lnTo>
                  <a:pt x="553397" y="13603"/>
                </a:lnTo>
                <a:lnTo>
                  <a:pt x="553397" y="1300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②Step2">
            <a:extLst xmlns:a="http://schemas.openxmlformats.org/drawingml/2006/main">
              <a:ext uri="{FF2B5EF4-FFF2-40B4-BE49-F238E27FC236}">
                <a16:creationId xmlns:a16="http://schemas.microsoft.com/office/drawing/2014/main" id="{FB6D1C14-1E97-49F8-A643-D184CBE1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520785"/>
            <a:ext cx="574594" cy="162213"/>
          </a:xfrm>
          <a:custGeom xmlns:a="http://schemas.openxmlformats.org/drawingml/2006/main">
            <a:pathLst>
              <a:path w="574594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56233" y="59950"/>
                </a:moveTo>
                <a:lnTo>
                  <a:pt x="45239" y="59950"/>
                </a:lnTo>
                <a:cubicBezTo>
                  <a:pt x="46399" y="36223"/>
                  <a:pt x="58764" y="23753"/>
                  <a:pt x="82332" y="22541"/>
                </a:cubicBezTo>
                <a:cubicBezTo>
                  <a:pt x="104583" y="23437"/>
                  <a:pt x="116288" y="33974"/>
                  <a:pt x="117448" y="54152"/>
                </a:cubicBezTo>
                <a:cubicBezTo>
                  <a:pt x="118239" y="70327"/>
                  <a:pt x="106797" y="84132"/>
                  <a:pt x="83123" y="95565"/>
                </a:cubicBezTo>
                <a:cubicBezTo>
                  <a:pt x="75794" y="99674"/>
                  <a:pt x="70653" y="102809"/>
                  <a:pt x="67701" y="104969"/>
                </a:cubicBezTo>
                <a:cubicBezTo>
                  <a:pt x="57894" y="111977"/>
                  <a:pt x="52937" y="119643"/>
                  <a:pt x="52832" y="127967"/>
                </a:cubicBezTo>
                <a:lnTo>
                  <a:pt x="116499" y="127967"/>
                </a:lnTo>
                <a:lnTo>
                  <a:pt x="116499" y="136667"/>
                </a:lnTo>
                <a:lnTo>
                  <a:pt x="41838" y="136667"/>
                </a:lnTo>
                <a:cubicBezTo>
                  <a:pt x="41733" y="124706"/>
                  <a:pt x="44686" y="115433"/>
                  <a:pt x="50696" y="108847"/>
                </a:cubicBezTo>
                <a:cubicBezTo>
                  <a:pt x="57287" y="101314"/>
                  <a:pt x="67569" y="93385"/>
                  <a:pt x="81541" y="85061"/>
                </a:cubicBezTo>
                <a:cubicBezTo>
                  <a:pt x="98888" y="76210"/>
                  <a:pt x="107087" y="66120"/>
                  <a:pt x="106138" y="54792"/>
                </a:cubicBezTo>
                <a:cubicBezTo>
                  <a:pt x="105347" y="39987"/>
                  <a:pt x="96964" y="32163"/>
                  <a:pt x="80988" y="31320"/>
                </a:cubicBezTo>
                <a:cubicBezTo>
                  <a:pt x="65223" y="32849"/>
                  <a:pt x="56971" y="42392"/>
                  <a:pt x="56233" y="59950"/>
                </a:cubicBez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574594" y="116341"/>
                </a:moveTo>
                <a:lnTo>
                  <a:pt x="574594" y="130023"/>
                </a:lnTo>
                <a:lnTo>
                  <a:pt x="497956" y="130023"/>
                </a:lnTo>
                <a:cubicBezTo>
                  <a:pt x="497850" y="126596"/>
                  <a:pt x="498404" y="123301"/>
                  <a:pt x="499617" y="120137"/>
                </a:cubicBezTo>
                <a:cubicBezTo>
                  <a:pt x="501567" y="114917"/>
                  <a:pt x="504691" y="109776"/>
                  <a:pt x="508989" y="104715"/>
                </a:cubicBezTo>
                <a:cubicBezTo>
                  <a:pt x="513286" y="99653"/>
                  <a:pt x="519494" y="93800"/>
                  <a:pt x="527614" y="87157"/>
                </a:cubicBezTo>
                <a:cubicBezTo>
                  <a:pt x="540216" y="76822"/>
                  <a:pt x="548731" y="68637"/>
                  <a:pt x="553160" y="62599"/>
                </a:cubicBezTo>
                <a:cubicBezTo>
                  <a:pt x="557589" y="56562"/>
                  <a:pt x="559804" y="50855"/>
                  <a:pt x="559804" y="45477"/>
                </a:cubicBezTo>
                <a:cubicBezTo>
                  <a:pt x="559804" y="39835"/>
                  <a:pt x="557787" y="35076"/>
                  <a:pt x="553753" y="31201"/>
                </a:cubicBezTo>
                <a:cubicBezTo>
                  <a:pt x="549720" y="27325"/>
                  <a:pt x="544460" y="25388"/>
                  <a:pt x="537975" y="25388"/>
                </a:cubicBezTo>
                <a:cubicBezTo>
                  <a:pt x="531121" y="25388"/>
                  <a:pt x="525637" y="27444"/>
                  <a:pt x="521524" y="31557"/>
                </a:cubicBezTo>
                <a:cubicBezTo>
                  <a:pt x="517412" y="35669"/>
                  <a:pt x="515329" y="41364"/>
                  <a:pt x="515276" y="48640"/>
                </a:cubicBezTo>
                <a:lnTo>
                  <a:pt x="500645" y="47137"/>
                </a:lnTo>
                <a:cubicBezTo>
                  <a:pt x="501646" y="36223"/>
                  <a:pt x="505416" y="27905"/>
                  <a:pt x="511954" y="22185"/>
                </a:cubicBezTo>
                <a:cubicBezTo>
                  <a:pt x="518493" y="16464"/>
                  <a:pt x="527272" y="13603"/>
                  <a:pt x="538291" y="13603"/>
                </a:cubicBezTo>
                <a:cubicBezTo>
                  <a:pt x="549417" y="13603"/>
                  <a:pt x="558222" y="16688"/>
                  <a:pt x="564707" y="22857"/>
                </a:cubicBezTo>
                <a:cubicBezTo>
                  <a:pt x="571193" y="29026"/>
                  <a:pt x="574435" y="36671"/>
                  <a:pt x="574435" y="45793"/>
                </a:cubicBezTo>
                <a:cubicBezTo>
                  <a:pt x="574435" y="50433"/>
                  <a:pt x="573486" y="54994"/>
                  <a:pt x="571588" y="59475"/>
                </a:cubicBezTo>
                <a:cubicBezTo>
                  <a:pt x="569690" y="63957"/>
                  <a:pt x="566540" y="68676"/>
                  <a:pt x="562137" y="73632"/>
                </a:cubicBezTo>
                <a:cubicBezTo>
                  <a:pt x="557734" y="78589"/>
                  <a:pt x="550418" y="85390"/>
                  <a:pt x="540190" y="94038"/>
                </a:cubicBezTo>
                <a:cubicBezTo>
                  <a:pt x="531648" y="101208"/>
                  <a:pt x="526164" y="106072"/>
                  <a:pt x="523739" y="108630"/>
                </a:cubicBezTo>
                <a:cubicBezTo>
                  <a:pt x="521313" y="111187"/>
                  <a:pt x="519310" y="113757"/>
                  <a:pt x="517728" y="116341"/>
                </a:cubicBezTo>
                <a:lnTo>
                  <a:pt x="574594" y="116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③Step3">
            <a:extLst xmlns:a="http://schemas.openxmlformats.org/drawingml/2006/main">
              <a:ext uri="{FF2B5EF4-FFF2-40B4-BE49-F238E27FC236}">
                <a16:creationId xmlns:a16="http://schemas.microsoft.com/office/drawing/2014/main" id="{FF795631-E47B-4869-B5E9-356C6C39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874187"/>
            <a:ext cx="575780" cy="162213"/>
          </a:xfrm>
          <a:custGeom xmlns:a="http://schemas.openxmlformats.org/drawingml/2006/main">
            <a:pathLst>
              <a:path w="575780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71339" y="80592"/>
                </a:moveTo>
                <a:lnTo>
                  <a:pt x="71339" y="72130"/>
                </a:lnTo>
                <a:cubicBezTo>
                  <a:pt x="93431" y="72657"/>
                  <a:pt x="104319" y="65381"/>
                  <a:pt x="104003" y="50301"/>
                </a:cubicBezTo>
                <a:cubicBezTo>
                  <a:pt x="103581" y="37436"/>
                  <a:pt x="95488" y="30740"/>
                  <a:pt x="79722" y="30212"/>
                </a:cubicBezTo>
                <a:cubicBezTo>
                  <a:pt x="64379" y="31161"/>
                  <a:pt x="56233" y="39308"/>
                  <a:pt x="55284" y="54651"/>
                </a:cubicBezTo>
                <a:lnTo>
                  <a:pt x="44923" y="54651"/>
                </a:lnTo>
                <a:cubicBezTo>
                  <a:pt x="44817" y="44369"/>
                  <a:pt x="48482" y="35828"/>
                  <a:pt x="55916" y="29026"/>
                </a:cubicBezTo>
                <a:cubicBezTo>
                  <a:pt x="61505" y="23753"/>
                  <a:pt x="70153" y="21222"/>
                  <a:pt x="81858" y="21433"/>
                </a:cubicBezTo>
                <a:cubicBezTo>
                  <a:pt x="102896" y="22171"/>
                  <a:pt x="113731" y="31557"/>
                  <a:pt x="114364" y="49589"/>
                </a:cubicBezTo>
                <a:cubicBezTo>
                  <a:pt x="114258" y="61927"/>
                  <a:pt x="108854" y="70416"/>
                  <a:pt x="98150" y="75056"/>
                </a:cubicBezTo>
                <a:cubicBezTo>
                  <a:pt x="111543" y="79380"/>
                  <a:pt x="118292" y="88765"/>
                  <a:pt x="118397" y="103212"/>
                </a:cubicBezTo>
                <a:cubicBezTo>
                  <a:pt x="117026" y="124724"/>
                  <a:pt x="104794" y="136298"/>
                  <a:pt x="81700" y="137932"/>
                </a:cubicBezTo>
                <a:cubicBezTo>
                  <a:pt x="55758" y="138987"/>
                  <a:pt x="42208" y="127203"/>
                  <a:pt x="41048" y="102579"/>
                </a:cubicBezTo>
                <a:lnTo>
                  <a:pt x="51408" y="102579"/>
                </a:lnTo>
                <a:cubicBezTo>
                  <a:pt x="51936" y="119663"/>
                  <a:pt x="61374" y="128521"/>
                  <a:pt x="79722" y="129153"/>
                </a:cubicBezTo>
                <a:cubicBezTo>
                  <a:pt x="97438" y="127624"/>
                  <a:pt x="106877" y="119030"/>
                  <a:pt x="108037" y="103370"/>
                </a:cubicBezTo>
                <a:cubicBezTo>
                  <a:pt x="107246" y="88080"/>
                  <a:pt x="96806" y="80434"/>
                  <a:pt x="76717" y="80434"/>
                </a:cubicBezTo>
                <a:cubicBezTo>
                  <a:pt x="74872" y="80434"/>
                  <a:pt x="73079" y="80487"/>
                  <a:pt x="71339" y="80592"/>
                </a:cubicBez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499854" y="99416"/>
                </a:moveTo>
                <a:lnTo>
                  <a:pt x="514090" y="97518"/>
                </a:lnTo>
                <a:cubicBezTo>
                  <a:pt x="515724" y="105585"/>
                  <a:pt x="518506" y="111398"/>
                  <a:pt x="522434" y="114957"/>
                </a:cubicBezTo>
                <a:cubicBezTo>
                  <a:pt x="526362" y="118516"/>
                  <a:pt x="531147" y="120295"/>
                  <a:pt x="536789" y="120295"/>
                </a:cubicBezTo>
                <a:cubicBezTo>
                  <a:pt x="543485" y="120295"/>
                  <a:pt x="549140" y="117975"/>
                  <a:pt x="553753" y="113336"/>
                </a:cubicBezTo>
                <a:cubicBezTo>
                  <a:pt x="558367" y="108696"/>
                  <a:pt x="560674" y="102948"/>
                  <a:pt x="560674" y="96094"/>
                </a:cubicBezTo>
                <a:cubicBezTo>
                  <a:pt x="560674" y="89556"/>
                  <a:pt x="558538" y="84165"/>
                  <a:pt x="554267" y="79920"/>
                </a:cubicBezTo>
                <a:cubicBezTo>
                  <a:pt x="549997" y="75676"/>
                  <a:pt x="544566" y="73553"/>
                  <a:pt x="537975" y="73553"/>
                </a:cubicBezTo>
                <a:cubicBezTo>
                  <a:pt x="535286" y="73553"/>
                  <a:pt x="531938" y="74081"/>
                  <a:pt x="527931" y="75135"/>
                </a:cubicBezTo>
                <a:lnTo>
                  <a:pt x="529512" y="62639"/>
                </a:lnTo>
                <a:cubicBezTo>
                  <a:pt x="530461" y="62744"/>
                  <a:pt x="531226" y="62797"/>
                  <a:pt x="531806" y="62797"/>
                </a:cubicBezTo>
                <a:cubicBezTo>
                  <a:pt x="537870" y="62797"/>
                  <a:pt x="543327" y="61215"/>
                  <a:pt x="548178" y="58052"/>
                </a:cubicBezTo>
                <a:cubicBezTo>
                  <a:pt x="553028" y="54888"/>
                  <a:pt x="555454" y="50011"/>
                  <a:pt x="555454" y="43420"/>
                </a:cubicBezTo>
                <a:cubicBezTo>
                  <a:pt x="555454" y="38200"/>
                  <a:pt x="553687" y="33877"/>
                  <a:pt x="550155" y="30450"/>
                </a:cubicBezTo>
                <a:cubicBezTo>
                  <a:pt x="546622" y="27022"/>
                  <a:pt x="542061" y="25309"/>
                  <a:pt x="536472" y="25309"/>
                </a:cubicBezTo>
                <a:cubicBezTo>
                  <a:pt x="530936" y="25309"/>
                  <a:pt x="526322" y="27049"/>
                  <a:pt x="522632" y="30529"/>
                </a:cubicBezTo>
                <a:cubicBezTo>
                  <a:pt x="518941" y="34009"/>
                  <a:pt x="516568" y="39228"/>
                  <a:pt x="515514" y="46188"/>
                </a:cubicBezTo>
                <a:lnTo>
                  <a:pt x="501277" y="43658"/>
                </a:lnTo>
                <a:cubicBezTo>
                  <a:pt x="503017" y="34114"/>
                  <a:pt x="506972" y="26719"/>
                  <a:pt x="513141" y="21473"/>
                </a:cubicBezTo>
                <a:cubicBezTo>
                  <a:pt x="519310" y="16227"/>
                  <a:pt x="526982" y="13603"/>
                  <a:pt x="536156" y="13603"/>
                </a:cubicBezTo>
                <a:cubicBezTo>
                  <a:pt x="542483" y="13603"/>
                  <a:pt x="548309" y="14961"/>
                  <a:pt x="553635" y="17677"/>
                </a:cubicBezTo>
                <a:cubicBezTo>
                  <a:pt x="558960" y="20392"/>
                  <a:pt x="563033" y="24096"/>
                  <a:pt x="565854" y="28789"/>
                </a:cubicBezTo>
                <a:cubicBezTo>
                  <a:pt x="568675" y="33481"/>
                  <a:pt x="570085" y="38464"/>
                  <a:pt x="570085" y="43737"/>
                </a:cubicBezTo>
                <a:cubicBezTo>
                  <a:pt x="570085" y="48746"/>
                  <a:pt x="568741" y="53306"/>
                  <a:pt x="566052" y="57419"/>
                </a:cubicBezTo>
                <a:cubicBezTo>
                  <a:pt x="563363" y="61532"/>
                  <a:pt x="559382" y="64801"/>
                  <a:pt x="554109" y="67226"/>
                </a:cubicBezTo>
                <a:cubicBezTo>
                  <a:pt x="560964" y="68808"/>
                  <a:pt x="566289" y="72090"/>
                  <a:pt x="570085" y="77073"/>
                </a:cubicBezTo>
                <a:cubicBezTo>
                  <a:pt x="573882" y="82056"/>
                  <a:pt x="575780" y="88290"/>
                  <a:pt x="575780" y="95778"/>
                </a:cubicBezTo>
                <a:cubicBezTo>
                  <a:pt x="575780" y="105901"/>
                  <a:pt x="572089" y="114482"/>
                  <a:pt x="564707" y="121521"/>
                </a:cubicBezTo>
                <a:cubicBezTo>
                  <a:pt x="557326" y="128560"/>
                  <a:pt x="547993" y="132080"/>
                  <a:pt x="536710" y="132080"/>
                </a:cubicBezTo>
                <a:cubicBezTo>
                  <a:pt x="526533" y="132080"/>
                  <a:pt x="518084" y="129048"/>
                  <a:pt x="511361" y="122984"/>
                </a:cubicBezTo>
                <a:cubicBezTo>
                  <a:pt x="504639" y="116921"/>
                  <a:pt x="500803" y="109065"/>
                  <a:pt x="499854" y="99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⑤Step5">
            <a:extLst xmlns:a="http://schemas.openxmlformats.org/drawingml/2006/main">
              <a:ext uri="{FF2B5EF4-FFF2-40B4-BE49-F238E27FC236}">
                <a16:creationId xmlns:a16="http://schemas.microsoft.com/office/drawing/2014/main" id="{45D33211-E460-483B-B4DD-62426AEC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1575100"/>
            <a:ext cx="576650" cy="162213"/>
          </a:xfrm>
          <a:custGeom xmlns:a="http://schemas.openxmlformats.org/drawingml/2006/main">
            <a:pathLst>
              <a:path w="576650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41522" y="105427"/>
                </a:moveTo>
                <a:lnTo>
                  <a:pt x="51883" y="105427"/>
                </a:lnTo>
                <a:cubicBezTo>
                  <a:pt x="54361" y="120454"/>
                  <a:pt x="63746" y="128178"/>
                  <a:pt x="80039" y="128600"/>
                </a:cubicBezTo>
                <a:cubicBezTo>
                  <a:pt x="97122" y="127494"/>
                  <a:pt x="106244" y="117779"/>
                  <a:pt x="107404" y="99455"/>
                </a:cubicBezTo>
                <a:cubicBezTo>
                  <a:pt x="106455" y="81131"/>
                  <a:pt x="97017" y="71495"/>
                  <a:pt x="79090" y="70548"/>
                </a:cubicBezTo>
                <a:cubicBezTo>
                  <a:pt x="68597" y="70548"/>
                  <a:pt x="60319" y="74476"/>
                  <a:pt x="54256" y="82332"/>
                </a:cubicBezTo>
                <a:lnTo>
                  <a:pt x="45714" y="81225"/>
                </a:lnTo>
                <a:lnTo>
                  <a:pt x="54967" y="22066"/>
                </a:lnTo>
                <a:lnTo>
                  <a:pt x="111596" y="22066"/>
                </a:lnTo>
                <a:lnTo>
                  <a:pt x="111596" y="30845"/>
                </a:lnTo>
                <a:lnTo>
                  <a:pt x="63667" y="30845"/>
                </a:lnTo>
                <a:lnTo>
                  <a:pt x="56549" y="69203"/>
                </a:lnTo>
                <a:cubicBezTo>
                  <a:pt x="60978" y="66304"/>
                  <a:pt x="64946" y="64339"/>
                  <a:pt x="68452" y="63311"/>
                </a:cubicBezTo>
                <a:cubicBezTo>
                  <a:pt x="71958" y="62283"/>
                  <a:pt x="76374" y="61769"/>
                  <a:pt x="81700" y="61769"/>
                </a:cubicBezTo>
                <a:cubicBezTo>
                  <a:pt x="104688" y="63086"/>
                  <a:pt x="116710" y="75648"/>
                  <a:pt x="117765" y="99455"/>
                </a:cubicBezTo>
                <a:cubicBezTo>
                  <a:pt x="116394" y="122788"/>
                  <a:pt x="104372" y="135403"/>
                  <a:pt x="81700" y="137300"/>
                </a:cubicBezTo>
                <a:cubicBezTo>
                  <a:pt x="56602" y="137194"/>
                  <a:pt x="43209" y="126570"/>
                  <a:pt x="41522" y="105427"/>
                </a:cubicBez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499775" y="99653"/>
                </a:moveTo>
                <a:lnTo>
                  <a:pt x="514723" y="98388"/>
                </a:lnTo>
                <a:cubicBezTo>
                  <a:pt x="515830" y="105664"/>
                  <a:pt x="518400" y="111134"/>
                  <a:pt x="522434" y="114799"/>
                </a:cubicBezTo>
                <a:cubicBezTo>
                  <a:pt x="526467" y="118463"/>
                  <a:pt x="531331" y="120295"/>
                  <a:pt x="537026" y="120295"/>
                </a:cubicBezTo>
                <a:cubicBezTo>
                  <a:pt x="543880" y="120295"/>
                  <a:pt x="549680" y="117712"/>
                  <a:pt x="554426" y="112545"/>
                </a:cubicBezTo>
                <a:cubicBezTo>
                  <a:pt x="559171" y="107377"/>
                  <a:pt x="561544" y="100523"/>
                  <a:pt x="561544" y="91981"/>
                </a:cubicBezTo>
                <a:cubicBezTo>
                  <a:pt x="561544" y="83861"/>
                  <a:pt x="559263" y="77455"/>
                  <a:pt x="554702" y="72763"/>
                </a:cubicBezTo>
                <a:cubicBezTo>
                  <a:pt x="550142" y="68070"/>
                  <a:pt x="544170" y="65724"/>
                  <a:pt x="536789" y="65724"/>
                </a:cubicBezTo>
                <a:cubicBezTo>
                  <a:pt x="532201" y="65724"/>
                  <a:pt x="528062" y="66765"/>
                  <a:pt x="524372" y="68848"/>
                </a:cubicBezTo>
                <a:cubicBezTo>
                  <a:pt x="520681" y="70930"/>
                  <a:pt x="517781" y="73632"/>
                  <a:pt x="515672" y="76954"/>
                </a:cubicBezTo>
                <a:lnTo>
                  <a:pt x="502306" y="75214"/>
                </a:lnTo>
                <a:lnTo>
                  <a:pt x="513536" y="15660"/>
                </a:lnTo>
                <a:lnTo>
                  <a:pt x="571193" y="15660"/>
                </a:lnTo>
                <a:lnTo>
                  <a:pt x="571193" y="29263"/>
                </a:lnTo>
                <a:lnTo>
                  <a:pt x="524925" y="29263"/>
                </a:lnTo>
                <a:lnTo>
                  <a:pt x="518677" y="60425"/>
                </a:lnTo>
                <a:cubicBezTo>
                  <a:pt x="525637" y="55574"/>
                  <a:pt x="532940" y="53148"/>
                  <a:pt x="540585" y="53148"/>
                </a:cubicBezTo>
                <a:cubicBezTo>
                  <a:pt x="550708" y="53148"/>
                  <a:pt x="559250" y="56655"/>
                  <a:pt x="566210" y="63667"/>
                </a:cubicBezTo>
                <a:cubicBezTo>
                  <a:pt x="573170" y="70680"/>
                  <a:pt x="576650" y="79696"/>
                  <a:pt x="576650" y="90716"/>
                </a:cubicBezTo>
                <a:cubicBezTo>
                  <a:pt x="576650" y="101208"/>
                  <a:pt x="573592" y="110277"/>
                  <a:pt x="567475" y="117923"/>
                </a:cubicBezTo>
                <a:cubicBezTo>
                  <a:pt x="560041" y="127308"/>
                  <a:pt x="549891" y="132001"/>
                  <a:pt x="537026" y="132001"/>
                </a:cubicBezTo>
                <a:cubicBezTo>
                  <a:pt x="526481" y="132001"/>
                  <a:pt x="517873" y="129048"/>
                  <a:pt x="511203" y="123143"/>
                </a:cubicBezTo>
                <a:cubicBezTo>
                  <a:pt x="504533" y="117237"/>
                  <a:pt x="500724" y="109407"/>
                  <a:pt x="499775" y="99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6aa274dd846f1"/>
          <a:stretch xmlns:a="http://schemas.openxmlformats.org/drawingml/2006/main"/>
        </p:blipFill>
        <p:spPr>
          <a:xfrm xmlns:a="http://schemas.openxmlformats.org/drawingml/2006/main">
            <a:off x="36215" y="3345495"/>
            <a:ext cx="259161" cy="259161"/>
          </a:xfrm>
          <a:prstGeom xmlns:a="http://schemas.openxmlformats.org/drawingml/2006/main" prst="rect">
            <a:avLst/>
          </a:prstGeom>
        </p:spPr>
      </p:pic>
      <p:pic>
        <p:nvPicPr>
          <p:cNvPr id="3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285577fe54220"/>
          <a:stretch xmlns:a="http://schemas.openxmlformats.org/drawingml/2006/main"/>
        </p:blipFill>
        <p:spPr>
          <a:xfrm xmlns:a="http://schemas.openxmlformats.org/drawingml/2006/main">
            <a:off x="1932803" y="3348440"/>
            <a:ext cx="259161" cy="259161"/>
          </a:xfrm>
          <a:prstGeom xmlns:a="http://schemas.openxmlformats.org/drawingml/2006/main" prst="rect">
            <a:avLst/>
          </a:prstGeom>
        </p:spPr>
      </p:pic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7128C-A04B-49B6-9CCD-46B34990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8" y="1946369"/>
            <a:ext cx="3955152" cy="2040894"/>
          </a:xfrm>
          <a:custGeom xmlns:a="http://schemas.openxmlformats.org/drawingml/2006/main">
            <a:pathLst>
              <a:path w="3955152" h="2040894" fill="none">
                <a:moveTo>
                  <a:pt x="0" y="0"/>
                </a:moveTo>
                <a:lnTo>
                  <a:pt x="3955152" y="0"/>
                </a:lnTo>
                <a:lnTo>
                  <a:pt x="3955152" y="2040894"/>
                </a:lnTo>
                <a:lnTo>
                  <a:pt x="0" y="20408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0370" cap="flat">
            <a:solidFill>
              <a:srgbClr val="172C51"/>
            </a:solidFill>
            <a:custDash>
              <a:ds d="300000" sp="100000"/>
            </a:custDash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78EFD-262E-41CC-ACEB-F5B023A9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923" y="2018521"/>
            <a:ext cx="1122050" cy="1130885"/>
          </a:xfrm>
          <a:custGeom xmlns:a="http://schemas.openxmlformats.org/drawingml/2006/main">
            <a:pathLst>
              <a:path w="1122050" h="1130885" fill="none">
                <a:moveTo>
                  <a:pt x="0" y="125670"/>
                </a:moveTo>
                <a:cubicBezTo>
                  <a:pt x="0" y="56264"/>
                  <a:pt x="56264" y="0"/>
                  <a:pt x="125670" y="0"/>
                </a:cubicBezTo>
                <a:lnTo>
                  <a:pt x="996380" y="0"/>
                </a:lnTo>
                <a:cubicBezTo>
                  <a:pt x="1065786" y="0"/>
                  <a:pt x="1122050" y="56264"/>
                  <a:pt x="1122050" y="125670"/>
                </a:cubicBezTo>
                <a:lnTo>
                  <a:pt x="1122050" y="1005215"/>
                </a:lnTo>
                <a:cubicBezTo>
                  <a:pt x="1122050" y="1074620"/>
                  <a:pt x="1065786" y="1130885"/>
                  <a:pt x="996380" y="1130885"/>
                </a:cubicBezTo>
                <a:lnTo>
                  <a:pt x="125670" y="1130885"/>
                </a:lnTo>
                <a:cubicBezTo>
                  <a:pt x="56264" y="1130885"/>
                  <a:pt x="0" y="1074620"/>
                  <a:pt x="0" y="1005215"/>
                </a:cubicBezTo>
                <a:lnTo>
                  <a:pt x="0" y="125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A9D18E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8381B-9237-46DD-9CCF-6B0C4CE8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807" y="2018521"/>
            <a:ext cx="1122049" cy="1130885"/>
          </a:xfrm>
          <a:custGeom xmlns:a="http://schemas.openxmlformats.org/drawingml/2006/main">
            <a:pathLst>
              <a:path w="1122049" h="1130885" fill="none">
                <a:moveTo>
                  <a:pt x="0" y="125670"/>
                </a:moveTo>
                <a:cubicBezTo>
                  <a:pt x="0" y="56264"/>
                  <a:pt x="56264" y="0"/>
                  <a:pt x="125670" y="0"/>
                </a:cubicBezTo>
                <a:lnTo>
                  <a:pt x="996379" y="0"/>
                </a:lnTo>
                <a:cubicBezTo>
                  <a:pt x="1065785" y="0"/>
                  <a:pt x="1122049" y="56264"/>
                  <a:pt x="1122049" y="125670"/>
                </a:cubicBezTo>
                <a:lnTo>
                  <a:pt x="1122049" y="1005215"/>
                </a:lnTo>
                <a:cubicBezTo>
                  <a:pt x="1122049" y="1074620"/>
                  <a:pt x="1065785" y="1130885"/>
                  <a:pt x="996379" y="1130885"/>
                </a:cubicBezTo>
                <a:lnTo>
                  <a:pt x="125670" y="1130885"/>
                </a:lnTo>
                <a:cubicBezTo>
                  <a:pt x="56264" y="1130885"/>
                  <a:pt x="0" y="1074620"/>
                  <a:pt x="0" y="1005215"/>
                </a:cubicBezTo>
                <a:lnTo>
                  <a:pt x="0" y="12567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2E75B6"/>
            </a:solidFill>
            <a:custDash>
              <a:ds d="400000" sp="300000"/>
              <a:ds d="100000" sp="300000"/>
            </a:custDash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C855C-F760-4A4D-95B3-12C72CC3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8" y="2810730"/>
            <a:ext cx="85707" cy="539837"/>
          </a:xfrm>
          <a:custGeom xmlns:a="http://schemas.openxmlformats.org/drawingml/2006/main">
            <a:pathLst>
              <a:path w="85707" h="539837">
                <a:moveTo>
                  <a:pt x="46229" y="0"/>
                </a:moveTo>
                <a:lnTo>
                  <a:pt x="4726" y="80475"/>
                </a:lnTo>
                <a:lnTo>
                  <a:pt x="35094" y="80855"/>
                </a:lnTo>
                <a:lnTo>
                  <a:pt x="30368" y="458729"/>
                </a:lnTo>
                <a:lnTo>
                  <a:pt x="0" y="458349"/>
                </a:lnTo>
                <a:lnTo>
                  <a:pt x="39478" y="539837"/>
                </a:lnTo>
                <a:lnTo>
                  <a:pt x="80981" y="459362"/>
                </a:lnTo>
                <a:lnTo>
                  <a:pt x="50613" y="458982"/>
                </a:lnTo>
                <a:lnTo>
                  <a:pt x="55339" y="81108"/>
                </a:lnTo>
                <a:lnTo>
                  <a:pt x="85707" y="81488"/>
                </a:lnTo>
                <a:lnTo>
                  <a:pt x="46229" y="0"/>
                </a:ln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BD037-7587-4FA3-B5C6-7B3FC24A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436" y="2801894"/>
            <a:ext cx="85707" cy="539837"/>
          </a:xfrm>
          <a:custGeom xmlns:a="http://schemas.openxmlformats.org/drawingml/2006/main">
            <a:pathLst>
              <a:path w="85707" h="539837">
                <a:moveTo>
                  <a:pt x="46229" y="0"/>
                </a:moveTo>
                <a:lnTo>
                  <a:pt x="4726" y="80475"/>
                </a:lnTo>
                <a:lnTo>
                  <a:pt x="35093" y="80855"/>
                </a:lnTo>
                <a:lnTo>
                  <a:pt x="30368" y="458729"/>
                </a:lnTo>
                <a:lnTo>
                  <a:pt x="0" y="458349"/>
                </a:lnTo>
                <a:lnTo>
                  <a:pt x="39478" y="539837"/>
                </a:lnTo>
                <a:lnTo>
                  <a:pt x="80981" y="459362"/>
                </a:lnTo>
                <a:lnTo>
                  <a:pt x="50613" y="458982"/>
                </a:lnTo>
                <a:lnTo>
                  <a:pt x="55339" y="81108"/>
                </a:lnTo>
                <a:lnTo>
                  <a:pt x="85707" y="81488"/>
                </a:lnTo>
                <a:lnTo>
                  <a:pt x="46229" y="0"/>
                </a:lnTo>
                <a:close/>
              </a:path>
            </a:pathLst>
          </a:custGeom>
          <a:solidFill xmlns:a="http://schemas.openxmlformats.org/drawingml/2006/main">
            <a:srgbClr val="BF9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Publicmetadata">
            <a:extLst xmlns:a="http://schemas.openxmlformats.org/drawingml/2006/main">
              <a:ext uri="{FF2B5EF4-FFF2-40B4-BE49-F238E27FC236}">
                <a16:creationId xmlns:a16="http://schemas.microsoft.com/office/drawing/2014/main" id="{22829148-0018-44FD-A85C-4E1B72BE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854" y="3428571"/>
            <a:ext cx="1046139" cy="107131"/>
          </a:xfrm>
          <a:custGeom xmlns:a="http://schemas.openxmlformats.org/drawingml/2006/main">
            <a:pathLst>
              <a:path w="1046139" h="107131">
                <a:moveTo>
                  <a:pt x="0" y="105405"/>
                </a:moveTo>
                <a:lnTo>
                  <a:pt x="0" y="0"/>
                </a:lnTo>
                <a:lnTo>
                  <a:pt x="39761" y="0"/>
                </a:lnTo>
                <a:cubicBezTo>
                  <a:pt x="46759" y="0"/>
                  <a:pt x="52103" y="336"/>
                  <a:pt x="55794" y="1007"/>
                </a:cubicBezTo>
                <a:cubicBezTo>
                  <a:pt x="60971" y="1869"/>
                  <a:pt x="65309" y="3511"/>
                  <a:pt x="68808" y="5932"/>
                </a:cubicBezTo>
                <a:cubicBezTo>
                  <a:pt x="72307" y="8352"/>
                  <a:pt x="75123" y="11744"/>
                  <a:pt x="77256" y="16106"/>
                </a:cubicBezTo>
                <a:cubicBezTo>
                  <a:pt x="79389" y="20467"/>
                  <a:pt x="80456" y="25261"/>
                  <a:pt x="80456" y="30485"/>
                </a:cubicBezTo>
                <a:cubicBezTo>
                  <a:pt x="80456" y="39449"/>
                  <a:pt x="77604" y="47034"/>
                  <a:pt x="71900" y="53242"/>
                </a:cubicBezTo>
                <a:cubicBezTo>
                  <a:pt x="66196" y="59449"/>
                  <a:pt x="55890" y="62553"/>
                  <a:pt x="40983" y="62553"/>
                </a:cubicBezTo>
                <a:lnTo>
                  <a:pt x="13949" y="62553"/>
                </a:lnTo>
                <a:lnTo>
                  <a:pt x="13949" y="105405"/>
                </a:lnTo>
                <a:lnTo>
                  <a:pt x="0" y="105405"/>
                </a:lnTo>
                <a:moveTo>
                  <a:pt x="13949" y="50114"/>
                </a:moveTo>
                <a:lnTo>
                  <a:pt x="41199" y="50114"/>
                </a:lnTo>
                <a:cubicBezTo>
                  <a:pt x="50210" y="50114"/>
                  <a:pt x="56609" y="48436"/>
                  <a:pt x="60396" y="45081"/>
                </a:cubicBezTo>
                <a:cubicBezTo>
                  <a:pt x="64182" y="41726"/>
                  <a:pt x="66076" y="37004"/>
                  <a:pt x="66076" y="30917"/>
                </a:cubicBezTo>
                <a:cubicBezTo>
                  <a:pt x="66076" y="26507"/>
                  <a:pt x="64961" y="22732"/>
                  <a:pt x="62732" y="19593"/>
                </a:cubicBezTo>
                <a:cubicBezTo>
                  <a:pt x="60504" y="16453"/>
                  <a:pt x="57568" y="14380"/>
                  <a:pt x="53925" y="13373"/>
                </a:cubicBezTo>
                <a:cubicBezTo>
                  <a:pt x="51576" y="12750"/>
                  <a:pt x="47238" y="12439"/>
                  <a:pt x="40911" y="12439"/>
                </a:cubicBezTo>
                <a:lnTo>
                  <a:pt x="13949" y="12439"/>
                </a:lnTo>
                <a:lnTo>
                  <a:pt x="13949" y="50114"/>
                </a:lnTo>
                <a:close/>
                <a:moveTo>
                  <a:pt x="147930" y="105405"/>
                </a:moveTo>
                <a:lnTo>
                  <a:pt x="147930" y="94189"/>
                </a:lnTo>
                <a:cubicBezTo>
                  <a:pt x="141986" y="102817"/>
                  <a:pt x="133909" y="107131"/>
                  <a:pt x="123700" y="107131"/>
                </a:cubicBezTo>
                <a:cubicBezTo>
                  <a:pt x="119194" y="107131"/>
                  <a:pt x="114988" y="106268"/>
                  <a:pt x="111081" y="104542"/>
                </a:cubicBezTo>
                <a:cubicBezTo>
                  <a:pt x="107175" y="102817"/>
                  <a:pt x="104275" y="100648"/>
                  <a:pt x="102381" y="98035"/>
                </a:cubicBezTo>
                <a:cubicBezTo>
                  <a:pt x="100488" y="95423"/>
                  <a:pt x="99158" y="92223"/>
                  <a:pt x="98391" y="88437"/>
                </a:cubicBezTo>
                <a:cubicBezTo>
                  <a:pt x="97864" y="85896"/>
                  <a:pt x="97600" y="81870"/>
                  <a:pt x="97600" y="76357"/>
                </a:cubicBezTo>
                <a:lnTo>
                  <a:pt x="97600" y="29047"/>
                </a:lnTo>
                <a:lnTo>
                  <a:pt x="110542" y="29047"/>
                </a:lnTo>
                <a:lnTo>
                  <a:pt x="110542" y="71396"/>
                </a:lnTo>
                <a:cubicBezTo>
                  <a:pt x="110542" y="78155"/>
                  <a:pt x="110806" y="82709"/>
                  <a:pt x="111333" y="85057"/>
                </a:cubicBezTo>
                <a:cubicBezTo>
                  <a:pt x="112148" y="88461"/>
                  <a:pt x="113873" y="91133"/>
                  <a:pt x="116510" y="93074"/>
                </a:cubicBezTo>
                <a:cubicBezTo>
                  <a:pt x="119146" y="95015"/>
                  <a:pt x="122406" y="95986"/>
                  <a:pt x="126288" y="95986"/>
                </a:cubicBezTo>
                <a:cubicBezTo>
                  <a:pt x="130171" y="95986"/>
                  <a:pt x="133814" y="94991"/>
                  <a:pt x="137217" y="93002"/>
                </a:cubicBezTo>
                <a:cubicBezTo>
                  <a:pt x="140620" y="91013"/>
                  <a:pt x="143029" y="88305"/>
                  <a:pt x="144443" y="84878"/>
                </a:cubicBezTo>
                <a:cubicBezTo>
                  <a:pt x="145857" y="81450"/>
                  <a:pt x="146564" y="76477"/>
                  <a:pt x="146564" y="69958"/>
                </a:cubicBezTo>
                <a:lnTo>
                  <a:pt x="146564" y="29047"/>
                </a:lnTo>
                <a:lnTo>
                  <a:pt x="159506" y="29047"/>
                </a:lnTo>
                <a:lnTo>
                  <a:pt x="159506" y="105405"/>
                </a:lnTo>
                <a:lnTo>
                  <a:pt x="147930" y="105405"/>
                </a:lnTo>
                <a:close/>
                <a:moveTo>
                  <a:pt x="192504" y="105405"/>
                </a:moveTo>
                <a:lnTo>
                  <a:pt x="180497" y="105405"/>
                </a:lnTo>
                <a:lnTo>
                  <a:pt x="180497" y="0"/>
                </a:lnTo>
                <a:lnTo>
                  <a:pt x="193439" y="0"/>
                </a:lnTo>
                <a:lnTo>
                  <a:pt x="193439" y="37604"/>
                </a:lnTo>
                <a:cubicBezTo>
                  <a:pt x="198903" y="30749"/>
                  <a:pt x="205878" y="27322"/>
                  <a:pt x="214362" y="27322"/>
                </a:cubicBezTo>
                <a:cubicBezTo>
                  <a:pt x="219059" y="27322"/>
                  <a:pt x="223505" y="28269"/>
                  <a:pt x="227699" y="30162"/>
                </a:cubicBezTo>
                <a:cubicBezTo>
                  <a:pt x="231893" y="32055"/>
                  <a:pt x="235345" y="34716"/>
                  <a:pt x="238053" y="38143"/>
                </a:cubicBezTo>
                <a:cubicBezTo>
                  <a:pt x="240761" y="41570"/>
                  <a:pt x="242882" y="45704"/>
                  <a:pt x="244416" y="50545"/>
                </a:cubicBezTo>
                <a:cubicBezTo>
                  <a:pt x="245950" y="55387"/>
                  <a:pt x="246717" y="60564"/>
                  <a:pt x="246717" y="66076"/>
                </a:cubicBezTo>
                <a:cubicBezTo>
                  <a:pt x="246717" y="79162"/>
                  <a:pt x="243481" y="89275"/>
                  <a:pt x="237010" y="96418"/>
                </a:cubicBezTo>
                <a:cubicBezTo>
                  <a:pt x="230539" y="103560"/>
                  <a:pt x="222774" y="107131"/>
                  <a:pt x="213715" y="107131"/>
                </a:cubicBezTo>
                <a:cubicBezTo>
                  <a:pt x="204703" y="107131"/>
                  <a:pt x="197633" y="103368"/>
                  <a:pt x="192504" y="95842"/>
                </a:cubicBezTo>
                <a:lnTo>
                  <a:pt x="192504" y="105405"/>
                </a:lnTo>
                <a:moveTo>
                  <a:pt x="192360" y="66651"/>
                </a:moveTo>
                <a:cubicBezTo>
                  <a:pt x="192360" y="75806"/>
                  <a:pt x="193607" y="82421"/>
                  <a:pt x="196099" y="86495"/>
                </a:cubicBezTo>
                <a:cubicBezTo>
                  <a:pt x="200174" y="93158"/>
                  <a:pt x="205686" y="96489"/>
                  <a:pt x="212636" y="96489"/>
                </a:cubicBezTo>
                <a:cubicBezTo>
                  <a:pt x="218292" y="96489"/>
                  <a:pt x="223182" y="94033"/>
                  <a:pt x="227304" y="89120"/>
                </a:cubicBezTo>
                <a:cubicBezTo>
                  <a:pt x="231426" y="84207"/>
                  <a:pt x="233487" y="76885"/>
                  <a:pt x="233487" y="67154"/>
                </a:cubicBezTo>
                <a:cubicBezTo>
                  <a:pt x="233487" y="57184"/>
                  <a:pt x="231510" y="49826"/>
                  <a:pt x="227555" y="45081"/>
                </a:cubicBezTo>
                <a:cubicBezTo>
                  <a:pt x="223601" y="40336"/>
                  <a:pt x="218820" y="37963"/>
                  <a:pt x="213211" y="37963"/>
                </a:cubicBezTo>
                <a:cubicBezTo>
                  <a:pt x="207555" y="37963"/>
                  <a:pt x="202666" y="40420"/>
                  <a:pt x="198544" y="45333"/>
                </a:cubicBezTo>
                <a:cubicBezTo>
                  <a:pt x="194422" y="50246"/>
                  <a:pt x="192360" y="57352"/>
                  <a:pt x="192360" y="66651"/>
                </a:cubicBezTo>
                <a:close/>
                <a:moveTo>
                  <a:pt x="262963" y="105405"/>
                </a:moveTo>
                <a:lnTo>
                  <a:pt x="262963" y="0"/>
                </a:lnTo>
                <a:lnTo>
                  <a:pt x="275905" y="0"/>
                </a:lnTo>
                <a:lnTo>
                  <a:pt x="275905" y="105405"/>
                </a:lnTo>
                <a:lnTo>
                  <a:pt x="262963" y="105405"/>
                </a:lnTo>
                <a:close/>
                <a:moveTo>
                  <a:pt x="297116" y="14883"/>
                </a:moveTo>
                <a:lnTo>
                  <a:pt x="297116" y="0"/>
                </a:lnTo>
                <a:lnTo>
                  <a:pt x="310058" y="0"/>
                </a:lnTo>
                <a:lnTo>
                  <a:pt x="310058" y="14883"/>
                </a:lnTo>
                <a:lnTo>
                  <a:pt x="297116" y="14883"/>
                </a:lnTo>
                <a:moveTo>
                  <a:pt x="297116" y="105405"/>
                </a:moveTo>
                <a:lnTo>
                  <a:pt x="297116" y="29047"/>
                </a:lnTo>
                <a:lnTo>
                  <a:pt x="310058" y="29047"/>
                </a:lnTo>
                <a:lnTo>
                  <a:pt x="310058" y="105405"/>
                </a:lnTo>
                <a:lnTo>
                  <a:pt x="297116" y="105405"/>
                </a:lnTo>
                <a:close/>
                <a:moveTo>
                  <a:pt x="380665" y="77436"/>
                </a:moveTo>
                <a:lnTo>
                  <a:pt x="393391" y="79090"/>
                </a:lnTo>
                <a:cubicBezTo>
                  <a:pt x="392001" y="87861"/>
                  <a:pt x="388442" y="94728"/>
                  <a:pt x="382714" y="99689"/>
                </a:cubicBezTo>
                <a:cubicBezTo>
                  <a:pt x="376986" y="104650"/>
                  <a:pt x="369952" y="107131"/>
                  <a:pt x="361611" y="107131"/>
                </a:cubicBezTo>
                <a:cubicBezTo>
                  <a:pt x="351162" y="107131"/>
                  <a:pt x="342762" y="103715"/>
                  <a:pt x="336410" y="96885"/>
                </a:cubicBezTo>
                <a:cubicBezTo>
                  <a:pt x="330059" y="90054"/>
                  <a:pt x="326884" y="80264"/>
                  <a:pt x="326884" y="67514"/>
                </a:cubicBezTo>
                <a:cubicBezTo>
                  <a:pt x="326884" y="59269"/>
                  <a:pt x="328250" y="52055"/>
                  <a:pt x="330982" y="45872"/>
                </a:cubicBezTo>
                <a:cubicBezTo>
                  <a:pt x="333714" y="39689"/>
                  <a:pt x="337872" y="35051"/>
                  <a:pt x="343457" y="31959"/>
                </a:cubicBezTo>
                <a:cubicBezTo>
                  <a:pt x="349041" y="28868"/>
                  <a:pt x="355116" y="27322"/>
                  <a:pt x="361683" y="27322"/>
                </a:cubicBezTo>
                <a:cubicBezTo>
                  <a:pt x="369976" y="27322"/>
                  <a:pt x="376758" y="29419"/>
                  <a:pt x="382031" y="33613"/>
                </a:cubicBezTo>
                <a:cubicBezTo>
                  <a:pt x="387303" y="37807"/>
                  <a:pt x="390683" y="43763"/>
                  <a:pt x="392169" y="51480"/>
                </a:cubicBezTo>
                <a:lnTo>
                  <a:pt x="379586" y="53421"/>
                </a:lnTo>
                <a:cubicBezTo>
                  <a:pt x="378388" y="48293"/>
                  <a:pt x="376267" y="44434"/>
                  <a:pt x="373223" y="41846"/>
                </a:cubicBezTo>
                <a:cubicBezTo>
                  <a:pt x="370179" y="39257"/>
                  <a:pt x="366501" y="37963"/>
                  <a:pt x="362187" y="37963"/>
                </a:cubicBezTo>
                <a:cubicBezTo>
                  <a:pt x="355668" y="37963"/>
                  <a:pt x="350371" y="40300"/>
                  <a:pt x="346297" y="44973"/>
                </a:cubicBezTo>
                <a:cubicBezTo>
                  <a:pt x="342222" y="49647"/>
                  <a:pt x="340185" y="57040"/>
                  <a:pt x="340185" y="67154"/>
                </a:cubicBezTo>
                <a:cubicBezTo>
                  <a:pt x="340185" y="77412"/>
                  <a:pt x="342150" y="84866"/>
                  <a:pt x="346081" y="89515"/>
                </a:cubicBezTo>
                <a:cubicBezTo>
                  <a:pt x="350012" y="94165"/>
                  <a:pt x="355140" y="96489"/>
                  <a:pt x="361468" y="96489"/>
                </a:cubicBezTo>
                <a:cubicBezTo>
                  <a:pt x="366548" y="96489"/>
                  <a:pt x="370791" y="94932"/>
                  <a:pt x="374194" y="91816"/>
                </a:cubicBezTo>
                <a:cubicBezTo>
                  <a:pt x="377597" y="88700"/>
                  <a:pt x="379754" y="83907"/>
                  <a:pt x="380665" y="77436"/>
                </a:cubicBezTo>
                <a:close/>
                <a:moveTo>
                  <a:pt x="445467" y="105405"/>
                </a:moveTo>
                <a:lnTo>
                  <a:pt x="445467" y="29047"/>
                </a:lnTo>
                <a:lnTo>
                  <a:pt x="457042" y="29047"/>
                </a:lnTo>
                <a:lnTo>
                  <a:pt x="457042" y="39761"/>
                </a:lnTo>
                <a:cubicBezTo>
                  <a:pt x="459439" y="36022"/>
                  <a:pt x="462627" y="33014"/>
                  <a:pt x="466605" y="30737"/>
                </a:cubicBezTo>
                <a:cubicBezTo>
                  <a:pt x="470584" y="28460"/>
                  <a:pt x="475113" y="27322"/>
                  <a:pt x="480194" y="27322"/>
                </a:cubicBezTo>
                <a:cubicBezTo>
                  <a:pt x="485850" y="27322"/>
                  <a:pt x="490488" y="28496"/>
                  <a:pt x="494107" y="30845"/>
                </a:cubicBezTo>
                <a:cubicBezTo>
                  <a:pt x="497726" y="33194"/>
                  <a:pt x="500278" y="36477"/>
                  <a:pt x="501764" y="40695"/>
                </a:cubicBezTo>
                <a:cubicBezTo>
                  <a:pt x="507804" y="31780"/>
                  <a:pt x="515665" y="27322"/>
                  <a:pt x="525347" y="27322"/>
                </a:cubicBezTo>
                <a:cubicBezTo>
                  <a:pt x="532921" y="27322"/>
                  <a:pt x="538744" y="29419"/>
                  <a:pt x="542819" y="33613"/>
                </a:cubicBezTo>
                <a:cubicBezTo>
                  <a:pt x="546893" y="37807"/>
                  <a:pt x="548930" y="44266"/>
                  <a:pt x="548930" y="52990"/>
                </a:cubicBezTo>
                <a:lnTo>
                  <a:pt x="548930" y="105405"/>
                </a:lnTo>
                <a:lnTo>
                  <a:pt x="536060" y="105405"/>
                </a:lnTo>
                <a:lnTo>
                  <a:pt x="536060" y="57304"/>
                </a:lnTo>
                <a:cubicBezTo>
                  <a:pt x="536060" y="52127"/>
                  <a:pt x="535641" y="48400"/>
                  <a:pt x="534802" y="46124"/>
                </a:cubicBezTo>
                <a:cubicBezTo>
                  <a:pt x="533963" y="43847"/>
                  <a:pt x="532441" y="42013"/>
                  <a:pt x="530236" y="40623"/>
                </a:cubicBezTo>
                <a:cubicBezTo>
                  <a:pt x="528031" y="39233"/>
                  <a:pt x="525443" y="38538"/>
                  <a:pt x="522471" y="38538"/>
                </a:cubicBezTo>
                <a:cubicBezTo>
                  <a:pt x="517103" y="38538"/>
                  <a:pt x="512645" y="40324"/>
                  <a:pt x="509098" y="43895"/>
                </a:cubicBezTo>
                <a:cubicBezTo>
                  <a:pt x="505551" y="47466"/>
                  <a:pt x="503777" y="53182"/>
                  <a:pt x="503777" y="61043"/>
                </a:cubicBezTo>
                <a:lnTo>
                  <a:pt x="503777" y="105405"/>
                </a:lnTo>
                <a:lnTo>
                  <a:pt x="490835" y="105405"/>
                </a:lnTo>
                <a:lnTo>
                  <a:pt x="490835" y="55794"/>
                </a:lnTo>
                <a:cubicBezTo>
                  <a:pt x="490835" y="50042"/>
                  <a:pt x="489781" y="45728"/>
                  <a:pt x="487672" y="42852"/>
                </a:cubicBezTo>
                <a:cubicBezTo>
                  <a:pt x="485563" y="39976"/>
                  <a:pt x="482111" y="38538"/>
                  <a:pt x="477318" y="38538"/>
                </a:cubicBezTo>
                <a:cubicBezTo>
                  <a:pt x="473675" y="38538"/>
                  <a:pt x="470308" y="39497"/>
                  <a:pt x="467216" y="41414"/>
                </a:cubicBezTo>
                <a:cubicBezTo>
                  <a:pt x="464125" y="43332"/>
                  <a:pt x="461884" y="46136"/>
                  <a:pt x="460494" y="49826"/>
                </a:cubicBezTo>
                <a:cubicBezTo>
                  <a:pt x="459104" y="53517"/>
                  <a:pt x="458409" y="58838"/>
                  <a:pt x="458409" y="65788"/>
                </a:cubicBezTo>
                <a:lnTo>
                  <a:pt x="458409" y="105405"/>
                </a:lnTo>
                <a:lnTo>
                  <a:pt x="445467" y="105405"/>
                </a:lnTo>
                <a:close/>
                <a:moveTo>
                  <a:pt x="620913" y="80815"/>
                </a:moveTo>
                <a:lnTo>
                  <a:pt x="634286" y="82469"/>
                </a:lnTo>
                <a:cubicBezTo>
                  <a:pt x="632177" y="90282"/>
                  <a:pt x="628271" y="96346"/>
                  <a:pt x="622566" y="100660"/>
                </a:cubicBezTo>
                <a:cubicBezTo>
                  <a:pt x="616862" y="104974"/>
                  <a:pt x="609577" y="107131"/>
                  <a:pt x="600709" y="107131"/>
                </a:cubicBezTo>
                <a:cubicBezTo>
                  <a:pt x="589541" y="107131"/>
                  <a:pt x="580685" y="103691"/>
                  <a:pt x="574142" y="96813"/>
                </a:cubicBezTo>
                <a:cubicBezTo>
                  <a:pt x="567599" y="89935"/>
                  <a:pt x="564328" y="80288"/>
                  <a:pt x="564328" y="67873"/>
                </a:cubicBezTo>
                <a:cubicBezTo>
                  <a:pt x="564328" y="55027"/>
                  <a:pt x="567635" y="45057"/>
                  <a:pt x="574250" y="37963"/>
                </a:cubicBezTo>
                <a:cubicBezTo>
                  <a:pt x="580865" y="30869"/>
                  <a:pt x="589445" y="27322"/>
                  <a:pt x="599990" y="27322"/>
                </a:cubicBezTo>
                <a:cubicBezTo>
                  <a:pt x="610200" y="27322"/>
                  <a:pt x="618540" y="30797"/>
                  <a:pt x="625011" y="37747"/>
                </a:cubicBezTo>
                <a:cubicBezTo>
                  <a:pt x="631482" y="44698"/>
                  <a:pt x="634718" y="54476"/>
                  <a:pt x="634718" y="67082"/>
                </a:cubicBezTo>
                <a:cubicBezTo>
                  <a:pt x="634718" y="67849"/>
                  <a:pt x="634694" y="69000"/>
                  <a:pt x="634646" y="70534"/>
                </a:cubicBezTo>
                <a:lnTo>
                  <a:pt x="577701" y="70534"/>
                </a:lnTo>
                <a:cubicBezTo>
                  <a:pt x="578180" y="78922"/>
                  <a:pt x="580553" y="85345"/>
                  <a:pt x="584819" y="89803"/>
                </a:cubicBezTo>
                <a:cubicBezTo>
                  <a:pt x="589085" y="94261"/>
                  <a:pt x="594406" y="96489"/>
                  <a:pt x="600781" y="96489"/>
                </a:cubicBezTo>
                <a:cubicBezTo>
                  <a:pt x="605526" y="96489"/>
                  <a:pt x="609577" y="95243"/>
                  <a:pt x="612932" y="92751"/>
                </a:cubicBezTo>
                <a:cubicBezTo>
                  <a:pt x="616287" y="90258"/>
                  <a:pt x="618948" y="86280"/>
                  <a:pt x="620913" y="80815"/>
                </a:cubicBezTo>
                <a:moveTo>
                  <a:pt x="578420" y="59892"/>
                </a:moveTo>
                <a:lnTo>
                  <a:pt x="621057" y="59892"/>
                </a:lnTo>
                <a:cubicBezTo>
                  <a:pt x="620481" y="53469"/>
                  <a:pt x="618852" y="48652"/>
                  <a:pt x="616167" y="45441"/>
                </a:cubicBezTo>
                <a:cubicBezTo>
                  <a:pt x="612045" y="40456"/>
                  <a:pt x="606701" y="37963"/>
                  <a:pt x="600134" y="37963"/>
                </a:cubicBezTo>
                <a:cubicBezTo>
                  <a:pt x="594190" y="37963"/>
                  <a:pt x="589193" y="39952"/>
                  <a:pt x="585143" y="43931"/>
                </a:cubicBezTo>
                <a:cubicBezTo>
                  <a:pt x="581092" y="47909"/>
                  <a:pt x="578851" y="53230"/>
                  <a:pt x="578420" y="59892"/>
                </a:cubicBezTo>
                <a:close/>
                <a:moveTo>
                  <a:pt x="679579" y="93829"/>
                </a:moveTo>
                <a:lnTo>
                  <a:pt x="681449" y="105261"/>
                </a:lnTo>
                <a:cubicBezTo>
                  <a:pt x="677806" y="106028"/>
                  <a:pt x="674546" y="106412"/>
                  <a:pt x="671671" y="106412"/>
                </a:cubicBezTo>
                <a:cubicBezTo>
                  <a:pt x="666973" y="106412"/>
                  <a:pt x="663330" y="105669"/>
                  <a:pt x="660742" y="104183"/>
                </a:cubicBezTo>
                <a:cubicBezTo>
                  <a:pt x="658153" y="102697"/>
                  <a:pt x="656332" y="100743"/>
                  <a:pt x="655277" y="98323"/>
                </a:cubicBezTo>
                <a:cubicBezTo>
                  <a:pt x="654223" y="95902"/>
                  <a:pt x="653696" y="90809"/>
                  <a:pt x="653696" y="83044"/>
                </a:cubicBezTo>
                <a:lnTo>
                  <a:pt x="653696" y="39113"/>
                </a:lnTo>
                <a:lnTo>
                  <a:pt x="644205" y="39113"/>
                </a:lnTo>
                <a:lnTo>
                  <a:pt x="644205" y="29047"/>
                </a:lnTo>
                <a:lnTo>
                  <a:pt x="653696" y="29047"/>
                </a:lnTo>
                <a:lnTo>
                  <a:pt x="653696" y="10138"/>
                </a:lnTo>
                <a:lnTo>
                  <a:pt x="666566" y="2373"/>
                </a:lnTo>
                <a:lnTo>
                  <a:pt x="666566" y="29047"/>
                </a:lnTo>
                <a:lnTo>
                  <a:pt x="679579" y="29047"/>
                </a:lnTo>
                <a:lnTo>
                  <a:pt x="679579" y="39113"/>
                </a:lnTo>
                <a:lnTo>
                  <a:pt x="666566" y="39113"/>
                </a:lnTo>
                <a:lnTo>
                  <a:pt x="666566" y="83763"/>
                </a:lnTo>
                <a:cubicBezTo>
                  <a:pt x="666566" y="87454"/>
                  <a:pt x="666793" y="89827"/>
                  <a:pt x="667249" y="90881"/>
                </a:cubicBezTo>
                <a:cubicBezTo>
                  <a:pt x="667704" y="91936"/>
                  <a:pt x="668447" y="92775"/>
                  <a:pt x="669478" y="93398"/>
                </a:cubicBezTo>
                <a:cubicBezTo>
                  <a:pt x="670508" y="94021"/>
                  <a:pt x="671982" y="94332"/>
                  <a:pt x="673899" y="94332"/>
                </a:cubicBezTo>
                <a:cubicBezTo>
                  <a:pt x="675337" y="94332"/>
                  <a:pt x="677231" y="94165"/>
                  <a:pt x="679579" y="93829"/>
                </a:cubicBezTo>
                <a:close/>
                <a:moveTo>
                  <a:pt x="741570" y="95986"/>
                </a:moveTo>
                <a:cubicBezTo>
                  <a:pt x="736776" y="100060"/>
                  <a:pt x="732163" y="102936"/>
                  <a:pt x="727729" y="104614"/>
                </a:cubicBezTo>
                <a:cubicBezTo>
                  <a:pt x="723295" y="106292"/>
                  <a:pt x="718538" y="107131"/>
                  <a:pt x="713457" y="107131"/>
                </a:cubicBezTo>
                <a:cubicBezTo>
                  <a:pt x="705069" y="107131"/>
                  <a:pt x="698622" y="105081"/>
                  <a:pt x="694116" y="100983"/>
                </a:cubicBezTo>
                <a:cubicBezTo>
                  <a:pt x="689610" y="96885"/>
                  <a:pt x="687357" y="91648"/>
                  <a:pt x="687357" y="85273"/>
                </a:cubicBezTo>
                <a:cubicBezTo>
                  <a:pt x="687357" y="81534"/>
                  <a:pt x="688208" y="78119"/>
                  <a:pt x="689910" y="75027"/>
                </a:cubicBezTo>
                <a:cubicBezTo>
                  <a:pt x="691611" y="71936"/>
                  <a:pt x="693840" y="69455"/>
                  <a:pt x="696597" y="67586"/>
                </a:cubicBezTo>
                <a:cubicBezTo>
                  <a:pt x="699353" y="65716"/>
                  <a:pt x="702456" y="64302"/>
                  <a:pt x="705908" y="63344"/>
                </a:cubicBezTo>
                <a:cubicBezTo>
                  <a:pt x="708448" y="62673"/>
                  <a:pt x="712283" y="62025"/>
                  <a:pt x="717411" y="61402"/>
                </a:cubicBezTo>
                <a:cubicBezTo>
                  <a:pt x="727861" y="60156"/>
                  <a:pt x="735554" y="58670"/>
                  <a:pt x="740491" y="56945"/>
                </a:cubicBezTo>
                <a:cubicBezTo>
                  <a:pt x="740539" y="55171"/>
                  <a:pt x="740563" y="54045"/>
                  <a:pt x="740563" y="53565"/>
                </a:cubicBezTo>
                <a:cubicBezTo>
                  <a:pt x="740563" y="48293"/>
                  <a:pt x="739341" y="44578"/>
                  <a:pt x="736896" y="42421"/>
                </a:cubicBezTo>
                <a:cubicBezTo>
                  <a:pt x="733589" y="39497"/>
                  <a:pt x="728676" y="38035"/>
                  <a:pt x="722157" y="38035"/>
                </a:cubicBezTo>
                <a:cubicBezTo>
                  <a:pt x="716069" y="38035"/>
                  <a:pt x="711576" y="39101"/>
                  <a:pt x="708676" y="41234"/>
                </a:cubicBezTo>
                <a:cubicBezTo>
                  <a:pt x="705776" y="43368"/>
                  <a:pt x="703631" y="47142"/>
                  <a:pt x="702241" y="52559"/>
                </a:cubicBezTo>
                <a:lnTo>
                  <a:pt x="689586" y="50833"/>
                </a:lnTo>
                <a:cubicBezTo>
                  <a:pt x="690737" y="45417"/>
                  <a:pt x="692630" y="41043"/>
                  <a:pt x="695266" y="37711"/>
                </a:cubicBezTo>
                <a:cubicBezTo>
                  <a:pt x="697903" y="34380"/>
                  <a:pt x="701713" y="31816"/>
                  <a:pt x="706698" y="30018"/>
                </a:cubicBezTo>
                <a:cubicBezTo>
                  <a:pt x="711683" y="28221"/>
                  <a:pt x="717459" y="27322"/>
                  <a:pt x="724026" y="27322"/>
                </a:cubicBezTo>
                <a:cubicBezTo>
                  <a:pt x="730545" y="27322"/>
                  <a:pt x="735842" y="28089"/>
                  <a:pt x="739916" y="29623"/>
                </a:cubicBezTo>
                <a:cubicBezTo>
                  <a:pt x="743990" y="31157"/>
                  <a:pt x="746986" y="33086"/>
                  <a:pt x="748904" y="35411"/>
                </a:cubicBezTo>
                <a:cubicBezTo>
                  <a:pt x="750821" y="37735"/>
                  <a:pt x="752163" y="40671"/>
                  <a:pt x="752930" y="44218"/>
                </a:cubicBezTo>
                <a:cubicBezTo>
                  <a:pt x="753361" y="46423"/>
                  <a:pt x="753577" y="50402"/>
                  <a:pt x="753577" y="56154"/>
                </a:cubicBezTo>
                <a:lnTo>
                  <a:pt x="753577" y="73410"/>
                </a:lnTo>
                <a:cubicBezTo>
                  <a:pt x="753577" y="85441"/>
                  <a:pt x="753853" y="93050"/>
                  <a:pt x="754404" y="96238"/>
                </a:cubicBezTo>
                <a:cubicBezTo>
                  <a:pt x="754955" y="99425"/>
                  <a:pt x="756046" y="102481"/>
                  <a:pt x="757675" y="105405"/>
                </a:cubicBezTo>
                <a:lnTo>
                  <a:pt x="744158" y="105405"/>
                </a:lnTo>
                <a:cubicBezTo>
                  <a:pt x="742816" y="102721"/>
                  <a:pt x="741953" y="99581"/>
                  <a:pt x="741570" y="95986"/>
                </a:cubicBezTo>
                <a:moveTo>
                  <a:pt x="740491" y="67082"/>
                </a:moveTo>
                <a:cubicBezTo>
                  <a:pt x="735794" y="69000"/>
                  <a:pt x="728748" y="70629"/>
                  <a:pt x="719353" y="71972"/>
                </a:cubicBezTo>
                <a:cubicBezTo>
                  <a:pt x="714032" y="72739"/>
                  <a:pt x="710269" y="73601"/>
                  <a:pt x="708065" y="74560"/>
                </a:cubicBezTo>
                <a:cubicBezTo>
                  <a:pt x="705860" y="75519"/>
                  <a:pt x="704158" y="76921"/>
                  <a:pt x="702960" y="78766"/>
                </a:cubicBezTo>
                <a:cubicBezTo>
                  <a:pt x="701761" y="80612"/>
                  <a:pt x="701162" y="82661"/>
                  <a:pt x="701162" y="84914"/>
                </a:cubicBezTo>
                <a:cubicBezTo>
                  <a:pt x="701162" y="88365"/>
                  <a:pt x="702468" y="91241"/>
                  <a:pt x="705081" y="93542"/>
                </a:cubicBezTo>
                <a:cubicBezTo>
                  <a:pt x="707693" y="95842"/>
                  <a:pt x="711516" y="96993"/>
                  <a:pt x="716549" y="96993"/>
                </a:cubicBezTo>
                <a:cubicBezTo>
                  <a:pt x="721534" y="96993"/>
                  <a:pt x="725968" y="95902"/>
                  <a:pt x="729850" y="93721"/>
                </a:cubicBezTo>
                <a:cubicBezTo>
                  <a:pt x="733733" y="91540"/>
                  <a:pt x="736585" y="88556"/>
                  <a:pt x="738406" y="84770"/>
                </a:cubicBezTo>
                <a:cubicBezTo>
                  <a:pt x="739796" y="81846"/>
                  <a:pt x="740491" y="77532"/>
                  <a:pt x="740491" y="71828"/>
                </a:cubicBezTo>
                <a:lnTo>
                  <a:pt x="740491" y="67082"/>
                </a:lnTo>
                <a:close/>
                <a:moveTo>
                  <a:pt x="823963" y="105405"/>
                </a:moveTo>
                <a:lnTo>
                  <a:pt x="823963" y="95770"/>
                </a:lnTo>
                <a:cubicBezTo>
                  <a:pt x="819122" y="103344"/>
                  <a:pt x="812004" y="107131"/>
                  <a:pt x="802609" y="107131"/>
                </a:cubicBezTo>
                <a:cubicBezTo>
                  <a:pt x="796522" y="107131"/>
                  <a:pt x="790925" y="105453"/>
                  <a:pt x="785821" y="102098"/>
                </a:cubicBezTo>
                <a:cubicBezTo>
                  <a:pt x="780716" y="98742"/>
                  <a:pt x="776761" y="94057"/>
                  <a:pt x="773957" y="88041"/>
                </a:cubicBezTo>
                <a:cubicBezTo>
                  <a:pt x="771153" y="82026"/>
                  <a:pt x="769751" y="75111"/>
                  <a:pt x="769751" y="67298"/>
                </a:cubicBezTo>
                <a:cubicBezTo>
                  <a:pt x="769751" y="59677"/>
                  <a:pt x="771021" y="52762"/>
                  <a:pt x="773562" y="46555"/>
                </a:cubicBezTo>
                <a:cubicBezTo>
                  <a:pt x="776102" y="40348"/>
                  <a:pt x="779913" y="35590"/>
                  <a:pt x="784994" y="32283"/>
                </a:cubicBezTo>
                <a:cubicBezTo>
                  <a:pt x="790075" y="28976"/>
                  <a:pt x="795755" y="27322"/>
                  <a:pt x="802034" y="27322"/>
                </a:cubicBezTo>
                <a:cubicBezTo>
                  <a:pt x="806635" y="27322"/>
                  <a:pt x="810734" y="28293"/>
                  <a:pt x="814329" y="30234"/>
                </a:cubicBezTo>
                <a:cubicBezTo>
                  <a:pt x="817924" y="32175"/>
                  <a:pt x="820848" y="34704"/>
                  <a:pt x="823101" y="37819"/>
                </a:cubicBezTo>
                <a:lnTo>
                  <a:pt x="823101" y="0"/>
                </a:lnTo>
                <a:lnTo>
                  <a:pt x="835971" y="0"/>
                </a:lnTo>
                <a:lnTo>
                  <a:pt x="835971" y="105405"/>
                </a:lnTo>
                <a:lnTo>
                  <a:pt x="823963" y="105405"/>
                </a:lnTo>
                <a:moveTo>
                  <a:pt x="783052" y="67298"/>
                </a:moveTo>
                <a:cubicBezTo>
                  <a:pt x="783052" y="77076"/>
                  <a:pt x="785114" y="84386"/>
                  <a:pt x="789236" y="89228"/>
                </a:cubicBezTo>
                <a:cubicBezTo>
                  <a:pt x="793358" y="94069"/>
                  <a:pt x="798223" y="96489"/>
                  <a:pt x="803831" y="96489"/>
                </a:cubicBezTo>
                <a:cubicBezTo>
                  <a:pt x="809488" y="96489"/>
                  <a:pt x="814293" y="94177"/>
                  <a:pt x="818247" y="89551"/>
                </a:cubicBezTo>
                <a:cubicBezTo>
                  <a:pt x="822202" y="84926"/>
                  <a:pt x="824179" y="77867"/>
                  <a:pt x="824179" y="68377"/>
                </a:cubicBezTo>
                <a:cubicBezTo>
                  <a:pt x="824179" y="57927"/>
                  <a:pt x="822166" y="50258"/>
                  <a:pt x="818139" y="45369"/>
                </a:cubicBezTo>
                <a:cubicBezTo>
                  <a:pt x="814113" y="40480"/>
                  <a:pt x="809152" y="38035"/>
                  <a:pt x="803256" y="38035"/>
                </a:cubicBezTo>
                <a:cubicBezTo>
                  <a:pt x="797504" y="38035"/>
                  <a:pt x="792699" y="40384"/>
                  <a:pt x="788840" y="45081"/>
                </a:cubicBezTo>
                <a:cubicBezTo>
                  <a:pt x="784982" y="49779"/>
                  <a:pt x="783052" y="57184"/>
                  <a:pt x="783052" y="67298"/>
                </a:cubicBezTo>
                <a:close/>
                <a:moveTo>
                  <a:pt x="906932" y="95986"/>
                </a:moveTo>
                <a:cubicBezTo>
                  <a:pt x="902139" y="100060"/>
                  <a:pt x="897525" y="102936"/>
                  <a:pt x="893091" y="104614"/>
                </a:cubicBezTo>
                <a:cubicBezTo>
                  <a:pt x="888658" y="106292"/>
                  <a:pt x="883900" y="107131"/>
                  <a:pt x="878819" y="107131"/>
                </a:cubicBezTo>
                <a:cubicBezTo>
                  <a:pt x="870431" y="107131"/>
                  <a:pt x="863984" y="105081"/>
                  <a:pt x="859478" y="100983"/>
                </a:cubicBezTo>
                <a:cubicBezTo>
                  <a:pt x="854973" y="96885"/>
                  <a:pt x="852720" y="91648"/>
                  <a:pt x="852720" y="85273"/>
                </a:cubicBezTo>
                <a:cubicBezTo>
                  <a:pt x="852720" y="81534"/>
                  <a:pt x="853571" y="78119"/>
                  <a:pt x="855272" y="75027"/>
                </a:cubicBezTo>
                <a:cubicBezTo>
                  <a:pt x="856974" y="71936"/>
                  <a:pt x="859203" y="69455"/>
                  <a:pt x="861959" y="67586"/>
                </a:cubicBezTo>
                <a:cubicBezTo>
                  <a:pt x="864715" y="65716"/>
                  <a:pt x="867819" y="64302"/>
                  <a:pt x="871270" y="63344"/>
                </a:cubicBezTo>
                <a:cubicBezTo>
                  <a:pt x="873810" y="62673"/>
                  <a:pt x="877645" y="62025"/>
                  <a:pt x="882774" y="61402"/>
                </a:cubicBezTo>
                <a:cubicBezTo>
                  <a:pt x="893223" y="60156"/>
                  <a:pt x="900917" y="58670"/>
                  <a:pt x="905854" y="56945"/>
                </a:cubicBezTo>
                <a:cubicBezTo>
                  <a:pt x="905902" y="55171"/>
                  <a:pt x="905926" y="54045"/>
                  <a:pt x="905926" y="53565"/>
                </a:cubicBezTo>
                <a:cubicBezTo>
                  <a:pt x="905926" y="48293"/>
                  <a:pt x="904703" y="44578"/>
                  <a:pt x="902259" y="42421"/>
                </a:cubicBezTo>
                <a:cubicBezTo>
                  <a:pt x="898951" y="39497"/>
                  <a:pt x="894038" y="38035"/>
                  <a:pt x="887519" y="38035"/>
                </a:cubicBezTo>
                <a:cubicBezTo>
                  <a:pt x="881432" y="38035"/>
                  <a:pt x="876938" y="39101"/>
                  <a:pt x="874038" y="41234"/>
                </a:cubicBezTo>
                <a:cubicBezTo>
                  <a:pt x="871138" y="43368"/>
                  <a:pt x="868993" y="47142"/>
                  <a:pt x="867603" y="52559"/>
                </a:cubicBezTo>
                <a:lnTo>
                  <a:pt x="854949" y="50833"/>
                </a:lnTo>
                <a:cubicBezTo>
                  <a:pt x="856099" y="45417"/>
                  <a:pt x="857992" y="41043"/>
                  <a:pt x="860629" y="37711"/>
                </a:cubicBezTo>
                <a:cubicBezTo>
                  <a:pt x="863265" y="34380"/>
                  <a:pt x="867076" y="31816"/>
                  <a:pt x="872061" y="30018"/>
                </a:cubicBezTo>
                <a:cubicBezTo>
                  <a:pt x="877046" y="28221"/>
                  <a:pt x="882822" y="27322"/>
                  <a:pt x="889389" y="27322"/>
                </a:cubicBezTo>
                <a:cubicBezTo>
                  <a:pt x="895908" y="27322"/>
                  <a:pt x="901204" y="28089"/>
                  <a:pt x="905278" y="29623"/>
                </a:cubicBezTo>
                <a:cubicBezTo>
                  <a:pt x="909353" y="31157"/>
                  <a:pt x="912349" y="33086"/>
                  <a:pt x="914266" y="35411"/>
                </a:cubicBezTo>
                <a:cubicBezTo>
                  <a:pt x="916183" y="37735"/>
                  <a:pt x="917525" y="40671"/>
                  <a:pt x="918292" y="44218"/>
                </a:cubicBezTo>
                <a:cubicBezTo>
                  <a:pt x="918724" y="46423"/>
                  <a:pt x="918939" y="50402"/>
                  <a:pt x="918939" y="56154"/>
                </a:cubicBezTo>
                <a:lnTo>
                  <a:pt x="918939" y="73410"/>
                </a:lnTo>
                <a:cubicBezTo>
                  <a:pt x="918939" y="85441"/>
                  <a:pt x="919215" y="93050"/>
                  <a:pt x="919766" y="96238"/>
                </a:cubicBezTo>
                <a:cubicBezTo>
                  <a:pt x="920317" y="99425"/>
                  <a:pt x="921408" y="102481"/>
                  <a:pt x="923038" y="105405"/>
                </a:cubicBezTo>
                <a:lnTo>
                  <a:pt x="909521" y="105405"/>
                </a:lnTo>
                <a:cubicBezTo>
                  <a:pt x="908178" y="102721"/>
                  <a:pt x="907316" y="99581"/>
                  <a:pt x="906932" y="95986"/>
                </a:cubicBezTo>
                <a:moveTo>
                  <a:pt x="905854" y="67082"/>
                </a:moveTo>
                <a:cubicBezTo>
                  <a:pt x="901156" y="69000"/>
                  <a:pt x="894110" y="70629"/>
                  <a:pt x="884715" y="71972"/>
                </a:cubicBezTo>
                <a:cubicBezTo>
                  <a:pt x="879395" y="72739"/>
                  <a:pt x="875632" y="73601"/>
                  <a:pt x="873427" y="74560"/>
                </a:cubicBezTo>
                <a:cubicBezTo>
                  <a:pt x="871222" y="75519"/>
                  <a:pt x="869520" y="76921"/>
                  <a:pt x="868322" y="78766"/>
                </a:cubicBezTo>
                <a:cubicBezTo>
                  <a:pt x="867124" y="80612"/>
                  <a:pt x="866525" y="82661"/>
                  <a:pt x="866525" y="84914"/>
                </a:cubicBezTo>
                <a:cubicBezTo>
                  <a:pt x="866525" y="88365"/>
                  <a:pt x="867831" y="91241"/>
                  <a:pt x="870443" y="93542"/>
                </a:cubicBezTo>
                <a:cubicBezTo>
                  <a:pt x="873055" y="95842"/>
                  <a:pt x="876878" y="96993"/>
                  <a:pt x="881911" y="96993"/>
                </a:cubicBezTo>
                <a:cubicBezTo>
                  <a:pt x="886896" y="96993"/>
                  <a:pt x="891330" y="95902"/>
                  <a:pt x="895213" y="93721"/>
                </a:cubicBezTo>
                <a:cubicBezTo>
                  <a:pt x="899095" y="91540"/>
                  <a:pt x="901947" y="88556"/>
                  <a:pt x="903769" y="84770"/>
                </a:cubicBezTo>
                <a:cubicBezTo>
                  <a:pt x="905159" y="81846"/>
                  <a:pt x="905854" y="77532"/>
                  <a:pt x="905854" y="71828"/>
                </a:cubicBezTo>
                <a:lnTo>
                  <a:pt x="905854" y="67082"/>
                </a:lnTo>
                <a:close/>
                <a:moveTo>
                  <a:pt x="968044" y="93829"/>
                </a:moveTo>
                <a:lnTo>
                  <a:pt x="969913" y="105261"/>
                </a:lnTo>
                <a:cubicBezTo>
                  <a:pt x="966270" y="106028"/>
                  <a:pt x="963011" y="106412"/>
                  <a:pt x="960135" y="106412"/>
                </a:cubicBezTo>
                <a:cubicBezTo>
                  <a:pt x="955437" y="106412"/>
                  <a:pt x="951794" y="105669"/>
                  <a:pt x="949206" y="104183"/>
                </a:cubicBezTo>
                <a:cubicBezTo>
                  <a:pt x="946617" y="102697"/>
                  <a:pt x="944796" y="100743"/>
                  <a:pt x="943741" y="98323"/>
                </a:cubicBezTo>
                <a:cubicBezTo>
                  <a:pt x="942687" y="95902"/>
                  <a:pt x="942160" y="90809"/>
                  <a:pt x="942160" y="83044"/>
                </a:cubicBezTo>
                <a:lnTo>
                  <a:pt x="942160" y="39113"/>
                </a:lnTo>
                <a:lnTo>
                  <a:pt x="932669" y="39113"/>
                </a:lnTo>
                <a:lnTo>
                  <a:pt x="932669" y="29047"/>
                </a:lnTo>
                <a:lnTo>
                  <a:pt x="942160" y="29047"/>
                </a:lnTo>
                <a:lnTo>
                  <a:pt x="942160" y="10138"/>
                </a:lnTo>
                <a:lnTo>
                  <a:pt x="955030" y="2373"/>
                </a:lnTo>
                <a:lnTo>
                  <a:pt x="955030" y="29047"/>
                </a:lnTo>
                <a:lnTo>
                  <a:pt x="968044" y="29047"/>
                </a:lnTo>
                <a:lnTo>
                  <a:pt x="968044" y="39113"/>
                </a:lnTo>
                <a:lnTo>
                  <a:pt x="955030" y="39113"/>
                </a:lnTo>
                <a:lnTo>
                  <a:pt x="955030" y="83763"/>
                </a:lnTo>
                <a:cubicBezTo>
                  <a:pt x="955030" y="87454"/>
                  <a:pt x="955257" y="89827"/>
                  <a:pt x="955713" y="90881"/>
                </a:cubicBezTo>
                <a:cubicBezTo>
                  <a:pt x="956168" y="91936"/>
                  <a:pt x="956911" y="92775"/>
                  <a:pt x="957942" y="93398"/>
                </a:cubicBezTo>
                <a:cubicBezTo>
                  <a:pt x="958972" y="94021"/>
                  <a:pt x="960446" y="94332"/>
                  <a:pt x="962363" y="94332"/>
                </a:cubicBezTo>
                <a:cubicBezTo>
                  <a:pt x="963801" y="94332"/>
                  <a:pt x="965695" y="94165"/>
                  <a:pt x="968044" y="93829"/>
                </a:cubicBezTo>
                <a:close/>
                <a:moveTo>
                  <a:pt x="1030034" y="95986"/>
                </a:moveTo>
                <a:cubicBezTo>
                  <a:pt x="1025240" y="100060"/>
                  <a:pt x="1020627" y="102936"/>
                  <a:pt x="1016193" y="104614"/>
                </a:cubicBezTo>
                <a:cubicBezTo>
                  <a:pt x="1011759" y="106292"/>
                  <a:pt x="1007002" y="107131"/>
                  <a:pt x="1001921" y="107131"/>
                </a:cubicBezTo>
                <a:cubicBezTo>
                  <a:pt x="993533" y="107131"/>
                  <a:pt x="987086" y="105081"/>
                  <a:pt x="982580" y="100983"/>
                </a:cubicBezTo>
                <a:cubicBezTo>
                  <a:pt x="978074" y="96885"/>
                  <a:pt x="975821" y="91648"/>
                  <a:pt x="975821" y="85273"/>
                </a:cubicBezTo>
                <a:cubicBezTo>
                  <a:pt x="975821" y="81534"/>
                  <a:pt x="976672" y="78119"/>
                  <a:pt x="978374" y="75027"/>
                </a:cubicBezTo>
                <a:cubicBezTo>
                  <a:pt x="980075" y="71936"/>
                  <a:pt x="982304" y="69455"/>
                  <a:pt x="985060" y="67586"/>
                </a:cubicBezTo>
                <a:cubicBezTo>
                  <a:pt x="987817" y="65716"/>
                  <a:pt x="990920" y="64302"/>
                  <a:pt x="994371" y="63344"/>
                </a:cubicBezTo>
                <a:cubicBezTo>
                  <a:pt x="996912" y="62673"/>
                  <a:pt x="1000746" y="62025"/>
                  <a:pt x="1005875" y="61402"/>
                </a:cubicBezTo>
                <a:cubicBezTo>
                  <a:pt x="1016325" y="60156"/>
                  <a:pt x="1024018" y="58670"/>
                  <a:pt x="1028955" y="56945"/>
                </a:cubicBezTo>
                <a:cubicBezTo>
                  <a:pt x="1029003" y="55171"/>
                  <a:pt x="1029027" y="54045"/>
                  <a:pt x="1029027" y="53565"/>
                </a:cubicBezTo>
                <a:cubicBezTo>
                  <a:pt x="1029027" y="48293"/>
                  <a:pt x="1027805" y="44578"/>
                  <a:pt x="1025360" y="42421"/>
                </a:cubicBezTo>
                <a:cubicBezTo>
                  <a:pt x="1022053" y="39497"/>
                  <a:pt x="1017140" y="38035"/>
                  <a:pt x="1010621" y="38035"/>
                </a:cubicBezTo>
                <a:cubicBezTo>
                  <a:pt x="1004533" y="38035"/>
                  <a:pt x="1000039" y="39101"/>
                  <a:pt x="997140" y="41234"/>
                </a:cubicBezTo>
                <a:cubicBezTo>
                  <a:pt x="994240" y="43368"/>
                  <a:pt x="992095" y="47142"/>
                  <a:pt x="990704" y="52559"/>
                </a:cubicBezTo>
                <a:lnTo>
                  <a:pt x="978050" y="50833"/>
                </a:lnTo>
                <a:cubicBezTo>
                  <a:pt x="979201" y="45417"/>
                  <a:pt x="981094" y="41043"/>
                  <a:pt x="983730" y="37711"/>
                </a:cubicBezTo>
                <a:cubicBezTo>
                  <a:pt x="986367" y="34380"/>
                  <a:pt x="990177" y="31816"/>
                  <a:pt x="995162" y="30018"/>
                </a:cubicBezTo>
                <a:cubicBezTo>
                  <a:pt x="1000147" y="28221"/>
                  <a:pt x="1005923" y="27322"/>
                  <a:pt x="1012490" y="27322"/>
                </a:cubicBezTo>
                <a:cubicBezTo>
                  <a:pt x="1019009" y="27322"/>
                  <a:pt x="1024306" y="28089"/>
                  <a:pt x="1028380" y="29623"/>
                </a:cubicBezTo>
                <a:cubicBezTo>
                  <a:pt x="1032454" y="31157"/>
                  <a:pt x="1035450" y="33086"/>
                  <a:pt x="1037367" y="35411"/>
                </a:cubicBezTo>
                <a:cubicBezTo>
                  <a:pt x="1039285" y="37735"/>
                  <a:pt x="1040627" y="40671"/>
                  <a:pt x="1041394" y="44218"/>
                </a:cubicBezTo>
                <a:cubicBezTo>
                  <a:pt x="1041825" y="46423"/>
                  <a:pt x="1042041" y="50402"/>
                  <a:pt x="1042041" y="56154"/>
                </a:cubicBezTo>
                <a:lnTo>
                  <a:pt x="1042041" y="73410"/>
                </a:lnTo>
                <a:cubicBezTo>
                  <a:pt x="1042041" y="85441"/>
                  <a:pt x="1042317" y="93050"/>
                  <a:pt x="1042868" y="96238"/>
                </a:cubicBezTo>
                <a:cubicBezTo>
                  <a:pt x="1043419" y="99425"/>
                  <a:pt x="1044509" y="102481"/>
                  <a:pt x="1046139" y="105405"/>
                </a:cubicBezTo>
                <a:lnTo>
                  <a:pt x="1032622" y="105405"/>
                </a:lnTo>
                <a:cubicBezTo>
                  <a:pt x="1031280" y="102721"/>
                  <a:pt x="1030417" y="99581"/>
                  <a:pt x="1030034" y="95986"/>
                </a:cubicBezTo>
                <a:moveTo>
                  <a:pt x="1028955" y="67082"/>
                </a:moveTo>
                <a:cubicBezTo>
                  <a:pt x="1024258" y="69000"/>
                  <a:pt x="1017212" y="70629"/>
                  <a:pt x="1007817" y="71972"/>
                </a:cubicBezTo>
                <a:cubicBezTo>
                  <a:pt x="1002496" y="72739"/>
                  <a:pt x="998733" y="73601"/>
                  <a:pt x="996528" y="74560"/>
                </a:cubicBezTo>
                <a:cubicBezTo>
                  <a:pt x="994323" y="75519"/>
                  <a:pt x="992622" y="76921"/>
                  <a:pt x="991423" y="78766"/>
                </a:cubicBezTo>
                <a:cubicBezTo>
                  <a:pt x="990225" y="80612"/>
                  <a:pt x="989626" y="82661"/>
                  <a:pt x="989626" y="84914"/>
                </a:cubicBezTo>
                <a:cubicBezTo>
                  <a:pt x="989626" y="88365"/>
                  <a:pt x="990932" y="91241"/>
                  <a:pt x="993545" y="93542"/>
                </a:cubicBezTo>
                <a:cubicBezTo>
                  <a:pt x="996157" y="95842"/>
                  <a:pt x="999980" y="96993"/>
                  <a:pt x="1005013" y="96993"/>
                </a:cubicBezTo>
                <a:cubicBezTo>
                  <a:pt x="1009998" y="96993"/>
                  <a:pt x="1014431" y="95902"/>
                  <a:pt x="1018314" y="93721"/>
                </a:cubicBezTo>
                <a:cubicBezTo>
                  <a:pt x="1022197" y="91540"/>
                  <a:pt x="1025049" y="88556"/>
                  <a:pt x="1026870" y="84770"/>
                </a:cubicBezTo>
                <a:cubicBezTo>
                  <a:pt x="1028260" y="81846"/>
                  <a:pt x="1028955" y="77532"/>
                  <a:pt x="1028955" y="71828"/>
                </a:cubicBezTo>
                <a:lnTo>
                  <a:pt x="1028955" y="67082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Publicmetadata">
            <a:extLst xmlns:a="http://schemas.openxmlformats.org/drawingml/2006/main">
              <a:ext uri="{FF2B5EF4-FFF2-40B4-BE49-F238E27FC236}">
                <a16:creationId xmlns:a16="http://schemas.microsoft.com/office/drawing/2014/main" id="{9D67877C-B2A1-4FF8-BCE3-ADAB67DF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707" y="3431516"/>
            <a:ext cx="1046139" cy="107131"/>
          </a:xfrm>
          <a:custGeom xmlns:a="http://schemas.openxmlformats.org/drawingml/2006/main">
            <a:pathLst>
              <a:path w="1046139" h="107131">
                <a:moveTo>
                  <a:pt x="0" y="105405"/>
                </a:moveTo>
                <a:lnTo>
                  <a:pt x="0" y="0"/>
                </a:lnTo>
                <a:lnTo>
                  <a:pt x="39761" y="0"/>
                </a:lnTo>
                <a:cubicBezTo>
                  <a:pt x="46759" y="0"/>
                  <a:pt x="52103" y="336"/>
                  <a:pt x="55794" y="1007"/>
                </a:cubicBezTo>
                <a:cubicBezTo>
                  <a:pt x="60971" y="1869"/>
                  <a:pt x="65309" y="3511"/>
                  <a:pt x="68808" y="5932"/>
                </a:cubicBezTo>
                <a:cubicBezTo>
                  <a:pt x="72307" y="8352"/>
                  <a:pt x="75123" y="11744"/>
                  <a:pt x="77256" y="16106"/>
                </a:cubicBezTo>
                <a:cubicBezTo>
                  <a:pt x="79389" y="20467"/>
                  <a:pt x="80456" y="25261"/>
                  <a:pt x="80456" y="30485"/>
                </a:cubicBezTo>
                <a:cubicBezTo>
                  <a:pt x="80456" y="39449"/>
                  <a:pt x="77604" y="47034"/>
                  <a:pt x="71900" y="53242"/>
                </a:cubicBezTo>
                <a:cubicBezTo>
                  <a:pt x="66196" y="59449"/>
                  <a:pt x="55890" y="62553"/>
                  <a:pt x="40983" y="62553"/>
                </a:cubicBezTo>
                <a:lnTo>
                  <a:pt x="13949" y="62553"/>
                </a:lnTo>
                <a:lnTo>
                  <a:pt x="13949" y="105405"/>
                </a:lnTo>
                <a:lnTo>
                  <a:pt x="0" y="105405"/>
                </a:lnTo>
                <a:moveTo>
                  <a:pt x="13949" y="50114"/>
                </a:moveTo>
                <a:lnTo>
                  <a:pt x="41199" y="50114"/>
                </a:lnTo>
                <a:cubicBezTo>
                  <a:pt x="50210" y="50114"/>
                  <a:pt x="56609" y="48436"/>
                  <a:pt x="60396" y="45081"/>
                </a:cubicBezTo>
                <a:cubicBezTo>
                  <a:pt x="64182" y="41726"/>
                  <a:pt x="66076" y="37004"/>
                  <a:pt x="66076" y="30917"/>
                </a:cubicBezTo>
                <a:cubicBezTo>
                  <a:pt x="66076" y="26507"/>
                  <a:pt x="64961" y="22732"/>
                  <a:pt x="62732" y="19593"/>
                </a:cubicBezTo>
                <a:cubicBezTo>
                  <a:pt x="60504" y="16453"/>
                  <a:pt x="57568" y="14380"/>
                  <a:pt x="53925" y="13373"/>
                </a:cubicBezTo>
                <a:cubicBezTo>
                  <a:pt x="51576" y="12750"/>
                  <a:pt x="47238" y="12439"/>
                  <a:pt x="40911" y="12439"/>
                </a:cubicBezTo>
                <a:lnTo>
                  <a:pt x="13949" y="12439"/>
                </a:lnTo>
                <a:lnTo>
                  <a:pt x="13949" y="50114"/>
                </a:lnTo>
                <a:close/>
                <a:moveTo>
                  <a:pt x="147930" y="105405"/>
                </a:moveTo>
                <a:lnTo>
                  <a:pt x="147930" y="94189"/>
                </a:lnTo>
                <a:cubicBezTo>
                  <a:pt x="141986" y="102817"/>
                  <a:pt x="133910" y="107131"/>
                  <a:pt x="123700" y="107131"/>
                </a:cubicBezTo>
                <a:cubicBezTo>
                  <a:pt x="119194" y="107131"/>
                  <a:pt x="114988" y="106268"/>
                  <a:pt x="111081" y="104542"/>
                </a:cubicBezTo>
                <a:cubicBezTo>
                  <a:pt x="107175" y="102817"/>
                  <a:pt x="104275" y="100648"/>
                  <a:pt x="102382" y="98035"/>
                </a:cubicBezTo>
                <a:cubicBezTo>
                  <a:pt x="100488" y="95423"/>
                  <a:pt x="99158" y="92223"/>
                  <a:pt x="98391" y="88437"/>
                </a:cubicBezTo>
                <a:cubicBezTo>
                  <a:pt x="97864" y="85896"/>
                  <a:pt x="97600" y="81870"/>
                  <a:pt x="97600" y="76357"/>
                </a:cubicBezTo>
                <a:lnTo>
                  <a:pt x="97600" y="29047"/>
                </a:lnTo>
                <a:lnTo>
                  <a:pt x="110542" y="29047"/>
                </a:lnTo>
                <a:lnTo>
                  <a:pt x="110542" y="71396"/>
                </a:lnTo>
                <a:cubicBezTo>
                  <a:pt x="110542" y="78155"/>
                  <a:pt x="110806" y="82709"/>
                  <a:pt x="111333" y="85057"/>
                </a:cubicBezTo>
                <a:cubicBezTo>
                  <a:pt x="112148" y="88461"/>
                  <a:pt x="113874" y="91133"/>
                  <a:pt x="116510" y="93074"/>
                </a:cubicBezTo>
                <a:cubicBezTo>
                  <a:pt x="119146" y="95015"/>
                  <a:pt x="122406" y="95986"/>
                  <a:pt x="126288" y="95986"/>
                </a:cubicBezTo>
                <a:cubicBezTo>
                  <a:pt x="130171" y="95986"/>
                  <a:pt x="133814" y="94991"/>
                  <a:pt x="137217" y="93002"/>
                </a:cubicBezTo>
                <a:cubicBezTo>
                  <a:pt x="140620" y="91013"/>
                  <a:pt x="143029" y="88305"/>
                  <a:pt x="144443" y="84878"/>
                </a:cubicBezTo>
                <a:cubicBezTo>
                  <a:pt x="145857" y="81450"/>
                  <a:pt x="146564" y="76477"/>
                  <a:pt x="146564" y="69958"/>
                </a:cubicBezTo>
                <a:lnTo>
                  <a:pt x="146564" y="29047"/>
                </a:lnTo>
                <a:lnTo>
                  <a:pt x="159506" y="29047"/>
                </a:lnTo>
                <a:lnTo>
                  <a:pt x="159506" y="105405"/>
                </a:lnTo>
                <a:lnTo>
                  <a:pt x="147930" y="105405"/>
                </a:lnTo>
                <a:close/>
                <a:moveTo>
                  <a:pt x="192504" y="105405"/>
                </a:moveTo>
                <a:lnTo>
                  <a:pt x="180497" y="105405"/>
                </a:lnTo>
                <a:lnTo>
                  <a:pt x="180497" y="0"/>
                </a:lnTo>
                <a:lnTo>
                  <a:pt x="193439" y="0"/>
                </a:lnTo>
                <a:lnTo>
                  <a:pt x="193439" y="37604"/>
                </a:lnTo>
                <a:cubicBezTo>
                  <a:pt x="198904" y="30749"/>
                  <a:pt x="205878" y="27322"/>
                  <a:pt x="214362" y="27322"/>
                </a:cubicBezTo>
                <a:cubicBezTo>
                  <a:pt x="219059" y="27322"/>
                  <a:pt x="223505" y="28269"/>
                  <a:pt x="227699" y="30162"/>
                </a:cubicBezTo>
                <a:cubicBezTo>
                  <a:pt x="231893" y="32055"/>
                  <a:pt x="235345" y="34716"/>
                  <a:pt x="238053" y="38143"/>
                </a:cubicBezTo>
                <a:cubicBezTo>
                  <a:pt x="240761" y="41570"/>
                  <a:pt x="242882" y="45704"/>
                  <a:pt x="244416" y="50545"/>
                </a:cubicBezTo>
                <a:cubicBezTo>
                  <a:pt x="245950" y="55387"/>
                  <a:pt x="246717" y="60564"/>
                  <a:pt x="246717" y="66076"/>
                </a:cubicBezTo>
                <a:cubicBezTo>
                  <a:pt x="246717" y="79162"/>
                  <a:pt x="243481" y="89275"/>
                  <a:pt x="237010" y="96418"/>
                </a:cubicBezTo>
                <a:cubicBezTo>
                  <a:pt x="230539" y="103560"/>
                  <a:pt x="222774" y="107131"/>
                  <a:pt x="213715" y="107131"/>
                </a:cubicBezTo>
                <a:cubicBezTo>
                  <a:pt x="204703" y="107131"/>
                  <a:pt x="197633" y="103368"/>
                  <a:pt x="192504" y="95842"/>
                </a:cubicBezTo>
                <a:lnTo>
                  <a:pt x="192504" y="105405"/>
                </a:lnTo>
                <a:moveTo>
                  <a:pt x="192361" y="66651"/>
                </a:moveTo>
                <a:cubicBezTo>
                  <a:pt x="192361" y="75806"/>
                  <a:pt x="193607" y="82421"/>
                  <a:pt x="196099" y="86495"/>
                </a:cubicBezTo>
                <a:cubicBezTo>
                  <a:pt x="200174" y="93158"/>
                  <a:pt x="205686" y="96489"/>
                  <a:pt x="212636" y="96489"/>
                </a:cubicBezTo>
                <a:cubicBezTo>
                  <a:pt x="218292" y="96489"/>
                  <a:pt x="223182" y="94033"/>
                  <a:pt x="227304" y="89120"/>
                </a:cubicBezTo>
                <a:cubicBezTo>
                  <a:pt x="231426" y="84207"/>
                  <a:pt x="233487" y="76885"/>
                  <a:pt x="233487" y="67154"/>
                </a:cubicBezTo>
                <a:cubicBezTo>
                  <a:pt x="233487" y="57184"/>
                  <a:pt x="231510" y="49826"/>
                  <a:pt x="227556" y="45081"/>
                </a:cubicBezTo>
                <a:cubicBezTo>
                  <a:pt x="223601" y="40336"/>
                  <a:pt x="218820" y="37963"/>
                  <a:pt x="213212" y="37963"/>
                </a:cubicBezTo>
                <a:cubicBezTo>
                  <a:pt x="207555" y="37963"/>
                  <a:pt x="202666" y="40420"/>
                  <a:pt x="198544" y="45333"/>
                </a:cubicBezTo>
                <a:cubicBezTo>
                  <a:pt x="194422" y="50246"/>
                  <a:pt x="192361" y="57352"/>
                  <a:pt x="192361" y="66651"/>
                </a:cubicBezTo>
                <a:close/>
                <a:moveTo>
                  <a:pt x="262963" y="105405"/>
                </a:moveTo>
                <a:lnTo>
                  <a:pt x="262963" y="0"/>
                </a:lnTo>
                <a:lnTo>
                  <a:pt x="275905" y="0"/>
                </a:lnTo>
                <a:lnTo>
                  <a:pt x="275905" y="105405"/>
                </a:lnTo>
                <a:lnTo>
                  <a:pt x="262963" y="105405"/>
                </a:lnTo>
                <a:close/>
                <a:moveTo>
                  <a:pt x="297116" y="14883"/>
                </a:moveTo>
                <a:lnTo>
                  <a:pt x="297116" y="0"/>
                </a:lnTo>
                <a:lnTo>
                  <a:pt x="310058" y="0"/>
                </a:lnTo>
                <a:lnTo>
                  <a:pt x="310058" y="14883"/>
                </a:lnTo>
                <a:lnTo>
                  <a:pt x="297116" y="14883"/>
                </a:lnTo>
                <a:moveTo>
                  <a:pt x="297116" y="105405"/>
                </a:moveTo>
                <a:lnTo>
                  <a:pt x="297116" y="29047"/>
                </a:lnTo>
                <a:lnTo>
                  <a:pt x="310058" y="29047"/>
                </a:lnTo>
                <a:lnTo>
                  <a:pt x="310058" y="105405"/>
                </a:lnTo>
                <a:lnTo>
                  <a:pt x="297116" y="105405"/>
                </a:lnTo>
                <a:close/>
                <a:moveTo>
                  <a:pt x="380665" y="77436"/>
                </a:moveTo>
                <a:lnTo>
                  <a:pt x="393391" y="79090"/>
                </a:lnTo>
                <a:cubicBezTo>
                  <a:pt x="392001" y="87861"/>
                  <a:pt x="388442" y="94728"/>
                  <a:pt x="382714" y="99689"/>
                </a:cubicBezTo>
                <a:cubicBezTo>
                  <a:pt x="376986" y="104650"/>
                  <a:pt x="369952" y="107131"/>
                  <a:pt x="361612" y="107131"/>
                </a:cubicBezTo>
                <a:cubicBezTo>
                  <a:pt x="351162" y="107131"/>
                  <a:pt x="342762" y="103715"/>
                  <a:pt x="336411" y="96885"/>
                </a:cubicBezTo>
                <a:cubicBezTo>
                  <a:pt x="330060" y="90054"/>
                  <a:pt x="326884" y="80264"/>
                  <a:pt x="326884" y="67514"/>
                </a:cubicBezTo>
                <a:cubicBezTo>
                  <a:pt x="326884" y="59269"/>
                  <a:pt x="328250" y="52055"/>
                  <a:pt x="330982" y="45872"/>
                </a:cubicBezTo>
                <a:cubicBezTo>
                  <a:pt x="333714" y="39689"/>
                  <a:pt x="337873" y="35051"/>
                  <a:pt x="343457" y="31959"/>
                </a:cubicBezTo>
                <a:cubicBezTo>
                  <a:pt x="349041" y="28868"/>
                  <a:pt x="355117" y="27322"/>
                  <a:pt x="361683" y="27322"/>
                </a:cubicBezTo>
                <a:cubicBezTo>
                  <a:pt x="369976" y="27322"/>
                  <a:pt x="376758" y="29419"/>
                  <a:pt x="382031" y="33613"/>
                </a:cubicBezTo>
                <a:cubicBezTo>
                  <a:pt x="387304" y="37807"/>
                  <a:pt x="390683" y="43763"/>
                  <a:pt x="392169" y="51480"/>
                </a:cubicBezTo>
                <a:lnTo>
                  <a:pt x="379586" y="53421"/>
                </a:lnTo>
                <a:cubicBezTo>
                  <a:pt x="378388" y="48293"/>
                  <a:pt x="376267" y="44434"/>
                  <a:pt x="373223" y="41846"/>
                </a:cubicBezTo>
                <a:cubicBezTo>
                  <a:pt x="370180" y="39257"/>
                  <a:pt x="366501" y="37963"/>
                  <a:pt x="362187" y="37963"/>
                </a:cubicBezTo>
                <a:cubicBezTo>
                  <a:pt x="355668" y="37963"/>
                  <a:pt x="350371" y="40300"/>
                  <a:pt x="346297" y="44973"/>
                </a:cubicBezTo>
                <a:cubicBezTo>
                  <a:pt x="342223" y="49647"/>
                  <a:pt x="340185" y="57040"/>
                  <a:pt x="340185" y="67154"/>
                </a:cubicBezTo>
                <a:cubicBezTo>
                  <a:pt x="340185" y="77412"/>
                  <a:pt x="342151" y="84866"/>
                  <a:pt x="346081" y="89515"/>
                </a:cubicBezTo>
                <a:cubicBezTo>
                  <a:pt x="350012" y="94165"/>
                  <a:pt x="355141" y="96489"/>
                  <a:pt x="361468" y="96489"/>
                </a:cubicBezTo>
                <a:cubicBezTo>
                  <a:pt x="366549" y="96489"/>
                  <a:pt x="370791" y="94932"/>
                  <a:pt x="374194" y="91816"/>
                </a:cubicBezTo>
                <a:cubicBezTo>
                  <a:pt x="377597" y="88700"/>
                  <a:pt x="379754" y="83907"/>
                  <a:pt x="380665" y="77436"/>
                </a:cubicBezTo>
                <a:close/>
                <a:moveTo>
                  <a:pt x="445467" y="105405"/>
                </a:moveTo>
                <a:lnTo>
                  <a:pt x="445467" y="29047"/>
                </a:lnTo>
                <a:lnTo>
                  <a:pt x="457043" y="29047"/>
                </a:lnTo>
                <a:lnTo>
                  <a:pt x="457043" y="39761"/>
                </a:lnTo>
                <a:cubicBezTo>
                  <a:pt x="459440" y="36022"/>
                  <a:pt x="462627" y="33014"/>
                  <a:pt x="466606" y="30737"/>
                </a:cubicBezTo>
                <a:cubicBezTo>
                  <a:pt x="470584" y="28460"/>
                  <a:pt x="475114" y="27322"/>
                  <a:pt x="480195" y="27322"/>
                </a:cubicBezTo>
                <a:cubicBezTo>
                  <a:pt x="485851" y="27322"/>
                  <a:pt x="490488" y="28496"/>
                  <a:pt x="494107" y="30845"/>
                </a:cubicBezTo>
                <a:cubicBezTo>
                  <a:pt x="497726" y="33194"/>
                  <a:pt x="500279" y="36477"/>
                  <a:pt x="501764" y="40695"/>
                </a:cubicBezTo>
                <a:cubicBezTo>
                  <a:pt x="507804" y="31780"/>
                  <a:pt x="515665" y="27322"/>
                  <a:pt x="525348" y="27322"/>
                </a:cubicBezTo>
                <a:cubicBezTo>
                  <a:pt x="532921" y="27322"/>
                  <a:pt x="538745" y="29419"/>
                  <a:pt x="542819" y="33613"/>
                </a:cubicBezTo>
                <a:cubicBezTo>
                  <a:pt x="546894" y="37807"/>
                  <a:pt x="548931" y="44266"/>
                  <a:pt x="548931" y="52990"/>
                </a:cubicBezTo>
                <a:lnTo>
                  <a:pt x="548931" y="105405"/>
                </a:lnTo>
                <a:lnTo>
                  <a:pt x="536061" y="105405"/>
                </a:lnTo>
                <a:lnTo>
                  <a:pt x="536061" y="57304"/>
                </a:lnTo>
                <a:cubicBezTo>
                  <a:pt x="536061" y="52127"/>
                  <a:pt x="535641" y="48400"/>
                  <a:pt x="534802" y="46124"/>
                </a:cubicBezTo>
                <a:cubicBezTo>
                  <a:pt x="533964" y="43847"/>
                  <a:pt x="532442" y="42013"/>
                  <a:pt x="530237" y="40623"/>
                </a:cubicBezTo>
                <a:cubicBezTo>
                  <a:pt x="528032" y="39233"/>
                  <a:pt x="525443" y="38538"/>
                  <a:pt x="522472" y="38538"/>
                </a:cubicBezTo>
                <a:cubicBezTo>
                  <a:pt x="517103" y="38538"/>
                  <a:pt x="512645" y="40324"/>
                  <a:pt x="509098" y="43895"/>
                </a:cubicBezTo>
                <a:cubicBezTo>
                  <a:pt x="505551" y="47466"/>
                  <a:pt x="503778" y="53182"/>
                  <a:pt x="503778" y="61043"/>
                </a:cubicBezTo>
                <a:lnTo>
                  <a:pt x="503778" y="105405"/>
                </a:lnTo>
                <a:lnTo>
                  <a:pt x="490836" y="105405"/>
                </a:lnTo>
                <a:lnTo>
                  <a:pt x="490836" y="55794"/>
                </a:lnTo>
                <a:cubicBezTo>
                  <a:pt x="490836" y="50042"/>
                  <a:pt x="489781" y="45728"/>
                  <a:pt x="487672" y="42852"/>
                </a:cubicBezTo>
                <a:cubicBezTo>
                  <a:pt x="485563" y="39976"/>
                  <a:pt x="482112" y="38538"/>
                  <a:pt x="477319" y="38538"/>
                </a:cubicBezTo>
                <a:cubicBezTo>
                  <a:pt x="473676" y="38538"/>
                  <a:pt x="470308" y="39497"/>
                  <a:pt x="467217" y="41414"/>
                </a:cubicBezTo>
                <a:cubicBezTo>
                  <a:pt x="464125" y="43332"/>
                  <a:pt x="461884" y="46136"/>
                  <a:pt x="460494" y="49826"/>
                </a:cubicBezTo>
                <a:cubicBezTo>
                  <a:pt x="459104" y="53517"/>
                  <a:pt x="458409" y="58838"/>
                  <a:pt x="458409" y="65788"/>
                </a:cubicBezTo>
                <a:lnTo>
                  <a:pt x="458409" y="105405"/>
                </a:lnTo>
                <a:lnTo>
                  <a:pt x="445467" y="105405"/>
                </a:lnTo>
                <a:close/>
                <a:moveTo>
                  <a:pt x="620913" y="80815"/>
                </a:moveTo>
                <a:lnTo>
                  <a:pt x="634287" y="82469"/>
                </a:lnTo>
                <a:cubicBezTo>
                  <a:pt x="632178" y="90282"/>
                  <a:pt x="628271" y="96346"/>
                  <a:pt x="622567" y="100660"/>
                </a:cubicBezTo>
                <a:cubicBezTo>
                  <a:pt x="616863" y="104974"/>
                  <a:pt x="609577" y="107131"/>
                  <a:pt x="600709" y="107131"/>
                </a:cubicBezTo>
                <a:cubicBezTo>
                  <a:pt x="589541" y="107131"/>
                  <a:pt x="580685" y="103691"/>
                  <a:pt x="574142" y="96813"/>
                </a:cubicBezTo>
                <a:cubicBezTo>
                  <a:pt x="567600" y="89935"/>
                  <a:pt x="564328" y="80288"/>
                  <a:pt x="564328" y="67873"/>
                </a:cubicBezTo>
                <a:cubicBezTo>
                  <a:pt x="564328" y="55027"/>
                  <a:pt x="567636" y="45057"/>
                  <a:pt x="574250" y="37963"/>
                </a:cubicBezTo>
                <a:cubicBezTo>
                  <a:pt x="580865" y="30869"/>
                  <a:pt x="589445" y="27322"/>
                  <a:pt x="599990" y="27322"/>
                </a:cubicBezTo>
                <a:cubicBezTo>
                  <a:pt x="610200" y="27322"/>
                  <a:pt x="618541" y="30797"/>
                  <a:pt x="625012" y="37747"/>
                </a:cubicBezTo>
                <a:cubicBezTo>
                  <a:pt x="631483" y="44698"/>
                  <a:pt x="634718" y="54476"/>
                  <a:pt x="634718" y="67082"/>
                </a:cubicBezTo>
                <a:cubicBezTo>
                  <a:pt x="634718" y="67849"/>
                  <a:pt x="634694" y="69000"/>
                  <a:pt x="634646" y="70534"/>
                </a:cubicBezTo>
                <a:lnTo>
                  <a:pt x="577702" y="70534"/>
                </a:lnTo>
                <a:cubicBezTo>
                  <a:pt x="578181" y="78922"/>
                  <a:pt x="580554" y="85345"/>
                  <a:pt x="584820" y="89803"/>
                </a:cubicBezTo>
                <a:cubicBezTo>
                  <a:pt x="589086" y="94261"/>
                  <a:pt x="594406" y="96489"/>
                  <a:pt x="600781" y="96489"/>
                </a:cubicBezTo>
                <a:cubicBezTo>
                  <a:pt x="605527" y="96489"/>
                  <a:pt x="609577" y="95243"/>
                  <a:pt x="612932" y="92751"/>
                </a:cubicBezTo>
                <a:cubicBezTo>
                  <a:pt x="616288" y="90258"/>
                  <a:pt x="618948" y="86280"/>
                  <a:pt x="620913" y="80815"/>
                </a:cubicBezTo>
                <a:moveTo>
                  <a:pt x="578421" y="59892"/>
                </a:moveTo>
                <a:lnTo>
                  <a:pt x="621057" y="59892"/>
                </a:lnTo>
                <a:cubicBezTo>
                  <a:pt x="620482" y="53469"/>
                  <a:pt x="618852" y="48652"/>
                  <a:pt x="616168" y="45441"/>
                </a:cubicBezTo>
                <a:cubicBezTo>
                  <a:pt x="612046" y="40456"/>
                  <a:pt x="606701" y="37963"/>
                  <a:pt x="600134" y="37963"/>
                </a:cubicBezTo>
                <a:cubicBezTo>
                  <a:pt x="594191" y="37963"/>
                  <a:pt x="589193" y="39952"/>
                  <a:pt x="585143" y="43931"/>
                </a:cubicBezTo>
                <a:cubicBezTo>
                  <a:pt x="581093" y="47909"/>
                  <a:pt x="578852" y="53230"/>
                  <a:pt x="578421" y="59892"/>
                </a:cubicBezTo>
                <a:close/>
                <a:moveTo>
                  <a:pt x="679580" y="93829"/>
                </a:moveTo>
                <a:lnTo>
                  <a:pt x="681449" y="105261"/>
                </a:lnTo>
                <a:cubicBezTo>
                  <a:pt x="677806" y="106028"/>
                  <a:pt x="674547" y="106412"/>
                  <a:pt x="671671" y="106412"/>
                </a:cubicBezTo>
                <a:cubicBezTo>
                  <a:pt x="666974" y="106412"/>
                  <a:pt x="663331" y="105669"/>
                  <a:pt x="660742" y="104183"/>
                </a:cubicBezTo>
                <a:cubicBezTo>
                  <a:pt x="658154" y="102697"/>
                  <a:pt x="656332" y="100743"/>
                  <a:pt x="655278" y="98323"/>
                </a:cubicBezTo>
                <a:cubicBezTo>
                  <a:pt x="654223" y="95902"/>
                  <a:pt x="653696" y="90809"/>
                  <a:pt x="653696" y="83044"/>
                </a:cubicBezTo>
                <a:lnTo>
                  <a:pt x="653696" y="39113"/>
                </a:lnTo>
                <a:lnTo>
                  <a:pt x="644205" y="39113"/>
                </a:lnTo>
                <a:lnTo>
                  <a:pt x="644205" y="29047"/>
                </a:lnTo>
                <a:lnTo>
                  <a:pt x="653696" y="29047"/>
                </a:lnTo>
                <a:lnTo>
                  <a:pt x="653696" y="10138"/>
                </a:lnTo>
                <a:lnTo>
                  <a:pt x="666566" y="2373"/>
                </a:lnTo>
                <a:lnTo>
                  <a:pt x="666566" y="29047"/>
                </a:lnTo>
                <a:lnTo>
                  <a:pt x="679580" y="29047"/>
                </a:lnTo>
                <a:lnTo>
                  <a:pt x="679580" y="39113"/>
                </a:lnTo>
                <a:lnTo>
                  <a:pt x="666566" y="39113"/>
                </a:lnTo>
                <a:lnTo>
                  <a:pt x="666566" y="83763"/>
                </a:lnTo>
                <a:cubicBezTo>
                  <a:pt x="666566" y="87454"/>
                  <a:pt x="666794" y="89827"/>
                  <a:pt x="667249" y="90881"/>
                </a:cubicBezTo>
                <a:cubicBezTo>
                  <a:pt x="667704" y="91936"/>
                  <a:pt x="668447" y="92775"/>
                  <a:pt x="669478" y="93398"/>
                </a:cubicBezTo>
                <a:cubicBezTo>
                  <a:pt x="670509" y="94021"/>
                  <a:pt x="671983" y="94332"/>
                  <a:pt x="673900" y="94332"/>
                </a:cubicBezTo>
                <a:cubicBezTo>
                  <a:pt x="675338" y="94332"/>
                  <a:pt x="677231" y="94165"/>
                  <a:pt x="679580" y="93829"/>
                </a:cubicBezTo>
                <a:close/>
                <a:moveTo>
                  <a:pt x="741570" y="95986"/>
                </a:moveTo>
                <a:cubicBezTo>
                  <a:pt x="736777" y="100060"/>
                  <a:pt x="732163" y="102936"/>
                  <a:pt x="727729" y="104614"/>
                </a:cubicBezTo>
                <a:cubicBezTo>
                  <a:pt x="723296" y="106292"/>
                  <a:pt x="718538" y="107131"/>
                  <a:pt x="713457" y="107131"/>
                </a:cubicBezTo>
                <a:cubicBezTo>
                  <a:pt x="705069" y="107131"/>
                  <a:pt x="698622" y="105081"/>
                  <a:pt x="694116" y="100983"/>
                </a:cubicBezTo>
                <a:cubicBezTo>
                  <a:pt x="689611" y="96885"/>
                  <a:pt x="687358" y="91648"/>
                  <a:pt x="687358" y="85273"/>
                </a:cubicBezTo>
                <a:cubicBezTo>
                  <a:pt x="687358" y="81534"/>
                  <a:pt x="688208" y="78119"/>
                  <a:pt x="689910" y="75027"/>
                </a:cubicBezTo>
                <a:cubicBezTo>
                  <a:pt x="691612" y="71936"/>
                  <a:pt x="693841" y="69455"/>
                  <a:pt x="696597" y="67586"/>
                </a:cubicBezTo>
                <a:cubicBezTo>
                  <a:pt x="699353" y="65716"/>
                  <a:pt x="702457" y="64302"/>
                  <a:pt x="705908" y="63344"/>
                </a:cubicBezTo>
                <a:cubicBezTo>
                  <a:pt x="708448" y="62673"/>
                  <a:pt x="712283" y="62025"/>
                  <a:pt x="717412" y="61402"/>
                </a:cubicBezTo>
                <a:cubicBezTo>
                  <a:pt x="727861" y="60156"/>
                  <a:pt x="735554" y="58670"/>
                  <a:pt x="740492" y="56945"/>
                </a:cubicBezTo>
                <a:cubicBezTo>
                  <a:pt x="740539" y="55171"/>
                  <a:pt x="740563" y="54045"/>
                  <a:pt x="740563" y="53565"/>
                </a:cubicBezTo>
                <a:cubicBezTo>
                  <a:pt x="740563" y="48293"/>
                  <a:pt x="739341" y="44578"/>
                  <a:pt x="736897" y="42421"/>
                </a:cubicBezTo>
                <a:cubicBezTo>
                  <a:pt x="733589" y="39497"/>
                  <a:pt x="728676" y="38035"/>
                  <a:pt x="722157" y="38035"/>
                </a:cubicBezTo>
                <a:cubicBezTo>
                  <a:pt x="716070" y="38035"/>
                  <a:pt x="711576" y="39101"/>
                  <a:pt x="708676" y="41234"/>
                </a:cubicBezTo>
                <a:cubicBezTo>
                  <a:pt x="705776" y="43368"/>
                  <a:pt x="703631" y="47142"/>
                  <a:pt x="702241" y="52559"/>
                </a:cubicBezTo>
                <a:lnTo>
                  <a:pt x="689587" y="50833"/>
                </a:lnTo>
                <a:cubicBezTo>
                  <a:pt x="690737" y="45417"/>
                  <a:pt x="692630" y="41043"/>
                  <a:pt x="695267" y="37711"/>
                </a:cubicBezTo>
                <a:cubicBezTo>
                  <a:pt x="697903" y="34380"/>
                  <a:pt x="701714" y="31816"/>
                  <a:pt x="706699" y="30018"/>
                </a:cubicBezTo>
                <a:cubicBezTo>
                  <a:pt x="711684" y="28221"/>
                  <a:pt x="717460" y="27322"/>
                  <a:pt x="724027" y="27322"/>
                </a:cubicBezTo>
                <a:cubicBezTo>
                  <a:pt x="730545" y="27322"/>
                  <a:pt x="735842" y="28089"/>
                  <a:pt x="739916" y="29623"/>
                </a:cubicBezTo>
                <a:cubicBezTo>
                  <a:pt x="743991" y="31157"/>
                  <a:pt x="746986" y="33086"/>
                  <a:pt x="748904" y="35411"/>
                </a:cubicBezTo>
                <a:cubicBezTo>
                  <a:pt x="750821" y="37735"/>
                  <a:pt x="752163" y="40671"/>
                  <a:pt x="752930" y="44218"/>
                </a:cubicBezTo>
                <a:cubicBezTo>
                  <a:pt x="753362" y="46423"/>
                  <a:pt x="753577" y="50402"/>
                  <a:pt x="753577" y="56154"/>
                </a:cubicBezTo>
                <a:lnTo>
                  <a:pt x="753577" y="73410"/>
                </a:lnTo>
                <a:cubicBezTo>
                  <a:pt x="753577" y="85441"/>
                  <a:pt x="753853" y="93050"/>
                  <a:pt x="754404" y="96238"/>
                </a:cubicBezTo>
                <a:cubicBezTo>
                  <a:pt x="754955" y="99425"/>
                  <a:pt x="756046" y="102481"/>
                  <a:pt x="757676" y="105405"/>
                </a:cubicBezTo>
                <a:lnTo>
                  <a:pt x="744158" y="105405"/>
                </a:lnTo>
                <a:cubicBezTo>
                  <a:pt x="742816" y="102721"/>
                  <a:pt x="741954" y="99581"/>
                  <a:pt x="741570" y="95986"/>
                </a:cubicBezTo>
                <a:moveTo>
                  <a:pt x="740492" y="67082"/>
                </a:moveTo>
                <a:cubicBezTo>
                  <a:pt x="735794" y="69000"/>
                  <a:pt x="728748" y="70629"/>
                  <a:pt x="719353" y="71972"/>
                </a:cubicBezTo>
                <a:cubicBezTo>
                  <a:pt x="714032" y="72739"/>
                  <a:pt x="710270" y="73601"/>
                  <a:pt x="708065" y="74560"/>
                </a:cubicBezTo>
                <a:cubicBezTo>
                  <a:pt x="705860" y="75519"/>
                  <a:pt x="704158" y="76921"/>
                  <a:pt x="702960" y="78766"/>
                </a:cubicBezTo>
                <a:cubicBezTo>
                  <a:pt x="701762" y="80612"/>
                  <a:pt x="701162" y="82661"/>
                  <a:pt x="701162" y="84914"/>
                </a:cubicBezTo>
                <a:cubicBezTo>
                  <a:pt x="701162" y="88365"/>
                  <a:pt x="702469" y="91241"/>
                  <a:pt x="705081" y="93542"/>
                </a:cubicBezTo>
                <a:cubicBezTo>
                  <a:pt x="707693" y="95842"/>
                  <a:pt x="711516" y="96993"/>
                  <a:pt x="716549" y="96993"/>
                </a:cubicBezTo>
                <a:cubicBezTo>
                  <a:pt x="721534" y="96993"/>
                  <a:pt x="725968" y="95902"/>
                  <a:pt x="729850" y="93721"/>
                </a:cubicBezTo>
                <a:cubicBezTo>
                  <a:pt x="733733" y="91540"/>
                  <a:pt x="736585" y="88556"/>
                  <a:pt x="738406" y="84770"/>
                </a:cubicBezTo>
                <a:cubicBezTo>
                  <a:pt x="739797" y="81846"/>
                  <a:pt x="740492" y="77532"/>
                  <a:pt x="740492" y="71828"/>
                </a:cubicBezTo>
                <a:lnTo>
                  <a:pt x="740492" y="67082"/>
                </a:lnTo>
                <a:close/>
                <a:moveTo>
                  <a:pt x="823964" y="105405"/>
                </a:moveTo>
                <a:lnTo>
                  <a:pt x="823964" y="95770"/>
                </a:lnTo>
                <a:cubicBezTo>
                  <a:pt x="819122" y="103344"/>
                  <a:pt x="812004" y="107131"/>
                  <a:pt x="802609" y="107131"/>
                </a:cubicBezTo>
                <a:cubicBezTo>
                  <a:pt x="796522" y="107131"/>
                  <a:pt x="790926" y="105453"/>
                  <a:pt x="785821" y="102098"/>
                </a:cubicBezTo>
                <a:cubicBezTo>
                  <a:pt x="780716" y="98742"/>
                  <a:pt x="776761" y="94057"/>
                  <a:pt x="773957" y="88041"/>
                </a:cubicBezTo>
                <a:cubicBezTo>
                  <a:pt x="771153" y="82026"/>
                  <a:pt x="769751" y="75111"/>
                  <a:pt x="769751" y="67298"/>
                </a:cubicBezTo>
                <a:cubicBezTo>
                  <a:pt x="769751" y="59677"/>
                  <a:pt x="771021" y="52762"/>
                  <a:pt x="773562" y="46555"/>
                </a:cubicBezTo>
                <a:cubicBezTo>
                  <a:pt x="776102" y="40348"/>
                  <a:pt x="779913" y="35590"/>
                  <a:pt x="784994" y="32283"/>
                </a:cubicBezTo>
                <a:cubicBezTo>
                  <a:pt x="790075" y="28976"/>
                  <a:pt x="795755" y="27322"/>
                  <a:pt x="802034" y="27322"/>
                </a:cubicBezTo>
                <a:cubicBezTo>
                  <a:pt x="806636" y="27322"/>
                  <a:pt x="810734" y="28293"/>
                  <a:pt x="814329" y="30234"/>
                </a:cubicBezTo>
                <a:cubicBezTo>
                  <a:pt x="817924" y="32175"/>
                  <a:pt x="820848" y="34704"/>
                  <a:pt x="823101" y="37819"/>
                </a:cubicBezTo>
                <a:lnTo>
                  <a:pt x="823101" y="0"/>
                </a:lnTo>
                <a:lnTo>
                  <a:pt x="835971" y="0"/>
                </a:lnTo>
                <a:lnTo>
                  <a:pt x="835971" y="105405"/>
                </a:lnTo>
                <a:lnTo>
                  <a:pt x="823964" y="105405"/>
                </a:lnTo>
                <a:moveTo>
                  <a:pt x="783053" y="67298"/>
                </a:moveTo>
                <a:cubicBezTo>
                  <a:pt x="783053" y="77076"/>
                  <a:pt x="785114" y="84386"/>
                  <a:pt x="789236" y="89228"/>
                </a:cubicBezTo>
                <a:cubicBezTo>
                  <a:pt x="793358" y="94069"/>
                  <a:pt x="798224" y="96489"/>
                  <a:pt x="803832" y="96489"/>
                </a:cubicBezTo>
                <a:cubicBezTo>
                  <a:pt x="809488" y="96489"/>
                  <a:pt x="814293" y="94177"/>
                  <a:pt x="818248" y="89551"/>
                </a:cubicBezTo>
                <a:cubicBezTo>
                  <a:pt x="822202" y="84926"/>
                  <a:pt x="824179" y="77867"/>
                  <a:pt x="824179" y="68377"/>
                </a:cubicBezTo>
                <a:cubicBezTo>
                  <a:pt x="824179" y="57927"/>
                  <a:pt x="822166" y="50258"/>
                  <a:pt x="818140" y="45369"/>
                </a:cubicBezTo>
                <a:cubicBezTo>
                  <a:pt x="814113" y="40480"/>
                  <a:pt x="809152" y="38035"/>
                  <a:pt x="803257" y="38035"/>
                </a:cubicBezTo>
                <a:cubicBezTo>
                  <a:pt x="797505" y="38035"/>
                  <a:pt x="792699" y="40384"/>
                  <a:pt x="788841" y="45081"/>
                </a:cubicBezTo>
                <a:cubicBezTo>
                  <a:pt x="784982" y="49779"/>
                  <a:pt x="783053" y="57184"/>
                  <a:pt x="783053" y="67298"/>
                </a:cubicBezTo>
                <a:close/>
                <a:moveTo>
                  <a:pt x="906932" y="95986"/>
                </a:moveTo>
                <a:cubicBezTo>
                  <a:pt x="902139" y="100060"/>
                  <a:pt x="897526" y="102936"/>
                  <a:pt x="893092" y="104614"/>
                </a:cubicBezTo>
                <a:cubicBezTo>
                  <a:pt x="888658" y="106292"/>
                  <a:pt x="883901" y="107131"/>
                  <a:pt x="878820" y="107131"/>
                </a:cubicBezTo>
                <a:cubicBezTo>
                  <a:pt x="870431" y="107131"/>
                  <a:pt x="863984" y="105081"/>
                  <a:pt x="859479" y="100983"/>
                </a:cubicBezTo>
                <a:cubicBezTo>
                  <a:pt x="854973" y="96885"/>
                  <a:pt x="852720" y="91648"/>
                  <a:pt x="852720" y="85273"/>
                </a:cubicBezTo>
                <a:cubicBezTo>
                  <a:pt x="852720" y="81534"/>
                  <a:pt x="853571" y="78119"/>
                  <a:pt x="855272" y="75027"/>
                </a:cubicBezTo>
                <a:cubicBezTo>
                  <a:pt x="856974" y="71936"/>
                  <a:pt x="859203" y="69455"/>
                  <a:pt x="861959" y="67586"/>
                </a:cubicBezTo>
                <a:cubicBezTo>
                  <a:pt x="864715" y="65716"/>
                  <a:pt x="867819" y="64302"/>
                  <a:pt x="871270" y="63344"/>
                </a:cubicBezTo>
                <a:cubicBezTo>
                  <a:pt x="873811" y="62673"/>
                  <a:pt x="877645" y="62025"/>
                  <a:pt x="882774" y="61402"/>
                </a:cubicBezTo>
                <a:cubicBezTo>
                  <a:pt x="893224" y="60156"/>
                  <a:pt x="900917" y="58670"/>
                  <a:pt x="905854" y="56945"/>
                </a:cubicBezTo>
                <a:cubicBezTo>
                  <a:pt x="905902" y="55171"/>
                  <a:pt x="905926" y="54045"/>
                  <a:pt x="905926" y="53565"/>
                </a:cubicBezTo>
                <a:cubicBezTo>
                  <a:pt x="905926" y="48293"/>
                  <a:pt x="904704" y="44578"/>
                  <a:pt x="902259" y="42421"/>
                </a:cubicBezTo>
                <a:cubicBezTo>
                  <a:pt x="898952" y="39497"/>
                  <a:pt x="894038" y="38035"/>
                  <a:pt x="887520" y="38035"/>
                </a:cubicBezTo>
                <a:cubicBezTo>
                  <a:pt x="881432" y="38035"/>
                  <a:pt x="876938" y="39101"/>
                  <a:pt x="874038" y="41234"/>
                </a:cubicBezTo>
                <a:cubicBezTo>
                  <a:pt x="871138" y="43368"/>
                  <a:pt x="868993" y="47142"/>
                  <a:pt x="867603" y="52559"/>
                </a:cubicBezTo>
                <a:lnTo>
                  <a:pt x="854949" y="50833"/>
                </a:lnTo>
                <a:cubicBezTo>
                  <a:pt x="856099" y="45417"/>
                  <a:pt x="857993" y="41043"/>
                  <a:pt x="860629" y="37711"/>
                </a:cubicBezTo>
                <a:cubicBezTo>
                  <a:pt x="863265" y="34380"/>
                  <a:pt x="867076" y="31816"/>
                  <a:pt x="872061" y="30018"/>
                </a:cubicBezTo>
                <a:cubicBezTo>
                  <a:pt x="877046" y="28221"/>
                  <a:pt x="882822" y="27322"/>
                  <a:pt x="889389" y="27322"/>
                </a:cubicBezTo>
                <a:cubicBezTo>
                  <a:pt x="895908" y="27322"/>
                  <a:pt x="901204" y="28089"/>
                  <a:pt x="905279" y="29623"/>
                </a:cubicBezTo>
                <a:cubicBezTo>
                  <a:pt x="909353" y="31157"/>
                  <a:pt x="912349" y="33086"/>
                  <a:pt x="914266" y="35411"/>
                </a:cubicBezTo>
                <a:cubicBezTo>
                  <a:pt x="916184" y="37735"/>
                  <a:pt x="917526" y="40671"/>
                  <a:pt x="918293" y="44218"/>
                </a:cubicBezTo>
                <a:cubicBezTo>
                  <a:pt x="918724" y="46423"/>
                  <a:pt x="918940" y="50402"/>
                  <a:pt x="918940" y="56154"/>
                </a:cubicBezTo>
                <a:lnTo>
                  <a:pt x="918940" y="73410"/>
                </a:lnTo>
                <a:cubicBezTo>
                  <a:pt x="918940" y="85441"/>
                  <a:pt x="919215" y="93050"/>
                  <a:pt x="919767" y="96238"/>
                </a:cubicBezTo>
                <a:cubicBezTo>
                  <a:pt x="920318" y="99425"/>
                  <a:pt x="921408" y="102481"/>
                  <a:pt x="923038" y="105405"/>
                </a:cubicBezTo>
                <a:lnTo>
                  <a:pt x="909521" y="105405"/>
                </a:lnTo>
                <a:cubicBezTo>
                  <a:pt x="908179" y="102721"/>
                  <a:pt x="907316" y="99581"/>
                  <a:pt x="906932" y="95986"/>
                </a:cubicBezTo>
                <a:moveTo>
                  <a:pt x="905854" y="67082"/>
                </a:moveTo>
                <a:cubicBezTo>
                  <a:pt x="901156" y="69000"/>
                  <a:pt x="894110" y="70629"/>
                  <a:pt x="884715" y="71972"/>
                </a:cubicBezTo>
                <a:cubicBezTo>
                  <a:pt x="879395" y="72739"/>
                  <a:pt x="875632" y="73601"/>
                  <a:pt x="873427" y="74560"/>
                </a:cubicBezTo>
                <a:cubicBezTo>
                  <a:pt x="871222" y="75519"/>
                  <a:pt x="869521" y="76921"/>
                  <a:pt x="868322" y="78766"/>
                </a:cubicBezTo>
                <a:cubicBezTo>
                  <a:pt x="867124" y="80612"/>
                  <a:pt x="866525" y="82661"/>
                  <a:pt x="866525" y="84914"/>
                </a:cubicBezTo>
                <a:cubicBezTo>
                  <a:pt x="866525" y="88365"/>
                  <a:pt x="867831" y="91241"/>
                  <a:pt x="870443" y="93542"/>
                </a:cubicBezTo>
                <a:cubicBezTo>
                  <a:pt x="873056" y="95842"/>
                  <a:pt x="876878" y="96993"/>
                  <a:pt x="881911" y="96993"/>
                </a:cubicBezTo>
                <a:cubicBezTo>
                  <a:pt x="886896" y="96993"/>
                  <a:pt x="891330" y="95902"/>
                  <a:pt x="895213" y="93721"/>
                </a:cubicBezTo>
                <a:cubicBezTo>
                  <a:pt x="899095" y="91540"/>
                  <a:pt x="901947" y="88556"/>
                  <a:pt x="903769" y="84770"/>
                </a:cubicBezTo>
                <a:cubicBezTo>
                  <a:pt x="905159" y="81846"/>
                  <a:pt x="905854" y="77532"/>
                  <a:pt x="905854" y="71828"/>
                </a:cubicBezTo>
                <a:lnTo>
                  <a:pt x="905854" y="67082"/>
                </a:lnTo>
                <a:close/>
                <a:moveTo>
                  <a:pt x="968044" y="93829"/>
                </a:moveTo>
                <a:lnTo>
                  <a:pt x="969913" y="105261"/>
                </a:lnTo>
                <a:cubicBezTo>
                  <a:pt x="966270" y="106028"/>
                  <a:pt x="963011" y="106412"/>
                  <a:pt x="960135" y="106412"/>
                </a:cubicBezTo>
                <a:cubicBezTo>
                  <a:pt x="955438" y="106412"/>
                  <a:pt x="951795" y="105669"/>
                  <a:pt x="949206" y="104183"/>
                </a:cubicBezTo>
                <a:cubicBezTo>
                  <a:pt x="946618" y="102697"/>
                  <a:pt x="944796" y="100743"/>
                  <a:pt x="943742" y="98323"/>
                </a:cubicBezTo>
                <a:cubicBezTo>
                  <a:pt x="942687" y="95902"/>
                  <a:pt x="942160" y="90809"/>
                  <a:pt x="942160" y="83044"/>
                </a:cubicBezTo>
                <a:lnTo>
                  <a:pt x="942160" y="39113"/>
                </a:lnTo>
                <a:lnTo>
                  <a:pt x="932669" y="39113"/>
                </a:lnTo>
                <a:lnTo>
                  <a:pt x="932669" y="29047"/>
                </a:lnTo>
                <a:lnTo>
                  <a:pt x="942160" y="29047"/>
                </a:lnTo>
                <a:lnTo>
                  <a:pt x="942160" y="10138"/>
                </a:lnTo>
                <a:lnTo>
                  <a:pt x="955030" y="2373"/>
                </a:lnTo>
                <a:lnTo>
                  <a:pt x="955030" y="29047"/>
                </a:lnTo>
                <a:lnTo>
                  <a:pt x="968044" y="29047"/>
                </a:lnTo>
                <a:lnTo>
                  <a:pt x="968044" y="39113"/>
                </a:lnTo>
                <a:lnTo>
                  <a:pt x="955030" y="39113"/>
                </a:lnTo>
                <a:lnTo>
                  <a:pt x="955030" y="83763"/>
                </a:lnTo>
                <a:cubicBezTo>
                  <a:pt x="955030" y="87454"/>
                  <a:pt x="955258" y="89827"/>
                  <a:pt x="955713" y="90881"/>
                </a:cubicBezTo>
                <a:cubicBezTo>
                  <a:pt x="956168" y="91936"/>
                  <a:pt x="956911" y="92775"/>
                  <a:pt x="957942" y="93398"/>
                </a:cubicBezTo>
                <a:cubicBezTo>
                  <a:pt x="958973" y="94021"/>
                  <a:pt x="960447" y="94332"/>
                  <a:pt x="962364" y="94332"/>
                </a:cubicBezTo>
                <a:cubicBezTo>
                  <a:pt x="963802" y="94332"/>
                  <a:pt x="965695" y="94165"/>
                  <a:pt x="968044" y="93829"/>
                </a:cubicBezTo>
                <a:close/>
                <a:moveTo>
                  <a:pt x="1030034" y="95986"/>
                </a:moveTo>
                <a:cubicBezTo>
                  <a:pt x="1025240" y="100060"/>
                  <a:pt x="1020627" y="102936"/>
                  <a:pt x="1016193" y="104614"/>
                </a:cubicBezTo>
                <a:cubicBezTo>
                  <a:pt x="1011759" y="106292"/>
                  <a:pt x="1007002" y="107131"/>
                  <a:pt x="1001921" y="107131"/>
                </a:cubicBezTo>
                <a:cubicBezTo>
                  <a:pt x="993533" y="107131"/>
                  <a:pt x="987086" y="105081"/>
                  <a:pt x="982580" y="100983"/>
                </a:cubicBezTo>
                <a:cubicBezTo>
                  <a:pt x="978074" y="96885"/>
                  <a:pt x="975821" y="91648"/>
                  <a:pt x="975821" y="85273"/>
                </a:cubicBezTo>
                <a:cubicBezTo>
                  <a:pt x="975821" y="81534"/>
                  <a:pt x="976672" y="78119"/>
                  <a:pt x="978374" y="75027"/>
                </a:cubicBezTo>
                <a:cubicBezTo>
                  <a:pt x="980075" y="71936"/>
                  <a:pt x="982304" y="69455"/>
                  <a:pt x="985061" y="67586"/>
                </a:cubicBezTo>
                <a:cubicBezTo>
                  <a:pt x="987817" y="65716"/>
                  <a:pt x="990920" y="64302"/>
                  <a:pt x="994372" y="63344"/>
                </a:cubicBezTo>
                <a:cubicBezTo>
                  <a:pt x="996912" y="62673"/>
                  <a:pt x="1000747" y="62025"/>
                  <a:pt x="1005876" y="61402"/>
                </a:cubicBezTo>
                <a:cubicBezTo>
                  <a:pt x="1016325" y="60156"/>
                  <a:pt x="1024018" y="58670"/>
                  <a:pt x="1028955" y="56945"/>
                </a:cubicBezTo>
                <a:cubicBezTo>
                  <a:pt x="1029003" y="55171"/>
                  <a:pt x="1029027" y="54045"/>
                  <a:pt x="1029027" y="53565"/>
                </a:cubicBezTo>
                <a:cubicBezTo>
                  <a:pt x="1029027" y="48293"/>
                  <a:pt x="1027805" y="44578"/>
                  <a:pt x="1025360" y="42421"/>
                </a:cubicBezTo>
                <a:cubicBezTo>
                  <a:pt x="1022053" y="39497"/>
                  <a:pt x="1017140" y="38035"/>
                  <a:pt x="1010621" y="38035"/>
                </a:cubicBezTo>
                <a:cubicBezTo>
                  <a:pt x="1004533" y="38035"/>
                  <a:pt x="1000040" y="39101"/>
                  <a:pt x="997140" y="41234"/>
                </a:cubicBezTo>
                <a:cubicBezTo>
                  <a:pt x="994240" y="43368"/>
                  <a:pt x="992095" y="47142"/>
                  <a:pt x="990705" y="52559"/>
                </a:cubicBezTo>
                <a:lnTo>
                  <a:pt x="978050" y="50833"/>
                </a:lnTo>
                <a:cubicBezTo>
                  <a:pt x="979201" y="45417"/>
                  <a:pt x="981094" y="41043"/>
                  <a:pt x="983730" y="37711"/>
                </a:cubicBezTo>
                <a:cubicBezTo>
                  <a:pt x="986367" y="34380"/>
                  <a:pt x="990177" y="31816"/>
                  <a:pt x="995162" y="30018"/>
                </a:cubicBezTo>
                <a:cubicBezTo>
                  <a:pt x="1000147" y="28221"/>
                  <a:pt x="1005923" y="27322"/>
                  <a:pt x="1012490" y="27322"/>
                </a:cubicBezTo>
                <a:cubicBezTo>
                  <a:pt x="1019009" y="27322"/>
                  <a:pt x="1024306" y="28089"/>
                  <a:pt x="1028380" y="29623"/>
                </a:cubicBezTo>
                <a:cubicBezTo>
                  <a:pt x="1032454" y="31157"/>
                  <a:pt x="1035450" y="33086"/>
                  <a:pt x="1037368" y="35411"/>
                </a:cubicBezTo>
                <a:cubicBezTo>
                  <a:pt x="1039285" y="37735"/>
                  <a:pt x="1040627" y="40671"/>
                  <a:pt x="1041394" y="44218"/>
                </a:cubicBezTo>
                <a:cubicBezTo>
                  <a:pt x="1041825" y="46423"/>
                  <a:pt x="1042041" y="50402"/>
                  <a:pt x="1042041" y="56154"/>
                </a:cubicBezTo>
                <a:lnTo>
                  <a:pt x="1042041" y="73410"/>
                </a:lnTo>
                <a:cubicBezTo>
                  <a:pt x="1042041" y="85441"/>
                  <a:pt x="1042317" y="93050"/>
                  <a:pt x="1042868" y="96238"/>
                </a:cubicBezTo>
                <a:cubicBezTo>
                  <a:pt x="1043419" y="99425"/>
                  <a:pt x="1044510" y="102481"/>
                  <a:pt x="1046139" y="105405"/>
                </a:cubicBezTo>
                <a:lnTo>
                  <a:pt x="1032622" y="105405"/>
                </a:lnTo>
                <a:cubicBezTo>
                  <a:pt x="1031280" y="102721"/>
                  <a:pt x="1030417" y="99581"/>
                  <a:pt x="1030034" y="95986"/>
                </a:cubicBezTo>
                <a:moveTo>
                  <a:pt x="1028955" y="67082"/>
                </a:moveTo>
                <a:cubicBezTo>
                  <a:pt x="1024258" y="69000"/>
                  <a:pt x="1017212" y="70629"/>
                  <a:pt x="1007817" y="71972"/>
                </a:cubicBezTo>
                <a:cubicBezTo>
                  <a:pt x="1002496" y="72739"/>
                  <a:pt x="998733" y="73601"/>
                  <a:pt x="996529" y="74560"/>
                </a:cubicBezTo>
                <a:cubicBezTo>
                  <a:pt x="994324" y="75519"/>
                  <a:pt x="992622" y="76921"/>
                  <a:pt x="991424" y="78766"/>
                </a:cubicBezTo>
                <a:cubicBezTo>
                  <a:pt x="990225" y="80612"/>
                  <a:pt x="989626" y="82661"/>
                  <a:pt x="989626" y="84914"/>
                </a:cubicBezTo>
                <a:cubicBezTo>
                  <a:pt x="989626" y="88365"/>
                  <a:pt x="990932" y="91241"/>
                  <a:pt x="993545" y="93542"/>
                </a:cubicBezTo>
                <a:cubicBezTo>
                  <a:pt x="996157" y="95842"/>
                  <a:pt x="999980" y="96993"/>
                  <a:pt x="1005013" y="96993"/>
                </a:cubicBezTo>
                <a:cubicBezTo>
                  <a:pt x="1009998" y="96993"/>
                  <a:pt x="1014432" y="95902"/>
                  <a:pt x="1018314" y="93721"/>
                </a:cubicBezTo>
                <a:cubicBezTo>
                  <a:pt x="1022197" y="91540"/>
                  <a:pt x="1025049" y="88556"/>
                  <a:pt x="1026870" y="84770"/>
                </a:cubicBezTo>
                <a:cubicBezTo>
                  <a:pt x="1028260" y="81846"/>
                  <a:pt x="1028955" y="77532"/>
                  <a:pt x="1028955" y="71828"/>
                </a:cubicBezTo>
                <a:lnTo>
                  <a:pt x="1028955" y="67082"/>
                </a:ln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99728-D8B4-4610-B698-231D08DE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163" y="3231866"/>
            <a:ext cx="960075" cy="188482"/>
          </a:xfrm>
          <a:custGeom xmlns:a="http://schemas.openxmlformats.org/drawingml/2006/main">
            <a:pathLst>
              <a:path w="960075" h="188482" fill="none">
                <a:moveTo>
                  <a:pt x="960075" y="1"/>
                </a:moveTo>
                <a:cubicBezTo>
                  <a:pt x="960075" y="52049"/>
                  <a:pt x="953043" y="94242"/>
                  <a:pt x="944368" y="94242"/>
                </a:cubicBezTo>
                <a:lnTo>
                  <a:pt x="502444" y="94241"/>
                </a:lnTo>
                <a:cubicBezTo>
                  <a:pt x="493770" y="94241"/>
                  <a:pt x="486738" y="136434"/>
                  <a:pt x="486738" y="188482"/>
                </a:cubicBezTo>
                <a:cubicBezTo>
                  <a:pt x="486738" y="136434"/>
                  <a:pt x="479706" y="94241"/>
                  <a:pt x="471032" y="94241"/>
                </a:cubicBezTo>
                <a:lnTo>
                  <a:pt x="15706" y="94241"/>
                </a:lnTo>
                <a:cubicBezTo>
                  <a:pt x="7032" y="94241"/>
                  <a:pt x="0" y="5204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247" cap="flat">
            <a:solidFill>
              <a:srgbClr val="BF9000"/>
            </a:solidFill>
            <a:custDash>
              <a:ds d="300000" sp="100000"/>
            </a:custDash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A02E7-C12C-496E-8ACB-A7C19FD4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212" y="3231866"/>
            <a:ext cx="960075" cy="188482"/>
          </a:xfrm>
          <a:custGeom xmlns:a="http://schemas.openxmlformats.org/drawingml/2006/main">
            <a:pathLst>
              <a:path w="960075" h="188482" fill="none">
                <a:moveTo>
                  <a:pt x="960075" y="1"/>
                </a:moveTo>
                <a:cubicBezTo>
                  <a:pt x="960075" y="52049"/>
                  <a:pt x="953043" y="94242"/>
                  <a:pt x="944368" y="94242"/>
                </a:cubicBezTo>
                <a:lnTo>
                  <a:pt x="502444" y="94241"/>
                </a:lnTo>
                <a:cubicBezTo>
                  <a:pt x="493770" y="94241"/>
                  <a:pt x="486738" y="136434"/>
                  <a:pt x="486738" y="188482"/>
                </a:cubicBezTo>
                <a:cubicBezTo>
                  <a:pt x="486738" y="136434"/>
                  <a:pt x="479706" y="94241"/>
                  <a:pt x="471032" y="94241"/>
                </a:cubicBezTo>
                <a:lnTo>
                  <a:pt x="15706" y="94241"/>
                </a:lnTo>
                <a:cubicBezTo>
                  <a:pt x="7032" y="94241"/>
                  <a:pt x="0" y="5204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0247" cap="flat">
            <a:solidFill>
              <a:srgbClr val="BF9000"/>
            </a:solidFill>
            <a:custDash>
              <a:ds d="300000" sp="100000"/>
            </a:custDash>
            <a:miter/>
          </a:ln>
        </p:spPr>
      </p:sp>
      <p:sp>
        <p:nvSpPr>
          <p:cNvPr id="151" name="Text Signed">
            <a:extLst xmlns:a="http://schemas.openxmlformats.org/drawingml/2006/main">
              <a:ext uri="{FF2B5EF4-FFF2-40B4-BE49-F238E27FC236}">
                <a16:creationId xmlns:a16="http://schemas.microsoft.com/office/drawing/2014/main" id="{42F85083-6544-4FE0-9A38-BC78BD0D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47" y="2910078"/>
            <a:ext cx="363379" cy="113317"/>
          </a:xfrm>
          <a:custGeom xmlns:a="http://schemas.openxmlformats.org/drawingml/2006/main">
            <a:pathLst>
              <a:path w="363379" h="113317">
                <a:moveTo>
                  <a:pt x="0" y="60137"/>
                </a:moveTo>
                <a:lnTo>
                  <a:pt x="10789" y="59194"/>
                </a:lnTo>
                <a:cubicBezTo>
                  <a:pt x="11300" y="63517"/>
                  <a:pt x="12489" y="67064"/>
                  <a:pt x="14356" y="69835"/>
                </a:cubicBezTo>
                <a:cubicBezTo>
                  <a:pt x="16223" y="72606"/>
                  <a:pt x="19122" y="74847"/>
                  <a:pt x="23052" y="76557"/>
                </a:cubicBezTo>
                <a:cubicBezTo>
                  <a:pt x="26983" y="78266"/>
                  <a:pt x="31405" y="79121"/>
                  <a:pt x="36318" y="79121"/>
                </a:cubicBezTo>
                <a:cubicBezTo>
                  <a:pt x="40681" y="79121"/>
                  <a:pt x="44533" y="78473"/>
                  <a:pt x="47874" y="77176"/>
                </a:cubicBezTo>
                <a:cubicBezTo>
                  <a:pt x="51215" y="75879"/>
                  <a:pt x="53701" y="74100"/>
                  <a:pt x="55332" y="71840"/>
                </a:cubicBezTo>
                <a:cubicBezTo>
                  <a:pt x="56963" y="69580"/>
                  <a:pt x="57779" y="67114"/>
                  <a:pt x="57779" y="64441"/>
                </a:cubicBezTo>
                <a:cubicBezTo>
                  <a:pt x="57779" y="61729"/>
                  <a:pt x="56993" y="59361"/>
                  <a:pt x="55420" y="57336"/>
                </a:cubicBezTo>
                <a:cubicBezTo>
                  <a:pt x="53848" y="55312"/>
                  <a:pt x="51254" y="53612"/>
                  <a:pt x="47638" y="52237"/>
                </a:cubicBezTo>
                <a:cubicBezTo>
                  <a:pt x="45319" y="51333"/>
                  <a:pt x="40190" y="49927"/>
                  <a:pt x="32250" y="48021"/>
                </a:cubicBezTo>
                <a:cubicBezTo>
                  <a:pt x="24310" y="46115"/>
                  <a:pt x="18749" y="44317"/>
                  <a:pt x="15565" y="42626"/>
                </a:cubicBezTo>
                <a:cubicBezTo>
                  <a:pt x="11438" y="40465"/>
                  <a:pt x="8362" y="37782"/>
                  <a:pt x="6338" y="34579"/>
                </a:cubicBezTo>
                <a:cubicBezTo>
                  <a:pt x="4314" y="31375"/>
                  <a:pt x="3302" y="27789"/>
                  <a:pt x="3302" y="23819"/>
                </a:cubicBezTo>
                <a:cubicBezTo>
                  <a:pt x="3302" y="19456"/>
                  <a:pt x="4540" y="15378"/>
                  <a:pt x="7016" y="11585"/>
                </a:cubicBezTo>
                <a:cubicBezTo>
                  <a:pt x="9492" y="7792"/>
                  <a:pt x="13108" y="4913"/>
                  <a:pt x="17864" y="2948"/>
                </a:cubicBezTo>
                <a:cubicBezTo>
                  <a:pt x="22620" y="983"/>
                  <a:pt x="27907" y="0"/>
                  <a:pt x="33724" y="0"/>
                </a:cubicBezTo>
                <a:cubicBezTo>
                  <a:pt x="40131" y="0"/>
                  <a:pt x="45781" y="1032"/>
                  <a:pt x="50674" y="3095"/>
                </a:cubicBezTo>
                <a:cubicBezTo>
                  <a:pt x="55568" y="5159"/>
                  <a:pt x="59331" y="8195"/>
                  <a:pt x="61965" y="12204"/>
                </a:cubicBezTo>
                <a:cubicBezTo>
                  <a:pt x="64598" y="16213"/>
                  <a:pt x="66013" y="20753"/>
                  <a:pt x="66210" y="25823"/>
                </a:cubicBezTo>
                <a:lnTo>
                  <a:pt x="55243" y="26649"/>
                </a:lnTo>
                <a:cubicBezTo>
                  <a:pt x="54654" y="21185"/>
                  <a:pt x="52659" y="17058"/>
                  <a:pt x="49259" y="14268"/>
                </a:cubicBezTo>
                <a:cubicBezTo>
                  <a:pt x="45859" y="11477"/>
                  <a:pt x="40838" y="10082"/>
                  <a:pt x="34196" y="10082"/>
                </a:cubicBezTo>
                <a:cubicBezTo>
                  <a:pt x="27278" y="10082"/>
                  <a:pt x="22237" y="11349"/>
                  <a:pt x="19073" y="13885"/>
                </a:cubicBezTo>
                <a:cubicBezTo>
                  <a:pt x="15909" y="16420"/>
                  <a:pt x="14327" y="19476"/>
                  <a:pt x="14327" y="23052"/>
                </a:cubicBezTo>
                <a:cubicBezTo>
                  <a:pt x="14327" y="26158"/>
                  <a:pt x="15447" y="28712"/>
                  <a:pt x="17687" y="30717"/>
                </a:cubicBezTo>
                <a:cubicBezTo>
                  <a:pt x="19888" y="32722"/>
                  <a:pt x="25637" y="34775"/>
                  <a:pt x="34932" y="36878"/>
                </a:cubicBezTo>
                <a:cubicBezTo>
                  <a:pt x="44228" y="38981"/>
                  <a:pt x="50605" y="40818"/>
                  <a:pt x="54064" y="42391"/>
                </a:cubicBezTo>
                <a:cubicBezTo>
                  <a:pt x="59095" y="44710"/>
                  <a:pt x="62810" y="47648"/>
                  <a:pt x="65207" y="51205"/>
                </a:cubicBezTo>
                <a:cubicBezTo>
                  <a:pt x="67605" y="54762"/>
                  <a:pt x="68804" y="58860"/>
                  <a:pt x="68804" y="63498"/>
                </a:cubicBezTo>
                <a:cubicBezTo>
                  <a:pt x="68804" y="68096"/>
                  <a:pt x="67487" y="72430"/>
                  <a:pt x="64854" y="76498"/>
                </a:cubicBezTo>
                <a:cubicBezTo>
                  <a:pt x="62220" y="80566"/>
                  <a:pt x="58437" y="83730"/>
                  <a:pt x="53504" y="85990"/>
                </a:cubicBezTo>
                <a:cubicBezTo>
                  <a:pt x="48571" y="88250"/>
                  <a:pt x="43020" y="89380"/>
                  <a:pt x="36849" y="89380"/>
                </a:cubicBezTo>
                <a:cubicBezTo>
                  <a:pt x="29027" y="89380"/>
                  <a:pt x="22473" y="88240"/>
                  <a:pt x="17186" y="85960"/>
                </a:cubicBezTo>
                <a:cubicBezTo>
                  <a:pt x="11900" y="83681"/>
                  <a:pt x="7753" y="80251"/>
                  <a:pt x="4746" y="75672"/>
                </a:cubicBezTo>
                <a:cubicBezTo>
                  <a:pt x="1739" y="71093"/>
                  <a:pt x="157" y="65915"/>
                  <a:pt x="0" y="60137"/>
                </a:cubicBezTo>
                <a:close/>
                <a:moveTo>
                  <a:pt x="83578" y="13678"/>
                </a:moveTo>
                <a:lnTo>
                  <a:pt x="83578" y="1474"/>
                </a:lnTo>
                <a:lnTo>
                  <a:pt x="94191" y="1474"/>
                </a:lnTo>
                <a:lnTo>
                  <a:pt x="94191" y="13678"/>
                </a:lnTo>
                <a:lnTo>
                  <a:pt x="83578" y="13678"/>
                </a:lnTo>
                <a:moveTo>
                  <a:pt x="83578" y="87906"/>
                </a:moveTo>
                <a:lnTo>
                  <a:pt x="83578" y="25293"/>
                </a:lnTo>
                <a:lnTo>
                  <a:pt x="94191" y="25293"/>
                </a:lnTo>
                <a:lnTo>
                  <a:pt x="94191" y="87906"/>
                </a:lnTo>
                <a:lnTo>
                  <a:pt x="83578" y="87906"/>
                </a:lnTo>
                <a:close/>
                <a:moveTo>
                  <a:pt x="108584" y="93094"/>
                </a:moveTo>
                <a:lnTo>
                  <a:pt x="118902" y="94627"/>
                </a:lnTo>
                <a:cubicBezTo>
                  <a:pt x="119334" y="97811"/>
                  <a:pt x="120533" y="100130"/>
                  <a:pt x="122498" y="101584"/>
                </a:cubicBezTo>
                <a:cubicBezTo>
                  <a:pt x="125132" y="103549"/>
                  <a:pt x="128728" y="104532"/>
                  <a:pt x="133288" y="104532"/>
                </a:cubicBezTo>
                <a:cubicBezTo>
                  <a:pt x="138201" y="104532"/>
                  <a:pt x="141994" y="103549"/>
                  <a:pt x="144666" y="101584"/>
                </a:cubicBezTo>
                <a:cubicBezTo>
                  <a:pt x="147339" y="99619"/>
                  <a:pt x="149147" y="96868"/>
                  <a:pt x="150091" y="93330"/>
                </a:cubicBezTo>
                <a:cubicBezTo>
                  <a:pt x="150641" y="91168"/>
                  <a:pt x="150896" y="86629"/>
                  <a:pt x="150857" y="79711"/>
                </a:cubicBezTo>
                <a:cubicBezTo>
                  <a:pt x="146219" y="85174"/>
                  <a:pt x="140441" y="87906"/>
                  <a:pt x="133523" y="87906"/>
                </a:cubicBezTo>
                <a:cubicBezTo>
                  <a:pt x="124916" y="87906"/>
                  <a:pt x="118253" y="84801"/>
                  <a:pt x="113537" y="78591"/>
                </a:cubicBezTo>
                <a:cubicBezTo>
                  <a:pt x="108820" y="72380"/>
                  <a:pt x="106462" y="64932"/>
                  <a:pt x="106462" y="56246"/>
                </a:cubicBezTo>
                <a:cubicBezTo>
                  <a:pt x="106462" y="50271"/>
                  <a:pt x="107543" y="44759"/>
                  <a:pt x="109705" y="39708"/>
                </a:cubicBezTo>
                <a:cubicBezTo>
                  <a:pt x="111866" y="34657"/>
                  <a:pt x="115001" y="30756"/>
                  <a:pt x="119108" y="28005"/>
                </a:cubicBezTo>
                <a:cubicBezTo>
                  <a:pt x="123216" y="25254"/>
                  <a:pt x="128040" y="23878"/>
                  <a:pt x="133582" y="23878"/>
                </a:cubicBezTo>
                <a:cubicBezTo>
                  <a:pt x="140972" y="23878"/>
                  <a:pt x="147064" y="26865"/>
                  <a:pt x="151859" y="32839"/>
                </a:cubicBezTo>
                <a:lnTo>
                  <a:pt x="151859" y="25293"/>
                </a:lnTo>
                <a:lnTo>
                  <a:pt x="161646" y="25293"/>
                </a:lnTo>
                <a:lnTo>
                  <a:pt x="161646" y="79416"/>
                </a:lnTo>
                <a:cubicBezTo>
                  <a:pt x="161646" y="89164"/>
                  <a:pt x="160654" y="96072"/>
                  <a:pt x="158669" y="100140"/>
                </a:cubicBezTo>
                <a:cubicBezTo>
                  <a:pt x="156684" y="104208"/>
                  <a:pt x="153540" y="107421"/>
                  <a:pt x="149236" y="109779"/>
                </a:cubicBezTo>
                <a:cubicBezTo>
                  <a:pt x="144932" y="112138"/>
                  <a:pt x="139635" y="113317"/>
                  <a:pt x="133347" y="113317"/>
                </a:cubicBezTo>
                <a:cubicBezTo>
                  <a:pt x="125879" y="113317"/>
                  <a:pt x="119845" y="111637"/>
                  <a:pt x="115247" y="108276"/>
                </a:cubicBezTo>
                <a:cubicBezTo>
                  <a:pt x="110648" y="104915"/>
                  <a:pt x="108427" y="99855"/>
                  <a:pt x="108584" y="93094"/>
                </a:cubicBezTo>
                <a:moveTo>
                  <a:pt x="117369" y="55479"/>
                </a:moveTo>
                <a:cubicBezTo>
                  <a:pt x="117369" y="63694"/>
                  <a:pt x="119000" y="69688"/>
                  <a:pt x="122263" y="73461"/>
                </a:cubicBezTo>
                <a:cubicBezTo>
                  <a:pt x="125525" y="77235"/>
                  <a:pt x="129613" y="79121"/>
                  <a:pt x="134526" y="79121"/>
                </a:cubicBezTo>
                <a:cubicBezTo>
                  <a:pt x="139400" y="79121"/>
                  <a:pt x="143487" y="77244"/>
                  <a:pt x="146789" y="73491"/>
                </a:cubicBezTo>
                <a:cubicBezTo>
                  <a:pt x="150091" y="69737"/>
                  <a:pt x="151741" y="63851"/>
                  <a:pt x="151741" y="55833"/>
                </a:cubicBezTo>
                <a:cubicBezTo>
                  <a:pt x="151741" y="48168"/>
                  <a:pt x="150041" y="42391"/>
                  <a:pt x="146642" y="38499"/>
                </a:cubicBezTo>
                <a:cubicBezTo>
                  <a:pt x="143242" y="34608"/>
                  <a:pt x="139144" y="32663"/>
                  <a:pt x="134349" y="32663"/>
                </a:cubicBezTo>
                <a:cubicBezTo>
                  <a:pt x="129632" y="32663"/>
                  <a:pt x="125623" y="34579"/>
                  <a:pt x="122321" y="38411"/>
                </a:cubicBezTo>
                <a:cubicBezTo>
                  <a:pt x="119020" y="42243"/>
                  <a:pt x="117369" y="47933"/>
                  <a:pt x="117369" y="55479"/>
                </a:cubicBezTo>
                <a:close/>
                <a:moveTo>
                  <a:pt x="177990" y="87906"/>
                </a:moveTo>
                <a:lnTo>
                  <a:pt x="177990" y="25293"/>
                </a:lnTo>
                <a:lnTo>
                  <a:pt x="187542" y="25293"/>
                </a:lnTo>
                <a:lnTo>
                  <a:pt x="187542" y="34196"/>
                </a:lnTo>
                <a:cubicBezTo>
                  <a:pt x="192140" y="27317"/>
                  <a:pt x="198783" y="23878"/>
                  <a:pt x="207469" y="23878"/>
                </a:cubicBezTo>
                <a:cubicBezTo>
                  <a:pt x="211243" y="23878"/>
                  <a:pt x="214711" y="24556"/>
                  <a:pt x="217875" y="25912"/>
                </a:cubicBezTo>
                <a:cubicBezTo>
                  <a:pt x="221039" y="27268"/>
                  <a:pt x="223408" y="29047"/>
                  <a:pt x="224980" y="31248"/>
                </a:cubicBezTo>
                <a:cubicBezTo>
                  <a:pt x="226552" y="33449"/>
                  <a:pt x="227653" y="36062"/>
                  <a:pt x="228281" y="39089"/>
                </a:cubicBezTo>
                <a:cubicBezTo>
                  <a:pt x="228674" y="41054"/>
                  <a:pt x="228871" y="44493"/>
                  <a:pt x="228871" y="49407"/>
                </a:cubicBezTo>
                <a:lnTo>
                  <a:pt x="228871" y="87906"/>
                </a:lnTo>
                <a:lnTo>
                  <a:pt x="218259" y="87906"/>
                </a:lnTo>
                <a:lnTo>
                  <a:pt x="218259" y="49819"/>
                </a:lnTo>
                <a:cubicBezTo>
                  <a:pt x="218259" y="45496"/>
                  <a:pt x="217846" y="42263"/>
                  <a:pt x="217021" y="40121"/>
                </a:cubicBezTo>
                <a:cubicBezTo>
                  <a:pt x="216195" y="37979"/>
                  <a:pt x="214731" y="36269"/>
                  <a:pt x="212628" y="34991"/>
                </a:cubicBezTo>
                <a:cubicBezTo>
                  <a:pt x="210525" y="33714"/>
                  <a:pt x="208059" y="33075"/>
                  <a:pt x="205229" y="33075"/>
                </a:cubicBezTo>
                <a:cubicBezTo>
                  <a:pt x="200709" y="33075"/>
                  <a:pt x="196808" y="34510"/>
                  <a:pt x="193526" y="37379"/>
                </a:cubicBezTo>
                <a:cubicBezTo>
                  <a:pt x="190244" y="40249"/>
                  <a:pt x="188603" y="45692"/>
                  <a:pt x="188603" y="53711"/>
                </a:cubicBezTo>
                <a:lnTo>
                  <a:pt x="188603" y="87906"/>
                </a:lnTo>
                <a:lnTo>
                  <a:pt x="177990" y="87906"/>
                </a:lnTo>
                <a:close/>
                <a:moveTo>
                  <a:pt x="288313" y="67742"/>
                </a:moveTo>
                <a:lnTo>
                  <a:pt x="299279" y="69098"/>
                </a:lnTo>
                <a:cubicBezTo>
                  <a:pt x="297550" y="75505"/>
                  <a:pt x="294347" y="80477"/>
                  <a:pt x="289669" y="84015"/>
                </a:cubicBezTo>
                <a:cubicBezTo>
                  <a:pt x="284992" y="87552"/>
                  <a:pt x="279018" y="89321"/>
                  <a:pt x="271746" y="89321"/>
                </a:cubicBezTo>
                <a:cubicBezTo>
                  <a:pt x="262588" y="89321"/>
                  <a:pt x="255326" y="86501"/>
                  <a:pt x="249961" y="80861"/>
                </a:cubicBezTo>
                <a:cubicBezTo>
                  <a:pt x="244596" y="75220"/>
                  <a:pt x="241914" y="67310"/>
                  <a:pt x="241914" y="57130"/>
                </a:cubicBezTo>
                <a:cubicBezTo>
                  <a:pt x="241914" y="46596"/>
                  <a:pt x="244626" y="38421"/>
                  <a:pt x="250050" y="32604"/>
                </a:cubicBezTo>
                <a:cubicBezTo>
                  <a:pt x="255474" y="26786"/>
                  <a:pt x="262509" y="23878"/>
                  <a:pt x="271157" y="23878"/>
                </a:cubicBezTo>
                <a:cubicBezTo>
                  <a:pt x="279529" y="23878"/>
                  <a:pt x="286368" y="26728"/>
                  <a:pt x="291674" y="32427"/>
                </a:cubicBezTo>
                <a:cubicBezTo>
                  <a:pt x="296980" y="38126"/>
                  <a:pt x="299633" y="46144"/>
                  <a:pt x="299633" y="56482"/>
                </a:cubicBezTo>
                <a:cubicBezTo>
                  <a:pt x="299633" y="57110"/>
                  <a:pt x="299614" y="58054"/>
                  <a:pt x="299574" y="59312"/>
                </a:cubicBezTo>
                <a:lnTo>
                  <a:pt x="252880" y="59312"/>
                </a:lnTo>
                <a:cubicBezTo>
                  <a:pt x="253273" y="66190"/>
                  <a:pt x="255218" y="71457"/>
                  <a:pt x="258716" y="75112"/>
                </a:cubicBezTo>
                <a:cubicBezTo>
                  <a:pt x="262215" y="78768"/>
                  <a:pt x="266578" y="80595"/>
                  <a:pt x="271805" y="80595"/>
                </a:cubicBezTo>
                <a:cubicBezTo>
                  <a:pt x="275696" y="80595"/>
                  <a:pt x="279018" y="79573"/>
                  <a:pt x="281769" y="77529"/>
                </a:cubicBezTo>
                <a:cubicBezTo>
                  <a:pt x="284520" y="75486"/>
                  <a:pt x="286702" y="72223"/>
                  <a:pt x="288313" y="67742"/>
                </a:cubicBezTo>
                <a:moveTo>
                  <a:pt x="253469" y="50586"/>
                </a:moveTo>
                <a:lnTo>
                  <a:pt x="288431" y="50586"/>
                </a:lnTo>
                <a:cubicBezTo>
                  <a:pt x="287960" y="45319"/>
                  <a:pt x="286623" y="41369"/>
                  <a:pt x="284422" y="38735"/>
                </a:cubicBezTo>
                <a:cubicBezTo>
                  <a:pt x="281042" y="34648"/>
                  <a:pt x="276659" y="32604"/>
                  <a:pt x="271274" y="32604"/>
                </a:cubicBezTo>
                <a:cubicBezTo>
                  <a:pt x="266401" y="32604"/>
                  <a:pt x="262303" y="34235"/>
                  <a:pt x="258982" y="37497"/>
                </a:cubicBezTo>
                <a:cubicBezTo>
                  <a:pt x="255660" y="40759"/>
                  <a:pt x="253823" y="45122"/>
                  <a:pt x="253469" y="50586"/>
                </a:cubicBezTo>
                <a:close/>
                <a:moveTo>
                  <a:pt x="353533" y="87906"/>
                </a:moveTo>
                <a:lnTo>
                  <a:pt x="353533" y="80006"/>
                </a:lnTo>
                <a:cubicBezTo>
                  <a:pt x="349564" y="86216"/>
                  <a:pt x="343727" y="89321"/>
                  <a:pt x="336023" y="89321"/>
                </a:cubicBezTo>
                <a:cubicBezTo>
                  <a:pt x="331031" y="89321"/>
                  <a:pt x="326442" y="87945"/>
                  <a:pt x="322256" y="85194"/>
                </a:cubicBezTo>
                <a:cubicBezTo>
                  <a:pt x="318070" y="82443"/>
                  <a:pt x="314828" y="78601"/>
                  <a:pt x="312528" y="73668"/>
                </a:cubicBezTo>
                <a:cubicBezTo>
                  <a:pt x="310229" y="68735"/>
                  <a:pt x="309079" y="63065"/>
                  <a:pt x="309079" y="56658"/>
                </a:cubicBezTo>
                <a:cubicBezTo>
                  <a:pt x="309079" y="50409"/>
                  <a:pt x="310121" y="44739"/>
                  <a:pt x="312204" y="39649"/>
                </a:cubicBezTo>
                <a:cubicBezTo>
                  <a:pt x="314287" y="34559"/>
                  <a:pt x="317412" y="30658"/>
                  <a:pt x="321578" y="27946"/>
                </a:cubicBezTo>
                <a:cubicBezTo>
                  <a:pt x="325745" y="25234"/>
                  <a:pt x="330402" y="23878"/>
                  <a:pt x="335551" y="23878"/>
                </a:cubicBezTo>
                <a:cubicBezTo>
                  <a:pt x="339325" y="23878"/>
                  <a:pt x="342685" y="24674"/>
                  <a:pt x="345633" y="26266"/>
                </a:cubicBezTo>
                <a:cubicBezTo>
                  <a:pt x="348581" y="27858"/>
                  <a:pt x="350979" y="29931"/>
                  <a:pt x="352826" y="32486"/>
                </a:cubicBezTo>
                <a:lnTo>
                  <a:pt x="352826" y="1474"/>
                </a:lnTo>
                <a:lnTo>
                  <a:pt x="363379" y="1474"/>
                </a:lnTo>
                <a:lnTo>
                  <a:pt x="363379" y="87906"/>
                </a:lnTo>
                <a:lnTo>
                  <a:pt x="353533" y="87906"/>
                </a:lnTo>
                <a:moveTo>
                  <a:pt x="319986" y="56658"/>
                </a:moveTo>
                <a:cubicBezTo>
                  <a:pt x="319986" y="64677"/>
                  <a:pt x="321677" y="70671"/>
                  <a:pt x="325057" y="74641"/>
                </a:cubicBezTo>
                <a:cubicBezTo>
                  <a:pt x="328437" y="78610"/>
                  <a:pt x="332427" y="80595"/>
                  <a:pt x="337025" y="80595"/>
                </a:cubicBezTo>
                <a:cubicBezTo>
                  <a:pt x="341663" y="80595"/>
                  <a:pt x="345604" y="78699"/>
                  <a:pt x="348846" y="74906"/>
                </a:cubicBezTo>
                <a:cubicBezTo>
                  <a:pt x="352089" y="71113"/>
                  <a:pt x="353710" y="65325"/>
                  <a:pt x="353710" y="57543"/>
                </a:cubicBezTo>
                <a:cubicBezTo>
                  <a:pt x="353710" y="48974"/>
                  <a:pt x="352059" y="42685"/>
                  <a:pt x="348758" y="38676"/>
                </a:cubicBezTo>
                <a:cubicBezTo>
                  <a:pt x="345456" y="34667"/>
                  <a:pt x="341388" y="32663"/>
                  <a:pt x="336554" y="32663"/>
                </a:cubicBezTo>
                <a:cubicBezTo>
                  <a:pt x="331837" y="32663"/>
                  <a:pt x="327897" y="34589"/>
                  <a:pt x="324733" y="38440"/>
                </a:cubicBezTo>
                <a:cubicBezTo>
                  <a:pt x="321568" y="42292"/>
                  <a:pt x="319986" y="48365"/>
                  <a:pt x="319986" y="56658"/>
                </a:cubicBez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by">
            <a:extLst xmlns:a="http://schemas.openxmlformats.org/drawingml/2006/main">
              <a:ext uri="{FF2B5EF4-FFF2-40B4-BE49-F238E27FC236}">
                <a16:creationId xmlns:a16="http://schemas.microsoft.com/office/drawing/2014/main" id="{01840DC2-2425-4DA0-BD33-D6370E47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52" y="3058802"/>
            <a:ext cx="118896" cy="111843"/>
          </a:xfrm>
          <a:custGeom xmlns:a="http://schemas.openxmlformats.org/drawingml/2006/main">
            <a:pathLst>
              <a:path w="118896" h="111843">
                <a:moveTo>
                  <a:pt x="9846" y="86432"/>
                </a:moveTo>
                <a:lnTo>
                  <a:pt x="0" y="86432"/>
                </a:lnTo>
                <a:lnTo>
                  <a:pt x="0" y="0"/>
                </a:lnTo>
                <a:lnTo>
                  <a:pt x="10612" y="0"/>
                </a:lnTo>
                <a:lnTo>
                  <a:pt x="10612" y="30835"/>
                </a:lnTo>
                <a:cubicBezTo>
                  <a:pt x="15093" y="25214"/>
                  <a:pt x="20812" y="22404"/>
                  <a:pt x="27769" y="22404"/>
                </a:cubicBezTo>
                <a:cubicBezTo>
                  <a:pt x="31621" y="22404"/>
                  <a:pt x="35267" y="23180"/>
                  <a:pt x="38706" y="24733"/>
                </a:cubicBezTo>
                <a:cubicBezTo>
                  <a:pt x="42145" y="26285"/>
                  <a:pt x="44975" y="28467"/>
                  <a:pt x="47196" y="31277"/>
                </a:cubicBezTo>
                <a:cubicBezTo>
                  <a:pt x="49416" y="34087"/>
                  <a:pt x="51156" y="37477"/>
                  <a:pt x="52413" y="41447"/>
                </a:cubicBezTo>
                <a:cubicBezTo>
                  <a:pt x="53671" y="45417"/>
                  <a:pt x="54300" y="49662"/>
                  <a:pt x="54300" y="54182"/>
                </a:cubicBezTo>
                <a:cubicBezTo>
                  <a:pt x="54300" y="64912"/>
                  <a:pt x="51647" y="73206"/>
                  <a:pt x="46341" y="79062"/>
                </a:cubicBezTo>
                <a:cubicBezTo>
                  <a:pt x="41035" y="84919"/>
                  <a:pt x="34667" y="87847"/>
                  <a:pt x="27238" y="87847"/>
                </a:cubicBezTo>
                <a:cubicBezTo>
                  <a:pt x="19849" y="87847"/>
                  <a:pt x="14052" y="84762"/>
                  <a:pt x="9846" y="78591"/>
                </a:cubicBezTo>
                <a:lnTo>
                  <a:pt x="9846" y="86432"/>
                </a:lnTo>
                <a:moveTo>
                  <a:pt x="9728" y="54654"/>
                </a:moveTo>
                <a:cubicBezTo>
                  <a:pt x="9728" y="62161"/>
                  <a:pt x="10750" y="67585"/>
                  <a:pt x="12794" y="70926"/>
                </a:cubicBezTo>
                <a:cubicBezTo>
                  <a:pt x="16135" y="76390"/>
                  <a:pt x="20655" y="79121"/>
                  <a:pt x="26354" y="79121"/>
                </a:cubicBezTo>
                <a:cubicBezTo>
                  <a:pt x="30992" y="79121"/>
                  <a:pt x="35001" y="77107"/>
                  <a:pt x="38382" y="73078"/>
                </a:cubicBezTo>
                <a:cubicBezTo>
                  <a:pt x="41762" y="69049"/>
                  <a:pt x="43452" y="63045"/>
                  <a:pt x="43452" y="55067"/>
                </a:cubicBezTo>
                <a:cubicBezTo>
                  <a:pt x="43452" y="46891"/>
                  <a:pt x="41831" y="40858"/>
                  <a:pt x="38588" y="36967"/>
                </a:cubicBezTo>
                <a:cubicBezTo>
                  <a:pt x="35345" y="33075"/>
                  <a:pt x="31424" y="31130"/>
                  <a:pt x="26826" y="31130"/>
                </a:cubicBezTo>
                <a:cubicBezTo>
                  <a:pt x="22188" y="31130"/>
                  <a:pt x="18179" y="33144"/>
                  <a:pt x="14798" y="37173"/>
                </a:cubicBezTo>
                <a:cubicBezTo>
                  <a:pt x="11418" y="41202"/>
                  <a:pt x="9728" y="47029"/>
                  <a:pt x="9728" y="54654"/>
                </a:cubicBezTo>
                <a:close/>
                <a:moveTo>
                  <a:pt x="67072" y="110546"/>
                </a:moveTo>
                <a:lnTo>
                  <a:pt x="65893" y="100582"/>
                </a:lnTo>
                <a:cubicBezTo>
                  <a:pt x="68212" y="101211"/>
                  <a:pt x="70236" y="101525"/>
                  <a:pt x="71965" y="101525"/>
                </a:cubicBezTo>
                <a:cubicBezTo>
                  <a:pt x="74324" y="101525"/>
                  <a:pt x="76210" y="101132"/>
                  <a:pt x="77625" y="100346"/>
                </a:cubicBezTo>
                <a:cubicBezTo>
                  <a:pt x="79040" y="99560"/>
                  <a:pt x="80200" y="98459"/>
                  <a:pt x="81104" y="97044"/>
                </a:cubicBezTo>
                <a:cubicBezTo>
                  <a:pt x="81772" y="95983"/>
                  <a:pt x="82853" y="93350"/>
                  <a:pt x="84347" y="89144"/>
                </a:cubicBezTo>
                <a:cubicBezTo>
                  <a:pt x="84543" y="88555"/>
                  <a:pt x="84858" y="87690"/>
                  <a:pt x="85290" y="86550"/>
                </a:cubicBezTo>
                <a:lnTo>
                  <a:pt x="61530" y="23819"/>
                </a:lnTo>
                <a:lnTo>
                  <a:pt x="72968" y="23819"/>
                </a:lnTo>
                <a:lnTo>
                  <a:pt x="85997" y="60078"/>
                </a:lnTo>
                <a:cubicBezTo>
                  <a:pt x="87688" y="64677"/>
                  <a:pt x="89201" y="69511"/>
                  <a:pt x="90537" y="74582"/>
                </a:cubicBezTo>
                <a:cubicBezTo>
                  <a:pt x="91756" y="69708"/>
                  <a:pt x="93210" y="64952"/>
                  <a:pt x="94900" y="60314"/>
                </a:cubicBezTo>
                <a:lnTo>
                  <a:pt x="108283" y="23819"/>
                </a:lnTo>
                <a:lnTo>
                  <a:pt x="118896" y="23819"/>
                </a:lnTo>
                <a:lnTo>
                  <a:pt x="95077" y="87493"/>
                </a:lnTo>
                <a:cubicBezTo>
                  <a:pt x="92522" y="94372"/>
                  <a:pt x="90537" y="99108"/>
                  <a:pt x="89122" y="101702"/>
                </a:cubicBezTo>
                <a:cubicBezTo>
                  <a:pt x="87236" y="105200"/>
                  <a:pt x="85074" y="107765"/>
                  <a:pt x="82637" y="109396"/>
                </a:cubicBezTo>
                <a:cubicBezTo>
                  <a:pt x="80200" y="111027"/>
                  <a:pt x="77291" y="111843"/>
                  <a:pt x="73911" y="111843"/>
                </a:cubicBezTo>
                <a:cubicBezTo>
                  <a:pt x="71867" y="111843"/>
                  <a:pt x="69587" y="111411"/>
                  <a:pt x="67072" y="110546"/>
                </a:cubicBez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MNO">
            <a:extLst xmlns:a="http://schemas.openxmlformats.org/drawingml/2006/main">
              <a:ext uri="{FF2B5EF4-FFF2-40B4-BE49-F238E27FC236}">
                <a16:creationId xmlns:a16="http://schemas.microsoft.com/office/drawing/2014/main" id="{6498E5BD-C6A6-474A-A56C-91E84CBB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27" y="3201574"/>
            <a:ext cx="268477" cy="89439"/>
          </a:xfrm>
          <a:custGeom xmlns:a="http://schemas.openxmlformats.org/drawingml/2006/main">
            <a:pathLst>
              <a:path w="268477" h="89439">
                <a:moveTo>
                  <a:pt x="0" y="87965"/>
                </a:moveTo>
                <a:lnTo>
                  <a:pt x="0" y="1533"/>
                </a:lnTo>
                <a:lnTo>
                  <a:pt x="17216" y="1533"/>
                </a:lnTo>
                <a:lnTo>
                  <a:pt x="37674" y="62731"/>
                </a:lnTo>
                <a:cubicBezTo>
                  <a:pt x="39561" y="68430"/>
                  <a:pt x="40936" y="72695"/>
                  <a:pt x="41801" y="75525"/>
                </a:cubicBezTo>
                <a:cubicBezTo>
                  <a:pt x="42784" y="72380"/>
                  <a:pt x="44317" y="67762"/>
                  <a:pt x="46400" y="61670"/>
                </a:cubicBezTo>
                <a:lnTo>
                  <a:pt x="67094" y="1533"/>
                </a:lnTo>
                <a:lnTo>
                  <a:pt x="82482" y="1533"/>
                </a:lnTo>
                <a:lnTo>
                  <a:pt x="82482" y="87965"/>
                </a:lnTo>
                <a:lnTo>
                  <a:pt x="71457" y="87965"/>
                </a:lnTo>
                <a:lnTo>
                  <a:pt x="71457" y="15624"/>
                </a:lnTo>
                <a:lnTo>
                  <a:pt x="46341" y="87965"/>
                </a:lnTo>
                <a:lnTo>
                  <a:pt x="36023" y="87965"/>
                </a:lnTo>
                <a:lnTo>
                  <a:pt x="11025" y="14386"/>
                </a:lnTo>
                <a:lnTo>
                  <a:pt x="11025" y="87965"/>
                </a:lnTo>
                <a:lnTo>
                  <a:pt x="0" y="87965"/>
                </a:lnTo>
                <a:close/>
                <a:moveTo>
                  <a:pt x="101469" y="87965"/>
                </a:moveTo>
                <a:lnTo>
                  <a:pt x="101469" y="1533"/>
                </a:lnTo>
                <a:lnTo>
                  <a:pt x="113201" y="1533"/>
                </a:lnTo>
                <a:lnTo>
                  <a:pt x="158599" y="69393"/>
                </a:lnTo>
                <a:lnTo>
                  <a:pt x="158599" y="1533"/>
                </a:lnTo>
                <a:lnTo>
                  <a:pt x="169565" y="1533"/>
                </a:lnTo>
                <a:lnTo>
                  <a:pt x="169565" y="87965"/>
                </a:lnTo>
                <a:lnTo>
                  <a:pt x="157832" y="87965"/>
                </a:lnTo>
                <a:lnTo>
                  <a:pt x="112435" y="20046"/>
                </a:lnTo>
                <a:lnTo>
                  <a:pt x="112435" y="87965"/>
                </a:lnTo>
                <a:lnTo>
                  <a:pt x="101469" y="87965"/>
                </a:lnTo>
                <a:close/>
                <a:moveTo>
                  <a:pt x="185818" y="45869"/>
                </a:moveTo>
                <a:cubicBezTo>
                  <a:pt x="185818" y="31523"/>
                  <a:pt x="189670" y="20291"/>
                  <a:pt x="197373" y="12175"/>
                </a:cubicBezTo>
                <a:cubicBezTo>
                  <a:pt x="205077" y="4058"/>
                  <a:pt x="215022" y="0"/>
                  <a:pt x="227206" y="0"/>
                </a:cubicBezTo>
                <a:cubicBezTo>
                  <a:pt x="235185" y="0"/>
                  <a:pt x="242378" y="1906"/>
                  <a:pt x="248785" y="5719"/>
                </a:cubicBezTo>
                <a:cubicBezTo>
                  <a:pt x="255191" y="9531"/>
                  <a:pt x="260075" y="14848"/>
                  <a:pt x="263436" y="21667"/>
                </a:cubicBezTo>
                <a:cubicBezTo>
                  <a:pt x="266796" y="28486"/>
                  <a:pt x="268477" y="36220"/>
                  <a:pt x="268477" y="44867"/>
                </a:cubicBezTo>
                <a:cubicBezTo>
                  <a:pt x="268477" y="53632"/>
                  <a:pt x="266708" y="61473"/>
                  <a:pt x="263170" y="68391"/>
                </a:cubicBezTo>
                <a:cubicBezTo>
                  <a:pt x="259633" y="75309"/>
                  <a:pt x="254621" y="80546"/>
                  <a:pt x="248136" y="84103"/>
                </a:cubicBezTo>
                <a:cubicBezTo>
                  <a:pt x="241651" y="87660"/>
                  <a:pt x="234654" y="89439"/>
                  <a:pt x="227147" y="89439"/>
                </a:cubicBezTo>
                <a:cubicBezTo>
                  <a:pt x="219011" y="89439"/>
                  <a:pt x="211740" y="87474"/>
                  <a:pt x="205333" y="83543"/>
                </a:cubicBezTo>
                <a:cubicBezTo>
                  <a:pt x="198926" y="79613"/>
                  <a:pt x="194072" y="74247"/>
                  <a:pt x="190770" y="67448"/>
                </a:cubicBezTo>
                <a:cubicBezTo>
                  <a:pt x="187469" y="60648"/>
                  <a:pt x="185818" y="53455"/>
                  <a:pt x="185818" y="45869"/>
                </a:cubicBezTo>
                <a:moveTo>
                  <a:pt x="197609" y="46046"/>
                </a:moveTo>
                <a:cubicBezTo>
                  <a:pt x="197609" y="56462"/>
                  <a:pt x="200410" y="64667"/>
                  <a:pt x="206011" y="70661"/>
                </a:cubicBezTo>
                <a:cubicBezTo>
                  <a:pt x="211612" y="76655"/>
                  <a:pt x="218638" y="79652"/>
                  <a:pt x="227088" y="79652"/>
                </a:cubicBezTo>
                <a:cubicBezTo>
                  <a:pt x="235696" y="79652"/>
                  <a:pt x="242781" y="76625"/>
                  <a:pt x="248342" y="70572"/>
                </a:cubicBezTo>
                <a:cubicBezTo>
                  <a:pt x="253904" y="64519"/>
                  <a:pt x="256685" y="55931"/>
                  <a:pt x="256685" y="44808"/>
                </a:cubicBezTo>
                <a:cubicBezTo>
                  <a:pt x="256685" y="37772"/>
                  <a:pt x="255496" y="31631"/>
                  <a:pt x="253118" y="26384"/>
                </a:cubicBezTo>
                <a:cubicBezTo>
                  <a:pt x="250740" y="21136"/>
                  <a:pt x="247262" y="17068"/>
                  <a:pt x="242683" y="14179"/>
                </a:cubicBezTo>
                <a:cubicBezTo>
                  <a:pt x="238103" y="11290"/>
                  <a:pt x="232964" y="9846"/>
                  <a:pt x="227265" y="9846"/>
                </a:cubicBezTo>
                <a:cubicBezTo>
                  <a:pt x="219168" y="9846"/>
                  <a:pt x="212201" y="12627"/>
                  <a:pt x="206365" y="18188"/>
                </a:cubicBezTo>
                <a:cubicBezTo>
                  <a:pt x="200528" y="23750"/>
                  <a:pt x="197609" y="33036"/>
                  <a:pt x="197609" y="46046"/>
                </a:cubicBezTo>
                <a:close/>
              </a:path>
            </a:pathLst>
          </a:custGeom>
          <a:solidFill xmlns:a="http://schemas.openxmlformats.org/drawingml/2006/main">
            <a:srgbClr val="7F6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Signed">
            <a:extLst xmlns:a="http://schemas.openxmlformats.org/drawingml/2006/main">
              <a:ext uri="{FF2B5EF4-FFF2-40B4-BE49-F238E27FC236}">
                <a16:creationId xmlns:a16="http://schemas.microsoft.com/office/drawing/2014/main" id="{20AD3BC9-5162-494C-A784-C9A2650A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5452" y="2915968"/>
            <a:ext cx="363380" cy="113317"/>
          </a:xfrm>
          <a:custGeom xmlns:a="http://schemas.openxmlformats.org/drawingml/2006/main">
            <a:pathLst>
              <a:path w="363380" h="113317">
                <a:moveTo>
                  <a:pt x="0" y="60137"/>
                </a:moveTo>
                <a:lnTo>
                  <a:pt x="10789" y="59194"/>
                </a:lnTo>
                <a:cubicBezTo>
                  <a:pt x="11300" y="63517"/>
                  <a:pt x="12489" y="67064"/>
                  <a:pt x="14356" y="69835"/>
                </a:cubicBezTo>
                <a:cubicBezTo>
                  <a:pt x="16223" y="72606"/>
                  <a:pt x="19122" y="74847"/>
                  <a:pt x="23052" y="76557"/>
                </a:cubicBezTo>
                <a:cubicBezTo>
                  <a:pt x="26983" y="78266"/>
                  <a:pt x="31405" y="79121"/>
                  <a:pt x="36318" y="79121"/>
                </a:cubicBezTo>
                <a:cubicBezTo>
                  <a:pt x="40681" y="79121"/>
                  <a:pt x="44533" y="78473"/>
                  <a:pt x="47874" y="77176"/>
                </a:cubicBezTo>
                <a:cubicBezTo>
                  <a:pt x="51215" y="75879"/>
                  <a:pt x="53701" y="74100"/>
                  <a:pt x="55332" y="71840"/>
                </a:cubicBezTo>
                <a:cubicBezTo>
                  <a:pt x="56963" y="69580"/>
                  <a:pt x="57779" y="67114"/>
                  <a:pt x="57779" y="64441"/>
                </a:cubicBezTo>
                <a:cubicBezTo>
                  <a:pt x="57779" y="61729"/>
                  <a:pt x="56993" y="59361"/>
                  <a:pt x="55420" y="57336"/>
                </a:cubicBezTo>
                <a:cubicBezTo>
                  <a:pt x="53848" y="55312"/>
                  <a:pt x="51254" y="53612"/>
                  <a:pt x="47638" y="52237"/>
                </a:cubicBezTo>
                <a:cubicBezTo>
                  <a:pt x="45319" y="51333"/>
                  <a:pt x="40190" y="49927"/>
                  <a:pt x="32250" y="48021"/>
                </a:cubicBezTo>
                <a:cubicBezTo>
                  <a:pt x="24310" y="46115"/>
                  <a:pt x="18749" y="44317"/>
                  <a:pt x="15565" y="42626"/>
                </a:cubicBezTo>
                <a:cubicBezTo>
                  <a:pt x="11438" y="40465"/>
                  <a:pt x="8362" y="37782"/>
                  <a:pt x="6338" y="34579"/>
                </a:cubicBezTo>
                <a:cubicBezTo>
                  <a:pt x="4314" y="31375"/>
                  <a:pt x="3302" y="27789"/>
                  <a:pt x="3302" y="23819"/>
                </a:cubicBezTo>
                <a:cubicBezTo>
                  <a:pt x="3302" y="19456"/>
                  <a:pt x="4540" y="15378"/>
                  <a:pt x="7016" y="11585"/>
                </a:cubicBezTo>
                <a:cubicBezTo>
                  <a:pt x="9492" y="7792"/>
                  <a:pt x="13108" y="4913"/>
                  <a:pt x="17864" y="2948"/>
                </a:cubicBezTo>
                <a:cubicBezTo>
                  <a:pt x="22620" y="983"/>
                  <a:pt x="27907" y="0"/>
                  <a:pt x="33724" y="0"/>
                </a:cubicBezTo>
                <a:cubicBezTo>
                  <a:pt x="40131" y="0"/>
                  <a:pt x="45781" y="1032"/>
                  <a:pt x="50674" y="3095"/>
                </a:cubicBezTo>
                <a:cubicBezTo>
                  <a:pt x="55568" y="5159"/>
                  <a:pt x="59331" y="8195"/>
                  <a:pt x="61965" y="12204"/>
                </a:cubicBezTo>
                <a:cubicBezTo>
                  <a:pt x="64598" y="16213"/>
                  <a:pt x="66013" y="20753"/>
                  <a:pt x="66210" y="25823"/>
                </a:cubicBezTo>
                <a:lnTo>
                  <a:pt x="55243" y="26649"/>
                </a:lnTo>
                <a:cubicBezTo>
                  <a:pt x="54654" y="21185"/>
                  <a:pt x="52659" y="17058"/>
                  <a:pt x="49259" y="14268"/>
                </a:cubicBezTo>
                <a:cubicBezTo>
                  <a:pt x="45859" y="11477"/>
                  <a:pt x="40838" y="10082"/>
                  <a:pt x="34196" y="10082"/>
                </a:cubicBezTo>
                <a:cubicBezTo>
                  <a:pt x="27278" y="10082"/>
                  <a:pt x="22237" y="11349"/>
                  <a:pt x="19073" y="13885"/>
                </a:cubicBezTo>
                <a:cubicBezTo>
                  <a:pt x="15909" y="16420"/>
                  <a:pt x="14327" y="19476"/>
                  <a:pt x="14327" y="23052"/>
                </a:cubicBezTo>
                <a:cubicBezTo>
                  <a:pt x="14327" y="26158"/>
                  <a:pt x="15447" y="28712"/>
                  <a:pt x="17687" y="30717"/>
                </a:cubicBezTo>
                <a:cubicBezTo>
                  <a:pt x="19888" y="32722"/>
                  <a:pt x="25637" y="34775"/>
                  <a:pt x="34932" y="36878"/>
                </a:cubicBezTo>
                <a:cubicBezTo>
                  <a:pt x="44228" y="38981"/>
                  <a:pt x="50605" y="40818"/>
                  <a:pt x="54064" y="42391"/>
                </a:cubicBezTo>
                <a:cubicBezTo>
                  <a:pt x="59095" y="44710"/>
                  <a:pt x="62810" y="47648"/>
                  <a:pt x="65207" y="51205"/>
                </a:cubicBezTo>
                <a:cubicBezTo>
                  <a:pt x="67605" y="54762"/>
                  <a:pt x="68804" y="58860"/>
                  <a:pt x="68804" y="63498"/>
                </a:cubicBezTo>
                <a:cubicBezTo>
                  <a:pt x="68804" y="68096"/>
                  <a:pt x="67487" y="72430"/>
                  <a:pt x="64854" y="76498"/>
                </a:cubicBezTo>
                <a:cubicBezTo>
                  <a:pt x="62220" y="80566"/>
                  <a:pt x="58437" y="83730"/>
                  <a:pt x="53504" y="85990"/>
                </a:cubicBezTo>
                <a:cubicBezTo>
                  <a:pt x="48571" y="88250"/>
                  <a:pt x="43020" y="89380"/>
                  <a:pt x="36849" y="89380"/>
                </a:cubicBezTo>
                <a:cubicBezTo>
                  <a:pt x="29027" y="89380"/>
                  <a:pt x="22473" y="88240"/>
                  <a:pt x="17186" y="85960"/>
                </a:cubicBezTo>
                <a:cubicBezTo>
                  <a:pt x="11900" y="83681"/>
                  <a:pt x="7753" y="80251"/>
                  <a:pt x="4746" y="75672"/>
                </a:cubicBezTo>
                <a:cubicBezTo>
                  <a:pt x="1739" y="71093"/>
                  <a:pt x="157" y="65915"/>
                  <a:pt x="0" y="60137"/>
                </a:cubicBezTo>
                <a:close/>
                <a:moveTo>
                  <a:pt x="83578" y="13678"/>
                </a:moveTo>
                <a:lnTo>
                  <a:pt x="83578" y="1474"/>
                </a:lnTo>
                <a:lnTo>
                  <a:pt x="94191" y="1474"/>
                </a:lnTo>
                <a:lnTo>
                  <a:pt x="94191" y="13678"/>
                </a:lnTo>
                <a:lnTo>
                  <a:pt x="83578" y="13678"/>
                </a:lnTo>
                <a:moveTo>
                  <a:pt x="83578" y="87906"/>
                </a:moveTo>
                <a:lnTo>
                  <a:pt x="83578" y="25293"/>
                </a:lnTo>
                <a:lnTo>
                  <a:pt x="94191" y="25293"/>
                </a:lnTo>
                <a:lnTo>
                  <a:pt x="94191" y="87906"/>
                </a:lnTo>
                <a:lnTo>
                  <a:pt x="83578" y="87906"/>
                </a:lnTo>
                <a:close/>
                <a:moveTo>
                  <a:pt x="108584" y="93094"/>
                </a:moveTo>
                <a:lnTo>
                  <a:pt x="118902" y="94627"/>
                </a:lnTo>
                <a:cubicBezTo>
                  <a:pt x="119334" y="97811"/>
                  <a:pt x="120533" y="100130"/>
                  <a:pt x="122499" y="101584"/>
                </a:cubicBezTo>
                <a:cubicBezTo>
                  <a:pt x="125132" y="103549"/>
                  <a:pt x="128728" y="104532"/>
                  <a:pt x="133288" y="104532"/>
                </a:cubicBezTo>
                <a:cubicBezTo>
                  <a:pt x="138201" y="104532"/>
                  <a:pt x="141994" y="103549"/>
                  <a:pt x="144667" y="101584"/>
                </a:cubicBezTo>
                <a:cubicBezTo>
                  <a:pt x="147339" y="99619"/>
                  <a:pt x="149147" y="96868"/>
                  <a:pt x="150091" y="93330"/>
                </a:cubicBezTo>
                <a:cubicBezTo>
                  <a:pt x="150641" y="91168"/>
                  <a:pt x="150896" y="86629"/>
                  <a:pt x="150857" y="79711"/>
                </a:cubicBezTo>
                <a:cubicBezTo>
                  <a:pt x="146219" y="85174"/>
                  <a:pt x="140441" y="87906"/>
                  <a:pt x="133524" y="87906"/>
                </a:cubicBezTo>
                <a:cubicBezTo>
                  <a:pt x="124916" y="87906"/>
                  <a:pt x="118254" y="84801"/>
                  <a:pt x="113537" y="78591"/>
                </a:cubicBezTo>
                <a:cubicBezTo>
                  <a:pt x="108820" y="72380"/>
                  <a:pt x="106462" y="64932"/>
                  <a:pt x="106462" y="56246"/>
                </a:cubicBezTo>
                <a:cubicBezTo>
                  <a:pt x="106462" y="50271"/>
                  <a:pt x="107543" y="44759"/>
                  <a:pt x="109705" y="39708"/>
                </a:cubicBezTo>
                <a:cubicBezTo>
                  <a:pt x="111866" y="34657"/>
                  <a:pt x="115001" y="30756"/>
                  <a:pt x="119108" y="28005"/>
                </a:cubicBezTo>
                <a:cubicBezTo>
                  <a:pt x="123216" y="25254"/>
                  <a:pt x="128041" y="23878"/>
                  <a:pt x="133583" y="23878"/>
                </a:cubicBezTo>
                <a:cubicBezTo>
                  <a:pt x="140972" y="23878"/>
                  <a:pt x="147064" y="26865"/>
                  <a:pt x="151859" y="32839"/>
                </a:cubicBezTo>
                <a:lnTo>
                  <a:pt x="151859" y="25293"/>
                </a:lnTo>
                <a:lnTo>
                  <a:pt x="161646" y="25293"/>
                </a:lnTo>
                <a:lnTo>
                  <a:pt x="161646" y="79416"/>
                </a:lnTo>
                <a:cubicBezTo>
                  <a:pt x="161646" y="89164"/>
                  <a:pt x="160654" y="96072"/>
                  <a:pt x="158669" y="100140"/>
                </a:cubicBezTo>
                <a:cubicBezTo>
                  <a:pt x="156684" y="104208"/>
                  <a:pt x="153540" y="107421"/>
                  <a:pt x="149236" y="109779"/>
                </a:cubicBezTo>
                <a:cubicBezTo>
                  <a:pt x="144932" y="112138"/>
                  <a:pt x="139636" y="113317"/>
                  <a:pt x="133347" y="113317"/>
                </a:cubicBezTo>
                <a:cubicBezTo>
                  <a:pt x="125879" y="113317"/>
                  <a:pt x="119845" y="111637"/>
                  <a:pt x="115247" y="108276"/>
                </a:cubicBezTo>
                <a:cubicBezTo>
                  <a:pt x="110648" y="104915"/>
                  <a:pt x="108427" y="99855"/>
                  <a:pt x="108584" y="93094"/>
                </a:cubicBezTo>
                <a:moveTo>
                  <a:pt x="117369" y="55479"/>
                </a:moveTo>
                <a:cubicBezTo>
                  <a:pt x="117369" y="63694"/>
                  <a:pt x="119000" y="69688"/>
                  <a:pt x="122263" y="73461"/>
                </a:cubicBezTo>
                <a:cubicBezTo>
                  <a:pt x="125525" y="77235"/>
                  <a:pt x="129613" y="79121"/>
                  <a:pt x="134526" y="79121"/>
                </a:cubicBezTo>
                <a:cubicBezTo>
                  <a:pt x="139400" y="79121"/>
                  <a:pt x="143487" y="77244"/>
                  <a:pt x="146789" y="73491"/>
                </a:cubicBezTo>
                <a:cubicBezTo>
                  <a:pt x="150091" y="69737"/>
                  <a:pt x="151742" y="63851"/>
                  <a:pt x="151742" y="55833"/>
                </a:cubicBezTo>
                <a:cubicBezTo>
                  <a:pt x="151742" y="48168"/>
                  <a:pt x="150042" y="42391"/>
                  <a:pt x="146642" y="38499"/>
                </a:cubicBezTo>
                <a:cubicBezTo>
                  <a:pt x="143242" y="34608"/>
                  <a:pt x="139144" y="32663"/>
                  <a:pt x="134349" y="32663"/>
                </a:cubicBezTo>
                <a:cubicBezTo>
                  <a:pt x="129632" y="32663"/>
                  <a:pt x="125623" y="34579"/>
                  <a:pt x="122322" y="38411"/>
                </a:cubicBezTo>
                <a:cubicBezTo>
                  <a:pt x="119020" y="42243"/>
                  <a:pt x="117369" y="47933"/>
                  <a:pt x="117369" y="55479"/>
                </a:cubicBezTo>
                <a:close/>
                <a:moveTo>
                  <a:pt x="177991" y="87906"/>
                </a:moveTo>
                <a:lnTo>
                  <a:pt x="177991" y="25293"/>
                </a:lnTo>
                <a:lnTo>
                  <a:pt x="187542" y="25293"/>
                </a:lnTo>
                <a:lnTo>
                  <a:pt x="187542" y="34196"/>
                </a:lnTo>
                <a:cubicBezTo>
                  <a:pt x="192140" y="27317"/>
                  <a:pt x="198783" y="23878"/>
                  <a:pt x="207469" y="23878"/>
                </a:cubicBezTo>
                <a:cubicBezTo>
                  <a:pt x="211243" y="23878"/>
                  <a:pt x="214711" y="24556"/>
                  <a:pt x="217875" y="25912"/>
                </a:cubicBezTo>
                <a:cubicBezTo>
                  <a:pt x="221040" y="27268"/>
                  <a:pt x="223408" y="29047"/>
                  <a:pt x="224980" y="31248"/>
                </a:cubicBezTo>
                <a:cubicBezTo>
                  <a:pt x="226552" y="33449"/>
                  <a:pt x="227653" y="36062"/>
                  <a:pt x="228282" y="39089"/>
                </a:cubicBezTo>
                <a:cubicBezTo>
                  <a:pt x="228675" y="41054"/>
                  <a:pt x="228871" y="44493"/>
                  <a:pt x="228871" y="49407"/>
                </a:cubicBezTo>
                <a:lnTo>
                  <a:pt x="228871" y="87906"/>
                </a:lnTo>
                <a:lnTo>
                  <a:pt x="218259" y="87906"/>
                </a:lnTo>
                <a:lnTo>
                  <a:pt x="218259" y="49819"/>
                </a:lnTo>
                <a:cubicBezTo>
                  <a:pt x="218259" y="45496"/>
                  <a:pt x="217846" y="42263"/>
                  <a:pt x="217021" y="40121"/>
                </a:cubicBezTo>
                <a:cubicBezTo>
                  <a:pt x="216195" y="37979"/>
                  <a:pt x="214731" y="36269"/>
                  <a:pt x="212628" y="34991"/>
                </a:cubicBezTo>
                <a:cubicBezTo>
                  <a:pt x="210525" y="33714"/>
                  <a:pt x="208059" y="33075"/>
                  <a:pt x="205229" y="33075"/>
                </a:cubicBezTo>
                <a:cubicBezTo>
                  <a:pt x="200709" y="33075"/>
                  <a:pt x="196808" y="34510"/>
                  <a:pt x="193526" y="37379"/>
                </a:cubicBezTo>
                <a:cubicBezTo>
                  <a:pt x="190244" y="40249"/>
                  <a:pt x="188603" y="45692"/>
                  <a:pt x="188603" y="53711"/>
                </a:cubicBezTo>
                <a:lnTo>
                  <a:pt x="188603" y="87906"/>
                </a:lnTo>
                <a:lnTo>
                  <a:pt x="177991" y="87906"/>
                </a:lnTo>
                <a:close/>
                <a:moveTo>
                  <a:pt x="288314" y="67742"/>
                </a:moveTo>
                <a:lnTo>
                  <a:pt x="299280" y="69098"/>
                </a:lnTo>
                <a:cubicBezTo>
                  <a:pt x="297550" y="75505"/>
                  <a:pt x="294347" y="80477"/>
                  <a:pt x="289670" y="84015"/>
                </a:cubicBezTo>
                <a:cubicBezTo>
                  <a:pt x="284992" y="87552"/>
                  <a:pt x="279018" y="89321"/>
                  <a:pt x="271746" y="89321"/>
                </a:cubicBezTo>
                <a:cubicBezTo>
                  <a:pt x="262588" y="89321"/>
                  <a:pt x="255327" y="86501"/>
                  <a:pt x="249961" y="80861"/>
                </a:cubicBezTo>
                <a:cubicBezTo>
                  <a:pt x="244596" y="75220"/>
                  <a:pt x="241914" y="67310"/>
                  <a:pt x="241914" y="57130"/>
                </a:cubicBezTo>
                <a:cubicBezTo>
                  <a:pt x="241914" y="46596"/>
                  <a:pt x="244626" y="38421"/>
                  <a:pt x="250050" y="32604"/>
                </a:cubicBezTo>
                <a:cubicBezTo>
                  <a:pt x="255474" y="26786"/>
                  <a:pt x="262510" y="23878"/>
                  <a:pt x="271157" y="23878"/>
                </a:cubicBezTo>
                <a:cubicBezTo>
                  <a:pt x="279529" y="23878"/>
                  <a:pt x="286368" y="26728"/>
                  <a:pt x="291674" y="32427"/>
                </a:cubicBezTo>
                <a:cubicBezTo>
                  <a:pt x="296980" y="38126"/>
                  <a:pt x="299633" y="46144"/>
                  <a:pt x="299633" y="56482"/>
                </a:cubicBezTo>
                <a:cubicBezTo>
                  <a:pt x="299633" y="57110"/>
                  <a:pt x="299614" y="58054"/>
                  <a:pt x="299574" y="59312"/>
                </a:cubicBezTo>
                <a:lnTo>
                  <a:pt x="252880" y="59312"/>
                </a:lnTo>
                <a:cubicBezTo>
                  <a:pt x="253273" y="66190"/>
                  <a:pt x="255219" y="71457"/>
                  <a:pt x="258717" y="75112"/>
                </a:cubicBezTo>
                <a:cubicBezTo>
                  <a:pt x="262215" y="78768"/>
                  <a:pt x="266578" y="80595"/>
                  <a:pt x="271805" y="80595"/>
                </a:cubicBezTo>
                <a:cubicBezTo>
                  <a:pt x="275697" y="80595"/>
                  <a:pt x="279018" y="79573"/>
                  <a:pt x="281769" y="77529"/>
                </a:cubicBezTo>
                <a:cubicBezTo>
                  <a:pt x="284521" y="75486"/>
                  <a:pt x="286702" y="72223"/>
                  <a:pt x="288314" y="67742"/>
                </a:cubicBezTo>
                <a:moveTo>
                  <a:pt x="253469" y="50586"/>
                </a:moveTo>
                <a:lnTo>
                  <a:pt x="288431" y="50586"/>
                </a:lnTo>
                <a:cubicBezTo>
                  <a:pt x="287960" y="45319"/>
                  <a:pt x="286623" y="41369"/>
                  <a:pt x="284422" y="38735"/>
                </a:cubicBezTo>
                <a:cubicBezTo>
                  <a:pt x="281042" y="34648"/>
                  <a:pt x="276660" y="32604"/>
                  <a:pt x="271275" y="32604"/>
                </a:cubicBezTo>
                <a:cubicBezTo>
                  <a:pt x="266401" y="32604"/>
                  <a:pt x="262303" y="34235"/>
                  <a:pt x="258982" y="37497"/>
                </a:cubicBezTo>
                <a:cubicBezTo>
                  <a:pt x="255661" y="40759"/>
                  <a:pt x="253823" y="45122"/>
                  <a:pt x="253469" y="50586"/>
                </a:cubicBezTo>
                <a:close/>
                <a:moveTo>
                  <a:pt x="353534" y="87906"/>
                </a:moveTo>
                <a:lnTo>
                  <a:pt x="353534" y="80006"/>
                </a:lnTo>
                <a:cubicBezTo>
                  <a:pt x="349564" y="86216"/>
                  <a:pt x="343727" y="89321"/>
                  <a:pt x="336023" y="89321"/>
                </a:cubicBezTo>
                <a:cubicBezTo>
                  <a:pt x="331031" y="89321"/>
                  <a:pt x="326442" y="87945"/>
                  <a:pt x="322256" y="85194"/>
                </a:cubicBezTo>
                <a:cubicBezTo>
                  <a:pt x="318070" y="82443"/>
                  <a:pt x="314828" y="78601"/>
                  <a:pt x="312528" y="73668"/>
                </a:cubicBezTo>
                <a:cubicBezTo>
                  <a:pt x="310229" y="68735"/>
                  <a:pt x="309079" y="63065"/>
                  <a:pt x="309079" y="56658"/>
                </a:cubicBezTo>
                <a:cubicBezTo>
                  <a:pt x="309079" y="50409"/>
                  <a:pt x="310121" y="44739"/>
                  <a:pt x="312204" y="39649"/>
                </a:cubicBezTo>
                <a:cubicBezTo>
                  <a:pt x="314287" y="34559"/>
                  <a:pt x="317412" y="30658"/>
                  <a:pt x="321578" y="27946"/>
                </a:cubicBezTo>
                <a:cubicBezTo>
                  <a:pt x="325745" y="25234"/>
                  <a:pt x="330402" y="23878"/>
                  <a:pt x="335551" y="23878"/>
                </a:cubicBezTo>
                <a:cubicBezTo>
                  <a:pt x="339325" y="23878"/>
                  <a:pt x="342685" y="24674"/>
                  <a:pt x="345633" y="26266"/>
                </a:cubicBezTo>
                <a:cubicBezTo>
                  <a:pt x="348581" y="27858"/>
                  <a:pt x="350979" y="29931"/>
                  <a:pt x="352826" y="32486"/>
                </a:cubicBezTo>
                <a:lnTo>
                  <a:pt x="352826" y="1474"/>
                </a:lnTo>
                <a:lnTo>
                  <a:pt x="363380" y="1474"/>
                </a:lnTo>
                <a:lnTo>
                  <a:pt x="363380" y="87906"/>
                </a:lnTo>
                <a:lnTo>
                  <a:pt x="353534" y="87906"/>
                </a:lnTo>
                <a:moveTo>
                  <a:pt x="319987" y="56658"/>
                </a:moveTo>
                <a:cubicBezTo>
                  <a:pt x="319987" y="64677"/>
                  <a:pt x="321677" y="70671"/>
                  <a:pt x="325057" y="74641"/>
                </a:cubicBezTo>
                <a:cubicBezTo>
                  <a:pt x="328437" y="78610"/>
                  <a:pt x="332427" y="80595"/>
                  <a:pt x="337025" y="80595"/>
                </a:cubicBezTo>
                <a:cubicBezTo>
                  <a:pt x="341663" y="80595"/>
                  <a:pt x="345604" y="78699"/>
                  <a:pt x="348846" y="74906"/>
                </a:cubicBezTo>
                <a:cubicBezTo>
                  <a:pt x="352089" y="71113"/>
                  <a:pt x="353710" y="65325"/>
                  <a:pt x="353710" y="57543"/>
                </a:cubicBezTo>
                <a:cubicBezTo>
                  <a:pt x="353710" y="48974"/>
                  <a:pt x="352060" y="42685"/>
                  <a:pt x="348758" y="38676"/>
                </a:cubicBezTo>
                <a:cubicBezTo>
                  <a:pt x="345456" y="34667"/>
                  <a:pt x="341388" y="32663"/>
                  <a:pt x="336554" y="32663"/>
                </a:cubicBezTo>
                <a:cubicBezTo>
                  <a:pt x="331837" y="32663"/>
                  <a:pt x="327897" y="34589"/>
                  <a:pt x="324733" y="38440"/>
                </a:cubicBezTo>
                <a:cubicBezTo>
                  <a:pt x="321569" y="42292"/>
                  <a:pt x="319987" y="48365"/>
                  <a:pt x="319987" y="56658"/>
                </a:cubicBez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by">
            <a:extLst xmlns:a="http://schemas.openxmlformats.org/drawingml/2006/main">
              <a:ext uri="{FF2B5EF4-FFF2-40B4-BE49-F238E27FC236}">
                <a16:creationId xmlns:a16="http://schemas.microsoft.com/office/drawing/2014/main" id="{33CABC22-9FE4-4EDC-8FAA-6D49A46F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657" y="3064693"/>
            <a:ext cx="118896" cy="111843"/>
          </a:xfrm>
          <a:custGeom xmlns:a="http://schemas.openxmlformats.org/drawingml/2006/main">
            <a:pathLst>
              <a:path w="118896" h="111843">
                <a:moveTo>
                  <a:pt x="9846" y="86432"/>
                </a:moveTo>
                <a:lnTo>
                  <a:pt x="0" y="86432"/>
                </a:lnTo>
                <a:lnTo>
                  <a:pt x="0" y="0"/>
                </a:lnTo>
                <a:lnTo>
                  <a:pt x="10612" y="0"/>
                </a:lnTo>
                <a:lnTo>
                  <a:pt x="10612" y="30835"/>
                </a:lnTo>
                <a:cubicBezTo>
                  <a:pt x="15093" y="25214"/>
                  <a:pt x="20812" y="22404"/>
                  <a:pt x="27769" y="22404"/>
                </a:cubicBezTo>
                <a:cubicBezTo>
                  <a:pt x="31621" y="22404"/>
                  <a:pt x="35267" y="23180"/>
                  <a:pt x="38706" y="24733"/>
                </a:cubicBezTo>
                <a:cubicBezTo>
                  <a:pt x="42145" y="26285"/>
                  <a:pt x="44975" y="28467"/>
                  <a:pt x="47196" y="31277"/>
                </a:cubicBezTo>
                <a:cubicBezTo>
                  <a:pt x="49416" y="34087"/>
                  <a:pt x="51156" y="37477"/>
                  <a:pt x="52413" y="41447"/>
                </a:cubicBezTo>
                <a:cubicBezTo>
                  <a:pt x="53671" y="45417"/>
                  <a:pt x="54300" y="49662"/>
                  <a:pt x="54300" y="54182"/>
                </a:cubicBezTo>
                <a:cubicBezTo>
                  <a:pt x="54300" y="64912"/>
                  <a:pt x="51647" y="73206"/>
                  <a:pt x="46341" y="79062"/>
                </a:cubicBezTo>
                <a:cubicBezTo>
                  <a:pt x="41035" y="84919"/>
                  <a:pt x="34667" y="87847"/>
                  <a:pt x="27238" y="87847"/>
                </a:cubicBezTo>
                <a:cubicBezTo>
                  <a:pt x="19849" y="87847"/>
                  <a:pt x="14052" y="84762"/>
                  <a:pt x="9846" y="78591"/>
                </a:cubicBezTo>
                <a:lnTo>
                  <a:pt x="9846" y="86432"/>
                </a:lnTo>
                <a:moveTo>
                  <a:pt x="9728" y="54654"/>
                </a:moveTo>
                <a:cubicBezTo>
                  <a:pt x="9728" y="62161"/>
                  <a:pt x="10750" y="67585"/>
                  <a:pt x="12794" y="70926"/>
                </a:cubicBezTo>
                <a:cubicBezTo>
                  <a:pt x="16135" y="76390"/>
                  <a:pt x="20655" y="79121"/>
                  <a:pt x="26354" y="79121"/>
                </a:cubicBezTo>
                <a:cubicBezTo>
                  <a:pt x="30992" y="79121"/>
                  <a:pt x="35001" y="77107"/>
                  <a:pt x="38382" y="73078"/>
                </a:cubicBezTo>
                <a:cubicBezTo>
                  <a:pt x="41762" y="69049"/>
                  <a:pt x="43452" y="63045"/>
                  <a:pt x="43452" y="55067"/>
                </a:cubicBezTo>
                <a:cubicBezTo>
                  <a:pt x="43452" y="46891"/>
                  <a:pt x="41831" y="40858"/>
                  <a:pt x="38588" y="36967"/>
                </a:cubicBezTo>
                <a:cubicBezTo>
                  <a:pt x="35345" y="33075"/>
                  <a:pt x="31424" y="31130"/>
                  <a:pt x="26826" y="31130"/>
                </a:cubicBezTo>
                <a:cubicBezTo>
                  <a:pt x="22188" y="31130"/>
                  <a:pt x="18179" y="33144"/>
                  <a:pt x="14798" y="37173"/>
                </a:cubicBezTo>
                <a:cubicBezTo>
                  <a:pt x="11418" y="41202"/>
                  <a:pt x="9728" y="47029"/>
                  <a:pt x="9728" y="54654"/>
                </a:cubicBezTo>
                <a:close/>
                <a:moveTo>
                  <a:pt x="67072" y="110546"/>
                </a:moveTo>
                <a:lnTo>
                  <a:pt x="65893" y="100582"/>
                </a:lnTo>
                <a:cubicBezTo>
                  <a:pt x="68212" y="101211"/>
                  <a:pt x="70236" y="101525"/>
                  <a:pt x="71966" y="101525"/>
                </a:cubicBezTo>
                <a:cubicBezTo>
                  <a:pt x="74324" y="101525"/>
                  <a:pt x="76210" y="101132"/>
                  <a:pt x="77625" y="100346"/>
                </a:cubicBezTo>
                <a:cubicBezTo>
                  <a:pt x="79040" y="99560"/>
                  <a:pt x="80200" y="98459"/>
                  <a:pt x="81104" y="97044"/>
                </a:cubicBezTo>
                <a:cubicBezTo>
                  <a:pt x="81772" y="95983"/>
                  <a:pt x="82853" y="93350"/>
                  <a:pt x="84347" y="89144"/>
                </a:cubicBezTo>
                <a:cubicBezTo>
                  <a:pt x="84543" y="88555"/>
                  <a:pt x="84858" y="87690"/>
                  <a:pt x="85290" y="86550"/>
                </a:cubicBezTo>
                <a:lnTo>
                  <a:pt x="61530" y="23819"/>
                </a:lnTo>
                <a:lnTo>
                  <a:pt x="72968" y="23819"/>
                </a:lnTo>
                <a:lnTo>
                  <a:pt x="85997" y="60078"/>
                </a:lnTo>
                <a:cubicBezTo>
                  <a:pt x="87688" y="64677"/>
                  <a:pt x="89201" y="69511"/>
                  <a:pt x="90537" y="74582"/>
                </a:cubicBezTo>
                <a:cubicBezTo>
                  <a:pt x="91756" y="69708"/>
                  <a:pt x="93210" y="64952"/>
                  <a:pt x="94900" y="60314"/>
                </a:cubicBezTo>
                <a:lnTo>
                  <a:pt x="108283" y="23819"/>
                </a:lnTo>
                <a:lnTo>
                  <a:pt x="118896" y="23819"/>
                </a:lnTo>
                <a:lnTo>
                  <a:pt x="95077" y="87493"/>
                </a:lnTo>
                <a:cubicBezTo>
                  <a:pt x="92522" y="94372"/>
                  <a:pt x="90537" y="99108"/>
                  <a:pt x="89122" y="101702"/>
                </a:cubicBezTo>
                <a:cubicBezTo>
                  <a:pt x="87236" y="105200"/>
                  <a:pt x="85074" y="107765"/>
                  <a:pt x="82637" y="109396"/>
                </a:cubicBezTo>
                <a:cubicBezTo>
                  <a:pt x="80200" y="111027"/>
                  <a:pt x="77291" y="111843"/>
                  <a:pt x="73911" y="111843"/>
                </a:cubicBezTo>
                <a:cubicBezTo>
                  <a:pt x="71867" y="111843"/>
                  <a:pt x="69588" y="111411"/>
                  <a:pt x="67072" y="110546"/>
                </a:cubicBez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MNO">
            <a:extLst xmlns:a="http://schemas.openxmlformats.org/drawingml/2006/main">
              <a:ext uri="{FF2B5EF4-FFF2-40B4-BE49-F238E27FC236}">
                <a16:creationId xmlns:a16="http://schemas.microsoft.com/office/drawing/2014/main" id="{EE797E93-0541-4574-9056-A5671096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232" y="3207465"/>
            <a:ext cx="268476" cy="89439"/>
          </a:xfrm>
          <a:custGeom xmlns:a="http://schemas.openxmlformats.org/drawingml/2006/main">
            <a:pathLst>
              <a:path w="268476" h="89439">
                <a:moveTo>
                  <a:pt x="0" y="87965"/>
                </a:moveTo>
                <a:lnTo>
                  <a:pt x="0" y="1533"/>
                </a:lnTo>
                <a:lnTo>
                  <a:pt x="17216" y="1533"/>
                </a:lnTo>
                <a:lnTo>
                  <a:pt x="37674" y="62731"/>
                </a:lnTo>
                <a:cubicBezTo>
                  <a:pt x="39561" y="68430"/>
                  <a:pt x="40936" y="72695"/>
                  <a:pt x="41801" y="75525"/>
                </a:cubicBezTo>
                <a:cubicBezTo>
                  <a:pt x="42784" y="72380"/>
                  <a:pt x="44317" y="67762"/>
                  <a:pt x="46400" y="61670"/>
                </a:cubicBezTo>
                <a:lnTo>
                  <a:pt x="67094" y="1533"/>
                </a:lnTo>
                <a:lnTo>
                  <a:pt x="82482" y="1533"/>
                </a:lnTo>
                <a:lnTo>
                  <a:pt x="82482" y="87965"/>
                </a:lnTo>
                <a:lnTo>
                  <a:pt x="71457" y="87965"/>
                </a:lnTo>
                <a:lnTo>
                  <a:pt x="71457" y="15624"/>
                </a:lnTo>
                <a:lnTo>
                  <a:pt x="46341" y="87965"/>
                </a:lnTo>
                <a:lnTo>
                  <a:pt x="36023" y="87965"/>
                </a:lnTo>
                <a:lnTo>
                  <a:pt x="11025" y="14386"/>
                </a:lnTo>
                <a:lnTo>
                  <a:pt x="11025" y="87965"/>
                </a:lnTo>
                <a:lnTo>
                  <a:pt x="0" y="87965"/>
                </a:lnTo>
                <a:close/>
                <a:moveTo>
                  <a:pt x="101469" y="87965"/>
                </a:moveTo>
                <a:lnTo>
                  <a:pt x="101469" y="1533"/>
                </a:lnTo>
                <a:lnTo>
                  <a:pt x="113201" y="1533"/>
                </a:lnTo>
                <a:lnTo>
                  <a:pt x="158599" y="69393"/>
                </a:lnTo>
                <a:lnTo>
                  <a:pt x="158599" y="1533"/>
                </a:lnTo>
                <a:lnTo>
                  <a:pt x="169565" y="1533"/>
                </a:lnTo>
                <a:lnTo>
                  <a:pt x="169565" y="87965"/>
                </a:lnTo>
                <a:lnTo>
                  <a:pt x="157832" y="87965"/>
                </a:lnTo>
                <a:lnTo>
                  <a:pt x="112435" y="20046"/>
                </a:lnTo>
                <a:lnTo>
                  <a:pt x="112435" y="87965"/>
                </a:lnTo>
                <a:lnTo>
                  <a:pt x="101469" y="87965"/>
                </a:lnTo>
                <a:close/>
                <a:moveTo>
                  <a:pt x="185818" y="45869"/>
                </a:moveTo>
                <a:cubicBezTo>
                  <a:pt x="185818" y="31523"/>
                  <a:pt x="189670" y="20291"/>
                  <a:pt x="197373" y="12175"/>
                </a:cubicBezTo>
                <a:cubicBezTo>
                  <a:pt x="205077" y="4058"/>
                  <a:pt x="215021" y="0"/>
                  <a:pt x="227206" y="0"/>
                </a:cubicBezTo>
                <a:cubicBezTo>
                  <a:pt x="235185" y="0"/>
                  <a:pt x="242378" y="1906"/>
                  <a:pt x="248785" y="5719"/>
                </a:cubicBezTo>
                <a:cubicBezTo>
                  <a:pt x="255191" y="9531"/>
                  <a:pt x="260075" y="14848"/>
                  <a:pt x="263436" y="21667"/>
                </a:cubicBezTo>
                <a:cubicBezTo>
                  <a:pt x="266796" y="28486"/>
                  <a:pt x="268476" y="36220"/>
                  <a:pt x="268476" y="44867"/>
                </a:cubicBezTo>
                <a:cubicBezTo>
                  <a:pt x="268476" y="53632"/>
                  <a:pt x="266708" y="61473"/>
                  <a:pt x="263170" y="68391"/>
                </a:cubicBezTo>
                <a:cubicBezTo>
                  <a:pt x="259633" y="75309"/>
                  <a:pt x="254621" y="80546"/>
                  <a:pt x="248136" y="84103"/>
                </a:cubicBezTo>
                <a:cubicBezTo>
                  <a:pt x="241651" y="87660"/>
                  <a:pt x="234654" y="89439"/>
                  <a:pt x="227147" y="89439"/>
                </a:cubicBezTo>
                <a:cubicBezTo>
                  <a:pt x="219011" y="89439"/>
                  <a:pt x="211739" y="87474"/>
                  <a:pt x="205333" y="83543"/>
                </a:cubicBezTo>
                <a:cubicBezTo>
                  <a:pt x="198926" y="79613"/>
                  <a:pt x="194072" y="74247"/>
                  <a:pt x="190770" y="67448"/>
                </a:cubicBezTo>
                <a:cubicBezTo>
                  <a:pt x="187469" y="60648"/>
                  <a:pt x="185818" y="53455"/>
                  <a:pt x="185818" y="45869"/>
                </a:cubicBezTo>
                <a:moveTo>
                  <a:pt x="197609" y="46046"/>
                </a:moveTo>
                <a:cubicBezTo>
                  <a:pt x="197609" y="56462"/>
                  <a:pt x="200410" y="64667"/>
                  <a:pt x="206011" y="70661"/>
                </a:cubicBezTo>
                <a:cubicBezTo>
                  <a:pt x="211612" y="76655"/>
                  <a:pt x="218638" y="79652"/>
                  <a:pt x="227088" y="79652"/>
                </a:cubicBezTo>
                <a:cubicBezTo>
                  <a:pt x="235696" y="79652"/>
                  <a:pt x="242781" y="76625"/>
                  <a:pt x="248342" y="70572"/>
                </a:cubicBezTo>
                <a:cubicBezTo>
                  <a:pt x="253904" y="64519"/>
                  <a:pt x="256685" y="55931"/>
                  <a:pt x="256685" y="44808"/>
                </a:cubicBezTo>
                <a:cubicBezTo>
                  <a:pt x="256685" y="37772"/>
                  <a:pt x="255496" y="31631"/>
                  <a:pt x="253118" y="26384"/>
                </a:cubicBezTo>
                <a:cubicBezTo>
                  <a:pt x="250740" y="21136"/>
                  <a:pt x="247262" y="17068"/>
                  <a:pt x="242682" y="14179"/>
                </a:cubicBezTo>
                <a:cubicBezTo>
                  <a:pt x="238103" y="11290"/>
                  <a:pt x="232964" y="9846"/>
                  <a:pt x="227265" y="9846"/>
                </a:cubicBezTo>
                <a:cubicBezTo>
                  <a:pt x="219168" y="9846"/>
                  <a:pt x="212201" y="12627"/>
                  <a:pt x="206364" y="18188"/>
                </a:cubicBezTo>
                <a:cubicBezTo>
                  <a:pt x="200528" y="23750"/>
                  <a:pt x="197609" y="33036"/>
                  <a:pt x="197609" y="46046"/>
                </a:cubicBez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811885c504b17"/>
          <a:stretch xmlns:a="http://schemas.openxmlformats.org/drawingml/2006/main"/>
        </p:blipFill>
        <p:spPr>
          <a:xfrm xmlns:a="http://schemas.openxmlformats.org/drawingml/2006/main">
            <a:off x="11624839" y="2476717"/>
            <a:ext cx="173756" cy="170811"/>
          </a:xfrm>
          <a:prstGeom xmlns:a="http://schemas.openxmlformats.org/drawingml/2006/main" prst="rect">
            <a:avLst/>
          </a:prstGeom>
        </p:spPr>
      </p:pic>
      <p:sp>
        <p:nvSpPr>
          <p:cNvPr id="158" name="Text with">
            <a:extLst xmlns:a="http://schemas.openxmlformats.org/drawingml/2006/main">
              <a:ext uri="{FF2B5EF4-FFF2-40B4-BE49-F238E27FC236}">
                <a16:creationId xmlns:a16="http://schemas.microsoft.com/office/drawing/2014/main" id="{CE86AC62-F993-4974-A7A7-9AB05AD9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455" y="2490351"/>
            <a:ext cx="276080" cy="117053"/>
          </a:xfrm>
          <a:custGeom xmlns:a="http://schemas.openxmlformats.org/drawingml/2006/main">
            <a:pathLst>
              <a:path w="276080" h="117053">
                <a:moveTo>
                  <a:pt x="25704" y="115945"/>
                </a:moveTo>
                <a:lnTo>
                  <a:pt x="0" y="31952"/>
                </a:lnTo>
                <a:lnTo>
                  <a:pt x="14711" y="31952"/>
                </a:lnTo>
                <a:lnTo>
                  <a:pt x="28077" y="80434"/>
                </a:lnTo>
                <a:lnTo>
                  <a:pt x="33059" y="98467"/>
                </a:lnTo>
                <a:cubicBezTo>
                  <a:pt x="33270" y="97570"/>
                  <a:pt x="34720" y="91797"/>
                  <a:pt x="37409" y="81146"/>
                </a:cubicBezTo>
                <a:lnTo>
                  <a:pt x="50776" y="31952"/>
                </a:lnTo>
                <a:lnTo>
                  <a:pt x="65407" y="31952"/>
                </a:lnTo>
                <a:lnTo>
                  <a:pt x="77982" y="80671"/>
                </a:lnTo>
                <a:lnTo>
                  <a:pt x="82174" y="96727"/>
                </a:lnTo>
                <a:lnTo>
                  <a:pt x="86999" y="80513"/>
                </a:lnTo>
                <a:lnTo>
                  <a:pt x="101393" y="31952"/>
                </a:lnTo>
                <a:lnTo>
                  <a:pt x="115234" y="31952"/>
                </a:lnTo>
                <a:lnTo>
                  <a:pt x="88976" y="115945"/>
                </a:lnTo>
                <a:lnTo>
                  <a:pt x="74186" y="115945"/>
                </a:lnTo>
                <a:lnTo>
                  <a:pt x="60820" y="65644"/>
                </a:lnTo>
                <a:lnTo>
                  <a:pt x="57577" y="51329"/>
                </a:lnTo>
                <a:lnTo>
                  <a:pt x="40573" y="115945"/>
                </a:lnTo>
                <a:lnTo>
                  <a:pt x="25704" y="115945"/>
                </a:lnTo>
                <a:close/>
                <a:moveTo>
                  <a:pt x="126694" y="16372"/>
                </a:moveTo>
                <a:lnTo>
                  <a:pt x="126694" y="0"/>
                </a:lnTo>
                <a:lnTo>
                  <a:pt x="140930" y="0"/>
                </a:lnTo>
                <a:lnTo>
                  <a:pt x="140930" y="16372"/>
                </a:lnTo>
                <a:lnTo>
                  <a:pt x="126694" y="16372"/>
                </a:lnTo>
                <a:moveTo>
                  <a:pt x="126694" y="115945"/>
                </a:moveTo>
                <a:lnTo>
                  <a:pt x="126694" y="31952"/>
                </a:lnTo>
                <a:lnTo>
                  <a:pt x="140930" y="31952"/>
                </a:lnTo>
                <a:lnTo>
                  <a:pt x="140930" y="115945"/>
                </a:lnTo>
                <a:lnTo>
                  <a:pt x="126694" y="115945"/>
                </a:lnTo>
                <a:close/>
                <a:moveTo>
                  <a:pt x="193121" y="103212"/>
                </a:moveTo>
                <a:lnTo>
                  <a:pt x="195177" y="115787"/>
                </a:lnTo>
                <a:cubicBezTo>
                  <a:pt x="191170" y="116631"/>
                  <a:pt x="187585" y="117053"/>
                  <a:pt x="184421" y="117053"/>
                </a:cubicBezTo>
                <a:cubicBezTo>
                  <a:pt x="179254" y="117053"/>
                  <a:pt x="175247" y="116235"/>
                  <a:pt x="172399" y="114601"/>
                </a:cubicBezTo>
                <a:cubicBezTo>
                  <a:pt x="169552" y="112966"/>
                  <a:pt x="167549" y="110818"/>
                  <a:pt x="166389" y="108155"/>
                </a:cubicBezTo>
                <a:cubicBezTo>
                  <a:pt x="165229" y="105492"/>
                  <a:pt x="164649" y="99890"/>
                  <a:pt x="164649" y="91349"/>
                </a:cubicBezTo>
                <a:lnTo>
                  <a:pt x="164649" y="43025"/>
                </a:lnTo>
                <a:lnTo>
                  <a:pt x="154209" y="43025"/>
                </a:lnTo>
                <a:lnTo>
                  <a:pt x="154209" y="31952"/>
                </a:lnTo>
                <a:lnTo>
                  <a:pt x="164649" y="31952"/>
                </a:lnTo>
                <a:lnTo>
                  <a:pt x="164649" y="11152"/>
                </a:lnTo>
                <a:lnTo>
                  <a:pt x="178806" y="2610"/>
                </a:lnTo>
                <a:lnTo>
                  <a:pt x="178806" y="31952"/>
                </a:lnTo>
                <a:lnTo>
                  <a:pt x="193121" y="31952"/>
                </a:lnTo>
                <a:lnTo>
                  <a:pt x="193121" y="43025"/>
                </a:lnTo>
                <a:lnTo>
                  <a:pt x="178806" y="43025"/>
                </a:lnTo>
                <a:lnTo>
                  <a:pt x="178806" y="92139"/>
                </a:lnTo>
                <a:cubicBezTo>
                  <a:pt x="178806" y="96199"/>
                  <a:pt x="179056" y="98809"/>
                  <a:pt x="179557" y="99969"/>
                </a:cubicBezTo>
                <a:cubicBezTo>
                  <a:pt x="180058" y="101129"/>
                  <a:pt x="180875" y="102052"/>
                  <a:pt x="182009" y="102737"/>
                </a:cubicBezTo>
                <a:cubicBezTo>
                  <a:pt x="183142" y="103423"/>
                  <a:pt x="184764" y="103766"/>
                  <a:pt x="186873" y="103766"/>
                </a:cubicBezTo>
                <a:cubicBezTo>
                  <a:pt x="188455" y="103766"/>
                  <a:pt x="190537" y="103581"/>
                  <a:pt x="193121" y="103212"/>
                </a:cubicBezTo>
                <a:close/>
                <a:moveTo>
                  <a:pt x="207667" y="115945"/>
                </a:moveTo>
                <a:lnTo>
                  <a:pt x="207667" y="0"/>
                </a:lnTo>
                <a:lnTo>
                  <a:pt x="221903" y="0"/>
                </a:lnTo>
                <a:lnTo>
                  <a:pt x="221903" y="41601"/>
                </a:lnTo>
                <a:cubicBezTo>
                  <a:pt x="228547" y="33903"/>
                  <a:pt x="236930" y="30054"/>
                  <a:pt x="247054" y="30054"/>
                </a:cubicBezTo>
                <a:cubicBezTo>
                  <a:pt x="253276" y="30054"/>
                  <a:pt x="258680" y="31280"/>
                  <a:pt x="263267" y="33732"/>
                </a:cubicBezTo>
                <a:cubicBezTo>
                  <a:pt x="267854" y="36184"/>
                  <a:pt x="271137" y="39571"/>
                  <a:pt x="273114" y="43895"/>
                </a:cubicBezTo>
                <a:cubicBezTo>
                  <a:pt x="275091" y="48218"/>
                  <a:pt x="276080" y="54493"/>
                  <a:pt x="276080" y="62718"/>
                </a:cubicBezTo>
                <a:lnTo>
                  <a:pt x="276080" y="115945"/>
                </a:lnTo>
                <a:lnTo>
                  <a:pt x="261844" y="115945"/>
                </a:lnTo>
                <a:lnTo>
                  <a:pt x="261844" y="62718"/>
                </a:lnTo>
                <a:cubicBezTo>
                  <a:pt x="261844" y="55600"/>
                  <a:pt x="260301" y="50420"/>
                  <a:pt x="257217" y="47177"/>
                </a:cubicBezTo>
                <a:cubicBezTo>
                  <a:pt x="254132" y="43934"/>
                  <a:pt x="249769" y="42313"/>
                  <a:pt x="244128" y="42313"/>
                </a:cubicBezTo>
                <a:cubicBezTo>
                  <a:pt x="239909" y="42313"/>
                  <a:pt x="235942" y="43407"/>
                  <a:pt x="232225" y="45595"/>
                </a:cubicBezTo>
                <a:cubicBezTo>
                  <a:pt x="228507" y="47783"/>
                  <a:pt x="225858" y="50749"/>
                  <a:pt x="224276" y="54493"/>
                </a:cubicBezTo>
                <a:cubicBezTo>
                  <a:pt x="222694" y="58236"/>
                  <a:pt x="221903" y="63404"/>
                  <a:pt x="221903" y="69994"/>
                </a:cubicBezTo>
                <a:lnTo>
                  <a:pt x="221903" y="115945"/>
                </a:lnTo>
                <a:lnTo>
                  <a:pt x="207667" y="115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Sessionstate.(§">
            <a:extLst xmlns:a="http://schemas.openxmlformats.org/drawingml/2006/main">
              <a:ext uri="{FF2B5EF4-FFF2-40B4-BE49-F238E27FC236}">
                <a16:creationId xmlns:a16="http://schemas.microsoft.com/office/drawing/2014/main" id="{C995AD48-AA25-41E9-A384-3965DABF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292" y="2506044"/>
            <a:ext cx="1173638" cy="152010"/>
          </a:xfrm>
          <a:custGeom xmlns:a="http://schemas.openxmlformats.org/drawingml/2006/main">
            <a:pathLst>
              <a:path w="1173638" h="152010">
                <a:moveTo>
                  <a:pt x="0" y="80671"/>
                </a:moveTo>
                <a:lnTo>
                  <a:pt x="14473" y="79406"/>
                </a:lnTo>
                <a:cubicBezTo>
                  <a:pt x="15159" y="85206"/>
                  <a:pt x="16754" y="89965"/>
                  <a:pt x="19258" y="93682"/>
                </a:cubicBezTo>
                <a:cubicBezTo>
                  <a:pt x="21763" y="97399"/>
                  <a:pt x="25651" y="100404"/>
                  <a:pt x="30924" y="102698"/>
                </a:cubicBezTo>
                <a:cubicBezTo>
                  <a:pt x="36197" y="104992"/>
                  <a:pt x="42128" y="106138"/>
                  <a:pt x="48719" y="106138"/>
                </a:cubicBezTo>
                <a:cubicBezTo>
                  <a:pt x="54572" y="106138"/>
                  <a:pt x="59739" y="105268"/>
                  <a:pt x="64221" y="103528"/>
                </a:cubicBezTo>
                <a:cubicBezTo>
                  <a:pt x="68703" y="101788"/>
                  <a:pt x="72038" y="99403"/>
                  <a:pt x="74226" y="96371"/>
                </a:cubicBezTo>
                <a:cubicBezTo>
                  <a:pt x="76414" y="93339"/>
                  <a:pt x="77508" y="90030"/>
                  <a:pt x="77508" y="86445"/>
                </a:cubicBezTo>
                <a:cubicBezTo>
                  <a:pt x="77508" y="82807"/>
                  <a:pt x="76453" y="79630"/>
                  <a:pt x="74344" y="76915"/>
                </a:cubicBezTo>
                <a:cubicBezTo>
                  <a:pt x="72235" y="74199"/>
                  <a:pt x="68755" y="71919"/>
                  <a:pt x="63904" y="70073"/>
                </a:cubicBezTo>
                <a:cubicBezTo>
                  <a:pt x="60794" y="68861"/>
                  <a:pt x="53913" y="66976"/>
                  <a:pt x="43262" y="64419"/>
                </a:cubicBezTo>
                <a:cubicBezTo>
                  <a:pt x="32611" y="61861"/>
                  <a:pt x="25151" y="59449"/>
                  <a:pt x="20880" y="57182"/>
                </a:cubicBezTo>
                <a:cubicBezTo>
                  <a:pt x="15343" y="54282"/>
                  <a:pt x="11218" y="50683"/>
                  <a:pt x="8502" y="46386"/>
                </a:cubicBezTo>
                <a:cubicBezTo>
                  <a:pt x="5787" y="42089"/>
                  <a:pt x="4429" y="37278"/>
                  <a:pt x="4429" y="31952"/>
                </a:cubicBezTo>
                <a:cubicBezTo>
                  <a:pt x="4429" y="26100"/>
                  <a:pt x="6090" y="20629"/>
                  <a:pt x="9412" y="15541"/>
                </a:cubicBezTo>
                <a:cubicBezTo>
                  <a:pt x="12733" y="10453"/>
                  <a:pt x="17584" y="6591"/>
                  <a:pt x="23964" y="3954"/>
                </a:cubicBezTo>
                <a:cubicBezTo>
                  <a:pt x="30344" y="1318"/>
                  <a:pt x="37436" y="0"/>
                  <a:pt x="45239" y="0"/>
                </a:cubicBezTo>
                <a:cubicBezTo>
                  <a:pt x="53834" y="0"/>
                  <a:pt x="61413" y="1384"/>
                  <a:pt x="67978" y="4152"/>
                </a:cubicBezTo>
                <a:cubicBezTo>
                  <a:pt x="74542" y="6920"/>
                  <a:pt x="79591" y="10993"/>
                  <a:pt x="83123" y="16372"/>
                </a:cubicBezTo>
                <a:cubicBezTo>
                  <a:pt x="86656" y="21750"/>
                  <a:pt x="88554" y="27840"/>
                  <a:pt x="88818" y="34641"/>
                </a:cubicBezTo>
                <a:lnTo>
                  <a:pt x="74107" y="35749"/>
                </a:lnTo>
                <a:cubicBezTo>
                  <a:pt x="73316" y="28420"/>
                  <a:pt x="70640" y="22883"/>
                  <a:pt x="66079" y="19140"/>
                </a:cubicBezTo>
                <a:cubicBezTo>
                  <a:pt x="61519" y="15396"/>
                  <a:pt x="54783" y="13524"/>
                  <a:pt x="45872" y="13524"/>
                </a:cubicBezTo>
                <a:cubicBezTo>
                  <a:pt x="36592" y="13524"/>
                  <a:pt x="29830" y="15225"/>
                  <a:pt x="25586" y="18626"/>
                </a:cubicBezTo>
                <a:cubicBezTo>
                  <a:pt x="21341" y="22026"/>
                  <a:pt x="19219" y="26126"/>
                  <a:pt x="19219" y="30924"/>
                </a:cubicBezTo>
                <a:cubicBezTo>
                  <a:pt x="19219" y="35089"/>
                  <a:pt x="20721" y="38517"/>
                  <a:pt x="23727" y="41206"/>
                </a:cubicBezTo>
                <a:cubicBezTo>
                  <a:pt x="26680" y="43895"/>
                  <a:pt x="34391" y="46650"/>
                  <a:pt x="46861" y="49471"/>
                </a:cubicBezTo>
                <a:cubicBezTo>
                  <a:pt x="59330" y="52291"/>
                  <a:pt x="67885" y="54756"/>
                  <a:pt x="72525" y="56865"/>
                </a:cubicBezTo>
                <a:cubicBezTo>
                  <a:pt x="79274" y="59976"/>
                  <a:pt x="84257" y="63918"/>
                  <a:pt x="87473" y="68689"/>
                </a:cubicBezTo>
                <a:cubicBezTo>
                  <a:pt x="90690" y="73461"/>
                  <a:pt x="92298" y="78958"/>
                  <a:pt x="92298" y="85180"/>
                </a:cubicBezTo>
                <a:cubicBezTo>
                  <a:pt x="92298" y="91349"/>
                  <a:pt x="90531" y="97162"/>
                  <a:pt x="86999" y="102619"/>
                </a:cubicBezTo>
                <a:cubicBezTo>
                  <a:pt x="83466" y="108076"/>
                  <a:pt x="78391" y="112321"/>
                  <a:pt x="71774" y="115352"/>
                </a:cubicBezTo>
                <a:cubicBezTo>
                  <a:pt x="65157" y="118384"/>
                  <a:pt x="57709" y="119900"/>
                  <a:pt x="49431" y="119900"/>
                </a:cubicBezTo>
                <a:cubicBezTo>
                  <a:pt x="38938" y="119900"/>
                  <a:pt x="30146" y="118371"/>
                  <a:pt x="23055" y="115313"/>
                </a:cubicBezTo>
                <a:cubicBezTo>
                  <a:pt x="15963" y="112255"/>
                  <a:pt x="10400" y="107654"/>
                  <a:pt x="6367" y="101512"/>
                </a:cubicBezTo>
                <a:cubicBezTo>
                  <a:pt x="2333" y="95369"/>
                  <a:pt x="211" y="88422"/>
                  <a:pt x="0" y="80671"/>
                </a:cubicBezTo>
                <a:close/>
                <a:moveTo>
                  <a:pt x="168888" y="90874"/>
                </a:moveTo>
                <a:lnTo>
                  <a:pt x="183599" y="92693"/>
                </a:lnTo>
                <a:cubicBezTo>
                  <a:pt x="181279" y="101288"/>
                  <a:pt x="176982" y="107957"/>
                  <a:pt x="170707" y="112703"/>
                </a:cubicBezTo>
                <a:cubicBezTo>
                  <a:pt x="164433" y="117448"/>
                  <a:pt x="156418" y="119821"/>
                  <a:pt x="146664" y="119821"/>
                </a:cubicBezTo>
                <a:cubicBezTo>
                  <a:pt x="134379" y="119821"/>
                  <a:pt x="124638" y="116038"/>
                  <a:pt x="117440" y="108472"/>
                </a:cubicBezTo>
                <a:cubicBezTo>
                  <a:pt x="110243" y="100905"/>
                  <a:pt x="106645" y="90294"/>
                  <a:pt x="106645" y="76638"/>
                </a:cubicBezTo>
                <a:cubicBezTo>
                  <a:pt x="106645" y="62507"/>
                  <a:pt x="110283" y="51540"/>
                  <a:pt x="117559" y="43737"/>
                </a:cubicBezTo>
                <a:cubicBezTo>
                  <a:pt x="124835" y="35933"/>
                  <a:pt x="134273" y="32031"/>
                  <a:pt x="145873" y="32031"/>
                </a:cubicBezTo>
                <a:cubicBezTo>
                  <a:pt x="157104" y="32031"/>
                  <a:pt x="166278" y="35854"/>
                  <a:pt x="173396" y="43499"/>
                </a:cubicBezTo>
                <a:cubicBezTo>
                  <a:pt x="180514" y="51145"/>
                  <a:pt x="184073" y="61901"/>
                  <a:pt x="184073" y="75768"/>
                </a:cubicBezTo>
                <a:cubicBezTo>
                  <a:pt x="184073" y="76612"/>
                  <a:pt x="184047" y="77877"/>
                  <a:pt x="183994" y="79564"/>
                </a:cubicBezTo>
                <a:lnTo>
                  <a:pt x="121355" y="79564"/>
                </a:lnTo>
                <a:cubicBezTo>
                  <a:pt x="121883" y="88791"/>
                  <a:pt x="124493" y="95857"/>
                  <a:pt x="129185" y="100760"/>
                </a:cubicBezTo>
                <a:cubicBezTo>
                  <a:pt x="133878" y="105664"/>
                  <a:pt x="139731" y="108116"/>
                  <a:pt x="146743" y="108116"/>
                </a:cubicBezTo>
                <a:cubicBezTo>
                  <a:pt x="151963" y="108116"/>
                  <a:pt x="156418" y="106745"/>
                  <a:pt x="160109" y="104003"/>
                </a:cubicBezTo>
                <a:cubicBezTo>
                  <a:pt x="163800" y="101261"/>
                  <a:pt x="166726" y="96885"/>
                  <a:pt x="168888" y="90874"/>
                </a:cubicBezTo>
                <a:moveTo>
                  <a:pt x="122146" y="67859"/>
                </a:moveTo>
                <a:lnTo>
                  <a:pt x="169046" y="67859"/>
                </a:lnTo>
                <a:cubicBezTo>
                  <a:pt x="168414" y="60794"/>
                  <a:pt x="166621" y="55495"/>
                  <a:pt x="163668" y="51962"/>
                </a:cubicBezTo>
                <a:cubicBezTo>
                  <a:pt x="159134" y="46478"/>
                  <a:pt x="153255" y="43737"/>
                  <a:pt x="146031" y="43737"/>
                </a:cubicBezTo>
                <a:cubicBezTo>
                  <a:pt x="139493" y="43737"/>
                  <a:pt x="133997" y="45925"/>
                  <a:pt x="129541" y="50301"/>
                </a:cubicBezTo>
                <a:cubicBezTo>
                  <a:pt x="125086" y="54677"/>
                  <a:pt x="122621" y="60530"/>
                  <a:pt x="122146" y="67859"/>
                </a:cubicBezTo>
                <a:close/>
                <a:moveTo>
                  <a:pt x="195123" y="92851"/>
                </a:moveTo>
                <a:lnTo>
                  <a:pt x="209200" y="90637"/>
                </a:lnTo>
                <a:cubicBezTo>
                  <a:pt x="209991" y="96279"/>
                  <a:pt x="212193" y="100602"/>
                  <a:pt x="215804" y="103607"/>
                </a:cubicBezTo>
                <a:cubicBezTo>
                  <a:pt x="219416" y="106613"/>
                  <a:pt x="224465" y="108116"/>
                  <a:pt x="230950" y="108116"/>
                </a:cubicBezTo>
                <a:cubicBezTo>
                  <a:pt x="237488" y="108116"/>
                  <a:pt x="242339" y="106784"/>
                  <a:pt x="245503" y="104122"/>
                </a:cubicBezTo>
                <a:cubicBezTo>
                  <a:pt x="248666" y="101459"/>
                  <a:pt x="250248" y="98335"/>
                  <a:pt x="250248" y="94749"/>
                </a:cubicBezTo>
                <a:cubicBezTo>
                  <a:pt x="250248" y="91533"/>
                  <a:pt x="248851" y="89002"/>
                  <a:pt x="246056" y="87157"/>
                </a:cubicBezTo>
                <a:cubicBezTo>
                  <a:pt x="244105" y="85891"/>
                  <a:pt x="239255" y="84283"/>
                  <a:pt x="231504" y="82332"/>
                </a:cubicBezTo>
                <a:cubicBezTo>
                  <a:pt x="221064" y="79696"/>
                  <a:pt x="213827" y="77416"/>
                  <a:pt x="209794" y="75491"/>
                </a:cubicBezTo>
                <a:cubicBezTo>
                  <a:pt x="205760" y="73567"/>
                  <a:pt x="202702" y="70904"/>
                  <a:pt x="200619" y="67503"/>
                </a:cubicBezTo>
                <a:cubicBezTo>
                  <a:pt x="198537" y="64102"/>
                  <a:pt x="197495" y="60345"/>
                  <a:pt x="197495" y="56233"/>
                </a:cubicBezTo>
                <a:cubicBezTo>
                  <a:pt x="197495" y="52489"/>
                  <a:pt x="198352" y="49022"/>
                  <a:pt x="200066" y="45832"/>
                </a:cubicBezTo>
                <a:cubicBezTo>
                  <a:pt x="201779" y="42643"/>
                  <a:pt x="204112" y="39993"/>
                  <a:pt x="207065" y="37884"/>
                </a:cubicBezTo>
                <a:cubicBezTo>
                  <a:pt x="209280" y="36249"/>
                  <a:pt x="212298" y="34865"/>
                  <a:pt x="216121" y="33732"/>
                </a:cubicBezTo>
                <a:cubicBezTo>
                  <a:pt x="219943" y="32598"/>
                  <a:pt x="224043" y="32031"/>
                  <a:pt x="228419" y="32031"/>
                </a:cubicBezTo>
                <a:cubicBezTo>
                  <a:pt x="235010" y="32031"/>
                  <a:pt x="240797" y="32980"/>
                  <a:pt x="245779" y="34879"/>
                </a:cubicBezTo>
                <a:cubicBezTo>
                  <a:pt x="250762" y="36777"/>
                  <a:pt x="254440" y="39347"/>
                  <a:pt x="256812" y="42590"/>
                </a:cubicBezTo>
                <a:cubicBezTo>
                  <a:pt x="259185" y="45832"/>
                  <a:pt x="260820" y="50169"/>
                  <a:pt x="261716" y="55600"/>
                </a:cubicBezTo>
                <a:lnTo>
                  <a:pt x="247796" y="57498"/>
                </a:lnTo>
                <a:cubicBezTo>
                  <a:pt x="247164" y="53175"/>
                  <a:pt x="245331" y="49800"/>
                  <a:pt x="242299" y="47375"/>
                </a:cubicBezTo>
                <a:cubicBezTo>
                  <a:pt x="239268" y="44949"/>
                  <a:pt x="234984" y="43737"/>
                  <a:pt x="229447" y="43737"/>
                </a:cubicBezTo>
                <a:cubicBezTo>
                  <a:pt x="222909" y="43737"/>
                  <a:pt x="218243" y="44817"/>
                  <a:pt x="215449" y="46979"/>
                </a:cubicBezTo>
                <a:cubicBezTo>
                  <a:pt x="212654" y="49141"/>
                  <a:pt x="211257" y="51672"/>
                  <a:pt x="211257" y="54572"/>
                </a:cubicBezTo>
                <a:cubicBezTo>
                  <a:pt x="211257" y="56417"/>
                  <a:pt x="211837" y="58078"/>
                  <a:pt x="212997" y="59555"/>
                </a:cubicBezTo>
                <a:cubicBezTo>
                  <a:pt x="214157" y="61084"/>
                  <a:pt x="215976" y="62349"/>
                  <a:pt x="218454" y="63351"/>
                </a:cubicBezTo>
                <a:cubicBezTo>
                  <a:pt x="219878" y="63878"/>
                  <a:pt x="224069" y="65091"/>
                  <a:pt x="231029" y="66989"/>
                </a:cubicBezTo>
                <a:cubicBezTo>
                  <a:pt x="241100" y="69678"/>
                  <a:pt x="248126" y="71879"/>
                  <a:pt x="252107" y="73593"/>
                </a:cubicBezTo>
                <a:cubicBezTo>
                  <a:pt x="256087" y="75307"/>
                  <a:pt x="259212" y="77798"/>
                  <a:pt x="261479" y="81067"/>
                </a:cubicBezTo>
                <a:cubicBezTo>
                  <a:pt x="263746" y="84336"/>
                  <a:pt x="264880" y="88396"/>
                  <a:pt x="264880" y="93247"/>
                </a:cubicBezTo>
                <a:cubicBezTo>
                  <a:pt x="264880" y="97992"/>
                  <a:pt x="263496" y="102461"/>
                  <a:pt x="260727" y="106652"/>
                </a:cubicBezTo>
                <a:cubicBezTo>
                  <a:pt x="257959" y="110844"/>
                  <a:pt x="253965" y="114087"/>
                  <a:pt x="248745" y="116380"/>
                </a:cubicBezTo>
                <a:cubicBezTo>
                  <a:pt x="243525" y="118674"/>
                  <a:pt x="237620" y="119821"/>
                  <a:pt x="231029" y="119821"/>
                </a:cubicBezTo>
                <a:cubicBezTo>
                  <a:pt x="220115" y="119821"/>
                  <a:pt x="211797" y="117554"/>
                  <a:pt x="206076" y="113019"/>
                </a:cubicBezTo>
                <a:cubicBezTo>
                  <a:pt x="200356" y="108485"/>
                  <a:pt x="196704" y="101762"/>
                  <a:pt x="195123" y="92851"/>
                </a:cubicBezTo>
                <a:close/>
                <a:moveTo>
                  <a:pt x="276111" y="92851"/>
                </a:moveTo>
                <a:lnTo>
                  <a:pt x="290189" y="90637"/>
                </a:lnTo>
                <a:cubicBezTo>
                  <a:pt x="290979" y="96279"/>
                  <a:pt x="293181" y="100602"/>
                  <a:pt x="296793" y="103607"/>
                </a:cubicBezTo>
                <a:cubicBezTo>
                  <a:pt x="300404" y="106613"/>
                  <a:pt x="305453" y="108116"/>
                  <a:pt x="311938" y="108116"/>
                </a:cubicBezTo>
                <a:cubicBezTo>
                  <a:pt x="318476" y="108116"/>
                  <a:pt x="323327" y="106784"/>
                  <a:pt x="326491" y="104122"/>
                </a:cubicBezTo>
                <a:cubicBezTo>
                  <a:pt x="329654" y="101459"/>
                  <a:pt x="331236" y="98335"/>
                  <a:pt x="331236" y="94749"/>
                </a:cubicBezTo>
                <a:cubicBezTo>
                  <a:pt x="331236" y="91533"/>
                  <a:pt x="329839" y="89002"/>
                  <a:pt x="327044" y="87157"/>
                </a:cubicBezTo>
                <a:cubicBezTo>
                  <a:pt x="325094" y="85891"/>
                  <a:pt x="320243" y="84283"/>
                  <a:pt x="312492" y="82332"/>
                </a:cubicBezTo>
                <a:cubicBezTo>
                  <a:pt x="302052" y="79696"/>
                  <a:pt x="294815" y="77416"/>
                  <a:pt x="290782" y="75491"/>
                </a:cubicBezTo>
                <a:cubicBezTo>
                  <a:pt x="286748" y="73567"/>
                  <a:pt x="283690" y="70904"/>
                  <a:pt x="281607" y="67503"/>
                </a:cubicBezTo>
                <a:cubicBezTo>
                  <a:pt x="279525" y="64102"/>
                  <a:pt x="278483" y="60345"/>
                  <a:pt x="278483" y="56233"/>
                </a:cubicBezTo>
                <a:cubicBezTo>
                  <a:pt x="278483" y="52489"/>
                  <a:pt x="279340" y="49022"/>
                  <a:pt x="281054" y="45832"/>
                </a:cubicBezTo>
                <a:cubicBezTo>
                  <a:pt x="282767" y="42643"/>
                  <a:pt x="285100" y="39993"/>
                  <a:pt x="288053" y="37884"/>
                </a:cubicBezTo>
                <a:cubicBezTo>
                  <a:pt x="290268" y="36249"/>
                  <a:pt x="293286" y="34865"/>
                  <a:pt x="297109" y="33732"/>
                </a:cubicBezTo>
                <a:cubicBezTo>
                  <a:pt x="300932" y="32598"/>
                  <a:pt x="305031" y="32031"/>
                  <a:pt x="309407" y="32031"/>
                </a:cubicBezTo>
                <a:cubicBezTo>
                  <a:pt x="315998" y="32031"/>
                  <a:pt x="321785" y="32980"/>
                  <a:pt x="326768" y="34879"/>
                </a:cubicBezTo>
                <a:cubicBezTo>
                  <a:pt x="331750" y="36777"/>
                  <a:pt x="335428" y="39347"/>
                  <a:pt x="337801" y="42590"/>
                </a:cubicBezTo>
                <a:cubicBezTo>
                  <a:pt x="340173" y="45832"/>
                  <a:pt x="341808" y="50169"/>
                  <a:pt x="342704" y="55600"/>
                </a:cubicBezTo>
                <a:lnTo>
                  <a:pt x="328784" y="57498"/>
                </a:lnTo>
                <a:cubicBezTo>
                  <a:pt x="328152" y="53175"/>
                  <a:pt x="326319" y="49800"/>
                  <a:pt x="323288" y="47375"/>
                </a:cubicBezTo>
                <a:cubicBezTo>
                  <a:pt x="320256" y="44949"/>
                  <a:pt x="315972" y="43737"/>
                  <a:pt x="310436" y="43737"/>
                </a:cubicBezTo>
                <a:cubicBezTo>
                  <a:pt x="303897" y="43737"/>
                  <a:pt x="299231" y="44817"/>
                  <a:pt x="296437" y="46979"/>
                </a:cubicBezTo>
                <a:cubicBezTo>
                  <a:pt x="293642" y="49141"/>
                  <a:pt x="292245" y="51672"/>
                  <a:pt x="292245" y="54572"/>
                </a:cubicBezTo>
                <a:cubicBezTo>
                  <a:pt x="292245" y="56417"/>
                  <a:pt x="292825" y="58078"/>
                  <a:pt x="293985" y="59555"/>
                </a:cubicBezTo>
                <a:cubicBezTo>
                  <a:pt x="295145" y="61084"/>
                  <a:pt x="296964" y="62349"/>
                  <a:pt x="299442" y="63351"/>
                </a:cubicBezTo>
                <a:cubicBezTo>
                  <a:pt x="300866" y="63878"/>
                  <a:pt x="305057" y="65091"/>
                  <a:pt x="312017" y="66989"/>
                </a:cubicBezTo>
                <a:cubicBezTo>
                  <a:pt x="322088" y="69678"/>
                  <a:pt x="329114" y="71879"/>
                  <a:pt x="333095" y="73593"/>
                </a:cubicBezTo>
                <a:cubicBezTo>
                  <a:pt x="337076" y="75307"/>
                  <a:pt x="340200" y="77798"/>
                  <a:pt x="342467" y="81067"/>
                </a:cubicBezTo>
                <a:cubicBezTo>
                  <a:pt x="344734" y="84336"/>
                  <a:pt x="345868" y="88396"/>
                  <a:pt x="345868" y="93247"/>
                </a:cubicBezTo>
                <a:cubicBezTo>
                  <a:pt x="345868" y="97992"/>
                  <a:pt x="344484" y="102461"/>
                  <a:pt x="341716" y="106652"/>
                </a:cubicBezTo>
                <a:cubicBezTo>
                  <a:pt x="338947" y="110844"/>
                  <a:pt x="334953" y="114087"/>
                  <a:pt x="329733" y="116380"/>
                </a:cubicBezTo>
                <a:cubicBezTo>
                  <a:pt x="324514" y="118674"/>
                  <a:pt x="318608" y="119821"/>
                  <a:pt x="312017" y="119821"/>
                </a:cubicBezTo>
                <a:cubicBezTo>
                  <a:pt x="301103" y="119821"/>
                  <a:pt x="292785" y="117554"/>
                  <a:pt x="287065" y="113019"/>
                </a:cubicBezTo>
                <a:cubicBezTo>
                  <a:pt x="281344" y="108485"/>
                  <a:pt x="277692" y="101762"/>
                  <a:pt x="276111" y="92851"/>
                </a:cubicBezTo>
                <a:close/>
                <a:moveTo>
                  <a:pt x="362872" y="18349"/>
                </a:moveTo>
                <a:lnTo>
                  <a:pt x="362872" y="1977"/>
                </a:lnTo>
                <a:lnTo>
                  <a:pt x="377108" y="1977"/>
                </a:lnTo>
                <a:lnTo>
                  <a:pt x="377108" y="18349"/>
                </a:lnTo>
                <a:lnTo>
                  <a:pt x="362872" y="18349"/>
                </a:lnTo>
                <a:moveTo>
                  <a:pt x="362872" y="117923"/>
                </a:moveTo>
                <a:lnTo>
                  <a:pt x="362872" y="33929"/>
                </a:lnTo>
                <a:lnTo>
                  <a:pt x="377108" y="33929"/>
                </a:lnTo>
                <a:lnTo>
                  <a:pt x="377108" y="117923"/>
                </a:lnTo>
                <a:lnTo>
                  <a:pt x="362872" y="117923"/>
                </a:lnTo>
                <a:close/>
                <a:moveTo>
                  <a:pt x="392934" y="75926"/>
                </a:moveTo>
                <a:cubicBezTo>
                  <a:pt x="392934" y="60372"/>
                  <a:pt x="397257" y="48851"/>
                  <a:pt x="405904" y="41364"/>
                </a:cubicBezTo>
                <a:cubicBezTo>
                  <a:pt x="413128" y="35142"/>
                  <a:pt x="421933" y="32031"/>
                  <a:pt x="432320" y="32031"/>
                </a:cubicBezTo>
                <a:cubicBezTo>
                  <a:pt x="443868" y="32031"/>
                  <a:pt x="453306" y="35814"/>
                  <a:pt x="460635" y="43381"/>
                </a:cubicBezTo>
                <a:cubicBezTo>
                  <a:pt x="467964" y="50947"/>
                  <a:pt x="471628" y="61400"/>
                  <a:pt x="471628" y="74740"/>
                </a:cubicBezTo>
                <a:cubicBezTo>
                  <a:pt x="471628" y="85549"/>
                  <a:pt x="470007" y="94051"/>
                  <a:pt x="466764" y="100246"/>
                </a:cubicBezTo>
                <a:cubicBezTo>
                  <a:pt x="463521" y="106442"/>
                  <a:pt x="458802" y="111253"/>
                  <a:pt x="452607" y="114680"/>
                </a:cubicBezTo>
                <a:cubicBezTo>
                  <a:pt x="446412" y="118107"/>
                  <a:pt x="439649" y="119821"/>
                  <a:pt x="432320" y="119821"/>
                </a:cubicBezTo>
                <a:cubicBezTo>
                  <a:pt x="420562" y="119821"/>
                  <a:pt x="411058" y="116051"/>
                  <a:pt x="403809" y="108511"/>
                </a:cubicBezTo>
                <a:cubicBezTo>
                  <a:pt x="396559" y="100971"/>
                  <a:pt x="392934" y="90110"/>
                  <a:pt x="392934" y="75926"/>
                </a:cubicBezTo>
                <a:moveTo>
                  <a:pt x="407565" y="75926"/>
                </a:moveTo>
                <a:cubicBezTo>
                  <a:pt x="407565" y="86682"/>
                  <a:pt x="409912" y="94736"/>
                  <a:pt x="414604" y="100088"/>
                </a:cubicBezTo>
                <a:cubicBezTo>
                  <a:pt x="419297" y="105440"/>
                  <a:pt x="425202" y="108116"/>
                  <a:pt x="432320" y="108116"/>
                </a:cubicBezTo>
                <a:cubicBezTo>
                  <a:pt x="439386" y="108116"/>
                  <a:pt x="445265" y="105427"/>
                  <a:pt x="449957" y="100048"/>
                </a:cubicBezTo>
                <a:cubicBezTo>
                  <a:pt x="454650" y="94670"/>
                  <a:pt x="456996" y="86471"/>
                  <a:pt x="456996" y="75452"/>
                </a:cubicBezTo>
                <a:cubicBezTo>
                  <a:pt x="456996" y="65064"/>
                  <a:pt x="454637" y="57195"/>
                  <a:pt x="449918" y="51843"/>
                </a:cubicBezTo>
                <a:cubicBezTo>
                  <a:pt x="445199" y="46492"/>
                  <a:pt x="439333" y="43816"/>
                  <a:pt x="432320" y="43816"/>
                </a:cubicBezTo>
                <a:cubicBezTo>
                  <a:pt x="425202" y="43816"/>
                  <a:pt x="419297" y="46478"/>
                  <a:pt x="414604" y="51804"/>
                </a:cubicBezTo>
                <a:cubicBezTo>
                  <a:pt x="409912" y="57129"/>
                  <a:pt x="407565" y="65170"/>
                  <a:pt x="407565" y="75926"/>
                </a:cubicBezTo>
                <a:close/>
                <a:moveTo>
                  <a:pt x="487660" y="117923"/>
                </a:moveTo>
                <a:lnTo>
                  <a:pt x="487660" y="33929"/>
                </a:lnTo>
                <a:lnTo>
                  <a:pt x="500472" y="33929"/>
                </a:lnTo>
                <a:lnTo>
                  <a:pt x="500472" y="45872"/>
                </a:lnTo>
                <a:cubicBezTo>
                  <a:pt x="506641" y="36645"/>
                  <a:pt x="515552" y="32031"/>
                  <a:pt x="527205" y="32031"/>
                </a:cubicBezTo>
                <a:cubicBezTo>
                  <a:pt x="532266" y="32031"/>
                  <a:pt x="536919" y="32941"/>
                  <a:pt x="541164" y="34760"/>
                </a:cubicBezTo>
                <a:cubicBezTo>
                  <a:pt x="545408" y="36579"/>
                  <a:pt x="548585" y="38965"/>
                  <a:pt x="550694" y="41918"/>
                </a:cubicBezTo>
                <a:cubicBezTo>
                  <a:pt x="552803" y="44870"/>
                  <a:pt x="554280" y="48377"/>
                  <a:pt x="555123" y="52436"/>
                </a:cubicBezTo>
                <a:cubicBezTo>
                  <a:pt x="555650" y="55073"/>
                  <a:pt x="555914" y="59686"/>
                  <a:pt x="555914" y="66277"/>
                </a:cubicBezTo>
                <a:lnTo>
                  <a:pt x="555914" y="117923"/>
                </a:lnTo>
                <a:lnTo>
                  <a:pt x="541678" y="117923"/>
                </a:lnTo>
                <a:lnTo>
                  <a:pt x="541678" y="66831"/>
                </a:lnTo>
                <a:cubicBezTo>
                  <a:pt x="541678" y="61031"/>
                  <a:pt x="541124" y="56694"/>
                  <a:pt x="540017" y="53821"/>
                </a:cubicBezTo>
                <a:cubicBezTo>
                  <a:pt x="538910" y="50947"/>
                  <a:pt x="536946" y="48653"/>
                  <a:pt x="534125" y="46940"/>
                </a:cubicBezTo>
                <a:cubicBezTo>
                  <a:pt x="531304" y="45226"/>
                  <a:pt x="527995" y="44369"/>
                  <a:pt x="524199" y="44369"/>
                </a:cubicBezTo>
                <a:cubicBezTo>
                  <a:pt x="518136" y="44369"/>
                  <a:pt x="512902" y="46294"/>
                  <a:pt x="508500" y="50143"/>
                </a:cubicBezTo>
                <a:cubicBezTo>
                  <a:pt x="504097" y="53992"/>
                  <a:pt x="501896" y="61295"/>
                  <a:pt x="501896" y="72051"/>
                </a:cubicBezTo>
                <a:lnTo>
                  <a:pt x="501896" y="117923"/>
                </a:lnTo>
                <a:lnTo>
                  <a:pt x="487660" y="117923"/>
                </a:lnTo>
                <a:close/>
                <a:moveTo>
                  <a:pt x="616926" y="92851"/>
                </a:moveTo>
                <a:lnTo>
                  <a:pt x="631003" y="90637"/>
                </a:lnTo>
                <a:cubicBezTo>
                  <a:pt x="631794" y="96279"/>
                  <a:pt x="633996" y="100602"/>
                  <a:pt x="637607" y="103607"/>
                </a:cubicBezTo>
                <a:cubicBezTo>
                  <a:pt x="641219" y="106613"/>
                  <a:pt x="646268" y="108116"/>
                  <a:pt x="652753" y="108116"/>
                </a:cubicBezTo>
                <a:cubicBezTo>
                  <a:pt x="659291" y="108116"/>
                  <a:pt x="664142" y="106784"/>
                  <a:pt x="667306" y="104122"/>
                </a:cubicBezTo>
                <a:cubicBezTo>
                  <a:pt x="670469" y="101459"/>
                  <a:pt x="672051" y="98335"/>
                  <a:pt x="672051" y="94749"/>
                </a:cubicBezTo>
                <a:cubicBezTo>
                  <a:pt x="672051" y="91533"/>
                  <a:pt x="670654" y="89002"/>
                  <a:pt x="667859" y="87157"/>
                </a:cubicBezTo>
                <a:cubicBezTo>
                  <a:pt x="665908" y="85891"/>
                  <a:pt x="661058" y="84283"/>
                  <a:pt x="653307" y="82332"/>
                </a:cubicBezTo>
                <a:cubicBezTo>
                  <a:pt x="642867" y="79696"/>
                  <a:pt x="635630" y="77416"/>
                  <a:pt x="631597" y="75491"/>
                </a:cubicBezTo>
                <a:cubicBezTo>
                  <a:pt x="627563" y="73567"/>
                  <a:pt x="624505" y="70904"/>
                  <a:pt x="622422" y="67503"/>
                </a:cubicBezTo>
                <a:cubicBezTo>
                  <a:pt x="620340" y="64102"/>
                  <a:pt x="619298" y="60345"/>
                  <a:pt x="619298" y="56233"/>
                </a:cubicBezTo>
                <a:cubicBezTo>
                  <a:pt x="619298" y="52489"/>
                  <a:pt x="620155" y="49022"/>
                  <a:pt x="621869" y="45832"/>
                </a:cubicBezTo>
                <a:cubicBezTo>
                  <a:pt x="623582" y="42643"/>
                  <a:pt x="625915" y="39993"/>
                  <a:pt x="628868" y="37884"/>
                </a:cubicBezTo>
                <a:cubicBezTo>
                  <a:pt x="631083" y="36249"/>
                  <a:pt x="634101" y="34865"/>
                  <a:pt x="637924" y="33732"/>
                </a:cubicBezTo>
                <a:cubicBezTo>
                  <a:pt x="641746" y="32598"/>
                  <a:pt x="645846" y="32031"/>
                  <a:pt x="650222" y="32031"/>
                </a:cubicBezTo>
                <a:cubicBezTo>
                  <a:pt x="656813" y="32031"/>
                  <a:pt x="662600" y="32980"/>
                  <a:pt x="667582" y="34879"/>
                </a:cubicBezTo>
                <a:cubicBezTo>
                  <a:pt x="672565" y="36777"/>
                  <a:pt x="676243" y="39347"/>
                  <a:pt x="678615" y="42590"/>
                </a:cubicBezTo>
                <a:cubicBezTo>
                  <a:pt x="680988" y="45832"/>
                  <a:pt x="682623" y="50169"/>
                  <a:pt x="683519" y="55600"/>
                </a:cubicBezTo>
                <a:lnTo>
                  <a:pt x="669599" y="57498"/>
                </a:lnTo>
                <a:cubicBezTo>
                  <a:pt x="668967" y="53175"/>
                  <a:pt x="667134" y="49800"/>
                  <a:pt x="664103" y="47375"/>
                </a:cubicBezTo>
                <a:cubicBezTo>
                  <a:pt x="661071" y="44949"/>
                  <a:pt x="656787" y="43737"/>
                  <a:pt x="651250" y="43737"/>
                </a:cubicBezTo>
                <a:cubicBezTo>
                  <a:pt x="644712" y="43737"/>
                  <a:pt x="640046" y="44817"/>
                  <a:pt x="637252" y="46979"/>
                </a:cubicBezTo>
                <a:cubicBezTo>
                  <a:pt x="634457" y="49141"/>
                  <a:pt x="633060" y="51672"/>
                  <a:pt x="633060" y="54572"/>
                </a:cubicBezTo>
                <a:cubicBezTo>
                  <a:pt x="633060" y="56417"/>
                  <a:pt x="633640" y="58078"/>
                  <a:pt x="634800" y="59555"/>
                </a:cubicBezTo>
                <a:cubicBezTo>
                  <a:pt x="635960" y="61084"/>
                  <a:pt x="637779" y="62349"/>
                  <a:pt x="640257" y="63351"/>
                </a:cubicBezTo>
                <a:cubicBezTo>
                  <a:pt x="641681" y="63878"/>
                  <a:pt x="645872" y="65091"/>
                  <a:pt x="652832" y="66989"/>
                </a:cubicBezTo>
                <a:cubicBezTo>
                  <a:pt x="662903" y="69678"/>
                  <a:pt x="669929" y="71879"/>
                  <a:pt x="673910" y="73593"/>
                </a:cubicBezTo>
                <a:cubicBezTo>
                  <a:pt x="677890" y="75307"/>
                  <a:pt x="681015" y="77798"/>
                  <a:pt x="683282" y="81067"/>
                </a:cubicBezTo>
                <a:cubicBezTo>
                  <a:pt x="685549" y="84336"/>
                  <a:pt x="686683" y="88396"/>
                  <a:pt x="686683" y="93247"/>
                </a:cubicBezTo>
                <a:cubicBezTo>
                  <a:pt x="686683" y="97992"/>
                  <a:pt x="685299" y="102461"/>
                  <a:pt x="682530" y="106652"/>
                </a:cubicBezTo>
                <a:cubicBezTo>
                  <a:pt x="679762" y="110844"/>
                  <a:pt x="675768" y="114087"/>
                  <a:pt x="670548" y="116380"/>
                </a:cubicBezTo>
                <a:cubicBezTo>
                  <a:pt x="665328" y="118674"/>
                  <a:pt x="659423" y="119821"/>
                  <a:pt x="652832" y="119821"/>
                </a:cubicBezTo>
                <a:cubicBezTo>
                  <a:pt x="641918" y="119821"/>
                  <a:pt x="633600" y="117554"/>
                  <a:pt x="627879" y="113019"/>
                </a:cubicBezTo>
                <a:cubicBezTo>
                  <a:pt x="622159" y="108485"/>
                  <a:pt x="618507" y="101762"/>
                  <a:pt x="616926" y="92851"/>
                </a:cubicBezTo>
                <a:close/>
                <a:moveTo>
                  <a:pt x="734690" y="105189"/>
                </a:moveTo>
                <a:lnTo>
                  <a:pt x="736747" y="117765"/>
                </a:lnTo>
                <a:cubicBezTo>
                  <a:pt x="732739" y="118608"/>
                  <a:pt x="729154" y="119030"/>
                  <a:pt x="725990" y="119030"/>
                </a:cubicBezTo>
                <a:cubicBezTo>
                  <a:pt x="720823" y="119030"/>
                  <a:pt x="716816" y="118213"/>
                  <a:pt x="713969" y="116578"/>
                </a:cubicBezTo>
                <a:cubicBezTo>
                  <a:pt x="711122" y="114944"/>
                  <a:pt x="709118" y="112795"/>
                  <a:pt x="707958" y="110132"/>
                </a:cubicBezTo>
                <a:cubicBezTo>
                  <a:pt x="706798" y="107470"/>
                  <a:pt x="706218" y="101868"/>
                  <a:pt x="706218" y="93326"/>
                </a:cubicBezTo>
                <a:lnTo>
                  <a:pt x="706218" y="45002"/>
                </a:lnTo>
                <a:lnTo>
                  <a:pt x="695778" y="45002"/>
                </a:lnTo>
                <a:lnTo>
                  <a:pt x="695778" y="33929"/>
                </a:lnTo>
                <a:lnTo>
                  <a:pt x="706218" y="33929"/>
                </a:lnTo>
                <a:lnTo>
                  <a:pt x="706218" y="13129"/>
                </a:lnTo>
                <a:lnTo>
                  <a:pt x="720375" y="4587"/>
                </a:lnTo>
                <a:lnTo>
                  <a:pt x="720375" y="33929"/>
                </a:lnTo>
                <a:lnTo>
                  <a:pt x="734690" y="33929"/>
                </a:lnTo>
                <a:lnTo>
                  <a:pt x="734690" y="45002"/>
                </a:lnTo>
                <a:lnTo>
                  <a:pt x="720375" y="45002"/>
                </a:lnTo>
                <a:lnTo>
                  <a:pt x="720375" y="94117"/>
                </a:lnTo>
                <a:cubicBezTo>
                  <a:pt x="720375" y="98177"/>
                  <a:pt x="720626" y="100787"/>
                  <a:pt x="721126" y="101947"/>
                </a:cubicBezTo>
                <a:cubicBezTo>
                  <a:pt x="721627" y="103107"/>
                  <a:pt x="722445" y="104029"/>
                  <a:pt x="723578" y="104715"/>
                </a:cubicBezTo>
                <a:cubicBezTo>
                  <a:pt x="724712" y="105400"/>
                  <a:pt x="726333" y="105743"/>
                  <a:pt x="728442" y="105743"/>
                </a:cubicBezTo>
                <a:cubicBezTo>
                  <a:pt x="730024" y="105743"/>
                  <a:pt x="732107" y="105558"/>
                  <a:pt x="734690" y="105189"/>
                </a:cubicBezTo>
                <a:close/>
                <a:moveTo>
                  <a:pt x="803965" y="107562"/>
                </a:moveTo>
                <a:cubicBezTo>
                  <a:pt x="798692" y="112044"/>
                  <a:pt x="793617" y="115207"/>
                  <a:pt x="788740" y="117053"/>
                </a:cubicBezTo>
                <a:cubicBezTo>
                  <a:pt x="783863" y="118898"/>
                  <a:pt x="778630" y="119821"/>
                  <a:pt x="773041" y="119821"/>
                </a:cubicBezTo>
                <a:cubicBezTo>
                  <a:pt x="763813" y="119821"/>
                  <a:pt x="756722" y="117567"/>
                  <a:pt x="751765" y="113059"/>
                </a:cubicBezTo>
                <a:cubicBezTo>
                  <a:pt x="746809" y="108551"/>
                  <a:pt x="744331" y="102790"/>
                  <a:pt x="744331" y="95778"/>
                </a:cubicBezTo>
                <a:cubicBezTo>
                  <a:pt x="744331" y="91665"/>
                  <a:pt x="745267" y="87908"/>
                  <a:pt x="747139" y="84507"/>
                </a:cubicBezTo>
                <a:cubicBezTo>
                  <a:pt x="749010" y="81106"/>
                  <a:pt x="751462" y="78378"/>
                  <a:pt x="754494" y="76322"/>
                </a:cubicBezTo>
                <a:cubicBezTo>
                  <a:pt x="757526" y="74265"/>
                  <a:pt x="760940" y="72710"/>
                  <a:pt x="764736" y="71655"/>
                </a:cubicBezTo>
                <a:cubicBezTo>
                  <a:pt x="767531" y="70917"/>
                  <a:pt x="771749" y="70205"/>
                  <a:pt x="777391" y="69520"/>
                </a:cubicBezTo>
                <a:cubicBezTo>
                  <a:pt x="788885" y="68149"/>
                  <a:pt x="797347" y="66514"/>
                  <a:pt x="802778" y="64616"/>
                </a:cubicBezTo>
                <a:cubicBezTo>
                  <a:pt x="802831" y="62665"/>
                  <a:pt x="802857" y="61426"/>
                  <a:pt x="802857" y="60899"/>
                </a:cubicBezTo>
                <a:cubicBezTo>
                  <a:pt x="802857" y="55099"/>
                  <a:pt x="801513" y="51013"/>
                  <a:pt x="798824" y="48640"/>
                </a:cubicBezTo>
                <a:cubicBezTo>
                  <a:pt x="795186" y="45424"/>
                  <a:pt x="789781" y="43816"/>
                  <a:pt x="782610" y="43816"/>
                </a:cubicBezTo>
                <a:cubicBezTo>
                  <a:pt x="775914" y="43816"/>
                  <a:pt x="770971" y="44989"/>
                  <a:pt x="767781" y="47335"/>
                </a:cubicBezTo>
                <a:cubicBezTo>
                  <a:pt x="764591" y="49682"/>
                  <a:pt x="762232" y="53834"/>
                  <a:pt x="760703" y="59792"/>
                </a:cubicBezTo>
                <a:lnTo>
                  <a:pt x="746783" y="57894"/>
                </a:lnTo>
                <a:cubicBezTo>
                  <a:pt x="748048" y="51936"/>
                  <a:pt x="750131" y="47124"/>
                  <a:pt x="753031" y="43460"/>
                </a:cubicBezTo>
                <a:cubicBezTo>
                  <a:pt x="755931" y="39795"/>
                  <a:pt x="760123" y="36974"/>
                  <a:pt x="765606" y="34997"/>
                </a:cubicBezTo>
                <a:cubicBezTo>
                  <a:pt x="771090" y="33020"/>
                  <a:pt x="777443" y="32031"/>
                  <a:pt x="784667" y="32031"/>
                </a:cubicBezTo>
                <a:cubicBezTo>
                  <a:pt x="791838" y="32031"/>
                  <a:pt x="797664" y="32875"/>
                  <a:pt x="802146" y="34562"/>
                </a:cubicBezTo>
                <a:cubicBezTo>
                  <a:pt x="806627" y="36249"/>
                  <a:pt x="809923" y="38372"/>
                  <a:pt x="812032" y="40929"/>
                </a:cubicBezTo>
                <a:cubicBezTo>
                  <a:pt x="814141" y="43486"/>
                  <a:pt x="815617" y="46716"/>
                  <a:pt x="816461" y="50617"/>
                </a:cubicBezTo>
                <a:cubicBezTo>
                  <a:pt x="816935" y="53043"/>
                  <a:pt x="817173" y="57419"/>
                  <a:pt x="817173" y="63746"/>
                </a:cubicBezTo>
                <a:lnTo>
                  <a:pt x="817173" y="82728"/>
                </a:lnTo>
                <a:cubicBezTo>
                  <a:pt x="817173" y="95962"/>
                  <a:pt x="817476" y="104332"/>
                  <a:pt x="818082" y="107839"/>
                </a:cubicBezTo>
                <a:cubicBezTo>
                  <a:pt x="818689" y="111345"/>
                  <a:pt x="819888" y="114706"/>
                  <a:pt x="821681" y="117923"/>
                </a:cubicBezTo>
                <a:lnTo>
                  <a:pt x="806812" y="117923"/>
                </a:lnTo>
                <a:cubicBezTo>
                  <a:pt x="805336" y="114970"/>
                  <a:pt x="804386" y="111516"/>
                  <a:pt x="803965" y="107562"/>
                </a:cubicBezTo>
                <a:moveTo>
                  <a:pt x="802778" y="75768"/>
                </a:moveTo>
                <a:cubicBezTo>
                  <a:pt x="797611" y="77877"/>
                  <a:pt x="789860" y="79670"/>
                  <a:pt x="779526" y="81146"/>
                </a:cubicBezTo>
                <a:cubicBezTo>
                  <a:pt x="773673" y="81990"/>
                  <a:pt x="769534" y="82939"/>
                  <a:pt x="767109" y="83993"/>
                </a:cubicBezTo>
                <a:cubicBezTo>
                  <a:pt x="764683" y="85048"/>
                  <a:pt x="762812" y="86590"/>
                  <a:pt x="761493" y="88620"/>
                </a:cubicBezTo>
                <a:cubicBezTo>
                  <a:pt x="760175" y="90650"/>
                  <a:pt x="759516" y="92904"/>
                  <a:pt x="759516" y="95382"/>
                </a:cubicBezTo>
                <a:cubicBezTo>
                  <a:pt x="759516" y="99178"/>
                  <a:pt x="760953" y="102342"/>
                  <a:pt x="763827" y="104873"/>
                </a:cubicBezTo>
                <a:cubicBezTo>
                  <a:pt x="766700" y="107404"/>
                  <a:pt x="770905" y="108669"/>
                  <a:pt x="776441" y="108669"/>
                </a:cubicBezTo>
                <a:cubicBezTo>
                  <a:pt x="781925" y="108669"/>
                  <a:pt x="786802" y="107470"/>
                  <a:pt x="791073" y="105071"/>
                </a:cubicBezTo>
                <a:cubicBezTo>
                  <a:pt x="795344" y="102672"/>
                  <a:pt x="798481" y="99389"/>
                  <a:pt x="800485" y="95224"/>
                </a:cubicBezTo>
                <a:cubicBezTo>
                  <a:pt x="802014" y="92008"/>
                  <a:pt x="802778" y="87262"/>
                  <a:pt x="802778" y="80988"/>
                </a:cubicBezTo>
                <a:lnTo>
                  <a:pt x="802778" y="75768"/>
                </a:lnTo>
                <a:close/>
                <a:moveTo>
                  <a:pt x="869665" y="105189"/>
                </a:moveTo>
                <a:lnTo>
                  <a:pt x="871721" y="117765"/>
                </a:lnTo>
                <a:cubicBezTo>
                  <a:pt x="867714" y="118608"/>
                  <a:pt x="864128" y="119030"/>
                  <a:pt x="860965" y="119030"/>
                </a:cubicBezTo>
                <a:cubicBezTo>
                  <a:pt x="855798" y="119030"/>
                  <a:pt x="851790" y="118213"/>
                  <a:pt x="848943" y="116578"/>
                </a:cubicBezTo>
                <a:cubicBezTo>
                  <a:pt x="846096" y="114944"/>
                  <a:pt x="844092" y="112795"/>
                  <a:pt x="842932" y="110132"/>
                </a:cubicBezTo>
                <a:cubicBezTo>
                  <a:pt x="841772" y="107470"/>
                  <a:pt x="841192" y="101868"/>
                  <a:pt x="841192" y="93326"/>
                </a:cubicBezTo>
                <a:lnTo>
                  <a:pt x="841192" y="45002"/>
                </a:lnTo>
                <a:lnTo>
                  <a:pt x="830753" y="45002"/>
                </a:lnTo>
                <a:lnTo>
                  <a:pt x="830753" y="33929"/>
                </a:lnTo>
                <a:lnTo>
                  <a:pt x="841192" y="33929"/>
                </a:lnTo>
                <a:lnTo>
                  <a:pt x="841192" y="13129"/>
                </a:lnTo>
                <a:lnTo>
                  <a:pt x="855349" y="4587"/>
                </a:lnTo>
                <a:lnTo>
                  <a:pt x="855349" y="33929"/>
                </a:lnTo>
                <a:lnTo>
                  <a:pt x="869665" y="33929"/>
                </a:lnTo>
                <a:lnTo>
                  <a:pt x="869665" y="45002"/>
                </a:lnTo>
                <a:lnTo>
                  <a:pt x="855349" y="45002"/>
                </a:lnTo>
                <a:lnTo>
                  <a:pt x="855349" y="94117"/>
                </a:lnTo>
                <a:cubicBezTo>
                  <a:pt x="855349" y="98177"/>
                  <a:pt x="855600" y="100787"/>
                  <a:pt x="856101" y="101947"/>
                </a:cubicBezTo>
                <a:cubicBezTo>
                  <a:pt x="856602" y="103107"/>
                  <a:pt x="857419" y="104029"/>
                  <a:pt x="858553" y="104715"/>
                </a:cubicBezTo>
                <a:cubicBezTo>
                  <a:pt x="859686" y="105400"/>
                  <a:pt x="861307" y="105743"/>
                  <a:pt x="863417" y="105743"/>
                </a:cubicBezTo>
                <a:cubicBezTo>
                  <a:pt x="864998" y="105743"/>
                  <a:pt x="867081" y="105558"/>
                  <a:pt x="869665" y="105189"/>
                </a:cubicBezTo>
                <a:close/>
                <a:moveTo>
                  <a:pt x="941643" y="90874"/>
                </a:moveTo>
                <a:lnTo>
                  <a:pt x="956354" y="92693"/>
                </a:lnTo>
                <a:cubicBezTo>
                  <a:pt x="954034" y="101288"/>
                  <a:pt x="949737" y="107957"/>
                  <a:pt x="943462" y="112703"/>
                </a:cubicBezTo>
                <a:cubicBezTo>
                  <a:pt x="937188" y="117448"/>
                  <a:pt x="929174" y="119821"/>
                  <a:pt x="919419" y="119821"/>
                </a:cubicBezTo>
                <a:cubicBezTo>
                  <a:pt x="907134" y="119821"/>
                  <a:pt x="897393" y="116038"/>
                  <a:pt x="890196" y="108472"/>
                </a:cubicBezTo>
                <a:cubicBezTo>
                  <a:pt x="882998" y="100905"/>
                  <a:pt x="879400" y="90294"/>
                  <a:pt x="879400" y="76638"/>
                </a:cubicBezTo>
                <a:cubicBezTo>
                  <a:pt x="879400" y="62507"/>
                  <a:pt x="883038" y="51540"/>
                  <a:pt x="890314" y="43737"/>
                </a:cubicBezTo>
                <a:cubicBezTo>
                  <a:pt x="897590" y="35933"/>
                  <a:pt x="907029" y="32031"/>
                  <a:pt x="918628" y="32031"/>
                </a:cubicBezTo>
                <a:cubicBezTo>
                  <a:pt x="929859" y="32031"/>
                  <a:pt x="939033" y="35854"/>
                  <a:pt x="946152" y="43499"/>
                </a:cubicBezTo>
                <a:cubicBezTo>
                  <a:pt x="953270" y="51145"/>
                  <a:pt x="956829" y="61901"/>
                  <a:pt x="956829" y="75768"/>
                </a:cubicBezTo>
                <a:cubicBezTo>
                  <a:pt x="956829" y="76612"/>
                  <a:pt x="956802" y="77877"/>
                  <a:pt x="956750" y="79564"/>
                </a:cubicBezTo>
                <a:lnTo>
                  <a:pt x="894111" y="79564"/>
                </a:lnTo>
                <a:cubicBezTo>
                  <a:pt x="894638" y="88791"/>
                  <a:pt x="897248" y="95857"/>
                  <a:pt x="901940" y="100760"/>
                </a:cubicBezTo>
                <a:cubicBezTo>
                  <a:pt x="906633" y="105664"/>
                  <a:pt x="912486" y="108116"/>
                  <a:pt x="919498" y="108116"/>
                </a:cubicBezTo>
                <a:cubicBezTo>
                  <a:pt x="924718" y="108116"/>
                  <a:pt x="929174" y="106745"/>
                  <a:pt x="932864" y="104003"/>
                </a:cubicBezTo>
                <a:cubicBezTo>
                  <a:pt x="936555" y="101261"/>
                  <a:pt x="939482" y="96885"/>
                  <a:pt x="941643" y="90874"/>
                </a:cubicBezTo>
                <a:moveTo>
                  <a:pt x="894901" y="67859"/>
                </a:moveTo>
                <a:lnTo>
                  <a:pt x="941802" y="67859"/>
                </a:lnTo>
                <a:cubicBezTo>
                  <a:pt x="941169" y="60794"/>
                  <a:pt x="939376" y="55495"/>
                  <a:pt x="936424" y="51962"/>
                </a:cubicBezTo>
                <a:cubicBezTo>
                  <a:pt x="931889" y="46478"/>
                  <a:pt x="926010" y="43737"/>
                  <a:pt x="918787" y="43737"/>
                </a:cubicBezTo>
                <a:cubicBezTo>
                  <a:pt x="912248" y="43737"/>
                  <a:pt x="906752" y="45925"/>
                  <a:pt x="902296" y="50301"/>
                </a:cubicBezTo>
                <a:cubicBezTo>
                  <a:pt x="897841" y="54677"/>
                  <a:pt x="895376" y="60530"/>
                  <a:pt x="894901" y="67859"/>
                </a:cubicBezTo>
                <a:close/>
                <a:moveTo>
                  <a:pt x="977606" y="117923"/>
                </a:moveTo>
                <a:lnTo>
                  <a:pt x="977606" y="101709"/>
                </a:lnTo>
                <a:lnTo>
                  <a:pt x="993819" y="101709"/>
                </a:lnTo>
                <a:lnTo>
                  <a:pt x="993819" y="117923"/>
                </a:lnTo>
                <a:lnTo>
                  <a:pt x="977606" y="117923"/>
                </a:lnTo>
                <a:close/>
                <a:moveTo>
                  <a:pt x="1091907" y="152010"/>
                </a:moveTo>
                <a:cubicBezTo>
                  <a:pt x="1084051" y="142098"/>
                  <a:pt x="1077408" y="130498"/>
                  <a:pt x="1071977" y="117211"/>
                </a:cubicBezTo>
                <a:cubicBezTo>
                  <a:pt x="1066546" y="103924"/>
                  <a:pt x="1063831" y="90162"/>
                  <a:pt x="1063831" y="75926"/>
                </a:cubicBezTo>
                <a:cubicBezTo>
                  <a:pt x="1063831" y="63377"/>
                  <a:pt x="1065861" y="51356"/>
                  <a:pt x="1069921" y="39861"/>
                </a:cubicBezTo>
                <a:cubicBezTo>
                  <a:pt x="1074666" y="26521"/>
                  <a:pt x="1081995" y="13234"/>
                  <a:pt x="1091907" y="0"/>
                </a:cubicBezTo>
                <a:lnTo>
                  <a:pt x="1102110" y="0"/>
                </a:lnTo>
                <a:cubicBezTo>
                  <a:pt x="1095730" y="10967"/>
                  <a:pt x="1091512" y="18797"/>
                  <a:pt x="1089456" y="23490"/>
                </a:cubicBezTo>
                <a:cubicBezTo>
                  <a:pt x="1086239" y="30766"/>
                  <a:pt x="1083709" y="38358"/>
                  <a:pt x="1081863" y="46267"/>
                </a:cubicBezTo>
                <a:cubicBezTo>
                  <a:pt x="1079596" y="56127"/>
                  <a:pt x="1078462" y="66040"/>
                  <a:pt x="1078462" y="76005"/>
                </a:cubicBezTo>
                <a:cubicBezTo>
                  <a:pt x="1078462" y="101367"/>
                  <a:pt x="1086345" y="126702"/>
                  <a:pt x="1102110" y="152010"/>
                </a:cubicBezTo>
                <a:lnTo>
                  <a:pt x="1091907" y="152010"/>
                </a:lnTo>
                <a:close/>
                <a:moveTo>
                  <a:pt x="1173322" y="116168"/>
                </a:moveTo>
                <a:cubicBezTo>
                  <a:pt x="1173322" y="123765"/>
                  <a:pt x="1170801" y="129700"/>
                  <a:pt x="1165759" y="133973"/>
                </a:cubicBezTo>
                <a:cubicBezTo>
                  <a:pt x="1160717" y="138247"/>
                  <a:pt x="1153708" y="140384"/>
                  <a:pt x="1144731" y="140384"/>
                </a:cubicBezTo>
                <a:cubicBezTo>
                  <a:pt x="1135545" y="140384"/>
                  <a:pt x="1128589" y="138695"/>
                  <a:pt x="1123864" y="135318"/>
                </a:cubicBezTo>
                <a:cubicBezTo>
                  <a:pt x="1119138" y="131941"/>
                  <a:pt x="1116010" y="126693"/>
                  <a:pt x="1114479" y="119571"/>
                </a:cubicBezTo>
                <a:lnTo>
                  <a:pt x="1123575" y="117592"/>
                </a:lnTo>
                <a:cubicBezTo>
                  <a:pt x="1124735" y="122922"/>
                  <a:pt x="1126936" y="126814"/>
                  <a:pt x="1130179" y="129267"/>
                </a:cubicBezTo>
                <a:cubicBezTo>
                  <a:pt x="1133421" y="131722"/>
                  <a:pt x="1138259" y="132950"/>
                  <a:pt x="1144692" y="132950"/>
                </a:cubicBezTo>
                <a:cubicBezTo>
                  <a:pt x="1150650" y="132950"/>
                  <a:pt x="1155356" y="131578"/>
                  <a:pt x="1158809" y="128835"/>
                </a:cubicBezTo>
                <a:cubicBezTo>
                  <a:pt x="1162263" y="126091"/>
                  <a:pt x="1163989" y="122133"/>
                  <a:pt x="1163989" y="116961"/>
                </a:cubicBezTo>
                <a:cubicBezTo>
                  <a:pt x="1163989" y="114007"/>
                  <a:pt x="1163371" y="111501"/>
                  <a:pt x="1162133" y="109443"/>
                </a:cubicBezTo>
                <a:cubicBezTo>
                  <a:pt x="1160898" y="107385"/>
                  <a:pt x="1158990" y="105578"/>
                  <a:pt x="1156409" y="104023"/>
                </a:cubicBezTo>
                <a:cubicBezTo>
                  <a:pt x="1153831" y="102466"/>
                  <a:pt x="1148725" y="100421"/>
                  <a:pt x="1141093" y="97888"/>
                </a:cubicBezTo>
                <a:cubicBezTo>
                  <a:pt x="1132355" y="95092"/>
                  <a:pt x="1126209" y="91703"/>
                  <a:pt x="1122655" y="87720"/>
                </a:cubicBezTo>
                <a:cubicBezTo>
                  <a:pt x="1119103" y="83736"/>
                  <a:pt x="1117327" y="78843"/>
                  <a:pt x="1117327" y="73039"/>
                </a:cubicBezTo>
                <a:cubicBezTo>
                  <a:pt x="1117327" y="68132"/>
                  <a:pt x="1118658" y="63701"/>
                  <a:pt x="1121321" y="59745"/>
                </a:cubicBezTo>
                <a:cubicBezTo>
                  <a:pt x="1123983" y="55787"/>
                  <a:pt x="1127661" y="53069"/>
                  <a:pt x="1132354" y="51591"/>
                </a:cubicBezTo>
                <a:cubicBezTo>
                  <a:pt x="1128164" y="50060"/>
                  <a:pt x="1124848" y="47541"/>
                  <a:pt x="1122408" y="44033"/>
                </a:cubicBezTo>
                <a:cubicBezTo>
                  <a:pt x="1119969" y="40525"/>
                  <a:pt x="1118750" y="36450"/>
                  <a:pt x="1118750" y="31806"/>
                </a:cubicBezTo>
                <a:cubicBezTo>
                  <a:pt x="1118750" y="24738"/>
                  <a:pt x="1120994" y="19212"/>
                  <a:pt x="1125483" y="15230"/>
                </a:cubicBezTo>
                <a:cubicBezTo>
                  <a:pt x="1129971" y="11246"/>
                  <a:pt x="1136572" y="9253"/>
                  <a:pt x="1145285" y="9253"/>
                </a:cubicBezTo>
                <a:cubicBezTo>
                  <a:pt x="1152836" y="9253"/>
                  <a:pt x="1158869" y="10981"/>
                  <a:pt x="1163384" y="14436"/>
                </a:cubicBezTo>
                <a:cubicBezTo>
                  <a:pt x="1167899" y="17892"/>
                  <a:pt x="1170684" y="22838"/>
                  <a:pt x="1171740" y="29276"/>
                </a:cubicBezTo>
                <a:lnTo>
                  <a:pt x="1162250" y="30778"/>
                </a:lnTo>
                <a:cubicBezTo>
                  <a:pt x="1161617" y="26244"/>
                  <a:pt x="1159877" y="22778"/>
                  <a:pt x="1157030" y="20380"/>
                </a:cubicBezTo>
                <a:cubicBezTo>
                  <a:pt x="1154182" y="17981"/>
                  <a:pt x="1150281" y="16782"/>
                  <a:pt x="1145324" y="16782"/>
                </a:cubicBezTo>
                <a:cubicBezTo>
                  <a:pt x="1139577" y="16782"/>
                  <a:pt x="1135267" y="18061"/>
                  <a:pt x="1132393" y="20620"/>
                </a:cubicBezTo>
                <a:cubicBezTo>
                  <a:pt x="1129520" y="23177"/>
                  <a:pt x="1128083" y="26565"/>
                  <a:pt x="1128083" y="30783"/>
                </a:cubicBezTo>
                <a:cubicBezTo>
                  <a:pt x="1128083" y="33632"/>
                  <a:pt x="1128715" y="36045"/>
                  <a:pt x="1129981" y="38022"/>
                </a:cubicBezTo>
                <a:cubicBezTo>
                  <a:pt x="1131246" y="40000"/>
                  <a:pt x="1133065" y="41714"/>
                  <a:pt x="1135438" y="43166"/>
                </a:cubicBezTo>
                <a:cubicBezTo>
                  <a:pt x="1137811" y="44616"/>
                  <a:pt x="1142029" y="46237"/>
                  <a:pt x="1148092" y="48030"/>
                </a:cubicBezTo>
                <a:cubicBezTo>
                  <a:pt x="1154472" y="49877"/>
                  <a:pt x="1159363" y="51882"/>
                  <a:pt x="1162764" y="54045"/>
                </a:cubicBezTo>
                <a:cubicBezTo>
                  <a:pt x="1166164" y="56207"/>
                  <a:pt x="1168827" y="58832"/>
                  <a:pt x="1170752" y="61920"/>
                </a:cubicBezTo>
                <a:cubicBezTo>
                  <a:pt x="1172676" y="65006"/>
                  <a:pt x="1173638" y="68659"/>
                  <a:pt x="1173638" y="72879"/>
                </a:cubicBezTo>
                <a:cubicBezTo>
                  <a:pt x="1173638" y="78260"/>
                  <a:pt x="1172319" y="82943"/>
                  <a:pt x="1169679" y="86927"/>
                </a:cubicBezTo>
                <a:cubicBezTo>
                  <a:pt x="1167039" y="90911"/>
                  <a:pt x="1163614" y="93457"/>
                  <a:pt x="1159402" y="94564"/>
                </a:cubicBezTo>
                <a:cubicBezTo>
                  <a:pt x="1164255" y="96886"/>
                  <a:pt x="1167787" y="99800"/>
                  <a:pt x="1170000" y="103308"/>
                </a:cubicBezTo>
                <a:cubicBezTo>
                  <a:pt x="1172215" y="106816"/>
                  <a:pt x="1173322" y="111103"/>
                  <a:pt x="1173322" y="116168"/>
                </a:cubicBezTo>
                <a:moveTo>
                  <a:pt x="1164306" y="73988"/>
                </a:moveTo>
                <a:cubicBezTo>
                  <a:pt x="1164306" y="69292"/>
                  <a:pt x="1162665" y="65454"/>
                  <a:pt x="1159383" y="62473"/>
                </a:cubicBezTo>
                <a:cubicBezTo>
                  <a:pt x="1156102" y="59493"/>
                  <a:pt x="1150628" y="57105"/>
                  <a:pt x="1142962" y="55311"/>
                </a:cubicBezTo>
                <a:cubicBezTo>
                  <a:pt x="1137974" y="55522"/>
                  <a:pt x="1134010" y="57211"/>
                  <a:pt x="1131068" y="60378"/>
                </a:cubicBezTo>
                <a:cubicBezTo>
                  <a:pt x="1128129" y="63543"/>
                  <a:pt x="1126659" y="67578"/>
                  <a:pt x="1126659" y="72483"/>
                </a:cubicBezTo>
                <a:cubicBezTo>
                  <a:pt x="1126659" y="77021"/>
                  <a:pt x="1128195" y="80754"/>
                  <a:pt x="1131266" y="83682"/>
                </a:cubicBezTo>
                <a:cubicBezTo>
                  <a:pt x="1134337" y="86610"/>
                  <a:pt x="1139365" y="88918"/>
                  <a:pt x="1146350" y="90607"/>
                </a:cubicBezTo>
                <a:cubicBezTo>
                  <a:pt x="1151914" y="90502"/>
                  <a:pt x="1156298" y="88945"/>
                  <a:pt x="1159501" y="85938"/>
                </a:cubicBezTo>
                <a:cubicBezTo>
                  <a:pt x="1162704" y="82931"/>
                  <a:pt x="1164306" y="78948"/>
                  <a:pt x="1164306" y="739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4.2">
            <a:extLst xmlns:a="http://schemas.openxmlformats.org/drawingml/2006/main">
              <a:ext uri="{FF2B5EF4-FFF2-40B4-BE49-F238E27FC236}">
                <a16:creationId xmlns:a16="http://schemas.microsoft.com/office/drawing/2014/main" id="{E18D07CE-C83B-476B-B9E6-4292E3E4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893" y="2507547"/>
            <a:ext cx="214443" cy="116420"/>
          </a:xfrm>
          <a:custGeom xmlns:a="http://schemas.openxmlformats.org/drawingml/2006/main">
            <a:pathLst>
              <a:path w="214443" h="116420">
                <a:moveTo>
                  <a:pt x="50301" y="116420"/>
                </a:moveTo>
                <a:lnTo>
                  <a:pt x="50301" y="88660"/>
                </a:lnTo>
                <a:lnTo>
                  <a:pt x="0" y="88660"/>
                </a:lnTo>
                <a:lnTo>
                  <a:pt x="0" y="75610"/>
                </a:lnTo>
                <a:lnTo>
                  <a:pt x="52911" y="475"/>
                </a:lnTo>
                <a:lnTo>
                  <a:pt x="64537" y="475"/>
                </a:lnTo>
                <a:lnTo>
                  <a:pt x="64537" y="75610"/>
                </a:lnTo>
                <a:lnTo>
                  <a:pt x="80197" y="75610"/>
                </a:lnTo>
                <a:lnTo>
                  <a:pt x="80197" y="88660"/>
                </a:lnTo>
                <a:lnTo>
                  <a:pt x="64537" y="88660"/>
                </a:lnTo>
                <a:lnTo>
                  <a:pt x="64537" y="116420"/>
                </a:lnTo>
                <a:lnTo>
                  <a:pt x="50301" y="116420"/>
                </a:lnTo>
                <a:moveTo>
                  <a:pt x="50301" y="75610"/>
                </a:moveTo>
                <a:lnTo>
                  <a:pt x="50301" y="23331"/>
                </a:lnTo>
                <a:lnTo>
                  <a:pt x="13999" y="75610"/>
                </a:lnTo>
                <a:lnTo>
                  <a:pt x="50301" y="75610"/>
                </a:lnTo>
                <a:close/>
                <a:moveTo>
                  <a:pt x="102081" y="116420"/>
                </a:moveTo>
                <a:lnTo>
                  <a:pt x="102081" y="100207"/>
                </a:lnTo>
                <a:lnTo>
                  <a:pt x="118295" y="100207"/>
                </a:lnTo>
                <a:lnTo>
                  <a:pt x="118295" y="116420"/>
                </a:lnTo>
                <a:lnTo>
                  <a:pt x="102081" y="116420"/>
                </a:lnTo>
                <a:close/>
                <a:moveTo>
                  <a:pt x="214443" y="102737"/>
                </a:moveTo>
                <a:lnTo>
                  <a:pt x="214443" y="116420"/>
                </a:lnTo>
                <a:lnTo>
                  <a:pt x="137805" y="116420"/>
                </a:lnTo>
                <a:cubicBezTo>
                  <a:pt x="137700" y="112993"/>
                  <a:pt x="138253" y="109697"/>
                  <a:pt x="139466" y="106534"/>
                </a:cubicBezTo>
                <a:cubicBezTo>
                  <a:pt x="141417" y="101314"/>
                  <a:pt x="144541" y="96173"/>
                  <a:pt x="148838" y="91111"/>
                </a:cubicBezTo>
                <a:cubicBezTo>
                  <a:pt x="153135" y="86050"/>
                  <a:pt x="159344" y="80197"/>
                  <a:pt x="167464" y="73553"/>
                </a:cubicBezTo>
                <a:cubicBezTo>
                  <a:pt x="180065" y="63219"/>
                  <a:pt x="188581" y="55033"/>
                  <a:pt x="193010" y="48996"/>
                </a:cubicBezTo>
                <a:cubicBezTo>
                  <a:pt x="197439" y="42959"/>
                  <a:pt x="199653" y="37251"/>
                  <a:pt x="199653" y="31873"/>
                </a:cubicBezTo>
                <a:cubicBezTo>
                  <a:pt x="199653" y="26231"/>
                  <a:pt x="197636" y="21473"/>
                  <a:pt x="193603" y="17597"/>
                </a:cubicBezTo>
                <a:cubicBezTo>
                  <a:pt x="189569" y="13722"/>
                  <a:pt x="184310" y="11784"/>
                  <a:pt x="177824" y="11784"/>
                </a:cubicBezTo>
                <a:cubicBezTo>
                  <a:pt x="170970" y="11784"/>
                  <a:pt x="165486" y="13841"/>
                  <a:pt x="161374" y="17953"/>
                </a:cubicBezTo>
                <a:cubicBezTo>
                  <a:pt x="157261" y="22066"/>
                  <a:pt x="155178" y="27760"/>
                  <a:pt x="155126" y="35037"/>
                </a:cubicBezTo>
                <a:lnTo>
                  <a:pt x="140494" y="33534"/>
                </a:lnTo>
                <a:cubicBezTo>
                  <a:pt x="141496" y="22620"/>
                  <a:pt x="145266" y="14302"/>
                  <a:pt x="151804" y="8581"/>
                </a:cubicBezTo>
                <a:cubicBezTo>
                  <a:pt x="158342" y="2860"/>
                  <a:pt x="167121" y="0"/>
                  <a:pt x="178141" y="0"/>
                </a:cubicBezTo>
                <a:cubicBezTo>
                  <a:pt x="189266" y="0"/>
                  <a:pt x="198071" y="3084"/>
                  <a:pt x="204557" y="9253"/>
                </a:cubicBezTo>
                <a:cubicBezTo>
                  <a:pt x="211042" y="15422"/>
                  <a:pt x="214285" y="23068"/>
                  <a:pt x="214285" y="32189"/>
                </a:cubicBezTo>
                <a:cubicBezTo>
                  <a:pt x="214285" y="36829"/>
                  <a:pt x="213336" y="41390"/>
                  <a:pt x="211437" y="45872"/>
                </a:cubicBezTo>
                <a:cubicBezTo>
                  <a:pt x="209539" y="50354"/>
                  <a:pt x="206389" y="55073"/>
                  <a:pt x="201986" y="60029"/>
                </a:cubicBezTo>
                <a:cubicBezTo>
                  <a:pt x="197584" y="64985"/>
                  <a:pt x="190268" y="71787"/>
                  <a:pt x="180039" y="80434"/>
                </a:cubicBezTo>
                <a:cubicBezTo>
                  <a:pt x="171497" y="87605"/>
                  <a:pt x="166014" y="92469"/>
                  <a:pt x="163588" y="95026"/>
                </a:cubicBezTo>
                <a:cubicBezTo>
                  <a:pt x="161163" y="97583"/>
                  <a:pt x="159159" y="100154"/>
                  <a:pt x="157577" y="102737"/>
                </a:cubicBezTo>
                <a:lnTo>
                  <a:pt x="214443" y="10273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)">
            <a:extLst xmlns:a="http://schemas.openxmlformats.org/drawingml/2006/main">
              <a:ext uri="{FF2B5EF4-FFF2-40B4-BE49-F238E27FC236}">
                <a16:creationId xmlns:a16="http://schemas.microsoft.com/office/drawing/2014/main" id="{1344C24B-408E-46E2-BB59-0C3A84B1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2046" y="2506044"/>
            <a:ext cx="38279" cy="152010"/>
          </a:xfrm>
          <a:custGeom xmlns:a="http://schemas.openxmlformats.org/drawingml/2006/main">
            <a:pathLst>
              <a:path w="38279" h="152010">
                <a:moveTo>
                  <a:pt x="10203" y="152010"/>
                </a:moveTo>
                <a:lnTo>
                  <a:pt x="0" y="152010"/>
                </a:lnTo>
                <a:cubicBezTo>
                  <a:pt x="15765" y="126702"/>
                  <a:pt x="23648" y="101367"/>
                  <a:pt x="23648" y="76005"/>
                </a:cubicBezTo>
                <a:cubicBezTo>
                  <a:pt x="23648" y="66093"/>
                  <a:pt x="22514" y="56259"/>
                  <a:pt x="20247" y="46505"/>
                </a:cubicBezTo>
                <a:cubicBezTo>
                  <a:pt x="18454" y="38596"/>
                  <a:pt x="15950" y="31003"/>
                  <a:pt x="12733" y="23727"/>
                </a:cubicBezTo>
                <a:cubicBezTo>
                  <a:pt x="10677" y="18982"/>
                  <a:pt x="6433" y="11073"/>
                  <a:pt x="0" y="0"/>
                </a:cubicBezTo>
                <a:lnTo>
                  <a:pt x="10203" y="0"/>
                </a:lnTo>
                <a:cubicBezTo>
                  <a:pt x="20115" y="13234"/>
                  <a:pt x="27444" y="26521"/>
                  <a:pt x="32190" y="39861"/>
                </a:cubicBezTo>
                <a:cubicBezTo>
                  <a:pt x="36249" y="51356"/>
                  <a:pt x="38279" y="63377"/>
                  <a:pt x="38279" y="75926"/>
                </a:cubicBezTo>
                <a:cubicBezTo>
                  <a:pt x="38279" y="90162"/>
                  <a:pt x="35551" y="103924"/>
                  <a:pt x="30094" y="117211"/>
                </a:cubicBezTo>
                <a:cubicBezTo>
                  <a:pt x="24636" y="130498"/>
                  <a:pt x="18006" y="142098"/>
                  <a:pt x="10203" y="1520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with">
            <a:extLst xmlns:a="http://schemas.openxmlformats.org/drawingml/2006/main">
              <a:ext uri="{FF2B5EF4-FFF2-40B4-BE49-F238E27FC236}">
                <a16:creationId xmlns:a16="http://schemas.microsoft.com/office/drawing/2014/main" id="{465913F6-3892-422C-8A7C-E6DD9F7C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550" y="2131059"/>
            <a:ext cx="276080" cy="117053"/>
          </a:xfrm>
          <a:custGeom xmlns:a="http://schemas.openxmlformats.org/drawingml/2006/main">
            <a:pathLst>
              <a:path w="276080" h="117053">
                <a:moveTo>
                  <a:pt x="25704" y="115945"/>
                </a:moveTo>
                <a:lnTo>
                  <a:pt x="0" y="31952"/>
                </a:lnTo>
                <a:lnTo>
                  <a:pt x="14711" y="31952"/>
                </a:lnTo>
                <a:lnTo>
                  <a:pt x="28077" y="80434"/>
                </a:lnTo>
                <a:lnTo>
                  <a:pt x="33059" y="98467"/>
                </a:lnTo>
                <a:cubicBezTo>
                  <a:pt x="33270" y="97570"/>
                  <a:pt x="34720" y="91797"/>
                  <a:pt x="37409" y="81146"/>
                </a:cubicBezTo>
                <a:lnTo>
                  <a:pt x="50776" y="31952"/>
                </a:lnTo>
                <a:lnTo>
                  <a:pt x="65407" y="31952"/>
                </a:lnTo>
                <a:lnTo>
                  <a:pt x="77982" y="80671"/>
                </a:lnTo>
                <a:lnTo>
                  <a:pt x="82174" y="96727"/>
                </a:lnTo>
                <a:lnTo>
                  <a:pt x="86999" y="80513"/>
                </a:lnTo>
                <a:lnTo>
                  <a:pt x="101393" y="31952"/>
                </a:lnTo>
                <a:lnTo>
                  <a:pt x="115234" y="31952"/>
                </a:lnTo>
                <a:lnTo>
                  <a:pt x="88976" y="115945"/>
                </a:lnTo>
                <a:lnTo>
                  <a:pt x="74186" y="115945"/>
                </a:lnTo>
                <a:lnTo>
                  <a:pt x="60820" y="65644"/>
                </a:lnTo>
                <a:lnTo>
                  <a:pt x="57577" y="51329"/>
                </a:lnTo>
                <a:lnTo>
                  <a:pt x="40573" y="115945"/>
                </a:lnTo>
                <a:lnTo>
                  <a:pt x="25704" y="115945"/>
                </a:lnTo>
                <a:close/>
                <a:moveTo>
                  <a:pt x="126694" y="16372"/>
                </a:moveTo>
                <a:lnTo>
                  <a:pt x="126694" y="0"/>
                </a:lnTo>
                <a:lnTo>
                  <a:pt x="140930" y="0"/>
                </a:lnTo>
                <a:lnTo>
                  <a:pt x="140930" y="16372"/>
                </a:lnTo>
                <a:lnTo>
                  <a:pt x="126694" y="16372"/>
                </a:lnTo>
                <a:moveTo>
                  <a:pt x="126694" y="115945"/>
                </a:moveTo>
                <a:lnTo>
                  <a:pt x="126694" y="31952"/>
                </a:lnTo>
                <a:lnTo>
                  <a:pt x="140930" y="31952"/>
                </a:lnTo>
                <a:lnTo>
                  <a:pt x="140930" y="115945"/>
                </a:lnTo>
                <a:lnTo>
                  <a:pt x="126694" y="115945"/>
                </a:lnTo>
                <a:close/>
                <a:moveTo>
                  <a:pt x="193121" y="103212"/>
                </a:moveTo>
                <a:lnTo>
                  <a:pt x="195177" y="115787"/>
                </a:lnTo>
                <a:cubicBezTo>
                  <a:pt x="191170" y="116631"/>
                  <a:pt x="187584" y="117053"/>
                  <a:pt x="184421" y="117053"/>
                </a:cubicBezTo>
                <a:cubicBezTo>
                  <a:pt x="179254" y="117053"/>
                  <a:pt x="175246" y="116235"/>
                  <a:pt x="172399" y="114601"/>
                </a:cubicBezTo>
                <a:cubicBezTo>
                  <a:pt x="169552" y="112966"/>
                  <a:pt x="167548" y="110818"/>
                  <a:pt x="166388" y="108155"/>
                </a:cubicBezTo>
                <a:cubicBezTo>
                  <a:pt x="165228" y="105492"/>
                  <a:pt x="164648" y="99890"/>
                  <a:pt x="164648" y="91349"/>
                </a:cubicBezTo>
                <a:lnTo>
                  <a:pt x="164648" y="43025"/>
                </a:lnTo>
                <a:lnTo>
                  <a:pt x="154209" y="43025"/>
                </a:lnTo>
                <a:lnTo>
                  <a:pt x="154209" y="31952"/>
                </a:lnTo>
                <a:lnTo>
                  <a:pt x="164648" y="31952"/>
                </a:lnTo>
                <a:lnTo>
                  <a:pt x="164648" y="11152"/>
                </a:lnTo>
                <a:lnTo>
                  <a:pt x="178805" y="2610"/>
                </a:lnTo>
                <a:lnTo>
                  <a:pt x="178805" y="31952"/>
                </a:lnTo>
                <a:lnTo>
                  <a:pt x="193121" y="31952"/>
                </a:lnTo>
                <a:lnTo>
                  <a:pt x="193121" y="43025"/>
                </a:lnTo>
                <a:lnTo>
                  <a:pt x="178805" y="43025"/>
                </a:lnTo>
                <a:lnTo>
                  <a:pt x="178805" y="92139"/>
                </a:lnTo>
                <a:cubicBezTo>
                  <a:pt x="178805" y="96199"/>
                  <a:pt x="179056" y="98809"/>
                  <a:pt x="179557" y="99969"/>
                </a:cubicBezTo>
                <a:cubicBezTo>
                  <a:pt x="180058" y="101129"/>
                  <a:pt x="180875" y="102052"/>
                  <a:pt x="182009" y="102737"/>
                </a:cubicBezTo>
                <a:cubicBezTo>
                  <a:pt x="183142" y="103423"/>
                  <a:pt x="184764" y="103766"/>
                  <a:pt x="186873" y="103766"/>
                </a:cubicBezTo>
                <a:cubicBezTo>
                  <a:pt x="188454" y="103766"/>
                  <a:pt x="190537" y="103581"/>
                  <a:pt x="193121" y="103212"/>
                </a:cubicBezTo>
                <a:close/>
                <a:moveTo>
                  <a:pt x="207667" y="115945"/>
                </a:moveTo>
                <a:lnTo>
                  <a:pt x="207667" y="0"/>
                </a:lnTo>
                <a:lnTo>
                  <a:pt x="221903" y="0"/>
                </a:lnTo>
                <a:lnTo>
                  <a:pt x="221903" y="41601"/>
                </a:lnTo>
                <a:cubicBezTo>
                  <a:pt x="228547" y="33903"/>
                  <a:pt x="236930" y="30054"/>
                  <a:pt x="247054" y="30054"/>
                </a:cubicBezTo>
                <a:cubicBezTo>
                  <a:pt x="253276" y="30054"/>
                  <a:pt x="258680" y="31280"/>
                  <a:pt x="263267" y="33732"/>
                </a:cubicBezTo>
                <a:cubicBezTo>
                  <a:pt x="267854" y="36184"/>
                  <a:pt x="271137" y="39571"/>
                  <a:pt x="273114" y="43895"/>
                </a:cubicBezTo>
                <a:cubicBezTo>
                  <a:pt x="275091" y="48218"/>
                  <a:pt x="276080" y="54493"/>
                  <a:pt x="276080" y="62718"/>
                </a:cubicBezTo>
                <a:lnTo>
                  <a:pt x="276080" y="115945"/>
                </a:lnTo>
                <a:lnTo>
                  <a:pt x="261844" y="115945"/>
                </a:lnTo>
                <a:lnTo>
                  <a:pt x="261844" y="62718"/>
                </a:lnTo>
                <a:cubicBezTo>
                  <a:pt x="261844" y="55600"/>
                  <a:pt x="260301" y="50420"/>
                  <a:pt x="257217" y="47177"/>
                </a:cubicBezTo>
                <a:cubicBezTo>
                  <a:pt x="254132" y="43934"/>
                  <a:pt x="249769" y="42313"/>
                  <a:pt x="244128" y="42313"/>
                </a:cubicBezTo>
                <a:cubicBezTo>
                  <a:pt x="239909" y="42313"/>
                  <a:pt x="235942" y="43407"/>
                  <a:pt x="232225" y="45595"/>
                </a:cubicBezTo>
                <a:cubicBezTo>
                  <a:pt x="228507" y="47783"/>
                  <a:pt x="225858" y="50749"/>
                  <a:pt x="224276" y="54493"/>
                </a:cubicBezTo>
                <a:cubicBezTo>
                  <a:pt x="222694" y="58236"/>
                  <a:pt x="221903" y="63404"/>
                  <a:pt x="221903" y="69994"/>
                </a:cubicBezTo>
                <a:lnTo>
                  <a:pt x="221903" y="115945"/>
                </a:lnTo>
                <a:lnTo>
                  <a:pt x="207667" y="115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1c90deefe47ee"/>
          <a:stretch xmlns:a="http://schemas.openxmlformats.org/drawingml/2006/main"/>
        </p:blipFill>
        <p:spPr>
          <a:xfrm xmlns:a="http://schemas.openxmlformats.org/drawingml/2006/main">
            <a:off x="11545323" y="2102699"/>
            <a:ext cx="173756" cy="173756"/>
          </a:xfrm>
          <a:prstGeom xmlns:a="http://schemas.openxmlformats.org/drawingml/2006/main" prst="rect">
            <a:avLst/>
          </a:prstGeom>
        </p:spPr>
      </p:pic>
      <p:sp>
        <p:nvSpPr>
          <p:cNvPr id="164" name="Text Operationalstate.(§">
            <a:extLst xmlns:a="http://schemas.openxmlformats.org/drawingml/2006/main">
              <a:ext uri="{FF2B5EF4-FFF2-40B4-BE49-F238E27FC236}">
                <a16:creationId xmlns:a16="http://schemas.microsoft.com/office/drawing/2014/main" id="{294AE17E-24D5-425D-BAB1-8BE6EFA9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500" y="2131949"/>
            <a:ext cx="1432920" cy="152089"/>
          </a:xfrm>
          <a:custGeom xmlns:a="http://schemas.openxmlformats.org/drawingml/2006/main">
            <a:pathLst>
              <a:path w="1432920" h="152089">
                <a:moveTo>
                  <a:pt x="0" y="61532"/>
                </a:moveTo>
                <a:cubicBezTo>
                  <a:pt x="0" y="42287"/>
                  <a:pt x="5167" y="27220"/>
                  <a:pt x="15502" y="16332"/>
                </a:cubicBezTo>
                <a:cubicBezTo>
                  <a:pt x="25836" y="5444"/>
                  <a:pt x="39176" y="0"/>
                  <a:pt x="55521" y="0"/>
                </a:cubicBezTo>
                <a:cubicBezTo>
                  <a:pt x="66224" y="0"/>
                  <a:pt x="75873" y="2557"/>
                  <a:pt x="84468" y="7672"/>
                </a:cubicBezTo>
                <a:cubicBezTo>
                  <a:pt x="93062" y="12786"/>
                  <a:pt x="99613" y="19917"/>
                  <a:pt x="104122" y="29065"/>
                </a:cubicBezTo>
                <a:cubicBezTo>
                  <a:pt x="108630" y="38213"/>
                  <a:pt x="110884" y="48587"/>
                  <a:pt x="110884" y="60187"/>
                </a:cubicBezTo>
                <a:cubicBezTo>
                  <a:pt x="110884" y="71945"/>
                  <a:pt x="108511" y="82464"/>
                  <a:pt x="103766" y="91744"/>
                </a:cubicBezTo>
                <a:cubicBezTo>
                  <a:pt x="99020" y="101024"/>
                  <a:pt x="92298" y="108050"/>
                  <a:pt x="83598" y="112821"/>
                </a:cubicBezTo>
                <a:cubicBezTo>
                  <a:pt x="74898" y="117593"/>
                  <a:pt x="65513" y="119979"/>
                  <a:pt x="55442" y="119979"/>
                </a:cubicBezTo>
                <a:cubicBezTo>
                  <a:pt x="44527" y="119979"/>
                  <a:pt x="34773" y="117343"/>
                  <a:pt x="26179" y="112070"/>
                </a:cubicBezTo>
                <a:cubicBezTo>
                  <a:pt x="17584" y="106797"/>
                  <a:pt x="11073" y="99600"/>
                  <a:pt x="6644" y="90479"/>
                </a:cubicBezTo>
                <a:cubicBezTo>
                  <a:pt x="2215" y="81357"/>
                  <a:pt x="0" y="71708"/>
                  <a:pt x="0" y="61532"/>
                </a:cubicBezTo>
                <a:moveTo>
                  <a:pt x="15818" y="61769"/>
                </a:moveTo>
                <a:cubicBezTo>
                  <a:pt x="15818" y="75742"/>
                  <a:pt x="19575" y="86748"/>
                  <a:pt x="27088" y="94789"/>
                </a:cubicBezTo>
                <a:cubicBezTo>
                  <a:pt x="34602" y="102830"/>
                  <a:pt x="44027" y="106850"/>
                  <a:pt x="55363" y="106850"/>
                </a:cubicBezTo>
                <a:cubicBezTo>
                  <a:pt x="66910" y="106850"/>
                  <a:pt x="76414" y="102790"/>
                  <a:pt x="83875" y="94670"/>
                </a:cubicBezTo>
                <a:cubicBezTo>
                  <a:pt x="91335" y="86550"/>
                  <a:pt x="95066" y="75030"/>
                  <a:pt x="95066" y="60108"/>
                </a:cubicBezTo>
                <a:cubicBezTo>
                  <a:pt x="95066" y="50670"/>
                  <a:pt x="93471" y="42432"/>
                  <a:pt x="90281" y="35393"/>
                </a:cubicBezTo>
                <a:cubicBezTo>
                  <a:pt x="87091" y="28354"/>
                  <a:pt x="82425" y="22896"/>
                  <a:pt x="76282" y="19021"/>
                </a:cubicBezTo>
                <a:cubicBezTo>
                  <a:pt x="70139" y="15146"/>
                  <a:pt x="63245" y="13208"/>
                  <a:pt x="55600" y="13208"/>
                </a:cubicBezTo>
                <a:cubicBezTo>
                  <a:pt x="44738" y="13208"/>
                  <a:pt x="35393" y="16938"/>
                  <a:pt x="27563" y="24399"/>
                </a:cubicBezTo>
                <a:cubicBezTo>
                  <a:pt x="19733" y="31860"/>
                  <a:pt x="15818" y="44317"/>
                  <a:pt x="15818" y="61769"/>
                </a:cubicBezTo>
                <a:close/>
                <a:moveTo>
                  <a:pt x="129383" y="150191"/>
                </a:moveTo>
                <a:lnTo>
                  <a:pt x="129383" y="34009"/>
                </a:lnTo>
                <a:lnTo>
                  <a:pt x="142354" y="34009"/>
                </a:lnTo>
                <a:lnTo>
                  <a:pt x="142354" y="44923"/>
                </a:lnTo>
                <a:cubicBezTo>
                  <a:pt x="145412" y="40652"/>
                  <a:pt x="148865" y="37449"/>
                  <a:pt x="152715" y="35314"/>
                </a:cubicBezTo>
                <a:cubicBezTo>
                  <a:pt x="156564" y="33178"/>
                  <a:pt x="161230" y="32110"/>
                  <a:pt x="166713" y="32110"/>
                </a:cubicBezTo>
                <a:cubicBezTo>
                  <a:pt x="173884" y="32110"/>
                  <a:pt x="180211" y="33956"/>
                  <a:pt x="185695" y="37647"/>
                </a:cubicBezTo>
                <a:cubicBezTo>
                  <a:pt x="191178" y="41338"/>
                  <a:pt x="195317" y="46544"/>
                  <a:pt x="198112" y="53267"/>
                </a:cubicBezTo>
                <a:cubicBezTo>
                  <a:pt x="200906" y="59990"/>
                  <a:pt x="202304" y="67358"/>
                  <a:pt x="202304" y="75372"/>
                </a:cubicBezTo>
                <a:cubicBezTo>
                  <a:pt x="202304" y="83967"/>
                  <a:pt x="200761" y="91704"/>
                  <a:pt x="197677" y="98585"/>
                </a:cubicBezTo>
                <a:cubicBezTo>
                  <a:pt x="194592" y="105466"/>
                  <a:pt x="190111" y="110739"/>
                  <a:pt x="184232" y="114403"/>
                </a:cubicBezTo>
                <a:cubicBezTo>
                  <a:pt x="178353" y="118068"/>
                  <a:pt x="172171" y="119900"/>
                  <a:pt x="165685" y="119900"/>
                </a:cubicBezTo>
                <a:cubicBezTo>
                  <a:pt x="160940" y="119900"/>
                  <a:pt x="156682" y="118898"/>
                  <a:pt x="152912" y="116895"/>
                </a:cubicBezTo>
                <a:cubicBezTo>
                  <a:pt x="149142" y="114891"/>
                  <a:pt x="146045" y="112360"/>
                  <a:pt x="143619" y="109302"/>
                </a:cubicBezTo>
                <a:lnTo>
                  <a:pt x="143619" y="150191"/>
                </a:lnTo>
                <a:lnTo>
                  <a:pt x="129383" y="150191"/>
                </a:lnTo>
                <a:moveTo>
                  <a:pt x="142275" y="76480"/>
                </a:moveTo>
                <a:cubicBezTo>
                  <a:pt x="142275" y="87289"/>
                  <a:pt x="144463" y="95277"/>
                  <a:pt x="148839" y="100444"/>
                </a:cubicBezTo>
                <a:cubicBezTo>
                  <a:pt x="153215" y="105611"/>
                  <a:pt x="158514" y="108195"/>
                  <a:pt x="164736" y="108195"/>
                </a:cubicBezTo>
                <a:cubicBezTo>
                  <a:pt x="171063" y="108195"/>
                  <a:pt x="176481" y="105519"/>
                  <a:pt x="180989" y="100167"/>
                </a:cubicBezTo>
                <a:cubicBezTo>
                  <a:pt x="185497" y="94815"/>
                  <a:pt x="187751" y="86524"/>
                  <a:pt x="187751" y="75293"/>
                </a:cubicBezTo>
                <a:cubicBezTo>
                  <a:pt x="187751" y="64590"/>
                  <a:pt x="185550" y="56575"/>
                  <a:pt x="181147" y="51250"/>
                </a:cubicBezTo>
                <a:cubicBezTo>
                  <a:pt x="176745" y="45925"/>
                  <a:pt x="171485" y="43262"/>
                  <a:pt x="165369" y="43262"/>
                </a:cubicBezTo>
                <a:cubicBezTo>
                  <a:pt x="159305" y="43262"/>
                  <a:pt x="153940" y="46096"/>
                  <a:pt x="149274" y="51764"/>
                </a:cubicBezTo>
                <a:cubicBezTo>
                  <a:pt x="144608" y="57432"/>
                  <a:pt x="142275" y="65671"/>
                  <a:pt x="142275" y="76480"/>
                </a:cubicBezTo>
                <a:close/>
                <a:moveTo>
                  <a:pt x="276324" y="90953"/>
                </a:moveTo>
                <a:lnTo>
                  <a:pt x="291034" y="92772"/>
                </a:lnTo>
                <a:cubicBezTo>
                  <a:pt x="288714" y="101367"/>
                  <a:pt x="284417" y="108037"/>
                  <a:pt x="278143" y="112782"/>
                </a:cubicBezTo>
                <a:cubicBezTo>
                  <a:pt x="271868" y="117527"/>
                  <a:pt x="263854" y="119900"/>
                  <a:pt x="254099" y="119900"/>
                </a:cubicBezTo>
                <a:cubicBezTo>
                  <a:pt x="241814" y="119900"/>
                  <a:pt x="232073" y="116117"/>
                  <a:pt x="224876" y="108551"/>
                </a:cubicBezTo>
                <a:cubicBezTo>
                  <a:pt x="217679" y="100984"/>
                  <a:pt x="214080" y="90373"/>
                  <a:pt x="214080" y="76717"/>
                </a:cubicBezTo>
                <a:cubicBezTo>
                  <a:pt x="214080" y="62586"/>
                  <a:pt x="217718" y="51619"/>
                  <a:pt x="224994" y="43816"/>
                </a:cubicBezTo>
                <a:cubicBezTo>
                  <a:pt x="232271" y="36012"/>
                  <a:pt x="241709" y="32110"/>
                  <a:pt x="253308" y="32110"/>
                </a:cubicBezTo>
                <a:cubicBezTo>
                  <a:pt x="264539" y="32110"/>
                  <a:pt x="273714" y="35933"/>
                  <a:pt x="280832" y="43578"/>
                </a:cubicBezTo>
                <a:cubicBezTo>
                  <a:pt x="287950" y="51224"/>
                  <a:pt x="291509" y="61980"/>
                  <a:pt x="291509" y="75847"/>
                </a:cubicBezTo>
                <a:cubicBezTo>
                  <a:pt x="291509" y="76691"/>
                  <a:pt x="291482" y="77956"/>
                  <a:pt x="291430" y="79643"/>
                </a:cubicBezTo>
                <a:lnTo>
                  <a:pt x="228791" y="79643"/>
                </a:lnTo>
                <a:cubicBezTo>
                  <a:pt x="229318" y="88870"/>
                  <a:pt x="231928" y="95936"/>
                  <a:pt x="236621" y="100839"/>
                </a:cubicBezTo>
                <a:cubicBezTo>
                  <a:pt x="241313" y="105743"/>
                  <a:pt x="247166" y="108195"/>
                  <a:pt x="254178" y="108195"/>
                </a:cubicBezTo>
                <a:cubicBezTo>
                  <a:pt x="259398" y="108195"/>
                  <a:pt x="263854" y="106824"/>
                  <a:pt x="267545" y="104082"/>
                </a:cubicBezTo>
                <a:cubicBezTo>
                  <a:pt x="271235" y="101340"/>
                  <a:pt x="274162" y="96964"/>
                  <a:pt x="276324" y="90953"/>
                </a:cubicBezTo>
                <a:moveTo>
                  <a:pt x="229582" y="67938"/>
                </a:moveTo>
                <a:lnTo>
                  <a:pt x="276482" y="67938"/>
                </a:lnTo>
                <a:cubicBezTo>
                  <a:pt x="275849" y="60873"/>
                  <a:pt x="274056" y="55574"/>
                  <a:pt x="271104" y="52041"/>
                </a:cubicBezTo>
                <a:cubicBezTo>
                  <a:pt x="266569" y="46557"/>
                  <a:pt x="260690" y="43816"/>
                  <a:pt x="253467" y="43816"/>
                </a:cubicBezTo>
                <a:cubicBezTo>
                  <a:pt x="246929" y="43816"/>
                  <a:pt x="241432" y="46004"/>
                  <a:pt x="236976" y="50380"/>
                </a:cubicBezTo>
                <a:cubicBezTo>
                  <a:pt x="232521" y="54756"/>
                  <a:pt x="230056" y="60609"/>
                  <a:pt x="229582" y="67938"/>
                </a:cubicBezTo>
                <a:close/>
                <a:moveTo>
                  <a:pt x="308111" y="118002"/>
                </a:moveTo>
                <a:lnTo>
                  <a:pt x="308111" y="34009"/>
                </a:lnTo>
                <a:lnTo>
                  <a:pt x="320923" y="34009"/>
                </a:lnTo>
                <a:lnTo>
                  <a:pt x="320923" y="46742"/>
                </a:lnTo>
                <a:cubicBezTo>
                  <a:pt x="324192" y="40784"/>
                  <a:pt x="327211" y="36856"/>
                  <a:pt x="329979" y="34958"/>
                </a:cubicBezTo>
                <a:cubicBezTo>
                  <a:pt x="332747" y="33059"/>
                  <a:pt x="335792" y="32110"/>
                  <a:pt x="339114" y="32110"/>
                </a:cubicBezTo>
                <a:cubicBezTo>
                  <a:pt x="343912" y="32110"/>
                  <a:pt x="348789" y="33639"/>
                  <a:pt x="353745" y="36698"/>
                </a:cubicBezTo>
                <a:lnTo>
                  <a:pt x="348842" y="49906"/>
                </a:lnTo>
                <a:cubicBezTo>
                  <a:pt x="345362" y="47849"/>
                  <a:pt x="341882" y="46821"/>
                  <a:pt x="338402" y="46821"/>
                </a:cubicBezTo>
                <a:cubicBezTo>
                  <a:pt x="335291" y="46821"/>
                  <a:pt x="332497" y="47757"/>
                  <a:pt x="330018" y="49629"/>
                </a:cubicBezTo>
                <a:cubicBezTo>
                  <a:pt x="327540" y="51501"/>
                  <a:pt x="325774" y="54097"/>
                  <a:pt x="324719" y="57419"/>
                </a:cubicBezTo>
                <a:cubicBezTo>
                  <a:pt x="323138" y="62481"/>
                  <a:pt x="322347" y="68017"/>
                  <a:pt x="322347" y="74028"/>
                </a:cubicBezTo>
                <a:lnTo>
                  <a:pt x="322347" y="118002"/>
                </a:lnTo>
                <a:lnTo>
                  <a:pt x="308111" y="118002"/>
                </a:lnTo>
                <a:close/>
                <a:moveTo>
                  <a:pt x="417048" y="107641"/>
                </a:moveTo>
                <a:cubicBezTo>
                  <a:pt x="411776" y="112123"/>
                  <a:pt x="406701" y="115286"/>
                  <a:pt x="401823" y="117132"/>
                </a:cubicBezTo>
                <a:cubicBezTo>
                  <a:pt x="396946" y="118977"/>
                  <a:pt x="391713" y="119900"/>
                  <a:pt x="386124" y="119900"/>
                </a:cubicBezTo>
                <a:cubicBezTo>
                  <a:pt x="376897" y="119900"/>
                  <a:pt x="369805" y="117646"/>
                  <a:pt x="364849" y="113138"/>
                </a:cubicBezTo>
                <a:cubicBezTo>
                  <a:pt x="359893" y="108630"/>
                  <a:pt x="357415" y="102869"/>
                  <a:pt x="357415" y="95857"/>
                </a:cubicBezTo>
                <a:cubicBezTo>
                  <a:pt x="357415" y="91744"/>
                  <a:pt x="358350" y="87987"/>
                  <a:pt x="360222" y="84586"/>
                </a:cubicBezTo>
                <a:cubicBezTo>
                  <a:pt x="362094" y="81186"/>
                  <a:pt x="364546" y="78457"/>
                  <a:pt x="367578" y="76401"/>
                </a:cubicBezTo>
                <a:cubicBezTo>
                  <a:pt x="370609" y="74344"/>
                  <a:pt x="374023" y="72789"/>
                  <a:pt x="377820" y="71734"/>
                </a:cubicBezTo>
                <a:cubicBezTo>
                  <a:pt x="380614" y="70996"/>
                  <a:pt x="384832" y="70284"/>
                  <a:pt x="390474" y="69599"/>
                </a:cubicBezTo>
                <a:cubicBezTo>
                  <a:pt x="401968" y="68228"/>
                  <a:pt x="410431" y="66594"/>
                  <a:pt x="415862" y="64695"/>
                </a:cubicBezTo>
                <a:cubicBezTo>
                  <a:pt x="415915" y="62744"/>
                  <a:pt x="415941" y="61505"/>
                  <a:pt x="415941" y="60978"/>
                </a:cubicBezTo>
                <a:cubicBezTo>
                  <a:pt x="415941" y="55178"/>
                  <a:pt x="414596" y="51092"/>
                  <a:pt x="411907" y="48719"/>
                </a:cubicBezTo>
                <a:cubicBezTo>
                  <a:pt x="408269" y="45503"/>
                  <a:pt x="402865" y="43895"/>
                  <a:pt x="395694" y="43895"/>
                </a:cubicBezTo>
                <a:cubicBezTo>
                  <a:pt x="388998" y="43895"/>
                  <a:pt x="384055" y="45068"/>
                  <a:pt x="380865" y="47414"/>
                </a:cubicBezTo>
                <a:cubicBezTo>
                  <a:pt x="377675" y="49761"/>
                  <a:pt x="375315" y="53913"/>
                  <a:pt x="373786" y="59871"/>
                </a:cubicBezTo>
                <a:lnTo>
                  <a:pt x="359866" y="57973"/>
                </a:lnTo>
                <a:cubicBezTo>
                  <a:pt x="361132" y="52015"/>
                  <a:pt x="363214" y="47203"/>
                  <a:pt x="366114" y="43539"/>
                </a:cubicBezTo>
                <a:cubicBezTo>
                  <a:pt x="369014" y="39874"/>
                  <a:pt x="373206" y="37054"/>
                  <a:pt x="378690" y="35076"/>
                </a:cubicBezTo>
                <a:cubicBezTo>
                  <a:pt x="384173" y="33099"/>
                  <a:pt x="390527" y="32110"/>
                  <a:pt x="397750" y="32110"/>
                </a:cubicBezTo>
                <a:cubicBezTo>
                  <a:pt x="404921" y="32110"/>
                  <a:pt x="410747" y="32954"/>
                  <a:pt x="415229" y="34641"/>
                </a:cubicBezTo>
                <a:cubicBezTo>
                  <a:pt x="419711" y="36329"/>
                  <a:pt x="423006" y="38451"/>
                  <a:pt x="425115" y="41008"/>
                </a:cubicBezTo>
                <a:cubicBezTo>
                  <a:pt x="427224" y="43565"/>
                  <a:pt x="428701" y="46795"/>
                  <a:pt x="429544" y="50696"/>
                </a:cubicBezTo>
                <a:cubicBezTo>
                  <a:pt x="430019" y="53122"/>
                  <a:pt x="430256" y="57498"/>
                  <a:pt x="430256" y="63825"/>
                </a:cubicBezTo>
                <a:lnTo>
                  <a:pt x="430256" y="82807"/>
                </a:lnTo>
                <a:cubicBezTo>
                  <a:pt x="430256" y="96041"/>
                  <a:pt x="430559" y="104412"/>
                  <a:pt x="431166" y="107918"/>
                </a:cubicBezTo>
                <a:cubicBezTo>
                  <a:pt x="431772" y="111424"/>
                  <a:pt x="432972" y="114785"/>
                  <a:pt x="434764" y="118002"/>
                </a:cubicBezTo>
                <a:lnTo>
                  <a:pt x="419895" y="118002"/>
                </a:lnTo>
                <a:cubicBezTo>
                  <a:pt x="418419" y="115049"/>
                  <a:pt x="417470" y="111596"/>
                  <a:pt x="417048" y="107641"/>
                </a:cubicBezTo>
                <a:moveTo>
                  <a:pt x="415862" y="75847"/>
                </a:moveTo>
                <a:cubicBezTo>
                  <a:pt x="410695" y="77956"/>
                  <a:pt x="402944" y="79749"/>
                  <a:pt x="392609" y="81225"/>
                </a:cubicBezTo>
                <a:cubicBezTo>
                  <a:pt x="386757" y="82069"/>
                  <a:pt x="382618" y="83018"/>
                  <a:pt x="380192" y="84072"/>
                </a:cubicBezTo>
                <a:cubicBezTo>
                  <a:pt x="377767" y="85127"/>
                  <a:pt x="375895" y="86669"/>
                  <a:pt x="374577" y="88699"/>
                </a:cubicBezTo>
                <a:cubicBezTo>
                  <a:pt x="373259" y="90729"/>
                  <a:pt x="372600" y="92983"/>
                  <a:pt x="372600" y="95461"/>
                </a:cubicBezTo>
                <a:cubicBezTo>
                  <a:pt x="372600" y="99258"/>
                  <a:pt x="374037" y="102421"/>
                  <a:pt x="376910" y="104952"/>
                </a:cubicBezTo>
                <a:cubicBezTo>
                  <a:pt x="379784" y="107483"/>
                  <a:pt x="383989" y="108748"/>
                  <a:pt x="389525" y="108748"/>
                </a:cubicBezTo>
                <a:cubicBezTo>
                  <a:pt x="395008" y="108748"/>
                  <a:pt x="399886" y="107549"/>
                  <a:pt x="404157" y="105150"/>
                </a:cubicBezTo>
                <a:cubicBezTo>
                  <a:pt x="408427" y="102751"/>
                  <a:pt x="411565" y="99468"/>
                  <a:pt x="413568" y="95303"/>
                </a:cubicBezTo>
                <a:cubicBezTo>
                  <a:pt x="415097" y="92087"/>
                  <a:pt x="415862" y="87341"/>
                  <a:pt x="415862" y="81067"/>
                </a:cubicBezTo>
                <a:lnTo>
                  <a:pt x="415862" y="75847"/>
                </a:lnTo>
                <a:close/>
                <a:moveTo>
                  <a:pt x="482764" y="105268"/>
                </a:moveTo>
                <a:lnTo>
                  <a:pt x="484820" y="117844"/>
                </a:lnTo>
                <a:cubicBezTo>
                  <a:pt x="480813" y="118687"/>
                  <a:pt x="477228" y="119109"/>
                  <a:pt x="474064" y="119109"/>
                </a:cubicBezTo>
                <a:cubicBezTo>
                  <a:pt x="468897" y="119109"/>
                  <a:pt x="464890" y="118292"/>
                  <a:pt x="462042" y="116657"/>
                </a:cubicBezTo>
                <a:cubicBezTo>
                  <a:pt x="459195" y="115023"/>
                  <a:pt x="457192" y="112874"/>
                  <a:pt x="456032" y="110211"/>
                </a:cubicBezTo>
                <a:cubicBezTo>
                  <a:pt x="454872" y="107549"/>
                  <a:pt x="454292" y="101947"/>
                  <a:pt x="454292" y="93405"/>
                </a:cubicBezTo>
                <a:lnTo>
                  <a:pt x="454292" y="45081"/>
                </a:lnTo>
                <a:lnTo>
                  <a:pt x="443852" y="45081"/>
                </a:lnTo>
                <a:lnTo>
                  <a:pt x="443852" y="34009"/>
                </a:lnTo>
                <a:lnTo>
                  <a:pt x="454292" y="34009"/>
                </a:lnTo>
                <a:lnTo>
                  <a:pt x="454292" y="13208"/>
                </a:lnTo>
                <a:lnTo>
                  <a:pt x="468449" y="4666"/>
                </a:lnTo>
                <a:lnTo>
                  <a:pt x="468449" y="34009"/>
                </a:lnTo>
                <a:lnTo>
                  <a:pt x="482764" y="34009"/>
                </a:lnTo>
                <a:lnTo>
                  <a:pt x="482764" y="45081"/>
                </a:lnTo>
                <a:lnTo>
                  <a:pt x="468449" y="45081"/>
                </a:lnTo>
                <a:lnTo>
                  <a:pt x="468449" y="94196"/>
                </a:lnTo>
                <a:cubicBezTo>
                  <a:pt x="468449" y="98256"/>
                  <a:pt x="468699" y="100866"/>
                  <a:pt x="469200" y="102026"/>
                </a:cubicBezTo>
                <a:cubicBezTo>
                  <a:pt x="469701" y="103186"/>
                  <a:pt x="470518" y="104108"/>
                  <a:pt x="471652" y="104794"/>
                </a:cubicBezTo>
                <a:cubicBezTo>
                  <a:pt x="472785" y="105479"/>
                  <a:pt x="474407" y="105822"/>
                  <a:pt x="476516" y="105822"/>
                </a:cubicBezTo>
                <a:cubicBezTo>
                  <a:pt x="478098" y="105822"/>
                  <a:pt x="480180" y="105637"/>
                  <a:pt x="482764" y="105268"/>
                </a:cubicBezTo>
                <a:close/>
                <a:moveTo>
                  <a:pt x="497308" y="18428"/>
                </a:moveTo>
                <a:lnTo>
                  <a:pt x="497308" y="2056"/>
                </a:lnTo>
                <a:lnTo>
                  <a:pt x="511545" y="2056"/>
                </a:lnTo>
                <a:lnTo>
                  <a:pt x="511545" y="18428"/>
                </a:lnTo>
                <a:lnTo>
                  <a:pt x="497308" y="18428"/>
                </a:lnTo>
                <a:moveTo>
                  <a:pt x="497308" y="118002"/>
                </a:moveTo>
                <a:lnTo>
                  <a:pt x="497308" y="34009"/>
                </a:lnTo>
                <a:lnTo>
                  <a:pt x="511545" y="34009"/>
                </a:lnTo>
                <a:lnTo>
                  <a:pt x="511545" y="118002"/>
                </a:lnTo>
                <a:lnTo>
                  <a:pt x="497308" y="118002"/>
                </a:lnTo>
                <a:close/>
                <a:moveTo>
                  <a:pt x="527436" y="76005"/>
                </a:moveTo>
                <a:cubicBezTo>
                  <a:pt x="527436" y="60451"/>
                  <a:pt x="531759" y="48930"/>
                  <a:pt x="540406" y="41443"/>
                </a:cubicBezTo>
                <a:cubicBezTo>
                  <a:pt x="547630" y="35221"/>
                  <a:pt x="556435" y="32110"/>
                  <a:pt x="566822" y="32110"/>
                </a:cubicBezTo>
                <a:cubicBezTo>
                  <a:pt x="578369" y="32110"/>
                  <a:pt x="587807" y="35894"/>
                  <a:pt x="595136" y="43460"/>
                </a:cubicBezTo>
                <a:cubicBezTo>
                  <a:pt x="602465" y="51026"/>
                  <a:pt x="606130" y="61479"/>
                  <a:pt x="606130" y="74819"/>
                </a:cubicBezTo>
                <a:cubicBezTo>
                  <a:pt x="606130" y="85628"/>
                  <a:pt x="604508" y="94130"/>
                  <a:pt x="601266" y="100325"/>
                </a:cubicBezTo>
                <a:cubicBezTo>
                  <a:pt x="598023" y="106521"/>
                  <a:pt x="593304" y="111332"/>
                  <a:pt x="587109" y="114759"/>
                </a:cubicBezTo>
                <a:cubicBezTo>
                  <a:pt x="580913" y="118186"/>
                  <a:pt x="574151" y="119900"/>
                  <a:pt x="566822" y="119900"/>
                </a:cubicBezTo>
                <a:cubicBezTo>
                  <a:pt x="555064" y="119900"/>
                  <a:pt x="545560" y="116130"/>
                  <a:pt x="538310" y="108590"/>
                </a:cubicBezTo>
                <a:cubicBezTo>
                  <a:pt x="531061" y="101050"/>
                  <a:pt x="527436" y="90189"/>
                  <a:pt x="527436" y="76005"/>
                </a:cubicBezTo>
                <a:moveTo>
                  <a:pt x="542067" y="76005"/>
                </a:moveTo>
                <a:cubicBezTo>
                  <a:pt x="542067" y="86761"/>
                  <a:pt x="544414" y="94815"/>
                  <a:pt x="549106" y="100167"/>
                </a:cubicBezTo>
                <a:cubicBezTo>
                  <a:pt x="553799" y="105519"/>
                  <a:pt x="559704" y="108195"/>
                  <a:pt x="566822" y="108195"/>
                </a:cubicBezTo>
                <a:cubicBezTo>
                  <a:pt x="573888" y="108195"/>
                  <a:pt x="579767" y="105506"/>
                  <a:pt x="584459" y="100128"/>
                </a:cubicBezTo>
                <a:cubicBezTo>
                  <a:pt x="589152" y="94749"/>
                  <a:pt x="591498" y="86550"/>
                  <a:pt x="591498" y="75531"/>
                </a:cubicBezTo>
                <a:cubicBezTo>
                  <a:pt x="591498" y="65144"/>
                  <a:pt x="589139" y="57274"/>
                  <a:pt x="584420" y="51922"/>
                </a:cubicBezTo>
                <a:cubicBezTo>
                  <a:pt x="579701" y="46571"/>
                  <a:pt x="573835" y="43895"/>
                  <a:pt x="566822" y="43895"/>
                </a:cubicBezTo>
                <a:cubicBezTo>
                  <a:pt x="559704" y="43895"/>
                  <a:pt x="553799" y="46557"/>
                  <a:pt x="549106" y="51883"/>
                </a:cubicBezTo>
                <a:cubicBezTo>
                  <a:pt x="544414" y="57208"/>
                  <a:pt x="542067" y="65249"/>
                  <a:pt x="542067" y="76005"/>
                </a:cubicBezTo>
                <a:close/>
                <a:moveTo>
                  <a:pt x="622177" y="118002"/>
                </a:moveTo>
                <a:lnTo>
                  <a:pt x="622177" y="34009"/>
                </a:lnTo>
                <a:lnTo>
                  <a:pt x="634990" y="34009"/>
                </a:lnTo>
                <a:lnTo>
                  <a:pt x="634990" y="45951"/>
                </a:lnTo>
                <a:cubicBezTo>
                  <a:pt x="641159" y="36724"/>
                  <a:pt x="650070" y="32110"/>
                  <a:pt x="661722" y="32110"/>
                </a:cubicBezTo>
                <a:cubicBezTo>
                  <a:pt x="666784" y="32110"/>
                  <a:pt x="671437" y="33020"/>
                  <a:pt x="675681" y="34839"/>
                </a:cubicBezTo>
                <a:cubicBezTo>
                  <a:pt x="679926" y="36658"/>
                  <a:pt x="683103" y="39044"/>
                  <a:pt x="685212" y="41997"/>
                </a:cubicBezTo>
                <a:cubicBezTo>
                  <a:pt x="687321" y="44949"/>
                  <a:pt x="688797" y="48456"/>
                  <a:pt x="689641" y="52516"/>
                </a:cubicBezTo>
                <a:cubicBezTo>
                  <a:pt x="690168" y="55152"/>
                  <a:pt x="690432" y="59765"/>
                  <a:pt x="690432" y="66356"/>
                </a:cubicBezTo>
                <a:lnTo>
                  <a:pt x="690432" y="118002"/>
                </a:lnTo>
                <a:lnTo>
                  <a:pt x="676195" y="118002"/>
                </a:lnTo>
                <a:lnTo>
                  <a:pt x="676195" y="66910"/>
                </a:lnTo>
                <a:cubicBezTo>
                  <a:pt x="676195" y="61110"/>
                  <a:pt x="675642" y="56773"/>
                  <a:pt x="674535" y="53900"/>
                </a:cubicBezTo>
                <a:cubicBezTo>
                  <a:pt x="673427" y="51026"/>
                  <a:pt x="671463" y="48732"/>
                  <a:pt x="668642" y="47019"/>
                </a:cubicBezTo>
                <a:cubicBezTo>
                  <a:pt x="665822" y="45305"/>
                  <a:pt x="662513" y="44448"/>
                  <a:pt x="658717" y="44448"/>
                </a:cubicBezTo>
                <a:cubicBezTo>
                  <a:pt x="652653" y="44448"/>
                  <a:pt x="647420" y="46373"/>
                  <a:pt x="643017" y="50222"/>
                </a:cubicBezTo>
                <a:cubicBezTo>
                  <a:pt x="638615" y="54071"/>
                  <a:pt x="636413" y="61374"/>
                  <a:pt x="636413" y="72130"/>
                </a:cubicBezTo>
                <a:lnTo>
                  <a:pt x="636413" y="118002"/>
                </a:lnTo>
                <a:lnTo>
                  <a:pt x="622177" y="118002"/>
                </a:lnTo>
                <a:close/>
                <a:moveTo>
                  <a:pt x="766429" y="107641"/>
                </a:moveTo>
                <a:cubicBezTo>
                  <a:pt x="761156" y="112123"/>
                  <a:pt x="756081" y="115286"/>
                  <a:pt x="751204" y="117132"/>
                </a:cubicBezTo>
                <a:cubicBezTo>
                  <a:pt x="746327" y="118977"/>
                  <a:pt x="741094" y="119900"/>
                  <a:pt x="735505" y="119900"/>
                </a:cubicBezTo>
                <a:cubicBezTo>
                  <a:pt x="726278" y="119900"/>
                  <a:pt x="719186" y="117646"/>
                  <a:pt x="714230" y="113138"/>
                </a:cubicBezTo>
                <a:cubicBezTo>
                  <a:pt x="709273" y="108630"/>
                  <a:pt x="706795" y="102869"/>
                  <a:pt x="706795" y="95857"/>
                </a:cubicBezTo>
                <a:cubicBezTo>
                  <a:pt x="706795" y="91744"/>
                  <a:pt x="707731" y="87987"/>
                  <a:pt x="709603" y="84586"/>
                </a:cubicBezTo>
                <a:cubicBezTo>
                  <a:pt x="711475" y="81186"/>
                  <a:pt x="713927" y="78457"/>
                  <a:pt x="716958" y="76401"/>
                </a:cubicBezTo>
                <a:cubicBezTo>
                  <a:pt x="719990" y="74344"/>
                  <a:pt x="723404" y="72789"/>
                  <a:pt x="727200" y="71734"/>
                </a:cubicBezTo>
                <a:cubicBezTo>
                  <a:pt x="729995" y="70996"/>
                  <a:pt x="734213" y="70284"/>
                  <a:pt x="739855" y="69599"/>
                </a:cubicBezTo>
                <a:cubicBezTo>
                  <a:pt x="751349" y="68228"/>
                  <a:pt x="759812" y="66594"/>
                  <a:pt x="765243" y="64695"/>
                </a:cubicBezTo>
                <a:cubicBezTo>
                  <a:pt x="765295" y="62744"/>
                  <a:pt x="765322" y="61505"/>
                  <a:pt x="765322" y="60978"/>
                </a:cubicBezTo>
                <a:cubicBezTo>
                  <a:pt x="765322" y="55178"/>
                  <a:pt x="763977" y="51092"/>
                  <a:pt x="761288" y="48719"/>
                </a:cubicBezTo>
                <a:cubicBezTo>
                  <a:pt x="757650" y="45503"/>
                  <a:pt x="752246" y="43895"/>
                  <a:pt x="745075" y="43895"/>
                </a:cubicBezTo>
                <a:cubicBezTo>
                  <a:pt x="738378" y="43895"/>
                  <a:pt x="733435" y="45068"/>
                  <a:pt x="730245" y="47414"/>
                </a:cubicBezTo>
                <a:cubicBezTo>
                  <a:pt x="727055" y="49761"/>
                  <a:pt x="724696" y="53913"/>
                  <a:pt x="723167" y="59871"/>
                </a:cubicBezTo>
                <a:lnTo>
                  <a:pt x="709247" y="57973"/>
                </a:lnTo>
                <a:cubicBezTo>
                  <a:pt x="710513" y="52015"/>
                  <a:pt x="712595" y="47203"/>
                  <a:pt x="715495" y="43539"/>
                </a:cubicBezTo>
                <a:cubicBezTo>
                  <a:pt x="718395" y="39874"/>
                  <a:pt x="722587" y="37054"/>
                  <a:pt x="728070" y="35076"/>
                </a:cubicBezTo>
                <a:cubicBezTo>
                  <a:pt x="733554" y="33099"/>
                  <a:pt x="739908" y="32110"/>
                  <a:pt x="747131" y="32110"/>
                </a:cubicBezTo>
                <a:cubicBezTo>
                  <a:pt x="754302" y="32110"/>
                  <a:pt x="760128" y="32954"/>
                  <a:pt x="764610" y="34641"/>
                </a:cubicBezTo>
                <a:cubicBezTo>
                  <a:pt x="769092" y="36329"/>
                  <a:pt x="772387" y="38451"/>
                  <a:pt x="774496" y="41008"/>
                </a:cubicBezTo>
                <a:cubicBezTo>
                  <a:pt x="776605" y="43565"/>
                  <a:pt x="778082" y="46795"/>
                  <a:pt x="778925" y="50696"/>
                </a:cubicBezTo>
                <a:cubicBezTo>
                  <a:pt x="779400" y="53122"/>
                  <a:pt x="779637" y="57498"/>
                  <a:pt x="779637" y="63825"/>
                </a:cubicBezTo>
                <a:lnTo>
                  <a:pt x="779637" y="82807"/>
                </a:lnTo>
                <a:cubicBezTo>
                  <a:pt x="779637" y="96041"/>
                  <a:pt x="779940" y="104412"/>
                  <a:pt x="780546" y="107918"/>
                </a:cubicBezTo>
                <a:cubicBezTo>
                  <a:pt x="781153" y="111424"/>
                  <a:pt x="782352" y="114785"/>
                  <a:pt x="784145" y="118002"/>
                </a:cubicBezTo>
                <a:lnTo>
                  <a:pt x="769276" y="118002"/>
                </a:lnTo>
                <a:cubicBezTo>
                  <a:pt x="767800" y="115049"/>
                  <a:pt x="766851" y="111596"/>
                  <a:pt x="766429" y="107641"/>
                </a:cubicBezTo>
                <a:moveTo>
                  <a:pt x="765243" y="75847"/>
                </a:moveTo>
                <a:cubicBezTo>
                  <a:pt x="760075" y="77956"/>
                  <a:pt x="752325" y="79749"/>
                  <a:pt x="741990" y="81225"/>
                </a:cubicBezTo>
                <a:cubicBezTo>
                  <a:pt x="736138" y="82069"/>
                  <a:pt x="731999" y="83018"/>
                  <a:pt x="729573" y="84072"/>
                </a:cubicBezTo>
                <a:cubicBezTo>
                  <a:pt x="727148" y="85127"/>
                  <a:pt x="725276" y="86669"/>
                  <a:pt x="723958" y="88699"/>
                </a:cubicBezTo>
                <a:cubicBezTo>
                  <a:pt x="722640" y="90729"/>
                  <a:pt x="721981" y="92983"/>
                  <a:pt x="721981" y="95461"/>
                </a:cubicBezTo>
                <a:cubicBezTo>
                  <a:pt x="721981" y="99258"/>
                  <a:pt x="723417" y="102421"/>
                  <a:pt x="726291" y="104952"/>
                </a:cubicBezTo>
                <a:cubicBezTo>
                  <a:pt x="729165" y="107483"/>
                  <a:pt x="733369" y="108748"/>
                  <a:pt x="738906" y="108748"/>
                </a:cubicBezTo>
                <a:cubicBezTo>
                  <a:pt x="744389" y="108748"/>
                  <a:pt x="749267" y="107549"/>
                  <a:pt x="753537" y="105150"/>
                </a:cubicBezTo>
                <a:cubicBezTo>
                  <a:pt x="757808" y="102751"/>
                  <a:pt x="760945" y="99468"/>
                  <a:pt x="762949" y="95303"/>
                </a:cubicBezTo>
                <a:cubicBezTo>
                  <a:pt x="764478" y="92087"/>
                  <a:pt x="765243" y="87341"/>
                  <a:pt x="765243" y="81067"/>
                </a:cubicBezTo>
                <a:lnTo>
                  <a:pt x="765243" y="75847"/>
                </a:lnTo>
                <a:close/>
                <a:moveTo>
                  <a:pt x="800747" y="118002"/>
                </a:moveTo>
                <a:lnTo>
                  <a:pt x="800747" y="2056"/>
                </a:lnTo>
                <a:lnTo>
                  <a:pt x="814984" y="2056"/>
                </a:lnTo>
                <a:lnTo>
                  <a:pt x="814984" y="118002"/>
                </a:lnTo>
                <a:lnTo>
                  <a:pt x="800747" y="118002"/>
                </a:lnTo>
                <a:close/>
                <a:moveTo>
                  <a:pt x="876208" y="92930"/>
                </a:moveTo>
                <a:lnTo>
                  <a:pt x="890286" y="90716"/>
                </a:lnTo>
                <a:cubicBezTo>
                  <a:pt x="891077" y="96358"/>
                  <a:pt x="893279" y="100681"/>
                  <a:pt x="896890" y="103687"/>
                </a:cubicBezTo>
                <a:cubicBezTo>
                  <a:pt x="900502" y="106692"/>
                  <a:pt x="905551" y="108195"/>
                  <a:pt x="912036" y="108195"/>
                </a:cubicBezTo>
                <a:cubicBezTo>
                  <a:pt x="918574" y="108195"/>
                  <a:pt x="923425" y="106863"/>
                  <a:pt x="926588" y="104201"/>
                </a:cubicBezTo>
                <a:cubicBezTo>
                  <a:pt x="929752" y="101538"/>
                  <a:pt x="931334" y="98414"/>
                  <a:pt x="931334" y="94829"/>
                </a:cubicBezTo>
                <a:cubicBezTo>
                  <a:pt x="931334" y="91612"/>
                  <a:pt x="929937" y="89081"/>
                  <a:pt x="927142" y="87236"/>
                </a:cubicBezTo>
                <a:cubicBezTo>
                  <a:pt x="925191" y="85970"/>
                  <a:pt x="920340" y="84362"/>
                  <a:pt x="912590" y="82411"/>
                </a:cubicBezTo>
                <a:cubicBezTo>
                  <a:pt x="902150" y="79775"/>
                  <a:pt x="894913" y="77495"/>
                  <a:pt x="890879" y="75570"/>
                </a:cubicBezTo>
                <a:cubicBezTo>
                  <a:pt x="886846" y="73646"/>
                  <a:pt x="883788" y="70983"/>
                  <a:pt x="881705" y="67582"/>
                </a:cubicBezTo>
                <a:cubicBezTo>
                  <a:pt x="879622" y="64181"/>
                  <a:pt x="878581" y="60425"/>
                  <a:pt x="878581" y="56312"/>
                </a:cubicBezTo>
                <a:cubicBezTo>
                  <a:pt x="878581" y="52568"/>
                  <a:pt x="879438" y="49102"/>
                  <a:pt x="881151" y="45912"/>
                </a:cubicBezTo>
                <a:cubicBezTo>
                  <a:pt x="882865" y="42722"/>
                  <a:pt x="885198" y="40072"/>
                  <a:pt x="888151" y="37963"/>
                </a:cubicBezTo>
                <a:cubicBezTo>
                  <a:pt x="890365" y="36329"/>
                  <a:pt x="893384" y="34944"/>
                  <a:pt x="897207" y="33811"/>
                </a:cubicBezTo>
                <a:cubicBezTo>
                  <a:pt x="901029" y="32677"/>
                  <a:pt x="905129" y="32110"/>
                  <a:pt x="909505" y="32110"/>
                </a:cubicBezTo>
                <a:cubicBezTo>
                  <a:pt x="916096" y="32110"/>
                  <a:pt x="921883" y="33059"/>
                  <a:pt x="926865" y="34958"/>
                </a:cubicBezTo>
                <a:cubicBezTo>
                  <a:pt x="931848" y="36856"/>
                  <a:pt x="935526" y="39426"/>
                  <a:pt x="937898" y="42669"/>
                </a:cubicBezTo>
                <a:cubicBezTo>
                  <a:pt x="940271" y="45912"/>
                  <a:pt x="941906" y="50248"/>
                  <a:pt x="942802" y="55679"/>
                </a:cubicBezTo>
                <a:lnTo>
                  <a:pt x="928882" y="57577"/>
                </a:lnTo>
                <a:cubicBezTo>
                  <a:pt x="928249" y="53254"/>
                  <a:pt x="926417" y="49879"/>
                  <a:pt x="923385" y="47454"/>
                </a:cubicBezTo>
                <a:cubicBezTo>
                  <a:pt x="920354" y="45028"/>
                  <a:pt x="916070" y="43816"/>
                  <a:pt x="910533" y="43816"/>
                </a:cubicBezTo>
                <a:cubicBezTo>
                  <a:pt x="903995" y="43816"/>
                  <a:pt x="899329" y="44897"/>
                  <a:pt x="896534" y="47058"/>
                </a:cubicBezTo>
                <a:cubicBezTo>
                  <a:pt x="893740" y="49220"/>
                  <a:pt x="892343" y="51751"/>
                  <a:pt x="892343" y="54651"/>
                </a:cubicBezTo>
                <a:cubicBezTo>
                  <a:pt x="892343" y="56496"/>
                  <a:pt x="892923" y="58157"/>
                  <a:pt x="894083" y="59634"/>
                </a:cubicBezTo>
                <a:cubicBezTo>
                  <a:pt x="895243" y="61163"/>
                  <a:pt x="897062" y="62428"/>
                  <a:pt x="899540" y="63430"/>
                </a:cubicBezTo>
                <a:cubicBezTo>
                  <a:pt x="900963" y="63957"/>
                  <a:pt x="905155" y="65170"/>
                  <a:pt x="912115" y="67068"/>
                </a:cubicBezTo>
                <a:cubicBezTo>
                  <a:pt x="922186" y="69757"/>
                  <a:pt x="929212" y="71958"/>
                  <a:pt x="933192" y="73672"/>
                </a:cubicBezTo>
                <a:cubicBezTo>
                  <a:pt x="937173" y="75386"/>
                  <a:pt x="940297" y="77877"/>
                  <a:pt x="942565" y="81146"/>
                </a:cubicBezTo>
                <a:cubicBezTo>
                  <a:pt x="944832" y="84415"/>
                  <a:pt x="945965" y="88475"/>
                  <a:pt x="945965" y="93326"/>
                </a:cubicBezTo>
                <a:cubicBezTo>
                  <a:pt x="945965" y="98071"/>
                  <a:pt x="944581" y="102540"/>
                  <a:pt x="941813" y="106732"/>
                </a:cubicBezTo>
                <a:cubicBezTo>
                  <a:pt x="939045" y="110923"/>
                  <a:pt x="935051" y="114166"/>
                  <a:pt x="929831" y="116460"/>
                </a:cubicBezTo>
                <a:cubicBezTo>
                  <a:pt x="924611" y="118753"/>
                  <a:pt x="918706" y="119900"/>
                  <a:pt x="912115" y="119900"/>
                </a:cubicBezTo>
                <a:cubicBezTo>
                  <a:pt x="901201" y="119900"/>
                  <a:pt x="892883" y="117633"/>
                  <a:pt x="887162" y="113098"/>
                </a:cubicBezTo>
                <a:cubicBezTo>
                  <a:pt x="881441" y="108564"/>
                  <a:pt x="877790" y="101841"/>
                  <a:pt x="876208" y="92930"/>
                </a:cubicBezTo>
                <a:close/>
                <a:moveTo>
                  <a:pt x="993973" y="105268"/>
                </a:moveTo>
                <a:lnTo>
                  <a:pt x="996029" y="117844"/>
                </a:lnTo>
                <a:cubicBezTo>
                  <a:pt x="992022" y="118687"/>
                  <a:pt x="988437" y="119109"/>
                  <a:pt x="985273" y="119109"/>
                </a:cubicBezTo>
                <a:cubicBezTo>
                  <a:pt x="980106" y="119109"/>
                  <a:pt x="976099" y="118292"/>
                  <a:pt x="973251" y="116657"/>
                </a:cubicBezTo>
                <a:cubicBezTo>
                  <a:pt x="970404" y="115023"/>
                  <a:pt x="968401" y="112874"/>
                  <a:pt x="967241" y="110211"/>
                </a:cubicBezTo>
                <a:cubicBezTo>
                  <a:pt x="966081" y="107549"/>
                  <a:pt x="965501" y="101947"/>
                  <a:pt x="965501" y="93405"/>
                </a:cubicBezTo>
                <a:lnTo>
                  <a:pt x="965501" y="45081"/>
                </a:lnTo>
                <a:lnTo>
                  <a:pt x="955061" y="45081"/>
                </a:lnTo>
                <a:lnTo>
                  <a:pt x="955061" y="34009"/>
                </a:lnTo>
                <a:lnTo>
                  <a:pt x="965501" y="34009"/>
                </a:lnTo>
                <a:lnTo>
                  <a:pt x="965501" y="13208"/>
                </a:lnTo>
                <a:lnTo>
                  <a:pt x="979658" y="4666"/>
                </a:lnTo>
                <a:lnTo>
                  <a:pt x="979658" y="34009"/>
                </a:lnTo>
                <a:lnTo>
                  <a:pt x="993973" y="34009"/>
                </a:lnTo>
                <a:lnTo>
                  <a:pt x="993973" y="45081"/>
                </a:lnTo>
                <a:lnTo>
                  <a:pt x="979658" y="45081"/>
                </a:lnTo>
                <a:lnTo>
                  <a:pt x="979658" y="94196"/>
                </a:lnTo>
                <a:cubicBezTo>
                  <a:pt x="979658" y="98256"/>
                  <a:pt x="979908" y="100866"/>
                  <a:pt x="980409" y="102026"/>
                </a:cubicBezTo>
                <a:cubicBezTo>
                  <a:pt x="980910" y="103186"/>
                  <a:pt x="981727" y="104108"/>
                  <a:pt x="982861" y="104794"/>
                </a:cubicBezTo>
                <a:cubicBezTo>
                  <a:pt x="983994" y="105479"/>
                  <a:pt x="985616" y="105822"/>
                  <a:pt x="987725" y="105822"/>
                </a:cubicBezTo>
                <a:cubicBezTo>
                  <a:pt x="989307" y="105822"/>
                  <a:pt x="991389" y="105637"/>
                  <a:pt x="993973" y="105268"/>
                </a:cubicBezTo>
                <a:close/>
                <a:moveTo>
                  <a:pt x="1063247" y="107641"/>
                </a:moveTo>
                <a:cubicBezTo>
                  <a:pt x="1057975" y="112123"/>
                  <a:pt x="1052900" y="115286"/>
                  <a:pt x="1048023" y="117132"/>
                </a:cubicBezTo>
                <a:cubicBezTo>
                  <a:pt x="1043146" y="118977"/>
                  <a:pt x="1037912" y="119900"/>
                  <a:pt x="1032323" y="119900"/>
                </a:cubicBezTo>
                <a:cubicBezTo>
                  <a:pt x="1023096" y="119900"/>
                  <a:pt x="1016005" y="117646"/>
                  <a:pt x="1011048" y="113138"/>
                </a:cubicBezTo>
                <a:cubicBezTo>
                  <a:pt x="1006092" y="108630"/>
                  <a:pt x="1003614" y="102869"/>
                  <a:pt x="1003614" y="95857"/>
                </a:cubicBezTo>
                <a:cubicBezTo>
                  <a:pt x="1003614" y="91744"/>
                  <a:pt x="1004550" y="87987"/>
                  <a:pt x="1006422" y="84586"/>
                </a:cubicBezTo>
                <a:cubicBezTo>
                  <a:pt x="1008293" y="81186"/>
                  <a:pt x="1010745" y="78457"/>
                  <a:pt x="1013777" y="76401"/>
                </a:cubicBezTo>
                <a:cubicBezTo>
                  <a:pt x="1016809" y="74344"/>
                  <a:pt x="1020223" y="72789"/>
                  <a:pt x="1024019" y="71734"/>
                </a:cubicBezTo>
                <a:cubicBezTo>
                  <a:pt x="1026814" y="70996"/>
                  <a:pt x="1031032" y="70284"/>
                  <a:pt x="1036673" y="69599"/>
                </a:cubicBezTo>
                <a:cubicBezTo>
                  <a:pt x="1048168" y="68228"/>
                  <a:pt x="1056630" y="66594"/>
                  <a:pt x="1062061" y="64695"/>
                </a:cubicBezTo>
                <a:cubicBezTo>
                  <a:pt x="1062114" y="62744"/>
                  <a:pt x="1062140" y="61505"/>
                  <a:pt x="1062140" y="60978"/>
                </a:cubicBezTo>
                <a:cubicBezTo>
                  <a:pt x="1062140" y="55178"/>
                  <a:pt x="1060796" y="51092"/>
                  <a:pt x="1058107" y="48719"/>
                </a:cubicBezTo>
                <a:cubicBezTo>
                  <a:pt x="1054469" y="45503"/>
                  <a:pt x="1049064" y="43895"/>
                  <a:pt x="1041893" y="43895"/>
                </a:cubicBezTo>
                <a:cubicBezTo>
                  <a:pt x="1035197" y="43895"/>
                  <a:pt x="1030254" y="45068"/>
                  <a:pt x="1027064" y="47414"/>
                </a:cubicBezTo>
                <a:cubicBezTo>
                  <a:pt x="1023874" y="49761"/>
                  <a:pt x="1021515" y="53913"/>
                  <a:pt x="1019985" y="59871"/>
                </a:cubicBezTo>
                <a:lnTo>
                  <a:pt x="1006066" y="57973"/>
                </a:lnTo>
                <a:cubicBezTo>
                  <a:pt x="1007331" y="52015"/>
                  <a:pt x="1009414" y="47203"/>
                  <a:pt x="1012314" y="43539"/>
                </a:cubicBezTo>
                <a:cubicBezTo>
                  <a:pt x="1015214" y="39874"/>
                  <a:pt x="1019405" y="37054"/>
                  <a:pt x="1024889" y="35076"/>
                </a:cubicBezTo>
                <a:cubicBezTo>
                  <a:pt x="1030373" y="33099"/>
                  <a:pt x="1036726" y="32110"/>
                  <a:pt x="1043950" y="32110"/>
                </a:cubicBezTo>
                <a:cubicBezTo>
                  <a:pt x="1051120" y="32110"/>
                  <a:pt x="1056947" y="32954"/>
                  <a:pt x="1061428" y="34641"/>
                </a:cubicBezTo>
                <a:cubicBezTo>
                  <a:pt x="1065910" y="36329"/>
                  <a:pt x="1069206" y="38451"/>
                  <a:pt x="1071315" y="41008"/>
                </a:cubicBezTo>
                <a:cubicBezTo>
                  <a:pt x="1073424" y="43565"/>
                  <a:pt x="1074900" y="46795"/>
                  <a:pt x="1075744" y="50696"/>
                </a:cubicBezTo>
                <a:cubicBezTo>
                  <a:pt x="1076218" y="53122"/>
                  <a:pt x="1076455" y="57498"/>
                  <a:pt x="1076455" y="63825"/>
                </a:cubicBezTo>
                <a:lnTo>
                  <a:pt x="1076455" y="82807"/>
                </a:lnTo>
                <a:cubicBezTo>
                  <a:pt x="1076455" y="96041"/>
                  <a:pt x="1076759" y="104412"/>
                  <a:pt x="1077365" y="107918"/>
                </a:cubicBezTo>
                <a:cubicBezTo>
                  <a:pt x="1077971" y="111424"/>
                  <a:pt x="1079171" y="114785"/>
                  <a:pt x="1080964" y="118002"/>
                </a:cubicBezTo>
                <a:lnTo>
                  <a:pt x="1066095" y="118002"/>
                </a:lnTo>
                <a:cubicBezTo>
                  <a:pt x="1064618" y="115049"/>
                  <a:pt x="1063669" y="111596"/>
                  <a:pt x="1063247" y="107641"/>
                </a:cubicBezTo>
                <a:moveTo>
                  <a:pt x="1062061" y="75847"/>
                </a:moveTo>
                <a:cubicBezTo>
                  <a:pt x="1056894" y="77956"/>
                  <a:pt x="1049143" y="79749"/>
                  <a:pt x="1038809" y="81225"/>
                </a:cubicBezTo>
                <a:cubicBezTo>
                  <a:pt x="1032956" y="82069"/>
                  <a:pt x="1028817" y="83018"/>
                  <a:pt x="1026392" y="84072"/>
                </a:cubicBezTo>
                <a:cubicBezTo>
                  <a:pt x="1023966" y="85127"/>
                  <a:pt x="1022094" y="86669"/>
                  <a:pt x="1020776" y="88699"/>
                </a:cubicBezTo>
                <a:cubicBezTo>
                  <a:pt x="1019458" y="90729"/>
                  <a:pt x="1018799" y="92983"/>
                  <a:pt x="1018799" y="95461"/>
                </a:cubicBezTo>
                <a:cubicBezTo>
                  <a:pt x="1018799" y="99258"/>
                  <a:pt x="1020236" y="102421"/>
                  <a:pt x="1023109" y="104952"/>
                </a:cubicBezTo>
                <a:cubicBezTo>
                  <a:pt x="1025983" y="107483"/>
                  <a:pt x="1030188" y="108748"/>
                  <a:pt x="1035724" y="108748"/>
                </a:cubicBezTo>
                <a:cubicBezTo>
                  <a:pt x="1041208" y="108748"/>
                  <a:pt x="1046085" y="107549"/>
                  <a:pt x="1050356" y="105150"/>
                </a:cubicBezTo>
                <a:cubicBezTo>
                  <a:pt x="1054627" y="102751"/>
                  <a:pt x="1057764" y="99468"/>
                  <a:pt x="1059768" y="95303"/>
                </a:cubicBezTo>
                <a:cubicBezTo>
                  <a:pt x="1061297" y="92087"/>
                  <a:pt x="1062061" y="87341"/>
                  <a:pt x="1062061" y="81067"/>
                </a:cubicBezTo>
                <a:lnTo>
                  <a:pt x="1062061" y="75847"/>
                </a:lnTo>
                <a:close/>
                <a:moveTo>
                  <a:pt x="1128947" y="105268"/>
                </a:moveTo>
                <a:lnTo>
                  <a:pt x="1131004" y="117844"/>
                </a:lnTo>
                <a:cubicBezTo>
                  <a:pt x="1126996" y="118687"/>
                  <a:pt x="1123411" y="119109"/>
                  <a:pt x="1120247" y="119109"/>
                </a:cubicBezTo>
                <a:cubicBezTo>
                  <a:pt x="1115080" y="119109"/>
                  <a:pt x="1111073" y="118292"/>
                  <a:pt x="1108226" y="116657"/>
                </a:cubicBezTo>
                <a:cubicBezTo>
                  <a:pt x="1105378" y="115023"/>
                  <a:pt x="1103375" y="112874"/>
                  <a:pt x="1102215" y="110211"/>
                </a:cubicBezTo>
                <a:cubicBezTo>
                  <a:pt x="1101055" y="107549"/>
                  <a:pt x="1100475" y="101947"/>
                  <a:pt x="1100475" y="93405"/>
                </a:cubicBezTo>
                <a:lnTo>
                  <a:pt x="1100475" y="45081"/>
                </a:lnTo>
                <a:lnTo>
                  <a:pt x="1090035" y="45081"/>
                </a:lnTo>
                <a:lnTo>
                  <a:pt x="1090035" y="34009"/>
                </a:lnTo>
                <a:lnTo>
                  <a:pt x="1100475" y="34009"/>
                </a:lnTo>
                <a:lnTo>
                  <a:pt x="1100475" y="13208"/>
                </a:lnTo>
                <a:lnTo>
                  <a:pt x="1114632" y="4666"/>
                </a:lnTo>
                <a:lnTo>
                  <a:pt x="1114632" y="34009"/>
                </a:lnTo>
                <a:lnTo>
                  <a:pt x="1128947" y="34009"/>
                </a:lnTo>
                <a:lnTo>
                  <a:pt x="1128947" y="45081"/>
                </a:lnTo>
                <a:lnTo>
                  <a:pt x="1114632" y="45081"/>
                </a:lnTo>
                <a:lnTo>
                  <a:pt x="1114632" y="94196"/>
                </a:lnTo>
                <a:cubicBezTo>
                  <a:pt x="1114632" y="98256"/>
                  <a:pt x="1114882" y="100866"/>
                  <a:pt x="1115383" y="102026"/>
                </a:cubicBezTo>
                <a:cubicBezTo>
                  <a:pt x="1115884" y="103186"/>
                  <a:pt x="1116701" y="104108"/>
                  <a:pt x="1117835" y="104794"/>
                </a:cubicBezTo>
                <a:cubicBezTo>
                  <a:pt x="1118969" y="105479"/>
                  <a:pt x="1120590" y="105822"/>
                  <a:pt x="1122699" y="105822"/>
                </a:cubicBezTo>
                <a:cubicBezTo>
                  <a:pt x="1124281" y="105822"/>
                  <a:pt x="1126364" y="105637"/>
                  <a:pt x="1128947" y="105268"/>
                </a:cubicBezTo>
                <a:close/>
                <a:moveTo>
                  <a:pt x="1200926" y="90953"/>
                </a:moveTo>
                <a:lnTo>
                  <a:pt x="1215637" y="92772"/>
                </a:lnTo>
                <a:cubicBezTo>
                  <a:pt x="1213317" y="101367"/>
                  <a:pt x="1209020" y="108037"/>
                  <a:pt x="1202745" y="112782"/>
                </a:cubicBezTo>
                <a:cubicBezTo>
                  <a:pt x="1196471" y="117527"/>
                  <a:pt x="1188456" y="119900"/>
                  <a:pt x="1178702" y="119900"/>
                </a:cubicBezTo>
                <a:cubicBezTo>
                  <a:pt x="1166417" y="119900"/>
                  <a:pt x="1156676" y="116117"/>
                  <a:pt x="1149478" y="108551"/>
                </a:cubicBezTo>
                <a:cubicBezTo>
                  <a:pt x="1142281" y="100984"/>
                  <a:pt x="1138683" y="90373"/>
                  <a:pt x="1138683" y="76717"/>
                </a:cubicBezTo>
                <a:cubicBezTo>
                  <a:pt x="1138683" y="62586"/>
                  <a:pt x="1142321" y="51619"/>
                  <a:pt x="1149597" y="43816"/>
                </a:cubicBezTo>
                <a:cubicBezTo>
                  <a:pt x="1156873" y="36012"/>
                  <a:pt x="1166311" y="32110"/>
                  <a:pt x="1177911" y="32110"/>
                </a:cubicBezTo>
                <a:cubicBezTo>
                  <a:pt x="1189142" y="32110"/>
                  <a:pt x="1198316" y="35933"/>
                  <a:pt x="1205434" y="43578"/>
                </a:cubicBezTo>
                <a:cubicBezTo>
                  <a:pt x="1212552" y="51224"/>
                  <a:pt x="1216111" y="61980"/>
                  <a:pt x="1216111" y="75847"/>
                </a:cubicBezTo>
                <a:cubicBezTo>
                  <a:pt x="1216111" y="76691"/>
                  <a:pt x="1216085" y="77956"/>
                  <a:pt x="1216032" y="79643"/>
                </a:cubicBezTo>
                <a:lnTo>
                  <a:pt x="1153393" y="79643"/>
                </a:lnTo>
                <a:cubicBezTo>
                  <a:pt x="1153921" y="88870"/>
                  <a:pt x="1156531" y="95936"/>
                  <a:pt x="1161223" y="100839"/>
                </a:cubicBezTo>
                <a:cubicBezTo>
                  <a:pt x="1165916" y="105743"/>
                  <a:pt x="1171769" y="108195"/>
                  <a:pt x="1178781" y="108195"/>
                </a:cubicBezTo>
                <a:cubicBezTo>
                  <a:pt x="1184001" y="108195"/>
                  <a:pt x="1188456" y="106824"/>
                  <a:pt x="1192147" y="104082"/>
                </a:cubicBezTo>
                <a:cubicBezTo>
                  <a:pt x="1195838" y="101340"/>
                  <a:pt x="1198764" y="96964"/>
                  <a:pt x="1200926" y="90953"/>
                </a:cubicBezTo>
                <a:moveTo>
                  <a:pt x="1154184" y="67938"/>
                </a:moveTo>
                <a:lnTo>
                  <a:pt x="1201084" y="67938"/>
                </a:lnTo>
                <a:cubicBezTo>
                  <a:pt x="1200452" y="60873"/>
                  <a:pt x="1198659" y="55574"/>
                  <a:pt x="1195706" y="52041"/>
                </a:cubicBezTo>
                <a:cubicBezTo>
                  <a:pt x="1191172" y="46557"/>
                  <a:pt x="1185293" y="43816"/>
                  <a:pt x="1178069" y="43816"/>
                </a:cubicBezTo>
                <a:cubicBezTo>
                  <a:pt x="1171531" y="43816"/>
                  <a:pt x="1166035" y="46004"/>
                  <a:pt x="1161579" y="50380"/>
                </a:cubicBezTo>
                <a:cubicBezTo>
                  <a:pt x="1157124" y="54756"/>
                  <a:pt x="1154659" y="60609"/>
                  <a:pt x="1154184" y="67938"/>
                </a:cubicBezTo>
                <a:close/>
                <a:moveTo>
                  <a:pt x="1236889" y="118002"/>
                </a:moveTo>
                <a:lnTo>
                  <a:pt x="1236889" y="101788"/>
                </a:lnTo>
                <a:lnTo>
                  <a:pt x="1253102" y="101788"/>
                </a:lnTo>
                <a:lnTo>
                  <a:pt x="1253102" y="118002"/>
                </a:lnTo>
                <a:lnTo>
                  <a:pt x="1236889" y="118002"/>
                </a:lnTo>
                <a:close/>
                <a:moveTo>
                  <a:pt x="1351168" y="152089"/>
                </a:moveTo>
                <a:cubicBezTo>
                  <a:pt x="1343312" y="142177"/>
                  <a:pt x="1336669" y="130577"/>
                  <a:pt x="1331238" y="117290"/>
                </a:cubicBezTo>
                <a:cubicBezTo>
                  <a:pt x="1325807" y="104003"/>
                  <a:pt x="1323092" y="90241"/>
                  <a:pt x="1323092" y="76005"/>
                </a:cubicBezTo>
                <a:cubicBezTo>
                  <a:pt x="1323092" y="63456"/>
                  <a:pt x="1325121" y="51435"/>
                  <a:pt x="1329181" y="39940"/>
                </a:cubicBezTo>
                <a:cubicBezTo>
                  <a:pt x="1333927" y="26600"/>
                  <a:pt x="1341256" y="13313"/>
                  <a:pt x="1351168" y="79"/>
                </a:cubicBezTo>
                <a:lnTo>
                  <a:pt x="1361371" y="79"/>
                </a:lnTo>
                <a:cubicBezTo>
                  <a:pt x="1354991" y="11046"/>
                  <a:pt x="1350773" y="18876"/>
                  <a:pt x="1348717" y="23569"/>
                </a:cubicBezTo>
                <a:cubicBezTo>
                  <a:pt x="1345500" y="30845"/>
                  <a:pt x="1342969" y="38438"/>
                  <a:pt x="1341124" y="46347"/>
                </a:cubicBezTo>
                <a:cubicBezTo>
                  <a:pt x="1338857" y="56206"/>
                  <a:pt x="1337723" y="66119"/>
                  <a:pt x="1337723" y="76084"/>
                </a:cubicBezTo>
                <a:cubicBezTo>
                  <a:pt x="1337723" y="101446"/>
                  <a:pt x="1345606" y="126781"/>
                  <a:pt x="1361371" y="152089"/>
                </a:cubicBezTo>
                <a:lnTo>
                  <a:pt x="1351168" y="152089"/>
                </a:lnTo>
                <a:close/>
                <a:moveTo>
                  <a:pt x="1432604" y="116247"/>
                </a:moveTo>
                <a:cubicBezTo>
                  <a:pt x="1432604" y="123845"/>
                  <a:pt x="1430083" y="129780"/>
                  <a:pt x="1425041" y="134052"/>
                </a:cubicBezTo>
                <a:cubicBezTo>
                  <a:pt x="1419999" y="138326"/>
                  <a:pt x="1412990" y="140463"/>
                  <a:pt x="1404013" y="140463"/>
                </a:cubicBezTo>
                <a:cubicBezTo>
                  <a:pt x="1394827" y="140463"/>
                  <a:pt x="1387871" y="138774"/>
                  <a:pt x="1383146" y="135397"/>
                </a:cubicBezTo>
                <a:cubicBezTo>
                  <a:pt x="1378420" y="132020"/>
                  <a:pt x="1375292" y="126772"/>
                  <a:pt x="1373761" y="119650"/>
                </a:cubicBezTo>
                <a:lnTo>
                  <a:pt x="1382856" y="117671"/>
                </a:lnTo>
                <a:cubicBezTo>
                  <a:pt x="1384016" y="123001"/>
                  <a:pt x="1386218" y="126893"/>
                  <a:pt x="1389460" y="129346"/>
                </a:cubicBezTo>
                <a:cubicBezTo>
                  <a:pt x="1392703" y="131801"/>
                  <a:pt x="1397541" y="133029"/>
                  <a:pt x="1403973" y="133029"/>
                </a:cubicBezTo>
                <a:cubicBezTo>
                  <a:pt x="1409931" y="133029"/>
                  <a:pt x="1414637" y="131657"/>
                  <a:pt x="1418091" y="128914"/>
                </a:cubicBezTo>
                <a:cubicBezTo>
                  <a:pt x="1421544" y="126170"/>
                  <a:pt x="1423271" y="122213"/>
                  <a:pt x="1423271" y="117040"/>
                </a:cubicBezTo>
                <a:cubicBezTo>
                  <a:pt x="1423271" y="114086"/>
                  <a:pt x="1422652" y="111580"/>
                  <a:pt x="1421415" y="109522"/>
                </a:cubicBezTo>
                <a:cubicBezTo>
                  <a:pt x="1420179" y="107464"/>
                  <a:pt x="1418271" y="105657"/>
                  <a:pt x="1415691" y="104102"/>
                </a:cubicBezTo>
                <a:cubicBezTo>
                  <a:pt x="1413112" y="102545"/>
                  <a:pt x="1408007" y="100500"/>
                  <a:pt x="1400375" y="97967"/>
                </a:cubicBezTo>
                <a:cubicBezTo>
                  <a:pt x="1391637" y="95171"/>
                  <a:pt x="1385491" y="91782"/>
                  <a:pt x="1381937" y="87799"/>
                </a:cubicBezTo>
                <a:cubicBezTo>
                  <a:pt x="1378385" y="83815"/>
                  <a:pt x="1376608" y="78922"/>
                  <a:pt x="1376608" y="73118"/>
                </a:cubicBezTo>
                <a:cubicBezTo>
                  <a:pt x="1376608" y="68212"/>
                  <a:pt x="1377940" y="63780"/>
                  <a:pt x="1380602" y="59824"/>
                </a:cubicBezTo>
                <a:cubicBezTo>
                  <a:pt x="1383265" y="55866"/>
                  <a:pt x="1386943" y="53148"/>
                  <a:pt x="1391635" y="51670"/>
                </a:cubicBezTo>
                <a:cubicBezTo>
                  <a:pt x="1387445" y="50140"/>
                  <a:pt x="1384130" y="47620"/>
                  <a:pt x="1381690" y="44112"/>
                </a:cubicBezTo>
                <a:cubicBezTo>
                  <a:pt x="1379251" y="40604"/>
                  <a:pt x="1378032" y="36529"/>
                  <a:pt x="1378032" y="31885"/>
                </a:cubicBezTo>
                <a:cubicBezTo>
                  <a:pt x="1378032" y="24817"/>
                  <a:pt x="1380276" y="19291"/>
                  <a:pt x="1384764" y="15309"/>
                </a:cubicBezTo>
                <a:cubicBezTo>
                  <a:pt x="1389253" y="11325"/>
                  <a:pt x="1395853" y="9333"/>
                  <a:pt x="1404566" y="9333"/>
                </a:cubicBezTo>
                <a:cubicBezTo>
                  <a:pt x="1412118" y="9333"/>
                  <a:pt x="1418151" y="11060"/>
                  <a:pt x="1422666" y="14515"/>
                </a:cubicBezTo>
                <a:cubicBezTo>
                  <a:pt x="1427180" y="17971"/>
                  <a:pt x="1429966" y="22917"/>
                  <a:pt x="1431022" y="29355"/>
                </a:cubicBezTo>
                <a:lnTo>
                  <a:pt x="1421531" y="30857"/>
                </a:lnTo>
                <a:cubicBezTo>
                  <a:pt x="1420899" y="26323"/>
                  <a:pt x="1419159" y="22857"/>
                  <a:pt x="1416311" y="20460"/>
                </a:cubicBezTo>
                <a:cubicBezTo>
                  <a:pt x="1413464" y="18060"/>
                  <a:pt x="1409562" y="16861"/>
                  <a:pt x="1404606" y="16861"/>
                </a:cubicBezTo>
                <a:cubicBezTo>
                  <a:pt x="1398859" y="16861"/>
                  <a:pt x="1394548" y="18140"/>
                  <a:pt x="1391675" y="20699"/>
                </a:cubicBezTo>
                <a:cubicBezTo>
                  <a:pt x="1388801" y="23256"/>
                  <a:pt x="1387364" y="26644"/>
                  <a:pt x="1387364" y="30862"/>
                </a:cubicBezTo>
                <a:cubicBezTo>
                  <a:pt x="1387364" y="33711"/>
                  <a:pt x="1387997" y="36124"/>
                  <a:pt x="1389263" y="38101"/>
                </a:cubicBezTo>
                <a:cubicBezTo>
                  <a:pt x="1390528" y="40079"/>
                  <a:pt x="1392347" y="41793"/>
                  <a:pt x="1394720" y="43245"/>
                </a:cubicBezTo>
                <a:cubicBezTo>
                  <a:pt x="1397093" y="44695"/>
                  <a:pt x="1401311" y="46316"/>
                  <a:pt x="1407374" y="48109"/>
                </a:cubicBezTo>
                <a:cubicBezTo>
                  <a:pt x="1413754" y="49956"/>
                  <a:pt x="1418644" y="51961"/>
                  <a:pt x="1422045" y="54125"/>
                </a:cubicBezTo>
                <a:cubicBezTo>
                  <a:pt x="1425446" y="56286"/>
                  <a:pt x="1428109" y="58911"/>
                  <a:pt x="1430033" y="61999"/>
                </a:cubicBezTo>
                <a:cubicBezTo>
                  <a:pt x="1431958" y="65085"/>
                  <a:pt x="1432920" y="68738"/>
                  <a:pt x="1432920" y="72958"/>
                </a:cubicBezTo>
                <a:cubicBezTo>
                  <a:pt x="1432920" y="78339"/>
                  <a:pt x="1431600" y="83022"/>
                  <a:pt x="1428961" y="87006"/>
                </a:cubicBezTo>
                <a:cubicBezTo>
                  <a:pt x="1426321" y="90990"/>
                  <a:pt x="1422896" y="93536"/>
                  <a:pt x="1418684" y="94643"/>
                </a:cubicBezTo>
                <a:cubicBezTo>
                  <a:pt x="1423536" y="96965"/>
                  <a:pt x="1427069" y="99880"/>
                  <a:pt x="1429282" y="103388"/>
                </a:cubicBezTo>
                <a:cubicBezTo>
                  <a:pt x="1431497" y="106895"/>
                  <a:pt x="1432604" y="111182"/>
                  <a:pt x="1432604" y="116247"/>
                </a:cubicBezTo>
                <a:moveTo>
                  <a:pt x="1423588" y="74067"/>
                </a:moveTo>
                <a:cubicBezTo>
                  <a:pt x="1423588" y="69372"/>
                  <a:pt x="1421946" y="65533"/>
                  <a:pt x="1418664" y="62553"/>
                </a:cubicBezTo>
                <a:cubicBezTo>
                  <a:pt x="1415384" y="59572"/>
                  <a:pt x="1409910" y="57184"/>
                  <a:pt x="1402243" y="55390"/>
                </a:cubicBezTo>
                <a:cubicBezTo>
                  <a:pt x="1397256" y="55601"/>
                  <a:pt x="1393291" y="57290"/>
                  <a:pt x="1390350" y="60457"/>
                </a:cubicBezTo>
                <a:cubicBezTo>
                  <a:pt x="1387411" y="63622"/>
                  <a:pt x="1385941" y="67657"/>
                  <a:pt x="1385941" y="72562"/>
                </a:cubicBezTo>
                <a:cubicBezTo>
                  <a:pt x="1385941" y="77100"/>
                  <a:pt x="1387477" y="80833"/>
                  <a:pt x="1390548" y="83761"/>
                </a:cubicBezTo>
                <a:cubicBezTo>
                  <a:pt x="1393619" y="86689"/>
                  <a:pt x="1398647" y="88997"/>
                  <a:pt x="1405632" y="90686"/>
                </a:cubicBezTo>
                <a:cubicBezTo>
                  <a:pt x="1411196" y="90581"/>
                  <a:pt x="1415580" y="89024"/>
                  <a:pt x="1418783" y="86017"/>
                </a:cubicBezTo>
                <a:cubicBezTo>
                  <a:pt x="1421986" y="83010"/>
                  <a:pt x="1423588" y="79027"/>
                  <a:pt x="1423588" y="740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4.1">
            <a:extLst xmlns:a="http://schemas.openxmlformats.org/drawingml/2006/main">
              <a:ext uri="{FF2B5EF4-FFF2-40B4-BE49-F238E27FC236}">
                <a16:creationId xmlns:a16="http://schemas.microsoft.com/office/drawing/2014/main" id="{2432D641-5B3F-4B5B-BCB0-EC6B72BC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2385" y="2133530"/>
            <a:ext cx="193247" cy="116420"/>
          </a:xfrm>
          <a:custGeom xmlns:a="http://schemas.openxmlformats.org/drawingml/2006/main">
            <a:pathLst>
              <a:path w="193247" h="116420">
                <a:moveTo>
                  <a:pt x="50301" y="116420"/>
                </a:moveTo>
                <a:lnTo>
                  <a:pt x="50301" y="88660"/>
                </a:lnTo>
                <a:lnTo>
                  <a:pt x="0" y="88660"/>
                </a:lnTo>
                <a:lnTo>
                  <a:pt x="0" y="75610"/>
                </a:lnTo>
                <a:lnTo>
                  <a:pt x="52911" y="475"/>
                </a:lnTo>
                <a:lnTo>
                  <a:pt x="64537" y="475"/>
                </a:lnTo>
                <a:lnTo>
                  <a:pt x="64537" y="75610"/>
                </a:lnTo>
                <a:lnTo>
                  <a:pt x="80197" y="75610"/>
                </a:lnTo>
                <a:lnTo>
                  <a:pt x="80197" y="88660"/>
                </a:lnTo>
                <a:lnTo>
                  <a:pt x="64537" y="88660"/>
                </a:lnTo>
                <a:lnTo>
                  <a:pt x="64537" y="116420"/>
                </a:lnTo>
                <a:lnTo>
                  <a:pt x="50301" y="116420"/>
                </a:lnTo>
                <a:moveTo>
                  <a:pt x="50301" y="75610"/>
                </a:moveTo>
                <a:lnTo>
                  <a:pt x="50301" y="23331"/>
                </a:lnTo>
                <a:lnTo>
                  <a:pt x="13999" y="75610"/>
                </a:lnTo>
                <a:lnTo>
                  <a:pt x="50301" y="75610"/>
                </a:lnTo>
                <a:close/>
                <a:moveTo>
                  <a:pt x="102081" y="116420"/>
                </a:moveTo>
                <a:lnTo>
                  <a:pt x="102081" y="100207"/>
                </a:lnTo>
                <a:lnTo>
                  <a:pt x="118294" y="100207"/>
                </a:lnTo>
                <a:lnTo>
                  <a:pt x="118294" y="116420"/>
                </a:lnTo>
                <a:lnTo>
                  <a:pt x="102081" y="116420"/>
                </a:lnTo>
                <a:close/>
                <a:moveTo>
                  <a:pt x="193247" y="116420"/>
                </a:moveTo>
                <a:lnTo>
                  <a:pt x="179011" y="116420"/>
                </a:lnTo>
                <a:lnTo>
                  <a:pt x="179011" y="25704"/>
                </a:lnTo>
                <a:cubicBezTo>
                  <a:pt x="175583" y="28973"/>
                  <a:pt x="171089" y="32242"/>
                  <a:pt x="165526" y="35511"/>
                </a:cubicBezTo>
                <a:cubicBezTo>
                  <a:pt x="159963" y="38780"/>
                  <a:pt x="154967" y="41232"/>
                  <a:pt x="150538" y="42867"/>
                </a:cubicBezTo>
                <a:lnTo>
                  <a:pt x="150538" y="29105"/>
                </a:lnTo>
                <a:cubicBezTo>
                  <a:pt x="158500" y="25361"/>
                  <a:pt x="165460" y="20827"/>
                  <a:pt x="171418" y="15502"/>
                </a:cubicBezTo>
                <a:cubicBezTo>
                  <a:pt x="177376" y="10176"/>
                  <a:pt x="181594" y="5009"/>
                  <a:pt x="184072" y="0"/>
                </a:cubicBezTo>
                <a:lnTo>
                  <a:pt x="193247" y="0"/>
                </a:lnTo>
                <a:lnTo>
                  <a:pt x="193247" y="11642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)">
            <a:extLst xmlns:a="http://schemas.openxmlformats.org/drawingml/2006/main">
              <a:ext uri="{FF2B5EF4-FFF2-40B4-BE49-F238E27FC236}">
                <a16:creationId xmlns:a16="http://schemas.microsoft.com/office/drawing/2014/main" id="{642928FD-5E4C-4595-8749-A11B3BB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539" y="2132028"/>
            <a:ext cx="38279" cy="152010"/>
          </a:xfrm>
          <a:custGeom xmlns:a="http://schemas.openxmlformats.org/drawingml/2006/main">
            <a:pathLst>
              <a:path w="38279" h="152010">
                <a:moveTo>
                  <a:pt x="10203" y="152010"/>
                </a:moveTo>
                <a:lnTo>
                  <a:pt x="0" y="152010"/>
                </a:lnTo>
                <a:cubicBezTo>
                  <a:pt x="15765" y="126702"/>
                  <a:pt x="23648" y="101367"/>
                  <a:pt x="23648" y="76005"/>
                </a:cubicBezTo>
                <a:cubicBezTo>
                  <a:pt x="23648" y="66093"/>
                  <a:pt x="22514" y="56259"/>
                  <a:pt x="20247" y="46505"/>
                </a:cubicBezTo>
                <a:cubicBezTo>
                  <a:pt x="18454" y="38596"/>
                  <a:pt x="15950" y="31003"/>
                  <a:pt x="12733" y="23727"/>
                </a:cubicBezTo>
                <a:cubicBezTo>
                  <a:pt x="10677" y="18982"/>
                  <a:pt x="6433" y="11073"/>
                  <a:pt x="0" y="0"/>
                </a:cubicBezTo>
                <a:lnTo>
                  <a:pt x="10203" y="0"/>
                </a:lnTo>
                <a:cubicBezTo>
                  <a:pt x="20115" y="13234"/>
                  <a:pt x="27444" y="26521"/>
                  <a:pt x="32190" y="39861"/>
                </a:cubicBezTo>
                <a:cubicBezTo>
                  <a:pt x="36249" y="51356"/>
                  <a:pt x="38279" y="63377"/>
                  <a:pt x="38279" y="75926"/>
                </a:cubicBezTo>
                <a:cubicBezTo>
                  <a:pt x="38279" y="90162"/>
                  <a:pt x="35551" y="103924"/>
                  <a:pt x="30094" y="117211"/>
                </a:cubicBezTo>
                <a:cubicBezTo>
                  <a:pt x="24636" y="130498"/>
                  <a:pt x="18006" y="142098"/>
                  <a:pt x="10203" y="1520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Register:">
            <a:extLst xmlns:a="http://schemas.openxmlformats.org/drawingml/2006/main">
              <a:ext uri="{FF2B5EF4-FFF2-40B4-BE49-F238E27FC236}">
                <a16:creationId xmlns:a16="http://schemas.microsoft.com/office/drawing/2014/main" id="{4FD93C22-E36C-402D-98B8-61E04B43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567" y="169682"/>
            <a:ext cx="618783" cy="150033"/>
          </a:xfrm>
          <a:custGeom xmlns:a="http://schemas.openxmlformats.org/drawingml/2006/main">
            <a:pathLst>
              <a:path w="618783" h="150033">
                <a:moveTo>
                  <a:pt x="0" y="115945"/>
                </a:moveTo>
                <a:lnTo>
                  <a:pt x="0" y="0"/>
                </a:lnTo>
                <a:lnTo>
                  <a:pt x="51408" y="0"/>
                </a:lnTo>
                <a:cubicBezTo>
                  <a:pt x="61743" y="0"/>
                  <a:pt x="69599" y="1041"/>
                  <a:pt x="74977" y="3124"/>
                </a:cubicBezTo>
                <a:cubicBezTo>
                  <a:pt x="80355" y="5207"/>
                  <a:pt x="84652" y="8884"/>
                  <a:pt x="87869" y="14157"/>
                </a:cubicBezTo>
                <a:cubicBezTo>
                  <a:pt x="91085" y="19430"/>
                  <a:pt x="92693" y="25256"/>
                  <a:pt x="92693" y="31636"/>
                </a:cubicBezTo>
                <a:cubicBezTo>
                  <a:pt x="92693" y="39861"/>
                  <a:pt x="90030" y="46795"/>
                  <a:pt x="84705" y="52436"/>
                </a:cubicBezTo>
                <a:cubicBezTo>
                  <a:pt x="79380" y="58078"/>
                  <a:pt x="71154" y="61664"/>
                  <a:pt x="60029" y="63193"/>
                </a:cubicBezTo>
                <a:cubicBezTo>
                  <a:pt x="64089" y="65144"/>
                  <a:pt x="67174" y="67068"/>
                  <a:pt x="69283" y="68966"/>
                </a:cubicBezTo>
                <a:cubicBezTo>
                  <a:pt x="73764" y="73079"/>
                  <a:pt x="78009" y="78220"/>
                  <a:pt x="82016" y="84389"/>
                </a:cubicBezTo>
                <a:lnTo>
                  <a:pt x="102184" y="115945"/>
                </a:lnTo>
                <a:lnTo>
                  <a:pt x="82886" y="115945"/>
                </a:lnTo>
                <a:lnTo>
                  <a:pt x="67543" y="91823"/>
                </a:lnTo>
                <a:cubicBezTo>
                  <a:pt x="63061" y="84863"/>
                  <a:pt x="59370" y="79538"/>
                  <a:pt x="56470" y="75847"/>
                </a:cubicBezTo>
                <a:cubicBezTo>
                  <a:pt x="53570" y="72156"/>
                  <a:pt x="50973" y="69573"/>
                  <a:pt x="48680" y="68096"/>
                </a:cubicBezTo>
                <a:cubicBezTo>
                  <a:pt x="46386" y="66620"/>
                  <a:pt x="44053" y="65592"/>
                  <a:pt x="41680" y="65012"/>
                </a:cubicBezTo>
                <a:cubicBezTo>
                  <a:pt x="39940" y="64643"/>
                  <a:pt x="37093" y="64458"/>
                  <a:pt x="33139" y="64458"/>
                </a:cubicBezTo>
                <a:lnTo>
                  <a:pt x="15343" y="64458"/>
                </a:lnTo>
                <a:lnTo>
                  <a:pt x="15343" y="115945"/>
                </a:lnTo>
                <a:lnTo>
                  <a:pt x="0" y="115945"/>
                </a:lnTo>
                <a:moveTo>
                  <a:pt x="15343" y="51171"/>
                </a:moveTo>
                <a:lnTo>
                  <a:pt x="48324" y="51171"/>
                </a:lnTo>
                <a:cubicBezTo>
                  <a:pt x="55336" y="51171"/>
                  <a:pt x="60820" y="50446"/>
                  <a:pt x="64774" y="48996"/>
                </a:cubicBezTo>
                <a:cubicBezTo>
                  <a:pt x="68729" y="47546"/>
                  <a:pt x="71734" y="45226"/>
                  <a:pt x="73791" y="42036"/>
                </a:cubicBezTo>
                <a:cubicBezTo>
                  <a:pt x="75847" y="38846"/>
                  <a:pt x="76875" y="35379"/>
                  <a:pt x="76875" y="31636"/>
                </a:cubicBezTo>
                <a:cubicBezTo>
                  <a:pt x="76875" y="26152"/>
                  <a:pt x="74885" y="21644"/>
                  <a:pt x="70904" y="18112"/>
                </a:cubicBezTo>
                <a:cubicBezTo>
                  <a:pt x="66923" y="14579"/>
                  <a:pt x="60635" y="12813"/>
                  <a:pt x="52041" y="12813"/>
                </a:cubicBezTo>
                <a:lnTo>
                  <a:pt x="15343" y="12813"/>
                </a:lnTo>
                <a:lnTo>
                  <a:pt x="15343" y="51171"/>
                </a:lnTo>
                <a:close/>
                <a:moveTo>
                  <a:pt x="171854" y="88897"/>
                </a:moveTo>
                <a:lnTo>
                  <a:pt x="186565" y="90716"/>
                </a:lnTo>
                <a:cubicBezTo>
                  <a:pt x="184245" y="99310"/>
                  <a:pt x="179948" y="105980"/>
                  <a:pt x="173673" y="110726"/>
                </a:cubicBezTo>
                <a:cubicBezTo>
                  <a:pt x="167399" y="115471"/>
                  <a:pt x="159385" y="117844"/>
                  <a:pt x="149630" y="117844"/>
                </a:cubicBezTo>
                <a:cubicBezTo>
                  <a:pt x="137345" y="117844"/>
                  <a:pt x="127604" y="114061"/>
                  <a:pt x="120407" y="106494"/>
                </a:cubicBezTo>
                <a:cubicBezTo>
                  <a:pt x="113209" y="98928"/>
                  <a:pt x="109611" y="88317"/>
                  <a:pt x="109611" y="74661"/>
                </a:cubicBezTo>
                <a:cubicBezTo>
                  <a:pt x="109611" y="60530"/>
                  <a:pt x="113249" y="49563"/>
                  <a:pt x="120525" y="41759"/>
                </a:cubicBezTo>
                <a:cubicBezTo>
                  <a:pt x="127801" y="33956"/>
                  <a:pt x="137240" y="30054"/>
                  <a:pt x="148839" y="30054"/>
                </a:cubicBezTo>
                <a:cubicBezTo>
                  <a:pt x="160070" y="30054"/>
                  <a:pt x="169244" y="33877"/>
                  <a:pt x="176363" y="41522"/>
                </a:cubicBezTo>
                <a:cubicBezTo>
                  <a:pt x="183481" y="49167"/>
                  <a:pt x="187040" y="59924"/>
                  <a:pt x="187040" y="73791"/>
                </a:cubicBezTo>
                <a:cubicBezTo>
                  <a:pt x="187040" y="74634"/>
                  <a:pt x="187013" y="75900"/>
                  <a:pt x="186961" y="77587"/>
                </a:cubicBezTo>
                <a:lnTo>
                  <a:pt x="124322" y="77587"/>
                </a:lnTo>
                <a:cubicBezTo>
                  <a:pt x="124849" y="86814"/>
                  <a:pt x="127459" y="93879"/>
                  <a:pt x="132151" y="98783"/>
                </a:cubicBezTo>
                <a:cubicBezTo>
                  <a:pt x="136844" y="103687"/>
                  <a:pt x="142697" y="106138"/>
                  <a:pt x="149709" y="106138"/>
                </a:cubicBezTo>
                <a:cubicBezTo>
                  <a:pt x="154929" y="106138"/>
                  <a:pt x="159385" y="104767"/>
                  <a:pt x="163075" y="102026"/>
                </a:cubicBezTo>
                <a:cubicBezTo>
                  <a:pt x="166766" y="99284"/>
                  <a:pt x="169693" y="94908"/>
                  <a:pt x="171854" y="88897"/>
                </a:cubicBezTo>
                <a:moveTo>
                  <a:pt x="125112" y="65882"/>
                </a:moveTo>
                <a:lnTo>
                  <a:pt x="172013" y="65882"/>
                </a:lnTo>
                <a:cubicBezTo>
                  <a:pt x="171380" y="58816"/>
                  <a:pt x="169587" y="53517"/>
                  <a:pt x="166635" y="49985"/>
                </a:cubicBezTo>
                <a:cubicBezTo>
                  <a:pt x="162100" y="44501"/>
                  <a:pt x="156221" y="41759"/>
                  <a:pt x="148998" y="41759"/>
                </a:cubicBezTo>
                <a:cubicBezTo>
                  <a:pt x="142459" y="41759"/>
                  <a:pt x="136963" y="43947"/>
                  <a:pt x="132507" y="48324"/>
                </a:cubicBezTo>
                <a:cubicBezTo>
                  <a:pt x="128052" y="52700"/>
                  <a:pt x="125587" y="58553"/>
                  <a:pt x="125112" y="65882"/>
                </a:cubicBezTo>
                <a:close/>
                <a:moveTo>
                  <a:pt x="201173" y="122905"/>
                </a:moveTo>
                <a:lnTo>
                  <a:pt x="215014" y="124962"/>
                </a:lnTo>
                <a:cubicBezTo>
                  <a:pt x="215594" y="129233"/>
                  <a:pt x="217202" y="132343"/>
                  <a:pt x="219838" y="134294"/>
                </a:cubicBezTo>
                <a:cubicBezTo>
                  <a:pt x="223371" y="136931"/>
                  <a:pt x="228195" y="138249"/>
                  <a:pt x="234312" y="138249"/>
                </a:cubicBezTo>
                <a:cubicBezTo>
                  <a:pt x="240903" y="138249"/>
                  <a:pt x="245991" y="136931"/>
                  <a:pt x="249576" y="134294"/>
                </a:cubicBezTo>
                <a:cubicBezTo>
                  <a:pt x="253161" y="131658"/>
                  <a:pt x="255587" y="127967"/>
                  <a:pt x="256852" y="123222"/>
                </a:cubicBezTo>
                <a:cubicBezTo>
                  <a:pt x="257590" y="120322"/>
                  <a:pt x="257933" y="114232"/>
                  <a:pt x="257880" y="104952"/>
                </a:cubicBezTo>
                <a:cubicBezTo>
                  <a:pt x="251659" y="112281"/>
                  <a:pt x="243908" y="115945"/>
                  <a:pt x="234628" y="115945"/>
                </a:cubicBezTo>
                <a:cubicBezTo>
                  <a:pt x="223081" y="115945"/>
                  <a:pt x="214144" y="111780"/>
                  <a:pt x="207817" y="103449"/>
                </a:cubicBezTo>
                <a:cubicBezTo>
                  <a:pt x="201490" y="95119"/>
                  <a:pt x="198326" y="85127"/>
                  <a:pt x="198326" y="73474"/>
                </a:cubicBezTo>
                <a:cubicBezTo>
                  <a:pt x="198326" y="65460"/>
                  <a:pt x="199776" y="58065"/>
                  <a:pt x="202676" y="51290"/>
                </a:cubicBezTo>
                <a:cubicBezTo>
                  <a:pt x="205576" y="44514"/>
                  <a:pt x="209781" y="39281"/>
                  <a:pt x="215291" y="35590"/>
                </a:cubicBezTo>
                <a:cubicBezTo>
                  <a:pt x="220801" y="31900"/>
                  <a:pt x="227273" y="30054"/>
                  <a:pt x="234707" y="30054"/>
                </a:cubicBezTo>
                <a:cubicBezTo>
                  <a:pt x="244620" y="30054"/>
                  <a:pt x="252792" y="34061"/>
                  <a:pt x="259225" y="42076"/>
                </a:cubicBezTo>
                <a:lnTo>
                  <a:pt x="259225" y="31952"/>
                </a:lnTo>
                <a:lnTo>
                  <a:pt x="272354" y="31952"/>
                </a:lnTo>
                <a:lnTo>
                  <a:pt x="272354" y="104557"/>
                </a:lnTo>
                <a:cubicBezTo>
                  <a:pt x="272354" y="117633"/>
                  <a:pt x="271023" y="126899"/>
                  <a:pt x="268360" y="132357"/>
                </a:cubicBezTo>
                <a:cubicBezTo>
                  <a:pt x="265697" y="137814"/>
                  <a:pt x="261479" y="142124"/>
                  <a:pt x="255705" y="145288"/>
                </a:cubicBezTo>
                <a:cubicBezTo>
                  <a:pt x="249932" y="148451"/>
                  <a:pt x="242827" y="150033"/>
                  <a:pt x="234391" y="150033"/>
                </a:cubicBezTo>
                <a:cubicBezTo>
                  <a:pt x="224373" y="150033"/>
                  <a:pt x="216279" y="147779"/>
                  <a:pt x="210110" y="143271"/>
                </a:cubicBezTo>
                <a:cubicBezTo>
                  <a:pt x="203941" y="138763"/>
                  <a:pt x="200962" y="131974"/>
                  <a:pt x="201173" y="122905"/>
                </a:cubicBezTo>
                <a:moveTo>
                  <a:pt x="212958" y="72446"/>
                </a:moveTo>
                <a:cubicBezTo>
                  <a:pt x="212958" y="83466"/>
                  <a:pt x="215146" y="91507"/>
                  <a:pt x="219522" y="96569"/>
                </a:cubicBezTo>
                <a:cubicBezTo>
                  <a:pt x="223898" y="101630"/>
                  <a:pt x="229382" y="104161"/>
                  <a:pt x="235973" y="104161"/>
                </a:cubicBezTo>
                <a:cubicBezTo>
                  <a:pt x="242511" y="104161"/>
                  <a:pt x="247994" y="101643"/>
                  <a:pt x="252423" y="96608"/>
                </a:cubicBezTo>
                <a:cubicBezTo>
                  <a:pt x="256852" y="91573"/>
                  <a:pt x="259067" y="83677"/>
                  <a:pt x="259067" y="72921"/>
                </a:cubicBezTo>
                <a:cubicBezTo>
                  <a:pt x="259067" y="62639"/>
                  <a:pt x="256786" y="54888"/>
                  <a:pt x="252226" y="49668"/>
                </a:cubicBezTo>
                <a:cubicBezTo>
                  <a:pt x="247665" y="44448"/>
                  <a:pt x="242168" y="41838"/>
                  <a:pt x="235735" y="41838"/>
                </a:cubicBezTo>
                <a:cubicBezTo>
                  <a:pt x="229408" y="41838"/>
                  <a:pt x="224030" y="44409"/>
                  <a:pt x="219601" y="49550"/>
                </a:cubicBezTo>
                <a:cubicBezTo>
                  <a:pt x="215172" y="54691"/>
                  <a:pt x="212958" y="62323"/>
                  <a:pt x="212958" y="72446"/>
                </a:cubicBezTo>
                <a:close/>
                <a:moveTo>
                  <a:pt x="293288" y="16372"/>
                </a:moveTo>
                <a:lnTo>
                  <a:pt x="293288" y="0"/>
                </a:lnTo>
                <a:lnTo>
                  <a:pt x="307524" y="0"/>
                </a:lnTo>
                <a:lnTo>
                  <a:pt x="307524" y="16372"/>
                </a:lnTo>
                <a:lnTo>
                  <a:pt x="293288" y="16372"/>
                </a:lnTo>
                <a:moveTo>
                  <a:pt x="293288" y="115945"/>
                </a:moveTo>
                <a:lnTo>
                  <a:pt x="293288" y="31952"/>
                </a:lnTo>
                <a:lnTo>
                  <a:pt x="307524" y="31952"/>
                </a:lnTo>
                <a:lnTo>
                  <a:pt x="307524" y="115945"/>
                </a:lnTo>
                <a:lnTo>
                  <a:pt x="293288" y="115945"/>
                </a:lnTo>
                <a:close/>
                <a:moveTo>
                  <a:pt x="322955" y="90874"/>
                </a:moveTo>
                <a:lnTo>
                  <a:pt x="337033" y="88660"/>
                </a:lnTo>
                <a:cubicBezTo>
                  <a:pt x="337824" y="94301"/>
                  <a:pt x="340025" y="98625"/>
                  <a:pt x="343637" y="101630"/>
                </a:cubicBezTo>
                <a:cubicBezTo>
                  <a:pt x="347249" y="104636"/>
                  <a:pt x="352297" y="106138"/>
                  <a:pt x="358783" y="106138"/>
                </a:cubicBezTo>
                <a:cubicBezTo>
                  <a:pt x="365321" y="106138"/>
                  <a:pt x="370172" y="104807"/>
                  <a:pt x="373335" y="102144"/>
                </a:cubicBezTo>
                <a:cubicBezTo>
                  <a:pt x="376499" y="99482"/>
                  <a:pt x="378081" y="96358"/>
                  <a:pt x="378081" y="92772"/>
                </a:cubicBezTo>
                <a:cubicBezTo>
                  <a:pt x="378081" y="89556"/>
                  <a:pt x="376683" y="87025"/>
                  <a:pt x="373889" y="85180"/>
                </a:cubicBezTo>
                <a:cubicBezTo>
                  <a:pt x="371938" y="83914"/>
                  <a:pt x="367087" y="82306"/>
                  <a:pt x="359336" y="80355"/>
                </a:cubicBezTo>
                <a:cubicBezTo>
                  <a:pt x="348897" y="77719"/>
                  <a:pt x="341660" y="75438"/>
                  <a:pt x="337626" y="73514"/>
                </a:cubicBezTo>
                <a:cubicBezTo>
                  <a:pt x="333593" y="71589"/>
                  <a:pt x="330535" y="68927"/>
                  <a:pt x="328452" y="65526"/>
                </a:cubicBezTo>
                <a:cubicBezTo>
                  <a:pt x="326369" y="62125"/>
                  <a:pt x="325328" y="58368"/>
                  <a:pt x="325328" y="54256"/>
                </a:cubicBezTo>
                <a:cubicBezTo>
                  <a:pt x="325328" y="50512"/>
                  <a:pt x="326185" y="47045"/>
                  <a:pt x="327898" y="43855"/>
                </a:cubicBezTo>
                <a:cubicBezTo>
                  <a:pt x="329612" y="40665"/>
                  <a:pt x="331945" y="38016"/>
                  <a:pt x="334898" y="35907"/>
                </a:cubicBezTo>
                <a:cubicBezTo>
                  <a:pt x="337112" y="34272"/>
                  <a:pt x="340131" y="32888"/>
                  <a:pt x="343953" y="31755"/>
                </a:cubicBezTo>
                <a:cubicBezTo>
                  <a:pt x="347776" y="30621"/>
                  <a:pt x="351876" y="30054"/>
                  <a:pt x="356252" y="30054"/>
                </a:cubicBezTo>
                <a:cubicBezTo>
                  <a:pt x="362843" y="30054"/>
                  <a:pt x="368629" y="31003"/>
                  <a:pt x="373612" y="32901"/>
                </a:cubicBezTo>
                <a:cubicBezTo>
                  <a:pt x="378595" y="34799"/>
                  <a:pt x="382272" y="37370"/>
                  <a:pt x="384645" y="40613"/>
                </a:cubicBezTo>
                <a:cubicBezTo>
                  <a:pt x="387018" y="43855"/>
                  <a:pt x="388652" y="48192"/>
                  <a:pt x="389549" y="53623"/>
                </a:cubicBezTo>
                <a:lnTo>
                  <a:pt x="375629" y="55521"/>
                </a:lnTo>
                <a:cubicBezTo>
                  <a:pt x="374996" y="51197"/>
                  <a:pt x="373164" y="47823"/>
                  <a:pt x="370132" y="45397"/>
                </a:cubicBezTo>
                <a:cubicBezTo>
                  <a:pt x="367100" y="42972"/>
                  <a:pt x="362816" y="41759"/>
                  <a:pt x="357280" y="41759"/>
                </a:cubicBezTo>
                <a:cubicBezTo>
                  <a:pt x="350742" y="41759"/>
                  <a:pt x="346076" y="42840"/>
                  <a:pt x="343281" y="45002"/>
                </a:cubicBezTo>
                <a:cubicBezTo>
                  <a:pt x="340487" y="47164"/>
                  <a:pt x="339089" y="49695"/>
                  <a:pt x="339089" y="52595"/>
                </a:cubicBezTo>
                <a:cubicBezTo>
                  <a:pt x="339089" y="54440"/>
                  <a:pt x="339669" y="56101"/>
                  <a:pt x="340829" y="57577"/>
                </a:cubicBezTo>
                <a:cubicBezTo>
                  <a:pt x="341989" y="59106"/>
                  <a:pt x="343808" y="60372"/>
                  <a:pt x="346287" y="61374"/>
                </a:cubicBezTo>
                <a:cubicBezTo>
                  <a:pt x="347710" y="61901"/>
                  <a:pt x="351902" y="63114"/>
                  <a:pt x="358862" y="65012"/>
                </a:cubicBezTo>
                <a:cubicBezTo>
                  <a:pt x="368933" y="67701"/>
                  <a:pt x="375958" y="69902"/>
                  <a:pt x="379939" y="71616"/>
                </a:cubicBezTo>
                <a:cubicBezTo>
                  <a:pt x="383920" y="73329"/>
                  <a:pt x="387044" y="75821"/>
                  <a:pt x="389311" y="79090"/>
                </a:cubicBezTo>
                <a:cubicBezTo>
                  <a:pt x="391579" y="82359"/>
                  <a:pt x="392712" y="86419"/>
                  <a:pt x="392712" y="91269"/>
                </a:cubicBezTo>
                <a:cubicBezTo>
                  <a:pt x="392712" y="96015"/>
                  <a:pt x="391328" y="100483"/>
                  <a:pt x="388560" y="104675"/>
                </a:cubicBezTo>
                <a:cubicBezTo>
                  <a:pt x="385792" y="108867"/>
                  <a:pt x="381798" y="112110"/>
                  <a:pt x="376578" y="114403"/>
                </a:cubicBezTo>
                <a:cubicBezTo>
                  <a:pt x="371358" y="116697"/>
                  <a:pt x="365453" y="117844"/>
                  <a:pt x="358862" y="117844"/>
                </a:cubicBezTo>
                <a:cubicBezTo>
                  <a:pt x="347947" y="117844"/>
                  <a:pt x="339630" y="115576"/>
                  <a:pt x="333909" y="111042"/>
                </a:cubicBezTo>
                <a:cubicBezTo>
                  <a:pt x="328188" y="106507"/>
                  <a:pt x="324537" y="99785"/>
                  <a:pt x="322955" y="90874"/>
                </a:cubicBezTo>
                <a:close/>
                <a:moveTo>
                  <a:pt x="440720" y="103212"/>
                </a:moveTo>
                <a:lnTo>
                  <a:pt x="442776" y="115787"/>
                </a:lnTo>
                <a:cubicBezTo>
                  <a:pt x="438769" y="116631"/>
                  <a:pt x="435184" y="117053"/>
                  <a:pt x="432020" y="117053"/>
                </a:cubicBezTo>
                <a:cubicBezTo>
                  <a:pt x="426853" y="117053"/>
                  <a:pt x="422846" y="116235"/>
                  <a:pt x="419998" y="114601"/>
                </a:cubicBezTo>
                <a:cubicBezTo>
                  <a:pt x="417151" y="112966"/>
                  <a:pt x="415148" y="110818"/>
                  <a:pt x="413988" y="108155"/>
                </a:cubicBezTo>
                <a:cubicBezTo>
                  <a:pt x="412828" y="105492"/>
                  <a:pt x="412248" y="99890"/>
                  <a:pt x="412248" y="91349"/>
                </a:cubicBezTo>
                <a:lnTo>
                  <a:pt x="412248" y="43025"/>
                </a:lnTo>
                <a:lnTo>
                  <a:pt x="401808" y="43025"/>
                </a:lnTo>
                <a:lnTo>
                  <a:pt x="401808" y="31952"/>
                </a:lnTo>
                <a:lnTo>
                  <a:pt x="412248" y="31952"/>
                </a:lnTo>
                <a:lnTo>
                  <a:pt x="412248" y="11152"/>
                </a:lnTo>
                <a:lnTo>
                  <a:pt x="426405" y="2610"/>
                </a:lnTo>
                <a:lnTo>
                  <a:pt x="426405" y="31952"/>
                </a:lnTo>
                <a:lnTo>
                  <a:pt x="440720" y="31952"/>
                </a:lnTo>
                <a:lnTo>
                  <a:pt x="440720" y="43025"/>
                </a:lnTo>
                <a:lnTo>
                  <a:pt x="426405" y="43025"/>
                </a:lnTo>
                <a:lnTo>
                  <a:pt x="426405" y="92139"/>
                </a:lnTo>
                <a:cubicBezTo>
                  <a:pt x="426405" y="96199"/>
                  <a:pt x="426655" y="98809"/>
                  <a:pt x="427156" y="99969"/>
                </a:cubicBezTo>
                <a:cubicBezTo>
                  <a:pt x="427657" y="101129"/>
                  <a:pt x="428474" y="102052"/>
                  <a:pt x="429608" y="102737"/>
                </a:cubicBezTo>
                <a:cubicBezTo>
                  <a:pt x="430741" y="103423"/>
                  <a:pt x="432363" y="103766"/>
                  <a:pt x="434472" y="103766"/>
                </a:cubicBezTo>
                <a:cubicBezTo>
                  <a:pt x="436054" y="103766"/>
                  <a:pt x="438136" y="103581"/>
                  <a:pt x="440720" y="103212"/>
                </a:cubicBezTo>
                <a:close/>
                <a:moveTo>
                  <a:pt x="512700" y="88897"/>
                </a:moveTo>
                <a:lnTo>
                  <a:pt x="527411" y="90716"/>
                </a:lnTo>
                <a:cubicBezTo>
                  <a:pt x="525091" y="99310"/>
                  <a:pt x="520793" y="105980"/>
                  <a:pt x="514519" y="110726"/>
                </a:cubicBezTo>
                <a:cubicBezTo>
                  <a:pt x="508244" y="115471"/>
                  <a:pt x="500230" y="117844"/>
                  <a:pt x="490476" y="117844"/>
                </a:cubicBezTo>
                <a:cubicBezTo>
                  <a:pt x="478190" y="117844"/>
                  <a:pt x="468449" y="114061"/>
                  <a:pt x="461252" y="106494"/>
                </a:cubicBezTo>
                <a:cubicBezTo>
                  <a:pt x="454055" y="98928"/>
                  <a:pt x="450456" y="88317"/>
                  <a:pt x="450456" y="74661"/>
                </a:cubicBezTo>
                <a:cubicBezTo>
                  <a:pt x="450456" y="60530"/>
                  <a:pt x="454094" y="49563"/>
                  <a:pt x="461371" y="41759"/>
                </a:cubicBezTo>
                <a:cubicBezTo>
                  <a:pt x="468647" y="33956"/>
                  <a:pt x="478085" y="30054"/>
                  <a:pt x="489685" y="30054"/>
                </a:cubicBezTo>
                <a:cubicBezTo>
                  <a:pt x="500916" y="30054"/>
                  <a:pt x="510090" y="33877"/>
                  <a:pt x="517208" y="41522"/>
                </a:cubicBezTo>
                <a:cubicBezTo>
                  <a:pt x="524326" y="49167"/>
                  <a:pt x="527885" y="59924"/>
                  <a:pt x="527885" y="73791"/>
                </a:cubicBezTo>
                <a:cubicBezTo>
                  <a:pt x="527885" y="74634"/>
                  <a:pt x="527859" y="75900"/>
                  <a:pt x="527806" y="77587"/>
                </a:cubicBezTo>
                <a:lnTo>
                  <a:pt x="465167" y="77587"/>
                </a:lnTo>
                <a:cubicBezTo>
                  <a:pt x="465694" y="86814"/>
                  <a:pt x="468304" y="93879"/>
                  <a:pt x="472997" y="98783"/>
                </a:cubicBezTo>
                <a:cubicBezTo>
                  <a:pt x="477690" y="103687"/>
                  <a:pt x="483542" y="106138"/>
                  <a:pt x="490555" y="106138"/>
                </a:cubicBezTo>
                <a:cubicBezTo>
                  <a:pt x="495775" y="106138"/>
                  <a:pt x="500230" y="104767"/>
                  <a:pt x="503921" y="102026"/>
                </a:cubicBezTo>
                <a:cubicBezTo>
                  <a:pt x="507612" y="99284"/>
                  <a:pt x="510538" y="94908"/>
                  <a:pt x="512700" y="88897"/>
                </a:cubicBezTo>
                <a:moveTo>
                  <a:pt x="465958" y="65882"/>
                </a:moveTo>
                <a:lnTo>
                  <a:pt x="512858" y="65882"/>
                </a:lnTo>
                <a:cubicBezTo>
                  <a:pt x="512225" y="58816"/>
                  <a:pt x="510433" y="53517"/>
                  <a:pt x="507480" y="49985"/>
                </a:cubicBezTo>
                <a:cubicBezTo>
                  <a:pt x="502945" y="44501"/>
                  <a:pt x="497066" y="41759"/>
                  <a:pt x="489843" y="41759"/>
                </a:cubicBezTo>
                <a:cubicBezTo>
                  <a:pt x="483305" y="41759"/>
                  <a:pt x="477808" y="43947"/>
                  <a:pt x="473353" y="48324"/>
                </a:cubicBezTo>
                <a:cubicBezTo>
                  <a:pt x="468897" y="52700"/>
                  <a:pt x="466432" y="58553"/>
                  <a:pt x="465958" y="65882"/>
                </a:cubicBezTo>
                <a:close/>
                <a:moveTo>
                  <a:pt x="544470" y="115945"/>
                </a:moveTo>
                <a:lnTo>
                  <a:pt x="544470" y="31952"/>
                </a:lnTo>
                <a:lnTo>
                  <a:pt x="557283" y="31952"/>
                </a:lnTo>
                <a:lnTo>
                  <a:pt x="557283" y="44686"/>
                </a:lnTo>
                <a:cubicBezTo>
                  <a:pt x="560552" y="38728"/>
                  <a:pt x="563571" y="34799"/>
                  <a:pt x="566339" y="32901"/>
                </a:cubicBezTo>
                <a:cubicBezTo>
                  <a:pt x="569107" y="31003"/>
                  <a:pt x="572152" y="30054"/>
                  <a:pt x="575474" y="30054"/>
                </a:cubicBezTo>
                <a:cubicBezTo>
                  <a:pt x="580272" y="30054"/>
                  <a:pt x="585149" y="31583"/>
                  <a:pt x="590105" y="34641"/>
                </a:cubicBezTo>
                <a:lnTo>
                  <a:pt x="585202" y="47849"/>
                </a:lnTo>
                <a:cubicBezTo>
                  <a:pt x="581722" y="45793"/>
                  <a:pt x="578242" y="44765"/>
                  <a:pt x="574762" y="44765"/>
                </a:cubicBezTo>
                <a:cubicBezTo>
                  <a:pt x="571651" y="44765"/>
                  <a:pt x="568856" y="45701"/>
                  <a:pt x="566378" y="47572"/>
                </a:cubicBezTo>
                <a:cubicBezTo>
                  <a:pt x="563900" y="49444"/>
                  <a:pt x="562134" y="52041"/>
                  <a:pt x="561079" y="55363"/>
                </a:cubicBezTo>
                <a:cubicBezTo>
                  <a:pt x="559497" y="60425"/>
                  <a:pt x="558707" y="65961"/>
                  <a:pt x="558707" y="71972"/>
                </a:cubicBezTo>
                <a:lnTo>
                  <a:pt x="558707" y="115945"/>
                </a:lnTo>
                <a:lnTo>
                  <a:pt x="544470" y="115945"/>
                </a:lnTo>
                <a:close/>
                <a:moveTo>
                  <a:pt x="602569" y="48166"/>
                </a:moveTo>
                <a:lnTo>
                  <a:pt x="602569" y="31952"/>
                </a:lnTo>
                <a:lnTo>
                  <a:pt x="618783" y="31952"/>
                </a:lnTo>
                <a:lnTo>
                  <a:pt x="618783" y="48166"/>
                </a:lnTo>
                <a:lnTo>
                  <a:pt x="602569" y="48166"/>
                </a:lnTo>
                <a:moveTo>
                  <a:pt x="602569" y="115945"/>
                </a:moveTo>
                <a:lnTo>
                  <a:pt x="602569" y="99732"/>
                </a:lnTo>
                <a:lnTo>
                  <a:pt x="618783" y="99732"/>
                </a:lnTo>
                <a:lnTo>
                  <a:pt x="618783" y="115945"/>
                </a:lnTo>
                <a:lnTo>
                  <a:pt x="602569" y="1159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0068ed1764945"/>
          <a:stretch xmlns:a="http://schemas.openxmlformats.org/drawingml/2006/main"/>
        </p:blipFill>
        <p:spPr>
          <a:xfrm xmlns:a="http://schemas.openxmlformats.org/drawingml/2006/main">
            <a:off x="10650040" y="135431"/>
            <a:ext cx="197316" cy="197316"/>
          </a:xfrm>
          <a:prstGeom xmlns:a="http://schemas.openxmlformats.org/drawingml/2006/main" prst="rect">
            <a:avLst/>
          </a:prstGeom>
        </p:spPr>
      </p:pic>
      <p:pic>
        <p:nvPicPr>
          <p:cNvPr id="4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775865c7b4292"/>
          <a:stretch xmlns:a="http://schemas.openxmlformats.org/drawingml/2006/main"/>
        </p:blipFill>
        <p:spPr>
          <a:xfrm xmlns:a="http://schemas.openxmlformats.org/drawingml/2006/main">
            <a:off x="10852444" y="146967"/>
            <a:ext cx="467406" cy="185535"/>
          </a:xfrm>
          <a:prstGeom xmlns:a="http://schemas.openxmlformats.org/drawingml/2006/main" prst="rect">
            <a:avLst/>
          </a:prstGeom>
        </p:spPr>
      </p:pic>
      <p:pic>
        <p:nvPicPr>
          <p:cNvPr id="4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1ccba197841e5"/>
          <a:stretch xmlns:a="http://schemas.openxmlformats.org/drawingml/2006/main"/>
        </p:blipFill>
        <p:spPr>
          <a:xfrm xmlns:a="http://schemas.openxmlformats.org/drawingml/2006/main">
            <a:off x="5728925" y="3056884"/>
            <a:ext cx="232656" cy="232656"/>
          </a:xfrm>
          <a:prstGeom xmlns:a="http://schemas.openxmlformats.org/drawingml/2006/main" prst="rect">
            <a:avLst/>
          </a:prstGeom>
        </p:spPr>
      </p:pic>
      <p:sp>
        <p:nvSpPr>
          <p:cNvPr id="171" name="Text ZKLP">
            <a:extLst xmlns:a="http://schemas.openxmlformats.org/drawingml/2006/main">
              <a:ext uri="{FF2B5EF4-FFF2-40B4-BE49-F238E27FC236}">
                <a16:creationId xmlns:a16="http://schemas.microsoft.com/office/drawing/2014/main" id="{F7CDCD78-28D0-4458-9A99-0BCD1CB8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6613" y="3111749"/>
            <a:ext cx="394624" cy="115945"/>
          </a:xfrm>
          <a:custGeom xmlns:a="http://schemas.openxmlformats.org/drawingml/2006/main">
            <a:pathLst>
              <a:path w="394624" h="115945">
                <a:moveTo>
                  <a:pt x="0" y="115945"/>
                </a:moveTo>
                <a:lnTo>
                  <a:pt x="0" y="101709"/>
                </a:lnTo>
                <a:lnTo>
                  <a:pt x="59396" y="27444"/>
                </a:lnTo>
                <a:cubicBezTo>
                  <a:pt x="63614" y="22171"/>
                  <a:pt x="67622" y="17584"/>
                  <a:pt x="71418" y="13683"/>
                </a:cubicBezTo>
                <a:lnTo>
                  <a:pt x="6723" y="13683"/>
                </a:lnTo>
                <a:lnTo>
                  <a:pt x="6723" y="0"/>
                </a:lnTo>
                <a:lnTo>
                  <a:pt x="89767" y="0"/>
                </a:lnTo>
                <a:lnTo>
                  <a:pt x="89767" y="13683"/>
                </a:lnTo>
                <a:lnTo>
                  <a:pt x="24676" y="94117"/>
                </a:lnTo>
                <a:lnTo>
                  <a:pt x="17637" y="102263"/>
                </a:lnTo>
                <a:lnTo>
                  <a:pt x="91665" y="102263"/>
                </a:lnTo>
                <a:lnTo>
                  <a:pt x="91665" y="115945"/>
                </a:lnTo>
                <a:lnTo>
                  <a:pt x="0" y="115945"/>
                </a:lnTo>
                <a:close/>
                <a:moveTo>
                  <a:pt x="108171" y="115945"/>
                </a:moveTo>
                <a:lnTo>
                  <a:pt x="108171" y="0"/>
                </a:lnTo>
                <a:lnTo>
                  <a:pt x="123514" y="0"/>
                </a:lnTo>
                <a:lnTo>
                  <a:pt x="123514" y="57498"/>
                </a:lnTo>
                <a:lnTo>
                  <a:pt x="181092" y="0"/>
                </a:lnTo>
                <a:lnTo>
                  <a:pt x="201892" y="0"/>
                </a:lnTo>
                <a:lnTo>
                  <a:pt x="153252" y="46979"/>
                </a:lnTo>
                <a:lnTo>
                  <a:pt x="204028" y="115945"/>
                </a:lnTo>
                <a:lnTo>
                  <a:pt x="183781" y="115945"/>
                </a:lnTo>
                <a:lnTo>
                  <a:pt x="142496" y="57261"/>
                </a:lnTo>
                <a:lnTo>
                  <a:pt x="123514" y="75768"/>
                </a:lnTo>
                <a:lnTo>
                  <a:pt x="123514" y="115945"/>
                </a:lnTo>
                <a:lnTo>
                  <a:pt x="108171" y="115945"/>
                </a:lnTo>
                <a:close/>
                <a:moveTo>
                  <a:pt x="216144" y="115945"/>
                </a:moveTo>
                <a:lnTo>
                  <a:pt x="216144" y="0"/>
                </a:lnTo>
                <a:lnTo>
                  <a:pt x="231487" y="0"/>
                </a:lnTo>
                <a:lnTo>
                  <a:pt x="231487" y="102263"/>
                </a:lnTo>
                <a:lnTo>
                  <a:pt x="288590" y="102263"/>
                </a:lnTo>
                <a:lnTo>
                  <a:pt x="288590" y="115945"/>
                </a:lnTo>
                <a:lnTo>
                  <a:pt x="216144" y="115945"/>
                </a:lnTo>
                <a:close/>
                <a:moveTo>
                  <a:pt x="306122" y="115945"/>
                </a:moveTo>
                <a:lnTo>
                  <a:pt x="306122" y="0"/>
                </a:lnTo>
                <a:lnTo>
                  <a:pt x="349859" y="0"/>
                </a:lnTo>
                <a:cubicBezTo>
                  <a:pt x="357557" y="0"/>
                  <a:pt x="363436" y="369"/>
                  <a:pt x="367496" y="1107"/>
                </a:cubicBezTo>
                <a:cubicBezTo>
                  <a:pt x="373190" y="2056"/>
                  <a:pt x="377962" y="3862"/>
                  <a:pt x="381811" y="6525"/>
                </a:cubicBezTo>
                <a:cubicBezTo>
                  <a:pt x="385660" y="9188"/>
                  <a:pt x="388758" y="12918"/>
                  <a:pt x="391104" y="17716"/>
                </a:cubicBezTo>
                <a:cubicBezTo>
                  <a:pt x="393451" y="22514"/>
                  <a:pt x="394624" y="27787"/>
                  <a:pt x="394624" y="33534"/>
                </a:cubicBezTo>
                <a:cubicBezTo>
                  <a:pt x="394624" y="43394"/>
                  <a:pt x="391486" y="51738"/>
                  <a:pt x="385212" y="58566"/>
                </a:cubicBezTo>
                <a:cubicBezTo>
                  <a:pt x="378938" y="65394"/>
                  <a:pt x="367601" y="68808"/>
                  <a:pt x="351203" y="68808"/>
                </a:cubicBezTo>
                <a:lnTo>
                  <a:pt x="321466" y="68808"/>
                </a:lnTo>
                <a:lnTo>
                  <a:pt x="321466" y="115945"/>
                </a:lnTo>
                <a:lnTo>
                  <a:pt x="306122" y="115945"/>
                </a:lnTo>
                <a:moveTo>
                  <a:pt x="321466" y="55126"/>
                </a:moveTo>
                <a:lnTo>
                  <a:pt x="351441" y="55126"/>
                </a:lnTo>
                <a:cubicBezTo>
                  <a:pt x="361353" y="55126"/>
                  <a:pt x="368392" y="53280"/>
                  <a:pt x="372558" y="49589"/>
                </a:cubicBezTo>
                <a:cubicBezTo>
                  <a:pt x="376723" y="45898"/>
                  <a:pt x="378806" y="40705"/>
                  <a:pt x="378806" y="34009"/>
                </a:cubicBezTo>
                <a:cubicBezTo>
                  <a:pt x="378806" y="29158"/>
                  <a:pt x="377580" y="25006"/>
                  <a:pt x="375128" y="21552"/>
                </a:cubicBezTo>
                <a:cubicBezTo>
                  <a:pt x="372676" y="18098"/>
                  <a:pt x="369447" y="15818"/>
                  <a:pt x="365440" y="14711"/>
                </a:cubicBezTo>
                <a:cubicBezTo>
                  <a:pt x="362856" y="14025"/>
                  <a:pt x="358084" y="13683"/>
                  <a:pt x="351124" y="13683"/>
                </a:cubicBezTo>
                <a:lnTo>
                  <a:pt x="321466" y="13683"/>
                </a:lnTo>
                <a:lnTo>
                  <a:pt x="321466" y="55126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UEsubmits">
            <a:extLst xmlns:a="http://schemas.openxmlformats.org/drawingml/2006/main">
              <a:ext uri="{FF2B5EF4-FFF2-40B4-BE49-F238E27FC236}">
                <a16:creationId xmlns:a16="http://schemas.microsoft.com/office/drawing/2014/main" id="{E8844C4F-33B0-4FE7-B42C-614DFE19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259" y="3044013"/>
            <a:ext cx="807785" cy="117923"/>
          </a:xfrm>
          <a:custGeom xmlns:a="http://schemas.openxmlformats.org/drawingml/2006/main">
            <a:pathLst>
              <a:path w="807785" h="117923">
                <a:moveTo>
                  <a:pt x="75847" y="0"/>
                </a:moveTo>
                <a:lnTo>
                  <a:pt x="91190" y="0"/>
                </a:lnTo>
                <a:lnTo>
                  <a:pt x="91190" y="66989"/>
                </a:lnTo>
                <a:cubicBezTo>
                  <a:pt x="91190" y="78642"/>
                  <a:pt x="89872" y="87895"/>
                  <a:pt x="87236" y="94749"/>
                </a:cubicBezTo>
                <a:cubicBezTo>
                  <a:pt x="84600" y="101604"/>
                  <a:pt x="79841" y="107180"/>
                  <a:pt x="72960" y="111477"/>
                </a:cubicBezTo>
                <a:cubicBezTo>
                  <a:pt x="66079" y="115774"/>
                  <a:pt x="57050" y="117923"/>
                  <a:pt x="45872" y="117923"/>
                </a:cubicBezTo>
                <a:cubicBezTo>
                  <a:pt x="35010" y="117923"/>
                  <a:pt x="26126" y="116051"/>
                  <a:pt x="19219" y="112307"/>
                </a:cubicBezTo>
                <a:cubicBezTo>
                  <a:pt x="12312" y="108564"/>
                  <a:pt x="7382" y="103146"/>
                  <a:pt x="4429" y="96054"/>
                </a:cubicBezTo>
                <a:cubicBezTo>
                  <a:pt x="1476" y="88963"/>
                  <a:pt x="0" y="79274"/>
                  <a:pt x="0" y="66989"/>
                </a:cubicBezTo>
                <a:lnTo>
                  <a:pt x="0" y="0"/>
                </a:lnTo>
                <a:lnTo>
                  <a:pt x="15343" y="0"/>
                </a:lnTo>
                <a:lnTo>
                  <a:pt x="15343" y="66910"/>
                </a:lnTo>
                <a:cubicBezTo>
                  <a:pt x="15343" y="76981"/>
                  <a:pt x="16279" y="84402"/>
                  <a:pt x="18151" y="89174"/>
                </a:cubicBezTo>
                <a:cubicBezTo>
                  <a:pt x="20023" y="93945"/>
                  <a:pt x="23239" y="97623"/>
                  <a:pt x="27800" y="100207"/>
                </a:cubicBezTo>
                <a:cubicBezTo>
                  <a:pt x="32361" y="102790"/>
                  <a:pt x="37937" y="104082"/>
                  <a:pt x="44527" y="104082"/>
                </a:cubicBezTo>
                <a:cubicBezTo>
                  <a:pt x="55811" y="104082"/>
                  <a:pt x="63852" y="101525"/>
                  <a:pt x="68650" y="96410"/>
                </a:cubicBezTo>
                <a:cubicBezTo>
                  <a:pt x="73448" y="91296"/>
                  <a:pt x="75847" y="81462"/>
                  <a:pt x="75847" y="66910"/>
                </a:cubicBezTo>
                <a:lnTo>
                  <a:pt x="75847" y="0"/>
                </a:lnTo>
                <a:close/>
                <a:moveTo>
                  <a:pt x="116491" y="115945"/>
                </a:moveTo>
                <a:lnTo>
                  <a:pt x="116491" y="0"/>
                </a:lnTo>
                <a:lnTo>
                  <a:pt x="200326" y="0"/>
                </a:lnTo>
                <a:lnTo>
                  <a:pt x="200326" y="13683"/>
                </a:lnTo>
                <a:lnTo>
                  <a:pt x="131835" y="13683"/>
                </a:lnTo>
                <a:lnTo>
                  <a:pt x="131835" y="49194"/>
                </a:lnTo>
                <a:lnTo>
                  <a:pt x="195976" y="49194"/>
                </a:lnTo>
                <a:lnTo>
                  <a:pt x="195976" y="62797"/>
                </a:lnTo>
                <a:lnTo>
                  <a:pt x="131835" y="62797"/>
                </a:lnTo>
                <a:lnTo>
                  <a:pt x="131835" y="102263"/>
                </a:lnTo>
                <a:lnTo>
                  <a:pt x="203015" y="102263"/>
                </a:lnTo>
                <a:lnTo>
                  <a:pt x="203015" y="115945"/>
                </a:lnTo>
                <a:lnTo>
                  <a:pt x="116491" y="115945"/>
                </a:lnTo>
                <a:close/>
                <a:moveTo>
                  <a:pt x="262208" y="90874"/>
                </a:moveTo>
                <a:lnTo>
                  <a:pt x="276286" y="88660"/>
                </a:lnTo>
                <a:cubicBezTo>
                  <a:pt x="277077" y="94301"/>
                  <a:pt x="279278" y="98625"/>
                  <a:pt x="282890" y="101630"/>
                </a:cubicBezTo>
                <a:cubicBezTo>
                  <a:pt x="286502" y="104636"/>
                  <a:pt x="291550" y="106138"/>
                  <a:pt x="298035" y="106138"/>
                </a:cubicBezTo>
                <a:cubicBezTo>
                  <a:pt x="304574" y="106138"/>
                  <a:pt x="309424" y="104807"/>
                  <a:pt x="312588" y="102144"/>
                </a:cubicBezTo>
                <a:cubicBezTo>
                  <a:pt x="315752" y="99482"/>
                  <a:pt x="317333" y="96358"/>
                  <a:pt x="317333" y="92772"/>
                </a:cubicBezTo>
                <a:cubicBezTo>
                  <a:pt x="317333" y="89556"/>
                  <a:pt x="315936" y="87025"/>
                  <a:pt x="313142" y="85180"/>
                </a:cubicBezTo>
                <a:cubicBezTo>
                  <a:pt x="311191" y="83914"/>
                  <a:pt x="306340" y="82306"/>
                  <a:pt x="298589" y="80355"/>
                </a:cubicBezTo>
                <a:cubicBezTo>
                  <a:pt x="288149" y="77719"/>
                  <a:pt x="280913" y="75438"/>
                  <a:pt x="276879" y="73514"/>
                </a:cubicBezTo>
                <a:cubicBezTo>
                  <a:pt x="272845" y="71589"/>
                  <a:pt x="269787" y="68927"/>
                  <a:pt x="267705" y="65526"/>
                </a:cubicBezTo>
                <a:cubicBezTo>
                  <a:pt x="265622" y="62125"/>
                  <a:pt x="264580" y="58368"/>
                  <a:pt x="264580" y="54256"/>
                </a:cubicBezTo>
                <a:cubicBezTo>
                  <a:pt x="264580" y="50512"/>
                  <a:pt x="265437" y="47045"/>
                  <a:pt x="267151" y="43855"/>
                </a:cubicBezTo>
                <a:cubicBezTo>
                  <a:pt x="268865" y="40665"/>
                  <a:pt x="271198" y="38016"/>
                  <a:pt x="274150" y="35907"/>
                </a:cubicBezTo>
                <a:cubicBezTo>
                  <a:pt x="276365" y="34272"/>
                  <a:pt x="279383" y="32888"/>
                  <a:pt x="283206" y="31755"/>
                </a:cubicBezTo>
                <a:cubicBezTo>
                  <a:pt x="287029" y="30621"/>
                  <a:pt x="291128" y="30054"/>
                  <a:pt x="295505" y="30054"/>
                </a:cubicBezTo>
                <a:cubicBezTo>
                  <a:pt x="302095" y="30054"/>
                  <a:pt x="307882" y="31003"/>
                  <a:pt x="312865" y="32901"/>
                </a:cubicBezTo>
                <a:cubicBezTo>
                  <a:pt x="317847" y="34799"/>
                  <a:pt x="321525" y="37370"/>
                  <a:pt x="323898" y="40613"/>
                </a:cubicBezTo>
                <a:cubicBezTo>
                  <a:pt x="326270" y="43855"/>
                  <a:pt x="327905" y="48192"/>
                  <a:pt x="328801" y="53623"/>
                </a:cubicBezTo>
                <a:lnTo>
                  <a:pt x="314882" y="55521"/>
                </a:lnTo>
                <a:cubicBezTo>
                  <a:pt x="314249" y="51197"/>
                  <a:pt x="312417" y="47823"/>
                  <a:pt x="309385" y="45397"/>
                </a:cubicBezTo>
                <a:cubicBezTo>
                  <a:pt x="306353" y="42972"/>
                  <a:pt x="302069" y="41759"/>
                  <a:pt x="296533" y="41759"/>
                </a:cubicBezTo>
                <a:cubicBezTo>
                  <a:pt x="289995" y="41759"/>
                  <a:pt x="285328" y="42840"/>
                  <a:pt x="282534" y="45002"/>
                </a:cubicBezTo>
                <a:cubicBezTo>
                  <a:pt x="279739" y="47164"/>
                  <a:pt x="278342" y="49695"/>
                  <a:pt x="278342" y="52595"/>
                </a:cubicBezTo>
                <a:cubicBezTo>
                  <a:pt x="278342" y="54440"/>
                  <a:pt x="278922" y="56101"/>
                  <a:pt x="280082" y="57577"/>
                </a:cubicBezTo>
                <a:cubicBezTo>
                  <a:pt x="281242" y="59106"/>
                  <a:pt x="283061" y="60372"/>
                  <a:pt x="285539" y="61374"/>
                </a:cubicBezTo>
                <a:cubicBezTo>
                  <a:pt x="286963" y="61901"/>
                  <a:pt x="291155" y="63114"/>
                  <a:pt x="298115" y="65012"/>
                </a:cubicBezTo>
                <a:cubicBezTo>
                  <a:pt x="308185" y="67701"/>
                  <a:pt x="315211" y="69902"/>
                  <a:pt x="319192" y="71616"/>
                </a:cubicBezTo>
                <a:cubicBezTo>
                  <a:pt x="323173" y="73329"/>
                  <a:pt x="326297" y="75821"/>
                  <a:pt x="328564" y="79090"/>
                </a:cubicBezTo>
                <a:cubicBezTo>
                  <a:pt x="330831" y="82359"/>
                  <a:pt x="331965" y="86419"/>
                  <a:pt x="331965" y="91269"/>
                </a:cubicBezTo>
                <a:cubicBezTo>
                  <a:pt x="331965" y="96015"/>
                  <a:pt x="330581" y="100483"/>
                  <a:pt x="327813" y="104675"/>
                </a:cubicBezTo>
                <a:cubicBezTo>
                  <a:pt x="325045" y="108867"/>
                  <a:pt x="321051" y="112110"/>
                  <a:pt x="315831" y="114403"/>
                </a:cubicBezTo>
                <a:cubicBezTo>
                  <a:pt x="310611" y="116697"/>
                  <a:pt x="304705" y="117844"/>
                  <a:pt x="298115" y="117844"/>
                </a:cubicBezTo>
                <a:cubicBezTo>
                  <a:pt x="287200" y="117844"/>
                  <a:pt x="278883" y="115576"/>
                  <a:pt x="273162" y="111042"/>
                </a:cubicBezTo>
                <a:cubicBezTo>
                  <a:pt x="267441" y="106507"/>
                  <a:pt x="263790" y="99785"/>
                  <a:pt x="262208" y="90874"/>
                </a:cubicBezTo>
                <a:close/>
                <a:moveTo>
                  <a:pt x="403937" y="115945"/>
                </a:moveTo>
                <a:lnTo>
                  <a:pt x="403937" y="103607"/>
                </a:lnTo>
                <a:cubicBezTo>
                  <a:pt x="397399" y="113098"/>
                  <a:pt x="388515" y="117844"/>
                  <a:pt x="377284" y="117844"/>
                </a:cubicBezTo>
                <a:cubicBezTo>
                  <a:pt x="372328" y="117844"/>
                  <a:pt x="367701" y="116895"/>
                  <a:pt x="363404" y="114996"/>
                </a:cubicBezTo>
                <a:cubicBezTo>
                  <a:pt x="359107" y="113098"/>
                  <a:pt x="355917" y="110712"/>
                  <a:pt x="353834" y="107839"/>
                </a:cubicBezTo>
                <a:cubicBezTo>
                  <a:pt x="351751" y="104965"/>
                  <a:pt x="350288" y="101446"/>
                  <a:pt x="349445" y="97280"/>
                </a:cubicBezTo>
                <a:cubicBezTo>
                  <a:pt x="348865" y="94486"/>
                  <a:pt x="348575" y="90057"/>
                  <a:pt x="348575" y="83993"/>
                </a:cubicBezTo>
                <a:lnTo>
                  <a:pt x="348575" y="31952"/>
                </a:lnTo>
                <a:lnTo>
                  <a:pt x="362811" y="31952"/>
                </a:lnTo>
                <a:lnTo>
                  <a:pt x="362811" y="78536"/>
                </a:lnTo>
                <a:cubicBezTo>
                  <a:pt x="362811" y="85970"/>
                  <a:pt x="363101" y="90979"/>
                  <a:pt x="363681" y="93563"/>
                </a:cubicBezTo>
                <a:cubicBezTo>
                  <a:pt x="364577" y="97307"/>
                  <a:pt x="366475" y="100246"/>
                  <a:pt x="369375" y="102382"/>
                </a:cubicBezTo>
                <a:cubicBezTo>
                  <a:pt x="372275" y="104517"/>
                  <a:pt x="375861" y="105585"/>
                  <a:pt x="380131" y="105585"/>
                </a:cubicBezTo>
                <a:cubicBezTo>
                  <a:pt x="384402" y="105585"/>
                  <a:pt x="388409" y="104491"/>
                  <a:pt x="392153" y="102303"/>
                </a:cubicBezTo>
                <a:cubicBezTo>
                  <a:pt x="395897" y="100114"/>
                  <a:pt x="398546" y="97135"/>
                  <a:pt x="400102" y="93365"/>
                </a:cubicBezTo>
                <a:cubicBezTo>
                  <a:pt x="401657" y="89595"/>
                  <a:pt x="402435" y="84125"/>
                  <a:pt x="402435" y="76954"/>
                </a:cubicBezTo>
                <a:lnTo>
                  <a:pt x="402435" y="31952"/>
                </a:lnTo>
                <a:lnTo>
                  <a:pt x="416671" y="31952"/>
                </a:lnTo>
                <a:lnTo>
                  <a:pt x="416671" y="115945"/>
                </a:lnTo>
                <a:lnTo>
                  <a:pt x="403937" y="115945"/>
                </a:lnTo>
                <a:close/>
                <a:moveTo>
                  <a:pt x="451447" y="115945"/>
                </a:moveTo>
                <a:lnTo>
                  <a:pt x="438239" y="115945"/>
                </a:lnTo>
                <a:lnTo>
                  <a:pt x="438239" y="0"/>
                </a:lnTo>
                <a:lnTo>
                  <a:pt x="452475" y="0"/>
                </a:lnTo>
                <a:lnTo>
                  <a:pt x="452475" y="41364"/>
                </a:lnTo>
                <a:cubicBezTo>
                  <a:pt x="458486" y="33824"/>
                  <a:pt x="466157" y="30054"/>
                  <a:pt x="475490" y="30054"/>
                </a:cubicBezTo>
                <a:cubicBezTo>
                  <a:pt x="480657" y="30054"/>
                  <a:pt x="485548" y="31095"/>
                  <a:pt x="490161" y="33178"/>
                </a:cubicBezTo>
                <a:cubicBezTo>
                  <a:pt x="494775" y="35261"/>
                  <a:pt x="498571" y="38187"/>
                  <a:pt x="501550" y="41957"/>
                </a:cubicBezTo>
                <a:cubicBezTo>
                  <a:pt x="504529" y="45727"/>
                  <a:pt x="506862" y="50275"/>
                  <a:pt x="508549" y="55600"/>
                </a:cubicBezTo>
                <a:cubicBezTo>
                  <a:pt x="510237" y="60925"/>
                  <a:pt x="511080" y="66620"/>
                  <a:pt x="511080" y="72683"/>
                </a:cubicBezTo>
                <a:cubicBezTo>
                  <a:pt x="511080" y="87078"/>
                  <a:pt x="507521" y="98203"/>
                  <a:pt x="500403" y="106059"/>
                </a:cubicBezTo>
                <a:cubicBezTo>
                  <a:pt x="493285" y="113916"/>
                  <a:pt x="484743" y="117844"/>
                  <a:pt x="474778" y="117844"/>
                </a:cubicBezTo>
                <a:cubicBezTo>
                  <a:pt x="464866" y="117844"/>
                  <a:pt x="457088" y="113705"/>
                  <a:pt x="451447" y="105427"/>
                </a:cubicBezTo>
                <a:lnTo>
                  <a:pt x="451447" y="115945"/>
                </a:lnTo>
                <a:moveTo>
                  <a:pt x="451289" y="73316"/>
                </a:moveTo>
                <a:cubicBezTo>
                  <a:pt x="451289" y="83387"/>
                  <a:pt x="452659" y="90663"/>
                  <a:pt x="455401" y="95145"/>
                </a:cubicBezTo>
                <a:cubicBezTo>
                  <a:pt x="459883" y="102474"/>
                  <a:pt x="465947" y="106138"/>
                  <a:pt x="473592" y="106138"/>
                </a:cubicBezTo>
                <a:cubicBezTo>
                  <a:pt x="479814" y="106138"/>
                  <a:pt x="485192" y="103436"/>
                  <a:pt x="489726" y="98032"/>
                </a:cubicBezTo>
                <a:cubicBezTo>
                  <a:pt x="494261" y="92627"/>
                  <a:pt x="496528" y="84573"/>
                  <a:pt x="496528" y="73870"/>
                </a:cubicBezTo>
                <a:cubicBezTo>
                  <a:pt x="496528" y="62903"/>
                  <a:pt x="494353" y="54809"/>
                  <a:pt x="490003" y="49589"/>
                </a:cubicBezTo>
                <a:cubicBezTo>
                  <a:pt x="485653" y="44369"/>
                  <a:pt x="480394" y="41759"/>
                  <a:pt x="474225" y="41759"/>
                </a:cubicBezTo>
                <a:cubicBezTo>
                  <a:pt x="468003" y="41759"/>
                  <a:pt x="462625" y="44462"/>
                  <a:pt x="458090" y="49866"/>
                </a:cubicBezTo>
                <a:cubicBezTo>
                  <a:pt x="453556" y="55271"/>
                  <a:pt x="451289" y="63087"/>
                  <a:pt x="451289" y="73316"/>
                </a:cubicBezTo>
                <a:close/>
                <a:moveTo>
                  <a:pt x="527744" y="115945"/>
                </a:moveTo>
                <a:lnTo>
                  <a:pt x="527744" y="31952"/>
                </a:lnTo>
                <a:lnTo>
                  <a:pt x="540478" y="31952"/>
                </a:lnTo>
                <a:lnTo>
                  <a:pt x="540478" y="43737"/>
                </a:lnTo>
                <a:cubicBezTo>
                  <a:pt x="543114" y="39624"/>
                  <a:pt x="546621" y="36315"/>
                  <a:pt x="550997" y="33811"/>
                </a:cubicBezTo>
                <a:cubicBezTo>
                  <a:pt x="555373" y="31306"/>
                  <a:pt x="560356" y="30054"/>
                  <a:pt x="565945" y="30054"/>
                </a:cubicBezTo>
                <a:cubicBezTo>
                  <a:pt x="572166" y="30054"/>
                  <a:pt x="577268" y="31346"/>
                  <a:pt x="581249" y="33929"/>
                </a:cubicBezTo>
                <a:cubicBezTo>
                  <a:pt x="585229" y="36513"/>
                  <a:pt x="588037" y="40125"/>
                  <a:pt x="589672" y="44765"/>
                </a:cubicBezTo>
                <a:cubicBezTo>
                  <a:pt x="596315" y="34958"/>
                  <a:pt x="604962" y="30054"/>
                  <a:pt x="615613" y="30054"/>
                </a:cubicBezTo>
                <a:cubicBezTo>
                  <a:pt x="623944" y="30054"/>
                  <a:pt x="630350" y="32361"/>
                  <a:pt x="634832" y="36974"/>
                </a:cubicBezTo>
                <a:cubicBezTo>
                  <a:pt x="639314" y="41588"/>
                  <a:pt x="641555" y="48693"/>
                  <a:pt x="641555" y="58289"/>
                </a:cubicBezTo>
                <a:lnTo>
                  <a:pt x="641555" y="115945"/>
                </a:lnTo>
                <a:lnTo>
                  <a:pt x="627397" y="115945"/>
                </a:lnTo>
                <a:lnTo>
                  <a:pt x="627397" y="63034"/>
                </a:lnTo>
                <a:cubicBezTo>
                  <a:pt x="627397" y="57340"/>
                  <a:pt x="626936" y="53241"/>
                  <a:pt x="626013" y="50736"/>
                </a:cubicBezTo>
                <a:cubicBezTo>
                  <a:pt x="625091" y="48232"/>
                  <a:pt x="623417" y="46215"/>
                  <a:pt x="620991" y="44686"/>
                </a:cubicBezTo>
                <a:cubicBezTo>
                  <a:pt x="618566" y="43157"/>
                  <a:pt x="615719" y="42392"/>
                  <a:pt x="612450" y="42392"/>
                </a:cubicBezTo>
                <a:cubicBezTo>
                  <a:pt x="606544" y="42392"/>
                  <a:pt x="601641" y="44356"/>
                  <a:pt x="597739" y="48284"/>
                </a:cubicBezTo>
                <a:cubicBezTo>
                  <a:pt x="593837" y="52212"/>
                  <a:pt x="591886" y="58500"/>
                  <a:pt x="591886" y="67147"/>
                </a:cubicBezTo>
                <a:lnTo>
                  <a:pt x="591886" y="115945"/>
                </a:lnTo>
                <a:lnTo>
                  <a:pt x="577650" y="115945"/>
                </a:lnTo>
                <a:lnTo>
                  <a:pt x="577650" y="61374"/>
                </a:lnTo>
                <a:cubicBezTo>
                  <a:pt x="577650" y="55046"/>
                  <a:pt x="576490" y="50301"/>
                  <a:pt x="574170" y="47137"/>
                </a:cubicBezTo>
                <a:cubicBezTo>
                  <a:pt x="571850" y="43974"/>
                  <a:pt x="568054" y="42392"/>
                  <a:pt x="562781" y="42392"/>
                </a:cubicBezTo>
                <a:cubicBezTo>
                  <a:pt x="558774" y="42392"/>
                  <a:pt x="555070" y="43447"/>
                  <a:pt x="551669" y="45556"/>
                </a:cubicBezTo>
                <a:cubicBezTo>
                  <a:pt x="548268" y="47665"/>
                  <a:pt x="545803" y="50749"/>
                  <a:pt x="544274" y="54809"/>
                </a:cubicBezTo>
                <a:cubicBezTo>
                  <a:pt x="542745" y="58869"/>
                  <a:pt x="541981" y="64722"/>
                  <a:pt x="541981" y="72367"/>
                </a:cubicBezTo>
                <a:lnTo>
                  <a:pt x="541981" y="115945"/>
                </a:lnTo>
                <a:lnTo>
                  <a:pt x="527744" y="115945"/>
                </a:lnTo>
                <a:close/>
                <a:moveTo>
                  <a:pt x="662798" y="16372"/>
                </a:moveTo>
                <a:lnTo>
                  <a:pt x="662798" y="0"/>
                </a:lnTo>
                <a:lnTo>
                  <a:pt x="677034" y="0"/>
                </a:lnTo>
                <a:lnTo>
                  <a:pt x="677034" y="16372"/>
                </a:lnTo>
                <a:lnTo>
                  <a:pt x="662798" y="16372"/>
                </a:lnTo>
                <a:moveTo>
                  <a:pt x="662798" y="115945"/>
                </a:moveTo>
                <a:lnTo>
                  <a:pt x="662798" y="31952"/>
                </a:lnTo>
                <a:lnTo>
                  <a:pt x="677034" y="31952"/>
                </a:lnTo>
                <a:lnTo>
                  <a:pt x="677034" y="115945"/>
                </a:lnTo>
                <a:lnTo>
                  <a:pt x="662798" y="115945"/>
                </a:lnTo>
                <a:close/>
                <a:moveTo>
                  <a:pt x="729241" y="103212"/>
                </a:moveTo>
                <a:lnTo>
                  <a:pt x="731297" y="115787"/>
                </a:lnTo>
                <a:cubicBezTo>
                  <a:pt x="727290" y="116631"/>
                  <a:pt x="723705" y="117053"/>
                  <a:pt x="720541" y="117053"/>
                </a:cubicBezTo>
                <a:cubicBezTo>
                  <a:pt x="715374" y="117053"/>
                  <a:pt x="711367" y="116235"/>
                  <a:pt x="708519" y="114601"/>
                </a:cubicBezTo>
                <a:cubicBezTo>
                  <a:pt x="705672" y="112966"/>
                  <a:pt x="703669" y="110818"/>
                  <a:pt x="702509" y="108155"/>
                </a:cubicBezTo>
                <a:cubicBezTo>
                  <a:pt x="701349" y="105492"/>
                  <a:pt x="700769" y="99890"/>
                  <a:pt x="700769" y="91349"/>
                </a:cubicBezTo>
                <a:lnTo>
                  <a:pt x="700769" y="43025"/>
                </a:lnTo>
                <a:lnTo>
                  <a:pt x="690329" y="43025"/>
                </a:lnTo>
                <a:lnTo>
                  <a:pt x="690329" y="31952"/>
                </a:lnTo>
                <a:lnTo>
                  <a:pt x="700769" y="31952"/>
                </a:lnTo>
                <a:lnTo>
                  <a:pt x="700769" y="11152"/>
                </a:lnTo>
                <a:lnTo>
                  <a:pt x="714926" y="2610"/>
                </a:lnTo>
                <a:lnTo>
                  <a:pt x="714926" y="31952"/>
                </a:lnTo>
                <a:lnTo>
                  <a:pt x="729241" y="31952"/>
                </a:lnTo>
                <a:lnTo>
                  <a:pt x="729241" y="43025"/>
                </a:lnTo>
                <a:lnTo>
                  <a:pt x="714926" y="43025"/>
                </a:lnTo>
                <a:lnTo>
                  <a:pt x="714926" y="92139"/>
                </a:lnTo>
                <a:cubicBezTo>
                  <a:pt x="714926" y="96199"/>
                  <a:pt x="715176" y="98809"/>
                  <a:pt x="715677" y="99969"/>
                </a:cubicBezTo>
                <a:cubicBezTo>
                  <a:pt x="716178" y="101129"/>
                  <a:pt x="716995" y="102052"/>
                  <a:pt x="718129" y="102737"/>
                </a:cubicBezTo>
                <a:cubicBezTo>
                  <a:pt x="719262" y="103423"/>
                  <a:pt x="720884" y="103766"/>
                  <a:pt x="722993" y="103766"/>
                </a:cubicBezTo>
                <a:cubicBezTo>
                  <a:pt x="724575" y="103766"/>
                  <a:pt x="726657" y="103581"/>
                  <a:pt x="729241" y="103212"/>
                </a:cubicBezTo>
                <a:close/>
                <a:moveTo>
                  <a:pt x="738028" y="90874"/>
                </a:moveTo>
                <a:lnTo>
                  <a:pt x="752106" y="88660"/>
                </a:lnTo>
                <a:cubicBezTo>
                  <a:pt x="752897" y="94301"/>
                  <a:pt x="755098" y="98625"/>
                  <a:pt x="758710" y="101630"/>
                </a:cubicBezTo>
                <a:cubicBezTo>
                  <a:pt x="762322" y="104636"/>
                  <a:pt x="767370" y="106138"/>
                  <a:pt x="773856" y="106138"/>
                </a:cubicBezTo>
                <a:cubicBezTo>
                  <a:pt x="780394" y="106138"/>
                  <a:pt x="785245" y="104807"/>
                  <a:pt x="788408" y="102144"/>
                </a:cubicBezTo>
                <a:cubicBezTo>
                  <a:pt x="791572" y="99482"/>
                  <a:pt x="793154" y="96358"/>
                  <a:pt x="793154" y="92772"/>
                </a:cubicBezTo>
                <a:cubicBezTo>
                  <a:pt x="793154" y="89556"/>
                  <a:pt x="791756" y="87025"/>
                  <a:pt x="788962" y="85180"/>
                </a:cubicBezTo>
                <a:cubicBezTo>
                  <a:pt x="787011" y="83914"/>
                  <a:pt x="782160" y="82306"/>
                  <a:pt x="774409" y="80355"/>
                </a:cubicBezTo>
                <a:cubicBezTo>
                  <a:pt x="763970" y="77719"/>
                  <a:pt x="756733" y="75438"/>
                  <a:pt x="752699" y="73514"/>
                </a:cubicBezTo>
                <a:cubicBezTo>
                  <a:pt x="748666" y="71589"/>
                  <a:pt x="745608" y="68927"/>
                  <a:pt x="743525" y="65526"/>
                </a:cubicBezTo>
                <a:cubicBezTo>
                  <a:pt x="741442" y="62125"/>
                  <a:pt x="740401" y="58368"/>
                  <a:pt x="740401" y="54256"/>
                </a:cubicBezTo>
                <a:cubicBezTo>
                  <a:pt x="740401" y="50512"/>
                  <a:pt x="741258" y="47045"/>
                  <a:pt x="742971" y="43855"/>
                </a:cubicBezTo>
                <a:cubicBezTo>
                  <a:pt x="744685" y="40665"/>
                  <a:pt x="747018" y="38016"/>
                  <a:pt x="749971" y="35907"/>
                </a:cubicBezTo>
                <a:cubicBezTo>
                  <a:pt x="752185" y="34272"/>
                  <a:pt x="755204" y="32888"/>
                  <a:pt x="759026" y="31755"/>
                </a:cubicBezTo>
                <a:cubicBezTo>
                  <a:pt x="762849" y="30621"/>
                  <a:pt x="766949" y="30054"/>
                  <a:pt x="771325" y="30054"/>
                </a:cubicBezTo>
                <a:cubicBezTo>
                  <a:pt x="777916" y="30054"/>
                  <a:pt x="783702" y="31003"/>
                  <a:pt x="788685" y="32901"/>
                </a:cubicBezTo>
                <a:cubicBezTo>
                  <a:pt x="793668" y="34799"/>
                  <a:pt x="797345" y="37370"/>
                  <a:pt x="799718" y="40613"/>
                </a:cubicBezTo>
                <a:cubicBezTo>
                  <a:pt x="802091" y="43855"/>
                  <a:pt x="803725" y="48192"/>
                  <a:pt x="804622" y="53623"/>
                </a:cubicBezTo>
                <a:lnTo>
                  <a:pt x="790702" y="55521"/>
                </a:lnTo>
                <a:cubicBezTo>
                  <a:pt x="790069" y="51197"/>
                  <a:pt x="788237" y="47823"/>
                  <a:pt x="785205" y="45397"/>
                </a:cubicBezTo>
                <a:cubicBezTo>
                  <a:pt x="782173" y="42972"/>
                  <a:pt x="777889" y="41759"/>
                  <a:pt x="772353" y="41759"/>
                </a:cubicBezTo>
                <a:cubicBezTo>
                  <a:pt x="765815" y="41759"/>
                  <a:pt x="761149" y="42840"/>
                  <a:pt x="758354" y="45002"/>
                </a:cubicBezTo>
                <a:cubicBezTo>
                  <a:pt x="755560" y="47164"/>
                  <a:pt x="754162" y="49695"/>
                  <a:pt x="754162" y="52595"/>
                </a:cubicBezTo>
                <a:cubicBezTo>
                  <a:pt x="754162" y="54440"/>
                  <a:pt x="754742" y="56101"/>
                  <a:pt x="755902" y="57577"/>
                </a:cubicBezTo>
                <a:cubicBezTo>
                  <a:pt x="757062" y="59106"/>
                  <a:pt x="758881" y="60372"/>
                  <a:pt x="761360" y="61374"/>
                </a:cubicBezTo>
                <a:cubicBezTo>
                  <a:pt x="762783" y="61901"/>
                  <a:pt x="766975" y="63114"/>
                  <a:pt x="773935" y="65012"/>
                </a:cubicBezTo>
                <a:cubicBezTo>
                  <a:pt x="784006" y="67701"/>
                  <a:pt x="791031" y="69902"/>
                  <a:pt x="795012" y="71616"/>
                </a:cubicBezTo>
                <a:cubicBezTo>
                  <a:pt x="798993" y="73329"/>
                  <a:pt x="802117" y="75821"/>
                  <a:pt x="804384" y="79090"/>
                </a:cubicBezTo>
                <a:cubicBezTo>
                  <a:pt x="806652" y="82359"/>
                  <a:pt x="807785" y="86419"/>
                  <a:pt x="807785" y="91269"/>
                </a:cubicBezTo>
                <a:cubicBezTo>
                  <a:pt x="807785" y="96015"/>
                  <a:pt x="806401" y="100483"/>
                  <a:pt x="803633" y="104675"/>
                </a:cubicBezTo>
                <a:cubicBezTo>
                  <a:pt x="800865" y="108867"/>
                  <a:pt x="796871" y="112110"/>
                  <a:pt x="791651" y="114403"/>
                </a:cubicBezTo>
                <a:cubicBezTo>
                  <a:pt x="786431" y="116697"/>
                  <a:pt x="780526" y="117844"/>
                  <a:pt x="773935" y="117844"/>
                </a:cubicBezTo>
                <a:cubicBezTo>
                  <a:pt x="763020" y="117844"/>
                  <a:pt x="754703" y="115576"/>
                  <a:pt x="748982" y="111042"/>
                </a:cubicBezTo>
                <a:cubicBezTo>
                  <a:pt x="743261" y="106507"/>
                  <a:pt x="739610" y="99785"/>
                  <a:pt x="738028" y="908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ZKLP.(optional)(§">
            <a:extLst xmlns:a="http://schemas.openxmlformats.org/drawingml/2006/main">
              <a:ext uri="{FF2B5EF4-FFF2-40B4-BE49-F238E27FC236}">
                <a16:creationId xmlns:a16="http://schemas.microsoft.com/office/drawing/2014/main" id="{18DBDB94-4EE4-407F-BFB5-03E5AF2A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4853" y="3042036"/>
            <a:ext cx="1308669" cy="152010"/>
          </a:xfrm>
          <a:custGeom xmlns:a="http://schemas.openxmlformats.org/drawingml/2006/main">
            <a:pathLst>
              <a:path w="1308669" h="152010">
                <a:moveTo>
                  <a:pt x="0" y="117923"/>
                </a:moveTo>
                <a:lnTo>
                  <a:pt x="0" y="103687"/>
                </a:lnTo>
                <a:lnTo>
                  <a:pt x="59396" y="29421"/>
                </a:lnTo>
                <a:cubicBezTo>
                  <a:pt x="63614" y="24149"/>
                  <a:pt x="67622" y="19562"/>
                  <a:pt x="71418" y="15660"/>
                </a:cubicBezTo>
                <a:lnTo>
                  <a:pt x="6723" y="15660"/>
                </a:lnTo>
                <a:lnTo>
                  <a:pt x="6723" y="1977"/>
                </a:lnTo>
                <a:lnTo>
                  <a:pt x="89767" y="1977"/>
                </a:lnTo>
                <a:lnTo>
                  <a:pt x="89767" y="15660"/>
                </a:lnTo>
                <a:lnTo>
                  <a:pt x="24676" y="96094"/>
                </a:lnTo>
                <a:lnTo>
                  <a:pt x="17637" y="104240"/>
                </a:lnTo>
                <a:lnTo>
                  <a:pt x="91665" y="104240"/>
                </a:lnTo>
                <a:lnTo>
                  <a:pt x="91665" y="117923"/>
                </a:lnTo>
                <a:lnTo>
                  <a:pt x="0" y="117923"/>
                </a:lnTo>
                <a:close/>
                <a:moveTo>
                  <a:pt x="108171" y="117923"/>
                </a:moveTo>
                <a:lnTo>
                  <a:pt x="108171" y="1977"/>
                </a:lnTo>
                <a:lnTo>
                  <a:pt x="123515" y="1977"/>
                </a:lnTo>
                <a:lnTo>
                  <a:pt x="123515" y="59475"/>
                </a:lnTo>
                <a:lnTo>
                  <a:pt x="181092" y="1977"/>
                </a:lnTo>
                <a:lnTo>
                  <a:pt x="201892" y="1977"/>
                </a:lnTo>
                <a:lnTo>
                  <a:pt x="153252" y="48957"/>
                </a:lnTo>
                <a:lnTo>
                  <a:pt x="204028" y="117923"/>
                </a:lnTo>
                <a:lnTo>
                  <a:pt x="183781" y="117923"/>
                </a:lnTo>
                <a:lnTo>
                  <a:pt x="142496" y="59238"/>
                </a:lnTo>
                <a:lnTo>
                  <a:pt x="123515" y="77745"/>
                </a:lnTo>
                <a:lnTo>
                  <a:pt x="123515" y="117923"/>
                </a:lnTo>
                <a:lnTo>
                  <a:pt x="108171" y="117923"/>
                </a:lnTo>
                <a:close/>
                <a:moveTo>
                  <a:pt x="216144" y="117923"/>
                </a:moveTo>
                <a:lnTo>
                  <a:pt x="216144" y="1977"/>
                </a:lnTo>
                <a:lnTo>
                  <a:pt x="231487" y="1977"/>
                </a:lnTo>
                <a:lnTo>
                  <a:pt x="231487" y="104240"/>
                </a:lnTo>
                <a:lnTo>
                  <a:pt x="288590" y="104240"/>
                </a:lnTo>
                <a:lnTo>
                  <a:pt x="288590" y="117923"/>
                </a:lnTo>
                <a:lnTo>
                  <a:pt x="216144" y="117923"/>
                </a:lnTo>
                <a:close/>
                <a:moveTo>
                  <a:pt x="306123" y="117923"/>
                </a:moveTo>
                <a:lnTo>
                  <a:pt x="306123" y="1977"/>
                </a:lnTo>
                <a:lnTo>
                  <a:pt x="349859" y="1977"/>
                </a:lnTo>
                <a:cubicBezTo>
                  <a:pt x="357558" y="1977"/>
                  <a:pt x="363437" y="2346"/>
                  <a:pt x="367496" y="3084"/>
                </a:cubicBezTo>
                <a:cubicBezTo>
                  <a:pt x="373191" y="4034"/>
                  <a:pt x="377963" y="5839"/>
                  <a:pt x="381812" y="8502"/>
                </a:cubicBezTo>
                <a:cubicBezTo>
                  <a:pt x="385661" y="11165"/>
                  <a:pt x="388758" y="14895"/>
                  <a:pt x="391105" y="19693"/>
                </a:cubicBezTo>
                <a:cubicBezTo>
                  <a:pt x="393451" y="24491"/>
                  <a:pt x="394624" y="29764"/>
                  <a:pt x="394624" y="35511"/>
                </a:cubicBezTo>
                <a:cubicBezTo>
                  <a:pt x="394624" y="45371"/>
                  <a:pt x="391487" y="53715"/>
                  <a:pt x="385213" y="60543"/>
                </a:cubicBezTo>
                <a:cubicBezTo>
                  <a:pt x="378938" y="67371"/>
                  <a:pt x="367602" y="70785"/>
                  <a:pt x="351204" y="70785"/>
                </a:cubicBezTo>
                <a:lnTo>
                  <a:pt x="321466" y="70785"/>
                </a:lnTo>
                <a:lnTo>
                  <a:pt x="321466" y="117923"/>
                </a:lnTo>
                <a:lnTo>
                  <a:pt x="306123" y="117923"/>
                </a:lnTo>
                <a:moveTo>
                  <a:pt x="321466" y="57103"/>
                </a:moveTo>
                <a:lnTo>
                  <a:pt x="351441" y="57103"/>
                </a:lnTo>
                <a:cubicBezTo>
                  <a:pt x="361354" y="57103"/>
                  <a:pt x="368393" y="55257"/>
                  <a:pt x="372558" y="51566"/>
                </a:cubicBezTo>
                <a:cubicBezTo>
                  <a:pt x="376724" y="47876"/>
                  <a:pt x="378806" y="42682"/>
                  <a:pt x="378806" y="35986"/>
                </a:cubicBezTo>
                <a:cubicBezTo>
                  <a:pt x="378806" y="31135"/>
                  <a:pt x="377580" y="26983"/>
                  <a:pt x="375129" y="23529"/>
                </a:cubicBezTo>
                <a:cubicBezTo>
                  <a:pt x="372677" y="20076"/>
                  <a:pt x="369447" y="17795"/>
                  <a:pt x="365440" y="16688"/>
                </a:cubicBezTo>
                <a:cubicBezTo>
                  <a:pt x="362857" y="16002"/>
                  <a:pt x="358085" y="15660"/>
                  <a:pt x="351125" y="15660"/>
                </a:cubicBezTo>
                <a:lnTo>
                  <a:pt x="321466" y="15660"/>
                </a:lnTo>
                <a:lnTo>
                  <a:pt x="321466" y="57103"/>
                </a:lnTo>
                <a:close/>
                <a:moveTo>
                  <a:pt x="395415" y="117923"/>
                </a:moveTo>
                <a:lnTo>
                  <a:pt x="395415" y="101709"/>
                </a:lnTo>
                <a:lnTo>
                  <a:pt x="411628" y="101709"/>
                </a:lnTo>
                <a:lnTo>
                  <a:pt x="411628" y="117923"/>
                </a:lnTo>
                <a:lnTo>
                  <a:pt x="395415" y="117923"/>
                </a:lnTo>
                <a:close/>
                <a:moveTo>
                  <a:pt x="509838" y="152010"/>
                </a:moveTo>
                <a:cubicBezTo>
                  <a:pt x="501981" y="142098"/>
                  <a:pt x="495338" y="130498"/>
                  <a:pt x="489907" y="117211"/>
                </a:cubicBezTo>
                <a:cubicBezTo>
                  <a:pt x="484476" y="103924"/>
                  <a:pt x="481761" y="90162"/>
                  <a:pt x="481761" y="75926"/>
                </a:cubicBezTo>
                <a:cubicBezTo>
                  <a:pt x="481761" y="63377"/>
                  <a:pt x="483791" y="51356"/>
                  <a:pt x="487851" y="39861"/>
                </a:cubicBezTo>
                <a:cubicBezTo>
                  <a:pt x="492596" y="26521"/>
                  <a:pt x="499925" y="13234"/>
                  <a:pt x="509838" y="0"/>
                </a:cubicBezTo>
                <a:lnTo>
                  <a:pt x="520040" y="0"/>
                </a:lnTo>
                <a:cubicBezTo>
                  <a:pt x="513660" y="10967"/>
                  <a:pt x="509442" y="18797"/>
                  <a:pt x="507386" y="23490"/>
                </a:cubicBezTo>
                <a:cubicBezTo>
                  <a:pt x="504169" y="30766"/>
                  <a:pt x="501639" y="38358"/>
                  <a:pt x="499793" y="46267"/>
                </a:cubicBezTo>
                <a:cubicBezTo>
                  <a:pt x="497526" y="56127"/>
                  <a:pt x="496392" y="66040"/>
                  <a:pt x="496392" y="76005"/>
                </a:cubicBezTo>
                <a:cubicBezTo>
                  <a:pt x="496392" y="101367"/>
                  <a:pt x="504275" y="126702"/>
                  <a:pt x="520040" y="152010"/>
                </a:cubicBezTo>
                <a:lnTo>
                  <a:pt x="509838" y="152010"/>
                </a:lnTo>
                <a:close/>
                <a:moveTo>
                  <a:pt x="531318" y="75926"/>
                </a:moveTo>
                <a:cubicBezTo>
                  <a:pt x="531318" y="60372"/>
                  <a:pt x="535642" y="48851"/>
                  <a:pt x="544289" y="41364"/>
                </a:cubicBezTo>
                <a:cubicBezTo>
                  <a:pt x="551512" y="35142"/>
                  <a:pt x="560318" y="32031"/>
                  <a:pt x="570705" y="32031"/>
                </a:cubicBezTo>
                <a:cubicBezTo>
                  <a:pt x="582252" y="32031"/>
                  <a:pt x="591690" y="35814"/>
                  <a:pt x="599019" y="43381"/>
                </a:cubicBezTo>
                <a:cubicBezTo>
                  <a:pt x="606348" y="50947"/>
                  <a:pt x="610012" y="61400"/>
                  <a:pt x="610012" y="74740"/>
                </a:cubicBezTo>
                <a:cubicBezTo>
                  <a:pt x="610012" y="85549"/>
                  <a:pt x="608391" y="94051"/>
                  <a:pt x="605148" y="100246"/>
                </a:cubicBezTo>
                <a:cubicBezTo>
                  <a:pt x="601906" y="106442"/>
                  <a:pt x="597187" y="111253"/>
                  <a:pt x="590991" y="114680"/>
                </a:cubicBezTo>
                <a:cubicBezTo>
                  <a:pt x="584796" y="118107"/>
                  <a:pt x="578034" y="119821"/>
                  <a:pt x="570705" y="119821"/>
                </a:cubicBezTo>
                <a:cubicBezTo>
                  <a:pt x="558947" y="119821"/>
                  <a:pt x="549443" y="116051"/>
                  <a:pt x="542193" y="108511"/>
                </a:cubicBezTo>
                <a:cubicBezTo>
                  <a:pt x="534943" y="100971"/>
                  <a:pt x="531318" y="90110"/>
                  <a:pt x="531318" y="75926"/>
                </a:cubicBezTo>
                <a:moveTo>
                  <a:pt x="545950" y="75926"/>
                </a:moveTo>
                <a:cubicBezTo>
                  <a:pt x="545950" y="86682"/>
                  <a:pt x="548296" y="94736"/>
                  <a:pt x="552989" y="100088"/>
                </a:cubicBezTo>
                <a:cubicBezTo>
                  <a:pt x="557681" y="105440"/>
                  <a:pt x="563587" y="108116"/>
                  <a:pt x="570705" y="108116"/>
                </a:cubicBezTo>
                <a:cubicBezTo>
                  <a:pt x="577770" y="108116"/>
                  <a:pt x="583649" y="105427"/>
                  <a:pt x="588342" y="100048"/>
                </a:cubicBezTo>
                <a:cubicBezTo>
                  <a:pt x="593034" y="94670"/>
                  <a:pt x="595381" y="86471"/>
                  <a:pt x="595381" y="75452"/>
                </a:cubicBezTo>
                <a:cubicBezTo>
                  <a:pt x="595381" y="65064"/>
                  <a:pt x="593021" y="57195"/>
                  <a:pt x="588302" y="51843"/>
                </a:cubicBezTo>
                <a:cubicBezTo>
                  <a:pt x="583583" y="46492"/>
                  <a:pt x="577717" y="43816"/>
                  <a:pt x="570705" y="43816"/>
                </a:cubicBezTo>
                <a:cubicBezTo>
                  <a:pt x="563587" y="43816"/>
                  <a:pt x="557681" y="46478"/>
                  <a:pt x="552989" y="51804"/>
                </a:cubicBezTo>
                <a:cubicBezTo>
                  <a:pt x="548296" y="57129"/>
                  <a:pt x="545950" y="65170"/>
                  <a:pt x="545950" y="75926"/>
                </a:cubicBezTo>
                <a:close/>
                <a:moveTo>
                  <a:pt x="626076" y="150112"/>
                </a:moveTo>
                <a:lnTo>
                  <a:pt x="626076" y="33929"/>
                </a:lnTo>
                <a:lnTo>
                  <a:pt x="639047" y="33929"/>
                </a:lnTo>
                <a:lnTo>
                  <a:pt x="639047" y="44844"/>
                </a:lnTo>
                <a:cubicBezTo>
                  <a:pt x="642105" y="40573"/>
                  <a:pt x="645558" y="37370"/>
                  <a:pt x="649407" y="35234"/>
                </a:cubicBezTo>
                <a:cubicBezTo>
                  <a:pt x="653257" y="33099"/>
                  <a:pt x="657923" y="32031"/>
                  <a:pt x="663406" y="32031"/>
                </a:cubicBezTo>
                <a:cubicBezTo>
                  <a:pt x="670577" y="32031"/>
                  <a:pt x="676904" y="33877"/>
                  <a:pt x="682388" y="37568"/>
                </a:cubicBezTo>
                <a:cubicBezTo>
                  <a:pt x="687871" y="41258"/>
                  <a:pt x="692010" y="46465"/>
                  <a:pt x="694805" y="53188"/>
                </a:cubicBezTo>
                <a:cubicBezTo>
                  <a:pt x="697599" y="59910"/>
                  <a:pt x="698997" y="67279"/>
                  <a:pt x="698997" y="75293"/>
                </a:cubicBezTo>
                <a:cubicBezTo>
                  <a:pt x="698997" y="83888"/>
                  <a:pt x="697454" y="91625"/>
                  <a:pt x="694370" y="98506"/>
                </a:cubicBezTo>
                <a:cubicBezTo>
                  <a:pt x="691285" y="105387"/>
                  <a:pt x="686804" y="110660"/>
                  <a:pt x="680925" y="114324"/>
                </a:cubicBezTo>
                <a:cubicBezTo>
                  <a:pt x="675046" y="117989"/>
                  <a:pt x="668864" y="119821"/>
                  <a:pt x="662378" y="119821"/>
                </a:cubicBezTo>
                <a:cubicBezTo>
                  <a:pt x="657633" y="119821"/>
                  <a:pt x="653375" y="118819"/>
                  <a:pt x="649605" y="116815"/>
                </a:cubicBezTo>
                <a:cubicBezTo>
                  <a:pt x="645835" y="114812"/>
                  <a:pt x="642738" y="112281"/>
                  <a:pt x="640312" y="109223"/>
                </a:cubicBezTo>
                <a:lnTo>
                  <a:pt x="640312" y="150112"/>
                </a:lnTo>
                <a:lnTo>
                  <a:pt x="626076" y="150112"/>
                </a:lnTo>
                <a:moveTo>
                  <a:pt x="638968" y="76401"/>
                </a:moveTo>
                <a:cubicBezTo>
                  <a:pt x="638968" y="87210"/>
                  <a:pt x="641156" y="95198"/>
                  <a:pt x="645532" y="100365"/>
                </a:cubicBezTo>
                <a:cubicBezTo>
                  <a:pt x="649908" y="105532"/>
                  <a:pt x="655207" y="108116"/>
                  <a:pt x="661429" y="108116"/>
                </a:cubicBezTo>
                <a:cubicBezTo>
                  <a:pt x="667756" y="108116"/>
                  <a:pt x="673174" y="105440"/>
                  <a:pt x="677682" y="100088"/>
                </a:cubicBezTo>
                <a:cubicBezTo>
                  <a:pt x="682190" y="94736"/>
                  <a:pt x="684444" y="86445"/>
                  <a:pt x="684444" y="75214"/>
                </a:cubicBezTo>
                <a:cubicBezTo>
                  <a:pt x="684444" y="64511"/>
                  <a:pt x="682243" y="56496"/>
                  <a:pt x="677840" y="51171"/>
                </a:cubicBezTo>
                <a:cubicBezTo>
                  <a:pt x="673438" y="45846"/>
                  <a:pt x="668178" y="43183"/>
                  <a:pt x="662062" y="43183"/>
                </a:cubicBezTo>
                <a:cubicBezTo>
                  <a:pt x="655998" y="43183"/>
                  <a:pt x="650633" y="46017"/>
                  <a:pt x="645967" y="51685"/>
                </a:cubicBezTo>
                <a:cubicBezTo>
                  <a:pt x="641301" y="57353"/>
                  <a:pt x="638968" y="65592"/>
                  <a:pt x="638968" y="76401"/>
                </a:cubicBezTo>
                <a:close/>
                <a:moveTo>
                  <a:pt x="746617" y="105189"/>
                </a:moveTo>
                <a:lnTo>
                  <a:pt x="748674" y="117765"/>
                </a:lnTo>
                <a:cubicBezTo>
                  <a:pt x="744667" y="118608"/>
                  <a:pt x="741081" y="119030"/>
                  <a:pt x="737918" y="119030"/>
                </a:cubicBezTo>
                <a:cubicBezTo>
                  <a:pt x="732750" y="119030"/>
                  <a:pt x="728743" y="118213"/>
                  <a:pt x="725896" y="116578"/>
                </a:cubicBezTo>
                <a:cubicBezTo>
                  <a:pt x="723049" y="114944"/>
                  <a:pt x="721045" y="112795"/>
                  <a:pt x="719885" y="110132"/>
                </a:cubicBezTo>
                <a:cubicBezTo>
                  <a:pt x="718725" y="107470"/>
                  <a:pt x="718145" y="101868"/>
                  <a:pt x="718145" y="93326"/>
                </a:cubicBezTo>
                <a:lnTo>
                  <a:pt x="718145" y="45002"/>
                </a:lnTo>
                <a:lnTo>
                  <a:pt x="707705" y="45002"/>
                </a:lnTo>
                <a:lnTo>
                  <a:pt x="707705" y="33929"/>
                </a:lnTo>
                <a:lnTo>
                  <a:pt x="718145" y="33929"/>
                </a:lnTo>
                <a:lnTo>
                  <a:pt x="718145" y="13129"/>
                </a:lnTo>
                <a:lnTo>
                  <a:pt x="732302" y="4587"/>
                </a:lnTo>
                <a:lnTo>
                  <a:pt x="732302" y="33929"/>
                </a:lnTo>
                <a:lnTo>
                  <a:pt x="746617" y="33929"/>
                </a:lnTo>
                <a:lnTo>
                  <a:pt x="746617" y="45002"/>
                </a:lnTo>
                <a:lnTo>
                  <a:pt x="732302" y="45002"/>
                </a:lnTo>
                <a:lnTo>
                  <a:pt x="732302" y="94117"/>
                </a:lnTo>
                <a:cubicBezTo>
                  <a:pt x="732302" y="98177"/>
                  <a:pt x="732553" y="100787"/>
                  <a:pt x="733054" y="101947"/>
                </a:cubicBezTo>
                <a:cubicBezTo>
                  <a:pt x="733554" y="103107"/>
                  <a:pt x="734372" y="104029"/>
                  <a:pt x="735505" y="104715"/>
                </a:cubicBezTo>
                <a:cubicBezTo>
                  <a:pt x="736639" y="105400"/>
                  <a:pt x="738260" y="105743"/>
                  <a:pt x="740369" y="105743"/>
                </a:cubicBezTo>
                <a:cubicBezTo>
                  <a:pt x="741951" y="105743"/>
                  <a:pt x="744034" y="105558"/>
                  <a:pt x="746617" y="105189"/>
                </a:cubicBezTo>
                <a:close/>
                <a:moveTo>
                  <a:pt x="761178" y="18349"/>
                </a:moveTo>
                <a:lnTo>
                  <a:pt x="761178" y="1977"/>
                </a:lnTo>
                <a:lnTo>
                  <a:pt x="775414" y="1977"/>
                </a:lnTo>
                <a:lnTo>
                  <a:pt x="775414" y="18349"/>
                </a:lnTo>
                <a:lnTo>
                  <a:pt x="761178" y="18349"/>
                </a:lnTo>
                <a:moveTo>
                  <a:pt x="761178" y="117923"/>
                </a:moveTo>
                <a:lnTo>
                  <a:pt x="761178" y="33929"/>
                </a:lnTo>
                <a:lnTo>
                  <a:pt x="775414" y="33929"/>
                </a:lnTo>
                <a:lnTo>
                  <a:pt x="775414" y="117923"/>
                </a:lnTo>
                <a:lnTo>
                  <a:pt x="761178" y="117923"/>
                </a:lnTo>
                <a:close/>
                <a:moveTo>
                  <a:pt x="791160" y="75926"/>
                </a:moveTo>
                <a:cubicBezTo>
                  <a:pt x="791160" y="60372"/>
                  <a:pt x="795483" y="48851"/>
                  <a:pt x="804130" y="41364"/>
                </a:cubicBezTo>
                <a:cubicBezTo>
                  <a:pt x="811354" y="35142"/>
                  <a:pt x="820159" y="32031"/>
                  <a:pt x="830546" y="32031"/>
                </a:cubicBezTo>
                <a:cubicBezTo>
                  <a:pt x="842094" y="32031"/>
                  <a:pt x="851532" y="35814"/>
                  <a:pt x="858861" y="43381"/>
                </a:cubicBezTo>
                <a:cubicBezTo>
                  <a:pt x="866190" y="50947"/>
                  <a:pt x="869854" y="61400"/>
                  <a:pt x="869854" y="74740"/>
                </a:cubicBezTo>
                <a:cubicBezTo>
                  <a:pt x="869854" y="85549"/>
                  <a:pt x="868233" y="94051"/>
                  <a:pt x="864990" y="100246"/>
                </a:cubicBezTo>
                <a:cubicBezTo>
                  <a:pt x="861747" y="106442"/>
                  <a:pt x="857028" y="111253"/>
                  <a:pt x="850833" y="114680"/>
                </a:cubicBezTo>
                <a:cubicBezTo>
                  <a:pt x="844638" y="118107"/>
                  <a:pt x="837875" y="119821"/>
                  <a:pt x="830546" y="119821"/>
                </a:cubicBezTo>
                <a:cubicBezTo>
                  <a:pt x="818788" y="119821"/>
                  <a:pt x="809284" y="116051"/>
                  <a:pt x="802035" y="108511"/>
                </a:cubicBezTo>
                <a:cubicBezTo>
                  <a:pt x="794785" y="100971"/>
                  <a:pt x="791160" y="90110"/>
                  <a:pt x="791160" y="75926"/>
                </a:cubicBezTo>
                <a:moveTo>
                  <a:pt x="805791" y="75926"/>
                </a:moveTo>
                <a:cubicBezTo>
                  <a:pt x="805791" y="86682"/>
                  <a:pt x="808138" y="94736"/>
                  <a:pt x="812830" y="100088"/>
                </a:cubicBezTo>
                <a:cubicBezTo>
                  <a:pt x="817523" y="105440"/>
                  <a:pt x="823428" y="108116"/>
                  <a:pt x="830546" y="108116"/>
                </a:cubicBezTo>
                <a:cubicBezTo>
                  <a:pt x="837612" y="108116"/>
                  <a:pt x="843491" y="105427"/>
                  <a:pt x="848183" y="100048"/>
                </a:cubicBezTo>
                <a:cubicBezTo>
                  <a:pt x="852876" y="94670"/>
                  <a:pt x="855222" y="86471"/>
                  <a:pt x="855222" y="75452"/>
                </a:cubicBezTo>
                <a:cubicBezTo>
                  <a:pt x="855222" y="65064"/>
                  <a:pt x="852863" y="57195"/>
                  <a:pt x="848144" y="51843"/>
                </a:cubicBezTo>
                <a:cubicBezTo>
                  <a:pt x="843425" y="46492"/>
                  <a:pt x="837559" y="43816"/>
                  <a:pt x="830546" y="43816"/>
                </a:cubicBezTo>
                <a:cubicBezTo>
                  <a:pt x="823428" y="43816"/>
                  <a:pt x="817523" y="46478"/>
                  <a:pt x="812830" y="51804"/>
                </a:cubicBezTo>
                <a:cubicBezTo>
                  <a:pt x="808138" y="57129"/>
                  <a:pt x="805791" y="65170"/>
                  <a:pt x="805791" y="75926"/>
                </a:cubicBezTo>
                <a:close/>
                <a:moveTo>
                  <a:pt x="885918" y="117923"/>
                </a:moveTo>
                <a:lnTo>
                  <a:pt x="885918" y="33929"/>
                </a:lnTo>
                <a:lnTo>
                  <a:pt x="898730" y="33929"/>
                </a:lnTo>
                <a:lnTo>
                  <a:pt x="898730" y="45872"/>
                </a:lnTo>
                <a:cubicBezTo>
                  <a:pt x="904899" y="36645"/>
                  <a:pt x="913810" y="32031"/>
                  <a:pt x="925462" y="32031"/>
                </a:cubicBezTo>
                <a:cubicBezTo>
                  <a:pt x="930524" y="32031"/>
                  <a:pt x="935177" y="32941"/>
                  <a:pt x="939422" y="34760"/>
                </a:cubicBezTo>
                <a:cubicBezTo>
                  <a:pt x="943666" y="36579"/>
                  <a:pt x="946843" y="38965"/>
                  <a:pt x="948952" y="41918"/>
                </a:cubicBezTo>
                <a:cubicBezTo>
                  <a:pt x="951061" y="44870"/>
                  <a:pt x="952538" y="48377"/>
                  <a:pt x="953381" y="52436"/>
                </a:cubicBezTo>
                <a:cubicBezTo>
                  <a:pt x="953908" y="55073"/>
                  <a:pt x="954172" y="59686"/>
                  <a:pt x="954172" y="66277"/>
                </a:cubicBezTo>
                <a:lnTo>
                  <a:pt x="954172" y="117923"/>
                </a:lnTo>
                <a:lnTo>
                  <a:pt x="939936" y="117923"/>
                </a:lnTo>
                <a:lnTo>
                  <a:pt x="939936" y="66831"/>
                </a:lnTo>
                <a:cubicBezTo>
                  <a:pt x="939936" y="61031"/>
                  <a:pt x="939382" y="56694"/>
                  <a:pt x="938275" y="53821"/>
                </a:cubicBezTo>
                <a:cubicBezTo>
                  <a:pt x="937168" y="50947"/>
                  <a:pt x="935204" y="48653"/>
                  <a:pt x="932383" y="46940"/>
                </a:cubicBezTo>
                <a:cubicBezTo>
                  <a:pt x="929562" y="45226"/>
                  <a:pt x="926253" y="44369"/>
                  <a:pt x="922457" y="44369"/>
                </a:cubicBezTo>
                <a:cubicBezTo>
                  <a:pt x="916394" y="44369"/>
                  <a:pt x="911160" y="46294"/>
                  <a:pt x="906758" y="50143"/>
                </a:cubicBezTo>
                <a:cubicBezTo>
                  <a:pt x="902355" y="53992"/>
                  <a:pt x="900154" y="61295"/>
                  <a:pt x="900154" y="72051"/>
                </a:cubicBezTo>
                <a:lnTo>
                  <a:pt x="900154" y="117923"/>
                </a:lnTo>
                <a:lnTo>
                  <a:pt x="885918" y="117923"/>
                </a:lnTo>
                <a:close/>
                <a:moveTo>
                  <a:pt x="1030186" y="107562"/>
                </a:moveTo>
                <a:cubicBezTo>
                  <a:pt x="1024913" y="112044"/>
                  <a:pt x="1019838" y="115207"/>
                  <a:pt x="1014961" y="117053"/>
                </a:cubicBezTo>
                <a:cubicBezTo>
                  <a:pt x="1010084" y="118898"/>
                  <a:pt x="1004851" y="119821"/>
                  <a:pt x="999262" y="119821"/>
                </a:cubicBezTo>
                <a:cubicBezTo>
                  <a:pt x="990035" y="119821"/>
                  <a:pt x="982943" y="117567"/>
                  <a:pt x="977987" y="113059"/>
                </a:cubicBezTo>
                <a:cubicBezTo>
                  <a:pt x="973031" y="108551"/>
                  <a:pt x="970552" y="102790"/>
                  <a:pt x="970552" y="95778"/>
                </a:cubicBezTo>
                <a:cubicBezTo>
                  <a:pt x="970552" y="91665"/>
                  <a:pt x="971488" y="87908"/>
                  <a:pt x="973360" y="84507"/>
                </a:cubicBezTo>
                <a:cubicBezTo>
                  <a:pt x="975232" y="81106"/>
                  <a:pt x="977684" y="78378"/>
                  <a:pt x="980715" y="76322"/>
                </a:cubicBezTo>
                <a:cubicBezTo>
                  <a:pt x="983747" y="74265"/>
                  <a:pt x="987161" y="72710"/>
                  <a:pt x="990958" y="71655"/>
                </a:cubicBezTo>
                <a:cubicBezTo>
                  <a:pt x="993752" y="70917"/>
                  <a:pt x="997970" y="70205"/>
                  <a:pt x="1003612" y="69520"/>
                </a:cubicBezTo>
                <a:cubicBezTo>
                  <a:pt x="1015106" y="68149"/>
                  <a:pt x="1023569" y="66514"/>
                  <a:pt x="1029000" y="64616"/>
                </a:cubicBezTo>
                <a:cubicBezTo>
                  <a:pt x="1029052" y="62665"/>
                  <a:pt x="1029079" y="61426"/>
                  <a:pt x="1029079" y="60899"/>
                </a:cubicBezTo>
                <a:cubicBezTo>
                  <a:pt x="1029079" y="55099"/>
                  <a:pt x="1027734" y="51013"/>
                  <a:pt x="1025045" y="48640"/>
                </a:cubicBezTo>
                <a:cubicBezTo>
                  <a:pt x="1021407" y="45424"/>
                  <a:pt x="1016003" y="43816"/>
                  <a:pt x="1008832" y="43816"/>
                </a:cubicBezTo>
                <a:cubicBezTo>
                  <a:pt x="1002136" y="43816"/>
                  <a:pt x="997192" y="44989"/>
                  <a:pt x="994002" y="47335"/>
                </a:cubicBezTo>
                <a:cubicBezTo>
                  <a:pt x="990813" y="49682"/>
                  <a:pt x="988453" y="53834"/>
                  <a:pt x="986924" y="59792"/>
                </a:cubicBezTo>
                <a:lnTo>
                  <a:pt x="973004" y="57894"/>
                </a:lnTo>
                <a:cubicBezTo>
                  <a:pt x="974270" y="51936"/>
                  <a:pt x="976352" y="47124"/>
                  <a:pt x="979252" y="43460"/>
                </a:cubicBezTo>
                <a:cubicBezTo>
                  <a:pt x="982152" y="39795"/>
                  <a:pt x="986344" y="36974"/>
                  <a:pt x="991827" y="34997"/>
                </a:cubicBezTo>
                <a:cubicBezTo>
                  <a:pt x="997311" y="33020"/>
                  <a:pt x="1003665" y="32031"/>
                  <a:pt x="1010888" y="32031"/>
                </a:cubicBezTo>
                <a:cubicBezTo>
                  <a:pt x="1018059" y="32031"/>
                  <a:pt x="1023885" y="32875"/>
                  <a:pt x="1028367" y="34562"/>
                </a:cubicBezTo>
                <a:cubicBezTo>
                  <a:pt x="1032849" y="36249"/>
                  <a:pt x="1036144" y="38372"/>
                  <a:pt x="1038253" y="40929"/>
                </a:cubicBezTo>
                <a:cubicBezTo>
                  <a:pt x="1040362" y="43486"/>
                  <a:pt x="1041839" y="46716"/>
                  <a:pt x="1042682" y="50617"/>
                </a:cubicBezTo>
                <a:cubicBezTo>
                  <a:pt x="1043157" y="53043"/>
                  <a:pt x="1043394" y="57419"/>
                  <a:pt x="1043394" y="63746"/>
                </a:cubicBezTo>
                <a:lnTo>
                  <a:pt x="1043394" y="82728"/>
                </a:lnTo>
                <a:cubicBezTo>
                  <a:pt x="1043394" y="95962"/>
                  <a:pt x="1043697" y="104332"/>
                  <a:pt x="1044303" y="107839"/>
                </a:cubicBezTo>
                <a:cubicBezTo>
                  <a:pt x="1044910" y="111345"/>
                  <a:pt x="1046109" y="114706"/>
                  <a:pt x="1047902" y="117923"/>
                </a:cubicBezTo>
                <a:lnTo>
                  <a:pt x="1033033" y="117923"/>
                </a:lnTo>
                <a:cubicBezTo>
                  <a:pt x="1031557" y="114970"/>
                  <a:pt x="1030608" y="111516"/>
                  <a:pt x="1030186" y="107562"/>
                </a:cubicBezTo>
                <a:moveTo>
                  <a:pt x="1029000" y="75768"/>
                </a:moveTo>
                <a:cubicBezTo>
                  <a:pt x="1023832" y="77877"/>
                  <a:pt x="1016082" y="79670"/>
                  <a:pt x="1005747" y="81146"/>
                </a:cubicBezTo>
                <a:cubicBezTo>
                  <a:pt x="999895" y="81990"/>
                  <a:pt x="995756" y="82939"/>
                  <a:pt x="993330" y="83993"/>
                </a:cubicBezTo>
                <a:cubicBezTo>
                  <a:pt x="990905" y="85048"/>
                  <a:pt x="989033" y="86590"/>
                  <a:pt x="987715" y="88620"/>
                </a:cubicBezTo>
                <a:cubicBezTo>
                  <a:pt x="986397" y="90650"/>
                  <a:pt x="985738" y="92904"/>
                  <a:pt x="985738" y="95382"/>
                </a:cubicBezTo>
                <a:cubicBezTo>
                  <a:pt x="985738" y="99178"/>
                  <a:pt x="987174" y="102342"/>
                  <a:pt x="990048" y="104873"/>
                </a:cubicBezTo>
                <a:cubicBezTo>
                  <a:pt x="992922" y="107404"/>
                  <a:pt x="997126" y="108669"/>
                  <a:pt x="1002663" y="108669"/>
                </a:cubicBezTo>
                <a:cubicBezTo>
                  <a:pt x="1008146" y="108669"/>
                  <a:pt x="1013024" y="107470"/>
                  <a:pt x="1017294" y="105071"/>
                </a:cubicBezTo>
                <a:cubicBezTo>
                  <a:pt x="1021565" y="102672"/>
                  <a:pt x="1024702" y="99389"/>
                  <a:pt x="1026706" y="95224"/>
                </a:cubicBezTo>
                <a:cubicBezTo>
                  <a:pt x="1028235" y="92008"/>
                  <a:pt x="1029000" y="87262"/>
                  <a:pt x="1029000" y="80988"/>
                </a:cubicBezTo>
                <a:lnTo>
                  <a:pt x="1029000" y="75768"/>
                </a:lnTo>
                <a:close/>
                <a:moveTo>
                  <a:pt x="1064520" y="117923"/>
                </a:moveTo>
                <a:lnTo>
                  <a:pt x="1064520" y="1977"/>
                </a:lnTo>
                <a:lnTo>
                  <a:pt x="1078756" y="1977"/>
                </a:lnTo>
                <a:lnTo>
                  <a:pt x="1078756" y="117923"/>
                </a:lnTo>
                <a:lnTo>
                  <a:pt x="1064520" y="117923"/>
                </a:lnTo>
                <a:close/>
                <a:moveTo>
                  <a:pt x="1109528" y="152010"/>
                </a:moveTo>
                <a:lnTo>
                  <a:pt x="1099325" y="152010"/>
                </a:lnTo>
                <a:cubicBezTo>
                  <a:pt x="1115091" y="126702"/>
                  <a:pt x="1122973" y="101367"/>
                  <a:pt x="1122973" y="76005"/>
                </a:cubicBezTo>
                <a:cubicBezTo>
                  <a:pt x="1122973" y="66093"/>
                  <a:pt x="1121840" y="56259"/>
                  <a:pt x="1119572" y="46505"/>
                </a:cubicBezTo>
                <a:cubicBezTo>
                  <a:pt x="1117780" y="38596"/>
                  <a:pt x="1115275" y="31003"/>
                  <a:pt x="1112059" y="23727"/>
                </a:cubicBezTo>
                <a:cubicBezTo>
                  <a:pt x="1110002" y="18982"/>
                  <a:pt x="1105758" y="11073"/>
                  <a:pt x="1099325" y="0"/>
                </a:cubicBezTo>
                <a:lnTo>
                  <a:pt x="1109528" y="0"/>
                </a:lnTo>
                <a:cubicBezTo>
                  <a:pt x="1119440" y="13234"/>
                  <a:pt x="1126769" y="26521"/>
                  <a:pt x="1131515" y="39861"/>
                </a:cubicBezTo>
                <a:cubicBezTo>
                  <a:pt x="1135575" y="51356"/>
                  <a:pt x="1137605" y="63377"/>
                  <a:pt x="1137605" y="75926"/>
                </a:cubicBezTo>
                <a:cubicBezTo>
                  <a:pt x="1137605" y="90162"/>
                  <a:pt x="1134876" y="103924"/>
                  <a:pt x="1129419" y="117211"/>
                </a:cubicBezTo>
                <a:cubicBezTo>
                  <a:pt x="1123962" y="130498"/>
                  <a:pt x="1117331" y="142098"/>
                  <a:pt x="1109528" y="152010"/>
                </a:cubicBezTo>
                <a:close/>
                <a:moveTo>
                  <a:pt x="1226917" y="152010"/>
                </a:moveTo>
                <a:cubicBezTo>
                  <a:pt x="1219061" y="142098"/>
                  <a:pt x="1212417" y="130498"/>
                  <a:pt x="1206986" y="117211"/>
                </a:cubicBezTo>
                <a:cubicBezTo>
                  <a:pt x="1201555" y="103924"/>
                  <a:pt x="1198840" y="90162"/>
                  <a:pt x="1198840" y="75926"/>
                </a:cubicBezTo>
                <a:cubicBezTo>
                  <a:pt x="1198840" y="63377"/>
                  <a:pt x="1200870" y="51356"/>
                  <a:pt x="1204930" y="39861"/>
                </a:cubicBezTo>
                <a:cubicBezTo>
                  <a:pt x="1209675" y="26521"/>
                  <a:pt x="1217004" y="13234"/>
                  <a:pt x="1226917" y="0"/>
                </a:cubicBezTo>
                <a:lnTo>
                  <a:pt x="1237119" y="0"/>
                </a:lnTo>
                <a:cubicBezTo>
                  <a:pt x="1230740" y="10967"/>
                  <a:pt x="1226521" y="18797"/>
                  <a:pt x="1224465" y="23490"/>
                </a:cubicBezTo>
                <a:cubicBezTo>
                  <a:pt x="1221249" y="30766"/>
                  <a:pt x="1218718" y="38358"/>
                  <a:pt x="1216872" y="46267"/>
                </a:cubicBezTo>
                <a:cubicBezTo>
                  <a:pt x="1214605" y="56127"/>
                  <a:pt x="1213472" y="66040"/>
                  <a:pt x="1213472" y="76005"/>
                </a:cubicBezTo>
                <a:cubicBezTo>
                  <a:pt x="1213472" y="101367"/>
                  <a:pt x="1221354" y="126702"/>
                  <a:pt x="1237119" y="152010"/>
                </a:cubicBezTo>
                <a:lnTo>
                  <a:pt x="1226917" y="152010"/>
                </a:lnTo>
                <a:close/>
                <a:moveTo>
                  <a:pt x="1308353" y="116168"/>
                </a:moveTo>
                <a:cubicBezTo>
                  <a:pt x="1308353" y="123765"/>
                  <a:pt x="1305832" y="129700"/>
                  <a:pt x="1300790" y="133973"/>
                </a:cubicBezTo>
                <a:cubicBezTo>
                  <a:pt x="1295748" y="138247"/>
                  <a:pt x="1288738" y="140384"/>
                  <a:pt x="1279762" y="140384"/>
                </a:cubicBezTo>
                <a:cubicBezTo>
                  <a:pt x="1270576" y="140384"/>
                  <a:pt x="1263620" y="138695"/>
                  <a:pt x="1258894" y="135318"/>
                </a:cubicBezTo>
                <a:cubicBezTo>
                  <a:pt x="1254169" y="131941"/>
                  <a:pt x="1251041" y="126693"/>
                  <a:pt x="1249510" y="119571"/>
                </a:cubicBezTo>
                <a:lnTo>
                  <a:pt x="1258605" y="117592"/>
                </a:lnTo>
                <a:cubicBezTo>
                  <a:pt x="1259765" y="122922"/>
                  <a:pt x="1261966" y="126814"/>
                  <a:pt x="1265209" y="129267"/>
                </a:cubicBezTo>
                <a:cubicBezTo>
                  <a:pt x="1268452" y="131722"/>
                  <a:pt x="1273290" y="132950"/>
                  <a:pt x="1279722" y="132950"/>
                </a:cubicBezTo>
                <a:cubicBezTo>
                  <a:pt x="1285680" y="132950"/>
                  <a:pt x="1290386" y="131578"/>
                  <a:pt x="1293840" y="128835"/>
                </a:cubicBezTo>
                <a:cubicBezTo>
                  <a:pt x="1297293" y="126091"/>
                  <a:pt x="1299020" y="122133"/>
                  <a:pt x="1299020" y="116961"/>
                </a:cubicBezTo>
                <a:cubicBezTo>
                  <a:pt x="1299020" y="114007"/>
                  <a:pt x="1298401" y="111501"/>
                  <a:pt x="1297164" y="109443"/>
                </a:cubicBezTo>
                <a:cubicBezTo>
                  <a:pt x="1295928" y="107385"/>
                  <a:pt x="1294020" y="105578"/>
                  <a:pt x="1291440" y="104023"/>
                </a:cubicBezTo>
                <a:cubicBezTo>
                  <a:pt x="1288861" y="102466"/>
                  <a:pt x="1283756" y="100421"/>
                  <a:pt x="1276124" y="97888"/>
                </a:cubicBezTo>
                <a:cubicBezTo>
                  <a:pt x="1267386" y="95092"/>
                  <a:pt x="1261240" y="91703"/>
                  <a:pt x="1257686" y="87720"/>
                </a:cubicBezTo>
                <a:cubicBezTo>
                  <a:pt x="1254133" y="83736"/>
                  <a:pt x="1252357" y="78843"/>
                  <a:pt x="1252357" y="73039"/>
                </a:cubicBezTo>
                <a:cubicBezTo>
                  <a:pt x="1252357" y="68132"/>
                  <a:pt x="1253688" y="63701"/>
                  <a:pt x="1256351" y="59745"/>
                </a:cubicBezTo>
                <a:cubicBezTo>
                  <a:pt x="1259014" y="55787"/>
                  <a:pt x="1262691" y="53069"/>
                  <a:pt x="1267384" y="51591"/>
                </a:cubicBezTo>
                <a:cubicBezTo>
                  <a:pt x="1263194" y="50060"/>
                  <a:pt x="1259879" y="47541"/>
                  <a:pt x="1257439" y="44033"/>
                </a:cubicBezTo>
                <a:cubicBezTo>
                  <a:pt x="1255000" y="40525"/>
                  <a:pt x="1253781" y="36450"/>
                  <a:pt x="1253781" y="31806"/>
                </a:cubicBezTo>
                <a:cubicBezTo>
                  <a:pt x="1253781" y="24738"/>
                  <a:pt x="1256025" y="19212"/>
                  <a:pt x="1260513" y="15230"/>
                </a:cubicBezTo>
                <a:cubicBezTo>
                  <a:pt x="1265002" y="11246"/>
                  <a:pt x="1271602" y="9253"/>
                  <a:pt x="1280315" y="9253"/>
                </a:cubicBezTo>
                <a:cubicBezTo>
                  <a:pt x="1287867" y="9253"/>
                  <a:pt x="1293900" y="10981"/>
                  <a:pt x="1298414" y="14436"/>
                </a:cubicBezTo>
                <a:cubicBezTo>
                  <a:pt x="1302929" y="17892"/>
                  <a:pt x="1305715" y="22838"/>
                  <a:pt x="1306771" y="29276"/>
                </a:cubicBezTo>
                <a:lnTo>
                  <a:pt x="1297280" y="30778"/>
                </a:lnTo>
                <a:cubicBezTo>
                  <a:pt x="1296647" y="26244"/>
                  <a:pt x="1294907" y="22778"/>
                  <a:pt x="1292060" y="20380"/>
                </a:cubicBezTo>
                <a:cubicBezTo>
                  <a:pt x="1289213" y="17981"/>
                  <a:pt x="1285311" y="16782"/>
                  <a:pt x="1280355" y="16782"/>
                </a:cubicBezTo>
                <a:cubicBezTo>
                  <a:pt x="1274608" y="16782"/>
                  <a:pt x="1270297" y="18061"/>
                  <a:pt x="1267424" y="20620"/>
                </a:cubicBezTo>
                <a:cubicBezTo>
                  <a:pt x="1264550" y="23177"/>
                  <a:pt x="1263113" y="26565"/>
                  <a:pt x="1263113" y="30783"/>
                </a:cubicBezTo>
                <a:cubicBezTo>
                  <a:pt x="1263113" y="33632"/>
                  <a:pt x="1263746" y="36045"/>
                  <a:pt x="1265011" y="38022"/>
                </a:cubicBezTo>
                <a:cubicBezTo>
                  <a:pt x="1266277" y="40000"/>
                  <a:pt x="1268096" y="41714"/>
                  <a:pt x="1270469" y="43166"/>
                </a:cubicBezTo>
                <a:cubicBezTo>
                  <a:pt x="1272841" y="44616"/>
                  <a:pt x="1277059" y="46237"/>
                  <a:pt x="1283123" y="48030"/>
                </a:cubicBezTo>
                <a:cubicBezTo>
                  <a:pt x="1289503" y="49877"/>
                  <a:pt x="1294393" y="51882"/>
                  <a:pt x="1297794" y="54045"/>
                </a:cubicBezTo>
                <a:cubicBezTo>
                  <a:pt x="1301195" y="56207"/>
                  <a:pt x="1303858" y="58832"/>
                  <a:pt x="1305782" y="61920"/>
                </a:cubicBezTo>
                <a:cubicBezTo>
                  <a:pt x="1307707" y="65006"/>
                  <a:pt x="1308669" y="68659"/>
                  <a:pt x="1308669" y="72879"/>
                </a:cubicBezTo>
                <a:cubicBezTo>
                  <a:pt x="1308669" y="78260"/>
                  <a:pt x="1307349" y="82943"/>
                  <a:pt x="1304710" y="86927"/>
                </a:cubicBezTo>
                <a:cubicBezTo>
                  <a:pt x="1302070" y="90911"/>
                  <a:pt x="1298644" y="93457"/>
                  <a:pt x="1294433" y="94564"/>
                </a:cubicBezTo>
                <a:cubicBezTo>
                  <a:pt x="1299285" y="96886"/>
                  <a:pt x="1302818" y="99800"/>
                  <a:pt x="1305031" y="103308"/>
                </a:cubicBezTo>
                <a:cubicBezTo>
                  <a:pt x="1307245" y="106816"/>
                  <a:pt x="1308353" y="111103"/>
                  <a:pt x="1308353" y="116168"/>
                </a:cubicBezTo>
                <a:moveTo>
                  <a:pt x="1299336" y="73988"/>
                </a:moveTo>
                <a:cubicBezTo>
                  <a:pt x="1299336" y="69292"/>
                  <a:pt x="1297695" y="65454"/>
                  <a:pt x="1294413" y="62473"/>
                </a:cubicBezTo>
                <a:cubicBezTo>
                  <a:pt x="1291132" y="59493"/>
                  <a:pt x="1285659" y="57105"/>
                  <a:pt x="1277992" y="55311"/>
                </a:cubicBezTo>
                <a:cubicBezTo>
                  <a:pt x="1273004" y="55522"/>
                  <a:pt x="1269040" y="57211"/>
                  <a:pt x="1266099" y="60378"/>
                </a:cubicBezTo>
                <a:cubicBezTo>
                  <a:pt x="1263159" y="63543"/>
                  <a:pt x="1261690" y="67578"/>
                  <a:pt x="1261690" y="72483"/>
                </a:cubicBezTo>
                <a:cubicBezTo>
                  <a:pt x="1261690" y="77021"/>
                  <a:pt x="1263225" y="80754"/>
                  <a:pt x="1266297" y="83682"/>
                </a:cubicBezTo>
                <a:cubicBezTo>
                  <a:pt x="1269368" y="86610"/>
                  <a:pt x="1274396" y="88918"/>
                  <a:pt x="1281381" y="90607"/>
                </a:cubicBezTo>
                <a:cubicBezTo>
                  <a:pt x="1286945" y="90502"/>
                  <a:pt x="1291329" y="88945"/>
                  <a:pt x="1294532" y="85938"/>
                </a:cubicBezTo>
                <a:cubicBezTo>
                  <a:pt x="1297735" y="82931"/>
                  <a:pt x="1299336" y="78948"/>
                  <a:pt x="1299336" y="739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4.4">
            <a:extLst xmlns:a="http://schemas.openxmlformats.org/drawingml/2006/main">
              <a:ext uri="{FF2B5EF4-FFF2-40B4-BE49-F238E27FC236}">
                <a16:creationId xmlns:a16="http://schemas.microsoft.com/office/drawing/2014/main" id="{A72E4585-E1DF-4642-BF24-F1C0D93F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2486" y="3044013"/>
            <a:ext cx="215155" cy="115945"/>
          </a:xfrm>
          <a:custGeom xmlns:a="http://schemas.openxmlformats.org/drawingml/2006/main">
            <a:pathLst>
              <a:path w="215155" h="115945">
                <a:moveTo>
                  <a:pt x="50301" y="115945"/>
                </a:moveTo>
                <a:lnTo>
                  <a:pt x="50301" y="88185"/>
                </a:lnTo>
                <a:lnTo>
                  <a:pt x="0" y="88185"/>
                </a:lnTo>
                <a:lnTo>
                  <a:pt x="0" y="75135"/>
                </a:lnTo>
                <a:lnTo>
                  <a:pt x="52911" y="0"/>
                </a:lnTo>
                <a:lnTo>
                  <a:pt x="64537" y="0"/>
                </a:lnTo>
                <a:lnTo>
                  <a:pt x="64537" y="75135"/>
                </a:lnTo>
                <a:lnTo>
                  <a:pt x="80197" y="75135"/>
                </a:lnTo>
                <a:lnTo>
                  <a:pt x="80197" y="88185"/>
                </a:lnTo>
                <a:lnTo>
                  <a:pt x="64537" y="88185"/>
                </a:lnTo>
                <a:lnTo>
                  <a:pt x="64537" y="115945"/>
                </a:lnTo>
                <a:lnTo>
                  <a:pt x="50301" y="115945"/>
                </a:lnTo>
                <a:moveTo>
                  <a:pt x="50301" y="75135"/>
                </a:moveTo>
                <a:lnTo>
                  <a:pt x="50301" y="22857"/>
                </a:lnTo>
                <a:lnTo>
                  <a:pt x="13999" y="75135"/>
                </a:lnTo>
                <a:lnTo>
                  <a:pt x="50301" y="75135"/>
                </a:lnTo>
                <a:close/>
                <a:moveTo>
                  <a:pt x="102081" y="115945"/>
                </a:moveTo>
                <a:lnTo>
                  <a:pt x="102081" y="99732"/>
                </a:lnTo>
                <a:lnTo>
                  <a:pt x="118294" y="99732"/>
                </a:lnTo>
                <a:lnTo>
                  <a:pt x="118294" y="115945"/>
                </a:lnTo>
                <a:lnTo>
                  <a:pt x="102081" y="115945"/>
                </a:lnTo>
                <a:close/>
                <a:moveTo>
                  <a:pt x="185259" y="115945"/>
                </a:moveTo>
                <a:lnTo>
                  <a:pt x="185259" y="88185"/>
                </a:lnTo>
                <a:lnTo>
                  <a:pt x="134958" y="88185"/>
                </a:lnTo>
                <a:lnTo>
                  <a:pt x="134958" y="75135"/>
                </a:lnTo>
                <a:lnTo>
                  <a:pt x="187869" y="0"/>
                </a:lnTo>
                <a:lnTo>
                  <a:pt x="199495" y="0"/>
                </a:lnTo>
                <a:lnTo>
                  <a:pt x="199495" y="75135"/>
                </a:lnTo>
                <a:lnTo>
                  <a:pt x="215155" y="75135"/>
                </a:lnTo>
                <a:lnTo>
                  <a:pt x="215155" y="88185"/>
                </a:lnTo>
                <a:lnTo>
                  <a:pt x="199495" y="88185"/>
                </a:lnTo>
                <a:lnTo>
                  <a:pt x="199495" y="115945"/>
                </a:lnTo>
                <a:lnTo>
                  <a:pt x="185259" y="115945"/>
                </a:lnTo>
                <a:moveTo>
                  <a:pt x="185259" y="75135"/>
                </a:moveTo>
                <a:lnTo>
                  <a:pt x="185259" y="22857"/>
                </a:lnTo>
                <a:lnTo>
                  <a:pt x="148957" y="75135"/>
                </a:lnTo>
                <a:lnTo>
                  <a:pt x="185259" y="7513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)">
            <a:extLst xmlns:a="http://schemas.openxmlformats.org/drawingml/2006/main">
              <a:ext uri="{FF2B5EF4-FFF2-40B4-BE49-F238E27FC236}">
                <a16:creationId xmlns:a16="http://schemas.microsoft.com/office/drawing/2014/main" id="{75DD5E8D-E975-4FA2-9168-FAD2EE76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4639" y="3042036"/>
            <a:ext cx="38279" cy="152010"/>
          </a:xfrm>
          <a:custGeom xmlns:a="http://schemas.openxmlformats.org/drawingml/2006/main">
            <a:pathLst>
              <a:path w="38279" h="152010">
                <a:moveTo>
                  <a:pt x="10203" y="152010"/>
                </a:moveTo>
                <a:lnTo>
                  <a:pt x="0" y="152010"/>
                </a:lnTo>
                <a:cubicBezTo>
                  <a:pt x="15765" y="126702"/>
                  <a:pt x="23648" y="101367"/>
                  <a:pt x="23648" y="76005"/>
                </a:cubicBezTo>
                <a:cubicBezTo>
                  <a:pt x="23648" y="66093"/>
                  <a:pt x="22514" y="56259"/>
                  <a:pt x="20247" y="46505"/>
                </a:cubicBezTo>
                <a:cubicBezTo>
                  <a:pt x="18454" y="38596"/>
                  <a:pt x="15950" y="31003"/>
                  <a:pt x="12733" y="23727"/>
                </a:cubicBezTo>
                <a:cubicBezTo>
                  <a:pt x="10677" y="18982"/>
                  <a:pt x="6433" y="11073"/>
                  <a:pt x="0" y="0"/>
                </a:cubicBezTo>
                <a:lnTo>
                  <a:pt x="10203" y="0"/>
                </a:lnTo>
                <a:cubicBezTo>
                  <a:pt x="20115" y="13234"/>
                  <a:pt x="27444" y="26521"/>
                  <a:pt x="32190" y="39861"/>
                </a:cubicBezTo>
                <a:cubicBezTo>
                  <a:pt x="36249" y="51356"/>
                  <a:pt x="38279" y="63377"/>
                  <a:pt x="38279" y="75926"/>
                </a:cubicBezTo>
                <a:cubicBezTo>
                  <a:pt x="38279" y="90162"/>
                  <a:pt x="35551" y="103924"/>
                  <a:pt x="30094" y="117211"/>
                </a:cubicBezTo>
                <a:cubicBezTo>
                  <a:pt x="24636" y="130498"/>
                  <a:pt x="18006" y="142098"/>
                  <a:pt x="10203" y="1520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546ede5f745f5"/>
          <a:stretch xmlns:a="http://schemas.openxmlformats.org/drawingml/2006/main"/>
        </p:blipFill>
        <p:spPr>
          <a:xfrm xmlns:a="http://schemas.openxmlformats.org/drawingml/2006/main">
            <a:off x="10844411" y="2980314"/>
            <a:ext cx="232656" cy="232656"/>
          </a:xfrm>
          <a:prstGeom xmlns:a="http://schemas.openxmlformats.org/drawingml/2006/main" prst="rect">
            <a:avLst/>
          </a:prstGeom>
        </p:spPr>
      </p:pic>
      <p:sp>
        <p:nvSpPr>
          <p:cNvPr id="177" name="Text Settlement:MNOverifiesZKproof.">
            <a:extLst xmlns:a="http://schemas.openxmlformats.org/drawingml/2006/main">
              <a:ext uri="{FF2B5EF4-FFF2-40B4-BE49-F238E27FC236}">
                <a16:creationId xmlns:a16="http://schemas.microsoft.com/office/drawing/2014/main" id="{34557A80-8F63-4EA0-BC60-7EE6D8FA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8778" y="3728146"/>
            <a:ext cx="2488662" cy="150191"/>
          </a:xfrm>
          <a:custGeom xmlns:a="http://schemas.openxmlformats.org/drawingml/2006/main">
            <a:pathLst>
              <a:path w="2488662" h="150191">
                <a:moveTo>
                  <a:pt x="0" y="80751"/>
                </a:moveTo>
                <a:lnTo>
                  <a:pt x="14473" y="79485"/>
                </a:lnTo>
                <a:cubicBezTo>
                  <a:pt x="15159" y="85285"/>
                  <a:pt x="16754" y="90044"/>
                  <a:pt x="19258" y="93761"/>
                </a:cubicBezTo>
                <a:cubicBezTo>
                  <a:pt x="21763" y="97478"/>
                  <a:pt x="25651" y="100483"/>
                  <a:pt x="30924" y="102777"/>
                </a:cubicBezTo>
                <a:cubicBezTo>
                  <a:pt x="36197" y="105071"/>
                  <a:pt x="42128" y="106217"/>
                  <a:pt x="48719" y="106217"/>
                </a:cubicBezTo>
                <a:cubicBezTo>
                  <a:pt x="54572" y="106217"/>
                  <a:pt x="59739" y="105347"/>
                  <a:pt x="64221" y="103607"/>
                </a:cubicBezTo>
                <a:cubicBezTo>
                  <a:pt x="68703" y="101868"/>
                  <a:pt x="72038" y="99482"/>
                  <a:pt x="74226" y="96450"/>
                </a:cubicBezTo>
                <a:cubicBezTo>
                  <a:pt x="76414" y="93418"/>
                  <a:pt x="77508" y="90110"/>
                  <a:pt x="77508" y="86524"/>
                </a:cubicBezTo>
                <a:cubicBezTo>
                  <a:pt x="77508" y="82886"/>
                  <a:pt x="76453" y="79709"/>
                  <a:pt x="74344" y="76994"/>
                </a:cubicBezTo>
                <a:cubicBezTo>
                  <a:pt x="72235" y="74278"/>
                  <a:pt x="68755" y="71998"/>
                  <a:pt x="63904" y="70153"/>
                </a:cubicBezTo>
                <a:cubicBezTo>
                  <a:pt x="60794" y="68940"/>
                  <a:pt x="53913" y="67055"/>
                  <a:pt x="43262" y="64498"/>
                </a:cubicBezTo>
                <a:cubicBezTo>
                  <a:pt x="32611" y="61940"/>
                  <a:pt x="25151" y="59528"/>
                  <a:pt x="20880" y="57261"/>
                </a:cubicBezTo>
                <a:cubicBezTo>
                  <a:pt x="15343" y="54361"/>
                  <a:pt x="11218" y="50762"/>
                  <a:pt x="8502" y="46465"/>
                </a:cubicBezTo>
                <a:cubicBezTo>
                  <a:pt x="5787" y="42168"/>
                  <a:pt x="4429" y="37357"/>
                  <a:pt x="4429" y="32031"/>
                </a:cubicBezTo>
                <a:cubicBezTo>
                  <a:pt x="4429" y="26179"/>
                  <a:pt x="6090" y="20708"/>
                  <a:pt x="9412" y="15620"/>
                </a:cubicBezTo>
                <a:cubicBezTo>
                  <a:pt x="12733" y="10532"/>
                  <a:pt x="17584" y="6670"/>
                  <a:pt x="23964" y="4034"/>
                </a:cubicBezTo>
                <a:cubicBezTo>
                  <a:pt x="30344" y="1397"/>
                  <a:pt x="37436" y="79"/>
                  <a:pt x="45239" y="79"/>
                </a:cubicBezTo>
                <a:cubicBezTo>
                  <a:pt x="53834" y="79"/>
                  <a:pt x="61413" y="1463"/>
                  <a:pt x="67978" y="4231"/>
                </a:cubicBezTo>
                <a:cubicBezTo>
                  <a:pt x="74542" y="6999"/>
                  <a:pt x="79591" y="11073"/>
                  <a:pt x="83123" y="16451"/>
                </a:cubicBezTo>
                <a:cubicBezTo>
                  <a:pt x="86656" y="21829"/>
                  <a:pt x="88554" y="27919"/>
                  <a:pt x="88818" y="34720"/>
                </a:cubicBezTo>
                <a:lnTo>
                  <a:pt x="74107" y="35828"/>
                </a:lnTo>
                <a:cubicBezTo>
                  <a:pt x="73316" y="28499"/>
                  <a:pt x="70640" y="22962"/>
                  <a:pt x="66079" y="19219"/>
                </a:cubicBezTo>
                <a:cubicBezTo>
                  <a:pt x="61519" y="15475"/>
                  <a:pt x="54783" y="13603"/>
                  <a:pt x="45872" y="13603"/>
                </a:cubicBezTo>
                <a:cubicBezTo>
                  <a:pt x="36592" y="13603"/>
                  <a:pt x="29830" y="15304"/>
                  <a:pt x="25586" y="18705"/>
                </a:cubicBezTo>
                <a:cubicBezTo>
                  <a:pt x="21341" y="22106"/>
                  <a:pt x="19219" y="26205"/>
                  <a:pt x="19219" y="31003"/>
                </a:cubicBezTo>
                <a:cubicBezTo>
                  <a:pt x="19219" y="35169"/>
                  <a:pt x="20721" y="38596"/>
                  <a:pt x="23727" y="41285"/>
                </a:cubicBezTo>
                <a:cubicBezTo>
                  <a:pt x="26680" y="43974"/>
                  <a:pt x="34391" y="46729"/>
                  <a:pt x="46861" y="49550"/>
                </a:cubicBezTo>
                <a:cubicBezTo>
                  <a:pt x="59330" y="52371"/>
                  <a:pt x="67885" y="54836"/>
                  <a:pt x="72525" y="56945"/>
                </a:cubicBezTo>
                <a:cubicBezTo>
                  <a:pt x="79274" y="60055"/>
                  <a:pt x="84257" y="63997"/>
                  <a:pt x="87473" y="68768"/>
                </a:cubicBezTo>
                <a:cubicBezTo>
                  <a:pt x="90690" y="73540"/>
                  <a:pt x="92298" y="79037"/>
                  <a:pt x="92298" y="85259"/>
                </a:cubicBezTo>
                <a:cubicBezTo>
                  <a:pt x="92298" y="91428"/>
                  <a:pt x="90531" y="97241"/>
                  <a:pt x="86999" y="102698"/>
                </a:cubicBezTo>
                <a:cubicBezTo>
                  <a:pt x="83466" y="108155"/>
                  <a:pt x="78391" y="112400"/>
                  <a:pt x="71774" y="115431"/>
                </a:cubicBezTo>
                <a:cubicBezTo>
                  <a:pt x="65157" y="118463"/>
                  <a:pt x="57709" y="119979"/>
                  <a:pt x="49431" y="119979"/>
                </a:cubicBezTo>
                <a:cubicBezTo>
                  <a:pt x="38938" y="119979"/>
                  <a:pt x="30146" y="118450"/>
                  <a:pt x="23055" y="115392"/>
                </a:cubicBezTo>
                <a:cubicBezTo>
                  <a:pt x="15963" y="112334"/>
                  <a:pt x="10400" y="107733"/>
                  <a:pt x="6367" y="101591"/>
                </a:cubicBezTo>
                <a:cubicBezTo>
                  <a:pt x="2333" y="95448"/>
                  <a:pt x="211" y="88501"/>
                  <a:pt x="0" y="80751"/>
                </a:cubicBezTo>
                <a:close/>
                <a:moveTo>
                  <a:pt x="168888" y="90953"/>
                </a:moveTo>
                <a:lnTo>
                  <a:pt x="183599" y="92772"/>
                </a:lnTo>
                <a:cubicBezTo>
                  <a:pt x="181279" y="101367"/>
                  <a:pt x="176981" y="108037"/>
                  <a:pt x="170707" y="112782"/>
                </a:cubicBezTo>
                <a:cubicBezTo>
                  <a:pt x="164433" y="117527"/>
                  <a:pt x="156418" y="119900"/>
                  <a:pt x="146664" y="119900"/>
                </a:cubicBezTo>
                <a:cubicBezTo>
                  <a:pt x="134379" y="119900"/>
                  <a:pt x="124637" y="116117"/>
                  <a:pt x="117440" y="108551"/>
                </a:cubicBezTo>
                <a:cubicBezTo>
                  <a:pt x="110243" y="100984"/>
                  <a:pt x="106644" y="90373"/>
                  <a:pt x="106644" y="76717"/>
                </a:cubicBezTo>
                <a:cubicBezTo>
                  <a:pt x="106644" y="62586"/>
                  <a:pt x="110283" y="51619"/>
                  <a:pt x="117559" y="43816"/>
                </a:cubicBezTo>
                <a:cubicBezTo>
                  <a:pt x="124835" y="36012"/>
                  <a:pt x="134273" y="32110"/>
                  <a:pt x="145873" y="32110"/>
                </a:cubicBezTo>
                <a:cubicBezTo>
                  <a:pt x="157104" y="32110"/>
                  <a:pt x="166278" y="35933"/>
                  <a:pt x="173396" y="43578"/>
                </a:cubicBezTo>
                <a:cubicBezTo>
                  <a:pt x="180514" y="51224"/>
                  <a:pt x="184073" y="61980"/>
                  <a:pt x="184073" y="75847"/>
                </a:cubicBezTo>
                <a:cubicBezTo>
                  <a:pt x="184073" y="76691"/>
                  <a:pt x="184047" y="77956"/>
                  <a:pt x="183994" y="79643"/>
                </a:cubicBezTo>
                <a:lnTo>
                  <a:pt x="121355" y="79643"/>
                </a:lnTo>
                <a:cubicBezTo>
                  <a:pt x="121882" y="88870"/>
                  <a:pt x="124492" y="95936"/>
                  <a:pt x="129185" y="100839"/>
                </a:cubicBezTo>
                <a:cubicBezTo>
                  <a:pt x="133878" y="105743"/>
                  <a:pt x="139730" y="108195"/>
                  <a:pt x="146743" y="108195"/>
                </a:cubicBezTo>
                <a:cubicBezTo>
                  <a:pt x="151963" y="108195"/>
                  <a:pt x="156418" y="106824"/>
                  <a:pt x="160109" y="104082"/>
                </a:cubicBezTo>
                <a:cubicBezTo>
                  <a:pt x="163800" y="101340"/>
                  <a:pt x="166726" y="96964"/>
                  <a:pt x="168888" y="90953"/>
                </a:cubicBezTo>
                <a:moveTo>
                  <a:pt x="122146" y="67938"/>
                </a:moveTo>
                <a:lnTo>
                  <a:pt x="169046" y="67938"/>
                </a:lnTo>
                <a:cubicBezTo>
                  <a:pt x="168413" y="60873"/>
                  <a:pt x="166621" y="55574"/>
                  <a:pt x="163668" y="52041"/>
                </a:cubicBezTo>
                <a:cubicBezTo>
                  <a:pt x="159134" y="46557"/>
                  <a:pt x="153255" y="43816"/>
                  <a:pt x="146031" y="43816"/>
                </a:cubicBezTo>
                <a:cubicBezTo>
                  <a:pt x="139493" y="43816"/>
                  <a:pt x="133996" y="46004"/>
                  <a:pt x="129541" y="50380"/>
                </a:cubicBezTo>
                <a:cubicBezTo>
                  <a:pt x="125085" y="54756"/>
                  <a:pt x="122621" y="60609"/>
                  <a:pt x="122146" y="67938"/>
                </a:cubicBezTo>
                <a:close/>
                <a:moveTo>
                  <a:pt x="231834" y="105268"/>
                </a:moveTo>
                <a:lnTo>
                  <a:pt x="233891" y="117844"/>
                </a:lnTo>
                <a:cubicBezTo>
                  <a:pt x="229883" y="118687"/>
                  <a:pt x="226298" y="119109"/>
                  <a:pt x="223134" y="119109"/>
                </a:cubicBezTo>
                <a:cubicBezTo>
                  <a:pt x="217967" y="119109"/>
                  <a:pt x="213960" y="118292"/>
                  <a:pt x="211113" y="116657"/>
                </a:cubicBezTo>
                <a:cubicBezTo>
                  <a:pt x="208266" y="115023"/>
                  <a:pt x="206262" y="112874"/>
                  <a:pt x="205102" y="110211"/>
                </a:cubicBezTo>
                <a:cubicBezTo>
                  <a:pt x="203942" y="107549"/>
                  <a:pt x="203362" y="101947"/>
                  <a:pt x="203362" y="93405"/>
                </a:cubicBezTo>
                <a:lnTo>
                  <a:pt x="203362" y="45081"/>
                </a:lnTo>
                <a:lnTo>
                  <a:pt x="192922" y="45081"/>
                </a:lnTo>
                <a:lnTo>
                  <a:pt x="192922" y="34009"/>
                </a:lnTo>
                <a:lnTo>
                  <a:pt x="203362" y="34009"/>
                </a:lnTo>
                <a:lnTo>
                  <a:pt x="203362" y="13208"/>
                </a:lnTo>
                <a:lnTo>
                  <a:pt x="217519" y="4666"/>
                </a:lnTo>
                <a:lnTo>
                  <a:pt x="217519" y="34009"/>
                </a:lnTo>
                <a:lnTo>
                  <a:pt x="231834" y="34009"/>
                </a:lnTo>
                <a:lnTo>
                  <a:pt x="231834" y="45081"/>
                </a:lnTo>
                <a:lnTo>
                  <a:pt x="217519" y="45081"/>
                </a:lnTo>
                <a:lnTo>
                  <a:pt x="217519" y="94196"/>
                </a:lnTo>
                <a:cubicBezTo>
                  <a:pt x="217519" y="98256"/>
                  <a:pt x="217770" y="100866"/>
                  <a:pt x="218270" y="102026"/>
                </a:cubicBezTo>
                <a:cubicBezTo>
                  <a:pt x="218771" y="103186"/>
                  <a:pt x="219589" y="104108"/>
                  <a:pt x="220722" y="104794"/>
                </a:cubicBezTo>
                <a:cubicBezTo>
                  <a:pt x="221856" y="105479"/>
                  <a:pt x="223477" y="105822"/>
                  <a:pt x="225586" y="105822"/>
                </a:cubicBezTo>
                <a:cubicBezTo>
                  <a:pt x="227168" y="105822"/>
                  <a:pt x="229251" y="105637"/>
                  <a:pt x="231834" y="105268"/>
                </a:cubicBezTo>
                <a:close/>
                <a:moveTo>
                  <a:pt x="277463" y="105268"/>
                </a:moveTo>
                <a:lnTo>
                  <a:pt x="279519" y="117844"/>
                </a:lnTo>
                <a:cubicBezTo>
                  <a:pt x="275512" y="118687"/>
                  <a:pt x="271927" y="119109"/>
                  <a:pt x="268763" y="119109"/>
                </a:cubicBezTo>
                <a:cubicBezTo>
                  <a:pt x="263596" y="119109"/>
                  <a:pt x="259589" y="118292"/>
                  <a:pt x="256741" y="116657"/>
                </a:cubicBezTo>
                <a:cubicBezTo>
                  <a:pt x="253894" y="115023"/>
                  <a:pt x="251891" y="112874"/>
                  <a:pt x="250731" y="110211"/>
                </a:cubicBezTo>
                <a:cubicBezTo>
                  <a:pt x="249571" y="107549"/>
                  <a:pt x="248991" y="101947"/>
                  <a:pt x="248991" y="93405"/>
                </a:cubicBezTo>
                <a:lnTo>
                  <a:pt x="248991" y="45081"/>
                </a:lnTo>
                <a:lnTo>
                  <a:pt x="238551" y="45081"/>
                </a:lnTo>
                <a:lnTo>
                  <a:pt x="238551" y="34009"/>
                </a:lnTo>
                <a:lnTo>
                  <a:pt x="248991" y="34009"/>
                </a:lnTo>
                <a:lnTo>
                  <a:pt x="248991" y="13208"/>
                </a:lnTo>
                <a:lnTo>
                  <a:pt x="263148" y="4666"/>
                </a:lnTo>
                <a:lnTo>
                  <a:pt x="263148" y="34009"/>
                </a:lnTo>
                <a:lnTo>
                  <a:pt x="277463" y="34009"/>
                </a:lnTo>
                <a:lnTo>
                  <a:pt x="277463" y="45081"/>
                </a:lnTo>
                <a:lnTo>
                  <a:pt x="263148" y="45081"/>
                </a:lnTo>
                <a:lnTo>
                  <a:pt x="263148" y="94196"/>
                </a:lnTo>
                <a:cubicBezTo>
                  <a:pt x="263148" y="98256"/>
                  <a:pt x="263398" y="100866"/>
                  <a:pt x="263899" y="102026"/>
                </a:cubicBezTo>
                <a:cubicBezTo>
                  <a:pt x="264400" y="103186"/>
                  <a:pt x="265217" y="104108"/>
                  <a:pt x="266351" y="104794"/>
                </a:cubicBezTo>
                <a:cubicBezTo>
                  <a:pt x="267484" y="105479"/>
                  <a:pt x="269106" y="105822"/>
                  <a:pt x="271215" y="105822"/>
                </a:cubicBezTo>
                <a:cubicBezTo>
                  <a:pt x="272797" y="105822"/>
                  <a:pt x="274879" y="105637"/>
                  <a:pt x="277463" y="105268"/>
                </a:cubicBezTo>
                <a:close/>
                <a:moveTo>
                  <a:pt x="291693" y="118002"/>
                </a:moveTo>
                <a:lnTo>
                  <a:pt x="291693" y="2056"/>
                </a:lnTo>
                <a:lnTo>
                  <a:pt x="305929" y="2056"/>
                </a:lnTo>
                <a:lnTo>
                  <a:pt x="305929" y="118002"/>
                </a:lnTo>
                <a:lnTo>
                  <a:pt x="291693" y="118002"/>
                </a:lnTo>
                <a:close/>
                <a:moveTo>
                  <a:pt x="384931" y="90953"/>
                </a:moveTo>
                <a:lnTo>
                  <a:pt x="399642" y="92772"/>
                </a:lnTo>
                <a:cubicBezTo>
                  <a:pt x="397322" y="101367"/>
                  <a:pt x="393024" y="108037"/>
                  <a:pt x="386750" y="112782"/>
                </a:cubicBezTo>
                <a:cubicBezTo>
                  <a:pt x="380476" y="117527"/>
                  <a:pt x="372461" y="119900"/>
                  <a:pt x="362707" y="119900"/>
                </a:cubicBezTo>
                <a:cubicBezTo>
                  <a:pt x="350422" y="119900"/>
                  <a:pt x="340680" y="116117"/>
                  <a:pt x="333483" y="108551"/>
                </a:cubicBezTo>
                <a:cubicBezTo>
                  <a:pt x="326286" y="100984"/>
                  <a:pt x="322687" y="90373"/>
                  <a:pt x="322687" y="76717"/>
                </a:cubicBezTo>
                <a:cubicBezTo>
                  <a:pt x="322687" y="62586"/>
                  <a:pt x="326326" y="51619"/>
                  <a:pt x="333602" y="43816"/>
                </a:cubicBezTo>
                <a:cubicBezTo>
                  <a:pt x="340878" y="36012"/>
                  <a:pt x="350316" y="32110"/>
                  <a:pt x="361916" y="32110"/>
                </a:cubicBezTo>
                <a:cubicBezTo>
                  <a:pt x="373147" y="32110"/>
                  <a:pt x="382321" y="35933"/>
                  <a:pt x="389439" y="43578"/>
                </a:cubicBezTo>
                <a:cubicBezTo>
                  <a:pt x="396557" y="51224"/>
                  <a:pt x="400116" y="61980"/>
                  <a:pt x="400116" y="75847"/>
                </a:cubicBezTo>
                <a:cubicBezTo>
                  <a:pt x="400116" y="76691"/>
                  <a:pt x="400090" y="77956"/>
                  <a:pt x="400037" y="79643"/>
                </a:cubicBezTo>
                <a:lnTo>
                  <a:pt x="337398" y="79643"/>
                </a:lnTo>
                <a:cubicBezTo>
                  <a:pt x="337925" y="88870"/>
                  <a:pt x="340535" y="95936"/>
                  <a:pt x="345228" y="100839"/>
                </a:cubicBezTo>
                <a:cubicBezTo>
                  <a:pt x="349921" y="105743"/>
                  <a:pt x="355773" y="108195"/>
                  <a:pt x="362786" y="108195"/>
                </a:cubicBezTo>
                <a:cubicBezTo>
                  <a:pt x="368006" y="108195"/>
                  <a:pt x="372461" y="106824"/>
                  <a:pt x="376152" y="104082"/>
                </a:cubicBezTo>
                <a:cubicBezTo>
                  <a:pt x="379843" y="101340"/>
                  <a:pt x="382769" y="96964"/>
                  <a:pt x="384931" y="90953"/>
                </a:cubicBezTo>
                <a:moveTo>
                  <a:pt x="338189" y="67938"/>
                </a:moveTo>
                <a:lnTo>
                  <a:pt x="385089" y="67938"/>
                </a:lnTo>
                <a:cubicBezTo>
                  <a:pt x="384456" y="60873"/>
                  <a:pt x="382664" y="55574"/>
                  <a:pt x="379711" y="52041"/>
                </a:cubicBezTo>
                <a:cubicBezTo>
                  <a:pt x="375177" y="46557"/>
                  <a:pt x="369298" y="43816"/>
                  <a:pt x="362074" y="43816"/>
                </a:cubicBezTo>
                <a:cubicBezTo>
                  <a:pt x="355536" y="43816"/>
                  <a:pt x="350039" y="46004"/>
                  <a:pt x="345584" y="50380"/>
                </a:cubicBezTo>
                <a:cubicBezTo>
                  <a:pt x="341128" y="54756"/>
                  <a:pt x="338664" y="60609"/>
                  <a:pt x="338189" y="67938"/>
                </a:cubicBezTo>
                <a:close/>
                <a:moveTo>
                  <a:pt x="416795" y="118002"/>
                </a:moveTo>
                <a:lnTo>
                  <a:pt x="416795" y="34009"/>
                </a:lnTo>
                <a:lnTo>
                  <a:pt x="429528" y="34009"/>
                </a:lnTo>
                <a:lnTo>
                  <a:pt x="429528" y="45793"/>
                </a:lnTo>
                <a:cubicBezTo>
                  <a:pt x="432165" y="41680"/>
                  <a:pt x="435671" y="38372"/>
                  <a:pt x="440047" y="35867"/>
                </a:cubicBezTo>
                <a:cubicBezTo>
                  <a:pt x="444423" y="33363"/>
                  <a:pt x="449406" y="32110"/>
                  <a:pt x="454995" y="32110"/>
                </a:cubicBezTo>
                <a:cubicBezTo>
                  <a:pt x="461217" y="32110"/>
                  <a:pt x="466318" y="33402"/>
                  <a:pt x="470299" y="35986"/>
                </a:cubicBezTo>
                <a:cubicBezTo>
                  <a:pt x="474280" y="38569"/>
                  <a:pt x="477088" y="42181"/>
                  <a:pt x="478722" y="46821"/>
                </a:cubicBezTo>
                <a:cubicBezTo>
                  <a:pt x="485366" y="37014"/>
                  <a:pt x="494013" y="32110"/>
                  <a:pt x="504663" y="32110"/>
                </a:cubicBezTo>
                <a:cubicBezTo>
                  <a:pt x="512994" y="32110"/>
                  <a:pt x="519401" y="34417"/>
                  <a:pt x="523882" y="39031"/>
                </a:cubicBezTo>
                <a:cubicBezTo>
                  <a:pt x="528364" y="43644"/>
                  <a:pt x="530605" y="50749"/>
                  <a:pt x="530605" y="60345"/>
                </a:cubicBezTo>
                <a:lnTo>
                  <a:pt x="530605" y="118002"/>
                </a:lnTo>
                <a:lnTo>
                  <a:pt x="516448" y="118002"/>
                </a:lnTo>
                <a:lnTo>
                  <a:pt x="516448" y="65091"/>
                </a:lnTo>
                <a:cubicBezTo>
                  <a:pt x="516448" y="59396"/>
                  <a:pt x="515986" y="55297"/>
                  <a:pt x="515064" y="52792"/>
                </a:cubicBezTo>
                <a:cubicBezTo>
                  <a:pt x="514141" y="50288"/>
                  <a:pt x="512467" y="48271"/>
                  <a:pt x="510042" y="46742"/>
                </a:cubicBezTo>
                <a:cubicBezTo>
                  <a:pt x="507616" y="45213"/>
                  <a:pt x="504769" y="44448"/>
                  <a:pt x="501500" y="44448"/>
                </a:cubicBezTo>
                <a:cubicBezTo>
                  <a:pt x="495595" y="44448"/>
                  <a:pt x="490691" y="46412"/>
                  <a:pt x="486789" y="50341"/>
                </a:cubicBezTo>
                <a:cubicBezTo>
                  <a:pt x="482887" y="54269"/>
                  <a:pt x="480937" y="60556"/>
                  <a:pt x="480937" y="69203"/>
                </a:cubicBezTo>
                <a:lnTo>
                  <a:pt x="480937" y="118002"/>
                </a:lnTo>
                <a:lnTo>
                  <a:pt x="466700" y="118002"/>
                </a:lnTo>
                <a:lnTo>
                  <a:pt x="466700" y="63430"/>
                </a:lnTo>
                <a:cubicBezTo>
                  <a:pt x="466700" y="57103"/>
                  <a:pt x="465540" y="52357"/>
                  <a:pt x="463220" y="49194"/>
                </a:cubicBezTo>
                <a:cubicBezTo>
                  <a:pt x="460900" y="46030"/>
                  <a:pt x="457104" y="44448"/>
                  <a:pt x="451832" y="44448"/>
                </a:cubicBezTo>
                <a:cubicBezTo>
                  <a:pt x="447824" y="44448"/>
                  <a:pt x="444120" y="45503"/>
                  <a:pt x="440719" y="47612"/>
                </a:cubicBezTo>
                <a:cubicBezTo>
                  <a:pt x="437319" y="49721"/>
                  <a:pt x="434854" y="52806"/>
                  <a:pt x="433325" y="56865"/>
                </a:cubicBezTo>
                <a:cubicBezTo>
                  <a:pt x="431795" y="60925"/>
                  <a:pt x="431031" y="66778"/>
                  <a:pt x="431031" y="74423"/>
                </a:cubicBezTo>
                <a:lnTo>
                  <a:pt x="431031" y="118002"/>
                </a:lnTo>
                <a:lnTo>
                  <a:pt x="416795" y="118002"/>
                </a:lnTo>
                <a:close/>
                <a:moveTo>
                  <a:pt x="609333" y="90953"/>
                </a:moveTo>
                <a:lnTo>
                  <a:pt x="624043" y="92772"/>
                </a:lnTo>
                <a:cubicBezTo>
                  <a:pt x="621723" y="101367"/>
                  <a:pt x="617426" y="108037"/>
                  <a:pt x="611152" y="112782"/>
                </a:cubicBezTo>
                <a:cubicBezTo>
                  <a:pt x="604877" y="117527"/>
                  <a:pt x="596863" y="119900"/>
                  <a:pt x="587109" y="119900"/>
                </a:cubicBezTo>
                <a:cubicBezTo>
                  <a:pt x="574823" y="119900"/>
                  <a:pt x="565082" y="116117"/>
                  <a:pt x="557885" y="108551"/>
                </a:cubicBezTo>
                <a:cubicBezTo>
                  <a:pt x="550688" y="100984"/>
                  <a:pt x="547089" y="90373"/>
                  <a:pt x="547089" y="76717"/>
                </a:cubicBezTo>
                <a:cubicBezTo>
                  <a:pt x="547089" y="62586"/>
                  <a:pt x="550727" y="51619"/>
                  <a:pt x="558004" y="43816"/>
                </a:cubicBezTo>
                <a:cubicBezTo>
                  <a:pt x="565280" y="36012"/>
                  <a:pt x="574718" y="32110"/>
                  <a:pt x="586318" y="32110"/>
                </a:cubicBezTo>
                <a:cubicBezTo>
                  <a:pt x="597548" y="32110"/>
                  <a:pt x="606723" y="35933"/>
                  <a:pt x="613841" y="43578"/>
                </a:cubicBezTo>
                <a:cubicBezTo>
                  <a:pt x="620959" y="51224"/>
                  <a:pt x="624518" y="61980"/>
                  <a:pt x="624518" y="75847"/>
                </a:cubicBezTo>
                <a:cubicBezTo>
                  <a:pt x="624518" y="76691"/>
                  <a:pt x="624492" y="77956"/>
                  <a:pt x="624439" y="79643"/>
                </a:cubicBezTo>
                <a:lnTo>
                  <a:pt x="561800" y="79643"/>
                </a:lnTo>
                <a:cubicBezTo>
                  <a:pt x="562327" y="88870"/>
                  <a:pt x="564937" y="95936"/>
                  <a:pt x="569630" y="100839"/>
                </a:cubicBezTo>
                <a:cubicBezTo>
                  <a:pt x="574322" y="105743"/>
                  <a:pt x="580175" y="108195"/>
                  <a:pt x="587188" y="108195"/>
                </a:cubicBezTo>
                <a:cubicBezTo>
                  <a:pt x="592408" y="108195"/>
                  <a:pt x="596863" y="106824"/>
                  <a:pt x="600554" y="104082"/>
                </a:cubicBezTo>
                <a:cubicBezTo>
                  <a:pt x="604245" y="101340"/>
                  <a:pt x="607171" y="96964"/>
                  <a:pt x="609333" y="90953"/>
                </a:cubicBezTo>
                <a:moveTo>
                  <a:pt x="562591" y="67938"/>
                </a:moveTo>
                <a:lnTo>
                  <a:pt x="609491" y="67938"/>
                </a:lnTo>
                <a:cubicBezTo>
                  <a:pt x="608858" y="60873"/>
                  <a:pt x="607066" y="55574"/>
                  <a:pt x="604113" y="52041"/>
                </a:cubicBezTo>
                <a:cubicBezTo>
                  <a:pt x="599578" y="46557"/>
                  <a:pt x="593699" y="43816"/>
                  <a:pt x="586476" y="43816"/>
                </a:cubicBezTo>
                <a:cubicBezTo>
                  <a:pt x="579938" y="43816"/>
                  <a:pt x="574441" y="46004"/>
                  <a:pt x="569986" y="50380"/>
                </a:cubicBezTo>
                <a:cubicBezTo>
                  <a:pt x="565530" y="54756"/>
                  <a:pt x="563065" y="60609"/>
                  <a:pt x="562591" y="67938"/>
                </a:cubicBezTo>
                <a:close/>
                <a:moveTo>
                  <a:pt x="641196" y="118002"/>
                </a:moveTo>
                <a:lnTo>
                  <a:pt x="641196" y="34009"/>
                </a:lnTo>
                <a:lnTo>
                  <a:pt x="654009" y="34009"/>
                </a:lnTo>
                <a:lnTo>
                  <a:pt x="654009" y="45951"/>
                </a:lnTo>
                <a:cubicBezTo>
                  <a:pt x="660178" y="36724"/>
                  <a:pt x="669088" y="32110"/>
                  <a:pt x="680741" y="32110"/>
                </a:cubicBezTo>
                <a:cubicBezTo>
                  <a:pt x="685803" y="32110"/>
                  <a:pt x="690456" y="33020"/>
                  <a:pt x="694700" y="34839"/>
                </a:cubicBezTo>
                <a:cubicBezTo>
                  <a:pt x="698945" y="36658"/>
                  <a:pt x="702121" y="39044"/>
                  <a:pt x="704230" y="41997"/>
                </a:cubicBezTo>
                <a:cubicBezTo>
                  <a:pt x="706340" y="44949"/>
                  <a:pt x="707816" y="48456"/>
                  <a:pt x="708660" y="52516"/>
                </a:cubicBezTo>
                <a:cubicBezTo>
                  <a:pt x="709187" y="55152"/>
                  <a:pt x="709450" y="59765"/>
                  <a:pt x="709450" y="66356"/>
                </a:cubicBezTo>
                <a:lnTo>
                  <a:pt x="709450" y="118002"/>
                </a:lnTo>
                <a:lnTo>
                  <a:pt x="695214" y="118002"/>
                </a:lnTo>
                <a:lnTo>
                  <a:pt x="695214" y="66910"/>
                </a:lnTo>
                <a:cubicBezTo>
                  <a:pt x="695214" y="61110"/>
                  <a:pt x="694661" y="56773"/>
                  <a:pt x="693553" y="53900"/>
                </a:cubicBezTo>
                <a:cubicBezTo>
                  <a:pt x="692446" y="51026"/>
                  <a:pt x="690482" y="48732"/>
                  <a:pt x="687661" y="47019"/>
                </a:cubicBezTo>
                <a:cubicBezTo>
                  <a:pt x="684840" y="45305"/>
                  <a:pt x="681532" y="44448"/>
                  <a:pt x="677735" y="44448"/>
                </a:cubicBezTo>
                <a:cubicBezTo>
                  <a:pt x="671672" y="44448"/>
                  <a:pt x="666439" y="46373"/>
                  <a:pt x="662036" y="50222"/>
                </a:cubicBezTo>
                <a:cubicBezTo>
                  <a:pt x="657633" y="54071"/>
                  <a:pt x="655432" y="61374"/>
                  <a:pt x="655432" y="72130"/>
                </a:cubicBezTo>
                <a:lnTo>
                  <a:pt x="655432" y="118002"/>
                </a:lnTo>
                <a:lnTo>
                  <a:pt x="641196" y="118002"/>
                </a:lnTo>
                <a:close/>
                <a:moveTo>
                  <a:pt x="761641" y="105268"/>
                </a:moveTo>
                <a:lnTo>
                  <a:pt x="763697" y="117844"/>
                </a:lnTo>
                <a:cubicBezTo>
                  <a:pt x="759690" y="118687"/>
                  <a:pt x="756104" y="119109"/>
                  <a:pt x="752941" y="119109"/>
                </a:cubicBezTo>
                <a:cubicBezTo>
                  <a:pt x="747773" y="119109"/>
                  <a:pt x="743766" y="118292"/>
                  <a:pt x="740919" y="116657"/>
                </a:cubicBezTo>
                <a:cubicBezTo>
                  <a:pt x="738072" y="115023"/>
                  <a:pt x="736068" y="112874"/>
                  <a:pt x="734908" y="110211"/>
                </a:cubicBezTo>
                <a:cubicBezTo>
                  <a:pt x="733748" y="107549"/>
                  <a:pt x="733168" y="101947"/>
                  <a:pt x="733168" y="93405"/>
                </a:cubicBezTo>
                <a:lnTo>
                  <a:pt x="733168" y="45081"/>
                </a:lnTo>
                <a:lnTo>
                  <a:pt x="722728" y="45081"/>
                </a:lnTo>
                <a:lnTo>
                  <a:pt x="722728" y="34009"/>
                </a:lnTo>
                <a:lnTo>
                  <a:pt x="733168" y="34009"/>
                </a:lnTo>
                <a:lnTo>
                  <a:pt x="733168" y="13208"/>
                </a:lnTo>
                <a:lnTo>
                  <a:pt x="747325" y="4666"/>
                </a:lnTo>
                <a:lnTo>
                  <a:pt x="747325" y="34009"/>
                </a:lnTo>
                <a:lnTo>
                  <a:pt x="761641" y="34009"/>
                </a:lnTo>
                <a:lnTo>
                  <a:pt x="761641" y="45081"/>
                </a:lnTo>
                <a:lnTo>
                  <a:pt x="747325" y="45081"/>
                </a:lnTo>
                <a:lnTo>
                  <a:pt x="747325" y="94196"/>
                </a:lnTo>
                <a:cubicBezTo>
                  <a:pt x="747325" y="98256"/>
                  <a:pt x="747576" y="100866"/>
                  <a:pt x="748077" y="102026"/>
                </a:cubicBezTo>
                <a:cubicBezTo>
                  <a:pt x="748578" y="103186"/>
                  <a:pt x="749395" y="104108"/>
                  <a:pt x="750528" y="104794"/>
                </a:cubicBezTo>
                <a:cubicBezTo>
                  <a:pt x="751662" y="105479"/>
                  <a:pt x="753283" y="105822"/>
                  <a:pt x="755392" y="105822"/>
                </a:cubicBezTo>
                <a:cubicBezTo>
                  <a:pt x="756974" y="105822"/>
                  <a:pt x="759057" y="105637"/>
                  <a:pt x="761641" y="105268"/>
                </a:cubicBezTo>
                <a:close/>
                <a:moveTo>
                  <a:pt x="780141" y="50222"/>
                </a:moveTo>
                <a:lnTo>
                  <a:pt x="780141" y="34009"/>
                </a:lnTo>
                <a:lnTo>
                  <a:pt x="796355" y="34009"/>
                </a:lnTo>
                <a:lnTo>
                  <a:pt x="796355" y="50222"/>
                </a:lnTo>
                <a:lnTo>
                  <a:pt x="780141" y="50222"/>
                </a:lnTo>
                <a:moveTo>
                  <a:pt x="780141" y="118002"/>
                </a:moveTo>
                <a:lnTo>
                  <a:pt x="780141" y="101788"/>
                </a:lnTo>
                <a:lnTo>
                  <a:pt x="796355" y="101788"/>
                </a:lnTo>
                <a:lnTo>
                  <a:pt x="796355" y="118002"/>
                </a:lnTo>
                <a:lnTo>
                  <a:pt x="780141" y="118002"/>
                </a:lnTo>
                <a:close/>
                <a:moveTo>
                  <a:pt x="868616" y="118002"/>
                </a:moveTo>
                <a:lnTo>
                  <a:pt x="868616" y="2056"/>
                </a:lnTo>
                <a:lnTo>
                  <a:pt x="891710" y="2056"/>
                </a:lnTo>
                <a:lnTo>
                  <a:pt x="919154" y="84151"/>
                </a:lnTo>
                <a:cubicBezTo>
                  <a:pt x="921685" y="91797"/>
                  <a:pt x="923531" y="97518"/>
                  <a:pt x="924691" y="101314"/>
                </a:cubicBezTo>
                <a:cubicBezTo>
                  <a:pt x="926009" y="97096"/>
                  <a:pt x="928065" y="90900"/>
                  <a:pt x="930860" y="82728"/>
                </a:cubicBezTo>
                <a:lnTo>
                  <a:pt x="958620" y="2056"/>
                </a:lnTo>
                <a:lnTo>
                  <a:pt x="979262" y="2056"/>
                </a:lnTo>
                <a:lnTo>
                  <a:pt x="979262" y="118002"/>
                </a:lnTo>
                <a:lnTo>
                  <a:pt x="964473" y="118002"/>
                </a:lnTo>
                <a:lnTo>
                  <a:pt x="964473" y="20959"/>
                </a:lnTo>
                <a:lnTo>
                  <a:pt x="930780" y="118002"/>
                </a:lnTo>
                <a:lnTo>
                  <a:pt x="916940" y="118002"/>
                </a:lnTo>
                <a:lnTo>
                  <a:pt x="883406" y="19298"/>
                </a:lnTo>
                <a:lnTo>
                  <a:pt x="883406" y="118002"/>
                </a:lnTo>
                <a:lnTo>
                  <a:pt x="868616" y="118002"/>
                </a:lnTo>
                <a:close/>
                <a:moveTo>
                  <a:pt x="1003907" y="118002"/>
                </a:moveTo>
                <a:lnTo>
                  <a:pt x="1003907" y="2056"/>
                </a:lnTo>
                <a:lnTo>
                  <a:pt x="1019645" y="2056"/>
                </a:lnTo>
                <a:lnTo>
                  <a:pt x="1080544" y="93089"/>
                </a:lnTo>
                <a:lnTo>
                  <a:pt x="1080544" y="2056"/>
                </a:lnTo>
                <a:lnTo>
                  <a:pt x="1095255" y="2056"/>
                </a:lnTo>
                <a:lnTo>
                  <a:pt x="1095255" y="118002"/>
                </a:lnTo>
                <a:lnTo>
                  <a:pt x="1079516" y="118002"/>
                </a:lnTo>
                <a:lnTo>
                  <a:pt x="1018617" y="26890"/>
                </a:lnTo>
                <a:lnTo>
                  <a:pt x="1018617" y="118002"/>
                </a:lnTo>
                <a:lnTo>
                  <a:pt x="1003907" y="118002"/>
                </a:lnTo>
                <a:close/>
                <a:moveTo>
                  <a:pt x="1115746" y="61532"/>
                </a:moveTo>
                <a:cubicBezTo>
                  <a:pt x="1115746" y="42287"/>
                  <a:pt x="1120913" y="27220"/>
                  <a:pt x="1131247" y="16332"/>
                </a:cubicBezTo>
                <a:cubicBezTo>
                  <a:pt x="1141582" y="5444"/>
                  <a:pt x="1154922" y="0"/>
                  <a:pt x="1171267" y="0"/>
                </a:cubicBezTo>
                <a:cubicBezTo>
                  <a:pt x="1181970" y="0"/>
                  <a:pt x="1191619" y="2557"/>
                  <a:pt x="1200214" y="7672"/>
                </a:cubicBezTo>
                <a:cubicBezTo>
                  <a:pt x="1208808" y="12786"/>
                  <a:pt x="1215359" y="19917"/>
                  <a:pt x="1219867" y="29065"/>
                </a:cubicBezTo>
                <a:cubicBezTo>
                  <a:pt x="1224376" y="38213"/>
                  <a:pt x="1226630" y="48587"/>
                  <a:pt x="1226630" y="60187"/>
                </a:cubicBezTo>
                <a:cubicBezTo>
                  <a:pt x="1226630" y="71945"/>
                  <a:pt x="1224257" y="82464"/>
                  <a:pt x="1219512" y="91744"/>
                </a:cubicBezTo>
                <a:cubicBezTo>
                  <a:pt x="1214766" y="101024"/>
                  <a:pt x="1208044" y="108050"/>
                  <a:pt x="1199344" y="112821"/>
                </a:cubicBezTo>
                <a:cubicBezTo>
                  <a:pt x="1190644" y="117593"/>
                  <a:pt x="1181258" y="119979"/>
                  <a:pt x="1171188" y="119979"/>
                </a:cubicBezTo>
                <a:cubicBezTo>
                  <a:pt x="1160273" y="119979"/>
                  <a:pt x="1150519" y="117343"/>
                  <a:pt x="1141925" y="112070"/>
                </a:cubicBezTo>
                <a:cubicBezTo>
                  <a:pt x="1133330" y="106797"/>
                  <a:pt x="1126818" y="99600"/>
                  <a:pt x="1122389" y="90479"/>
                </a:cubicBezTo>
                <a:cubicBezTo>
                  <a:pt x="1117960" y="81357"/>
                  <a:pt x="1115746" y="71708"/>
                  <a:pt x="1115746" y="61532"/>
                </a:cubicBezTo>
                <a:moveTo>
                  <a:pt x="1131564" y="61769"/>
                </a:moveTo>
                <a:cubicBezTo>
                  <a:pt x="1131564" y="75742"/>
                  <a:pt x="1135321" y="86748"/>
                  <a:pt x="1142834" y="94789"/>
                </a:cubicBezTo>
                <a:cubicBezTo>
                  <a:pt x="1150348" y="102830"/>
                  <a:pt x="1159772" y="106850"/>
                  <a:pt x="1171109" y="106850"/>
                </a:cubicBezTo>
                <a:cubicBezTo>
                  <a:pt x="1182656" y="106850"/>
                  <a:pt x="1192160" y="102790"/>
                  <a:pt x="1199620" y="94670"/>
                </a:cubicBezTo>
                <a:cubicBezTo>
                  <a:pt x="1207081" y="86550"/>
                  <a:pt x="1210812" y="75030"/>
                  <a:pt x="1210812" y="60108"/>
                </a:cubicBezTo>
                <a:cubicBezTo>
                  <a:pt x="1210812" y="50670"/>
                  <a:pt x="1209217" y="42432"/>
                  <a:pt x="1206027" y="35393"/>
                </a:cubicBezTo>
                <a:cubicBezTo>
                  <a:pt x="1202837" y="28354"/>
                  <a:pt x="1198170" y="22896"/>
                  <a:pt x="1192028" y="19021"/>
                </a:cubicBezTo>
                <a:cubicBezTo>
                  <a:pt x="1185885" y="15146"/>
                  <a:pt x="1178991" y="13208"/>
                  <a:pt x="1171346" y="13208"/>
                </a:cubicBezTo>
                <a:cubicBezTo>
                  <a:pt x="1160484" y="13208"/>
                  <a:pt x="1151138" y="16938"/>
                  <a:pt x="1143309" y="24399"/>
                </a:cubicBezTo>
                <a:cubicBezTo>
                  <a:pt x="1135479" y="31860"/>
                  <a:pt x="1131564" y="44317"/>
                  <a:pt x="1131564" y="61769"/>
                </a:cubicBezTo>
                <a:close/>
                <a:moveTo>
                  <a:pt x="1314102" y="118002"/>
                </a:moveTo>
                <a:lnTo>
                  <a:pt x="1282150" y="34009"/>
                </a:lnTo>
                <a:lnTo>
                  <a:pt x="1297177" y="34009"/>
                </a:lnTo>
                <a:lnTo>
                  <a:pt x="1315209" y="84310"/>
                </a:lnTo>
                <a:cubicBezTo>
                  <a:pt x="1317160" y="89740"/>
                  <a:pt x="1318953" y="95382"/>
                  <a:pt x="1320587" y="101235"/>
                </a:cubicBezTo>
                <a:cubicBezTo>
                  <a:pt x="1321853" y="96806"/>
                  <a:pt x="1323619" y="91480"/>
                  <a:pt x="1325886" y="85259"/>
                </a:cubicBezTo>
                <a:lnTo>
                  <a:pt x="1344551" y="34009"/>
                </a:lnTo>
                <a:lnTo>
                  <a:pt x="1359183" y="34009"/>
                </a:lnTo>
                <a:lnTo>
                  <a:pt x="1327389" y="118002"/>
                </a:lnTo>
                <a:lnTo>
                  <a:pt x="1314102" y="118002"/>
                </a:lnTo>
                <a:close/>
                <a:moveTo>
                  <a:pt x="1429257" y="90953"/>
                </a:moveTo>
                <a:lnTo>
                  <a:pt x="1443967" y="92772"/>
                </a:lnTo>
                <a:cubicBezTo>
                  <a:pt x="1441647" y="101367"/>
                  <a:pt x="1437350" y="108037"/>
                  <a:pt x="1431076" y="112782"/>
                </a:cubicBezTo>
                <a:cubicBezTo>
                  <a:pt x="1424801" y="117527"/>
                  <a:pt x="1416787" y="119900"/>
                  <a:pt x="1407032" y="119900"/>
                </a:cubicBezTo>
                <a:cubicBezTo>
                  <a:pt x="1394747" y="119900"/>
                  <a:pt x="1385006" y="116117"/>
                  <a:pt x="1377809" y="108551"/>
                </a:cubicBezTo>
                <a:cubicBezTo>
                  <a:pt x="1370612" y="100984"/>
                  <a:pt x="1367013" y="90373"/>
                  <a:pt x="1367013" y="76717"/>
                </a:cubicBezTo>
                <a:cubicBezTo>
                  <a:pt x="1367013" y="62586"/>
                  <a:pt x="1370651" y="51619"/>
                  <a:pt x="1377927" y="43816"/>
                </a:cubicBezTo>
                <a:cubicBezTo>
                  <a:pt x="1385204" y="36012"/>
                  <a:pt x="1394642" y="32110"/>
                  <a:pt x="1406242" y="32110"/>
                </a:cubicBezTo>
                <a:cubicBezTo>
                  <a:pt x="1417472" y="32110"/>
                  <a:pt x="1426647" y="35933"/>
                  <a:pt x="1433765" y="43578"/>
                </a:cubicBezTo>
                <a:cubicBezTo>
                  <a:pt x="1440883" y="51224"/>
                  <a:pt x="1444442" y="61980"/>
                  <a:pt x="1444442" y="75847"/>
                </a:cubicBezTo>
                <a:cubicBezTo>
                  <a:pt x="1444442" y="76691"/>
                  <a:pt x="1444416" y="77956"/>
                  <a:pt x="1444363" y="79643"/>
                </a:cubicBezTo>
                <a:lnTo>
                  <a:pt x="1381724" y="79643"/>
                </a:lnTo>
                <a:cubicBezTo>
                  <a:pt x="1382251" y="88870"/>
                  <a:pt x="1384861" y="95936"/>
                  <a:pt x="1389554" y="100839"/>
                </a:cubicBezTo>
                <a:cubicBezTo>
                  <a:pt x="1394246" y="105743"/>
                  <a:pt x="1400099" y="108195"/>
                  <a:pt x="1407112" y="108195"/>
                </a:cubicBezTo>
                <a:cubicBezTo>
                  <a:pt x="1412331" y="108195"/>
                  <a:pt x="1416787" y="106824"/>
                  <a:pt x="1420478" y="104082"/>
                </a:cubicBezTo>
                <a:cubicBezTo>
                  <a:pt x="1424169" y="101340"/>
                  <a:pt x="1427095" y="96964"/>
                  <a:pt x="1429257" y="90953"/>
                </a:cubicBezTo>
                <a:moveTo>
                  <a:pt x="1382515" y="67938"/>
                </a:moveTo>
                <a:lnTo>
                  <a:pt x="1429415" y="67938"/>
                </a:lnTo>
                <a:cubicBezTo>
                  <a:pt x="1428782" y="60873"/>
                  <a:pt x="1426989" y="55574"/>
                  <a:pt x="1424037" y="52041"/>
                </a:cubicBezTo>
                <a:cubicBezTo>
                  <a:pt x="1419502" y="46557"/>
                  <a:pt x="1413623" y="43816"/>
                  <a:pt x="1406400" y="43816"/>
                </a:cubicBezTo>
                <a:cubicBezTo>
                  <a:pt x="1399862" y="43816"/>
                  <a:pt x="1394365" y="46004"/>
                  <a:pt x="1389910" y="50380"/>
                </a:cubicBezTo>
                <a:cubicBezTo>
                  <a:pt x="1385454" y="54756"/>
                  <a:pt x="1382989" y="60609"/>
                  <a:pt x="1382515" y="67938"/>
                </a:cubicBezTo>
                <a:close/>
                <a:moveTo>
                  <a:pt x="1461027" y="118002"/>
                </a:moveTo>
                <a:lnTo>
                  <a:pt x="1461027" y="34009"/>
                </a:lnTo>
                <a:lnTo>
                  <a:pt x="1473840" y="34009"/>
                </a:lnTo>
                <a:lnTo>
                  <a:pt x="1473840" y="46742"/>
                </a:lnTo>
                <a:cubicBezTo>
                  <a:pt x="1477109" y="40784"/>
                  <a:pt x="1480127" y="36856"/>
                  <a:pt x="1482895" y="34958"/>
                </a:cubicBezTo>
                <a:cubicBezTo>
                  <a:pt x="1485664" y="33059"/>
                  <a:pt x="1488709" y="32110"/>
                  <a:pt x="1492030" y="32110"/>
                </a:cubicBezTo>
                <a:cubicBezTo>
                  <a:pt x="1496828" y="32110"/>
                  <a:pt x="1501706" y="33639"/>
                  <a:pt x="1506662" y="36698"/>
                </a:cubicBezTo>
                <a:lnTo>
                  <a:pt x="1501758" y="49906"/>
                </a:lnTo>
                <a:cubicBezTo>
                  <a:pt x="1498278" y="47849"/>
                  <a:pt x="1494798" y="46821"/>
                  <a:pt x="1491319" y="46821"/>
                </a:cubicBezTo>
                <a:cubicBezTo>
                  <a:pt x="1488208" y="46821"/>
                  <a:pt x="1485413" y="47757"/>
                  <a:pt x="1482935" y="49629"/>
                </a:cubicBezTo>
                <a:cubicBezTo>
                  <a:pt x="1480457" y="51501"/>
                  <a:pt x="1478691" y="54097"/>
                  <a:pt x="1477636" y="57419"/>
                </a:cubicBezTo>
                <a:cubicBezTo>
                  <a:pt x="1476054" y="62481"/>
                  <a:pt x="1475263" y="68017"/>
                  <a:pt x="1475263" y="74028"/>
                </a:cubicBezTo>
                <a:lnTo>
                  <a:pt x="1475263" y="118002"/>
                </a:lnTo>
                <a:lnTo>
                  <a:pt x="1461027" y="118002"/>
                </a:lnTo>
                <a:close/>
                <a:moveTo>
                  <a:pt x="1515251" y="18428"/>
                </a:moveTo>
                <a:lnTo>
                  <a:pt x="1515251" y="2056"/>
                </a:lnTo>
                <a:lnTo>
                  <a:pt x="1529487" y="2056"/>
                </a:lnTo>
                <a:lnTo>
                  <a:pt x="1529487" y="18428"/>
                </a:lnTo>
                <a:lnTo>
                  <a:pt x="1515251" y="18428"/>
                </a:lnTo>
                <a:moveTo>
                  <a:pt x="1515251" y="118002"/>
                </a:moveTo>
                <a:lnTo>
                  <a:pt x="1515251" y="34009"/>
                </a:lnTo>
                <a:lnTo>
                  <a:pt x="1529487" y="34009"/>
                </a:lnTo>
                <a:lnTo>
                  <a:pt x="1529487" y="118002"/>
                </a:lnTo>
                <a:lnTo>
                  <a:pt x="1515251" y="118002"/>
                </a:lnTo>
                <a:close/>
                <a:moveTo>
                  <a:pt x="1554013" y="118002"/>
                </a:moveTo>
                <a:lnTo>
                  <a:pt x="1554013" y="45081"/>
                </a:lnTo>
                <a:lnTo>
                  <a:pt x="1541438" y="45081"/>
                </a:lnTo>
                <a:lnTo>
                  <a:pt x="1541438" y="34009"/>
                </a:lnTo>
                <a:lnTo>
                  <a:pt x="1554013" y="34009"/>
                </a:lnTo>
                <a:lnTo>
                  <a:pt x="1554013" y="25071"/>
                </a:lnTo>
                <a:cubicBezTo>
                  <a:pt x="1554013" y="19430"/>
                  <a:pt x="1554514" y="15238"/>
                  <a:pt x="1555516" y="12496"/>
                </a:cubicBezTo>
                <a:cubicBezTo>
                  <a:pt x="1556887" y="8805"/>
                  <a:pt x="1559299" y="5813"/>
                  <a:pt x="1562752" y="3519"/>
                </a:cubicBezTo>
                <a:cubicBezTo>
                  <a:pt x="1566206" y="1226"/>
                  <a:pt x="1571044" y="79"/>
                  <a:pt x="1577265" y="79"/>
                </a:cubicBezTo>
                <a:cubicBezTo>
                  <a:pt x="1581273" y="79"/>
                  <a:pt x="1585702" y="554"/>
                  <a:pt x="1590553" y="1503"/>
                </a:cubicBezTo>
                <a:lnTo>
                  <a:pt x="1588417" y="13920"/>
                </a:lnTo>
                <a:cubicBezTo>
                  <a:pt x="1585464" y="13393"/>
                  <a:pt x="1582670" y="13129"/>
                  <a:pt x="1580034" y="13129"/>
                </a:cubicBezTo>
                <a:cubicBezTo>
                  <a:pt x="1575710" y="13129"/>
                  <a:pt x="1572652" y="14052"/>
                  <a:pt x="1570859" y="15897"/>
                </a:cubicBezTo>
                <a:cubicBezTo>
                  <a:pt x="1569066" y="17742"/>
                  <a:pt x="1568170" y="21196"/>
                  <a:pt x="1568170" y="26258"/>
                </a:cubicBezTo>
                <a:lnTo>
                  <a:pt x="1568170" y="34009"/>
                </a:lnTo>
                <a:lnTo>
                  <a:pt x="1584542" y="34009"/>
                </a:lnTo>
                <a:lnTo>
                  <a:pt x="1584542" y="45081"/>
                </a:lnTo>
                <a:lnTo>
                  <a:pt x="1568170" y="45081"/>
                </a:lnTo>
                <a:lnTo>
                  <a:pt x="1568170" y="118002"/>
                </a:lnTo>
                <a:lnTo>
                  <a:pt x="1554013" y="118002"/>
                </a:lnTo>
                <a:close/>
                <a:moveTo>
                  <a:pt x="1596254" y="18428"/>
                </a:moveTo>
                <a:lnTo>
                  <a:pt x="1596254" y="2056"/>
                </a:lnTo>
                <a:lnTo>
                  <a:pt x="1610491" y="2056"/>
                </a:lnTo>
                <a:lnTo>
                  <a:pt x="1610491" y="18428"/>
                </a:lnTo>
                <a:lnTo>
                  <a:pt x="1596254" y="18428"/>
                </a:lnTo>
                <a:moveTo>
                  <a:pt x="1596254" y="118002"/>
                </a:moveTo>
                <a:lnTo>
                  <a:pt x="1596254" y="34009"/>
                </a:lnTo>
                <a:lnTo>
                  <a:pt x="1610491" y="34009"/>
                </a:lnTo>
                <a:lnTo>
                  <a:pt x="1610491" y="118002"/>
                </a:lnTo>
                <a:lnTo>
                  <a:pt x="1596254" y="118002"/>
                </a:lnTo>
                <a:close/>
                <a:moveTo>
                  <a:pt x="1689114" y="90953"/>
                </a:moveTo>
                <a:lnTo>
                  <a:pt x="1703825" y="92772"/>
                </a:lnTo>
                <a:cubicBezTo>
                  <a:pt x="1701505" y="101367"/>
                  <a:pt x="1697207" y="108037"/>
                  <a:pt x="1690933" y="112782"/>
                </a:cubicBezTo>
                <a:cubicBezTo>
                  <a:pt x="1684659" y="117527"/>
                  <a:pt x="1676644" y="119900"/>
                  <a:pt x="1666890" y="119900"/>
                </a:cubicBezTo>
                <a:cubicBezTo>
                  <a:pt x="1654605" y="119900"/>
                  <a:pt x="1644863" y="116117"/>
                  <a:pt x="1637666" y="108551"/>
                </a:cubicBezTo>
                <a:cubicBezTo>
                  <a:pt x="1630469" y="100984"/>
                  <a:pt x="1626870" y="90373"/>
                  <a:pt x="1626870" y="76717"/>
                </a:cubicBezTo>
                <a:cubicBezTo>
                  <a:pt x="1626870" y="62586"/>
                  <a:pt x="1630509" y="51619"/>
                  <a:pt x="1637785" y="43816"/>
                </a:cubicBezTo>
                <a:cubicBezTo>
                  <a:pt x="1645061" y="36012"/>
                  <a:pt x="1654499" y="32110"/>
                  <a:pt x="1666099" y="32110"/>
                </a:cubicBezTo>
                <a:cubicBezTo>
                  <a:pt x="1677330" y="32110"/>
                  <a:pt x="1686504" y="35933"/>
                  <a:pt x="1693622" y="43578"/>
                </a:cubicBezTo>
                <a:cubicBezTo>
                  <a:pt x="1700740" y="51224"/>
                  <a:pt x="1704299" y="61980"/>
                  <a:pt x="1704299" y="75847"/>
                </a:cubicBezTo>
                <a:cubicBezTo>
                  <a:pt x="1704299" y="76691"/>
                  <a:pt x="1704273" y="77956"/>
                  <a:pt x="1704220" y="79643"/>
                </a:cubicBezTo>
                <a:lnTo>
                  <a:pt x="1641581" y="79643"/>
                </a:lnTo>
                <a:cubicBezTo>
                  <a:pt x="1642108" y="88870"/>
                  <a:pt x="1644718" y="95936"/>
                  <a:pt x="1649411" y="100839"/>
                </a:cubicBezTo>
                <a:cubicBezTo>
                  <a:pt x="1654104" y="105743"/>
                  <a:pt x="1659956" y="108195"/>
                  <a:pt x="1666969" y="108195"/>
                </a:cubicBezTo>
                <a:cubicBezTo>
                  <a:pt x="1672189" y="108195"/>
                  <a:pt x="1676644" y="106824"/>
                  <a:pt x="1680335" y="104082"/>
                </a:cubicBezTo>
                <a:cubicBezTo>
                  <a:pt x="1684026" y="101340"/>
                  <a:pt x="1686952" y="96964"/>
                  <a:pt x="1689114" y="90953"/>
                </a:cubicBezTo>
                <a:moveTo>
                  <a:pt x="1642372" y="67938"/>
                </a:moveTo>
                <a:lnTo>
                  <a:pt x="1689272" y="67938"/>
                </a:lnTo>
                <a:cubicBezTo>
                  <a:pt x="1688639" y="60873"/>
                  <a:pt x="1686847" y="55574"/>
                  <a:pt x="1683894" y="52041"/>
                </a:cubicBezTo>
                <a:cubicBezTo>
                  <a:pt x="1679360" y="46557"/>
                  <a:pt x="1673481" y="43816"/>
                  <a:pt x="1666257" y="43816"/>
                </a:cubicBezTo>
                <a:cubicBezTo>
                  <a:pt x="1659719" y="43816"/>
                  <a:pt x="1654222" y="46004"/>
                  <a:pt x="1649767" y="50380"/>
                </a:cubicBezTo>
                <a:cubicBezTo>
                  <a:pt x="1645311" y="54756"/>
                  <a:pt x="1642847" y="60609"/>
                  <a:pt x="1642372" y="67938"/>
                </a:cubicBezTo>
                <a:close/>
                <a:moveTo>
                  <a:pt x="1715348" y="92930"/>
                </a:moveTo>
                <a:lnTo>
                  <a:pt x="1729426" y="90716"/>
                </a:lnTo>
                <a:cubicBezTo>
                  <a:pt x="1730217" y="96358"/>
                  <a:pt x="1732418" y="100681"/>
                  <a:pt x="1736030" y="103687"/>
                </a:cubicBezTo>
                <a:cubicBezTo>
                  <a:pt x="1739642" y="106692"/>
                  <a:pt x="1744690" y="108195"/>
                  <a:pt x="1751176" y="108195"/>
                </a:cubicBezTo>
                <a:cubicBezTo>
                  <a:pt x="1757714" y="108195"/>
                  <a:pt x="1762565" y="106863"/>
                  <a:pt x="1765728" y="104201"/>
                </a:cubicBezTo>
                <a:cubicBezTo>
                  <a:pt x="1768892" y="101538"/>
                  <a:pt x="1770474" y="98414"/>
                  <a:pt x="1770474" y="94829"/>
                </a:cubicBezTo>
                <a:cubicBezTo>
                  <a:pt x="1770474" y="91612"/>
                  <a:pt x="1769076" y="89081"/>
                  <a:pt x="1766282" y="87236"/>
                </a:cubicBezTo>
                <a:cubicBezTo>
                  <a:pt x="1764331" y="85970"/>
                  <a:pt x="1759480" y="84362"/>
                  <a:pt x="1751729" y="82411"/>
                </a:cubicBezTo>
                <a:cubicBezTo>
                  <a:pt x="1741290" y="79775"/>
                  <a:pt x="1734053" y="77495"/>
                  <a:pt x="1730019" y="75570"/>
                </a:cubicBezTo>
                <a:cubicBezTo>
                  <a:pt x="1725986" y="73646"/>
                  <a:pt x="1722928" y="70983"/>
                  <a:pt x="1720845" y="67582"/>
                </a:cubicBezTo>
                <a:cubicBezTo>
                  <a:pt x="1718762" y="64181"/>
                  <a:pt x="1717721" y="60425"/>
                  <a:pt x="1717721" y="56312"/>
                </a:cubicBezTo>
                <a:cubicBezTo>
                  <a:pt x="1717721" y="52568"/>
                  <a:pt x="1718578" y="49102"/>
                  <a:pt x="1720291" y="45912"/>
                </a:cubicBezTo>
                <a:cubicBezTo>
                  <a:pt x="1722005" y="42722"/>
                  <a:pt x="1724338" y="40072"/>
                  <a:pt x="1727291" y="37963"/>
                </a:cubicBezTo>
                <a:cubicBezTo>
                  <a:pt x="1729505" y="36329"/>
                  <a:pt x="1732524" y="34944"/>
                  <a:pt x="1736347" y="33811"/>
                </a:cubicBezTo>
                <a:cubicBezTo>
                  <a:pt x="1740169" y="32677"/>
                  <a:pt x="1744269" y="32110"/>
                  <a:pt x="1748645" y="32110"/>
                </a:cubicBezTo>
                <a:cubicBezTo>
                  <a:pt x="1755236" y="32110"/>
                  <a:pt x="1761023" y="33059"/>
                  <a:pt x="1766005" y="34958"/>
                </a:cubicBezTo>
                <a:cubicBezTo>
                  <a:pt x="1770988" y="36856"/>
                  <a:pt x="1774665" y="39426"/>
                  <a:pt x="1777038" y="42669"/>
                </a:cubicBezTo>
                <a:cubicBezTo>
                  <a:pt x="1779411" y="45912"/>
                  <a:pt x="1781045" y="50248"/>
                  <a:pt x="1781942" y="55679"/>
                </a:cubicBezTo>
                <a:lnTo>
                  <a:pt x="1768022" y="57577"/>
                </a:lnTo>
                <a:cubicBezTo>
                  <a:pt x="1767389" y="53254"/>
                  <a:pt x="1765557" y="49879"/>
                  <a:pt x="1762525" y="47454"/>
                </a:cubicBezTo>
                <a:cubicBezTo>
                  <a:pt x="1759493" y="45028"/>
                  <a:pt x="1755209" y="43816"/>
                  <a:pt x="1749673" y="43816"/>
                </a:cubicBezTo>
                <a:cubicBezTo>
                  <a:pt x="1743135" y="43816"/>
                  <a:pt x="1738469" y="44897"/>
                  <a:pt x="1735674" y="47058"/>
                </a:cubicBezTo>
                <a:cubicBezTo>
                  <a:pt x="1732880" y="49220"/>
                  <a:pt x="1731483" y="51751"/>
                  <a:pt x="1731483" y="54651"/>
                </a:cubicBezTo>
                <a:cubicBezTo>
                  <a:pt x="1731483" y="56496"/>
                  <a:pt x="1732063" y="58157"/>
                  <a:pt x="1733222" y="59634"/>
                </a:cubicBezTo>
                <a:cubicBezTo>
                  <a:pt x="1734382" y="61163"/>
                  <a:pt x="1736202" y="62428"/>
                  <a:pt x="1738680" y="63430"/>
                </a:cubicBezTo>
                <a:cubicBezTo>
                  <a:pt x="1740103" y="63957"/>
                  <a:pt x="1744295" y="65170"/>
                  <a:pt x="1751255" y="67068"/>
                </a:cubicBezTo>
                <a:cubicBezTo>
                  <a:pt x="1761326" y="69757"/>
                  <a:pt x="1768351" y="71958"/>
                  <a:pt x="1772332" y="73672"/>
                </a:cubicBezTo>
                <a:cubicBezTo>
                  <a:pt x="1776313" y="75386"/>
                  <a:pt x="1779437" y="77877"/>
                  <a:pt x="1781704" y="81146"/>
                </a:cubicBezTo>
                <a:cubicBezTo>
                  <a:pt x="1783972" y="84415"/>
                  <a:pt x="1785105" y="88475"/>
                  <a:pt x="1785105" y="93326"/>
                </a:cubicBezTo>
                <a:cubicBezTo>
                  <a:pt x="1785105" y="98071"/>
                  <a:pt x="1783721" y="102540"/>
                  <a:pt x="1780953" y="106732"/>
                </a:cubicBezTo>
                <a:cubicBezTo>
                  <a:pt x="1778185" y="110923"/>
                  <a:pt x="1774191" y="114166"/>
                  <a:pt x="1768971" y="116460"/>
                </a:cubicBezTo>
                <a:cubicBezTo>
                  <a:pt x="1763751" y="118753"/>
                  <a:pt x="1757846" y="119900"/>
                  <a:pt x="1751255" y="119900"/>
                </a:cubicBezTo>
                <a:cubicBezTo>
                  <a:pt x="1740341" y="119900"/>
                  <a:pt x="1732023" y="117633"/>
                  <a:pt x="1726302" y="113098"/>
                </a:cubicBezTo>
                <a:cubicBezTo>
                  <a:pt x="1720581" y="108564"/>
                  <a:pt x="1716930" y="101841"/>
                  <a:pt x="1715348" y="92930"/>
                </a:cubicBezTo>
                <a:close/>
                <a:moveTo>
                  <a:pt x="1840127" y="118002"/>
                </a:moveTo>
                <a:lnTo>
                  <a:pt x="1840127" y="103766"/>
                </a:lnTo>
                <a:lnTo>
                  <a:pt x="1899524" y="29500"/>
                </a:lnTo>
                <a:cubicBezTo>
                  <a:pt x="1903742" y="24228"/>
                  <a:pt x="1907749" y="19641"/>
                  <a:pt x="1911545" y="15739"/>
                </a:cubicBezTo>
                <a:lnTo>
                  <a:pt x="1846850" y="15739"/>
                </a:lnTo>
                <a:lnTo>
                  <a:pt x="1846850" y="2056"/>
                </a:lnTo>
                <a:lnTo>
                  <a:pt x="1929894" y="2056"/>
                </a:lnTo>
                <a:lnTo>
                  <a:pt x="1929894" y="15739"/>
                </a:lnTo>
                <a:lnTo>
                  <a:pt x="1864803" y="96173"/>
                </a:lnTo>
                <a:lnTo>
                  <a:pt x="1857764" y="104319"/>
                </a:lnTo>
                <a:lnTo>
                  <a:pt x="1931792" y="104319"/>
                </a:lnTo>
                <a:lnTo>
                  <a:pt x="1931792" y="118002"/>
                </a:lnTo>
                <a:lnTo>
                  <a:pt x="1840127" y="118002"/>
                </a:lnTo>
                <a:close/>
                <a:moveTo>
                  <a:pt x="1948298" y="118002"/>
                </a:moveTo>
                <a:lnTo>
                  <a:pt x="1948298" y="2056"/>
                </a:lnTo>
                <a:lnTo>
                  <a:pt x="1963642" y="2056"/>
                </a:lnTo>
                <a:lnTo>
                  <a:pt x="1963642" y="59555"/>
                </a:lnTo>
                <a:lnTo>
                  <a:pt x="2021219" y="2056"/>
                </a:lnTo>
                <a:lnTo>
                  <a:pt x="2042020" y="2056"/>
                </a:lnTo>
                <a:lnTo>
                  <a:pt x="1993380" y="49036"/>
                </a:lnTo>
                <a:lnTo>
                  <a:pt x="2044155" y="118002"/>
                </a:lnTo>
                <a:lnTo>
                  <a:pt x="2023908" y="118002"/>
                </a:lnTo>
                <a:lnTo>
                  <a:pt x="1982623" y="59317"/>
                </a:lnTo>
                <a:lnTo>
                  <a:pt x="1963642" y="77824"/>
                </a:lnTo>
                <a:lnTo>
                  <a:pt x="1963642" y="118002"/>
                </a:lnTo>
                <a:lnTo>
                  <a:pt x="1948298" y="118002"/>
                </a:lnTo>
                <a:close/>
                <a:moveTo>
                  <a:pt x="2100649" y="150191"/>
                </a:moveTo>
                <a:lnTo>
                  <a:pt x="2100649" y="34009"/>
                </a:lnTo>
                <a:lnTo>
                  <a:pt x="2113619" y="34009"/>
                </a:lnTo>
                <a:lnTo>
                  <a:pt x="2113619" y="44923"/>
                </a:lnTo>
                <a:cubicBezTo>
                  <a:pt x="2116678" y="40652"/>
                  <a:pt x="2120131" y="37449"/>
                  <a:pt x="2123980" y="35314"/>
                </a:cubicBezTo>
                <a:cubicBezTo>
                  <a:pt x="2127829" y="33178"/>
                  <a:pt x="2132495" y="32110"/>
                  <a:pt x="2137979" y="32110"/>
                </a:cubicBezTo>
                <a:cubicBezTo>
                  <a:pt x="2145150" y="32110"/>
                  <a:pt x="2151477" y="33956"/>
                  <a:pt x="2156961" y="37647"/>
                </a:cubicBezTo>
                <a:cubicBezTo>
                  <a:pt x="2162444" y="41338"/>
                  <a:pt x="2166583" y="46544"/>
                  <a:pt x="2169378" y="53267"/>
                </a:cubicBezTo>
                <a:cubicBezTo>
                  <a:pt x="2172172" y="59990"/>
                  <a:pt x="2173569" y="67358"/>
                  <a:pt x="2173569" y="75372"/>
                </a:cubicBezTo>
                <a:cubicBezTo>
                  <a:pt x="2173569" y="83967"/>
                  <a:pt x="2172027" y="91704"/>
                  <a:pt x="2168943" y="98585"/>
                </a:cubicBezTo>
                <a:cubicBezTo>
                  <a:pt x="2165858" y="105466"/>
                  <a:pt x="2161376" y="110739"/>
                  <a:pt x="2155497" y="114403"/>
                </a:cubicBezTo>
                <a:cubicBezTo>
                  <a:pt x="2149618" y="118068"/>
                  <a:pt x="2143436" y="119900"/>
                  <a:pt x="2136951" y="119900"/>
                </a:cubicBezTo>
                <a:cubicBezTo>
                  <a:pt x="2132205" y="119900"/>
                  <a:pt x="2127948" y="118898"/>
                  <a:pt x="2124178" y="116895"/>
                </a:cubicBezTo>
                <a:cubicBezTo>
                  <a:pt x="2120408" y="114891"/>
                  <a:pt x="2117310" y="112360"/>
                  <a:pt x="2114885" y="109302"/>
                </a:cubicBezTo>
                <a:lnTo>
                  <a:pt x="2114885" y="150191"/>
                </a:lnTo>
                <a:lnTo>
                  <a:pt x="2100649" y="150191"/>
                </a:lnTo>
                <a:moveTo>
                  <a:pt x="2113540" y="76480"/>
                </a:moveTo>
                <a:cubicBezTo>
                  <a:pt x="2113540" y="87289"/>
                  <a:pt x="2115728" y="95277"/>
                  <a:pt x="2120105" y="100444"/>
                </a:cubicBezTo>
                <a:cubicBezTo>
                  <a:pt x="2124481" y="105611"/>
                  <a:pt x="2129780" y="108195"/>
                  <a:pt x="2136002" y="108195"/>
                </a:cubicBezTo>
                <a:cubicBezTo>
                  <a:pt x="2142329" y="108195"/>
                  <a:pt x="2147747" y="105519"/>
                  <a:pt x="2152255" y="100167"/>
                </a:cubicBezTo>
                <a:cubicBezTo>
                  <a:pt x="2156763" y="94815"/>
                  <a:pt x="2159017" y="86524"/>
                  <a:pt x="2159017" y="75293"/>
                </a:cubicBezTo>
                <a:cubicBezTo>
                  <a:pt x="2159017" y="64590"/>
                  <a:pt x="2156816" y="56575"/>
                  <a:pt x="2152413" y="51250"/>
                </a:cubicBezTo>
                <a:cubicBezTo>
                  <a:pt x="2148010" y="45925"/>
                  <a:pt x="2142751" y="43262"/>
                  <a:pt x="2136635" y="43262"/>
                </a:cubicBezTo>
                <a:cubicBezTo>
                  <a:pt x="2130571" y="43262"/>
                  <a:pt x="2125206" y="46096"/>
                  <a:pt x="2120540" y="51764"/>
                </a:cubicBezTo>
                <a:cubicBezTo>
                  <a:pt x="2115873" y="57432"/>
                  <a:pt x="2113540" y="65671"/>
                  <a:pt x="2113540" y="76480"/>
                </a:cubicBezTo>
                <a:close/>
                <a:moveTo>
                  <a:pt x="2189917" y="118002"/>
                </a:moveTo>
                <a:lnTo>
                  <a:pt x="2189917" y="34009"/>
                </a:lnTo>
                <a:lnTo>
                  <a:pt x="2202730" y="34009"/>
                </a:lnTo>
                <a:lnTo>
                  <a:pt x="2202730" y="46742"/>
                </a:lnTo>
                <a:cubicBezTo>
                  <a:pt x="2205999" y="40784"/>
                  <a:pt x="2209018" y="36856"/>
                  <a:pt x="2211786" y="34958"/>
                </a:cubicBezTo>
                <a:cubicBezTo>
                  <a:pt x="2214554" y="33059"/>
                  <a:pt x="2217599" y="32110"/>
                  <a:pt x="2220921" y="32110"/>
                </a:cubicBezTo>
                <a:cubicBezTo>
                  <a:pt x="2225719" y="32110"/>
                  <a:pt x="2230596" y="33639"/>
                  <a:pt x="2235552" y="36698"/>
                </a:cubicBezTo>
                <a:lnTo>
                  <a:pt x="2230649" y="49906"/>
                </a:lnTo>
                <a:cubicBezTo>
                  <a:pt x="2227169" y="47849"/>
                  <a:pt x="2223689" y="46821"/>
                  <a:pt x="2220209" y="46821"/>
                </a:cubicBezTo>
                <a:cubicBezTo>
                  <a:pt x="2217098" y="46821"/>
                  <a:pt x="2214303" y="47757"/>
                  <a:pt x="2211825" y="49629"/>
                </a:cubicBezTo>
                <a:cubicBezTo>
                  <a:pt x="2209347" y="51501"/>
                  <a:pt x="2207581" y="54097"/>
                  <a:pt x="2206526" y="57419"/>
                </a:cubicBezTo>
                <a:cubicBezTo>
                  <a:pt x="2204944" y="62481"/>
                  <a:pt x="2204154" y="68017"/>
                  <a:pt x="2204154" y="74028"/>
                </a:cubicBezTo>
                <a:lnTo>
                  <a:pt x="2204154" y="118002"/>
                </a:lnTo>
                <a:lnTo>
                  <a:pt x="2189917" y="118002"/>
                </a:lnTo>
                <a:close/>
                <a:moveTo>
                  <a:pt x="2238730" y="76005"/>
                </a:moveTo>
                <a:cubicBezTo>
                  <a:pt x="2238730" y="60451"/>
                  <a:pt x="2243054" y="48930"/>
                  <a:pt x="2251701" y="41443"/>
                </a:cubicBezTo>
                <a:cubicBezTo>
                  <a:pt x="2258925" y="35221"/>
                  <a:pt x="2267730" y="32110"/>
                  <a:pt x="2278117" y="32110"/>
                </a:cubicBezTo>
                <a:cubicBezTo>
                  <a:pt x="2289664" y="32110"/>
                  <a:pt x="2299102" y="35894"/>
                  <a:pt x="2306431" y="43460"/>
                </a:cubicBezTo>
                <a:cubicBezTo>
                  <a:pt x="2313760" y="51026"/>
                  <a:pt x="2317425" y="61479"/>
                  <a:pt x="2317425" y="74819"/>
                </a:cubicBezTo>
                <a:cubicBezTo>
                  <a:pt x="2317425" y="85628"/>
                  <a:pt x="2315803" y="94130"/>
                  <a:pt x="2312561" y="100325"/>
                </a:cubicBezTo>
                <a:cubicBezTo>
                  <a:pt x="2309318" y="106521"/>
                  <a:pt x="2304599" y="111332"/>
                  <a:pt x="2298404" y="114759"/>
                </a:cubicBezTo>
                <a:cubicBezTo>
                  <a:pt x="2292208" y="118186"/>
                  <a:pt x="2285446" y="119900"/>
                  <a:pt x="2278117" y="119900"/>
                </a:cubicBezTo>
                <a:cubicBezTo>
                  <a:pt x="2266359" y="119900"/>
                  <a:pt x="2256855" y="116130"/>
                  <a:pt x="2249605" y="108590"/>
                </a:cubicBezTo>
                <a:cubicBezTo>
                  <a:pt x="2242355" y="101050"/>
                  <a:pt x="2238730" y="90189"/>
                  <a:pt x="2238730" y="76005"/>
                </a:cubicBezTo>
                <a:moveTo>
                  <a:pt x="2253362" y="76005"/>
                </a:moveTo>
                <a:cubicBezTo>
                  <a:pt x="2253362" y="86761"/>
                  <a:pt x="2255708" y="94815"/>
                  <a:pt x="2260401" y="100167"/>
                </a:cubicBezTo>
                <a:cubicBezTo>
                  <a:pt x="2265094" y="105519"/>
                  <a:pt x="2270999" y="108195"/>
                  <a:pt x="2278117" y="108195"/>
                </a:cubicBezTo>
                <a:cubicBezTo>
                  <a:pt x="2285182" y="108195"/>
                  <a:pt x="2291061" y="105506"/>
                  <a:pt x="2295754" y="100128"/>
                </a:cubicBezTo>
                <a:cubicBezTo>
                  <a:pt x="2300447" y="94749"/>
                  <a:pt x="2302793" y="86550"/>
                  <a:pt x="2302793" y="75531"/>
                </a:cubicBezTo>
                <a:cubicBezTo>
                  <a:pt x="2302793" y="65144"/>
                  <a:pt x="2300434" y="57274"/>
                  <a:pt x="2295715" y="51922"/>
                </a:cubicBezTo>
                <a:cubicBezTo>
                  <a:pt x="2290996" y="46571"/>
                  <a:pt x="2285130" y="43895"/>
                  <a:pt x="2278117" y="43895"/>
                </a:cubicBezTo>
                <a:cubicBezTo>
                  <a:pt x="2270999" y="43895"/>
                  <a:pt x="2265094" y="46557"/>
                  <a:pt x="2260401" y="51883"/>
                </a:cubicBezTo>
                <a:cubicBezTo>
                  <a:pt x="2255708" y="57208"/>
                  <a:pt x="2253362" y="65249"/>
                  <a:pt x="2253362" y="76005"/>
                </a:cubicBezTo>
                <a:close/>
                <a:moveTo>
                  <a:pt x="2328157" y="76005"/>
                </a:moveTo>
                <a:cubicBezTo>
                  <a:pt x="2328157" y="60451"/>
                  <a:pt x="2332481" y="48930"/>
                  <a:pt x="2341128" y="41443"/>
                </a:cubicBezTo>
                <a:cubicBezTo>
                  <a:pt x="2348352" y="35221"/>
                  <a:pt x="2357157" y="32110"/>
                  <a:pt x="2367544" y="32110"/>
                </a:cubicBezTo>
                <a:cubicBezTo>
                  <a:pt x="2379091" y="32110"/>
                  <a:pt x="2388529" y="35894"/>
                  <a:pt x="2395858" y="43460"/>
                </a:cubicBezTo>
                <a:cubicBezTo>
                  <a:pt x="2403187" y="51026"/>
                  <a:pt x="2406852" y="61479"/>
                  <a:pt x="2406852" y="74819"/>
                </a:cubicBezTo>
                <a:cubicBezTo>
                  <a:pt x="2406852" y="85628"/>
                  <a:pt x="2405230" y="94130"/>
                  <a:pt x="2401988" y="100325"/>
                </a:cubicBezTo>
                <a:cubicBezTo>
                  <a:pt x="2398745" y="106521"/>
                  <a:pt x="2394026" y="111332"/>
                  <a:pt x="2387831" y="114759"/>
                </a:cubicBezTo>
                <a:cubicBezTo>
                  <a:pt x="2381635" y="118186"/>
                  <a:pt x="2374873" y="119900"/>
                  <a:pt x="2367544" y="119900"/>
                </a:cubicBezTo>
                <a:cubicBezTo>
                  <a:pt x="2355786" y="119900"/>
                  <a:pt x="2346282" y="116130"/>
                  <a:pt x="2339032" y="108590"/>
                </a:cubicBezTo>
                <a:cubicBezTo>
                  <a:pt x="2331782" y="101050"/>
                  <a:pt x="2328157" y="90189"/>
                  <a:pt x="2328157" y="76005"/>
                </a:cubicBezTo>
                <a:moveTo>
                  <a:pt x="2342789" y="76005"/>
                </a:moveTo>
                <a:cubicBezTo>
                  <a:pt x="2342789" y="86761"/>
                  <a:pt x="2345135" y="94815"/>
                  <a:pt x="2349828" y="100167"/>
                </a:cubicBezTo>
                <a:cubicBezTo>
                  <a:pt x="2354521" y="105519"/>
                  <a:pt x="2360426" y="108195"/>
                  <a:pt x="2367544" y="108195"/>
                </a:cubicBezTo>
                <a:cubicBezTo>
                  <a:pt x="2374609" y="108195"/>
                  <a:pt x="2380488" y="105506"/>
                  <a:pt x="2385181" y="100128"/>
                </a:cubicBezTo>
                <a:cubicBezTo>
                  <a:pt x="2389874" y="94749"/>
                  <a:pt x="2392220" y="86550"/>
                  <a:pt x="2392220" y="75531"/>
                </a:cubicBezTo>
                <a:cubicBezTo>
                  <a:pt x="2392220" y="65144"/>
                  <a:pt x="2389860" y="57274"/>
                  <a:pt x="2385141" y="51922"/>
                </a:cubicBezTo>
                <a:cubicBezTo>
                  <a:pt x="2380422" y="46571"/>
                  <a:pt x="2374557" y="43895"/>
                  <a:pt x="2367544" y="43895"/>
                </a:cubicBezTo>
                <a:cubicBezTo>
                  <a:pt x="2360426" y="43895"/>
                  <a:pt x="2354521" y="46557"/>
                  <a:pt x="2349828" y="51883"/>
                </a:cubicBezTo>
                <a:cubicBezTo>
                  <a:pt x="2345135" y="57208"/>
                  <a:pt x="2342789" y="65249"/>
                  <a:pt x="2342789" y="76005"/>
                </a:cubicBezTo>
                <a:close/>
                <a:moveTo>
                  <a:pt x="2426284" y="118002"/>
                </a:moveTo>
                <a:lnTo>
                  <a:pt x="2426284" y="45081"/>
                </a:lnTo>
                <a:lnTo>
                  <a:pt x="2413709" y="45081"/>
                </a:lnTo>
                <a:lnTo>
                  <a:pt x="2413709" y="34009"/>
                </a:lnTo>
                <a:lnTo>
                  <a:pt x="2426284" y="34009"/>
                </a:lnTo>
                <a:lnTo>
                  <a:pt x="2426284" y="25071"/>
                </a:lnTo>
                <a:cubicBezTo>
                  <a:pt x="2426284" y="19430"/>
                  <a:pt x="2426785" y="15238"/>
                  <a:pt x="2427787" y="12496"/>
                </a:cubicBezTo>
                <a:cubicBezTo>
                  <a:pt x="2429157" y="8805"/>
                  <a:pt x="2431570" y="5813"/>
                  <a:pt x="2435023" y="3519"/>
                </a:cubicBezTo>
                <a:cubicBezTo>
                  <a:pt x="2438477" y="1226"/>
                  <a:pt x="2443314" y="79"/>
                  <a:pt x="2449536" y="79"/>
                </a:cubicBezTo>
                <a:cubicBezTo>
                  <a:pt x="2453543" y="79"/>
                  <a:pt x="2457972" y="554"/>
                  <a:pt x="2462823" y="1503"/>
                </a:cubicBezTo>
                <a:lnTo>
                  <a:pt x="2460688" y="13920"/>
                </a:lnTo>
                <a:cubicBezTo>
                  <a:pt x="2457735" y="13393"/>
                  <a:pt x="2454941" y="13129"/>
                  <a:pt x="2452304" y="13129"/>
                </a:cubicBezTo>
                <a:cubicBezTo>
                  <a:pt x="2447981" y="13129"/>
                  <a:pt x="2444923" y="14052"/>
                  <a:pt x="2443130" y="15897"/>
                </a:cubicBezTo>
                <a:cubicBezTo>
                  <a:pt x="2441337" y="17742"/>
                  <a:pt x="2440441" y="21196"/>
                  <a:pt x="2440441" y="26258"/>
                </a:cubicBezTo>
                <a:lnTo>
                  <a:pt x="2440441" y="34009"/>
                </a:lnTo>
                <a:lnTo>
                  <a:pt x="2456812" y="34009"/>
                </a:lnTo>
                <a:lnTo>
                  <a:pt x="2456812" y="45081"/>
                </a:lnTo>
                <a:lnTo>
                  <a:pt x="2440441" y="45081"/>
                </a:lnTo>
                <a:lnTo>
                  <a:pt x="2440441" y="118002"/>
                </a:lnTo>
                <a:lnTo>
                  <a:pt x="2426284" y="118002"/>
                </a:lnTo>
                <a:close/>
                <a:moveTo>
                  <a:pt x="2472448" y="118002"/>
                </a:moveTo>
                <a:lnTo>
                  <a:pt x="2472448" y="101788"/>
                </a:lnTo>
                <a:lnTo>
                  <a:pt x="2488662" y="101788"/>
                </a:lnTo>
                <a:lnTo>
                  <a:pt x="2488662" y="118002"/>
                </a:lnTo>
                <a:lnTo>
                  <a:pt x="2472448" y="118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OnlineAttachment(1):UEinitialrequest">
            <a:extLst xmlns:a="http://schemas.openxmlformats.org/drawingml/2006/main">
              <a:ext uri="{FF2B5EF4-FFF2-40B4-BE49-F238E27FC236}">
                <a16:creationId xmlns:a16="http://schemas.microsoft.com/office/drawing/2014/main" id="{B990E91E-6BEC-4AA0-86FD-B9BF49D3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2094" y="529862"/>
            <a:ext cx="2865027" cy="152089"/>
          </a:xfrm>
          <a:custGeom xmlns:a="http://schemas.openxmlformats.org/drawingml/2006/main">
            <a:pathLst>
              <a:path w="2865027" h="152089">
                <a:moveTo>
                  <a:pt x="0" y="61532"/>
                </a:moveTo>
                <a:cubicBezTo>
                  <a:pt x="0" y="42287"/>
                  <a:pt x="5167" y="27220"/>
                  <a:pt x="15502" y="16332"/>
                </a:cubicBezTo>
                <a:cubicBezTo>
                  <a:pt x="25836" y="5444"/>
                  <a:pt x="39176" y="0"/>
                  <a:pt x="55521" y="0"/>
                </a:cubicBezTo>
                <a:cubicBezTo>
                  <a:pt x="66224" y="0"/>
                  <a:pt x="75873" y="2557"/>
                  <a:pt x="84468" y="7672"/>
                </a:cubicBezTo>
                <a:cubicBezTo>
                  <a:pt x="93062" y="12786"/>
                  <a:pt x="99613" y="19917"/>
                  <a:pt x="104122" y="29065"/>
                </a:cubicBezTo>
                <a:cubicBezTo>
                  <a:pt x="108630" y="38213"/>
                  <a:pt x="110884" y="48587"/>
                  <a:pt x="110884" y="60187"/>
                </a:cubicBezTo>
                <a:cubicBezTo>
                  <a:pt x="110884" y="71945"/>
                  <a:pt x="108511" y="82464"/>
                  <a:pt x="103766" y="91744"/>
                </a:cubicBezTo>
                <a:cubicBezTo>
                  <a:pt x="99020" y="101024"/>
                  <a:pt x="92298" y="108050"/>
                  <a:pt x="83598" y="112821"/>
                </a:cubicBezTo>
                <a:cubicBezTo>
                  <a:pt x="74898" y="117593"/>
                  <a:pt x="65513" y="119979"/>
                  <a:pt x="55442" y="119979"/>
                </a:cubicBezTo>
                <a:cubicBezTo>
                  <a:pt x="44527" y="119979"/>
                  <a:pt x="34773" y="117343"/>
                  <a:pt x="26179" y="112070"/>
                </a:cubicBezTo>
                <a:cubicBezTo>
                  <a:pt x="17584" y="106797"/>
                  <a:pt x="11073" y="99600"/>
                  <a:pt x="6644" y="90479"/>
                </a:cubicBezTo>
                <a:cubicBezTo>
                  <a:pt x="2215" y="81357"/>
                  <a:pt x="0" y="71708"/>
                  <a:pt x="0" y="61532"/>
                </a:cubicBezTo>
                <a:moveTo>
                  <a:pt x="15818" y="61769"/>
                </a:moveTo>
                <a:cubicBezTo>
                  <a:pt x="15818" y="75742"/>
                  <a:pt x="19575" y="86748"/>
                  <a:pt x="27088" y="94789"/>
                </a:cubicBezTo>
                <a:cubicBezTo>
                  <a:pt x="34602" y="102830"/>
                  <a:pt x="44027" y="106850"/>
                  <a:pt x="55363" y="106850"/>
                </a:cubicBezTo>
                <a:cubicBezTo>
                  <a:pt x="66910" y="106850"/>
                  <a:pt x="76414" y="102790"/>
                  <a:pt x="83875" y="94670"/>
                </a:cubicBezTo>
                <a:cubicBezTo>
                  <a:pt x="91335" y="86550"/>
                  <a:pt x="95066" y="75030"/>
                  <a:pt x="95066" y="60108"/>
                </a:cubicBezTo>
                <a:cubicBezTo>
                  <a:pt x="95066" y="50670"/>
                  <a:pt x="93471" y="42432"/>
                  <a:pt x="90281" y="35393"/>
                </a:cubicBezTo>
                <a:cubicBezTo>
                  <a:pt x="87091" y="28354"/>
                  <a:pt x="82425" y="22896"/>
                  <a:pt x="76282" y="19021"/>
                </a:cubicBezTo>
                <a:cubicBezTo>
                  <a:pt x="70139" y="15146"/>
                  <a:pt x="63245" y="13208"/>
                  <a:pt x="55600" y="13208"/>
                </a:cubicBezTo>
                <a:cubicBezTo>
                  <a:pt x="44738" y="13208"/>
                  <a:pt x="35393" y="16938"/>
                  <a:pt x="27563" y="24399"/>
                </a:cubicBezTo>
                <a:cubicBezTo>
                  <a:pt x="19733" y="31860"/>
                  <a:pt x="15818" y="44317"/>
                  <a:pt x="15818" y="61769"/>
                </a:cubicBezTo>
                <a:close/>
                <a:moveTo>
                  <a:pt x="129383" y="118002"/>
                </a:moveTo>
                <a:lnTo>
                  <a:pt x="129383" y="34009"/>
                </a:lnTo>
                <a:lnTo>
                  <a:pt x="142195" y="34009"/>
                </a:lnTo>
                <a:lnTo>
                  <a:pt x="142195" y="45951"/>
                </a:lnTo>
                <a:cubicBezTo>
                  <a:pt x="148364" y="36724"/>
                  <a:pt x="157275" y="32110"/>
                  <a:pt x="168928" y="32110"/>
                </a:cubicBezTo>
                <a:cubicBezTo>
                  <a:pt x="173989" y="32110"/>
                  <a:pt x="178642" y="33020"/>
                  <a:pt x="182887" y="34839"/>
                </a:cubicBezTo>
                <a:cubicBezTo>
                  <a:pt x="187131" y="36658"/>
                  <a:pt x="190308" y="39044"/>
                  <a:pt x="192417" y="41997"/>
                </a:cubicBezTo>
                <a:cubicBezTo>
                  <a:pt x="194526" y="44949"/>
                  <a:pt x="196003" y="48456"/>
                  <a:pt x="196846" y="52516"/>
                </a:cubicBezTo>
                <a:cubicBezTo>
                  <a:pt x="197374" y="55152"/>
                  <a:pt x="197637" y="59765"/>
                  <a:pt x="197637" y="66356"/>
                </a:cubicBezTo>
                <a:lnTo>
                  <a:pt x="197637" y="118002"/>
                </a:lnTo>
                <a:lnTo>
                  <a:pt x="183401" y="118002"/>
                </a:lnTo>
                <a:lnTo>
                  <a:pt x="183401" y="66910"/>
                </a:lnTo>
                <a:cubicBezTo>
                  <a:pt x="183401" y="61110"/>
                  <a:pt x="182847" y="56773"/>
                  <a:pt x="181740" y="53900"/>
                </a:cubicBezTo>
                <a:cubicBezTo>
                  <a:pt x="180633" y="51026"/>
                  <a:pt x="178669" y="48732"/>
                  <a:pt x="175848" y="47019"/>
                </a:cubicBezTo>
                <a:cubicBezTo>
                  <a:pt x="173027" y="45305"/>
                  <a:pt x="169718" y="44448"/>
                  <a:pt x="165922" y="44448"/>
                </a:cubicBezTo>
                <a:cubicBezTo>
                  <a:pt x="159859" y="44448"/>
                  <a:pt x="154626" y="46373"/>
                  <a:pt x="150223" y="50222"/>
                </a:cubicBezTo>
                <a:cubicBezTo>
                  <a:pt x="145820" y="54071"/>
                  <a:pt x="143619" y="61374"/>
                  <a:pt x="143619" y="72130"/>
                </a:cubicBezTo>
                <a:lnTo>
                  <a:pt x="143619" y="118002"/>
                </a:lnTo>
                <a:lnTo>
                  <a:pt x="129383" y="118002"/>
                </a:lnTo>
                <a:close/>
                <a:moveTo>
                  <a:pt x="218509" y="118002"/>
                </a:moveTo>
                <a:lnTo>
                  <a:pt x="218509" y="2056"/>
                </a:lnTo>
                <a:lnTo>
                  <a:pt x="232745" y="2056"/>
                </a:lnTo>
                <a:lnTo>
                  <a:pt x="232745" y="118002"/>
                </a:lnTo>
                <a:lnTo>
                  <a:pt x="218509" y="118002"/>
                </a:lnTo>
                <a:close/>
                <a:moveTo>
                  <a:pt x="254409" y="18428"/>
                </a:moveTo>
                <a:lnTo>
                  <a:pt x="254409" y="2056"/>
                </a:lnTo>
                <a:lnTo>
                  <a:pt x="268646" y="2056"/>
                </a:lnTo>
                <a:lnTo>
                  <a:pt x="268646" y="18428"/>
                </a:lnTo>
                <a:lnTo>
                  <a:pt x="254409" y="18428"/>
                </a:lnTo>
                <a:moveTo>
                  <a:pt x="254409" y="118002"/>
                </a:moveTo>
                <a:lnTo>
                  <a:pt x="254409" y="34009"/>
                </a:lnTo>
                <a:lnTo>
                  <a:pt x="268646" y="34009"/>
                </a:lnTo>
                <a:lnTo>
                  <a:pt x="268646" y="118002"/>
                </a:lnTo>
                <a:lnTo>
                  <a:pt x="254409" y="118002"/>
                </a:lnTo>
                <a:close/>
                <a:moveTo>
                  <a:pt x="289835" y="118002"/>
                </a:moveTo>
                <a:lnTo>
                  <a:pt x="289835" y="34009"/>
                </a:lnTo>
                <a:lnTo>
                  <a:pt x="302648" y="34009"/>
                </a:lnTo>
                <a:lnTo>
                  <a:pt x="302648" y="45951"/>
                </a:lnTo>
                <a:cubicBezTo>
                  <a:pt x="308817" y="36724"/>
                  <a:pt x="317728" y="32110"/>
                  <a:pt x="329380" y="32110"/>
                </a:cubicBezTo>
                <a:cubicBezTo>
                  <a:pt x="334442" y="32110"/>
                  <a:pt x="339095" y="33020"/>
                  <a:pt x="343340" y="34839"/>
                </a:cubicBezTo>
                <a:cubicBezTo>
                  <a:pt x="347584" y="36658"/>
                  <a:pt x="350761" y="39044"/>
                  <a:pt x="352870" y="41997"/>
                </a:cubicBezTo>
                <a:cubicBezTo>
                  <a:pt x="354979" y="44949"/>
                  <a:pt x="356455" y="48456"/>
                  <a:pt x="357299" y="52516"/>
                </a:cubicBezTo>
                <a:cubicBezTo>
                  <a:pt x="357826" y="55152"/>
                  <a:pt x="358090" y="59765"/>
                  <a:pt x="358090" y="66356"/>
                </a:cubicBezTo>
                <a:lnTo>
                  <a:pt x="358090" y="118002"/>
                </a:lnTo>
                <a:lnTo>
                  <a:pt x="343854" y="118002"/>
                </a:lnTo>
                <a:lnTo>
                  <a:pt x="343854" y="66910"/>
                </a:lnTo>
                <a:cubicBezTo>
                  <a:pt x="343854" y="61110"/>
                  <a:pt x="343300" y="56773"/>
                  <a:pt x="342193" y="53900"/>
                </a:cubicBezTo>
                <a:cubicBezTo>
                  <a:pt x="341086" y="51026"/>
                  <a:pt x="339121" y="48732"/>
                  <a:pt x="336301" y="47019"/>
                </a:cubicBezTo>
                <a:cubicBezTo>
                  <a:pt x="333480" y="45305"/>
                  <a:pt x="330171" y="44448"/>
                  <a:pt x="326375" y="44448"/>
                </a:cubicBezTo>
                <a:cubicBezTo>
                  <a:pt x="320311" y="44448"/>
                  <a:pt x="315078" y="46373"/>
                  <a:pt x="310676" y="50222"/>
                </a:cubicBezTo>
                <a:cubicBezTo>
                  <a:pt x="306273" y="54071"/>
                  <a:pt x="304072" y="61374"/>
                  <a:pt x="304072" y="72130"/>
                </a:cubicBezTo>
                <a:lnTo>
                  <a:pt x="304072" y="118002"/>
                </a:lnTo>
                <a:lnTo>
                  <a:pt x="289835" y="118002"/>
                </a:lnTo>
                <a:close/>
                <a:moveTo>
                  <a:pt x="436777" y="90953"/>
                </a:moveTo>
                <a:lnTo>
                  <a:pt x="451487" y="92772"/>
                </a:lnTo>
                <a:cubicBezTo>
                  <a:pt x="449167" y="101367"/>
                  <a:pt x="444870" y="108037"/>
                  <a:pt x="438596" y="112782"/>
                </a:cubicBezTo>
                <a:cubicBezTo>
                  <a:pt x="432321" y="117527"/>
                  <a:pt x="424307" y="119900"/>
                  <a:pt x="414553" y="119900"/>
                </a:cubicBezTo>
                <a:cubicBezTo>
                  <a:pt x="402267" y="119900"/>
                  <a:pt x="392526" y="116117"/>
                  <a:pt x="385329" y="108551"/>
                </a:cubicBezTo>
                <a:cubicBezTo>
                  <a:pt x="378132" y="100984"/>
                  <a:pt x="374533" y="90373"/>
                  <a:pt x="374533" y="76717"/>
                </a:cubicBezTo>
                <a:cubicBezTo>
                  <a:pt x="374533" y="62586"/>
                  <a:pt x="378171" y="51619"/>
                  <a:pt x="385448" y="43816"/>
                </a:cubicBezTo>
                <a:cubicBezTo>
                  <a:pt x="392724" y="36012"/>
                  <a:pt x="402162" y="32110"/>
                  <a:pt x="413762" y="32110"/>
                </a:cubicBezTo>
                <a:cubicBezTo>
                  <a:pt x="424992" y="32110"/>
                  <a:pt x="434167" y="35933"/>
                  <a:pt x="441285" y="43578"/>
                </a:cubicBezTo>
                <a:cubicBezTo>
                  <a:pt x="448403" y="51224"/>
                  <a:pt x="451962" y="61980"/>
                  <a:pt x="451962" y="75847"/>
                </a:cubicBezTo>
                <a:cubicBezTo>
                  <a:pt x="451962" y="76691"/>
                  <a:pt x="451936" y="77956"/>
                  <a:pt x="451883" y="79643"/>
                </a:cubicBezTo>
                <a:lnTo>
                  <a:pt x="389244" y="79643"/>
                </a:lnTo>
                <a:cubicBezTo>
                  <a:pt x="389771" y="88870"/>
                  <a:pt x="392381" y="95936"/>
                  <a:pt x="397074" y="100839"/>
                </a:cubicBezTo>
                <a:cubicBezTo>
                  <a:pt x="401766" y="105743"/>
                  <a:pt x="407619" y="108195"/>
                  <a:pt x="414632" y="108195"/>
                </a:cubicBezTo>
                <a:cubicBezTo>
                  <a:pt x="419852" y="108195"/>
                  <a:pt x="424307" y="106824"/>
                  <a:pt x="427998" y="104082"/>
                </a:cubicBezTo>
                <a:cubicBezTo>
                  <a:pt x="431689" y="101340"/>
                  <a:pt x="434615" y="96964"/>
                  <a:pt x="436777" y="90953"/>
                </a:cubicBezTo>
                <a:moveTo>
                  <a:pt x="390035" y="67938"/>
                </a:moveTo>
                <a:lnTo>
                  <a:pt x="436935" y="67938"/>
                </a:lnTo>
                <a:cubicBezTo>
                  <a:pt x="436302" y="60873"/>
                  <a:pt x="434510" y="55574"/>
                  <a:pt x="431557" y="52041"/>
                </a:cubicBezTo>
                <a:cubicBezTo>
                  <a:pt x="427022" y="46557"/>
                  <a:pt x="421143" y="43816"/>
                  <a:pt x="413920" y="43816"/>
                </a:cubicBezTo>
                <a:cubicBezTo>
                  <a:pt x="407382" y="43816"/>
                  <a:pt x="401885" y="46004"/>
                  <a:pt x="397430" y="50380"/>
                </a:cubicBezTo>
                <a:cubicBezTo>
                  <a:pt x="392974" y="54756"/>
                  <a:pt x="390509" y="60609"/>
                  <a:pt x="390035" y="67938"/>
                </a:cubicBezTo>
                <a:close/>
                <a:moveTo>
                  <a:pt x="494261" y="118002"/>
                </a:moveTo>
                <a:lnTo>
                  <a:pt x="538788" y="2056"/>
                </a:lnTo>
                <a:lnTo>
                  <a:pt x="555318" y="2056"/>
                </a:lnTo>
                <a:lnTo>
                  <a:pt x="602772" y="118002"/>
                </a:lnTo>
                <a:lnTo>
                  <a:pt x="585293" y="118002"/>
                </a:lnTo>
                <a:lnTo>
                  <a:pt x="571769" y="82886"/>
                </a:lnTo>
                <a:lnTo>
                  <a:pt x="523287" y="82886"/>
                </a:lnTo>
                <a:lnTo>
                  <a:pt x="510553" y="118002"/>
                </a:lnTo>
                <a:lnTo>
                  <a:pt x="494261" y="118002"/>
                </a:lnTo>
                <a:moveTo>
                  <a:pt x="527716" y="70390"/>
                </a:moveTo>
                <a:lnTo>
                  <a:pt x="567023" y="70390"/>
                </a:lnTo>
                <a:lnTo>
                  <a:pt x="554923" y="38279"/>
                </a:lnTo>
                <a:cubicBezTo>
                  <a:pt x="551232" y="28525"/>
                  <a:pt x="548490" y="20511"/>
                  <a:pt x="546697" y="14236"/>
                </a:cubicBezTo>
                <a:cubicBezTo>
                  <a:pt x="545221" y="21671"/>
                  <a:pt x="543138" y="29052"/>
                  <a:pt x="540449" y="36381"/>
                </a:cubicBezTo>
                <a:lnTo>
                  <a:pt x="527716" y="70390"/>
                </a:lnTo>
                <a:close/>
                <a:moveTo>
                  <a:pt x="644247" y="105268"/>
                </a:moveTo>
                <a:lnTo>
                  <a:pt x="646303" y="117844"/>
                </a:lnTo>
                <a:cubicBezTo>
                  <a:pt x="642296" y="118687"/>
                  <a:pt x="638710" y="119109"/>
                  <a:pt x="635547" y="119109"/>
                </a:cubicBezTo>
                <a:cubicBezTo>
                  <a:pt x="630380" y="119109"/>
                  <a:pt x="626372" y="118292"/>
                  <a:pt x="623525" y="116657"/>
                </a:cubicBezTo>
                <a:cubicBezTo>
                  <a:pt x="620678" y="115023"/>
                  <a:pt x="618674" y="112874"/>
                  <a:pt x="617514" y="110211"/>
                </a:cubicBezTo>
                <a:cubicBezTo>
                  <a:pt x="616354" y="107549"/>
                  <a:pt x="615774" y="101947"/>
                  <a:pt x="615774" y="93405"/>
                </a:cubicBezTo>
                <a:lnTo>
                  <a:pt x="615774" y="45081"/>
                </a:lnTo>
                <a:lnTo>
                  <a:pt x="605334" y="45081"/>
                </a:lnTo>
                <a:lnTo>
                  <a:pt x="605334" y="34009"/>
                </a:lnTo>
                <a:lnTo>
                  <a:pt x="615774" y="34009"/>
                </a:lnTo>
                <a:lnTo>
                  <a:pt x="615774" y="13208"/>
                </a:lnTo>
                <a:lnTo>
                  <a:pt x="629931" y="4666"/>
                </a:lnTo>
                <a:lnTo>
                  <a:pt x="629931" y="34009"/>
                </a:lnTo>
                <a:lnTo>
                  <a:pt x="644247" y="34009"/>
                </a:lnTo>
                <a:lnTo>
                  <a:pt x="644247" y="45081"/>
                </a:lnTo>
                <a:lnTo>
                  <a:pt x="629931" y="45081"/>
                </a:lnTo>
                <a:lnTo>
                  <a:pt x="629931" y="94196"/>
                </a:lnTo>
                <a:cubicBezTo>
                  <a:pt x="629931" y="98256"/>
                  <a:pt x="630182" y="100866"/>
                  <a:pt x="630683" y="102026"/>
                </a:cubicBezTo>
                <a:cubicBezTo>
                  <a:pt x="631184" y="103186"/>
                  <a:pt x="632001" y="104108"/>
                  <a:pt x="633135" y="104794"/>
                </a:cubicBezTo>
                <a:cubicBezTo>
                  <a:pt x="634268" y="105479"/>
                  <a:pt x="635889" y="105822"/>
                  <a:pt x="637999" y="105822"/>
                </a:cubicBezTo>
                <a:cubicBezTo>
                  <a:pt x="639580" y="105822"/>
                  <a:pt x="641663" y="105637"/>
                  <a:pt x="644247" y="105268"/>
                </a:cubicBezTo>
                <a:close/>
                <a:moveTo>
                  <a:pt x="689810" y="105268"/>
                </a:moveTo>
                <a:lnTo>
                  <a:pt x="691866" y="117844"/>
                </a:lnTo>
                <a:cubicBezTo>
                  <a:pt x="687859" y="118687"/>
                  <a:pt x="684274" y="119109"/>
                  <a:pt x="681110" y="119109"/>
                </a:cubicBezTo>
                <a:cubicBezTo>
                  <a:pt x="675943" y="119109"/>
                  <a:pt x="671936" y="118292"/>
                  <a:pt x="669089" y="116657"/>
                </a:cubicBezTo>
                <a:cubicBezTo>
                  <a:pt x="666241" y="115023"/>
                  <a:pt x="664238" y="112874"/>
                  <a:pt x="663078" y="110211"/>
                </a:cubicBezTo>
                <a:cubicBezTo>
                  <a:pt x="661918" y="107549"/>
                  <a:pt x="661338" y="101947"/>
                  <a:pt x="661338" y="93405"/>
                </a:cubicBezTo>
                <a:lnTo>
                  <a:pt x="661338" y="45081"/>
                </a:lnTo>
                <a:lnTo>
                  <a:pt x="650898" y="45081"/>
                </a:lnTo>
                <a:lnTo>
                  <a:pt x="650898" y="34009"/>
                </a:lnTo>
                <a:lnTo>
                  <a:pt x="661338" y="34009"/>
                </a:lnTo>
                <a:lnTo>
                  <a:pt x="661338" y="13208"/>
                </a:lnTo>
                <a:lnTo>
                  <a:pt x="675495" y="4666"/>
                </a:lnTo>
                <a:lnTo>
                  <a:pt x="675495" y="34009"/>
                </a:lnTo>
                <a:lnTo>
                  <a:pt x="689810" y="34009"/>
                </a:lnTo>
                <a:lnTo>
                  <a:pt x="689810" y="45081"/>
                </a:lnTo>
                <a:lnTo>
                  <a:pt x="675495" y="45081"/>
                </a:lnTo>
                <a:lnTo>
                  <a:pt x="675495" y="94196"/>
                </a:lnTo>
                <a:cubicBezTo>
                  <a:pt x="675495" y="98256"/>
                  <a:pt x="675745" y="100866"/>
                  <a:pt x="676246" y="102026"/>
                </a:cubicBezTo>
                <a:cubicBezTo>
                  <a:pt x="676747" y="103186"/>
                  <a:pt x="677564" y="104108"/>
                  <a:pt x="678698" y="104794"/>
                </a:cubicBezTo>
                <a:cubicBezTo>
                  <a:pt x="679832" y="105479"/>
                  <a:pt x="681453" y="105822"/>
                  <a:pt x="683562" y="105822"/>
                </a:cubicBezTo>
                <a:cubicBezTo>
                  <a:pt x="685144" y="105822"/>
                  <a:pt x="687226" y="105637"/>
                  <a:pt x="689810" y="105268"/>
                </a:cubicBezTo>
                <a:close/>
                <a:moveTo>
                  <a:pt x="759101" y="107641"/>
                </a:moveTo>
                <a:cubicBezTo>
                  <a:pt x="753828" y="112123"/>
                  <a:pt x="748753" y="115286"/>
                  <a:pt x="743876" y="117132"/>
                </a:cubicBezTo>
                <a:cubicBezTo>
                  <a:pt x="738999" y="118977"/>
                  <a:pt x="733766" y="119900"/>
                  <a:pt x="728177" y="119900"/>
                </a:cubicBezTo>
                <a:cubicBezTo>
                  <a:pt x="718949" y="119900"/>
                  <a:pt x="711858" y="117646"/>
                  <a:pt x="706901" y="113138"/>
                </a:cubicBezTo>
                <a:cubicBezTo>
                  <a:pt x="701945" y="108630"/>
                  <a:pt x="699467" y="102869"/>
                  <a:pt x="699467" y="95857"/>
                </a:cubicBezTo>
                <a:cubicBezTo>
                  <a:pt x="699467" y="91744"/>
                  <a:pt x="700403" y="87987"/>
                  <a:pt x="702275" y="84586"/>
                </a:cubicBezTo>
                <a:cubicBezTo>
                  <a:pt x="704146" y="81186"/>
                  <a:pt x="706598" y="78457"/>
                  <a:pt x="709630" y="76401"/>
                </a:cubicBezTo>
                <a:cubicBezTo>
                  <a:pt x="712662" y="74344"/>
                  <a:pt x="716076" y="72789"/>
                  <a:pt x="719872" y="71734"/>
                </a:cubicBezTo>
                <a:cubicBezTo>
                  <a:pt x="722667" y="70996"/>
                  <a:pt x="726885" y="70284"/>
                  <a:pt x="732526" y="69599"/>
                </a:cubicBezTo>
                <a:cubicBezTo>
                  <a:pt x="744021" y="68228"/>
                  <a:pt x="752483" y="66594"/>
                  <a:pt x="757914" y="64695"/>
                </a:cubicBezTo>
                <a:cubicBezTo>
                  <a:pt x="757967" y="62744"/>
                  <a:pt x="757993" y="61505"/>
                  <a:pt x="757993" y="60978"/>
                </a:cubicBezTo>
                <a:cubicBezTo>
                  <a:pt x="757993" y="55178"/>
                  <a:pt x="756649" y="51092"/>
                  <a:pt x="753960" y="48719"/>
                </a:cubicBezTo>
                <a:cubicBezTo>
                  <a:pt x="750322" y="45503"/>
                  <a:pt x="744917" y="43895"/>
                  <a:pt x="737746" y="43895"/>
                </a:cubicBezTo>
                <a:cubicBezTo>
                  <a:pt x="731050" y="43895"/>
                  <a:pt x="726107" y="45068"/>
                  <a:pt x="722917" y="47414"/>
                </a:cubicBezTo>
                <a:cubicBezTo>
                  <a:pt x="719727" y="49761"/>
                  <a:pt x="717368" y="53913"/>
                  <a:pt x="715839" y="59871"/>
                </a:cubicBezTo>
                <a:lnTo>
                  <a:pt x="701919" y="57973"/>
                </a:lnTo>
                <a:cubicBezTo>
                  <a:pt x="703184" y="52015"/>
                  <a:pt x="705267" y="47203"/>
                  <a:pt x="708167" y="43539"/>
                </a:cubicBezTo>
                <a:cubicBezTo>
                  <a:pt x="711067" y="39874"/>
                  <a:pt x="715259" y="37054"/>
                  <a:pt x="720742" y="35076"/>
                </a:cubicBezTo>
                <a:cubicBezTo>
                  <a:pt x="726226" y="33099"/>
                  <a:pt x="732579" y="32110"/>
                  <a:pt x="739803" y="32110"/>
                </a:cubicBezTo>
                <a:cubicBezTo>
                  <a:pt x="746974" y="32110"/>
                  <a:pt x="752800" y="32954"/>
                  <a:pt x="757282" y="34641"/>
                </a:cubicBezTo>
                <a:cubicBezTo>
                  <a:pt x="761763" y="36329"/>
                  <a:pt x="765059" y="38451"/>
                  <a:pt x="767168" y="41008"/>
                </a:cubicBezTo>
                <a:cubicBezTo>
                  <a:pt x="769277" y="43565"/>
                  <a:pt x="770753" y="46795"/>
                  <a:pt x="771597" y="50696"/>
                </a:cubicBezTo>
                <a:cubicBezTo>
                  <a:pt x="772071" y="53122"/>
                  <a:pt x="772309" y="57498"/>
                  <a:pt x="772309" y="63825"/>
                </a:cubicBezTo>
                <a:lnTo>
                  <a:pt x="772309" y="82807"/>
                </a:lnTo>
                <a:cubicBezTo>
                  <a:pt x="772309" y="96041"/>
                  <a:pt x="772612" y="104412"/>
                  <a:pt x="773218" y="107918"/>
                </a:cubicBezTo>
                <a:cubicBezTo>
                  <a:pt x="773824" y="111424"/>
                  <a:pt x="775024" y="114785"/>
                  <a:pt x="776817" y="118002"/>
                </a:cubicBezTo>
                <a:lnTo>
                  <a:pt x="761948" y="118002"/>
                </a:lnTo>
                <a:cubicBezTo>
                  <a:pt x="760472" y="115049"/>
                  <a:pt x="759522" y="111596"/>
                  <a:pt x="759101" y="107641"/>
                </a:cubicBezTo>
                <a:moveTo>
                  <a:pt x="757914" y="75847"/>
                </a:moveTo>
                <a:cubicBezTo>
                  <a:pt x="752747" y="77956"/>
                  <a:pt x="744996" y="79749"/>
                  <a:pt x="734662" y="81225"/>
                </a:cubicBezTo>
                <a:cubicBezTo>
                  <a:pt x="728809" y="82069"/>
                  <a:pt x="724670" y="83018"/>
                  <a:pt x="722245" y="84072"/>
                </a:cubicBezTo>
                <a:cubicBezTo>
                  <a:pt x="719819" y="85127"/>
                  <a:pt x="717948" y="86669"/>
                  <a:pt x="716629" y="88699"/>
                </a:cubicBezTo>
                <a:cubicBezTo>
                  <a:pt x="715311" y="90729"/>
                  <a:pt x="714652" y="92983"/>
                  <a:pt x="714652" y="95461"/>
                </a:cubicBezTo>
                <a:cubicBezTo>
                  <a:pt x="714652" y="99258"/>
                  <a:pt x="716089" y="102421"/>
                  <a:pt x="718963" y="104952"/>
                </a:cubicBezTo>
                <a:cubicBezTo>
                  <a:pt x="721836" y="107483"/>
                  <a:pt x="726041" y="108748"/>
                  <a:pt x="731577" y="108748"/>
                </a:cubicBezTo>
                <a:cubicBezTo>
                  <a:pt x="737061" y="108748"/>
                  <a:pt x="741938" y="107549"/>
                  <a:pt x="746209" y="105150"/>
                </a:cubicBezTo>
                <a:cubicBezTo>
                  <a:pt x="750480" y="102751"/>
                  <a:pt x="753617" y="99468"/>
                  <a:pt x="755621" y="95303"/>
                </a:cubicBezTo>
                <a:cubicBezTo>
                  <a:pt x="757150" y="92087"/>
                  <a:pt x="757914" y="87341"/>
                  <a:pt x="757914" y="81067"/>
                </a:cubicBezTo>
                <a:lnTo>
                  <a:pt x="757914" y="75847"/>
                </a:lnTo>
                <a:close/>
                <a:moveTo>
                  <a:pt x="848528" y="87236"/>
                </a:moveTo>
                <a:lnTo>
                  <a:pt x="862526" y="89055"/>
                </a:lnTo>
                <a:cubicBezTo>
                  <a:pt x="860997" y="98704"/>
                  <a:pt x="857082" y="106257"/>
                  <a:pt x="850782" y="111714"/>
                </a:cubicBezTo>
                <a:cubicBezTo>
                  <a:pt x="844481" y="117171"/>
                  <a:pt x="836743" y="119900"/>
                  <a:pt x="827569" y="119900"/>
                </a:cubicBezTo>
                <a:cubicBezTo>
                  <a:pt x="816074" y="119900"/>
                  <a:pt x="806834" y="116143"/>
                  <a:pt x="799848" y="108630"/>
                </a:cubicBezTo>
                <a:cubicBezTo>
                  <a:pt x="792862" y="101116"/>
                  <a:pt x="789368" y="90347"/>
                  <a:pt x="789368" y="76322"/>
                </a:cubicBezTo>
                <a:cubicBezTo>
                  <a:pt x="789368" y="67253"/>
                  <a:pt x="790871" y="59317"/>
                  <a:pt x="793877" y="52516"/>
                </a:cubicBezTo>
                <a:cubicBezTo>
                  <a:pt x="796882" y="45714"/>
                  <a:pt x="801456" y="40613"/>
                  <a:pt x="807599" y="37212"/>
                </a:cubicBezTo>
                <a:cubicBezTo>
                  <a:pt x="813741" y="33811"/>
                  <a:pt x="820424" y="32110"/>
                  <a:pt x="827648" y="32110"/>
                </a:cubicBezTo>
                <a:cubicBezTo>
                  <a:pt x="836770" y="32110"/>
                  <a:pt x="844230" y="34417"/>
                  <a:pt x="850030" y="39031"/>
                </a:cubicBezTo>
                <a:cubicBezTo>
                  <a:pt x="855830" y="43644"/>
                  <a:pt x="859547" y="50196"/>
                  <a:pt x="861182" y="58685"/>
                </a:cubicBezTo>
                <a:lnTo>
                  <a:pt x="847341" y="60820"/>
                </a:lnTo>
                <a:cubicBezTo>
                  <a:pt x="846023" y="55178"/>
                  <a:pt x="843690" y="50934"/>
                  <a:pt x="840342" y="48087"/>
                </a:cubicBezTo>
                <a:cubicBezTo>
                  <a:pt x="836994" y="45239"/>
                  <a:pt x="832947" y="43816"/>
                  <a:pt x="828201" y="43816"/>
                </a:cubicBezTo>
                <a:cubicBezTo>
                  <a:pt x="821031" y="43816"/>
                  <a:pt x="815204" y="46386"/>
                  <a:pt x="810723" y="51527"/>
                </a:cubicBezTo>
                <a:cubicBezTo>
                  <a:pt x="806241" y="56668"/>
                  <a:pt x="804000" y="64801"/>
                  <a:pt x="804000" y="75926"/>
                </a:cubicBezTo>
                <a:cubicBezTo>
                  <a:pt x="804000" y="87210"/>
                  <a:pt x="806162" y="95409"/>
                  <a:pt x="810485" y="100523"/>
                </a:cubicBezTo>
                <a:cubicBezTo>
                  <a:pt x="814809" y="105637"/>
                  <a:pt x="820451" y="108195"/>
                  <a:pt x="827411" y="108195"/>
                </a:cubicBezTo>
                <a:cubicBezTo>
                  <a:pt x="833000" y="108195"/>
                  <a:pt x="837666" y="106481"/>
                  <a:pt x="841409" y="103054"/>
                </a:cubicBezTo>
                <a:cubicBezTo>
                  <a:pt x="845153" y="99627"/>
                  <a:pt x="847526" y="94354"/>
                  <a:pt x="848528" y="87236"/>
                </a:cubicBezTo>
                <a:close/>
                <a:moveTo>
                  <a:pt x="874706" y="118002"/>
                </a:moveTo>
                <a:lnTo>
                  <a:pt x="874706" y="2056"/>
                </a:lnTo>
                <a:lnTo>
                  <a:pt x="888942" y="2056"/>
                </a:lnTo>
                <a:lnTo>
                  <a:pt x="888942" y="43658"/>
                </a:lnTo>
                <a:cubicBezTo>
                  <a:pt x="895586" y="35959"/>
                  <a:pt x="903969" y="32110"/>
                  <a:pt x="914093" y="32110"/>
                </a:cubicBezTo>
                <a:cubicBezTo>
                  <a:pt x="920315" y="32110"/>
                  <a:pt x="925719" y="33336"/>
                  <a:pt x="930306" y="35788"/>
                </a:cubicBezTo>
                <a:cubicBezTo>
                  <a:pt x="934893" y="38240"/>
                  <a:pt x="938176" y="41628"/>
                  <a:pt x="940153" y="45951"/>
                </a:cubicBezTo>
                <a:cubicBezTo>
                  <a:pt x="942130" y="50275"/>
                  <a:pt x="943119" y="56549"/>
                  <a:pt x="943119" y="64774"/>
                </a:cubicBezTo>
                <a:lnTo>
                  <a:pt x="943119" y="118002"/>
                </a:lnTo>
                <a:lnTo>
                  <a:pt x="928883" y="118002"/>
                </a:lnTo>
                <a:lnTo>
                  <a:pt x="928883" y="64774"/>
                </a:lnTo>
                <a:cubicBezTo>
                  <a:pt x="928883" y="57656"/>
                  <a:pt x="927340" y="52476"/>
                  <a:pt x="924256" y="49233"/>
                </a:cubicBezTo>
                <a:cubicBezTo>
                  <a:pt x="921171" y="45991"/>
                  <a:pt x="916808" y="44369"/>
                  <a:pt x="911167" y="44369"/>
                </a:cubicBezTo>
                <a:cubicBezTo>
                  <a:pt x="906948" y="44369"/>
                  <a:pt x="902981" y="45463"/>
                  <a:pt x="899264" y="47652"/>
                </a:cubicBezTo>
                <a:cubicBezTo>
                  <a:pt x="895546" y="49840"/>
                  <a:pt x="892897" y="52806"/>
                  <a:pt x="891315" y="56549"/>
                </a:cubicBezTo>
                <a:cubicBezTo>
                  <a:pt x="889733" y="60293"/>
                  <a:pt x="888942" y="65460"/>
                  <a:pt x="888942" y="72051"/>
                </a:cubicBezTo>
                <a:lnTo>
                  <a:pt x="888942" y="118002"/>
                </a:lnTo>
                <a:lnTo>
                  <a:pt x="874706" y="118002"/>
                </a:lnTo>
                <a:close/>
                <a:moveTo>
                  <a:pt x="964133" y="118002"/>
                </a:moveTo>
                <a:lnTo>
                  <a:pt x="964133" y="34009"/>
                </a:lnTo>
                <a:lnTo>
                  <a:pt x="976867" y="34009"/>
                </a:lnTo>
                <a:lnTo>
                  <a:pt x="976867" y="45793"/>
                </a:lnTo>
                <a:cubicBezTo>
                  <a:pt x="979503" y="41680"/>
                  <a:pt x="983009" y="38372"/>
                  <a:pt x="987386" y="35867"/>
                </a:cubicBezTo>
                <a:cubicBezTo>
                  <a:pt x="991762" y="33363"/>
                  <a:pt x="996745" y="32110"/>
                  <a:pt x="1002334" y="32110"/>
                </a:cubicBezTo>
                <a:cubicBezTo>
                  <a:pt x="1008555" y="32110"/>
                  <a:pt x="1013657" y="33402"/>
                  <a:pt x="1017638" y="35986"/>
                </a:cubicBezTo>
                <a:cubicBezTo>
                  <a:pt x="1021618" y="38569"/>
                  <a:pt x="1024426" y="42181"/>
                  <a:pt x="1026061" y="46821"/>
                </a:cubicBezTo>
                <a:cubicBezTo>
                  <a:pt x="1032704" y="37014"/>
                  <a:pt x="1041351" y="32110"/>
                  <a:pt x="1052002" y="32110"/>
                </a:cubicBezTo>
                <a:cubicBezTo>
                  <a:pt x="1060333" y="32110"/>
                  <a:pt x="1066739" y="34417"/>
                  <a:pt x="1071221" y="39031"/>
                </a:cubicBezTo>
                <a:cubicBezTo>
                  <a:pt x="1075703" y="43644"/>
                  <a:pt x="1077943" y="50749"/>
                  <a:pt x="1077943" y="60345"/>
                </a:cubicBezTo>
                <a:lnTo>
                  <a:pt x="1077943" y="118002"/>
                </a:lnTo>
                <a:lnTo>
                  <a:pt x="1063786" y="118002"/>
                </a:lnTo>
                <a:lnTo>
                  <a:pt x="1063786" y="65091"/>
                </a:lnTo>
                <a:cubicBezTo>
                  <a:pt x="1063786" y="59396"/>
                  <a:pt x="1063325" y="55297"/>
                  <a:pt x="1062402" y="52792"/>
                </a:cubicBezTo>
                <a:cubicBezTo>
                  <a:pt x="1061480" y="50288"/>
                  <a:pt x="1059806" y="48271"/>
                  <a:pt x="1057380" y="46742"/>
                </a:cubicBezTo>
                <a:cubicBezTo>
                  <a:pt x="1054955" y="45213"/>
                  <a:pt x="1052107" y="44448"/>
                  <a:pt x="1048838" y="44448"/>
                </a:cubicBezTo>
                <a:cubicBezTo>
                  <a:pt x="1042933" y="44448"/>
                  <a:pt x="1038030" y="46412"/>
                  <a:pt x="1034128" y="50341"/>
                </a:cubicBezTo>
                <a:cubicBezTo>
                  <a:pt x="1030226" y="54269"/>
                  <a:pt x="1028275" y="60556"/>
                  <a:pt x="1028275" y="69203"/>
                </a:cubicBezTo>
                <a:lnTo>
                  <a:pt x="1028275" y="118002"/>
                </a:lnTo>
                <a:lnTo>
                  <a:pt x="1014039" y="118002"/>
                </a:lnTo>
                <a:lnTo>
                  <a:pt x="1014039" y="63430"/>
                </a:lnTo>
                <a:cubicBezTo>
                  <a:pt x="1014039" y="57103"/>
                  <a:pt x="1012879" y="52357"/>
                  <a:pt x="1010559" y="49194"/>
                </a:cubicBezTo>
                <a:cubicBezTo>
                  <a:pt x="1008239" y="46030"/>
                  <a:pt x="1004443" y="44448"/>
                  <a:pt x="999170" y="44448"/>
                </a:cubicBezTo>
                <a:cubicBezTo>
                  <a:pt x="995163" y="44448"/>
                  <a:pt x="991459" y="45503"/>
                  <a:pt x="988058" y="47612"/>
                </a:cubicBezTo>
                <a:cubicBezTo>
                  <a:pt x="984657" y="49721"/>
                  <a:pt x="982192" y="52806"/>
                  <a:pt x="980663" y="56865"/>
                </a:cubicBezTo>
                <a:cubicBezTo>
                  <a:pt x="979134" y="60925"/>
                  <a:pt x="978370" y="66778"/>
                  <a:pt x="978370" y="74423"/>
                </a:cubicBezTo>
                <a:lnTo>
                  <a:pt x="978370" y="118002"/>
                </a:lnTo>
                <a:lnTo>
                  <a:pt x="964133" y="118002"/>
                </a:lnTo>
                <a:close/>
                <a:moveTo>
                  <a:pt x="1156606" y="90953"/>
                </a:moveTo>
                <a:lnTo>
                  <a:pt x="1171317" y="92772"/>
                </a:lnTo>
                <a:cubicBezTo>
                  <a:pt x="1168997" y="101367"/>
                  <a:pt x="1164699" y="108037"/>
                  <a:pt x="1158425" y="112782"/>
                </a:cubicBezTo>
                <a:cubicBezTo>
                  <a:pt x="1152150" y="117527"/>
                  <a:pt x="1144136" y="119900"/>
                  <a:pt x="1134382" y="119900"/>
                </a:cubicBezTo>
                <a:cubicBezTo>
                  <a:pt x="1122096" y="119900"/>
                  <a:pt x="1112355" y="116117"/>
                  <a:pt x="1105158" y="108551"/>
                </a:cubicBezTo>
                <a:cubicBezTo>
                  <a:pt x="1097961" y="100984"/>
                  <a:pt x="1094362" y="90373"/>
                  <a:pt x="1094362" y="76717"/>
                </a:cubicBezTo>
                <a:cubicBezTo>
                  <a:pt x="1094362" y="62586"/>
                  <a:pt x="1098000" y="51619"/>
                  <a:pt x="1105277" y="43816"/>
                </a:cubicBezTo>
                <a:cubicBezTo>
                  <a:pt x="1112553" y="36012"/>
                  <a:pt x="1121991" y="32110"/>
                  <a:pt x="1133591" y="32110"/>
                </a:cubicBezTo>
                <a:cubicBezTo>
                  <a:pt x="1144822" y="32110"/>
                  <a:pt x="1153996" y="35933"/>
                  <a:pt x="1161114" y="43578"/>
                </a:cubicBezTo>
                <a:cubicBezTo>
                  <a:pt x="1168232" y="51224"/>
                  <a:pt x="1171791" y="61980"/>
                  <a:pt x="1171791" y="75847"/>
                </a:cubicBezTo>
                <a:cubicBezTo>
                  <a:pt x="1171791" y="76691"/>
                  <a:pt x="1171765" y="77956"/>
                  <a:pt x="1171712" y="79643"/>
                </a:cubicBezTo>
                <a:lnTo>
                  <a:pt x="1109073" y="79643"/>
                </a:lnTo>
                <a:cubicBezTo>
                  <a:pt x="1109600" y="88870"/>
                  <a:pt x="1112210" y="95936"/>
                  <a:pt x="1116903" y="100839"/>
                </a:cubicBezTo>
                <a:cubicBezTo>
                  <a:pt x="1121596" y="105743"/>
                  <a:pt x="1127448" y="108195"/>
                  <a:pt x="1134461" y="108195"/>
                </a:cubicBezTo>
                <a:cubicBezTo>
                  <a:pt x="1139681" y="108195"/>
                  <a:pt x="1144136" y="106824"/>
                  <a:pt x="1147827" y="104082"/>
                </a:cubicBezTo>
                <a:cubicBezTo>
                  <a:pt x="1151518" y="101340"/>
                  <a:pt x="1154444" y="96964"/>
                  <a:pt x="1156606" y="90953"/>
                </a:cubicBezTo>
                <a:moveTo>
                  <a:pt x="1109864" y="67938"/>
                </a:moveTo>
                <a:lnTo>
                  <a:pt x="1156764" y="67938"/>
                </a:lnTo>
                <a:cubicBezTo>
                  <a:pt x="1156131" y="60873"/>
                  <a:pt x="1154339" y="55574"/>
                  <a:pt x="1151386" y="52041"/>
                </a:cubicBezTo>
                <a:cubicBezTo>
                  <a:pt x="1146851" y="46557"/>
                  <a:pt x="1140972" y="43816"/>
                  <a:pt x="1133749" y="43816"/>
                </a:cubicBezTo>
                <a:cubicBezTo>
                  <a:pt x="1127211" y="43816"/>
                  <a:pt x="1121714" y="46004"/>
                  <a:pt x="1117259" y="50380"/>
                </a:cubicBezTo>
                <a:cubicBezTo>
                  <a:pt x="1112803" y="54756"/>
                  <a:pt x="1110338" y="60609"/>
                  <a:pt x="1109864" y="67938"/>
                </a:cubicBezTo>
                <a:close/>
                <a:moveTo>
                  <a:pt x="1188534" y="118002"/>
                </a:moveTo>
                <a:lnTo>
                  <a:pt x="1188534" y="34009"/>
                </a:lnTo>
                <a:lnTo>
                  <a:pt x="1201347" y="34009"/>
                </a:lnTo>
                <a:lnTo>
                  <a:pt x="1201347" y="45951"/>
                </a:lnTo>
                <a:cubicBezTo>
                  <a:pt x="1207516" y="36724"/>
                  <a:pt x="1216426" y="32110"/>
                  <a:pt x="1228079" y="32110"/>
                </a:cubicBezTo>
                <a:cubicBezTo>
                  <a:pt x="1233141" y="32110"/>
                  <a:pt x="1237794" y="33020"/>
                  <a:pt x="1242038" y="34839"/>
                </a:cubicBezTo>
                <a:cubicBezTo>
                  <a:pt x="1246283" y="36658"/>
                  <a:pt x="1249459" y="39044"/>
                  <a:pt x="1251568" y="41997"/>
                </a:cubicBezTo>
                <a:cubicBezTo>
                  <a:pt x="1253678" y="44949"/>
                  <a:pt x="1255154" y="48456"/>
                  <a:pt x="1255997" y="52516"/>
                </a:cubicBezTo>
                <a:cubicBezTo>
                  <a:pt x="1256525" y="55152"/>
                  <a:pt x="1256788" y="59765"/>
                  <a:pt x="1256788" y="66356"/>
                </a:cubicBezTo>
                <a:lnTo>
                  <a:pt x="1256788" y="118002"/>
                </a:lnTo>
                <a:lnTo>
                  <a:pt x="1242552" y="118002"/>
                </a:lnTo>
                <a:lnTo>
                  <a:pt x="1242552" y="66910"/>
                </a:lnTo>
                <a:cubicBezTo>
                  <a:pt x="1242552" y="61110"/>
                  <a:pt x="1241999" y="56773"/>
                  <a:pt x="1240891" y="53900"/>
                </a:cubicBezTo>
                <a:cubicBezTo>
                  <a:pt x="1239784" y="51026"/>
                  <a:pt x="1237820" y="48732"/>
                  <a:pt x="1234999" y="47019"/>
                </a:cubicBezTo>
                <a:cubicBezTo>
                  <a:pt x="1232178" y="45305"/>
                  <a:pt x="1228870" y="44448"/>
                  <a:pt x="1225073" y="44448"/>
                </a:cubicBezTo>
                <a:cubicBezTo>
                  <a:pt x="1219010" y="44448"/>
                  <a:pt x="1213777" y="46373"/>
                  <a:pt x="1209374" y="50222"/>
                </a:cubicBezTo>
                <a:cubicBezTo>
                  <a:pt x="1204971" y="54071"/>
                  <a:pt x="1202770" y="61374"/>
                  <a:pt x="1202770" y="72130"/>
                </a:cubicBezTo>
                <a:lnTo>
                  <a:pt x="1202770" y="118002"/>
                </a:lnTo>
                <a:lnTo>
                  <a:pt x="1188534" y="118002"/>
                </a:lnTo>
                <a:close/>
                <a:moveTo>
                  <a:pt x="1309043" y="105268"/>
                </a:moveTo>
                <a:lnTo>
                  <a:pt x="1311100" y="117844"/>
                </a:lnTo>
                <a:cubicBezTo>
                  <a:pt x="1307093" y="118687"/>
                  <a:pt x="1303507" y="119109"/>
                  <a:pt x="1300344" y="119109"/>
                </a:cubicBezTo>
                <a:cubicBezTo>
                  <a:pt x="1295176" y="119109"/>
                  <a:pt x="1291169" y="118292"/>
                  <a:pt x="1288322" y="116657"/>
                </a:cubicBezTo>
                <a:cubicBezTo>
                  <a:pt x="1285475" y="115023"/>
                  <a:pt x="1283471" y="112874"/>
                  <a:pt x="1282311" y="110211"/>
                </a:cubicBezTo>
                <a:cubicBezTo>
                  <a:pt x="1281151" y="107549"/>
                  <a:pt x="1280571" y="101947"/>
                  <a:pt x="1280571" y="93405"/>
                </a:cubicBezTo>
                <a:lnTo>
                  <a:pt x="1280571" y="45081"/>
                </a:lnTo>
                <a:lnTo>
                  <a:pt x="1270131" y="45081"/>
                </a:lnTo>
                <a:lnTo>
                  <a:pt x="1270131" y="34009"/>
                </a:lnTo>
                <a:lnTo>
                  <a:pt x="1280571" y="34009"/>
                </a:lnTo>
                <a:lnTo>
                  <a:pt x="1280571" y="13208"/>
                </a:lnTo>
                <a:lnTo>
                  <a:pt x="1294728" y="4666"/>
                </a:lnTo>
                <a:lnTo>
                  <a:pt x="1294728" y="34009"/>
                </a:lnTo>
                <a:lnTo>
                  <a:pt x="1309043" y="34009"/>
                </a:lnTo>
                <a:lnTo>
                  <a:pt x="1309043" y="45081"/>
                </a:lnTo>
                <a:lnTo>
                  <a:pt x="1294728" y="45081"/>
                </a:lnTo>
                <a:lnTo>
                  <a:pt x="1294728" y="94196"/>
                </a:lnTo>
                <a:cubicBezTo>
                  <a:pt x="1294728" y="98256"/>
                  <a:pt x="1294979" y="100866"/>
                  <a:pt x="1295480" y="102026"/>
                </a:cubicBezTo>
                <a:cubicBezTo>
                  <a:pt x="1295980" y="103186"/>
                  <a:pt x="1296798" y="104108"/>
                  <a:pt x="1297931" y="104794"/>
                </a:cubicBezTo>
                <a:cubicBezTo>
                  <a:pt x="1299065" y="105479"/>
                  <a:pt x="1300686" y="105822"/>
                  <a:pt x="1302795" y="105822"/>
                </a:cubicBezTo>
                <a:cubicBezTo>
                  <a:pt x="1304377" y="105822"/>
                  <a:pt x="1306460" y="105637"/>
                  <a:pt x="1309043" y="105268"/>
                </a:cubicBezTo>
                <a:close/>
                <a:moveTo>
                  <a:pt x="1396295" y="152089"/>
                </a:moveTo>
                <a:cubicBezTo>
                  <a:pt x="1388439" y="142177"/>
                  <a:pt x="1381795" y="130577"/>
                  <a:pt x="1376364" y="117290"/>
                </a:cubicBezTo>
                <a:cubicBezTo>
                  <a:pt x="1370933" y="104003"/>
                  <a:pt x="1368218" y="90241"/>
                  <a:pt x="1368218" y="76005"/>
                </a:cubicBezTo>
                <a:cubicBezTo>
                  <a:pt x="1368218" y="63456"/>
                  <a:pt x="1370248" y="51435"/>
                  <a:pt x="1374308" y="39940"/>
                </a:cubicBezTo>
                <a:cubicBezTo>
                  <a:pt x="1379053" y="26600"/>
                  <a:pt x="1386382" y="13313"/>
                  <a:pt x="1396295" y="79"/>
                </a:cubicBezTo>
                <a:lnTo>
                  <a:pt x="1406497" y="79"/>
                </a:lnTo>
                <a:cubicBezTo>
                  <a:pt x="1400118" y="11046"/>
                  <a:pt x="1395899" y="18876"/>
                  <a:pt x="1393843" y="23569"/>
                </a:cubicBezTo>
                <a:cubicBezTo>
                  <a:pt x="1390627" y="30845"/>
                  <a:pt x="1388096" y="38438"/>
                  <a:pt x="1386250" y="46347"/>
                </a:cubicBezTo>
                <a:cubicBezTo>
                  <a:pt x="1383983" y="56206"/>
                  <a:pt x="1382850" y="66119"/>
                  <a:pt x="1382850" y="76084"/>
                </a:cubicBezTo>
                <a:cubicBezTo>
                  <a:pt x="1382850" y="101446"/>
                  <a:pt x="1390732" y="126781"/>
                  <a:pt x="1406497" y="152089"/>
                </a:cubicBezTo>
                <a:lnTo>
                  <a:pt x="1396295" y="152089"/>
                </a:lnTo>
                <a:close/>
                <a:moveTo>
                  <a:pt x="1472744" y="118002"/>
                </a:moveTo>
                <a:lnTo>
                  <a:pt x="1458508" y="118002"/>
                </a:lnTo>
                <a:lnTo>
                  <a:pt x="1458508" y="27286"/>
                </a:lnTo>
                <a:cubicBezTo>
                  <a:pt x="1455081" y="30555"/>
                  <a:pt x="1450586" y="33824"/>
                  <a:pt x="1445023" y="37093"/>
                </a:cubicBezTo>
                <a:cubicBezTo>
                  <a:pt x="1439460" y="40362"/>
                  <a:pt x="1434465" y="42814"/>
                  <a:pt x="1430035" y="44448"/>
                </a:cubicBezTo>
                <a:lnTo>
                  <a:pt x="1430035" y="30687"/>
                </a:lnTo>
                <a:cubicBezTo>
                  <a:pt x="1437997" y="26943"/>
                  <a:pt x="1444957" y="22409"/>
                  <a:pt x="1450915" y="17083"/>
                </a:cubicBezTo>
                <a:cubicBezTo>
                  <a:pt x="1456873" y="11758"/>
                  <a:pt x="1461091" y="6591"/>
                  <a:pt x="1463570" y="1582"/>
                </a:cubicBezTo>
                <a:lnTo>
                  <a:pt x="1472744" y="1582"/>
                </a:lnTo>
                <a:lnTo>
                  <a:pt x="1472744" y="118002"/>
                </a:lnTo>
                <a:close/>
                <a:moveTo>
                  <a:pt x="1521834" y="152089"/>
                </a:moveTo>
                <a:lnTo>
                  <a:pt x="1511632" y="152089"/>
                </a:lnTo>
                <a:cubicBezTo>
                  <a:pt x="1527397" y="126781"/>
                  <a:pt x="1535279" y="101446"/>
                  <a:pt x="1535279" y="76084"/>
                </a:cubicBezTo>
                <a:cubicBezTo>
                  <a:pt x="1535279" y="66172"/>
                  <a:pt x="1534146" y="56338"/>
                  <a:pt x="1531879" y="46584"/>
                </a:cubicBezTo>
                <a:cubicBezTo>
                  <a:pt x="1530086" y="38675"/>
                  <a:pt x="1527581" y="31082"/>
                  <a:pt x="1524365" y="23806"/>
                </a:cubicBezTo>
                <a:cubicBezTo>
                  <a:pt x="1522309" y="19061"/>
                  <a:pt x="1518064" y="11152"/>
                  <a:pt x="1511632" y="79"/>
                </a:cubicBezTo>
                <a:lnTo>
                  <a:pt x="1521834" y="79"/>
                </a:lnTo>
                <a:cubicBezTo>
                  <a:pt x="1531747" y="13313"/>
                  <a:pt x="1539076" y="26600"/>
                  <a:pt x="1543821" y="39940"/>
                </a:cubicBezTo>
                <a:cubicBezTo>
                  <a:pt x="1547881" y="51435"/>
                  <a:pt x="1549911" y="63456"/>
                  <a:pt x="1549911" y="76005"/>
                </a:cubicBezTo>
                <a:cubicBezTo>
                  <a:pt x="1549911" y="90241"/>
                  <a:pt x="1547182" y="104003"/>
                  <a:pt x="1541725" y="117290"/>
                </a:cubicBezTo>
                <a:cubicBezTo>
                  <a:pt x="1536268" y="130577"/>
                  <a:pt x="1529638" y="142177"/>
                  <a:pt x="1521834" y="152089"/>
                </a:cubicBezTo>
                <a:close/>
                <a:moveTo>
                  <a:pt x="1570443" y="50222"/>
                </a:moveTo>
                <a:lnTo>
                  <a:pt x="1570443" y="34009"/>
                </a:lnTo>
                <a:lnTo>
                  <a:pt x="1586657" y="34009"/>
                </a:lnTo>
                <a:lnTo>
                  <a:pt x="1586657" y="50222"/>
                </a:lnTo>
                <a:lnTo>
                  <a:pt x="1570443" y="50222"/>
                </a:lnTo>
                <a:moveTo>
                  <a:pt x="1570443" y="118002"/>
                </a:moveTo>
                <a:lnTo>
                  <a:pt x="1570443" y="101788"/>
                </a:lnTo>
                <a:lnTo>
                  <a:pt x="1586657" y="101788"/>
                </a:lnTo>
                <a:lnTo>
                  <a:pt x="1586657" y="118002"/>
                </a:lnTo>
                <a:lnTo>
                  <a:pt x="1570443" y="118002"/>
                </a:lnTo>
                <a:close/>
                <a:moveTo>
                  <a:pt x="1735467" y="2056"/>
                </a:moveTo>
                <a:lnTo>
                  <a:pt x="1750811" y="2056"/>
                </a:lnTo>
                <a:lnTo>
                  <a:pt x="1750811" y="69045"/>
                </a:lnTo>
                <a:cubicBezTo>
                  <a:pt x="1750811" y="80698"/>
                  <a:pt x="1749493" y="89951"/>
                  <a:pt x="1746856" y="96806"/>
                </a:cubicBezTo>
                <a:cubicBezTo>
                  <a:pt x="1744220" y="103660"/>
                  <a:pt x="1739461" y="109236"/>
                  <a:pt x="1732581" y="113533"/>
                </a:cubicBezTo>
                <a:cubicBezTo>
                  <a:pt x="1725700" y="117830"/>
                  <a:pt x="1716670" y="119979"/>
                  <a:pt x="1705492" y="119979"/>
                </a:cubicBezTo>
                <a:cubicBezTo>
                  <a:pt x="1694631" y="119979"/>
                  <a:pt x="1685746" y="118107"/>
                  <a:pt x="1678839" y="114364"/>
                </a:cubicBezTo>
                <a:cubicBezTo>
                  <a:pt x="1671932" y="110620"/>
                  <a:pt x="1667002" y="105202"/>
                  <a:pt x="1664049" y="98111"/>
                </a:cubicBezTo>
                <a:cubicBezTo>
                  <a:pt x="1661097" y="91019"/>
                  <a:pt x="1659620" y="81331"/>
                  <a:pt x="1659620" y="69045"/>
                </a:cubicBezTo>
                <a:lnTo>
                  <a:pt x="1659620" y="2056"/>
                </a:lnTo>
                <a:lnTo>
                  <a:pt x="1674964" y="2056"/>
                </a:lnTo>
                <a:lnTo>
                  <a:pt x="1674964" y="68966"/>
                </a:lnTo>
                <a:cubicBezTo>
                  <a:pt x="1674964" y="79037"/>
                  <a:pt x="1675900" y="86458"/>
                  <a:pt x="1677771" y="91230"/>
                </a:cubicBezTo>
                <a:cubicBezTo>
                  <a:pt x="1679643" y="96002"/>
                  <a:pt x="1682860" y="99679"/>
                  <a:pt x="1687420" y="102263"/>
                </a:cubicBezTo>
                <a:cubicBezTo>
                  <a:pt x="1691981" y="104847"/>
                  <a:pt x="1697557" y="106138"/>
                  <a:pt x="1704148" y="106138"/>
                </a:cubicBezTo>
                <a:cubicBezTo>
                  <a:pt x="1715431" y="106138"/>
                  <a:pt x="1723472" y="103581"/>
                  <a:pt x="1728270" y="98467"/>
                </a:cubicBezTo>
                <a:cubicBezTo>
                  <a:pt x="1733068" y="93352"/>
                  <a:pt x="1735467" y="83519"/>
                  <a:pt x="1735467" y="68966"/>
                </a:cubicBezTo>
                <a:lnTo>
                  <a:pt x="1735467" y="2056"/>
                </a:lnTo>
                <a:close/>
                <a:moveTo>
                  <a:pt x="1776112" y="118002"/>
                </a:moveTo>
                <a:lnTo>
                  <a:pt x="1776112" y="2056"/>
                </a:lnTo>
                <a:lnTo>
                  <a:pt x="1859947" y="2056"/>
                </a:lnTo>
                <a:lnTo>
                  <a:pt x="1859947" y="15739"/>
                </a:lnTo>
                <a:lnTo>
                  <a:pt x="1791455" y="15739"/>
                </a:lnTo>
                <a:lnTo>
                  <a:pt x="1791455" y="51250"/>
                </a:lnTo>
                <a:lnTo>
                  <a:pt x="1855597" y="51250"/>
                </a:lnTo>
                <a:lnTo>
                  <a:pt x="1855597" y="64854"/>
                </a:lnTo>
                <a:lnTo>
                  <a:pt x="1791455" y="64854"/>
                </a:lnTo>
                <a:lnTo>
                  <a:pt x="1791455" y="104319"/>
                </a:lnTo>
                <a:lnTo>
                  <a:pt x="1862636" y="104319"/>
                </a:lnTo>
                <a:lnTo>
                  <a:pt x="1862636" y="118002"/>
                </a:lnTo>
                <a:lnTo>
                  <a:pt x="1776112" y="118002"/>
                </a:lnTo>
                <a:close/>
                <a:moveTo>
                  <a:pt x="1927603" y="18428"/>
                </a:moveTo>
                <a:lnTo>
                  <a:pt x="1927603" y="2056"/>
                </a:lnTo>
                <a:lnTo>
                  <a:pt x="1941839" y="2056"/>
                </a:lnTo>
                <a:lnTo>
                  <a:pt x="1941839" y="18428"/>
                </a:lnTo>
                <a:lnTo>
                  <a:pt x="1927603" y="18428"/>
                </a:lnTo>
                <a:moveTo>
                  <a:pt x="1927603" y="118002"/>
                </a:moveTo>
                <a:lnTo>
                  <a:pt x="1927603" y="34009"/>
                </a:lnTo>
                <a:lnTo>
                  <a:pt x="1941839" y="34009"/>
                </a:lnTo>
                <a:lnTo>
                  <a:pt x="1941839" y="118002"/>
                </a:lnTo>
                <a:lnTo>
                  <a:pt x="1927603" y="118002"/>
                </a:lnTo>
                <a:close/>
                <a:moveTo>
                  <a:pt x="1962948" y="118002"/>
                </a:moveTo>
                <a:lnTo>
                  <a:pt x="1962948" y="34009"/>
                </a:lnTo>
                <a:lnTo>
                  <a:pt x="1975760" y="34009"/>
                </a:lnTo>
                <a:lnTo>
                  <a:pt x="1975760" y="45951"/>
                </a:lnTo>
                <a:cubicBezTo>
                  <a:pt x="1981929" y="36724"/>
                  <a:pt x="1990840" y="32110"/>
                  <a:pt x="2002492" y="32110"/>
                </a:cubicBezTo>
                <a:cubicBezTo>
                  <a:pt x="2007554" y="32110"/>
                  <a:pt x="2012207" y="33020"/>
                  <a:pt x="2016452" y="34839"/>
                </a:cubicBezTo>
                <a:cubicBezTo>
                  <a:pt x="2020696" y="36658"/>
                  <a:pt x="2023873" y="39044"/>
                  <a:pt x="2025982" y="41997"/>
                </a:cubicBezTo>
                <a:cubicBezTo>
                  <a:pt x="2028091" y="44949"/>
                  <a:pt x="2029568" y="48456"/>
                  <a:pt x="2030411" y="52516"/>
                </a:cubicBezTo>
                <a:cubicBezTo>
                  <a:pt x="2030938" y="55152"/>
                  <a:pt x="2031202" y="59765"/>
                  <a:pt x="2031202" y="66356"/>
                </a:cubicBezTo>
                <a:lnTo>
                  <a:pt x="2031202" y="118002"/>
                </a:lnTo>
                <a:lnTo>
                  <a:pt x="2016966" y="118002"/>
                </a:lnTo>
                <a:lnTo>
                  <a:pt x="2016966" y="66910"/>
                </a:lnTo>
                <a:cubicBezTo>
                  <a:pt x="2016966" y="61110"/>
                  <a:pt x="2016412" y="56773"/>
                  <a:pt x="2015305" y="53900"/>
                </a:cubicBezTo>
                <a:cubicBezTo>
                  <a:pt x="2014198" y="51026"/>
                  <a:pt x="2012234" y="48732"/>
                  <a:pt x="2009413" y="47019"/>
                </a:cubicBezTo>
                <a:cubicBezTo>
                  <a:pt x="2006592" y="45305"/>
                  <a:pt x="2003283" y="44448"/>
                  <a:pt x="1999487" y="44448"/>
                </a:cubicBezTo>
                <a:cubicBezTo>
                  <a:pt x="1993424" y="44448"/>
                  <a:pt x="1988190" y="46373"/>
                  <a:pt x="1983788" y="50222"/>
                </a:cubicBezTo>
                <a:cubicBezTo>
                  <a:pt x="1979385" y="54071"/>
                  <a:pt x="1977184" y="61374"/>
                  <a:pt x="1977184" y="72130"/>
                </a:cubicBezTo>
                <a:lnTo>
                  <a:pt x="1977184" y="118002"/>
                </a:lnTo>
                <a:lnTo>
                  <a:pt x="1962948" y="118002"/>
                </a:lnTo>
                <a:close/>
                <a:moveTo>
                  <a:pt x="2052389" y="18428"/>
                </a:moveTo>
                <a:lnTo>
                  <a:pt x="2052389" y="2056"/>
                </a:lnTo>
                <a:lnTo>
                  <a:pt x="2066625" y="2056"/>
                </a:lnTo>
                <a:lnTo>
                  <a:pt x="2066625" y="18428"/>
                </a:lnTo>
                <a:lnTo>
                  <a:pt x="2052389" y="18428"/>
                </a:lnTo>
                <a:moveTo>
                  <a:pt x="2052389" y="118002"/>
                </a:moveTo>
                <a:lnTo>
                  <a:pt x="2052389" y="34009"/>
                </a:lnTo>
                <a:lnTo>
                  <a:pt x="2066625" y="34009"/>
                </a:lnTo>
                <a:lnTo>
                  <a:pt x="2066625" y="118002"/>
                </a:lnTo>
                <a:lnTo>
                  <a:pt x="2052389" y="118002"/>
                </a:lnTo>
                <a:close/>
                <a:moveTo>
                  <a:pt x="2118816" y="105268"/>
                </a:moveTo>
                <a:lnTo>
                  <a:pt x="2120872" y="117844"/>
                </a:lnTo>
                <a:cubicBezTo>
                  <a:pt x="2116865" y="118687"/>
                  <a:pt x="2113280" y="119109"/>
                  <a:pt x="2110116" y="119109"/>
                </a:cubicBezTo>
                <a:cubicBezTo>
                  <a:pt x="2104949" y="119109"/>
                  <a:pt x="2100942" y="118292"/>
                  <a:pt x="2098095" y="116657"/>
                </a:cubicBezTo>
                <a:cubicBezTo>
                  <a:pt x="2095247" y="115023"/>
                  <a:pt x="2093244" y="112874"/>
                  <a:pt x="2092084" y="110211"/>
                </a:cubicBezTo>
                <a:cubicBezTo>
                  <a:pt x="2090924" y="107549"/>
                  <a:pt x="2090344" y="101947"/>
                  <a:pt x="2090344" y="93405"/>
                </a:cubicBezTo>
                <a:lnTo>
                  <a:pt x="2090344" y="45081"/>
                </a:lnTo>
                <a:lnTo>
                  <a:pt x="2079904" y="45081"/>
                </a:lnTo>
                <a:lnTo>
                  <a:pt x="2079904" y="34009"/>
                </a:lnTo>
                <a:lnTo>
                  <a:pt x="2090344" y="34009"/>
                </a:lnTo>
                <a:lnTo>
                  <a:pt x="2090344" y="13208"/>
                </a:lnTo>
                <a:lnTo>
                  <a:pt x="2104501" y="4666"/>
                </a:lnTo>
                <a:lnTo>
                  <a:pt x="2104501" y="34009"/>
                </a:lnTo>
                <a:lnTo>
                  <a:pt x="2118816" y="34009"/>
                </a:lnTo>
                <a:lnTo>
                  <a:pt x="2118816" y="45081"/>
                </a:lnTo>
                <a:lnTo>
                  <a:pt x="2104501" y="45081"/>
                </a:lnTo>
                <a:lnTo>
                  <a:pt x="2104501" y="94196"/>
                </a:lnTo>
                <a:cubicBezTo>
                  <a:pt x="2104501" y="98256"/>
                  <a:pt x="2104751" y="100866"/>
                  <a:pt x="2105252" y="102026"/>
                </a:cubicBezTo>
                <a:cubicBezTo>
                  <a:pt x="2105753" y="103186"/>
                  <a:pt x="2106570" y="104108"/>
                  <a:pt x="2107704" y="104794"/>
                </a:cubicBezTo>
                <a:cubicBezTo>
                  <a:pt x="2108838" y="105479"/>
                  <a:pt x="2110459" y="105822"/>
                  <a:pt x="2112568" y="105822"/>
                </a:cubicBezTo>
                <a:cubicBezTo>
                  <a:pt x="2114150" y="105822"/>
                  <a:pt x="2116232" y="105637"/>
                  <a:pt x="2118816" y="105268"/>
                </a:cubicBezTo>
                <a:close/>
                <a:moveTo>
                  <a:pt x="2133441" y="18428"/>
                </a:moveTo>
                <a:lnTo>
                  <a:pt x="2133441" y="2056"/>
                </a:lnTo>
                <a:lnTo>
                  <a:pt x="2147678" y="2056"/>
                </a:lnTo>
                <a:lnTo>
                  <a:pt x="2147678" y="18428"/>
                </a:lnTo>
                <a:lnTo>
                  <a:pt x="2133441" y="18428"/>
                </a:lnTo>
                <a:moveTo>
                  <a:pt x="2133441" y="118002"/>
                </a:moveTo>
                <a:lnTo>
                  <a:pt x="2133441" y="34009"/>
                </a:lnTo>
                <a:lnTo>
                  <a:pt x="2147678" y="34009"/>
                </a:lnTo>
                <a:lnTo>
                  <a:pt x="2147678" y="118002"/>
                </a:lnTo>
                <a:lnTo>
                  <a:pt x="2133441" y="118002"/>
                </a:lnTo>
                <a:close/>
                <a:moveTo>
                  <a:pt x="2223596" y="107641"/>
                </a:moveTo>
                <a:cubicBezTo>
                  <a:pt x="2218323" y="112123"/>
                  <a:pt x="2213248" y="115286"/>
                  <a:pt x="2208371" y="117132"/>
                </a:cubicBezTo>
                <a:cubicBezTo>
                  <a:pt x="2203494" y="118977"/>
                  <a:pt x="2198261" y="119900"/>
                  <a:pt x="2192672" y="119900"/>
                </a:cubicBezTo>
                <a:cubicBezTo>
                  <a:pt x="2183444" y="119900"/>
                  <a:pt x="2176353" y="117646"/>
                  <a:pt x="2171396" y="113138"/>
                </a:cubicBezTo>
                <a:cubicBezTo>
                  <a:pt x="2166440" y="108630"/>
                  <a:pt x="2163962" y="102869"/>
                  <a:pt x="2163962" y="95857"/>
                </a:cubicBezTo>
                <a:cubicBezTo>
                  <a:pt x="2163962" y="91744"/>
                  <a:pt x="2164898" y="87987"/>
                  <a:pt x="2166770" y="84586"/>
                </a:cubicBezTo>
                <a:cubicBezTo>
                  <a:pt x="2168642" y="81186"/>
                  <a:pt x="2171093" y="78457"/>
                  <a:pt x="2174125" y="76401"/>
                </a:cubicBezTo>
                <a:cubicBezTo>
                  <a:pt x="2177157" y="74344"/>
                  <a:pt x="2180571" y="72789"/>
                  <a:pt x="2184367" y="71734"/>
                </a:cubicBezTo>
                <a:cubicBezTo>
                  <a:pt x="2187162" y="70996"/>
                  <a:pt x="2191380" y="70284"/>
                  <a:pt x="2197022" y="69599"/>
                </a:cubicBezTo>
                <a:cubicBezTo>
                  <a:pt x="2208516" y="68228"/>
                  <a:pt x="2216978" y="66594"/>
                  <a:pt x="2222409" y="64695"/>
                </a:cubicBezTo>
                <a:cubicBezTo>
                  <a:pt x="2222462" y="62744"/>
                  <a:pt x="2222488" y="61505"/>
                  <a:pt x="2222488" y="60978"/>
                </a:cubicBezTo>
                <a:cubicBezTo>
                  <a:pt x="2222488" y="55178"/>
                  <a:pt x="2221144" y="51092"/>
                  <a:pt x="2218455" y="48719"/>
                </a:cubicBezTo>
                <a:cubicBezTo>
                  <a:pt x="2214817" y="45503"/>
                  <a:pt x="2209412" y="43895"/>
                  <a:pt x="2202241" y="43895"/>
                </a:cubicBezTo>
                <a:cubicBezTo>
                  <a:pt x="2195545" y="43895"/>
                  <a:pt x="2190602" y="45068"/>
                  <a:pt x="2187412" y="47414"/>
                </a:cubicBezTo>
                <a:cubicBezTo>
                  <a:pt x="2184222" y="49761"/>
                  <a:pt x="2181863" y="53913"/>
                  <a:pt x="2180334" y="59871"/>
                </a:cubicBezTo>
                <a:lnTo>
                  <a:pt x="2166414" y="57973"/>
                </a:lnTo>
                <a:cubicBezTo>
                  <a:pt x="2167679" y="52015"/>
                  <a:pt x="2169762" y="47203"/>
                  <a:pt x="2172662" y="43539"/>
                </a:cubicBezTo>
                <a:cubicBezTo>
                  <a:pt x="2175562" y="39874"/>
                  <a:pt x="2179754" y="37054"/>
                  <a:pt x="2185237" y="35076"/>
                </a:cubicBezTo>
                <a:cubicBezTo>
                  <a:pt x="2190721" y="33099"/>
                  <a:pt x="2197074" y="32110"/>
                  <a:pt x="2204298" y="32110"/>
                </a:cubicBezTo>
                <a:cubicBezTo>
                  <a:pt x="2211469" y="32110"/>
                  <a:pt x="2217295" y="32954"/>
                  <a:pt x="2221777" y="34641"/>
                </a:cubicBezTo>
                <a:cubicBezTo>
                  <a:pt x="2226258" y="36329"/>
                  <a:pt x="2229554" y="38451"/>
                  <a:pt x="2231663" y="41008"/>
                </a:cubicBezTo>
                <a:cubicBezTo>
                  <a:pt x="2233772" y="43565"/>
                  <a:pt x="2235248" y="46795"/>
                  <a:pt x="2236092" y="50696"/>
                </a:cubicBezTo>
                <a:cubicBezTo>
                  <a:pt x="2236566" y="53122"/>
                  <a:pt x="2236804" y="57498"/>
                  <a:pt x="2236804" y="63825"/>
                </a:cubicBezTo>
                <a:lnTo>
                  <a:pt x="2236804" y="82807"/>
                </a:lnTo>
                <a:cubicBezTo>
                  <a:pt x="2236804" y="96041"/>
                  <a:pt x="2237107" y="104412"/>
                  <a:pt x="2237713" y="107918"/>
                </a:cubicBezTo>
                <a:cubicBezTo>
                  <a:pt x="2238320" y="111424"/>
                  <a:pt x="2239519" y="114785"/>
                  <a:pt x="2241312" y="118002"/>
                </a:cubicBezTo>
                <a:lnTo>
                  <a:pt x="2226443" y="118002"/>
                </a:lnTo>
                <a:cubicBezTo>
                  <a:pt x="2224967" y="115049"/>
                  <a:pt x="2224017" y="111596"/>
                  <a:pt x="2223596" y="107641"/>
                </a:cubicBezTo>
                <a:moveTo>
                  <a:pt x="2222409" y="75847"/>
                </a:moveTo>
                <a:cubicBezTo>
                  <a:pt x="2217242" y="77956"/>
                  <a:pt x="2209491" y="79749"/>
                  <a:pt x="2199157" y="81225"/>
                </a:cubicBezTo>
                <a:cubicBezTo>
                  <a:pt x="2193304" y="82069"/>
                  <a:pt x="2189165" y="83018"/>
                  <a:pt x="2186740" y="84072"/>
                </a:cubicBezTo>
                <a:cubicBezTo>
                  <a:pt x="2184314" y="85127"/>
                  <a:pt x="2182443" y="86669"/>
                  <a:pt x="2181125" y="88699"/>
                </a:cubicBezTo>
                <a:cubicBezTo>
                  <a:pt x="2179806" y="90729"/>
                  <a:pt x="2179147" y="92983"/>
                  <a:pt x="2179147" y="95461"/>
                </a:cubicBezTo>
                <a:cubicBezTo>
                  <a:pt x="2179147" y="99258"/>
                  <a:pt x="2180584" y="102421"/>
                  <a:pt x="2183458" y="104952"/>
                </a:cubicBezTo>
                <a:cubicBezTo>
                  <a:pt x="2186331" y="107483"/>
                  <a:pt x="2190536" y="108748"/>
                  <a:pt x="2196072" y="108748"/>
                </a:cubicBezTo>
                <a:cubicBezTo>
                  <a:pt x="2201556" y="108748"/>
                  <a:pt x="2206433" y="107549"/>
                  <a:pt x="2210704" y="105150"/>
                </a:cubicBezTo>
                <a:cubicBezTo>
                  <a:pt x="2214975" y="102751"/>
                  <a:pt x="2218112" y="99468"/>
                  <a:pt x="2220116" y="95303"/>
                </a:cubicBezTo>
                <a:cubicBezTo>
                  <a:pt x="2221645" y="92087"/>
                  <a:pt x="2222409" y="87341"/>
                  <a:pt x="2222409" y="81067"/>
                </a:cubicBezTo>
                <a:lnTo>
                  <a:pt x="2222409" y="75847"/>
                </a:lnTo>
                <a:close/>
                <a:moveTo>
                  <a:pt x="2257832" y="118002"/>
                </a:moveTo>
                <a:lnTo>
                  <a:pt x="2257832" y="2056"/>
                </a:lnTo>
                <a:lnTo>
                  <a:pt x="2272069" y="2056"/>
                </a:lnTo>
                <a:lnTo>
                  <a:pt x="2272069" y="118002"/>
                </a:lnTo>
                <a:lnTo>
                  <a:pt x="2257832" y="118002"/>
                </a:lnTo>
                <a:close/>
                <a:moveTo>
                  <a:pt x="2339054" y="118002"/>
                </a:moveTo>
                <a:lnTo>
                  <a:pt x="2339054" y="34009"/>
                </a:lnTo>
                <a:lnTo>
                  <a:pt x="2351866" y="34009"/>
                </a:lnTo>
                <a:lnTo>
                  <a:pt x="2351866" y="46742"/>
                </a:lnTo>
                <a:cubicBezTo>
                  <a:pt x="2355135" y="40784"/>
                  <a:pt x="2358154" y="36856"/>
                  <a:pt x="2360922" y="34958"/>
                </a:cubicBezTo>
                <a:cubicBezTo>
                  <a:pt x="2363690" y="33059"/>
                  <a:pt x="2366735" y="32110"/>
                  <a:pt x="2370057" y="32110"/>
                </a:cubicBezTo>
                <a:cubicBezTo>
                  <a:pt x="2374855" y="32110"/>
                  <a:pt x="2379732" y="33639"/>
                  <a:pt x="2384688" y="36698"/>
                </a:cubicBezTo>
                <a:lnTo>
                  <a:pt x="2379785" y="49906"/>
                </a:lnTo>
                <a:cubicBezTo>
                  <a:pt x="2376305" y="47849"/>
                  <a:pt x="2372825" y="46821"/>
                  <a:pt x="2369345" y="46821"/>
                </a:cubicBezTo>
                <a:cubicBezTo>
                  <a:pt x="2366234" y="46821"/>
                  <a:pt x="2363440" y="47757"/>
                  <a:pt x="2360961" y="49629"/>
                </a:cubicBezTo>
                <a:cubicBezTo>
                  <a:pt x="2358483" y="51501"/>
                  <a:pt x="2356717" y="54097"/>
                  <a:pt x="2355662" y="57419"/>
                </a:cubicBezTo>
                <a:cubicBezTo>
                  <a:pt x="2354081" y="62481"/>
                  <a:pt x="2353290" y="68017"/>
                  <a:pt x="2353290" y="74028"/>
                </a:cubicBezTo>
                <a:lnTo>
                  <a:pt x="2353290" y="118002"/>
                </a:lnTo>
                <a:lnTo>
                  <a:pt x="2339054" y="118002"/>
                </a:lnTo>
                <a:close/>
                <a:moveTo>
                  <a:pt x="2450696" y="90953"/>
                </a:moveTo>
                <a:lnTo>
                  <a:pt x="2465407" y="92772"/>
                </a:lnTo>
                <a:cubicBezTo>
                  <a:pt x="2463087" y="101367"/>
                  <a:pt x="2458790" y="108037"/>
                  <a:pt x="2452515" y="112782"/>
                </a:cubicBezTo>
                <a:cubicBezTo>
                  <a:pt x="2446241" y="117527"/>
                  <a:pt x="2438226" y="119900"/>
                  <a:pt x="2428472" y="119900"/>
                </a:cubicBezTo>
                <a:cubicBezTo>
                  <a:pt x="2416187" y="119900"/>
                  <a:pt x="2406446" y="116117"/>
                  <a:pt x="2399248" y="108551"/>
                </a:cubicBezTo>
                <a:cubicBezTo>
                  <a:pt x="2392051" y="100984"/>
                  <a:pt x="2388453" y="90373"/>
                  <a:pt x="2388453" y="76717"/>
                </a:cubicBezTo>
                <a:cubicBezTo>
                  <a:pt x="2388453" y="62586"/>
                  <a:pt x="2392091" y="51619"/>
                  <a:pt x="2399367" y="43816"/>
                </a:cubicBezTo>
                <a:cubicBezTo>
                  <a:pt x="2406643" y="36012"/>
                  <a:pt x="2416081" y="32110"/>
                  <a:pt x="2427681" y="32110"/>
                </a:cubicBezTo>
                <a:cubicBezTo>
                  <a:pt x="2438912" y="32110"/>
                  <a:pt x="2448086" y="35933"/>
                  <a:pt x="2455204" y="43578"/>
                </a:cubicBezTo>
                <a:cubicBezTo>
                  <a:pt x="2462322" y="51224"/>
                  <a:pt x="2465881" y="61980"/>
                  <a:pt x="2465881" y="75847"/>
                </a:cubicBezTo>
                <a:cubicBezTo>
                  <a:pt x="2465881" y="76691"/>
                  <a:pt x="2465855" y="77956"/>
                  <a:pt x="2465802" y="79643"/>
                </a:cubicBezTo>
                <a:lnTo>
                  <a:pt x="2403163" y="79643"/>
                </a:lnTo>
                <a:cubicBezTo>
                  <a:pt x="2403691" y="88870"/>
                  <a:pt x="2406301" y="95936"/>
                  <a:pt x="2410993" y="100839"/>
                </a:cubicBezTo>
                <a:cubicBezTo>
                  <a:pt x="2415686" y="105743"/>
                  <a:pt x="2421538" y="108195"/>
                  <a:pt x="2428551" y="108195"/>
                </a:cubicBezTo>
                <a:cubicBezTo>
                  <a:pt x="2433771" y="108195"/>
                  <a:pt x="2438226" y="106824"/>
                  <a:pt x="2441917" y="104082"/>
                </a:cubicBezTo>
                <a:cubicBezTo>
                  <a:pt x="2445608" y="101340"/>
                  <a:pt x="2448534" y="96964"/>
                  <a:pt x="2450696" y="90953"/>
                </a:cubicBezTo>
                <a:moveTo>
                  <a:pt x="2403954" y="67938"/>
                </a:moveTo>
                <a:lnTo>
                  <a:pt x="2450854" y="67938"/>
                </a:lnTo>
                <a:cubicBezTo>
                  <a:pt x="2450222" y="60873"/>
                  <a:pt x="2448429" y="55574"/>
                  <a:pt x="2445476" y="52041"/>
                </a:cubicBezTo>
                <a:cubicBezTo>
                  <a:pt x="2440942" y="46557"/>
                  <a:pt x="2435063" y="43816"/>
                  <a:pt x="2427839" y="43816"/>
                </a:cubicBezTo>
                <a:cubicBezTo>
                  <a:pt x="2421301" y="43816"/>
                  <a:pt x="2415804" y="46004"/>
                  <a:pt x="2411349" y="50380"/>
                </a:cubicBezTo>
                <a:cubicBezTo>
                  <a:pt x="2406894" y="54756"/>
                  <a:pt x="2404429" y="60609"/>
                  <a:pt x="2403954" y="67938"/>
                </a:cubicBezTo>
                <a:close/>
                <a:moveTo>
                  <a:pt x="2536201" y="150191"/>
                </a:moveTo>
                <a:lnTo>
                  <a:pt x="2536201" y="109065"/>
                </a:lnTo>
                <a:cubicBezTo>
                  <a:pt x="2533986" y="112176"/>
                  <a:pt x="2530889" y="114759"/>
                  <a:pt x="2526908" y="116815"/>
                </a:cubicBezTo>
                <a:cubicBezTo>
                  <a:pt x="2522927" y="118872"/>
                  <a:pt x="2518696" y="119900"/>
                  <a:pt x="2514214" y="119900"/>
                </a:cubicBezTo>
                <a:cubicBezTo>
                  <a:pt x="2504249" y="119900"/>
                  <a:pt x="2495667" y="115919"/>
                  <a:pt x="2488470" y="107957"/>
                </a:cubicBezTo>
                <a:cubicBezTo>
                  <a:pt x="2481273" y="99996"/>
                  <a:pt x="2477675" y="89081"/>
                  <a:pt x="2477675" y="75214"/>
                </a:cubicBezTo>
                <a:cubicBezTo>
                  <a:pt x="2477675" y="66778"/>
                  <a:pt x="2479138" y="59212"/>
                  <a:pt x="2482064" y="52516"/>
                </a:cubicBezTo>
                <a:cubicBezTo>
                  <a:pt x="2484990" y="45819"/>
                  <a:pt x="2489235" y="40744"/>
                  <a:pt x="2494797" y="37291"/>
                </a:cubicBezTo>
                <a:cubicBezTo>
                  <a:pt x="2500360" y="33837"/>
                  <a:pt x="2506463" y="32110"/>
                  <a:pt x="2513107" y="32110"/>
                </a:cubicBezTo>
                <a:cubicBezTo>
                  <a:pt x="2523494" y="32110"/>
                  <a:pt x="2531666" y="36487"/>
                  <a:pt x="2537624" y="45239"/>
                </a:cubicBezTo>
                <a:lnTo>
                  <a:pt x="2537624" y="34009"/>
                </a:lnTo>
                <a:lnTo>
                  <a:pt x="2550437" y="34009"/>
                </a:lnTo>
                <a:lnTo>
                  <a:pt x="2550437" y="150191"/>
                </a:lnTo>
                <a:lnTo>
                  <a:pt x="2536201" y="150191"/>
                </a:lnTo>
                <a:moveTo>
                  <a:pt x="2492306" y="75768"/>
                </a:moveTo>
                <a:cubicBezTo>
                  <a:pt x="2492306" y="86577"/>
                  <a:pt x="2494573" y="94684"/>
                  <a:pt x="2499108" y="100088"/>
                </a:cubicBezTo>
                <a:cubicBezTo>
                  <a:pt x="2503642" y="105492"/>
                  <a:pt x="2509073" y="108195"/>
                  <a:pt x="2515400" y="108195"/>
                </a:cubicBezTo>
                <a:cubicBezTo>
                  <a:pt x="2521464" y="108195"/>
                  <a:pt x="2526684" y="105624"/>
                  <a:pt x="2531060" y="100483"/>
                </a:cubicBezTo>
                <a:cubicBezTo>
                  <a:pt x="2535436" y="95343"/>
                  <a:pt x="2537624" y="87526"/>
                  <a:pt x="2537624" y="77033"/>
                </a:cubicBezTo>
                <a:cubicBezTo>
                  <a:pt x="2537624" y="65855"/>
                  <a:pt x="2535318" y="57445"/>
                  <a:pt x="2530704" y="51804"/>
                </a:cubicBezTo>
                <a:cubicBezTo>
                  <a:pt x="2526091" y="46162"/>
                  <a:pt x="2520673" y="43341"/>
                  <a:pt x="2514451" y="43341"/>
                </a:cubicBezTo>
                <a:cubicBezTo>
                  <a:pt x="2508282" y="43341"/>
                  <a:pt x="2503049" y="45964"/>
                  <a:pt x="2498752" y="51211"/>
                </a:cubicBezTo>
                <a:cubicBezTo>
                  <a:pt x="2494455" y="56457"/>
                  <a:pt x="2492306" y="64643"/>
                  <a:pt x="2492306" y="75768"/>
                </a:cubicBezTo>
                <a:close/>
                <a:moveTo>
                  <a:pt x="2627164" y="118002"/>
                </a:moveTo>
                <a:lnTo>
                  <a:pt x="2627164" y="105664"/>
                </a:lnTo>
                <a:cubicBezTo>
                  <a:pt x="2620626" y="115155"/>
                  <a:pt x="2611741" y="119900"/>
                  <a:pt x="2600510" y="119900"/>
                </a:cubicBezTo>
                <a:cubicBezTo>
                  <a:pt x="2595554" y="119900"/>
                  <a:pt x="2590927" y="118951"/>
                  <a:pt x="2586630" y="117053"/>
                </a:cubicBezTo>
                <a:cubicBezTo>
                  <a:pt x="2582333" y="115155"/>
                  <a:pt x="2579143" y="112769"/>
                  <a:pt x="2577060" y="109895"/>
                </a:cubicBezTo>
                <a:cubicBezTo>
                  <a:pt x="2574978" y="107022"/>
                  <a:pt x="2573514" y="103502"/>
                  <a:pt x="2572671" y="99337"/>
                </a:cubicBezTo>
                <a:cubicBezTo>
                  <a:pt x="2572091" y="96542"/>
                  <a:pt x="2571801" y="92113"/>
                  <a:pt x="2571801" y="86050"/>
                </a:cubicBezTo>
                <a:lnTo>
                  <a:pt x="2571801" y="34009"/>
                </a:lnTo>
                <a:lnTo>
                  <a:pt x="2586037" y="34009"/>
                </a:lnTo>
                <a:lnTo>
                  <a:pt x="2586037" y="80592"/>
                </a:lnTo>
                <a:cubicBezTo>
                  <a:pt x="2586037" y="88027"/>
                  <a:pt x="2586327" y="93036"/>
                  <a:pt x="2586907" y="95619"/>
                </a:cubicBezTo>
                <a:cubicBezTo>
                  <a:pt x="2587803" y="99363"/>
                  <a:pt x="2589701" y="102303"/>
                  <a:pt x="2592601" y="104438"/>
                </a:cubicBezTo>
                <a:cubicBezTo>
                  <a:pt x="2595501" y="106573"/>
                  <a:pt x="2599087" y="107641"/>
                  <a:pt x="2603358" y="107641"/>
                </a:cubicBezTo>
                <a:cubicBezTo>
                  <a:pt x="2607628" y="107641"/>
                  <a:pt x="2611636" y="106547"/>
                  <a:pt x="2615379" y="104359"/>
                </a:cubicBezTo>
                <a:cubicBezTo>
                  <a:pt x="2619123" y="102171"/>
                  <a:pt x="2621772" y="99192"/>
                  <a:pt x="2623328" y="95422"/>
                </a:cubicBezTo>
                <a:cubicBezTo>
                  <a:pt x="2624883" y="91652"/>
                  <a:pt x="2625661" y="86181"/>
                  <a:pt x="2625661" y="79011"/>
                </a:cubicBezTo>
                <a:lnTo>
                  <a:pt x="2625661" y="34009"/>
                </a:lnTo>
                <a:lnTo>
                  <a:pt x="2639897" y="34009"/>
                </a:lnTo>
                <a:lnTo>
                  <a:pt x="2639897" y="118002"/>
                </a:lnTo>
                <a:lnTo>
                  <a:pt x="2627164" y="118002"/>
                </a:lnTo>
                <a:close/>
                <a:moveTo>
                  <a:pt x="2719074" y="90953"/>
                </a:moveTo>
                <a:lnTo>
                  <a:pt x="2733785" y="92772"/>
                </a:lnTo>
                <a:cubicBezTo>
                  <a:pt x="2731465" y="101367"/>
                  <a:pt x="2727168" y="108037"/>
                  <a:pt x="2720893" y="112782"/>
                </a:cubicBezTo>
                <a:cubicBezTo>
                  <a:pt x="2714619" y="117527"/>
                  <a:pt x="2706604" y="119900"/>
                  <a:pt x="2696850" y="119900"/>
                </a:cubicBezTo>
                <a:cubicBezTo>
                  <a:pt x="2684565" y="119900"/>
                  <a:pt x="2674824" y="116117"/>
                  <a:pt x="2667626" y="108551"/>
                </a:cubicBezTo>
                <a:cubicBezTo>
                  <a:pt x="2660429" y="100984"/>
                  <a:pt x="2656831" y="90373"/>
                  <a:pt x="2656831" y="76717"/>
                </a:cubicBezTo>
                <a:cubicBezTo>
                  <a:pt x="2656831" y="62586"/>
                  <a:pt x="2660469" y="51619"/>
                  <a:pt x="2667745" y="43816"/>
                </a:cubicBezTo>
                <a:cubicBezTo>
                  <a:pt x="2675021" y="36012"/>
                  <a:pt x="2684459" y="32110"/>
                  <a:pt x="2696059" y="32110"/>
                </a:cubicBezTo>
                <a:cubicBezTo>
                  <a:pt x="2707290" y="32110"/>
                  <a:pt x="2716464" y="35933"/>
                  <a:pt x="2723582" y="43578"/>
                </a:cubicBezTo>
                <a:cubicBezTo>
                  <a:pt x="2730700" y="51224"/>
                  <a:pt x="2734260" y="61980"/>
                  <a:pt x="2734260" y="75847"/>
                </a:cubicBezTo>
                <a:cubicBezTo>
                  <a:pt x="2734260" y="76691"/>
                  <a:pt x="2734233" y="77956"/>
                  <a:pt x="2734180" y="79643"/>
                </a:cubicBezTo>
                <a:lnTo>
                  <a:pt x="2671541" y="79643"/>
                </a:lnTo>
                <a:cubicBezTo>
                  <a:pt x="2672069" y="88870"/>
                  <a:pt x="2674679" y="95936"/>
                  <a:pt x="2679371" y="100839"/>
                </a:cubicBezTo>
                <a:cubicBezTo>
                  <a:pt x="2684064" y="105743"/>
                  <a:pt x="2689917" y="108195"/>
                  <a:pt x="2696929" y="108195"/>
                </a:cubicBezTo>
                <a:cubicBezTo>
                  <a:pt x="2702149" y="108195"/>
                  <a:pt x="2706604" y="106824"/>
                  <a:pt x="2710295" y="104082"/>
                </a:cubicBezTo>
                <a:cubicBezTo>
                  <a:pt x="2713986" y="101340"/>
                  <a:pt x="2716913" y="96964"/>
                  <a:pt x="2719074" y="90953"/>
                </a:cubicBezTo>
                <a:moveTo>
                  <a:pt x="2672332" y="67938"/>
                </a:moveTo>
                <a:lnTo>
                  <a:pt x="2719232" y="67938"/>
                </a:lnTo>
                <a:cubicBezTo>
                  <a:pt x="2718600" y="60873"/>
                  <a:pt x="2716807" y="55574"/>
                  <a:pt x="2713854" y="52041"/>
                </a:cubicBezTo>
                <a:cubicBezTo>
                  <a:pt x="2709320" y="46557"/>
                  <a:pt x="2703441" y="43816"/>
                  <a:pt x="2696217" y="43816"/>
                </a:cubicBezTo>
                <a:cubicBezTo>
                  <a:pt x="2689679" y="43816"/>
                  <a:pt x="2684183" y="46004"/>
                  <a:pt x="2679727" y="50380"/>
                </a:cubicBezTo>
                <a:cubicBezTo>
                  <a:pt x="2675272" y="54756"/>
                  <a:pt x="2672807" y="60609"/>
                  <a:pt x="2672332" y="67938"/>
                </a:cubicBezTo>
                <a:close/>
                <a:moveTo>
                  <a:pt x="2745341" y="92930"/>
                </a:moveTo>
                <a:lnTo>
                  <a:pt x="2759419" y="90716"/>
                </a:lnTo>
                <a:cubicBezTo>
                  <a:pt x="2760209" y="96358"/>
                  <a:pt x="2762411" y="100681"/>
                  <a:pt x="2766022" y="103687"/>
                </a:cubicBezTo>
                <a:cubicBezTo>
                  <a:pt x="2769634" y="106692"/>
                  <a:pt x="2774683" y="108195"/>
                  <a:pt x="2781168" y="108195"/>
                </a:cubicBezTo>
                <a:cubicBezTo>
                  <a:pt x="2787706" y="108195"/>
                  <a:pt x="2792557" y="106863"/>
                  <a:pt x="2795721" y="104201"/>
                </a:cubicBezTo>
                <a:cubicBezTo>
                  <a:pt x="2798884" y="101538"/>
                  <a:pt x="2800466" y="98414"/>
                  <a:pt x="2800466" y="94829"/>
                </a:cubicBezTo>
                <a:cubicBezTo>
                  <a:pt x="2800466" y="91612"/>
                  <a:pt x="2799069" y="89081"/>
                  <a:pt x="2796274" y="87236"/>
                </a:cubicBezTo>
                <a:cubicBezTo>
                  <a:pt x="2794323" y="85970"/>
                  <a:pt x="2789473" y="84362"/>
                  <a:pt x="2781722" y="82411"/>
                </a:cubicBezTo>
                <a:cubicBezTo>
                  <a:pt x="2771282" y="79775"/>
                  <a:pt x="2764045" y="77495"/>
                  <a:pt x="2760012" y="75570"/>
                </a:cubicBezTo>
                <a:cubicBezTo>
                  <a:pt x="2755978" y="73646"/>
                  <a:pt x="2752920" y="70983"/>
                  <a:pt x="2750837" y="67582"/>
                </a:cubicBezTo>
                <a:cubicBezTo>
                  <a:pt x="2748755" y="64181"/>
                  <a:pt x="2747713" y="60425"/>
                  <a:pt x="2747713" y="56312"/>
                </a:cubicBezTo>
                <a:cubicBezTo>
                  <a:pt x="2747713" y="52568"/>
                  <a:pt x="2748570" y="49102"/>
                  <a:pt x="2750284" y="45912"/>
                </a:cubicBezTo>
                <a:cubicBezTo>
                  <a:pt x="2751997" y="42722"/>
                  <a:pt x="2754330" y="40072"/>
                  <a:pt x="2757283" y="37963"/>
                </a:cubicBezTo>
                <a:cubicBezTo>
                  <a:pt x="2759498" y="36329"/>
                  <a:pt x="2762516" y="34944"/>
                  <a:pt x="2766339" y="33811"/>
                </a:cubicBezTo>
                <a:cubicBezTo>
                  <a:pt x="2770162" y="32677"/>
                  <a:pt x="2774261" y="32110"/>
                  <a:pt x="2778637" y="32110"/>
                </a:cubicBezTo>
                <a:cubicBezTo>
                  <a:pt x="2785228" y="32110"/>
                  <a:pt x="2791015" y="33059"/>
                  <a:pt x="2795997" y="34958"/>
                </a:cubicBezTo>
                <a:cubicBezTo>
                  <a:pt x="2800980" y="36856"/>
                  <a:pt x="2804658" y="39426"/>
                  <a:pt x="2807030" y="42669"/>
                </a:cubicBezTo>
                <a:cubicBezTo>
                  <a:pt x="2809403" y="45912"/>
                  <a:pt x="2811038" y="50248"/>
                  <a:pt x="2811934" y="55679"/>
                </a:cubicBezTo>
                <a:lnTo>
                  <a:pt x="2798014" y="57577"/>
                </a:lnTo>
                <a:cubicBezTo>
                  <a:pt x="2797382" y="53254"/>
                  <a:pt x="2795549" y="49879"/>
                  <a:pt x="2792518" y="47454"/>
                </a:cubicBezTo>
                <a:cubicBezTo>
                  <a:pt x="2789486" y="45028"/>
                  <a:pt x="2785202" y="43816"/>
                  <a:pt x="2779665" y="43816"/>
                </a:cubicBezTo>
                <a:cubicBezTo>
                  <a:pt x="2773127" y="43816"/>
                  <a:pt x="2768461" y="44897"/>
                  <a:pt x="2765667" y="47058"/>
                </a:cubicBezTo>
                <a:cubicBezTo>
                  <a:pt x="2762872" y="49220"/>
                  <a:pt x="2761475" y="51751"/>
                  <a:pt x="2761475" y="54651"/>
                </a:cubicBezTo>
                <a:cubicBezTo>
                  <a:pt x="2761475" y="56496"/>
                  <a:pt x="2762055" y="58157"/>
                  <a:pt x="2763215" y="59634"/>
                </a:cubicBezTo>
                <a:cubicBezTo>
                  <a:pt x="2764375" y="61163"/>
                  <a:pt x="2766194" y="62428"/>
                  <a:pt x="2768672" y="63430"/>
                </a:cubicBezTo>
                <a:cubicBezTo>
                  <a:pt x="2770096" y="63957"/>
                  <a:pt x="2774287" y="65170"/>
                  <a:pt x="2781247" y="67068"/>
                </a:cubicBezTo>
                <a:cubicBezTo>
                  <a:pt x="2791318" y="69757"/>
                  <a:pt x="2798344" y="71958"/>
                  <a:pt x="2802325" y="73672"/>
                </a:cubicBezTo>
                <a:cubicBezTo>
                  <a:pt x="2806306" y="75386"/>
                  <a:pt x="2809430" y="77877"/>
                  <a:pt x="2811697" y="81146"/>
                </a:cubicBezTo>
                <a:cubicBezTo>
                  <a:pt x="2813964" y="84415"/>
                  <a:pt x="2815098" y="88475"/>
                  <a:pt x="2815098" y="93326"/>
                </a:cubicBezTo>
                <a:cubicBezTo>
                  <a:pt x="2815098" y="98071"/>
                  <a:pt x="2813714" y="102540"/>
                  <a:pt x="2810945" y="106732"/>
                </a:cubicBezTo>
                <a:cubicBezTo>
                  <a:pt x="2808177" y="110923"/>
                  <a:pt x="2804183" y="114166"/>
                  <a:pt x="2798963" y="116460"/>
                </a:cubicBezTo>
                <a:cubicBezTo>
                  <a:pt x="2793743" y="118753"/>
                  <a:pt x="2787838" y="119900"/>
                  <a:pt x="2781247" y="119900"/>
                </a:cubicBezTo>
                <a:cubicBezTo>
                  <a:pt x="2770333" y="119900"/>
                  <a:pt x="2762015" y="117633"/>
                  <a:pt x="2756294" y="113098"/>
                </a:cubicBezTo>
                <a:cubicBezTo>
                  <a:pt x="2750574" y="108564"/>
                  <a:pt x="2746922" y="101841"/>
                  <a:pt x="2745341" y="92930"/>
                </a:cubicBezTo>
                <a:close/>
                <a:moveTo>
                  <a:pt x="2862970" y="105268"/>
                </a:moveTo>
                <a:lnTo>
                  <a:pt x="2865027" y="117844"/>
                </a:lnTo>
                <a:cubicBezTo>
                  <a:pt x="2861019" y="118687"/>
                  <a:pt x="2857434" y="119109"/>
                  <a:pt x="2854270" y="119109"/>
                </a:cubicBezTo>
                <a:cubicBezTo>
                  <a:pt x="2849103" y="119109"/>
                  <a:pt x="2845096" y="118292"/>
                  <a:pt x="2842249" y="116657"/>
                </a:cubicBezTo>
                <a:cubicBezTo>
                  <a:pt x="2839401" y="115023"/>
                  <a:pt x="2837398" y="112874"/>
                  <a:pt x="2836238" y="110211"/>
                </a:cubicBezTo>
                <a:cubicBezTo>
                  <a:pt x="2835078" y="107549"/>
                  <a:pt x="2834498" y="101947"/>
                  <a:pt x="2834498" y="93405"/>
                </a:cubicBezTo>
                <a:lnTo>
                  <a:pt x="2834498" y="45081"/>
                </a:lnTo>
                <a:lnTo>
                  <a:pt x="2824058" y="45081"/>
                </a:lnTo>
                <a:lnTo>
                  <a:pt x="2824058" y="34009"/>
                </a:lnTo>
                <a:lnTo>
                  <a:pt x="2834498" y="34009"/>
                </a:lnTo>
                <a:lnTo>
                  <a:pt x="2834498" y="13208"/>
                </a:lnTo>
                <a:lnTo>
                  <a:pt x="2848655" y="4666"/>
                </a:lnTo>
                <a:lnTo>
                  <a:pt x="2848655" y="34009"/>
                </a:lnTo>
                <a:lnTo>
                  <a:pt x="2862970" y="34009"/>
                </a:lnTo>
                <a:lnTo>
                  <a:pt x="2862970" y="45081"/>
                </a:lnTo>
                <a:lnTo>
                  <a:pt x="2848655" y="45081"/>
                </a:lnTo>
                <a:lnTo>
                  <a:pt x="2848655" y="94196"/>
                </a:lnTo>
                <a:cubicBezTo>
                  <a:pt x="2848655" y="98256"/>
                  <a:pt x="2848905" y="100866"/>
                  <a:pt x="2849406" y="102026"/>
                </a:cubicBezTo>
                <a:cubicBezTo>
                  <a:pt x="2849907" y="103186"/>
                  <a:pt x="2850724" y="104108"/>
                  <a:pt x="2851858" y="104794"/>
                </a:cubicBezTo>
                <a:cubicBezTo>
                  <a:pt x="2852992" y="105479"/>
                  <a:pt x="2854613" y="105822"/>
                  <a:pt x="2856722" y="105822"/>
                </a:cubicBezTo>
                <a:cubicBezTo>
                  <a:pt x="2858304" y="105822"/>
                  <a:pt x="2860387" y="105637"/>
                  <a:pt x="2862970" y="1052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OnlineAttachment(2):multi-roundtripverification">
            <a:extLst xmlns:a="http://schemas.openxmlformats.org/drawingml/2006/main">
              <a:ext uri="{FF2B5EF4-FFF2-40B4-BE49-F238E27FC236}">
                <a16:creationId xmlns:a16="http://schemas.microsoft.com/office/drawing/2014/main" id="{22F5542F-6D19-4286-8C72-F06B2098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9962" y="880319"/>
            <a:ext cx="3483972" cy="152089"/>
          </a:xfrm>
          <a:custGeom xmlns:a="http://schemas.openxmlformats.org/drawingml/2006/main">
            <a:pathLst>
              <a:path w="3483972" h="152089">
                <a:moveTo>
                  <a:pt x="0" y="61532"/>
                </a:moveTo>
                <a:cubicBezTo>
                  <a:pt x="0" y="42287"/>
                  <a:pt x="5167" y="27220"/>
                  <a:pt x="15502" y="16332"/>
                </a:cubicBezTo>
                <a:cubicBezTo>
                  <a:pt x="25836" y="5444"/>
                  <a:pt x="39176" y="0"/>
                  <a:pt x="55521" y="0"/>
                </a:cubicBezTo>
                <a:cubicBezTo>
                  <a:pt x="66224" y="0"/>
                  <a:pt x="75873" y="2557"/>
                  <a:pt x="84468" y="7672"/>
                </a:cubicBezTo>
                <a:cubicBezTo>
                  <a:pt x="93062" y="12786"/>
                  <a:pt x="99613" y="19917"/>
                  <a:pt x="104122" y="29065"/>
                </a:cubicBezTo>
                <a:cubicBezTo>
                  <a:pt x="108630" y="38213"/>
                  <a:pt x="110884" y="48587"/>
                  <a:pt x="110884" y="60187"/>
                </a:cubicBezTo>
                <a:cubicBezTo>
                  <a:pt x="110884" y="71945"/>
                  <a:pt x="108511" y="82464"/>
                  <a:pt x="103766" y="91744"/>
                </a:cubicBezTo>
                <a:cubicBezTo>
                  <a:pt x="99020" y="101024"/>
                  <a:pt x="92298" y="108050"/>
                  <a:pt x="83598" y="112821"/>
                </a:cubicBezTo>
                <a:cubicBezTo>
                  <a:pt x="74898" y="117593"/>
                  <a:pt x="65513" y="119979"/>
                  <a:pt x="55442" y="119979"/>
                </a:cubicBezTo>
                <a:cubicBezTo>
                  <a:pt x="44527" y="119979"/>
                  <a:pt x="34773" y="117343"/>
                  <a:pt x="26179" y="112070"/>
                </a:cubicBezTo>
                <a:cubicBezTo>
                  <a:pt x="17584" y="106797"/>
                  <a:pt x="11073" y="99600"/>
                  <a:pt x="6644" y="90479"/>
                </a:cubicBezTo>
                <a:cubicBezTo>
                  <a:pt x="2215" y="81357"/>
                  <a:pt x="0" y="71708"/>
                  <a:pt x="0" y="61532"/>
                </a:cubicBezTo>
                <a:moveTo>
                  <a:pt x="15818" y="61769"/>
                </a:moveTo>
                <a:cubicBezTo>
                  <a:pt x="15818" y="75742"/>
                  <a:pt x="19575" y="86748"/>
                  <a:pt x="27088" y="94789"/>
                </a:cubicBezTo>
                <a:cubicBezTo>
                  <a:pt x="34602" y="102830"/>
                  <a:pt x="44027" y="106850"/>
                  <a:pt x="55363" y="106850"/>
                </a:cubicBezTo>
                <a:cubicBezTo>
                  <a:pt x="66910" y="106850"/>
                  <a:pt x="76414" y="102790"/>
                  <a:pt x="83875" y="94670"/>
                </a:cubicBezTo>
                <a:cubicBezTo>
                  <a:pt x="91335" y="86550"/>
                  <a:pt x="95066" y="75030"/>
                  <a:pt x="95066" y="60108"/>
                </a:cubicBezTo>
                <a:cubicBezTo>
                  <a:pt x="95066" y="50670"/>
                  <a:pt x="93471" y="42432"/>
                  <a:pt x="90281" y="35393"/>
                </a:cubicBezTo>
                <a:cubicBezTo>
                  <a:pt x="87091" y="28354"/>
                  <a:pt x="82425" y="22896"/>
                  <a:pt x="76282" y="19021"/>
                </a:cubicBezTo>
                <a:cubicBezTo>
                  <a:pt x="70139" y="15146"/>
                  <a:pt x="63245" y="13208"/>
                  <a:pt x="55600" y="13208"/>
                </a:cubicBezTo>
                <a:cubicBezTo>
                  <a:pt x="44738" y="13208"/>
                  <a:pt x="35393" y="16938"/>
                  <a:pt x="27563" y="24399"/>
                </a:cubicBezTo>
                <a:cubicBezTo>
                  <a:pt x="19733" y="31860"/>
                  <a:pt x="15818" y="44317"/>
                  <a:pt x="15818" y="61769"/>
                </a:cubicBezTo>
                <a:close/>
                <a:moveTo>
                  <a:pt x="129382" y="118002"/>
                </a:moveTo>
                <a:lnTo>
                  <a:pt x="129382" y="34009"/>
                </a:lnTo>
                <a:lnTo>
                  <a:pt x="142195" y="34009"/>
                </a:lnTo>
                <a:lnTo>
                  <a:pt x="142195" y="45951"/>
                </a:lnTo>
                <a:cubicBezTo>
                  <a:pt x="148364" y="36724"/>
                  <a:pt x="157274" y="32110"/>
                  <a:pt x="168927" y="32110"/>
                </a:cubicBezTo>
                <a:cubicBezTo>
                  <a:pt x="173989" y="32110"/>
                  <a:pt x="178642" y="33020"/>
                  <a:pt x="182886" y="34839"/>
                </a:cubicBezTo>
                <a:cubicBezTo>
                  <a:pt x="187131" y="36658"/>
                  <a:pt x="190308" y="39044"/>
                  <a:pt x="192417" y="41997"/>
                </a:cubicBezTo>
                <a:cubicBezTo>
                  <a:pt x="194526" y="44949"/>
                  <a:pt x="196002" y="48456"/>
                  <a:pt x="196846" y="52516"/>
                </a:cubicBezTo>
                <a:cubicBezTo>
                  <a:pt x="197373" y="55152"/>
                  <a:pt x="197637" y="59765"/>
                  <a:pt x="197637" y="66356"/>
                </a:cubicBezTo>
                <a:lnTo>
                  <a:pt x="197637" y="118002"/>
                </a:lnTo>
                <a:lnTo>
                  <a:pt x="183400" y="118002"/>
                </a:lnTo>
                <a:lnTo>
                  <a:pt x="183400" y="66910"/>
                </a:lnTo>
                <a:cubicBezTo>
                  <a:pt x="183400" y="61110"/>
                  <a:pt x="182847" y="56773"/>
                  <a:pt x="181740" y="53900"/>
                </a:cubicBezTo>
                <a:cubicBezTo>
                  <a:pt x="180632" y="51026"/>
                  <a:pt x="178668" y="48732"/>
                  <a:pt x="175847" y="47019"/>
                </a:cubicBezTo>
                <a:cubicBezTo>
                  <a:pt x="173027" y="45305"/>
                  <a:pt x="169718" y="44448"/>
                  <a:pt x="165922" y="44448"/>
                </a:cubicBezTo>
                <a:cubicBezTo>
                  <a:pt x="159858" y="44448"/>
                  <a:pt x="154625" y="46373"/>
                  <a:pt x="150222" y="50222"/>
                </a:cubicBezTo>
                <a:cubicBezTo>
                  <a:pt x="145820" y="54071"/>
                  <a:pt x="143618" y="61374"/>
                  <a:pt x="143618" y="72130"/>
                </a:cubicBezTo>
                <a:lnTo>
                  <a:pt x="143618" y="118002"/>
                </a:lnTo>
                <a:lnTo>
                  <a:pt x="129382" y="118002"/>
                </a:lnTo>
                <a:close/>
                <a:moveTo>
                  <a:pt x="218508" y="118002"/>
                </a:moveTo>
                <a:lnTo>
                  <a:pt x="218508" y="2056"/>
                </a:lnTo>
                <a:lnTo>
                  <a:pt x="232745" y="2056"/>
                </a:lnTo>
                <a:lnTo>
                  <a:pt x="232745" y="118002"/>
                </a:lnTo>
                <a:lnTo>
                  <a:pt x="218508" y="118002"/>
                </a:lnTo>
                <a:close/>
                <a:moveTo>
                  <a:pt x="254409" y="18428"/>
                </a:moveTo>
                <a:lnTo>
                  <a:pt x="254409" y="2056"/>
                </a:lnTo>
                <a:lnTo>
                  <a:pt x="268646" y="2056"/>
                </a:lnTo>
                <a:lnTo>
                  <a:pt x="268646" y="18428"/>
                </a:lnTo>
                <a:lnTo>
                  <a:pt x="254409" y="18428"/>
                </a:lnTo>
                <a:moveTo>
                  <a:pt x="254409" y="118002"/>
                </a:moveTo>
                <a:lnTo>
                  <a:pt x="254409" y="34009"/>
                </a:lnTo>
                <a:lnTo>
                  <a:pt x="268646" y="34009"/>
                </a:lnTo>
                <a:lnTo>
                  <a:pt x="268646" y="118002"/>
                </a:lnTo>
                <a:lnTo>
                  <a:pt x="254409" y="118002"/>
                </a:lnTo>
                <a:close/>
                <a:moveTo>
                  <a:pt x="289836" y="118002"/>
                </a:moveTo>
                <a:lnTo>
                  <a:pt x="289836" y="34009"/>
                </a:lnTo>
                <a:lnTo>
                  <a:pt x="302648" y="34009"/>
                </a:lnTo>
                <a:lnTo>
                  <a:pt x="302648" y="45951"/>
                </a:lnTo>
                <a:cubicBezTo>
                  <a:pt x="308817" y="36724"/>
                  <a:pt x="317728" y="32110"/>
                  <a:pt x="329381" y="32110"/>
                </a:cubicBezTo>
                <a:cubicBezTo>
                  <a:pt x="334442" y="32110"/>
                  <a:pt x="339095" y="33020"/>
                  <a:pt x="343340" y="34839"/>
                </a:cubicBezTo>
                <a:cubicBezTo>
                  <a:pt x="347584" y="36658"/>
                  <a:pt x="350761" y="39044"/>
                  <a:pt x="352870" y="41997"/>
                </a:cubicBezTo>
                <a:cubicBezTo>
                  <a:pt x="354979" y="44949"/>
                  <a:pt x="356456" y="48456"/>
                  <a:pt x="357299" y="52516"/>
                </a:cubicBezTo>
                <a:cubicBezTo>
                  <a:pt x="357826" y="55152"/>
                  <a:pt x="358090" y="59765"/>
                  <a:pt x="358090" y="66356"/>
                </a:cubicBezTo>
                <a:lnTo>
                  <a:pt x="358090" y="118002"/>
                </a:lnTo>
                <a:lnTo>
                  <a:pt x="343854" y="118002"/>
                </a:lnTo>
                <a:lnTo>
                  <a:pt x="343854" y="66910"/>
                </a:lnTo>
                <a:cubicBezTo>
                  <a:pt x="343854" y="61110"/>
                  <a:pt x="343300" y="56773"/>
                  <a:pt x="342193" y="53900"/>
                </a:cubicBezTo>
                <a:cubicBezTo>
                  <a:pt x="341086" y="51026"/>
                  <a:pt x="339122" y="48732"/>
                  <a:pt x="336301" y="47019"/>
                </a:cubicBezTo>
                <a:cubicBezTo>
                  <a:pt x="333480" y="45305"/>
                  <a:pt x="330171" y="44448"/>
                  <a:pt x="326375" y="44448"/>
                </a:cubicBezTo>
                <a:cubicBezTo>
                  <a:pt x="320312" y="44448"/>
                  <a:pt x="315078" y="46373"/>
                  <a:pt x="310676" y="50222"/>
                </a:cubicBezTo>
                <a:cubicBezTo>
                  <a:pt x="306273" y="54071"/>
                  <a:pt x="304072" y="61374"/>
                  <a:pt x="304072" y="72130"/>
                </a:cubicBezTo>
                <a:lnTo>
                  <a:pt x="304072" y="118002"/>
                </a:lnTo>
                <a:lnTo>
                  <a:pt x="289836" y="118002"/>
                </a:lnTo>
                <a:close/>
                <a:moveTo>
                  <a:pt x="436777" y="90953"/>
                </a:moveTo>
                <a:lnTo>
                  <a:pt x="451488" y="92772"/>
                </a:lnTo>
                <a:cubicBezTo>
                  <a:pt x="449168" y="101367"/>
                  <a:pt x="444871" y="108037"/>
                  <a:pt x="438596" y="112782"/>
                </a:cubicBezTo>
                <a:cubicBezTo>
                  <a:pt x="432322" y="117527"/>
                  <a:pt x="424307" y="119900"/>
                  <a:pt x="414553" y="119900"/>
                </a:cubicBezTo>
                <a:cubicBezTo>
                  <a:pt x="402268" y="119900"/>
                  <a:pt x="392526" y="116117"/>
                  <a:pt x="385329" y="108551"/>
                </a:cubicBezTo>
                <a:cubicBezTo>
                  <a:pt x="378132" y="100984"/>
                  <a:pt x="374533" y="90373"/>
                  <a:pt x="374533" y="76717"/>
                </a:cubicBezTo>
                <a:cubicBezTo>
                  <a:pt x="374533" y="62586"/>
                  <a:pt x="378172" y="51619"/>
                  <a:pt x="385448" y="43816"/>
                </a:cubicBezTo>
                <a:cubicBezTo>
                  <a:pt x="392724" y="36012"/>
                  <a:pt x="402162" y="32110"/>
                  <a:pt x="413762" y="32110"/>
                </a:cubicBezTo>
                <a:cubicBezTo>
                  <a:pt x="424993" y="32110"/>
                  <a:pt x="434167" y="35933"/>
                  <a:pt x="441285" y="43578"/>
                </a:cubicBezTo>
                <a:cubicBezTo>
                  <a:pt x="448403" y="51224"/>
                  <a:pt x="451962" y="61980"/>
                  <a:pt x="451962" y="75847"/>
                </a:cubicBezTo>
                <a:cubicBezTo>
                  <a:pt x="451962" y="76691"/>
                  <a:pt x="451936" y="77956"/>
                  <a:pt x="451883" y="79643"/>
                </a:cubicBezTo>
                <a:lnTo>
                  <a:pt x="389244" y="79643"/>
                </a:lnTo>
                <a:cubicBezTo>
                  <a:pt x="389771" y="88870"/>
                  <a:pt x="392381" y="95936"/>
                  <a:pt x="397074" y="100839"/>
                </a:cubicBezTo>
                <a:cubicBezTo>
                  <a:pt x="401767" y="105743"/>
                  <a:pt x="407619" y="108195"/>
                  <a:pt x="414632" y="108195"/>
                </a:cubicBezTo>
                <a:cubicBezTo>
                  <a:pt x="419852" y="108195"/>
                  <a:pt x="424307" y="106824"/>
                  <a:pt x="427998" y="104082"/>
                </a:cubicBezTo>
                <a:cubicBezTo>
                  <a:pt x="431689" y="101340"/>
                  <a:pt x="434615" y="96964"/>
                  <a:pt x="436777" y="90953"/>
                </a:cubicBezTo>
                <a:moveTo>
                  <a:pt x="390035" y="67938"/>
                </a:moveTo>
                <a:lnTo>
                  <a:pt x="436935" y="67938"/>
                </a:lnTo>
                <a:cubicBezTo>
                  <a:pt x="436303" y="60873"/>
                  <a:pt x="434510" y="55574"/>
                  <a:pt x="431557" y="52041"/>
                </a:cubicBezTo>
                <a:cubicBezTo>
                  <a:pt x="427023" y="46557"/>
                  <a:pt x="421144" y="43816"/>
                  <a:pt x="413920" y="43816"/>
                </a:cubicBezTo>
                <a:cubicBezTo>
                  <a:pt x="407382" y="43816"/>
                  <a:pt x="401885" y="46004"/>
                  <a:pt x="397430" y="50380"/>
                </a:cubicBezTo>
                <a:cubicBezTo>
                  <a:pt x="392975" y="54756"/>
                  <a:pt x="390510" y="60609"/>
                  <a:pt x="390035" y="67938"/>
                </a:cubicBezTo>
                <a:close/>
                <a:moveTo>
                  <a:pt x="494260" y="118002"/>
                </a:moveTo>
                <a:lnTo>
                  <a:pt x="538788" y="2056"/>
                </a:lnTo>
                <a:lnTo>
                  <a:pt x="555317" y="2056"/>
                </a:lnTo>
                <a:lnTo>
                  <a:pt x="602771" y="118002"/>
                </a:lnTo>
                <a:lnTo>
                  <a:pt x="585292" y="118002"/>
                </a:lnTo>
                <a:lnTo>
                  <a:pt x="571768" y="82886"/>
                </a:lnTo>
                <a:lnTo>
                  <a:pt x="523286" y="82886"/>
                </a:lnTo>
                <a:lnTo>
                  <a:pt x="510553" y="118002"/>
                </a:lnTo>
                <a:lnTo>
                  <a:pt x="494260" y="118002"/>
                </a:lnTo>
                <a:moveTo>
                  <a:pt x="527715" y="70390"/>
                </a:moveTo>
                <a:lnTo>
                  <a:pt x="567023" y="70390"/>
                </a:lnTo>
                <a:lnTo>
                  <a:pt x="554922" y="38279"/>
                </a:lnTo>
                <a:cubicBezTo>
                  <a:pt x="551231" y="28525"/>
                  <a:pt x="548489" y="20511"/>
                  <a:pt x="546697" y="14236"/>
                </a:cubicBezTo>
                <a:cubicBezTo>
                  <a:pt x="545220" y="21671"/>
                  <a:pt x="543138" y="29052"/>
                  <a:pt x="540449" y="36381"/>
                </a:cubicBezTo>
                <a:lnTo>
                  <a:pt x="527715" y="70390"/>
                </a:lnTo>
                <a:close/>
                <a:moveTo>
                  <a:pt x="644246" y="105268"/>
                </a:moveTo>
                <a:lnTo>
                  <a:pt x="646302" y="117844"/>
                </a:lnTo>
                <a:cubicBezTo>
                  <a:pt x="642295" y="118687"/>
                  <a:pt x="638709" y="119109"/>
                  <a:pt x="635546" y="119109"/>
                </a:cubicBezTo>
                <a:cubicBezTo>
                  <a:pt x="630379" y="119109"/>
                  <a:pt x="626371" y="118292"/>
                  <a:pt x="623524" y="116657"/>
                </a:cubicBezTo>
                <a:cubicBezTo>
                  <a:pt x="620677" y="115023"/>
                  <a:pt x="618673" y="112874"/>
                  <a:pt x="617513" y="110211"/>
                </a:cubicBezTo>
                <a:cubicBezTo>
                  <a:pt x="616353" y="107549"/>
                  <a:pt x="615773" y="101947"/>
                  <a:pt x="615773" y="93405"/>
                </a:cubicBezTo>
                <a:lnTo>
                  <a:pt x="615773" y="45081"/>
                </a:lnTo>
                <a:lnTo>
                  <a:pt x="605334" y="45081"/>
                </a:lnTo>
                <a:lnTo>
                  <a:pt x="605334" y="34009"/>
                </a:lnTo>
                <a:lnTo>
                  <a:pt x="615773" y="34009"/>
                </a:lnTo>
                <a:lnTo>
                  <a:pt x="615773" y="13208"/>
                </a:lnTo>
                <a:lnTo>
                  <a:pt x="629931" y="4666"/>
                </a:lnTo>
                <a:lnTo>
                  <a:pt x="629931" y="34009"/>
                </a:lnTo>
                <a:lnTo>
                  <a:pt x="644246" y="34009"/>
                </a:lnTo>
                <a:lnTo>
                  <a:pt x="644246" y="45081"/>
                </a:lnTo>
                <a:lnTo>
                  <a:pt x="629931" y="45081"/>
                </a:lnTo>
                <a:lnTo>
                  <a:pt x="629931" y="94196"/>
                </a:lnTo>
                <a:cubicBezTo>
                  <a:pt x="629931" y="98256"/>
                  <a:pt x="630181" y="100866"/>
                  <a:pt x="630682" y="102026"/>
                </a:cubicBezTo>
                <a:cubicBezTo>
                  <a:pt x="631183" y="103186"/>
                  <a:pt x="632000" y="104108"/>
                  <a:pt x="633134" y="104794"/>
                </a:cubicBezTo>
                <a:cubicBezTo>
                  <a:pt x="634267" y="105479"/>
                  <a:pt x="635889" y="105822"/>
                  <a:pt x="637998" y="105822"/>
                </a:cubicBezTo>
                <a:cubicBezTo>
                  <a:pt x="639579" y="105822"/>
                  <a:pt x="641662" y="105637"/>
                  <a:pt x="644246" y="105268"/>
                </a:cubicBezTo>
                <a:close/>
                <a:moveTo>
                  <a:pt x="689810" y="105268"/>
                </a:moveTo>
                <a:lnTo>
                  <a:pt x="691866" y="117844"/>
                </a:lnTo>
                <a:cubicBezTo>
                  <a:pt x="687859" y="118687"/>
                  <a:pt x="684273" y="119109"/>
                  <a:pt x="681110" y="119109"/>
                </a:cubicBezTo>
                <a:cubicBezTo>
                  <a:pt x="675943" y="119109"/>
                  <a:pt x="671935" y="118292"/>
                  <a:pt x="669088" y="116657"/>
                </a:cubicBezTo>
                <a:cubicBezTo>
                  <a:pt x="666241" y="115023"/>
                  <a:pt x="664237" y="112874"/>
                  <a:pt x="663077" y="110211"/>
                </a:cubicBezTo>
                <a:cubicBezTo>
                  <a:pt x="661917" y="107549"/>
                  <a:pt x="661337" y="101947"/>
                  <a:pt x="661337" y="93405"/>
                </a:cubicBezTo>
                <a:lnTo>
                  <a:pt x="661337" y="45081"/>
                </a:lnTo>
                <a:lnTo>
                  <a:pt x="650898" y="45081"/>
                </a:lnTo>
                <a:lnTo>
                  <a:pt x="650898" y="34009"/>
                </a:lnTo>
                <a:lnTo>
                  <a:pt x="661337" y="34009"/>
                </a:lnTo>
                <a:lnTo>
                  <a:pt x="661337" y="13208"/>
                </a:lnTo>
                <a:lnTo>
                  <a:pt x="675495" y="4666"/>
                </a:lnTo>
                <a:lnTo>
                  <a:pt x="675495" y="34009"/>
                </a:lnTo>
                <a:lnTo>
                  <a:pt x="689810" y="34009"/>
                </a:lnTo>
                <a:lnTo>
                  <a:pt x="689810" y="45081"/>
                </a:lnTo>
                <a:lnTo>
                  <a:pt x="675495" y="45081"/>
                </a:lnTo>
                <a:lnTo>
                  <a:pt x="675495" y="94196"/>
                </a:lnTo>
                <a:cubicBezTo>
                  <a:pt x="675495" y="98256"/>
                  <a:pt x="675745" y="100866"/>
                  <a:pt x="676246" y="102026"/>
                </a:cubicBezTo>
                <a:cubicBezTo>
                  <a:pt x="676747" y="103186"/>
                  <a:pt x="677564" y="104108"/>
                  <a:pt x="678698" y="104794"/>
                </a:cubicBezTo>
                <a:cubicBezTo>
                  <a:pt x="679831" y="105479"/>
                  <a:pt x="681453" y="105822"/>
                  <a:pt x="683562" y="105822"/>
                </a:cubicBezTo>
                <a:cubicBezTo>
                  <a:pt x="685143" y="105822"/>
                  <a:pt x="687226" y="105637"/>
                  <a:pt x="689810" y="105268"/>
                </a:cubicBezTo>
                <a:close/>
                <a:moveTo>
                  <a:pt x="759100" y="107641"/>
                </a:moveTo>
                <a:cubicBezTo>
                  <a:pt x="753827" y="112123"/>
                  <a:pt x="748752" y="115286"/>
                  <a:pt x="743875" y="117132"/>
                </a:cubicBezTo>
                <a:cubicBezTo>
                  <a:pt x="738998" y="118977"/>
                  <a:pt x="733765" y="119900"/>
                  <a:pt x="728176" y="119900"/>
                </a:cubicBezTo>
                <a:cubicBezTo>
                  <a:pt x="718949" y="119900"/>
                  <a:pt x="711857" y="117646"/>
                  <a:pt x="706901" y="113138"/>
                </a:cubicBezTo>
                <a:cubicBezTo>
                  <a:pt x="701945" y="108630"/>
                  <a:pt x="699466" y="102869"/>
                  <a:pt x="699466" y="95857"/>
                </a:cubicBezTo>
                <a:cubicBezTo>
                  <a:pt x="699466" y="91744"/>
                  <a:pt x="700402" y="87987"/>
                  <a:pt x="702274" y="84586"/>
                </a:cubicBezTo>
                <a:cubicBezTo>
                  <a:pt x="704146" y="81186"/>
                  <a:pt x="706598" y="78457"/>
                  <a:pt x="709629" y="76401"/>
                </a:cubicBezTo>
                <a:cubicBezTo>
                  <a:pt x="712661" y="74344"/>
                  <a:pt x="716075" y="72789"/>
                  <a:pt x="719872" y="71734"/>
                </a:cubicBezTo>
                <a:cubicBezTo>
                  <a:pt x="722666" y="70996"/>
                  <a:pt x="726884" y="70284"/>
                  <a:pt x="732526" y="69599"/>
                </a:cubicBezTo>
                <a:cubicBezTo>
                  <a:pt x="744020" y="68228"/>
                  <a:pt x="752483" y="66594"/>
                  <a:pt x="757914" y="64695"/>
                </a:cubicBezTo>
                <a:cubicBezTo>
                  <a:pt x="757966" y="62744"/>
                  <a:pt x="757993" y="61505"/>
                  <a:pt x="757993" y="60978"/>
                </a:cubicBezTo>
                <a:cubicBezTo>
                  <a:pt x="757993" y="55178"/>
                  <a:pt x="756648" y="51092"/>
                  <a:pt x="753959" y="48719"/>
                </a:cubicBezTo>
                <a:cubicBezTo>
                  <a:pt x="750321" y="45503"/>
                  <a:pt x="744917" y="43895"/>
                  <a:pt x="737746" y="43895"/>
                </a:cubicBezTo>
                <a:cubicBezTo>
                  <a:pt x="731050" y="43895"/>
                  <a:pt x="726106" y="45068"/>
                  <a:pt x="722917" y="47414"/>
                </a:cubicBezTo>
                <a:cubicBezTo>
                  <a:pt x="719727" y="49761"/>
                  <a:pt x="717367" y="53913"/>
                  <a:pt x="715838" y="59871"/>
                </a:cubicBezTo>
                <a:lnTo>
                  <a:pt x="701918" y="57973"/>
                </a:lnTo>
                <a:cubicBezTo>
                  <a:pt x="703184" y="52015"/>
                  <a:pt x="705266" y="47203"/>
                  <a:pt x="708166" y="43539"/>
                </a:cubicBezTo>
                <a:cubicBezTo>
                  <a:pt x="711066" y="39874"/>
                  <a:pt x="715258" y="37054"/>
                  <a:pt x="720742" y="35076"/>
                </a:cubicBezTo>
                <a:cubicBezTo>
                  <a:pt x="726225" y="33099"/>
                  <a:pt x="732579" y="32110"/>
                  <a:pt x="739802" y="32110"/>
                </a:cubicBezTo>
                <a:cubicBezTo>
                  <a:pt x="746973" y="32110"/>
                  <a:pt x="752799" y="32954"/>
                  <a:pt x="757281" y="34641"/>
                </a:cubicBezTo>
                <a:cubicBezTo>
                  <a:pt x="761763" y="36329"/>
                  <a:pt x="765058" y="38451"/>
                  <a:pt x="767167" y="41008"/>
                </a:cubicBezTo>
                <a:cubicBezTo>
                  <a:pt x="769276" y="43565"/>
                  <a:pt x="770753" y="46795"/>
                  <a:pt x="771596" y="50696"/>
                </a:cubicBezTo>
                <a:cubicBezTo>
                  <a:pt x="772071" y="53122"/>
                  <a:pt x="772308" y="57498"/>
                  <a:pt x="772308" y="63825"/>
                </a:cubicBezTo>
                <a:lnTo>
                  <a:pt x="772308" y="82807"/>
                </a:lnTo>
                <a:cubicBezTo>
                  <a:pt x="772308" y="96041"/>
                  <a:pt x="772611" y="104412"/>
                  <a:pt x="773218" y="107918"/>
                </a:cubicBezTo>
                <a:cubicBezTo>
                  <a:pt x="773824" y="111424"/>
                  <a:pt x="775023" y="114785"/>
                  <a:pt x="776816" y="118002"/>
                </a:cubicBezTo>
                <a:lnTo>
                  <a:pt x="761947" y="118002"/>
                </a:lnTo>
                <a:cubicBezTo>
                  <a:pt x="760471" y="115049"/>
                  <a:pt x="759522" y="111596"/>
                  <a:pt x="759100" y="107641"/>
                </a:cubicBezTo>
                <a:moveTo>
                  <a:pt x="757914" y="75847"/>
                </a:moveTo>
                <a:cubicBezTo>
                  <a:pt x="752747" y="77956"/>
                  <a:pt x="744996" y="79749"/>
                  <a:pt x="734661" y="81225"/>
                </a:cubicBezTo>
                <a:cubicBezTo>
                  <a:pt x="728809" y="82069"/>
                  <a:pt x="724670" y="83018"/>
                  <a:pt x="722244" y="84072"/>
                </a:cubicBezTo>
                <a:cubicBezTo>
                  <a:pt x="719819" y="85127"/>
                  <a:pt x="717947" y="86669"/>
                  <a:pt x="716629" y="88699"/>
                </a:cubicBezTo>
                <a:cubicBezTo>
                  <a:pt x="715311" y="90729"/>
                  <a:pt x="714652" y="92983"/>
                  <a:pt x="714652" y="95461"/>
                </a:cubicBezTo>
                <a:cubicBezTo>
                  <a:pt x="714652" y="99258"/>
                  <a:pt x="716088" y="102421"/>
                  <a:pt x="718962" y="104952"/>
                </a:cubicBezTo>
                <a:cubicBezTo>
                  <a:pt x="721836" y="107483"/>
                  <a:pt x="726041" y="108748"/>
                  <a:pt x="731577" y="108748"/>
                </a:cubicBezTo>
                <a:cubicBezTo>
                  <a:pt x="737060" y="108748"/>
                  <a:pt x="741938" y="107549"/>
                  <a:pt x="746208" y="105150"/>
                </a:cubicBezTo>
                <a:cubicBezTo>
                  <a:pt x="750479" y="102751"/>
                  <a:pt x="753617" y="99468"/>
                  <a:pt x="755620" y="95303"/>
                </a:cubicBezTo>
                <a:cubicBezTo>
                  <a:pt x="757149" y="92087"/>
                  <a:pt x="757914" y="87341"/>
                  <a:pt x="757914" y="81067"/>
                </a:cubicBezTo>
                <a:lnTo>
                  <a:pt x="757914" y="75847"/>
                </a:lnTo>
                <a:close/>
                <a:moveTo>
                  <a:pt x="848527" y="87236"/>
                </a:moveTo>
                <a:lnTo>
                  <a:pt x="862526" y="89055"/>
                </a:lnTo>
                <a:cubicBezTo>
                  <a:pt x="860996" y="98704"/>
                  <a:pt x="857082" y="106257"/>
                  <a:pt x="850781" y="111714"/>
                </a:cubicBezTo>
                <a:cubicBezTo>
                  <a:pt x="844480" y="117171"/>
                  <a:pt x="836742" y="119900"/>
                  <a:pt x="827568" y="119900"/>
                </a:cubicBezTo>
                <a:cubicBezTo>
                  <a:pt x="816074" y="119900"/>
                  <a:pt x="806833" y="116143"/>
                  <a:pt x="799847" y="108630"/>
                </a:cubicBezTo>
                <a:cubicBezTo>
                  <a:pt x="792861" y="101116"/>
                  <a:pt x="789368" y="90347"/>
                  <a:pt x="789368" y="76322"/>
                </a:cubicBezTo>
                <a:cubicBezTo>
                  <a:pt x="789368" y="67253"/>
                  <a:pt x="790870" y="59317"/>
                  <a:pt x="793876" y="52516"/>
                </a:cubicBezTo>
                <a:cubicBezTo>
                  <a:pt x="796881" y="45714"/>
                  <a:pt x="801455" y="40613"/>
                  <a:pt x="807598" y="37212"/>
                </a:cubicBezTo>
                <a:cubicBezTo>
                  <a:pt x="813740" y="33811"/>
                  <a:pt x="820423" y="32110"/>
                  <a:pt x="827647" y="32110"/>
                </a:cubicBezTo>
                <a:cubicBezTo>
                  <a:pt x="836769" y="32110"/>
                  <a:pt x="844229" y="34417"/>
                  <a:pt x="850029" y="39031"/>
                </a:cubicBezTo>
                <a:cubicBezTo>
                  <a:pt x="855829" y="43644"/>
                  <a:pt x="859546" y="50196"/>
                  <a:pt x="861181" y="58685"/>
                </a:cubicBezTo>
                <a:lnTo>
                  <a:pt x="847340" y="60820"/>
                </a:lnTo>
                <a:cubicBezTo>
                  <a:pt x="846022" y="55178"/>
                  <a:pt x="843689" y="50934"/>
                  <a:pt x="840341" y="48087"/>
                </a:cubicBezTo>
                <a:cubicBezTo>
                  <a:pt x="836993" y="45239"/>
                  <a:pt x="832946" y="43816"/>
                  <a:pt x="828201" y="43816"/>
                </a:cubicBezTo>
                <a:cubicBezTo>
                  <a:pt x="821030" y="43816"/>
                  <a:pt x="815204" y="46386"/>
                  <a:pt x="810722" y="51527"/>
                </a:cubicBezTo>
                <a:cubicBezTo>
                  <a:pt x="806240" y="56668"/>
                  <a:pt x="803999" y="64801"/>
                  <a:pt x="803999" y="75926"/>
                </a:cubicBezTo>
                <a:cubicBezTo>
                  <a:pt x="803999" y="87210"/>
                  <a:pt x="806161" y="95409"/>
                  <a:pt x="810485" y="100523"/>
                </a:cubicBezTo>
                <a:cubicBezTo>
                  <a:pt x="814808" y="105637"/>
                  <a:pt x="820450" y="108195"/>
                  <a:pt x="827410" y="108195"/>
                </a:cubicBezTo>
                <a:cubicBezTo>
                  <a:pt x="832999" y="108195"/>
                  <a:pt x="837665" y="106481"/>
                  <a:pt x="841409" y="103054"/>
                </a:cubicBezTo>
                <a:cubicBezTo>
                  <a:pt x="845152" y="99627"/>
                  <a:pt x="847525" y="94354"/>
                  <a:pt x="848527" y="87236"/>
                </a:cubicBezTo>
                <a:close/>
                <a:moveTo>
                  <a:pt x="874706" y="118002"/>
                </a:moveTo>
                <a:lnTo>
                  <a:pt x="874706" y="2056"/>
                </a:lnTo>
                <a:lnTo>
                  <a:pt x="888942" y="2056"/>
                </a:lnTo>
                <a:lnTo>
                  <a:pt x="888942" y="43658"/>
                </a:lnTo>
                <a:cubicBezTo>
                  <a:pt x="895585" y="35959"/>
                  <a:pt x="903969" y="32110"/>
                  <a:pt x="914092" y="32110"/>
                </a:cubicBezTo>
                <a:cubicBezTo>
                  <a:pt x="920314" y="32110"/>
                  <a:pt x="925718" y="33336"/>
                  <a:pt x="930306" y="35788"/>
                </a:cubicBezTo>
                <a:cubicBezTo>
                  <a:pt x="934893" y="38240"/>
                  <a:pt x="938175" y="41628"/>
                  <a:pt x="940152" y="45951"/>
                </a:cubicBezTo>
                <a:cubicBezTo>
                  <a:pt x="942130" y="50275"/>
                  <a:pt x="943118" y="56549"/>
                  <a:pt x="943118" y="64774"/>
                </a:cubicBezTo>
                <a:lnTo>
                  <a:pt x="943118" y="118002"/>
                </a:lnTo>
                <a:lnTo>
                  <a:pt x="928882" y="118002"/>
                </a:lnTo>
                <a:lnTo>
                  <a:pt x="928882" y="64774"/>
                </a:lnTo>
                <a:cubicBezTo>
                  <a:pt x="928882" y="57656"/>
                  <a:pt x="927340" y="52476"/>
                  <a:pt x="924255" y="49233"/>
                </a:cubicBezTo>
                <a:cubicBezTo>
                  <a:pt x="921171" y="45991"/>
                  <a:pt x="916808" y="44369"/>
                  <a:pt x="911166" y="44369"/>
                </a:cubicBezTo>
                <a:cubicBezTo>
                  <a:pt x="906948" y="44369"/>
                  <a:pt x="902980" y="45463"/>
                  <a:pt x="899263" y="47652"/>
                </a:cubicBezTo>
                <a:cubicBezTo>
                  <a:pt x="895546" y="49840"/>
                  <a:pt x="892896" y="52806"/>
                  <a:pt x="891314" y="56549"/>
                </a:cubicBezTo>
                <a:cubicBezTo>
                  <a:pt x="889733" y="60293"/>
                  <a:pt x="888942" y="65460"/>
                  <a:pt x="888942" y="72051"/>
                </a:cubicBezTo>
                <a:lnTo>
                  <a:pt x="888942" y="118002"/>
                </a:lnTo>
                <a:lnTo>
                  <a:pt x="874706" y="118002"/>
                </a:lnTo>
                <a:close/>
                <a:moveTo>
                  <a:pt x="964132" y="118002"/>
                </a:moveTo>
                <a:lnTo>
                  <a:pt x="964132" y="34009"/>
                </a:lnTo>
                <a:lnTo>
                  <a:pt x="976866" y="34009"/>
                </a:lnTo>
                <a:lnTo>
                  <a:pt x="976866" y="45793"/>
                </a:lnTo>
                <a:cubicBezTo>
                  <a:pt x="979502" y="41680"/>
                  <a:pt x="983008" y="38372"/>
                  <a:pt x="987385" y="35867"/>
                </a:cubicBezTo>
                <a:cubicBezTo>
                  <a:pt x="991761" y="33363"/>
                  <a:pt x="996744" y="32110"/>
                  <a:pt x="1002333" y="32110"/>
                </a:cubicBezTo>
                <a:cubicBezTo>
                  <a:pt x="1008554" y="32110"/>
                  <a:pt x="1013656" y="33402"/>
                  <a:pt x="1017636" y="35986"/>
                </a:cubicBezTo>
                <a:cubicBezTo>
                  <a:pt x="1021617" y="38569"/>
                  <a:pt x="1024425" y="42181"/>
                  <a:pt x="1026059" y="46821"/>
                </a:cubicBezTo>
                <a:cubicBezTo>
                  <a:pt x="1032703" y="37014"/>
                  <a:pt x="1041350" y="32110"/>
                  <a:pt x="1052001" y="32110"/>
                </a:cubicBezTo>
                <a:cubicBezTo>
                  <a:pt x="1060332" y="32110"/>
                  <a:pt x="1066738" y="34417"/>
                  <a:pt x="1071220" y="39031"/>
                </a:cubicBezTo>
                <a:cubicBezTo>
                  <a:pt x="1075701" y="43644"/>
                  <a:pt x="1077942" y="50749"/>
                  <a:pt x="1077942" y="60345"/>
                </a:cubicBezTo>
                <a:lnTo>
                  <a:pt x="1077942" y="118002"/>
                </a:lnTo>
                <a:lnTo>
                  <a:pt x="1063785" y="118002"/>
                </a:lnTo>
                <a:lnTo>
                  <a:pt x="1063785" y="65091"/>
                </a:lnTo>
                <a:cubicBezTo>
                  <a:pt x="1063785" y="59396"/>
                  <a:pt x="1063324" y="55297"/>
                  <a:pt x="1062401" y="52792"/>
                </a:cubicBezTo>
                <a:cubicBezTo>
                  <a:pt x="1061478" y="50288"/>
                  <a:pt x="1059804" y="48271"/>
                  <a:pt x="1057379" y="46742"/>
                </a:cubicBezTo>
                <a:cubicBezTo>
                  <a:pt x="1054954" y="45213"/>
                  <a:pt x="1052106" y="44448"/>
                  <a:pt x="1048837" y="44448"/>
                </a:cubicBezTo>
                <a:cubicBezTo>
                  <a:pt x="1042932" y="44448"/>
                  <a:pt x="1038028" y="46412"/>
                  <a:pt x="1034127" y="50341"/>
                </a:cubicBezTo>
                <a:cubicBezTo>
                  <a:pt x="1030225" y="54269"/>
                  <a:pt x="1028274" y="60556"/>
                  <a:pt x="1028274" y="69203"/>
                </a:cubicBezTo>
                <a:lnTo>
                  <a:pt x="1028274" y="118002"/>
                </a:lnTo>
                <a:lnTo>
                  <a:pt x="1014038" y="118002"/>
                </a:lnTo>
                <a:lnTo>
                  <a:pt x="1014038" y="63430"/>
                </a:lnTo>
                <a:cubicBezTo>
                  <a:pt x="1014038" y="57103"/>
                  <a:pt x="1012878" y="52357"/>
                  <a:pt x="1010558" y="49194"/>
                </a:cubicBezTo>
                <a:cubicBezTo>
                  <a:pt x="1008238" y="46030"/>
                  <a:pt x="1004442" y="44448"/>
                  <a:pt x="999169" y="44448"/>
                </a:cubicBezTo>
                <a:cubicBezTo>
                  <a:pt x="995162" y="44448"/>
                  <a:pt x="991458" y="45503"/>
                  <a:pt x="988057" y="47612"/>
                </a:cubicBezTo>
                <a:cubicBezTo>
                  <a:pt x="984656" y="49721"/>
                  <a:pt x="982191" y="52806"/>
                  <a:pt x="980662" y="56865"/>
                </a:cubicBezTo>
                <a:cubicBezTo>
                  <a:pt x="979133" y="60925"/>
                  <a:pt x="978368" y="66778"/>
                  <a:pt x="978368" y="74423"/>
                </a:cubicBezTo>
                <a:lnTo>
                  <a:pt x="978368" y="118002"/>
                </a:lnTo>
                <a:lnTo>
                  <a:pt x="964132" y="118002"/>
                </a:lnTo>
                <a:close/>
                <a:moveTo>
                  <a:pt x="1156604" y="90953"/>
                </a:moveTo>
                <a:lnTo>
                  <a:pt x="1171315" y="92772"/>
                </a:lnTo>
                <a:cubicBezTo>
                  <a:pt x="1168995" y="101367"/>
                  <a:pt x="1164698" y="108037"/>
                  <a:pt x="1158424" y="112782"/>
                </a:cubicBezTo>
                <a:cubicBezTo>
                  <a:pt x="1152149" y="117527"/>
                  <a:pt x="1144135" y="119900"/>
                  <a:pt x="1134380" y="119900"/>
                </a:cubicBezTo>
                <a:cubicBezTo>
                  <a:pt x="1122095" y="119900"/>
                  <a:pt x="1112354" y="116117"/>
                  <a:pt x="1105157" y="108551"/>
                </a:cubicBezTo>
                <a:cubicBezTo>
                  <a:pt x="1097959" y="100984"/>
                  <a:pt x="1094361" y="90373"/>
                  <a:pt x="1094361" y="76717"/>
                </a:cubicBezTo>
                <a:cubicBezTo>
                  <a:pt x="1094361" y="62586"/>
                  <a:pt x="1097999" y="51619"/>
                  <a:pt x="1105275" y="43816"/>
                </a:cubicBezTo>
                <a:cubicBezTo>
                  <a:pt x="1112551" y="36012"/>
                  <a:pt x="1121990" y="32110"/>
                  <a:pt x="1133589" y="32110"/>
                </a:cubicBezTo>
                <a:cubicBezTo>
                  <a:pt x="1144820" y="32110"/>
                  <a:pt x="1153994" y="35933"/>
                  <a:pt x="1161113" y="43578"/>
                </a:cubicBezTo>
                <a:cubicBezTo>
                  <a:pt x="1168231" y="51224"/>
                  <a:pt x="1171790" y="61980"/>
                  <a:pt x="1171790" y="75847"/>
                </a:cubicBezTo>
                <a:cubicBezTo>
                  <a:pt x="1171790" y="76691"/>
                  <a:pt x="1171763" y="77956"/>
                  <a:pt x="1171711" y="79643"/>
                </a:cubicBezTo>
                <a:lnTo>
                  <a:pt x="1109072" y="79643"/>
                </a:lnTo>
                <a:cubicBezTo>
                  <a:pt x="1109599" y="88870"/>
                  <a:pt x="1112209" y="95936"/>
                  <a:pt x="1116901" y="100839"/>
                </a:cubicBezTo>
                <a:cubicBezTo>
                  <a:pt x="1121594" y="105743"/>
                  <a:pt x="1127447" y="108195"/>
                  <a:pt x="1134459" y="108195"/>
                </a:cubicBezTo>
                <a:cubicBezTo>
                  <a:pt x="1139679" y="108195"/>
                  <a:pt x="1144135" y="106824"/>
                  <a:pt x="1147825" y="104082"/>
                </a:cubicBezTo>
                <a:cubicBezTo>
                  <a:pt x="1151516" y="101340"/>
                  <a:pt x="1154443" y="96964"/>
                  <a:pt x="1156604" y="90953"/>
                </a:cubicBezTo>
                <a:moveTo>
                  <a:pt x="1109862" y="67938"/>
                </a:moveTo>
                <a:lnTo>
                  <a:pt x="1156763" y="67938"/>
                </a:lnTo>
                <a:cubicBezTo>
                  <a:pt x="1156130" y="60873"/>
                  <a:pt x="1154337" y="55574"/>
                  <a:pt x="1151385" y="52041"/>
                </a:cubicBezTo>
                <a:cubicBezTo>
                  <a:pt x="1146850" y="46557"/>
                  <a:pt x="1140971" y="43816"/>
                  <a:pt x="1133748" y="43816"/>
                </a:cubicBezTo>
                <a:cubicBezTo>
                  <a:pt x="1127209" y="43816"/>
                  <a:pt x="1121713" y="46004"/>
                  <a:pt x="1117257" y="50380"/>
                </a:cubicBezTo>
                <a:cubicBezTo>
                  <a:pt x="1112802" y="54756"/>
                  <a:pt x="1110337" y="60609"/>
                  <a:pt x="1109862" y="67938"/>
                </a:cubicBezTo>
                <a:close/>
                <a:moveTo>
                  <a:pt x="1188534" y="118002"/>
                </a:moveTo>
                <a:lnTo>
                  <a:pt x="1188534" y="34009"/>
                </a:lnTo>
                <a:lnTo>
                  <a:pt x="1201346" y="34009"/>
                </a:lnTo>
                <a:lnTo>
                  <a:pt x="1201346" y="45951"/>
                </a:lnTo>
                <a:cubicBezTo>
                  <a:pt x="1207515" y="36724"/>
                  <a:pt x="1216426" y="32110"/>
                  <a:pt x="1228079" y="32110"/>
                </a:cubicBezTo>
                <a:cubicBezTo>
                  <a:pt x="1233140" y="32110"/>
                  <a:pt x="1237793" y="33020"/>
                  <a:pt x="1242038" y="34839"/>
                </a:cubicBezTo>
                <a:cubicBezTo>
                  <a:pt x="1246282" y="36658"/>
                  <a:pt x="1249459" y="39044"/>
                  <a:pt x="1251568" y="41997"/>
                </a:cubicBezTo>
                <a:cubicBezTo>
                  <a:pt x="1253677" y="44949"/>
                  <a:pt x="1255154" y="48456"/>
                  <a:pt x="1255997" y="52516"/>
                </a:cubicBezTo>
                <a:cubicBezTo>
                  <a:pt x="1256524" y="55152"/>
                  <a:pt x="1256788" y="59765"/>
                  <a:pt x="1256788" y="66356"/>
                </a:cubicBezTo>
                <a:lnTo>
                  <a:pt x="1256788" y="118002"/>
                </a:lnTo>
                <a:lnTo>
                  <a:pt x="1242552" y="118002"/>
                </a:lnTo>
                <a:lnTo>
                  <a:pt x="1242552" y="66910"/>
                </a:lnTo>
                <a:cubicBezTo>
                  <a:pt x="1242552" y="61110"/>
                  <a:pt x="1241998" y="56773"/>
                  <a:pt x="1240891" y="53900"/>
                </a:cubicBezTo>
                <a:cubicBezTo>
                  <a:pt x="1239784" y="51026"/>
                  <a:pt x="1237820" y="48732"/>
                  <a:pt x="1234999" y="47019"/>
                </a:cubicBezTo>
                <a:cubicBezTo>
                  <a:pt x="1232178" y="45305"/>
                  <a:pt x="1228869" y="44448"/>
                  <a:pt x="1225073" y="44448"/>
                </a:cubicBezTo>
                <a:cubicBezTo>
                  <a:pt x="1219010" y="44448"/>
                  <a:pt x="1213776" y="46373"/>
                  <a:pt x="1209374" y="50222"/>
                </a:cubicBezTo>
                <a:cubicBezTo>
                  <a:pt x="1204971" y="54071"/>
                  <a:pt x="1202770" y="61374"/>
                  <a:pt x="1202770" y="72130"/>
                </a:cubicBezTo>
                <a:lnTo>
                  <a:pt x="1202770" y="118002"/>
                </a:lnTo>
                <a:lnTo>
                  <a:pt x="1188534" y="118002"/>
                </a:lnTo>
                <a:close/>
                <a:moveTo>
                  <a:pt x="1309042" y="105268"/>
                </a:moveTo>
                <a:lnTo>
                  <a:pt x="1311099" y="117844"/>
                </a:lnTo>
                <a:cubicBezTo>
                  <a:pt x="1307091" y="118687"/>
                  <a:pt x="1303506" y="119109"/>
                  <a:pt x="1300342" y="119109"/>
                </a:cubicBezTo>
                <a:cubicBezTo>
                  <a:pt x="1295175" y="119109"/>
                  <a:pt x="1291168" y="118292"/>
                  <a:pt x="1288321" y="116657"/>
                </a:cubicBezTo>
                <a:cubicBezTo>
                  <a:pt x="1285474" y="115023"/>
                  <a:pt x="1283470" y="112874"/>
                  <a:pt x="1282310" y="110211"/>
                </a:cubicBezTo>
                <a:cubicBezTo>
                  <a:pt x="1281150" y="107549"/>
                  <a:pt x="1280570" y="101947"/>
                  <a:pt x="1280570" y="93405"/>
                </a:cubicBezTo>
                <a:lnTo>
                  <a:pt x="1280570" y="45081"/>
                </a:lnTo>
                <a:lnTo>
                  <a:pt x="1270130" y="45081"/>
                </a:lnTo>
                <a:lnTo>
                  <a:pt x="1270130" y="34009"/>
                </a:lnTo>
                <a:lnTo>
                  <a:pt x="1280570" y="34009"/>
                </a:lnTo>
                <a:lnTo>
                  <a:pt x="1280570" y="13208"/>
                </a:lnTo>
                <a:lnTo>
                  <a:pt x="1294727" y="4666"/>
                </a:lnTo>
                <a:lnTo>
                  <a:pt x="1294727" y="34009"/>
                </a:lnTo>
                <a:lnTo>
                  <a:pt x="1309042" y="34009"/>
                </a:lnTo>
                <a:lnTo>
                  <a:pt x="1309042" y="45081"/>
                </a:lnTo>
                <a:lnTo>
                  <a:pt x="1294727" y="45081"/>
                </a:lnTo>
                <a:lnTo>
                  <a:pt x="1294727" y="94196"/>
                </a:lnTo>
                <a:cubicBezTo>
                  <a:pt x="1294727" y="98256"/>
                  <a:pt x="1294977" y="100866"/>
                  <a:pt x="1295478" y="102026"/>
                </a:cubicBezTo>
                <a:cubicBezTo>
                  <a:pt x="1295979" y="103186"/>
                  <a:pt x="1296797" y="104108"/>
                  <a:pt x="1297930" y="104794"/>
                </a:cubicBezTo>
                <a:cubicBezTo>
                  <a:pt x="1299064" y="105479"/>
                  <a:pt x="1300685" y="105822"/>
                  <a:pt x="1302794" y="105822"/>
                </a:cubicBezTo>
                <a:cubicBezTo>
                  <a:pt x="1304376" y="105822"/>
                  <a:pt x="1306459" y="105637"/>
                  <a:pt x="1309042" y="105268"/>
                </a:cubicBezTo>
                <a:close/>
                <a:moveTo>
                  <a:pt x="1396295" y="152089"/>
                </a:moveTo>
                <a:cubicBezTo>
                  <a:pt x="1388438" y="142177"/>
                  <a:pt x="1381795" y="130577"/>
                  <a:pt x="1376364" y="117290"/>
                </a:cubicBezTo>
                <a:cubicBezTo>
                  <a:pt x="1370933" y="104003"/>
                  <a:pt x="1368218" y="90241"/>
                  <a:pt x="1368218" y="76005"/>
                </a:cubicBezTo>
                <a:cubicBezTo>
                  <a:pt x="1368218" y="63456"/>
                  <a:pt x="1370248" y="51435"/>
                  <a:pt x="1374308" y="39940"/>
                </a:cubicBezTo>
                <a:cubicBezTo>
                  <a:pt x="1379053" y="26600"/>
                  <a:pt x="1386382" y="13313"/>
                  <a:pt x="1396295" y="79"/>
                </a:cubicBezTo>
                <a:lnTo>
                  <a:pt x="1406497" y="79"/>
                </a:lnTo>
                <a:cubicBezTo>
                  <a:pt x="1400117" y="11046"/>
                  <a:pt x="1395899" y="18876"/>
                  <a:pt x="1393843" y="23569"/>
                </a:cubicBezTo>
                <a:cubicBezTo>
                  <a:pt x="1390626" y="30845"/>
                  <a:pt x="1388096" y="38438"/>
                  <a:pt x="1386250" y="46347"/>
                </a:cubicBezTo>
                <a:cubicBezTo>
                  <a:pt x="1383983" y="56206"/>
                  <a:pt x="1382849" y="66119"/>
                  <a:pt x="1382849" y="76084"/>
                </a:cubicBezTo>
                <a:cubicBezTo>
                  <a:pt x="1382849" y="101446"/>
                  <a:pt x="1390732" y="126781"/>
                  <a:pt x="1406497" y="152089"/>
                </a:cubicBezTo>
                <a:lnTo>
                  <a:pt x="1396295" y="152089"/>
                </a:lnTo>
                <a:close/>
                <a:moveTo>
                  <a:pt x="1493939" y="104319"/>
                </a:moveTo>
                <a:lnTo>
                  <a:pt x="1493939" y="118002"/>
                </a:lnTo>
                <a:lnTo>
                  <a:pt x="1417301" y="118002"/>
                </a:lnTo>
                <a:cubicBezTo>
                  <a:pt x="1417196" y="114575"/>
                  <a:pt x="1417749" y="111279"/>
                  <a:pt x="1418962" y="108116"/>
                </a:cubicBezTo>
                <a:cubicBezTo>
                  <a:pt x="1420913" y="102896"/>
                  <a:pt x="1424037" y="97755"/>
                  <a:pt x="1428334" y="92693"/>
                </a:cubicBezTo>
                <a:cubicBezTo>
                  <a:pt x="1432631" y="87631"/>
                  <a:pt x="1438840" y="81779"/>
                  <a:pt x="1446960" y="75135"/>
                </a:cubicBezTo>
                <a:cubicBezTo>
                  <a:pt x="1459561" y="64801"/>
                  <a:pt x="1468077" y="56615"/>
                  <a:pt x="1472506" y="50578"/>
                </a:cubicBezTo>
                <a:cubicBezTo>
                  <a:pt x="1476935" y="44541"/>
                  <a:pt x="1479149" y="38833"/>
                  <a:pt x="1479149" y="33455"/>
                </a:cubicBezTo>
                <a:cubicBezTo>
                  <a:pt x="1479149" y="27813"/>
                  <a:pt x="1477133" y="23055"/>
                  <a:pt x="1473099" y="19179"/>
                </a:cubicBezTo>
                <a:cubicBezTo>
                  <a:pt x="1469065" y="15304"/>
                  <a:pt x="1463806" y="13366"/>
                  <a:pt x="1457321" y="13366"/>
                </a:cubicBezTo>
                <a:cubicBezTo>
                  <a:pt x="1450466" y="13366"/>
                  <a:pt x="1444983" y="15422"/>
                  <a:pt x="1440870" y="19535"/>
                </a:cubicBezTo>
                <a:cubicBezTo>
                  <a:pt x="1436757" y="23648"/>
                  <a:pt x="1434675" y="29342"/>
                  <a:pt x="1434622" y="36619"/>
                </a:cubicBezTo>
                <a:lnTo>
                  <a:pt x="1419990" y="35116"/>
                </a:lnTo>
                <a:cubicBezTo>
                  <a:pt x="1420992" y="24201"/>
                  <a:pt x="1424762" y="15884"/>
                  <a:pt x="1431300" y="10163"/>
                </a:cubicBezTo>
                <a:cubicBezTo>
                  <a:pt x="1437838" y="4442"/>
                  <a:pt x="1446617" y="1582"/>
                  <a:pt x="1457637" y="1582"/>
                </a:cubicBezTo>
                <a:cubicBezTo>
                  <a:pt x="1468762" y="1582"/>
                  <a:pt x="1477568" y="4666"/>
                  <a:pt x="1484053" y="10835"/>
                </a:cubicBezTo>
                <a:cubicBezTo>
                  <a:pt x="1490538" y="17004"/>
                  <a:pt x="1493781" y="24650"/>
                  <a:pt x="1493781" y="33771"/>
                </a:cubicBezTo>
                <a:cubicBezTo>
                  <a:pt x="1493781" y="38411"/>
                  <a:pt x="1492832" y="42972"/>
                  <a:pt x="1490934" y="47454"/>
                </a:cubicBezTo>
                <a:cubicBezTo>
                  <a:pt x="1489036" y="51936"/>
                  <a:pt x="1485885" y="56655"/>
                  <a:pt x="1481482" y="61611"/>
                </a:cubicBezTo>
                <a:cubicBezTo>
                  <a:pt x="1477080" y="66567"/>
                  <a:pt x="1469764" y="73369"/>
                  <a:pt x="1459535" y="82016"/>
                </a:cubicBezTo>
                <a:cubicBezTo>
                  <a:pt x="1450993" y="89187"/>
                  <a:pt x="1445510" y="94051"/>
                  <a:pt x="1443084" y="96608"/>
                </a:cubicBezTo>
                <a:cubicBezTo>
                  <a:pt x="1440659" y="99165"/>
                  <a:pt x="1438655" y="101736"/>
                  <a:pt x="1437074" y="104319"/>
                </a:cubicBezTo>
                <a:lnTo>
                  <a:pt x="1493939" y="104319"/>
                </a:lnTo>
                <a:close/>
                <a:moveTo>
                  <a:pt x="1521833" y="152089"/>
                </a:moveTo>
                <a:lnTo>
                  <a:pt x="1511631" y="152089"/>
                </a:lnTo>
                <a:cubicBezTo>
                  <a:pt x="1527396" y="126781"/>
                  <a:pt x="1535279" y="101446"/>
                  <a:pt x="1535279" y="76084"/>
                </a:cubicBezTo>
                <a:cubicBezTo>
                  <a:pt x="1535279" y="66172"/>
                  <a:pt x="1534145" y="56338"/>
                  <a:pt x="1531878" y="46584"/>
                </a:cubicBezTo>
                <a:cubicBezTo>
                  <a:pt x="1530085" y="38675"/>
                  <a:pt x="1527581" y="31082"/>
                  <a:pt x="1524364" y="23806"/>
                </a:cubicBezTo>
                <a:cubicBezTo>
                  <a:pt x="1522308" y="19061"/>
                  <a:pt x="1518063" y="11152"/>
                  <a:pt x="1511631" y="79"/>
                </a:cubicBezTo>
                <a:lnTo>
                  <a:pt x="1521833" y="79"/>
                </a:lnTo>
                <a:cubicBezTo>
                  <a:pt x="1531746" y="13313"/>
                  <a:pt x="1539075" y="26600"/>
                  <a:pt x="1543820" y="39940"/>
                </a:cubicBezTo>
                <a:cubicBezTo>
                  <a:pt x="1547880" y="51435"/>
                  <a:pt x="1549910" y="63456"/>
                  <a:pt x="1549910" y="76005"/>
                </a:cubicBezTo>
                <a:cubicBezTo>
                  <a:pt x="1549910" y="90241"/>
                  <a:pt x="1547182" y="104003"/>
                  <a:pt x="1541724" y="117290"/>
                </a:cubicBezTo>
                <a:cubicBezTo>
                  <a:pt x="1536267" y="130577"/>
                  <a:pt x="1529637" y="142177"/>
                  <a:pt x="1521833" y="152089"/>
                </a:cubicBezTo>
                <a:close/>
                <a:moveTo>
                  <a:pt x="1570442" y="50222"/>
                </a:moveTo>
                <a:lnTo>
                  <a:pt x="1570442" y="34009"/>
                </a:lnTo>
                <a:lnTo>
                  <a:pt x="1586655" y="34009"/>
                </a:lnTo>
                <a:lnTo>
                  <a:pt x="1586655" y="50222"/>
                </a:lnTo>
                <a:lnTo>
                  <a:pt x="1570442" y="50222"/>
                </a:lnTo>
                <a:moveTo>
                  <a:pt x="1570442" y="118002"/>
                </a:moveTo>
                <a:lnTo>
                  <a:pt x="1570442" y="101788"/>
                </a:lnTo>
                <a:lnTo>
                  <a:pt x="1586655" y="101788"/>
                </a:lnTo>
                <a:lnTo>
                  <a:pt x="1586655" y="118002"/>
                </a:lnTo>
                <a:lnTo>
                  <a:pt x="1570442" y="118002"/>
                </a:lnTo>
                <a:close/>
                <a:moveTo>
                  <a:pt x="1657564" y="118002"/>
                </a:moveTo>
                <a:lnTo>
                  <a:pt x="1657564" y="34009"/>
                </a:lnTo>
                <a:lnTo>
                  <a:pt x="1670297" y="34009"/>
                </a:lnTo>
                <a:lnTo>
                  <a:pt x="1670297" y="45793"/>
                </a:lnTo>
                <a:cubicBezTo>
                  <a:pt x="1672934" y="41680"/>
                  <a:pt x="1676440" y="38372"/>
                  <a:pt x="1680816" y="35867"/>
                </a:cubicBezTo>
                <a:cubicBezTo>
                  <a:pt x="1685192" y="33363"/>
                  <a:pt x="1690175" y="32110"/>
                  <a:pt x="1695764" y="32110"/>
                </a:cubicBezTo>
                <a:cubicBezTo>
                  <a:pt x="1701986" y="32110"/>
                  <a:pt x="1707087" y="33402"/>
                  <a:pt x="1711068" y="35986"/>
                </a:cubicBezTo>
                <a:cubicBezTo>
                  <a:pt x="1715049" y="38569"/>
                  <a:pt x="1717856" y="42181"/>
                  <a:pt x="1719491" y="46821"/>
                </a:cubicBezTo>
                <a:cubicBezTo>
                  <a:pt x="1726135" y="37014"/>
                  <a:pt x="1734782" y="32110"/>
                  <a:pt x="1745432" y="32110"/>
                </a:cubicBezTo>
                <a:cubicBezTo>
                  <a:pt x="1753763" y="32110"/>
                  <a:pt x="1760169" y="34417"/>
                  <a:pt x="1764651" y="39031"/>
                </a:cubicBezTo>
                <a:cubicBezTo>
                  <a:pt x="1769133" y="43644"/>
                  <a:pt x="1771374" y="50749"/>
                  <a:pt x="1771374" y="60345"/>
                </a:cubicBezTo>
                <a:lnTo>
                  <a:pt x="1771374" y="118002"/>
                </a:lnTo>
                <a:lnTo>
                  <a:pt x="1757217" y="118002"/>
                </a:lnTo>
                <a:lnTo>
                  <a:pt x="1757217" y="65091"/>
                </a:lnTo>
                <a:cubicBezTo>
                  <a:pt x="1757217" y="59396"/>
                  <a:pt x="1756755" y="55297"/>
                  <a:pt x="1755833" y="52792"/>
                </a:cubicBezTo>
                <a:cubicBezTo>
                  <a:pt x="1754910" y="50288"/>
                  <a:pt x="1753236" y="48271"/>
                  <a:pt x="1750810" y="46742"/>
                </a:cubicBezTo>
                <a:cubicBezTo>
                  <a:pt x="1748385" y="45213"/>
                  <a:pt x="1745538" y="44448"/>
                  <a:pt x="1742269" y="44448"/>
                </a:cubicBezTo>
                <a:cubicBezTo>
                  <a:pt x="1736363" y="44448"/>
                  <a:pt x="1731460" y="46412"/>
                  <a:pt x="1727558" y="50341"/>
                </a:cubicBezTo>
                <a:cubicBezTo>
                  <a:pt x="1723656" y="54269"/>
                  <a:pt x="1721705" y="60556"/>
                  <a:pt x="1721705" y="69203"/>
                </a:cubicBezTo>
                <a:lnTo>
                  <a:pt x="1721705" y="118002"/>
                </a:lnTo>
                <a:lnTo>
                  <a:pt x="1707469" y="118002"/>
                </a:lnTo>
                <a:lnTo>
                  <a:pt x="1707469" y="63430"/>
                </a:lnTo>
                <a:cubicBezTo>
                  <a:pt x="1707469" y="57103"/>
                  <a:pt x="1706309" y="52357"/>
                  <a:pt x="1703989" y="49194"/>
                </a:cubicBezTo>
                <a:cubicBezTo>
                  <a:pt x="1701669" y="46030"/>
                  <a:pt x="1697873" y="44448"/>
                  <a:pt x="1692600" y="44448"/>
                </a:cubicBezTo>
                <a:cubicBezTo>
                  <a:pt x="1688593" y="44448"/>
                  <a:pt x="1684889" y="45503"/>
                  <a:pt x="1681488" y="47612"/>
                </a:cubicBezTo>
                <a:cubicBezTo>
                  <a:pt x="1678088" y="49721"/>
                  <a:pt x="1675623" y="52806"/>
                  <a:pt x="1674094" y="56865"/>
                </a:cubicBezTo>
                <a:cubicBezTo>
                  <a:pt x="1672564" y="60925"/>
                  <a:pt x="1671800" y="66778"/>
                  <a:pt x="1671800" y="74423"/>
                </a:cubicBezTo>
                <a:lnTo>
                  <a:pt x="1671800" y="118002"/>
                </a:lnTo>
                <a:lnTo>
                  <a:pt x="1657564" y="118002"/>
                </a:lnTo>
                <a:close/>
                <a:moveTo>
                  <a:pt x="1847584" y="118002"/>
                </a:moveTo>
                <a:lnTo>
                  <a:pt x="1847584" y="105664"/>
                </a:lnTo>
                <a:cubicBezTo>
                  <a:pt x="1841046" y="115155"/>
                  <a:pt x="1832162" y="119900"/>
                  <a:pt x="1820931" y="119900"/>
                </a:cubicBezTo>
                <a:cubicBezTo>
                  <a:pt x="1815975" y="119900"/>
                  <a:pt x="1811348" y="118951"/>
                  <a:pt x="1807051" y="117053"/>
                </a:cubicBezTo>
                <a:cubicBezTo>
                  <a:pt x="1802754" y="115155"/>
                  <a:pt x="1799564" y="112769"/>
                  <a:pt x="1797481" y="109895"/>
                </a:cubicBezTo>
                <a:cubicBezTo>
                  <a:pt x="1795398" y="107022"/>
                  <a:pt x="1793935" y="103502"/>
                  <a:pt x="1793092" y="99337"/>
                </a:cubicBezTo>
                <a:cubicBezTo>
                  <a:pt x="1792512" y="96542"/>
                  <a:pt x="1792222" y="92113"/>
                  <a:pt x="1792222" y="86050"/>
                </a:cubicBezTo>
                <a:lnTo>
                  <a:pt x="1792222" y="34009"/>
                </a:lnTo>
                <a:lnTo>
                  <a:pt x="1806458" y="34009"/>
                </a:lnTo>
                <a:lnTo>
                  <a:pt x="1806458" y="80592"/>
                </a:lnTo>
                <a:cubicBezTo>
                  <a:pt x="1806458" y="88027"/>
                  <a:pt x="1806748" y="93036"/>
                  <a:pt x="1807328" y="95619"/>
                </a:cubicBezTo>
                <a:cubicBezTo>
                  <a:pt x="1808224" y="99363"/>
                  <a:pt x="1810122" y="102303"/>
                  <a:pt x="1813022" y="104438"/>
                </a:cubicBezTo>
                <a:cubicBezTo>
                  <a:pt x="1815922" y="106573"/>
                  <a:pt x="1819508" y="107641"/>
                  <a:pt x="1823778" y="107641"/>
                </a:cubicBezTo>
                <a:cubicBezTo>
                  <a:pt x="1828049" y="107641"/>
                  <a:pt x="1832057" y="106547"/>
                  <a:pt x="1835800" y="104359"/>
                </a:cubicBezTo>
                <a:cubicBezTo>
                  <a:pt x="1839544" y="102171"/>
                  <a:pt x="1842193" y="99192"/>
                  <a:pt x="1843749" y="95422"/>
                </a:cubicBezTo>
                <a:cubicBezTo>
                  <a:pt x="1845304" y="91652"/>
                  <a:pt x="1846082" y="86181"/>
                  <a:pt x="1846082" y="79011"/>
                </a:cubicBezTo>
                <a:lnTo>
                  <a:pt x="1846082" y="34009"/>
                </a:lnTo>
                <a:lnTo>
                  <a:pt x="1860318" y="34009"/>
                </a:lnTo>
                <a:lnTo>
                  <a:pt x="1860318" y="118002"/>
                </a:lnTo>
                <a:lnTo>
                  <a:pt x="1847584" y="118002"/>
                </a:lnTo>
                <a:close/>
                <a:moveTo>
                  <a:pt x="1881681" y="118002"/>
                </a:moveTo>
                <a:lnTo>
                  <a:pt x="1881681" y="2056"/>
                </a:lnTo>
                <a:lnTo>
                  <a:pt x="1895917" y="2056"/>
                </a:lnTo>
                <a:lnTo>
                  <a:pt x="1895917" y="118002"/>
                </a:lnTo>
                <a:lnTo>
                  <a:pt x="1881681" y="118002"/>
                </a:lnTo>
                <a:close/>
                <a:moveTo>
                  <a:pt x="1948439" y="105268"/>
                </a:moveTo>
                <a:lnTo>
                  <a:pt x="1950495" y="117844"/>
                </a:lnTo>
                <a:cubicBezTo>
                  <a:pt x="1946488" y="118687"/>
                  <a:pt x="1942902" y="119109"/>
                  <a:pt x="1939739" y="119109"/>
                </a:cubicBezTo>
                <a:cubicBezTo>
                  <a:pt x="1934572" y="119109"/>
                  <a:pt x="1930564" y="118292"/>
                  <a:pt x="1927717" y="116657"/>
                </a:cubicBezTo>
                <a:cubicBezTo>
                  <a:pt x="1924870" y="115023"/>
                  <a:pt x="1922866" y="112874"/>
                  <a:pt x="1921706" y="110211"/>
                </a:cubicBezTo>
                <a:cubicBezTo>
                  <a:pt x="1920546" y="107549"/>
                  <a:pt x="1919966" y="101947"/>
                  <a:pt x="1919966" y="93405"/>
                </a:cubicBezTo>
                <a:lnTo>
                  <a:pt x="1919966" y="45081"/>
                </a:lnTo>
                <a:lnTo>
                  <a:pt x="1909527" y="45081"/>
                </a:lnTo>
                <a:lnTo>
                  <a:pt x="1909527" y="34009"/>
                </a:lnTo>
                <a:lnTo>
                  <a:pt x="1919966" y="34009"/>
                </a:lnTo>
                <a:lnTo>
                  <a:pt x="1919966" y="13208"/>
                </a:lnTo>
                <a:lnTo>
                  <a:pt x="1934124" y="4666"/>
                </a:lnTo>
                <a:lnTo>
                  <a:pt x="1934124" y="34009"/>
                </a:lnTo>
                <a:lnTo>
                  <a:pt x="1948439" y="34009"/>
                </a:lnTo>
                <a:lnTo>
                  <a:pt x="1948439" y="45081"/>
                </a:lnTo>
                <a:lnTo>
                  <a:pt x="1934124" y="45081"/>
                </a:lnTo>
                <a:lnTo>
                  <a:pt x="1934124" y="94196"/>
                </a:lnTo>
                <a:cubicBezTo>
                  <a:pt x="1934124" y="98256"/>
                  <a:pt x="1934374" y="100866"/>
                  <a:pt x="1934875" y="102026"/>
                </a:cubicBezTo>
                <a:cubicBezTo>
                  <a:pt x="1935376" y="103186"/>
                  <a:pt x="1936193" y="104108"/>
                  <a:pt x="1937327" y="104794"/>
                </a:cubicBezTo>
                <a:cubicBezTo>
                  <a:pt x="1938460" y="105479"/>
                  <a:pt x="1940082" y="105822"/>
                  <a:pt x="1942191" y="105822"/>
                </a:cubicBezTo>
                <a:cubicBezTo>
                  <a:pt x="1943772" y="105822"/>
                  <a:pt x="1945855" y="105637"/>
                  <a:pt x="1948439" y="105268"/>
                </a:cubicBezTo>
                <a:close/>
                <a:moveTo>
                  <a:pt x="1963000" y="18428"/>
                </a:moveTo>
                <a:lnTo>
                  <a:pt x="1963000" y="2056"/>
                </a:lnTo>
                <a:lnTo>
                  <a:pt x="1977236" y="2056"/>
                </a:lnTo>
                <a:lnTo>
                  <a:pt x="1977236" y="18428"/>
                </a:lnTo>
                <a:lnTo>
                  <a:pt x="1963000" y="18428"/>
                </a:lnTo>
                <a:moveTo>
                  <a:pt x="1963000" y="118002"/>
                </a:moveTo>
                <a:lnTo>
                  <a:pt x="1963000" y="34009"/>
                </a:lnTo>
                <a:lnTo>
                  <a:pt x="1977236" y="34009"/>
                </a:lnTo>
                <a:lnTo>
                  <a:pt x="1977236" y="118002"/>
                </a:lnTo>
                <a:lnTo>
                  <a:pt x="1963000" y="118002"/>
                </a:lnTo>
                <a:close/>
                <a:moveTo>
                  <a:pt x="1992851" y="83202"/>
                </a:moveTo>
                <a:lnTo>
                  <a:pt x="1992851" y="68887"/>
                </a:lnTo>
                <a:lnTo>
                  <a:pt x="2036588" y="68887"/>
                </a:lnTo>
                <a:lnTo>
                  <a:pt x="2036588" y="83202"/>
                </a:lnTo>
                <a:lnTo>
                  <a:pt x="1992851" y="83202"/>
                </a:lnTo>
                <a:close/>
                <a:moveTo>
                  <a:pt x="2052221" y="118002"/>
                </a:moveTo>
                <a:lnTo>
                  <a:pt x="2052221" y="34009"/>
                </a:lnTo>
                <a:lnTo>
                  <a:pt x="2065033" y="34009"/>
                </a:lnTo>
                <a:lnTo>
                  <a:pt x="2065033" y="46742"/>
                </a:lnTo>
                <a:cubicBezTo>
                  <a:pt x="2068302" y="40784"/>
                  <a:pt x="2071321" y="36856"/>
                  <a:pt x="2074089" y="34958"/>
                </a:cubicBezTo>
                <a:cubicBezTo>
                  <a:pt x="2076857" y="33059"/>
                  <a:pt x="2079902" y="32110"/>
                  <a:pt x="2083224" y="32110"/>
                </a:cubicBezTo>
                <a:cubicBezTo>
                  <a:pt x="2088022" y="32110"/>
                  <a:pt x="2092899" y="33639"/>
                  <a:pt x="2097855" y="36698"/>
                </a:cubicBezTo>
                <a:lnTo>
                  <a:pt x="2092952" y="49906"/>
                </a:lnTo>
                <a:cubicBezTo>
                  <a:pt x="2089472" y="47849"/>
                  <a:pt x="2085992" y="46821"/>
                  <a:pt x="2082512" y="46821"/>
                </a:cubicBezTo>
                <a:cubicBezTo>
                  <a:pt x="2079401" y="46821"/>
                  <a:pt x="2076607" y="47757"/>
                  <a:pt x="2074128" y="49629"/>
                </a:cubicBezTo>
                <a:cubicBezTo>
                  <a:pt x="2071650" y="51501"/>
                  <a:pt x="2069884" y="54097"/>
                  <a:pt x="2068829" y="57419"/>
                </a:cubicBezTo>
                <a:cubicBezTo>
                  <a:pt x="2067248" y="62481"/>
                  <a:pt x="2066457" y="68017"/>
                  <a:pt x="2066457" y="74028"/>
                </a:cubicBezTo>
                <a:lnTo>
                  <a:pt x="2066457" y="118002"/>
                </a:lnTo>
                <a:lnTo>
                  <a:pt x="2052221" y="118002"/>
                </a:lnTo>
                <a:close/>
                <a:moveTo>
                  <a:pt x="2101066" y="76005"/>
                </a:moveTo>
                <a:cubicBezTo>
                  <a:pt x="2101066" y="60451"/>
                  <a:pt x="2105390" y="48930"/>
                  <a:pt x="2114037" y="41443"/>
                </a:cubicBezTo>
                <a:cubicBezTo>
                  <a:pt x="2121260" y="35221"/>
                  <a:pt x="2130066" y="32110"/>
                  <a:pt x="2140453" y="32110"/>
                </a:cubicBezTo>
                <a:cubicBezTo>
                  <a:pt x="2152000" y="32110"/>
                  <a:pt x="2161438" y="35894"/>
                  <a:pt x="2168767" y="43460"/>
                </a:cubicBezTo>
                <a:cubicBezTo>
                  <a:pt x="2176096" y="51026"/>
                  <a:pt x="2179760" y="61479"/>
                  <a:pt x="2179760" y="74819"/>
                </a:cubicBezTo>
                <a:cubicBezTo>
                  <a:pt x="2179760" y="85628"/>
                  <a:pt x="2178139" y="94130"/>
                  <a:pt x="2174896" y="100325"/>
                </a:cubicBezTo>
                <a:cubicBezTo>
                  <a:pt x="2171654" y="106521"/>
                  <a:pt x="2166935" y="111332"/>
                  <a:pt x="2160739" y="114759"/>
                </a:cubicBezTo>
                <a:cubicBezTo>
                  <a:pt x="2154544" y="118186"/>
                  <a:pt x="2147782" y="119900"/>
                  <a:pt x="2140453" y="119900"/>
                </a:cubicBezTo>
                <a:cubicBezTo>
                  <a:pt x="2128695" y="119900"/>
                  <a:pt x="2119191" y="116130"/>
                  <a:pt x="2111941" y="108590"/>
                </a:cubicBezTo>
                <a:cubicBezTo>
                  <a:pt x="2104691" y="101050"/>
                  <a:pt x="2101066" y="90189"/>
                  <a:pt x="2101066" y="76005"/>
                </a:cubicBezTo>
                <a:moveTo>
                  <a:pt x="2115698" y="76005"/>
                </a:moveTo>
                <a:cubicBezTo>
                  <a:pt x="2115698" y="86761"/>
                  <a:pt x="2118044" y="94815"/>
                  <a:pt x="2122737" y="100167"/>
                </a:cubicBezTo>
                <a:cubicBezTo>
                  <a:pt x="2127429" y="105519"/>
                  <a:pt x="2133335" y="108195"/>
                  <a:pt x="2140453" y="108195"/>
                </a:cubicBezTo>
                <a:cubicBezTo>
                  <a:pt x="2147518" y="108195"/>
                  <a:pt x="2153397" y="105506"/>
                  <a:pt x="2158090" y="100128"/>
                </a:cubicBezTo>
                <a:cubicBezTo>
                  <a:pt x="2162782" y="94749"/>
                  <a:pt x="2165129" y="86550"/>
                  <a:pt x="2165129" y="75531"/>
                </a:cubicBezTo>
                <a:cubicBezTo>
                  <a:pt x="2165129" y="65144"/>
                  <a:pt x="2162769" y="57274"/>
                  <a:pt x="2158050" y="51922"/>
                </a:cubicBezTo>
                <a:cubicBezTo>
                  <a:pt x="2153331" y="46571"/>
                  <a:pt x="2147465" y="43895"/>
                  <a:pt x="2140453" y="43895"/>
                </a:cubicBezTo>
                <a:cubicBezTo>
                  <a:pt x="2133335" y="43895"/>
                  <a:pt x="2127429" y="46557"/>
                  <a:pt x="2122737" y="51883"/>
                </a:cubicBezTo>
                <a:cubicBezTo>
                  <a:pt x="2118044" y="57208"/>
                  <a:pt x="2115698" y="65249"/>
                  <a:pt x="2115698" y="76005"/>
                </a:cubicBezTo>
                <a:close/>
                <a:moveTo>
                  <a:pt x="2250871" y="118002"/>
                </a:moveTo>
                <a:lnTo>
                  <a:pt x="2250871" y="105664"/>
                </a:lnTo>
                <a:cubicBezTo>
                  <a:pt x="2244333" y="115155"/>
                  <a:pt x="2235448" y="119900"/>
                  <a:pt x="2224217" y="119900"/>
                </a:cubicBezTo>
                <a:cubicBezTo>
                  <a:pt x="2219261" y="119900"/>
                  <a:pt x="2214634" y="118951"/>
                  <a:pt x="2210337" y="117053"/>
                </a:cubicBezTo>
                <a:cubicBezTo>
                  <a:pt x="2206040" y="115155"/>
                  <a:pt x="2202850" y="112769"/>
                  <a:pt x="2200767" y="109895"/>
                </a:cubicBezTo>
                <a:cubicBezTo>
                  <a:pt x="2198685" y="107022"/>
                  <a:pt x="2197221" y="103502"/>
                  <a:pt x="2196378" y="99337"/>
                </a:cubicBezTo>
                <a:cubicBezTo>
                  <a:pt x="2195798" y="96542"/>
                  <a:pt x="2195508" y="92113"/>
                  <a:pt x="2195508" y="86050"/>
                </a:cubicBezTo>
                <a:lnTo>
                  <a:pt x="2195508" y="34009"/>
                </a:lnTo>
                <a:lnTo>
                  <a:pt x="2209744" y="34009"/>
                </a:lnTo>
                <a:lnTo>
                  <a:pt x="2209744" y="80592"/>
                </a:lnTo>
                <a:cubicBezTo>
                  <a:pt x="2209744" y="88027"/>
                  <a:pt x="2210034" y="93036"/>
                  <a:pt x="2210614" y="95619"/>
                </a:cubicBezTo>
                <a:cubicBezTo>
                  <a:pt x="2211510" y="99363"/>
                  <a:pt x="2213408" y="102303"/>
                  <a:pt x="2216308" y="104438"/>
                </a:cubicBezTo>
                <a:cubicBezTo>
                  <a:pt x="2219208" y="106573"/>
                  <a:pt x="2222794" y="107641"/>
                  <a:pt x="2227065" y="107641"/>
                </a:cubicBezTo>
                <a:cubicBezTo>
                  <a:pt x="2231335" y="107641"/>
                  <a:pt x="2235343" y="106547"/>
                  <a:pt x="2239086" y="104359"/>
                </a:cubicBezTo>
                <a:cubicBezTo>
                  <a:pt x="2242830" y="102171"/>
                  <a:pt x="2245479" y="99192"/>
                  <a:pt x="2247035" y="95422"/>
                </a:cubicBezTo>
                <a:cubicBezTo>
                  <a:pt x="2248590" y="91652"/>
                  <a:pt x="2249368" y="86181"/>
                  <a:pt x="2249368" y="79011"/>
                </a:cubicBezTo>
                <a:lnTo>
                  <a:pt x="2249368" y="34009"/>
                </a:lnTo>
                <a:lnTo>
                  <a:pt x="2263604" y="34009"/>
                </a:lnTo>
                <a:lnTo>
                  <a:pt x="2263604" y="118002"/>
                </a:lnTo>
                <a:lnTo>
                  <a:pt x="2250871" y="118002"/>
                </a:lnTo>
                <a:close/>
                <a:moveTo>
                  <a:pt x="2285283" y="118002"/>
                </a:moveTo>
                <a:lnTo>
                  <a:pt x="2285283" y="34009"/>
                </a:lnTo>
                <a:lnTo>
                  <a:pt x="2298096" y="34009"/>
                </a:lnTo>
                <a:lnTo>
                  <a:pt x="2298096" y="45951"/>
                </a:lnTo>
                <a:cubicBezTo>
                  <a:pt x="2304265" y="36724"/>
                  <a:pt x="2313175" y="32110"/>
                  <a:pt x="2324828" y="32110"/>
                </a:cubicBezTo>
                <a:cubicBezTo>
                  <a:pt x="2329890" y="32110"/>
                  <a:pt x="2334543" y="33020"/>
                  <a:pt x="2338787" y="34839"/>
                </a:cubicBezTo>
                <a:cubicBezTo>
                  <a:pt x="2343032" y="36658"/>
                  <a:pt x="2346208" y="39044"/>
                  <a:pt x="2348318" y="41997"/>
                </a:cubicBezTo>
                <a:cubicBezTo>
                  <a:pt x="2350427" y="44949"/>
                  <a:pt x="2351903" y="48456"/>
                  <a:pt x="2352747" y="52516"/>
                </a:cubicBezTo>
                <a:cubicBezTo>
                  <a:pt x="2353274" y="55152"/>
                  <a:pt x="2353537" y="59765"/>
                  <a:pt x="2353537" y="66356"/>
                </a:cubicBezTo>
                <a:lnTo>
                  <a:pt x="2353537" y="118002"/>
                </a:lnTo>
                <a:lnTo>
                  <a:pt x="2339301" y="118002"/>
                </a:lnTo>
                <a:lnTo>
                  <a:pt x="2339301" y="66910"/>
                </a:lnTo>
                <a:cubicBezTo>
                  <a:pt x="2339301" y="61110"/>
                  <a:pt x="2338748" y="56773"/>
                  <a:pt x="2337640" y="53900"/>
                </a:cubicBezTo>
                <a:cubicBezTo>
                  <a:pt x="2336533" y="51026"/>
                  <a:pt x="2334569" y="48732"/>
                  <a:pt x="2331748" y="47019"/>
                </a:cubicBezTo>
                <a:cubicBezTo>
                  <a:pt x="2328927" y="45305"/>
                  <a:pt x="2325619" y="44448"/>
                  <a:pt x="2321823" y="44448"/>
                </a:cubicBezTo>
                <a:cubicBezTo>
                  <a:pt x="2315759" y="44448"/>
                  <a:pt x="2310526" y="46373"/>
                  <a:pt x="2306123" y="50222"/>
                </a:cubicBezTo>
                <a:cubicBezTo>
                  <a:pt x="2301721" y="54071"/>
                  <a:pt x="2299519" y="61374"/>
                  <a:pt x="2299519" y="72130"/>
                </a:cubicBezTo>
                <a:lnTo>
                  <a:pt x="2299519" y="118002"/>
                </a:lnTo>
                <a:lnTo>
                  <a:pt x="2285283" y="118002"/>
                </a:lnTo>
                <a:close/>
                <a:moveTo>
                  <a:pt x="2429236" y="118002"/>
                </a:moveTo>
                <a:lnTo>
                  <a:pt x="2429236" y="107404"/>
                </a:lnTo>
                <a:cubicBezTo>
                  <a:pt x="2423910" y="115735"/>
                  <a:pt x="2416080" y="119900"/>
                  <a:pt x="2405746" y="119900"/>
                </a:cubicBezTo>
                <a:cubicBezTo>
                  <a:pt x="2399050" y="119900"/>
                  <a:pt x="2392894" y="118055"/>
                  <a:pt x="2387279" y="114364"/>
                </a:cubicBezTo>
                <a:cubicBezTo>
                  <a:pt x="2381663" y="110673"/>
                  <a:pt x="2377313" y="105519"/>
                  <a:pt x="2374229" y="98902"/>
                </a:cubicBezTo>
                <a:cubicBezTo>
                  <a:pt x="2371144" y="92284"/>
                  <a:pt x="2369602" y="84679"/>
                  <a:pt x="2369602" y="76084"/>
                </a:cubicBezTo>
                <a:cubicBezTo>
                  <a:pt x="2369602" y="67701"/>
                  <a:pt x="2370999" y="60095"/>
                  <a:pt x="2373794" y="53267"/>
                </a:cubicBezTo>
                <a:cubicBezTo>
                  <a:pt x="2376588" y="46439"/>
                  <a:pt x="2380780" y="41206"/>
                  <a:pt x="2386369" y="37568"/>
                </a:cubicBezTo>
                <a:cubicBezTo>
                  <a:pt x="2391958" y="33929"/>
                  <a:pt x="2398206" y="32110"/>
                  <a:pt x="2405113" y="32110"/>
                </a:cubicBezTo>
                <a:cubicBezTo>
                  <a:pt x="2410175" y="32110"/>
                  <a:pt x="2414683" y="33178"/>
                  <a:pt x="2418638" y="35314"/>
                </a:cubicBezTo>
                <a:cubicBezTo>
                  <a:pt x="2422592" y="37449"/>
                  <a:pt x="2425808" y="40230"/>
                  <a:pt x="2428287" y="43658"/>
                </a:cubicBezTo>
                <a:lnTo>
                  <a:pt x="2428287" y="2056"/>
                </a:lnTo>
                <a:lnTo>
                  <a:pt x="2442444" y="2056"/>
                </a:lnTo>
                <a:lnTo>
                  <a:pt x="2442444" y="118002"/>
                </a:lnTo>
                <a:lnTo>
                  <a:pt x="2429236" y="118002"/>
                </a:lnTo>
                <a:moveTo>
                  <a:pt x="2384234" y="76084"/>
                </a:moveTo>
                <a:cubicBezTo>
                  <a:pt x="2384234" y="86840"/>
                  <a:pt x="2386501" y="94881"/>
                  <a:pt x="2391035" y="100207"/>
                </a:cubicBezTo>
                <a:cubicBezTo>
                  <a:pt x="2395570" y="105532"/>
                  <a:pt x="2400922" y="108195"/>
                  <a:pt x="2407091" y="108195"/>
                </a:cubicBezTo>
                <a:cubicBezTo>
                  <a:pt x="2413312" y="108195"/>
                  <a:pt x="2418598" y="105651"/>
                  <a:pt x="2422948" y="100563"/>
                </a:cubicBezTo>
                <a:cubicBezTo>
                  <a:pt x="2427298" y="95474"/>
                  <a:pt x="2429473" y="87710"/>
                  <a:pt x="2429473" y="77271"/>
                </a:cubicBezTo>
                <a:cubicBezTo>
                  <a:pt x="2429473" y="65776"/>
                  <a:pt x="2427258" y="57340"/>
                  <a:pt x="2422829" y="51962"/>
                </a:cubicBezTo>
                <a:cubicBezTo>
                  <a:pt x="2418400" y="46584"/>
                  <a:pt x="2412943" y="43895"/>
                  <a:pt x="2406458" y="43895"/>
                </a:cubicBezTo>
                <a:cubicBezTo>
                  <a:pt x="2400131" y="43895"/>
                  <a:pt x="2394845" y="46478"/>
                  <a:pt x="2390600" y="51646"/>
                </a:cubicBezTo>
                <a:cubicBezTo>
                  <a:pt x="2386356" y="56813"/>
                  <a:pt x="2384234" y="64959"/>
                  <a:pt x="2384234" y="76084"/>
                </a:cubicBezTo>
                <a:close/>
                <a:moveTo>
                  <a:pt x="2495285" y="105268"/>
                </a:moveTo>
                <a:lnTo>
                  <a:pt x="2497341" y="117844"/>
                </a:lnTo>
                <a:cubicBezTo>
                  <a:pt x="2493334" y="118687"/>
                  <a:pt x="2489748" y="119109"/>
                  <a:pt x="2486585" y="119109"/>
                </a:cubicBezTo>
                <a:cubicBezTo>
                  <a:pt x="2481417" y="119109"/>
                  <a:pt x="2477410" y="118292"/>
                  <a:pt x="2474563" y="116657"/>
                </a:cubicBezTo>
                <a:cubicBezTo>
                  <a:pt x="2471716" y="115023"/>
                  <a:pt x="2469712" y="112874"/>
                  <a:pt x="2468552" y="110211"/>
                </a:cubicBezTo>
                <a:cubicBezTo>
                  <a:pt x="2467392" y="107549"/>
                  <a:pt x="2466812" y="101947"/>
                  <a:pt x="2466812" y="93405"/>
                </a:cubicBezTo>
                <a:lnTo>
                  <a:pt x="2466812" y="45081"/>
                </a:lnTo>
                <a:lnTo>
                  <a:pt x="2456372" y="45081"/>
                </a:lnTo>
                <a:lnTo>
                  <a:pt x="2456372" y="34009"/>
                </a:lnTo>
                <a:lnTo>
                  <a:pt x="2466812" y="34009"/>
                </a:lnTo>
                <a:lnTo>
                  <a:pt x="2466812" y="13208"/>
                </a:lnTo>
                <a:lnTo>
                  <a:pt x="2480969" y="4666"/>
                </a:lnTo>
                <a:lnTo>
                  <a:pt x="2480969" y="34009"/>
                </a:lnTo>
                <a:lnTo>
                  <a:pt x="2495285" y="34009"/>
                </a:lnTo>
                <a:lnTo>
                  <a:pt x="2495285" y="45081"/>
                </a:lnTo>
                <a:lnTo>
                  <a:pt x="2480969" y="45081"/>
                </a:lnTo>
                <a:lnTo>
                  <a:pt x="2480969" y="94196"/>
                </a:lnTo>
                <a:cubicBezTo>
                  <a:pt x="2480969" y="98256"/>
                  <a:pt x="2481220" y="100866"/>
                  <a:pt x="2481721" y="102026"/>
                </a:cubicBezTo>
                <a:cubicBezTo>
                  <a:pt x="2482222" y="103186"/>
                  <a:pt x="2483039" y="104108"/>
                  <a:pt x="2484172" y="104794"/>
                </a:cubicBezTo>
                <a:cubicBezTo>
                  <a:pt x="2485306" y="105479"/>
                  <a:pt x="2486927" y="105822"/>
                  <a:pt x="2489036" y="105822"/>
                </a:cubicBezTo>
                <a:cubicBezTo>
                  <a:pt x="2490618" y="105822"/>
                  <a:pt x="2492701" y="105637"/>
                  <a:pt x="2495285" y="105268"/>
                </a:cubicBezTo>
                <a:close/>
                <a:moveTo>
                  <a:pt x="2509607" y="118002"/>
                </a:moveTo>
                <a:lnTo>
                  <a:pt x="2509607" y="34009"/>
                </a:lnTo>
                <a:lnTo>
                  <a:pt x="2522420" y="34009"/>
                </a:lnTo>
                <a:lnTo>
                  <a:pt x="2522420" y="46742"/>
                </a:lnTo>
                <a:cubicBezTo>
                  <a:pt x="2525689" y="40784"/>
                  <a:pt x="2528707" y="36856"/>
                  <a:pt x="2531476" y="34958"/>
                </a:cubicBezTo>
                <a:cubicBezTo>
                  <a:pt x="2534244" y="33059"/>
                  <a:pt x="2537289" y="32110"/>
                  <a:pt x="2540610" y="32110"/>
                </a:cubicBezTo>
                <a:cubicBezTo>
                  <a:pt x="2545408" y="32110"/>
                  <a:pt x="2550286" y="33639"/>
                  <a:pt x="2555242" y="36698"/>
                </a:cubicBezTo>
                <a:lnTo>
                  <a:pt x="2550338" y="49906"/>
                </a:lnTo>
                <a:cubicBezTo>
                  <a:pt x="2546858" y="47849"/>
                  <a:pt x="2543379" y="46821"/>
                  <a:pt x="2539899" y="46821"/>
                </a:cubicBezTo>
                <a:cubicBezTo>
                  <a:pt x="2536788" y="46821"/>
                  <a:pt x="2533993" y="47757"/>
                  <a:pt x="2531515" y="49629"/>
                </a:cubicBezTo>
                <a:cubicBezTo>
                  <a:pt x="2529037" y="51501"/>
                  <a:pt x="2527271" y="54097"/>
                  <a:pt x="2526216" y="57419"/>
                </a:cubicBezTo>
                <a:cubicBezTo>
                  <a:pt x="2524634" y="62481"/>
                  <a:pt x="2523843" y="68017"/>
                  <a:pt x="2523843" y="74028"/>
                </a:cubicBezTo>
                <a:lnTo>
                  <a:pt x="2523843" y="118002"/>
                </a:lnTo>
                <a:lnTo>
                  <a:pt x="2509607" y="118002"/>
                </a:lnTo>
                <a:close/>
                <a:moveTo>
                  <a:pt x="2563831" y="18428"/>
                </a:moveTo>
                <a:lnTo>
                  <a:pt x="2563831" y="2056"/>
                </a:lnTo>
                <a:lnTo>
                  <a:pt x="2578067" y="2056"/>
                </a:lnTo>
                <a:lnTo>
                  <a:pt x="2578067" y="18428"/>
                </a:lnTo>
                <a:lnTo>
                  <a:pt x="2563831" y="18428"/>
                </a:lnTo>
                <a:moveTo>
                  <a:pt x="2563831" y="118002"/>
                </a:moveTo>
                <a:lnTo>
                  <a:pt x="2563831" y="34009"/>
                </a:lnTo>
                <a:lnTo>
                  <a:pt x="2578067" y="34009"/>
                </a:lnTo>
                <a:lnTo>
                  <a:pt x="2578067" y="118002"/>
                </a:lnTo>
                <a:lnTo>
                  <a:pt x="2563831" y="118002"/>
                </a:lnTo>
                <a:close/>
                <a:moveTo>
                  <a:pt x="2599111" y="150191"/>
                </a:moveTo>
                <a:lnTo>
                  <a:pt x="2599111" y="34009"/>
                </a:lnTo>
                <a:lnTo>
                  <a:pt x="2612082" y="34009"/>
                </a:lnTo>
                <a:lnTo>
                  <a:pt x="2612082" y="44923"/>
                </a:lnTo>
                <a:cubicBezTo>
                  <a:pt x="2615140" y="40652"/>
                  <a:pt x="2618593" y="37449"/>
                  <a:pt x="2622442" y="35314"/>
                </a:cubicBezTo>
                <a:cubicBezTo>
                  <a:pt x="2626291" y="33178"/>
                  <a:pt x="2630958" y="32110"/>
                  <a:pt x="2636441" y="32110"/>
                </a:cubicBezTo>
                <a:cubicBezTo>
                  <a:pt x="2643612" y="32110"/>
                  <a:pt x="2649939" y="33956"/>
                  <a:pt x="2655423" y="37647"/>
                </a:cubicBezTo>
                <a:cubicBezTo>
                  <a:pt x="2660906" y="41338"/>
                  <a:pt x="2665045" y="46544"/>
                  <a:pt x="2667840" y="53267"/>
                </a:cubicBezTo>
                <a:cubicBezTo>
                  <a:pt x="2670634" y="59990"/>
                  <a:pt x="2672032" y="67358"/>
                  <a:pt x="2672032" y="75372"/>
                </a:cubicBezTo>
                <a:cubicBezTo>
                  <a:pt x="2672032" y="83967"/>
                  <a:pt x="2670489" y="91704"/>
                  <a:pt x="2667405" y="98585"/>
                </a:cubicBezTo>
                <a:cubicBezTo>
                  <a:pt x="2664320" y="105466"/>
                  <a:pt x="2659839" y="110739"/>
                  <a:pt x="2653960" y="114403"/>
                </a:cubicBezTo>
                <a:cubicBezTo>
                  <a:pt x="2648081" y="118068"/>
                  <a:pt x="2641898" y="119900"/>
                  <a:pt x="2635413" y="119900"/>
                </a:cubicBezTo>
                <a:cubicBezTo>
                  <a:pt x="2630668" y="119900"/>
                  <a:pt x="2626410" y="118898"/>
                  <a:pt x="2622640" y="116895"/>
                </a:cubicBezTo>
                <a:cubicBezTo>
                  <a:pt x="2618870" y="114891"/>
                  <a:pt x="2615772" y="112360"/>
                  <a:pt x="2613347" y="109302"/>
                </a:cubicBezTo>
                <a:lnTo>
                  <a:pt x="2613347" y="150191"/>
                </a:lnTo>
                <a:lnTo>
                  <a:pt x="2599111" y="150191"/>
                </a:lnTo>
                <a:moveTo>
                  <a:pt x="2612002" y="76480"/>
                </a:moveTo>
                <a:cubicBezTo>
                  <a:pt x="2612002" y="87289"/>
                  <a:pt x="2614191" y="95277"/>
                  <a:pt x="2618567" y="100444"/>
                </a:cubicBezTo>
                <a:cubicBezTo>
                  <a:pt x="2622943" y="105611"/>
                  <a:pt x="2628242" y="108195"/>
                  <a:pt x="2634464" y="108195"/>
                </a:cubicBezTo>
                <a:cubicBezTo>
                  <a:pt x="2640791" y="108195"/>
                  <a:pt x="2646209" y="105519"/>
                  <a:pt x="2650717" y="100167"/>
                </a:cubicBezTo>
                <a:cubicBezTo>
                  <a:pt x="2655225" y="94815"/>
                  <a:pt x="2657479" y="86524"/>
                  <a:pt x="2657479" y="75293"/>
                </a:cubicBezTo>
                <a:cubicBezTo>
                  <a:pt x="2657479" y="64590"/>
                  <a:pt x="2655278" y="56575"/>
                  <a:pt x="2650875" y="51250"/>
                </a:cubicBezTo>
                <a:cubicBezTo>
                  <a:pt x="2646472" y="45925"/>
                  <a:pt x="2641213" y="43262"/>
                  <a:pt x="2635097" y="43262"/>
                </a:cubicBezTo>
                <a:cubicBezTo>
                  <a:pt x="2629033" y="43262"/>
                  <a:pt x="2623668" y="46096"/>
                  <a:pt x="2619002" y="51764"/>
                </a:cubicBezTo>
                <a:cubicBezTo>
                  <a:pt x="2614336" y="57432"/>
                  <a:pt x="2612002" y="65671"/>
                  <a:pt x="2612002" y="76480"/>
                </a:cubicBezTo>
                <a:close/>
                <a:moveTo>
                  <a:pt x="2757359" y="118002"/>
                </a:moveTo>
                <a:lnTo>
                  <a:pt x="2725406" y="34009"/>
                </a:lnTo>
                <a:lnTo>
                  <a:pt x="2740433" y="34009"/>
                </a:lnTo>
                <a:lnTo>
                  <a:pt x="2758466" y="84310"/>
                </a:lnTo>
                <a:cubicBezTo>
                  <a:pt x="2760417" y="89740"/>
                  <a:pt x="2762209" y="95382"/>
                  <a:pt x="2763844" y="101235"/>
                </a:cubicBezTo>
                <a:cubicBezTo>
                  <a:pt x="2765109" y="96806"/>
                  <a:pt x="2766876" y="91480"/>
                  <a:pt x="2769143" y="85259"/>
                </a:cubicBezTo>
                <a:lnTo>
                  <a:pt x="2787808" y="34009"/>
                </a:lnTo>
                <a:lnTo>
                  <a:pt x="2802440" y="34009"/>
                </a:lnTo>
                <a:lnTo>
                  <a:pt x="2770646" y="118002"/>
                </a:lnTo>
                <a:lnTo>
                  <a:pt x="2757359" y="118002"/>
                </a:lnTo>
                <a:close/>
                <a:moveTo>
                  <a:pt x="2872513" y="90953"/>
                </a:moveTo>
                <a:lnTo>
                  <a:pt x="2887224" y="92772"/>
                </a:lnTo>
                <a:cubicBezTo>
                  <a:pt x="2884904" y="101367"/>
                  <a:pt x="2880607" y="108037"/>
                  <a:pt x="2874332" y="112782"/>
                </a:cubicBezTo>
                <a:cubicBezTo>
                  <a:pt x="2868058" y="117527"/>
                  <a:pt x="2860043" y="119900"/>
                  <a:pt x="2850289" y="119900"/>
                </a:cubicBezTo>
                <a:cubicBezTo>
                  <a:pt x="2838004" y="119900"/>
                  <a:pt x="2828263" y="116117"/>
                  <a:pt x="2821065" y="108551"/>
                </a:cubicBezTo>
                <a:cubicBezTo>
                  <a:pt x="2813868" y="100984"/>
                  <a:pt x="2810270" y="90373"/>
                  <a:pt x="2810270" y="76717"/>
                </a:cubicBezTo>
                <a:cubicBezTo>
                  <a:pt x="2810270" y="62586"/>
                  <a:pt x="2813908" y="51619"/>
                  <a:pt x="2821184" y="43816"/>
                </a:cubicBezTo>
                <a:cubicBezTo>
                  <a:pt x="2828460" y="36012"/>
                  <a:pt x="2837898" y="32110"/>
                  <a:pt x="2849498" y="32110"/>
                </a:cubicBezTo>
                <a:cubicBezTo>
                  <a:pt x="2860729" y="32110"/>
                  <a:pt x="2869903" y="35933"/>
                  <a:pt x="2877021" y="43578"/>
                </a:cubicBezTo>
                <a:cubicBezTo>
                  <a:pt x="2884139" y="51224"/>
                  <a:pt x="2887698" y="61980"/>
                  <a:pt x="2887698" y="75847"/>
                </a:cubicBezTo>
                <a:cubicBezTo>
                  <a:pt x="2887698" y="76691"/>
                  <a:pt x="2887672" y="77956"/>
                  <a:pt x="2887619" y="79643"/>
                </a:cubicBezTo>
                <a:lnTo>
                  <a:pt x="2824980" y="79643"/>
                </a:lnTo>
                <a:cubicBezTo>
                  <a:pt x="2825508" y="88870"/>
                  <a:pt x="2828118" y="95936"/>
                  <a:pt x="2832810" y="100839"/>
                </a:cubicBezTo>
                <a:cubicBezTo>
                  <a:pt x="2837503" y="105743"/>
                  <a:pt x="2843355" y="108195"/>
                  <a:pt x="2850368" y="108195"/>
                </a:cubicBezTo>
                <a:cubicBezTo>
                  <a:pt x="2855588" y="108195"/>
                  <a:pt x="2860043" y="106824"/>
                  <a:pt x="2863734" y="104082"/>
                </a:cubicBezTo>
                <a:cubicBezTo>
                  <a:pt x="2867425" y="101340"/>
                  <a:pt x="2870351" y="96964"/>
                  <a:pt x="2872513" y="90953"/>
                </a:cubicBezTo>
                <a:moveTo>
                  <a:pt x="2825771" y="67938"/>
                </a:moveTo>
                <a:lnTo>
                  <a:pt x="2872671" y="67938"/>
                </a:lnTo>
                <a:cubicBezTo>
                  <a:pt x="2872039" y="60873"/>
                  <a:pt x="2870246" y="55574"/>
                  <a:pt x="2867293" y="52041"/>
                </a:cubicBezTo>
                <a:cubicBezTo>
                  <a:pt x="2862759" y="46557"/>
                  <a:pt x="2856880" y="43816"/>
                  <a:pt x="2849656" y="43816"/>
                </a:cubicBezTo>
                <a:cubicBezTo>
                  <a:pt x="2843118" y="43816"/>
                  <a:pt x="2837621" y="46004"/>
                  <a:pt x="2833166" y="50380"/>
                </a:cubicBezTo>
                <a:cubicBezTo>
                  <a:pt x="2828711" y="54756"/>
                  <a:pt x="2826246" y="60609"/>
                  <a:pt x="2825771" y="67938"/>
                </a:cubicBezTo>
                <a:close/>
                <a:moveTo>
                  <a:pt x="2904284" y="118002"/>
                </a:moveTo>
                <a:lnTo>
                  <a:pt x="2904284" y="34009"/>
                </a:lnTo>
                <a:lnTo>
                  <a:pt x="2917096" y="34009"/>
                </a:lnTo>
                <a:lnTo>
                  <a:pt x="2917096" y="46742"/>
                </a:lnTo>
                <a:cubicBezTo>
                  <a:pt x="2920365" y="40784"/>
                  <a:pt x="2923384" y="36856"/>
                  <a:pt x="2926152" y="34958"/>
                </a:cubicBezTo>
                <a:cubicBezTo>
                  <a:pt x="2928920" y="33059"/>
                  <a:pt x="2931965" y="32110"/>
                  <a:pt x="2935287" y="32110"/>
                </a:cubicBezTo>
                <a:cubicBezTo>
                  <a:pt x="2940085" y="32110"/>
                  <a:pt x="2944962" y="33639"/>
                  <a:pt x="2949918" y="36698"/>
                </a:cubicBezTo>
                <a:lnTo>
                  <a:pt x="2945015" y="49906"/>
                </a:lnTo>
                <a:cubicBezTo>
                  <a:pt x="2941535" y="47849"/>
                  <a:pt x="2938055" y="46821"/>
                  <a:pt x="2934575" y="46821"/>
                </a:cubicBezTo>
                <a:cubicBezTo>
                  <a:pt x="2931464" y="46821"/>
                  <a:pt x="2928670" y="47757"/>
                  <a:pt x="2926192" y="49629"/>
                </a:cubicBezTo>
                <a:cubicBezTo>
                  <a:pt x="2923713" y="51501"/>
                  <a:pt x="2921947" y="54097"/>
                  <a:pt x="2920893" y="57419"/>
                </a:cubicBezTo>
                <a:cubicBezTo>
                  <a:pt x="2919311" y="62481"/>
                  <a:pt x="2918520" y="68017"/>
                  <a:pt x="2918520" y="74028"/>
                </a:cubicBezTo>
                <a:lnTo>
                  <a:pt x="2918520" y="118002"/>
                </a:lnTo>
                <a:lnTo>
                  <a:pt x="2904284" y="118002"/>
                </a:lnTo>
                <a:close/>
                <a:moveTo>
                  <a:pt x="2958507" y="18428"/>
                </a:moveTo>
                <a:lnTo>
                  <a:pt x="2958507" y="2056"/>
                </a:lnTo>
                <a:lnTo>
                  <a:pt x="2972744" y="2056"/>
                </a:lnTo>
                <a:lnTo>
                  <a:pt x="2972744" y="18428"/>
                </a:lnTo>
                <a:lnTo>
                  <a:pt x="2958507" y="18428"/>
                </a:lnTo>
                <a:moveTo>
                  <a:pt x="2958507" y="118002"/>
                </a:moveTo>
                <a:lnTo>
                  <a:pt x="2958507" y="34009"/>
                </a:lnTo>
                <a:lnTo>
                  <a:pt x="2972744" y="34009"/>
                </a:lnTo>
                <a:lnTo>
                  <a:pt x="2972744" y="118002"/>
                </a:lnTo>
                <a:lnTo>
                  <a:pt x="2958507" y="118002"/>
                </a:lnTo>
                <a:close/>
                <a:moveTo>
                  <a:pt x="2997270" y="118002"/>
                </a:moveTo>
                <a:lnTo>
                  <a:pt x="2997270" y="45081"/>
                </a:lnTo>
                <a:lnTo>
                  <a:pt x="2984694" y="45081"/>
                </a:lnTo>
                <a:lnTo>
                  <a:pt x="2984694" y="34009"/>
                </a:lnTo>
                <a:lnTo>
                  <a:pt x="2997270" y="34009"/>
                </a:lnTo>
                <a:lnTo>
                  <a:pt x="2997270" y="25071"/>
                </a:lnTo>
                <a:cubicBezTo>
                  <a:pt x="2997270" y="19430"/>
                  <a:pt x="2997771" y="15238"/>
                  <a:pt x="2998772" y="12496"/>
                </a:cubicBezTo>
                <a:cubicBezTo>
                  <a:pt x="3000143" y="8805"/>
                  <a:pt x="3002555" y="5813"/>
                  <a:pt x="3006009" y="3519"/>
                </a:cubicBezTo>
                <a:cubicBezTo>
                  <a:pt x="3009463" y="1226"/>
                  <a:pt x="3014300" y="79"/>
                  <a:pt x="3020522" y="79"/>
                </a:cubicBezTo>
                <a:cubicBezTo>
                  <a:pt x="3024529" y="79"/>
                  <a:pt x="3028958" y="554"/>
                  <a:pt x="3033809" y="1503"/>
                </a:cubicBezTo>
                <a:lnTo>
                  <a:pt x="3031674" y="13920"/>
                </a:lnTo>
                <a:cubicBezTo>
                  <a:pt x="3028721" y="13393"/>
                  <a:pt x="3025926" y="13129"/>
                  <a:pt x="3023290" y="13129"/>
                </a:cubicBezTo>
                <a:cubicBezTo>
                  <a:pt x="3018967" y="13129"/>
                  <a:pt x="3015908" y="14052"/>
                  <a:pt x="3014116" y="15897"/>
                </a:cubicBezTo>
                <a:cubicBezTo>
                  <a:pt x="3012323" y="17742"/>
                  <a:pt x="3011427" y="21196"/>
                  <a:pt x="3011427" y="26258"/>
                </a:cubicBezTo>
                <a:lnTo>
                  <a:pt x="3011427" y="34009"/>
                </a:lnTo>
                <a:lnTo>
                  <a:pt x="3027798" y="34009"/>
                </a:lnTo>
                <a:lnTo>
                  <a:pt x="3027798" y="45081"/>
                </a:lnTo>
                <a:lnTo>
                  <a:pt x="3011427" y="45081"/>
                </a:lnTo>
                <a:lnTo>
                  <a:pt x="3011427" y="118002"/>
                </a:lnTo>
                <a:lnTo>
                  <a:pt x="2997270" y="118002"/>
                </a:lnTo>
                <a:close/>
                <a:moveTo>
                  <a:pt x="3039511" y="18428"/>
                </a:moveTo>
                <a:lnTo>
                  <a:pt x="3039511" y="2056"/>
                </a:lnTo>
                <a:lnTo>
                  <a:pt x="3053747" y="2056"/>
                </a:lnTo>
                <a:lnTo>
                  <a:pt x="3053747" y="18428"/>
                </a:lnTo>
                <a:lnTo>
                  <a:pt x="3039511" y="18428"/>
                </a:lnTo>
                <a:moveTo>
                  <a:pt x="3039511" y="118002"/>
                </a:moveTo>
                <a:lnTo>
                  <a:pt x="3039511" y="34009"/>
                </a:lnTo>
                <a:lnTo>
                  <a:pt x="3053747" y="34009"/>
                </a:lnTo>
                <a:lnTo>
                  <a:pt x="3053747" y="118002"/>
                </a:lnTo>
                <a:lnTo>
                  <a:pt x="3039511" y="118002"/>
                </a:lnTo>
                <a:close/>
                <a:moveTo>
                  <a:pt x="3129682" y="87236"/>
                </a:moveTo>
                <a:lnTo>
                  <a:pt x="3143681" y="89055"/>
                </a:lnTo>
                <a:cubicBezTo>
                  <a:pt x="3142152" y="98704"/>
                  <a:pt x="3138237" y="106257"/>
                  <a:pt x="3131936" y="111714"/>
                </a:cubicBezTo>
                <a:cubicBezTo>
                  <a:pt x="3125635" y="117171"/>
                  <a:pt x="3117897" y="119900"/>
                  <a:pt x="3108723" y="119900"/>
                </a:cubicBezTo>
                <a:cubicBezTo>
                  <a:pt x="3097229" y="119900"/>
                  <a:pt x="3087988" y="116143"/>
                  <a:pt x="3081002" y="108630"/>
                </a:cubicBezTo>
                <a:cubicBezTo>
                  <a:pt x="3074016" y="101116"/>
                  <a:pt x="3070523" y="90347"/>
                  <a:pt x="3070523" y="76322"/>
                </a:cubicBezTo>
                <a:cubicBezTo>
                  <a:pt x="3070523" y="67253"/>
                  <a:pt x="3072025" y="59317"/>
                  <a:pt x="3075031" y="52516"/>
                </a:cubicBezTo>
                <a:cubicBezTo>
                  <a:pt x="3078036" y="45714"/>
                  <a:pt x="3082610" y="40613"/>
                  <a:pt x="3088753" y="37212"/>
                </a:cubicBezTo>
                <a:cubicBezTo>
                  <a:pt x="3094895" y="33811"/>
                  <a:pt x="3101579" y="32110"/>
                  <a:pt x="3108802" y="32110"/>
                </a:cubicBezTo>
                <a:cubicBezTo>
                  <a:pt x="3117924" y="32110"/>
                  <a:pt x="3125385" y="34417"/>
                  <a:pt x="3131184" y="39031"/>
                </a:cubicBezTo>
                <a:cubicBezTo>
                  <a:pt x="3136984" y="43644"/>
                  <a:pt x="3140702" y="50196"/>
                  <a:pt x="3142336" y="58685"/>
                </a:cubicBezTo>
                <a:lnTo>
                  <a:pt x="3128495" y="60820"/>
                </a:lnTo>
                <a:cubicBezTo>
                  <a:pt x="3127177" y="55178"/>
                  <a:pt x="3124844" y="50934"/>
                  <a:pt x="3121496" y="48087"/>
                </a:cubicBezTo>
                <a:cubicBezTo>
                  <a:pt x="3118148" y="45239"/>
                  <a:pt x="3114101" y="43816"/>
                  <a:pt x="3109356" y="43816"/>
                </a:cubicBezTo>
                <a:cubicBezTo>
                  <a:pt x="3102185" y="43816"/>
                  <a:pt x="3096359" y="46386"/>
                  <a:pt x="3091877" y="51527"/>
                </a:cubicBezTo>
                <a:cubicBezTo>
                  <a:pt x="3087395" y="56668"/>
                  <a:pt x="3085154" y="64801"/>
                  <a:pt x="3085154" y="75926"/>
                </a:cubicBezTo>
                <a:cubicBezTo>
                  <a:pt x="3085154" y="87210"/>
                  <a:pt x="3087316" y="95409"/>
                  <a:pt x="3091640" y="100523"/>
                </a:cubicBezTo>
                <a:cubicBezTo>
                  <a:pt x="3095963" y="105637"/>
                  <a:pt x="3101605" y="108195"/>
                  <a:pt x="3108565" y="108195"/>
                </a:cubicBezTo>
                <a:cubicBezTo>
                  <a:pt x="3114154" y="108195"/>
                  <a:pt x="3118820" y="106481"/>
                  <a:pt x="3122564" y="103054"/>
                </a:cubicBezTo>
                <a:cubicBezTo>
                  <a:pt x="3126307" y="99627"/>
                  <a:pt x="3128680" y="94354"/>
                  <a:pt x="3129682" y="87236"/>
                </a:cubicBezTo>
                <a:close/>
                <a:moveTo>
                  <a:pt x="3210670" y="107641"/>
                </a:moveTo>
                <a:cubicBezTo>
                  <a:pt x="3205397" y="112123"/>
                  <a:pt x="3200322" y="115286"/>
                  <a:pt x="3195445" y="117132"/>
                </a:cubicBezTo>
                <a:cubicBezTo>
                  <a:pt x="3190568" y="118977"/>
                  <a:pt x="3185335" y="119900"/>
                  <a:pt x="3179746" y="119900"/>
                </a:cubicBezTo>
                <a:cubicBezTo>
                  <a:pt x="3170518" y="119900"/>
                  <a:pt x="3163427" y="117646"/>
                  <a:pt x="3158470" y="113138"/>
                </a:cubicBezTo>
                <a:cubicBezTo>
                  <a:pt x="3153514" y="108630"/>
                  <a:pt x="3151036" y="102869"/>
                  <a:pt x="3151036" y="95857"/>
                </a:cubicBezTo>
                <a:cubicBezTo>
                  <a:pt x="3151036" y="91744"/>
                  <a:pt x="3151972" y="87987"/>
                  <a:pt x="3153844" y="84586"/>
                </a:cubicBezTo>
                <a:cubicBezTo>
                  <a:pt x="3155715" y="81186"/>
                  <a:pt x="3158167" y="78457"/>
                  <a:pt x="3161199" y="76401"/>
                </a:cubicBezTo>
                <a:cubicBezTo>
                  <a:pt x="3164231" y="74344"/>
                  <a:pt x="3167645" y="72789"/>
                  <a:pt x="3171441" y="71734"/>
                </a:cubicBezTo>
                <a:cubicBezTo>
                  <a:pt x="3174236" y="70996"/>
                  <a:pt x="3178454" y="70284"/>
                  <a:pt x="3184095" y="69599"/>
                </a:cubicBezTo>
                <a:cubicBezTo>
                  <a:pt x="3195590" y="68228"/>
                  <a:pt x="3204052" y="66594"/>
                  <a:pt x="3209483" y="64695"/>
                </a:cubicBezTo>
                <a:cubicBezTo>
                  <a:pt x="3209536" y="62744"/>
                  <a:pt x="3209562" y="61505"/>
                  <a:pt x="3209562" y="60978"/>
                </a:cubicBezTo>
                <a:cubicBezTo>
                  <a:pt x="3209562" y="55178"/>
                  <a:pt x="3208218" y="51092"/>
                  <a:pt x="3205529" y="48719"/>
                </a:cubicBezTo>
                <a:cubicBezTo>
                  <a:pt x="3201891" y="45503"/>
                  <a:pt x="3196486" y="43895"/>
                  <a:pt x="3189315" y="43895"/>
                </a:cubicBezTo>
                <a:cubicBezTo>
                  <a:pt x="3182619" y="43895"/>
                  <a:pt x="3177676" y="45068"/>
                  <a:pt x="3174486" y="47414"/>
                </a:cubicBezTo>
                <a:cubicBezTo>
                  <a:pt x="3171296" y="49761"/>
                  <a:pt x="3168937" y="53913"/>
                  <a:pt x="3167408" y="59871"/>
                </a:cubicBezTo>
                <a:lnTo>
                  <a:pt x="3153488" y="57973"/>
                </a:lnTo>
                <a:cubicBezTo>
                  <a:pt x="3154753" y="52015"/>
                  <a:pt x="3156836" y="47203"/>
                  <a:pt x="3159736" y="43539"/>
                </a:cubicBezTo>
                <a:cubicBezTo>
                  <a:pt x="3162636" y="39874"/>
                  <a:pt x="3166828" y="37054"/>
                  <a:pt x="3172311" y="35076"/>
                </a:cubicBezTo>
                <a:cubicBezTo>
                  <a:pt x="3177795" y="33099"/>
                  <a:pt x="3184148" y="32110"/>
                  <a:pt x="3191372" y="32110"/>
                </a:cubicBezTo>
                <a:cubicBezTo>
                  <a:pt x="3198543" y="32110"/>
                  <a:pt x="3204369" y="32954"/>
                  <a:pt x="3208851" y="34641"/>
                </a:cubicBezTo>
                <a:cubicBezTo>
                  <a:pt x="3213332" y="36329"/>
                  <a:pt x="3216628" y="38451"/>
                  <a:pt x="3218737" y="41008"/>
                </a:cubicBezTo>
                <a:cubicBezTo>
                  <a:pt x="3220846" y="43565"/>
                  <a:pt x="3222322" y="46795"/>
                  <a:pt x="3223166" y="50696"/>
                </a:cubicBezTo>
                <a:cubicBezTo>
                  <a:pt x="3223640" y="53122"/>
                  <a:pt x="3223878" y="57498"/>
                  <a:pt x="3223878" y="63825"/>
                </a:cubicBezTo>
                <a:lnTo>
                  <a:pt x="3223878" y="82807"/>
                </a:lnTo>
                <a:cubicBezTo>
                  <a:pt x="3223878" y="96041"/>
                  <a:pt x="3224181" y="104412"/>
                  <a:pt x="3224787" y="107918"/>
                </a:cubicBezTo>
                <a:cubicBezTo>
                  <a:pt x="3225393" y="111424"/>
                  <a:pt x="3226593" y="114785"/>
                  <a:pt x="3228386" y="118002"/>
                </a:cubicBezTo>
                <a:lnTo>
                  <a:pt x="3213517" y="118002"/>
                </a:lnTo>
                <a:cubicBezTo>
                  <a:pt x="3212040" y="115049"/>
                  <a:pt x="3211091" y="111596"/>
                  <a:pt x="3210670" y="107641"/>
                </a:cubicBezTo>
                <a:moveTo>
                  <a:pt x="3209483" y="75847"/>
                </a:moveTo>
                <a:cubicBezTo>
                  <a:pt x="3204316" y="77956"/>
                  <a:pt x="3196565" y="79749"/>
                  <a:pt x="3186231" y="81225"/>
                </a:cubicBezTo>
                <a:cubicBezTo>
                  <a:pt x="3180378" y="82069"/>
                  <a:pt x="3176239" y="83018"/>
                  <a:pt x="3173814" y="84072"/>
                </a:cubicBezTo>
                <a:cubicBezTo>
                  <a:pt x="3171388" y="85127"/>
                  <a:pt x="3169517" y="86669"/>
                  <a:pt x="3168198" y="88699"/>
                </a:cubicBezTo>
                <a:cubicBezTo>
                  <a:pt x="3166880" y="90729"/>
                  <a:pt x="3166221" y="92983"/>
                  <a:pt x="3166221" y="95461"/>
                </a:cubicBezTo>
                <a:cubicBezTo>
                  <a:pt x="3166221" y="99258"/>
                  <a:pt x="3167658" y="102421"/>
                  <a:pt x="3170532" y="104952"/>
                </a:cubicBezTo>
                <a:cubicBezTo>
                  <a:pt x="3173405" y="107483"/>
                  <a:pt x="3177610" y="108748"/>
                  <a:pt x="3183146" y="108748"/>
                </a:cubicBezTo>
                <a:cubicBezTo>
                  <a:pt x="3188630" y="108748"/>
                  <a:pt x="3193507" y="107549"/>
                  <a:pt x="3197778" y="105150"/>
                </a:cubicBezTo>
                <a:cubicBezTo>
                  <a:pt x="3202049" y="102751"/>
                  <a:pt x="3205186" y="99468"/>
                  <a:pt x="3207190" y="95303"/>
                </a:cubicBezTo>
                <a:cubicBezTo>
                  <a:pt x="3208719" y="92087"/>
                  <a:pt x="3209483" y="87341"/>
                  <a:pt x="3209483" y="81067"/>
                </a:cubicBezTo>
                <a:lnTo>
                  <a:pt x="3209483" y="75847"/>
                </a:lnTo>
                <a:close/>
                <a:moveTo>
                  <a:pt x="3276370" y="105268"/>
                </a:moveTo>
                <a:lnTo>
                  <a:pt x="3278426" y="117844"/>
                </a:lnTo>
                <a:cubicBezTo>
                  <a:pt x="3274419" y="118687"/>
                  <a:pt x="3270833" y="119109"/>
                  <a:pt x="3267670" y="119109"/>
                </a:cubicBezTo>
                <a:cubicBezTo>
                  <a:pt x="3262503" y="119109"/>
                  <a:pt x="3258495" y="118292"/>
                  <a:pt x="3255648" y="116657"/>
                </a:cubicBezTo>
                <a:cubicBezTo>
                  <a:pt x="3252801" y="115023"/>
                  <a:pt x="3250797" y="112874"/>
                  <a:pt x="3249637" y="110211"/>
                </a:cubicBezTo>
                <a:cubicBezTo>
                  <a:pt x="3248477" y="107549"/>
                  <a:pt x="3247897" y="101947"/>
                  <a:pt x="3247897" y="93405"/>
                </a:cubicBezTo>
                <a:lnTo>
                  <a:pt x="3247897" y="45081"/>
                </a:lnTo>
                <a:lnTo>
                  <a:pt x="3237457" y="45081"/>
                </a:lnTo>
                <a:lnTo>
                  <a:pt x="3237457" y="34009"/>
                </a:lnTo>
                <a:lnTo>
                  <a:pt x="3247897" y="34009"/>
                </a:lnTo>
                <a:lnTo>
                  <a:pt x="3247897" y="13208"/>
                </a:lnTo>
                <a:lnTo>
                  <a:pt x="3262054" y="4666"/>
                </a:lnTo>
                <a:lnTo>
                  <a:pt x="3262054" y="34009"/>
                </a:lnTo>
                <a:lnTo>
                  <a:pt x="3276370" y="34009"/>
                </a:lnTo>
                <a:lnTo>
                  <a:pt x="3276370" y="45081"/>
                </a:lnTo>
                <a:lnTo>
                  <a:pt x="3262054" y="45081"/>
                </a:lnTo>
                <a:lnTo>
                  <a:pt x="3262054" y="94196"/>
                </a:lnTo>
                <a:cubicBezTo>
                  <a:pt x="3262054" y="98256"/>
                  <a:pt x="3262305" y="100866"/>
                  <a:pt x="3262806" y="102026"/>
                </a:cubicBezTo>
                <a:cubicBezTo>
                  <a:pt x="3263307" y="103186"/>
                  <a:pt x="3264124" y="104108"/>
                  <a:pt x="3265257" y="104794"/>
                </a:cubicBezTo>
                <a:cubicBezTo>
                  <a:pt x="3266391" y="105479"/>
                  <a:pt x="3268012" y="105822"/>
                  <a:pt x="3270122" y="105822"/>
                </a:cubicBezTo>
                <a:cubicBezTo>
                  <a:pt x="3271703" y="105822"/>
                  <a:pt x="3273786" y="105637"/>
                  <a:pt x="3276370" y="105268"/>
                </a:cubicBezTo>
                <a:close/>
                <a:moveTo>
                  <a:pt x="3290930" y="18428"/>
                </a:moveTo>
                <a:lnTo>
                  <a:pt x="3290930" y="2056"/>
                </a:lnTo>
                <a:lnTo>
                  <a:pt x="3305166" y="2056"/>
                </a:lnTo>
                <a:lnTo>
                  <a:pt x="3305166" y="18428"/>
                </a:lnTo>
                <a:lnTo>
                  <a:pt x="3290930" y="18428"/>
                </a:lnTo>
                <a:moveTo>
                  <a:pt x="3290930" y="118002"/>
                </a:moveTo>
                <a:lnTo>
                  <a:pt x="3290930" y="34009"/>
                </a:lnTo>
                <a:lnTo>
                  <a:pt x="3305166" y="34009"/>
                </a:lnTo>
                <a:lnTo>
                  <a:pt x="3305166" y="118002"/>
                </a:lnTo>
                <a:lnTo>
                  <a:pt x="3290930" y="118002"/>
                </a:lnTo>
                <a:close/>
                <a:moveTo>
                  <a:pt x="3320992" y="76005"/>
                </a:moveTo>
                <a:cubicBezTo>
                  <a:pt x="3320992" y="60451"/>
                  <a:pt x="3325316" y="48930"/>
                  <a:pt x="3333963" y="41443"/>
                </a:cubicBezTo>
                <a:cubicBezTo>
                  <a:pt x="3341186" y="35221"/>
                  <a:pt x="3349992" y="32110"/>
                  <a:pt x="3360379" y="32110"/>
                </a:cubicBezTo>
                <a:cubicBezTo>
                  <a:pt x="3371926" y="32110"/>
                  <a:pt x="3381364" y="35894"/>
                  <a:pt x="3388693" y="43460"/>
                </a:cubicBezTo>
                <a:cubicBezTo>
                  <a:pt x="3396022" y="51026"/>
                  <a:pt x="3399686" y="61479"/>
                  <a:pt x="3399686" y="74819"/>
                </a:cubicBezTo>
                <a:cubicBezTo>
                  <a:pt x="3399686" y="85628"/>
                  <a:pt x="3398065" y="94130"/>
                  <a:pt x="3394822" y="100325"/>
                </a:cubicBezTo>
                <a:cubicBezTo>
                  <a:pt x="3391580" y="106521"/>
                  <a:pt x="3386861" y="111332"/>
                  <a:pt x="3380665" y="114759"/>
                </a:cubicBezTo>
                <a:cubicBezTo>
                  <a:pt x="3374470" y="118186"/>
                  <a:pt x="3367708" y="119900"/>
                  <a:pt x="3360379" y="119900"/>
                </a:cubicBezTo>
                <a:cubicBezTo>
                  <a:pt x="3348621" y="119900"/>
                  <a:pt x="3339117" y="116130"/>
                  <a:pt x="3331867" y="108590"/>
                </a:cubicBezTo>
                <a:cubicBezTo>
                  <a:pt x="3324617" y="101050"/>
                  <a:pt x="3320992" y="90189"/>
                  <a:pt x="3320992" y="76005"/>
                </a:cubicBezTo>
                <a:moveTo>
                  <a:pt x="3335624" y="76005"/>
                </a:moveTo>
                <a:cubicBezTo>
                  <a:pt x="3335624" y="86761"/>
                  <a:pt x="3337970" y="94815"/>
                  <a:pt x="3342663" y="100167"/>
                </a:cubicBezTo>
                <a:cubicBezTo>
                  <a:pt x="3347355" y="105519"/>
                  <a:pt x="3353261" y="108195"/>
                  <a:pt x="3360379" y="108195"/>
                </a:cubicBezTo>
                <a:cubicBezTo>
                  <a:pt x="3367444" y="108195"/>
                  <a:pt x="3373323" y="105506"/>
                  <a:pt x="3378016" y="100128"/>
                </a:cubicBezTo>
                <a:cubicBezTo>
                  <a:pt x="3382708" y="94749"/>
                  <a:pt x="3385055" y="86550"/>
                  <a:pt x="3385055" y="75531"/>
                </a:cubicBezTo>
                <a:cubicBezTo>
                  <a:pt x="3385055" y="65144"/>
                  <a:pt x="3382695" y="57274"/>
                  <a:pt x="3377976" y="51922"/>
                </a:cubicBezTo>
                <a:cubicBezTo>
                  <a:pt x="3373257" y="46571"/>
                  <a:pt x="3367391" y="43895"/>
                  <a:pt x="3360379" y="43895"/>
                </a:cubicBezTo>
                <a:cubicBezTo>
                  <a:pt x="3353261" y="43895"/>
                  <a:pt x="3347355" y="46557"/>
                  <a:pt x="3342663" y="51883"/>
                </a:cubicBezTo>
                <a:cubicBezTo>
                  <a:pt x="3337970" y="57208"/>
                  <a:pt x="3335624" y="65249"/>
                  <a:pt x="3335624" y="76005"/>
                </a:cubicBezTo>
                <a:close/>
                <a:moveTo>
                  <a:pt x="3415718" y="118002"/>
                </a:moveTo>
                <a:lnTo>
                  <a:pt x="3415718" y="34009"/>
                </a:lnTo>
                <a:lnTo>
                  <a:pt x="3428531" y="34009"/>
                </a:lnTo>
                <a:lnTo>
                  <a:pt x="3428531" y="45951"/>
                </a:lnTo>
                <a:cubicBezTo>
                  <a:pt x="3434700" y="36724"/>
                  <a:pt x="3443610" y="32110"/>
                  <a:pt x="3455263" y="32110"/>
                </a:cubicBezTo>
                <a:cubicBezTo>
                  <a:pt x="3460325" y="32110"/>
                  <a:pt x="3464978" y="33020"/>
                  <a:pt x="3469222" y="34839"/>
                </a:cubicBezTo>
                <a:cubicBezTo>
                  <a:pt x="3473467" y="36658"/>
                  <a:pt x="3476643" y="39044"/>
                  <a:pt x="3478753" y="41997"/>
                </a:cubicBezTo>
                <a:cubicBezTo>
                  <a:pt x="3480862" y="44949"/>
                  <a:pt x="3482338" y="48456"/>
                  <a:pt x="3483182" y="52516"/>
                </a:cubicBezTo>
                <a:cubicBezTo>
                  <a:pt x="3483709" y="55152"/>
                  <a:pt x="3483972" y="59765"/>
                  <a:pt x="3483972" y="66356"/>
                </a:cubicBezTo>
                <a:lnTo>
                  <a:pt x="3483972" y="118002"/>
                </a:lnTo>
                <a:lnTo>
                  <a:pt x="3469736" y="118002"/>
                </a:lnTo>
                <a:lnTo>
                  <a:pt x="3469736" y="66910"/>
                </a:lnTo>
                <a:cubicBezTo>
                  <a:pt x="3469736" y="61110"/>
                  <a:pt x="3469183" y="56773"/>
                  <a:pt x="3468075" y="53900"/>
                </a:cubicBezTo>
                <a:cubicBezTo>
                  <a:pt x="3466968" y="51026"/>
                  <a:pt x="3465004" y="48732"/>
                  <a:pt x="3462183" y="47019"/>
                </a:cubicBezTo>
                <a:cubicBezTo>
                  <a:pt x="3459362" y="45305"/>
                  <a:pt x="3456054" y="44448"/>
                  <a:pt x="3452258" y="44448"/>
                </a:cubicBezTo>
                <a:cubicBezTo>
                  <a:pt x="3446194" y="44448"/>
                  <a:pt x="3440961" y="46373"/>
                  <a:pt x="3436558" y="50222"/>
                </a:cubicBezTo>
                <a:cubicBezTo>
                  <a:pt x="3432156" y="54071"/>
                  <a:pt x="3429954" y="61374"/>
                  <a:pt x="3429954" y="72130"/>
                </a:cubicBezTo>
                <a:lnTo>
                  <a:pt x="3429954" y="118002"/>
                </a:lnTo>
                <a:lnTo>
                  <a:pt x="3415718" y="1180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④Step4">
            <a:extLst xmlns:a="http://schemas.openxmlformats.org/drawingml/2006/main">
              <a:ext uri="{FF2B5EF4-FFF2-40B4-BE49-F238E27FC236}">
                <a16:creationId xmlns:a16="http://schemas.microsoft.com/office/drawing/2014/main" id="{7122A566-3969-445C-9247-FCF594F7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1221699"/>
            <a:ext cx="575305" cy="162213"/>
          </a:xfrm>
          <a:custGeom xmlns:a="http://schemas.openxmlformats.org/drawingml/2006/main">
            <a:pathLst>
              <a:path w="575305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86840" y="136192"/>
                </a:moveTo>
                <a:lnTo>
                  <a:pt x="86840" y="108037"/>
                </a:lnTo>
                <a:lnTo>
                  <a:pt x="34720" y="108037"/>
                </a:lnTo>
                <a:lnTo>
                  <a:pt x="34720" y="99099"/>
                </a:lnTo>
                <a:lnTo>
                  <a:pt x="87790" y="23173"/>
                </a:lnTo>
                <a:lnTo>
                  <a:pt x="97201" y="23173"/>
                </a:lnTo>
                <a:lnTo>
                  <a:pt x="97201" y="99258"/>
                </a:lnTo>
                <a:lnTo>
                  <a:pt x="113098" y="99258"/>
                </a:lnTo>
                <a:lnTo>
                  <a:pt x="113098" y="108037"/>
                </a:lnTo>
                <a:lnTo>
                  <a:pt x="97201" y="108037"/>
                </a:lnTo>
                <a:lnTo>
                  <a:pt x="97201" y="136192"/>
                </a:lnTo>
                <a:lnTo>
                  <a:pt x="86840" y="136192"/>
                </a:lnTo>
                <a:moveTo>
                  <a:pt x="86840" y="38675"/>
                </a:moveTo>
                <a:lnTo>
                  <a:pt x="44923" y="99258"/>
                </a:lnTo>
                <a:lnTo>
                  <a:pt x="86840" y="99258"/>
                </a:lnTo>
                <a:lnTo>
                  <a:pt x="86840" y="38675"/>
                </a:ln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545409" y="130023"/>
                </a:moveTo>
                <a:lnTo>
                  <a:pt x="545409" y="102263"/>
                </a:lnTo>
                <a:lnTo>
                  <a:pt x="495108" y="102263"/>
                </a:lnTo>
                <a:lnTo>
                  <a:pt x="495108" y="89213"/>
                </a:lnTo>
                <a:lnTo>
                  <a:pt x="548019" y="14078"/>
                </a:lnTo>
                <a:lnTo>
                  <a:pt x="559646" y="14078"/>
                </a:lnTo>
                <a:lnTo>
                  <a:pt x="559646" y="89213"/>
                </a:lnTo>
                <a:lnTo>
                  <a:pt x="575305" y="89213"/>
                </a:lnTo>
                <a:lnTo>
                  <a:pt x="575305" y="102263"/>
                </a:lnTo>
                <a:lnTo>
                  <a:pt x="559646" y="102263"/>
                </a:lnTo>
                <a:lnTo>
                  <a:pt x="559646" y="130023"/>
                </a:lnTo>
                <a:lnTo>
                  <a:pt x="545409" y="130023"/>
                </a:lnTo>
                <a:moveTo>
                  <a:pt x="545409" y="89213"/>
                </a:moveTo>
                <a:lnTo>
                  <a:pt x="545409" y="36935"/>
                </a:lnTo>
                <a:lnTo>
                  <a:pt x="509107" y="89213"/>
                </a:lnTo>
                <a:lnTo>
                  <a:pt x="545409" y="892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609D2F-83B5-4221-B6A2-E02D200C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229" y="1155633"/>
            <a:ext cx="644957" cy="288611"/>
          </a:xfrm>
          <a:custGeom xmlns:a="http://schemas.openxmlformats.org/drawingml/2006/main">
            <a:pathLst>
              <a:path w="644957" h="288611">
                <a:moveTo>
                  <a:pt x="0" y="48103"/>
                </a:moveTo>
                <a:cubicBezTo>
                  <a:pt x="0" y="21536"/>
                  <a:pt x="21536" y="0"/>
                  <a:pt x="48103" y="0"/>
                </a:cubicBezTo>
                <a:lnTo>
                  <a:pt x="596855" y="0"/>
                </a:lnTo>
                <a:cubicBezTo>
                  <a:pt x="623421" y="0"/>
                  <a:pt x="644957" y="21536"/>
                  <a:pt x="644957" y="48103"/>
                </a:cubicBezTo>
                <a:lnTo>
                  <a:pt x="644957" y="240508"/>
                </a:lnTo>
                <a:cubicBezTo>
                  <a:pt x="644957" y="267074"/>
                  <a:pt x="623421" y="288611"/>
                  <a:pt x="596855" y="288611"/>
                </a:cubicBezTo>
                <a:lnTo>
                  <a:pt x="48103" y="288611"/>
                </a:lnTo>
                <a:cubicBezTo>
                  <a:pt x="21536" y="288611"/>
                  <a:pt x="0" y="267074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510CF-F55D-4462-A031-C2586B38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229" y="1155633"/>
            <a:ext cx="644958" cy="288611"/>
          </a:xfrm>
          <a:custGeom xmlns:a="http://schemas.openxmlformats.org/drawingml/2006/main">
            <a:pathLst>
              <a:path w="644958" h="288611" fill="none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6855" y="0"/>
                </a:lnTo>
                <a:cubicBezTo>
                  <a:pt x="623421" y="0"/>
                  <a:pt x="644958" y="21537"/>
                  <a:pt x="644958" y="48103"/>
                </a:cubicBezTo>
                <a:lnTo>
                  <a:pt x="644958" y="240508"/>
                </a:lnTo>
                <a:cubicBezTo>
                  <a:pt x="644958" y="267075"/>
                  <a:pt x="623421" y="288611"/>
                  <a:pt x="596855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183" name="Text SNO">
            <a:extLst xmlns:a="http://schemas.openxmlformats.org/drawingml/2006/main">
              <a:ext uri="{FF2B5EF4-FFF2-40B4-BE49-F238E27FC236}">
                <a16:creationId xmlns:a16="http://schemas.microsoft.com/office/drawing/2014/main" id="{6EACBDED-99AD-4ABA-B70C-117B3D6C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794" y="1229228"/>
            <a:ext cx="395520" cy="139612"/>
          </a:xfrm>
          <a:custGeom xmlns:a="http://schemas.openxmlformats.org/drawingml/2006/main">
            <a:pathLst>
              <a:path w="395520" h="139612">
                <a:moveTo>
                  <a:pt x="0" y="93320"/>
                </a:moveTo>
                <a:lnTo>
                  <a:pt x="26505" y="90743"/>
                </a:lnTo>
                <a:cubicBezTo>
                  <a:pt x="28100" y="99640"/>
                  <a:pt x="31337" y="106174"/>
                  <a:pt x="36214" y="110346"/>
                </a:cubicBezTo>
                <a:cubicBezTo>
                  <a:pt x="41092" y="114518"/>
                  <a:pt x="47672" y="116604"/>
                  <a:pt x="55955" y="116604"/>
                </a:cubicBezTo>
                <a:cubicBezTo>
                  <a:pt x="64729" y="116604"/>
                  <a:pt x="71340" y="114748"/>
                  <a:pt x="75788" y="111036"/>
                </a:cubicBezTo>
                <a:cubicBezTo>
                  <a:pt x="80236" y="107324"/>
                  <a:pt x="82460" y="102983"/>
                  <a:pt x="82460" y="98014"/>
                </a:cubicBezTo>
                <a:cubicBezTo>
                  <a:pt x="82460" y="94823"/>
                  <a:pt x="81525" y="92108"/>
                  <a:pt x="79653" y="89869"/>
                </a:cubicBezTo>
                <a:cubicBezTo>
                  <a:pt x="77782" y="87629"/>
                  <a:pt x="74515" y="85681"/>
                  <a:pt x="69852" y="84025"/>
                </a:cubicBezTo>
                <a:cubicBezTo>
                  <a:pt x="66662" y="82921"/>
                  <a:pt x="59391" y="80957"/>
                  <a:pt x="48041" y="78135"/>
                </a:cubicBezTo>
                <a:cubicBezTo>
                  <a:pt x="33438" y="74515"/>
                  <a:pt x="23192" y="70067"/>
                  <a:pt x="17302" y="64790"/>
                </a:cubicBezTo>
                <a:cubicBezTo>
                  <a:pt x="9019" y="57366"/>
                  <a:pt x="4878" y="48317"/>
                  <a:pt x="4878" y="37641"/>
                </a:cubicBezTo>
                <a:cubicBezTo>
                  <a:pt x="4878" y="30769"/>
                  <a:pt x="6826" y="24342"/>
                  <a:pt x="10722" y="18360"/>
                </a:cubicBezTo>
                <a:cubicBezTo>
                  <a:pt x="14618" y="12378"/>
                  <a:pt x="20232" y="7823"/>
                  <a:pt x="27563" y="4694"/>
                </a:cubicBezTo>
                <a:cubicBezTo>
                  <a:pt x="34895" y="1565"/>
                  <a:pt x="43746" y="0"/>
                  <a:pt x="54115" y="0"/>
                </a:cubicBezTo>
                <a:cubicBezTo>
                  <a:pt x="71048" y="0"/>
                  <a:pt x="83795" y="3712"/>
                  <a:pt x="92354" y="11136"/>
                </a:cubicBezTo>
                <a:cubicBezTo>
                  <a:pt x="100913" y="18560"/>
                  <a:pt x="105407" y="28468"/>
                  <a:pt x="105836" y="40862"/>
                </a:cubicBezTo>
                <a:lnTo>
                  <a:pt x="78595" y="42058"/>
                </a:lnTo>
                <a:cubicBezTo>
                  <a:pt x="77429" y="35125"/>
                  <a:pt x="74929" y="30140"/>
                  <a:pt x="71094" y="27103"/>
                </a:cubicBezTo>
                <a:cubicBezTo>
                  <a:pt x="67260" y="24066"/>
                  <a:pt x="61508" y="22548"/>
                  <a:pt x="53839" y="22548"/>
                </a:cubicBezTo>
                <a:cubicBezTo>
                  <a:pt x="45924" y="22548"/>
                  <a:pt x="39727" y="24174"/>
                  <a:pt x="35248" y="27425"/>
                </a:cubicBezTo>
                <a:cubicBezTo>
                  <a:pt x="32364" y="29511"/>
                  <a:pt x="30923" y="32303"/>
                  <a:pt x="30923" y="35800"/>
                </a:cubicBezTo>
                <a:cubicBezTo>
                  <a:pt x="30923" y="38991"/>
                  <a:pt x="32272" y="41721"/>
                  <a:pt x="34972" y="43991"/>
                </a:cubicBezTo>
                <a:cubicBezTo>
                  <a:pt x="38408" y="46875"/>
                  <a:pt x="46752" y="49881"/>
                  <a:pt x="60005" y="53010"/>
                </a:cubicBezTo>
                <a:cubicBezTo>
                  <a:pt x="73257" y="56139"/>
                  <a:pt x="83059" y="59376"/>
                  <a:pt x="89409" y="62720"/>
                </a:cubicBezTo>
                <a:cubicBezTo>
                  <a:pt x="95759" y="66063"/>
                  <a:pt x="100729" y="70634"/>
                  <a:pt x="104318" y="76432"/>
                </a:cubicBezTo>
                <a:cubicBezTo>
                  <a:pt x="107907" y="82230"/>
                  <a:pt x="109702" y="89393"/>
                  <a:pt x="109702" y="97922"/>
                </a:cubicBezTo>
                <a:cubicBezTo>
                  <a:pt x="109702" y="105652"/>
                  <a:pt x="107554" y="112892"/>
                  <a:pt x="103259" y="119641"/>
                </a:cubicBezTo>
                <a:cubicBezTo>
                  <a:pt x="98965" y="126390"/>
                  <a:pt x="92891" y="131406"/>
                  <a:pt x="85037" y="134688"/>
                </a:cubicBezTo>
                <a:cubicBezTo>
                  <a:pt x="77184" y="137971"/>
                  <a:pt x="67398" y="139612"/>
                  <a:pt x="55679" y="139612"/>
                </a:cubicBezTo>
                <a:cubicBezTo>
                  <a:pt x="38623" y="139612"/>
                  <a:pt x="25523" y="135670"/>
                  <a:pt x="16382" y="127786"/>
                </a:cubicBezTo>
                <a:cubicBezTo>
                  <a:pt x="7240" y="119902"/>
                  <a:pt x="1779" y="108413"/>
                  <a:pt x="0" y="93320"/>
                </a:cubicBezTo>
                <a:close/>
                <a:moveTo>
                  <a:pt x="133725" y="137219"/>
                </a:moveTo>
                <a:lnTo>
                  <a:pt x="133725" y="2301"/>
                </a:lnTo>
                <a:lnTo>
                  <a:pt x="160230" y="2301"/>
                </a:lnTo>
                <a:lnTo>
                  <a:pt x="215449" y="92400"/>
                </a:lnTo>
                <a:lnTo>
                  <a:pt x="215449" y="2301"/>
                </a:lnTo>
                <a:lnTo>
                  <a:pt x="240758" y="2301"/>
                </a:lnTo>
                <a:lnTo>
                  <a:pt x="240758" y="137219"/>
                </a:lnTo>
                <a:lnTo>
                  <a:pt x="213425" y="137219"/>
                </a:lnTo>
                <a:lnTo>
                  <a:pt x="159034" y="49237"/>
                </a:lnTo>
                <a:lnTo>
                  <a:pt x="159034" y="137219"/>
                </a:lnTo>
                <a:lnTo>
                  <a:pt x="133725" y="137219"/>
                </a:lnTo>
                <a:close/>
                <a:moveTo>
                  <a:pt x="264651" y="70588"/>
                </a:moveTo>
                <a:cubicBezTo>
                  <a:pt x="264651" y="56845"/>
                  <a:pt x="266706" y="45310"/>
                  <a:pt x="270817" y="35984"/>
                </a:cubicBezTo>
                <a:cubicBezTo>
                  <a:pt x="273884" y="29113"/>
                  <a:pt x="278072" y="22947"/>
                  <a:pt x="283379" y="17486"/>
                </a:cubicBezTo>
                <a:cubicBezTo>
                  <a:pt x="288686" y="12025"/>
                  <a:pt x="294499" y="7976"/>
                  <a:pt x="300819" y="5338"/>
                </a:cubicBezTo>
                <a:cubicBezTo>
                  <a:pt x="309225" y="1779"/>
                  <a:pt x="318919" y="0"/>
                  <a:pt x="329901" y="0"/>
                </a:cubicBezTo>
                <a:cubicBezTo>
                  <a:pt x="349780" y="0"/>
                  <a:pt x="365686" y="6166"/>
                  <a:pt x="377619" y="18498"/>
                </a:cubicBezTo>
                <a:cubicBezTo>
                  <a:pt x="389553" y="30831"/>
                  <a:pt x="395520" y="47979"/>
                  <a:pt x="395520" y="69944"/>
                </a:cubicBezTo>
                <a:cubicBezTo>
                  <a:pt x="395520" y="91725"/>
                  <a:pt x="389599" y="108766"/>
                  <a:pt x="377757" y="121068"/>
                </a:cubicBezTo>
                <a:cubicBezTo>
                  <a:pt x="365916" y="133369"/>
                  <a:pt x="350087" y="139520"/>
                  <a:pt x="330269" y="139520"/>
                </a:cubicBezTo>
                <a:cubicBezTo>
                  <a:pt x="310206" y="139520"/>
                  <a:pt x="294254" y="133400"/>
                  <a:pt x="282413" y="121160"/>
                </a:cubicBezTo>
                <a:cubicBezTo>
                  <a:pt x="270571" y="108919"/>
                  <a:pt x="264651" y="92062"/>
                  <a:pt x="264651" y="70588"/>
                </a:cubicBezTo>
                <a:moveTo>
                  <a:pt x="292720" y="69668"/>
                </a:moveTo>
                <a:cubicBezTo>
                  <a:pt x="292720" y="84945"/>
                  <a:pt x="296248" y="96526"/>
                  <a:pt x="303304" y="104410"/>
                </a:cubicBezTo>
                <a:cubicBezTo>
                  <a:pt x="310360" y="112294"/>
                  <a:pt x="319317" y="116236"/>
                  <a:pt x="330177" y="116236"/>
                </a:cubicBezTo>
                <a:cubicBezTo>
                  <a:pt x="341037" y="116236"/>
                  <a:pt x="349949" y="112325"/>
                  <a:pt x="356912" y="104502"/>
                </a:cubicBezTo>
                <a:cubicBezTo>
                  <a:pt x="363876" y="96679"/>
                  <a:pt x="367358" y="84945"/>
                  <a:pt x="367358" y="69300"/>
                </a:cubicBezTo>
                <a:cubicBezTo>
                  <a:pt x="367358" y="53839"/>
                  <a:pt x="363968" y="42304"/>
                  <a:pt x="357188" y="34696"/>
                </a:cubicBezTo>
                <a:cubicBezTo>
                  <a:pt x="350409" y="27088"/>
                  <a:pt x="341405" y="23284"/>
                  <a:pt x="330177" y="23284"/>
                </a:cubicBezTo>
                <a:cubicBezTo>
                  <a:pt x="318949" y="23284"/>
                  <a:pt x="309899" y="27134"/>
                  <a:pt x="303028" y="34834"/>
                </a:cubicBezTo>
                <a:cubicBezTo>
                  <a:pt x="296156" y="42534"/>
                  <a:pt x="292720" y="54145"/>
                  <a:pt x="29272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OnlineAttachment(3):SNOprovidesservice">
            <a:extLst xmlns:a="http://schemas.openxmlformats.org/drawingml/2006/main">
              <a:ext uri="{FF2B5EF4-FFF2-40B4-BE49-F238E27FC236}">
                <a16:creationId xmlns:a16="http://schemas.microsoft.com/office/drawing/2014/main" id="{41843A5B-B8EF-4E79-BE0A-45914D3F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1820" y="1233721"/>
            <a:ext cx="3203220" cy="152089"/>
          </a:xfrm>
          <a:custGeom xmlns:a="http://schemas.openxmlformats.org/drawingml/2006/main">
            <a:pathLst>
              <a:path w="3203220" h="152089">
                <a:moveTo>
                  <a:pt x="0" y="61532"/>
                </a:moveTo>
                <a:cubicBezTo>
                  <a:pt x="0" y="42287"/>
                  <a:pt x="5167" y="27220"/>
                  <a:pt x="15502" y="16332"/>
                </a:cubicBezTo>
                <a:cubicBezTo>
                  <a:pt x="25836" y="5444"/>
                  <a:pt x="39176" y="0"/>
                  <a:pt x="55521" y="0"/>
                </a:cubicBezTo>
                <a:cubicBezTo>
                  <a:pt x="66224" y="0"/>
                  <a:pt x="75873" y="2557"/>
                  <a:pt x="84468" y="7672"/>
                </a:cubicBezTo>
                <a:cubicBezTo>
                  <a:pt x="93062" y="12786"/>
                  <a:pt x="99613" y="19917"/>
                  <a:pt x="104122" y="29065"/>
                </a:cubicBezTo>
                <a:cubicBezTo>
                  <a:pt x="108630" y="38213"/>
                  <a:pt x="110884" y="48587"/>
                  <a:pt x="110884" y="60187"/>
                </a:cubicBezTo>
                <a:cubicBezTo>
                  <a:pt x="110884" y="71945"/>
                  <a:pt x="108511" y="82464"/>
                  <a:pt x="103766" y="91744"/>
                </a:cubicBezTo>
                <a:cubicBezTo>
                  <a:pt x="99020" y="101024"/>
                  <a:pt x="92298" y="108050"/>
                  <a:pt x="83598" y="112821"/>
                </a:cubicBezTo>
                <a:cubicBezTo>
                  <a:pt x="74898" y="117593"/>
                  <a:pt x="65513" y="119979"/>
                  <a:pt x="55442" y="119979"/>
                </a:cubicBezTo>
                <a:cubicBezTo>
                  <a:pt x="44527" y="119979"/>
                  <a:pt x="34773" y="117343"/>
                  <a:pt x="26179" y="112070"/>
                </a:cubicBezTo>
                <a:cubicBezTo>
                  <a:pt x="17584" y="106797"/>
                  <a:pt x="11073" y="99600"/>
                  <a:pt x="6644" y="90479"/>
                </a:cubicBezTo>
                <a:cubicBezTo>
                  <a:pt x="2215" y="81357"/>
                  <a:pt x="0" y="71708"/>
                  <a:pt x="0" y="61532"/>
                </a:cubicBezTo>
                <a:moveTo>
                  <a:pt x="15818" y="61769"/>
                </a:moveTo>
                <a:cubicBezTo>
                  <a:pt x="15818" y="75742"/>
                  <a:pt x="19575" y="86748"/>
                  <a:pt x="27088" y="94789"/>
                </a:cubicBezTo>
                <a:cubicBezTo>
                  <a:pt x="34602" y="102830"/>
                  <a:pt x="44027" y="106850"/>
                  <a:pt x="55363" y="106850"/>
                </a:cubicBezTo>
                <a:cubicBezTo>
                  <a:pt x="66910" y="106850"/>
                  <a:pt x="76414" y="102790"/>
                  <a:pt x="83875" y="94670"/>
                </a:cubicBezTo>
                <a:cubicBezTo>
                  <a:pt x="91335" y="86550"/>
                  <a:pt x="95066" y="75030"/>
                  <a:pt x="95066" y="60108"/>
                </a:cubicBezTo>
                <a:cubicBezTo>
                  <a:pt x="95066" y="50670"/>
                  <a:pt x="93471" y="42432"/>
                  <a:pt x="90281" y="35393"/>
                </a:cubicBezTo>
                <a:cubicBezTo>
                  <a:pt x="87091" y="28354"/>
                  <a:pt x="82425" y="22896"/>
                  <a:pt x="76282" y="19021"/>
                </a:cubicBezTo>
                <a:cubicBezTo>
                  <a:pt x="70139" y="15146"/>
                  <a:pt x="63245" y="13208"/>
                  <a:pt x="55600" y="13208"/>
                </a:cubicBezTo>
                <a:cubicBezTo>
                  <a:pt x="44738" y="13208"/>
                  <a:pt x="35393" y="16938"/>
                  <a:pt x="27563" y="24399"/>
                </a:cubicBezTo>
                <a:cubicBezTo>
                  <a:pt x="19733" y="31860"/>
                  <a:pt x="15818" y="44317"/>
                  <a:pt x="15818" y="61769"/>
                </a:cubicBezTo>
                <a:close/>
                <a:moveTo>
                  <a:pt x="129383" y="118002"/>
                </a:moveTo>
                <a:lnTo>
                  <a:pt x="129383" y="34009"/>
                </a:lnTo>
                <a:lnTo>
                  <a:pt x="142196" y="34009"/>
                </a:lnTo>
                <a:lnTo>
                  <a:pt x="142196" y="45951"/>
                </a:lnTo>
                <a:cubicBezTo>
                  <a:pt x="148365" y="36724"/>
                  <a:pt x="157275" y="32110"/>
                  <a:pt x="168928" y="32110"/>
                </a:cubicBezTo>
                <a:cubicBezTo>
                  <a:pt x="173990" y="32110"/>
                  <a:pt x="178643" y="33020"/>
                  <a:pt x="182887" y="34839"/>
                </a:cubicBezTo>
                <a:cubicBezTo>
                  <a:pt x="187132" y="36658"/>
                  <a:pt x="190308" y="39044"/>
                  <a:pt x="192418" y="41997"/>
                </a:cubicBezTo>
                <a:cubicBezTo>
                  <a:pt x="194527" y="44949"/>
                  <a:pt x="196003" y="48456"/>
                  <a:pt x="196847" y="52516"/>
                </a:cubicBezTo>
                <a:cubicBezTo>
                  <a:pt x="197374" y="55152"/>
                  <a:pt x="197637" y="59765"/>
                  <a:pt x="197637" y="66356"/>
                </a:cubicBezTo>
                <a:lnTo>
                  <a:pt x="197637" y="118002"/>
                </a:lnTo>
                <a:lnTo>
                  <a:pt x="183401" y="118002"/>
                </a:lnTo>
                <a:lnTo>
                  <a:pt x="183401" y="66910"/>
                </a:lnTo>
                <a:cubicBezTo>
                  <a:pt x="183401" y="61110"/>
                  <a:pt x="182848" y="56773"/>
                  <a:pt x="181740" y="53900"/>
                </a:cubicBezTo>
                <a:cubicBezTo>
                  <a:pt x="180633" y="51026"/>
                  <a:pt x="178669" y="48732"/>
                  <a:pt x="175848" y="47019"/>
                </a:cubicBezTo>
                <a:cubicBezTo>
                  <a:pt x="173027" y="45305"/>
                  <a:pt x="169719" y="44448"/>
                  <a:pt x="165922" y="44448"/>
                </a:cubicBezTo>
                <a:cubicBezTo>
                  <a:pt x="159859" y="44448"/>
                  <a:pt x="154626" y="46373"/>
                  <a:pt x="150223" y="50222"/>
                </a:cubicBezTo>
                <a:cubicBezTo>
                  <a:pt x="145821" y="54071"/>
                  <a:pt x="143619" y="61374"/>
                  <a:pt x="143619" y="72130"/>
                </a:cubicBezTo>
                <a:lnTo>
                  <a:pt x="143619" y="118002"/>
                </a:lnTo>
                <a:lnTo>
                  <a:pt x="129383" y="118002"/>
                </a:lnTo>
                <a:close/>
                <a:moveTo>
                  <a:pt x="218509" y="118002"/>
                </a:moveTo>
                <a:lnTo>
                  <a:pt x="218509" y="2056"/>
                </a:lnTo>
                <a:lnTo>
                  <a:pt x="232745" y="2056"/>
                </a:lnTo>
                <a:lnTo>
                  <a:pt x="232745" y="118002"/>
                </a:lnTo>
                <a:lnTo>
                  <a:pt x="218509" y="118002"/>
                </a:lnTo>
                <a:close/>
                <a:moveTo>
                  <a:pt x="254410" y="18428"/>
                </a:moveTo>
                <a:lnTo>
                  <a:pt x="254410" y="2056"/>
                </a:lnTo>
                <a:lnTo>
                  <a:pt x="268646" y="2056"/>
                </a:lnTo>
                <a:lnTo>
                  <a:pt x="268646" y="18428"/>
                </a:lnTo>
                <a:lnTo>
                  <a:pt x="254410" y="18428"/>
                </a:lnTo>
                <a:moveTo>
                  <a:pt x="254410" y="118002"/>
                </a:moveTo>
                <a:lnTo>
                  <a:pt x="254410" y="34009"/>
                </a:lnTo>
                <a:lnTo>
                  <a:pt x="268646" y="34009"/>
                </a:lnTo>
                <a:lnTo>
                  <a:pt x="268646" y="118002"/>
                </a:lnTo>
                <a:lnTo>
                  <a:pt x="254410" y="118002"/>
                </a:lnTo>
                <a:close/>
                <a:moveTo>
                  <a:pt x="289836" y="118002"/>
                </a:moveTo>
                <a:lnTo>
                  <a:pt x="289836" y="34009"/>
                </a:lnTo>
                <a:lnTo>
                  <a:pt x="302648" y="34009"/>
                </a:lnTo>
                <a:lnTo>
                  <a:pt x="302648" y="45951"/>
                </a:lnTo>
                <a:cubicBezTo>
                  <a:pt x="308817" y="36724"/>
                  <a:pt x="317728" y="32110"/>
                  <a:pt x="329381" y="32110"/>
                </a:cubicBezTo>
                <a:cubicBezTo>
                  <a:pt x="334443" y="32110"/>
                  <a:pt x="339096" y="33020"/>
                  <a:pt x="343340" y="34839"/>
                </a:cubicBezTo>
                <a:cubicBezTo>
                  <a:pt x="347585" y="36658"/>
                  <a:pt x="350761" y="39044"/>
                  <a:pt x="352870" y="41997"/>
                </a:cubicBezTo>
                <a:cubicBezTo>
                  <a:pt x="354979" y="44949"/>
                  <a:pt x="356456" y="48456"/>
                  <a:pt x="357299" y="52516"/>
                </a:cubicBezTo>
                <a:cubicBezTo>
                  <a:pt x="357827" y="55152"/>
                  <a:pt x="358090" y="59765"/>
                  <a:pt x="358090" y="66356"/>
                </a:cubicBezTo>
                <a:lnTo>
                  <a:pt x="358090" y="118002"/>
                </a:lnTo>
                <a:lnTo>
                  <a:pt x="343854" y="118002"/>
                </a:lnTo>
                <a:lnTo>
                  <a:pt x="343854" y="66910"/>
                </a:lnTo>
                <a:cubicBezTo>
                  <a:pt x="343854" y="61110"/>
                  <a:pt x="343301" y="56773"/>
                  <a:pt x="342193" y="53900"/>
                </a:cubicBezTo>
                <a:cubicBezTo>
                  <a:pt x="341086" y="51026"/>
                  <a:pt x="339122" y="48732"/>
                  <a:pt x="336301" y="47019"/>
                </a:cubicBezTo>
                <a:cubicBezTo>
                  <a:pt x="333480" y="45305"/>
                  <a:pt x="330172" y="44448"/>
                  <a:pt x="326375" y="44448"/>
                </a:cubicBezTo>
                <a:cubicBezTo>
                  <a:pt x="320312" y="44448"/>
                  <a:pt x="315079" y="46373"/>
                  <a:pt x="310676" y="50222"/>
                </a:cubicBezTo>
                <a:cubicBezTo>
                  <a:pt x="306273" y="54071"/>
                  <a:pt x="304072" y="61374"/>
                  <a:pt x="304072" y="72130"/>
                </a:cubicBezTo>
                <a:lnTo>
                  <a:pt x="304072" y="118002"/>
                </a:lnTo>
                <a:lnTo>
                  <a:pt x="289836" y="118002"/>
                </a:lnTo>
                <a:close/>
                <a:moveTo>
                  <a:pt x="436778" y="90953"/>
                </a:moveTo>
                <a:lnTo>
                  <a:pt x="451488" y="92772"/>
                </a:lnTo>
                <a:cubicBezTo>
                  <a:pt x="449168" y="101367"/>
                  <a:pt x="444871" y="108037"/>
                  <a:pt x="438597" y="112782"/>
                </a:cubicBezTo>
                <a:cubicBezTo>
                  <a:pt x="432322" y="117527"/>
                  <a:pt x="424308" y="119900"/>
                  <a:pt x="414553" y="119900"/>
                </a:cubicBezTo>
                <a:cubicBezTo>
                  <a:pt x="402268" y="119900"/>
                  <a:pt x="392527" y="116117"/>
                  <a:pt x="385330" y="108551"/>
                </a:cubicBezTo>
                <a:cubicBezTo>
                  <a:pt x="378133" y="100984"/>
                  <a:pt x="374534" y="90373"/>
                  <a:pt x="374534" y="76717"/>
                </a:cubicBezTo>
                <a:cubicBezTo>
                  <a:pt x="374534" y="62586"/>
                  <a:pt x="378172" y="51619"/>
                  <a:pt x="385448" y="43816"/>
                </a:cubicBezTo>
                <a:cubicBezTo>
                  <a:pt x="392725" y="36012"/>
                  <a:pt x="402163" y="32110"/>
                  <a:pt x="413763" y="32110"/>
                </a:cubicBezTo>
                <a:cubicBezTo>
                  <a:pt x="424993" y="32110"/>
                  <a:pt x="434168" y="35933"/>
                  <a:pt x="441286" y="43578"/>
                </a:cubicBezTo>
                <a:cubicBezTo>
                  <a:pt x="448404" y="51224"/>
                  <a:pt x="451963" y="61980"/>
                  <a:pt x="451963" y="75847"/>
                </a:cubicBezTo>
                <a:cubicBezTo>
                  <a:pt x="451963" y="76691"/>
                  <a:pt x="451936" y="77956"/>
                  <a:pt x="451884" y="79643"/>
                </a:cubicBezTo>
                <a:lnTo>
                  <a:pt x="389245" y="79643"/>
                </a:lnTo>
                <a:cubicBezTo>
                  <a:pt x="389772" y="88870"/>
                  <a:pt x="392382" y="95936"/>
                  <a:pt x="397075" y="100839"/>
                </a:cubicBezTo>
                <a:cubicBezTo>
                  <a:pt x="401767" y="105743"/>
                  <a:pt x="407620" y="108195"/>
                  <a:pt x="414633" y="108195"/>
                </a:cubicBezTo>
                <a:cubicBezTo>
                  <a:pt x="419852" y="108195"/>
                  <a:pt x="424308" y="106824"/>
                  <a:pt x="427999" y="104082"/>
                </a:cubicBezTo>
                <a:cubicBezTo>
                  <a:pt x="431690" y="101340"/>
                  <a:pt x="434616" y="96964"/>
                  <a:pt x="436778" y="90953"/>
                </a:cubicBezTo>
                <a:moveTo>
                  <a:pt x="390036" y="67938"/>
                </a:moveTo>
                <a:lnTo>
                  <a:pt x="436936" y="67938"/>
                </a:lnTo>
                <a:cubicBezTo>
                  <a:pt x="436303" y="60873"/>
                  <a:pt x="434510" y="55574"/>
                  <a:pt x="431558" y="52041"/>
                </a:cubicBezTo>
                <a:cubicBezTo>
                  <a:pt x="427023" y="46557"/>
                  <a:pt x="421144" y="43816"/>
                  <a:pt x="413921" y="43816"/>
                </a:cubicBezTo>
                <a:cubicBezTo>
                  <a:pt x="407383" y="43816"/>
                  <a:pt x="401886" y="46004"/>
                  <a:pt x="397431" y="50380"/>
                </a:cubicBezTo>
                <a:cubicBezTo>
                  <a:pt x="392975" y="54756"/>
                  <a:pt x="390510" y="60609"/>
                  <a:pt x="390036" y="67938"/>
                </a:cubicBezTo>
                <a:close/>
                <a:moveTo>
                  <a:pt x="494261" y="118002"/>
                </a:moveTo>
                <a:lnTo>
                  <a:pt x="538789" y="2056"/>
                </a:lnTo>
                <a:lnTo>
                  <a:pt x="555319" y="2056"/>
                </a:lnTo>
                <a:lnTo>
                  <a:pt x="602772" y="118002"/>
                </a:lnTo>
                <a:lnTo>
                  <a:pt x="585294" y="118002"/>
                </a:lnTo>
                <a:lnTo>
                  <a:pt x="571769" y="82886"/>
                </a:lnTo>
                <a:lnTo>
                  <a:pt x="523287" y="82886"/>
                </a:lnTo>
                <a:lnTo>
                  <a:pt x="510554" y="118002"/>
                </a:lnTo>
                <a:lnTo>
                  <a:pt x="494261" y="118002"/>
                </a:lnTo>
                <a:moveTo>
                  <a:pt x="527716" y="70390"/>
                </a:moveTo>
                <a:lnTo>
                  <a:pt x="567024" y="70390"/>
                </a:lnTo>
                <a:lnTo>
                  <a:pt x="554923" y="38279"/>
                </a:lnTo>
                <a:cubicBezTo>
                  <a:pt x="551232" y="28525"/>
                  <a:pt x="548491" y="20511"/>
                  <a:pt x="546698" y="14236"/>
                </a:cubicBezTo>
                <a:cubicBezTo>
                  <a:pt x="545221" y="21671"/>
                  <a:pt x="543139" y="29052"/>
                  <a:pt x="540450" y="36381"/>
                </a:cubicBezTo>
                <a:lnTo>
                  <a:pt x="527716" y="70390"/>
                </a:lnTo>
                <a:close/>
                <a:moveTo>
                  <a:pt x="644247" y="105268"/>
                </a:moveTo>
                <a:lnTo>
                  <a:pt x="646304" y="117844"/>
                </a:lnTo>
                <a:cubicBezTo>
                  <a:pt x="642296" y="118687"/>
                  <a:pt x="638711" y="119109"/>
                  <a:pt x="635547" y="119109"/>
                </a:cubicBezTo>
                <a:cubicBezTo>
                  <a:pt x="630380" y="119109"/>
                  <a:pt x="626373" y="118292"/>
                  <a:pt x="623526" y="116657"/>
                </a:cubicBezTo>
                <a:cubicBezTo>
                  <a:pt x="620678" y="115023"/>
                  <a:pt x="618675" y="112874"/>
                  <a:pt x="617515" y="110211"/>
                </a:cubicBezTo>
                <a:cubicBezTo>
                  <a:pt x="616355" y="107549"/>
                  <a:pt x="615775" y="101947"/>
                  <a:pt x="615775" y="93405"/>
                </a:cubicBezTo>
                <a:lnTo>
                  <a:pt x="615775" y="45081"/>
                </a:lnTo>
                <a:lnTo>
                  <a:pt x="605335" y="45081"/>
                </a:lnTo>
                <a:lnTo>
                  <a:pt x="605335" y="34009"/>
                </a:lnTo>
                <a:lnTo>
                  <a:pt x="615775" y="34009"/>
                </a:lnTo>
                <a:lnTo>
                  <a:pt x="615775" y="13208"/>
                </a:lnTo>
                <a:lnTo>
                  <a:pt x="629932" y="4666"/>
                </a:lnTo>
                <a:lnTo>
                  <a:pt x="629932" y="34009"/>
                </a:lnTo>
                <a:lnTo>
                  <a:pt x="644247" y="34009"/>
                </a:lnTo>
                <a:lnTo>
                  <a:pt x="644247" y="45081"/>
                </a:lnTo>
                <a:lnTo>
                  <a:pt x="629932" y="45081"/>
                </a:lnTo>
                <a:lnTo>
                  <a:pt x="629932" y="94196"/>
                </a:lnTo>
                <a:cubicBezTo>
                  <a:pt x="629932" y="98256"/>
                  <a:pt x="630182" y="100866"/>
                  <a:pt x="630683" y="102026"/>
                </a:cubicBezTo>
                <a:cubicBezTo>
                  <a:pt x="631184" y="103186"/>
                  <a:pt x="632001" y="104108"/>
                  <a:pt x="633135" y="104794"/>
                </a:cubicBezTo>
                <a:cubicBezTo>
                  <a:pt x="634269" y="105479"/>
                  <a:pt x="635890" y="105822"/>
                  <a:pt x="637999" y="105822"/>
                </a:cubicBezTo>
                <a:cubicBezTo>
                  <a:pt x="639581" y="105822"/>
                  <a:pt x="641664" y="105637"/>
                  <a:pt x="644247" y="105268"/>
                </a:cubicBezTo>
                <a:close/>
                <a:moveTo>
                  <a:pt x="689811" y="105268"/>
                </a:moveTo>
                <a:lnTo>
                  <a:pt x="691867" y="117844"/>
                </a:lnTo>
                <a:cubicBezTo>
                  <a:pt x="687860" y="118687"/>
                  <a:pt x="684275" y="119109"/>
                  <a:pt x="681111" y="119109"/>
                </a:cubicBezTo>
                <a:cubicBezTo>
                  <a:pt x="675944" y="119109"/>
                  <a:pt x="671937" y="118292"/>
                  <a:pt x="669090" y="116657"/>
                </a:cubicBezTo>
                <a:cubicBezTo>
                  <a:pt x="666242" y="115023"/>
                  <a:pt x="664239" y="112874"/>
                  <a:pt x="663079" y="110211"/>
                </a:cubicBezTo>
                <a:cubicBezTo>
                  <a:pt x="661919" y="107549"/>
                  <a:pt x="661339" y="101947"/>
                  <a:pt x="661339" y="93405"/>
                </a:cubicBezTo>
                <a:lnTo>
                  <a:pt x="661339" y="45081"/>
                </a:lnTo>
                <a:lnTo>
                  <a:pt x="650899" y="45081"/>
                </a:lnTo>
                <a:lnTo>
                  <a:pt x="650899" y="34009"/>
                </a:lnTo>
                <a:lnTo>
                  <a:pt x="661339" y="34009"/>
                </a:lnTo>
                <a:lnTo>
                  <a:pt x="661339" y="13208"/>
                </a:lnTo>
                <a:lnTo>
                  <a:pt x="675496" y="4666"/>
                </a:lnTo>
                <a:lnTo>
                  <a:pt x="675496" y="34009"/>
                </a:lnTo>
                <a:lnTo>
                  <a:pt x="689811" y="34009"/>
                </a:lnTo>
                <a:lnTo>
                  <a:pt x="689811" y="45081"/>
                </a:lnTo>
                <a:lnTo>
                  <a:pt x="675496" y="45081"/>
                </a:lnTo>
                <a:lnTo>
                  <a:pt x="675496" y="94196"/>
                </a:lnTo>
                <a:cubicBezTo>
                  <a:pt x="675496" y="98256"/>
                  <a:pt x="675746" y="100866"/>
                  <a:pt x="676247" y="102026"/>
                </a:cubicBezTo>
                <a:cubicBezTo>
                  <a:pt x="676748" y="103186"/>
                  <a:pt x="677565" y="104108"/>
                  <a:pt x="678699" y="104794"/>
                </a:cubicBezTo>
                <a:cubicBezTo>
                  <a:pt x="679833" y="105479"/>
                  <a:pt x="681454" y="105822"/>
                  <a:pt x="683563" y="105822"/>
                </a:cubicBezTo>
                <a:cubicBezTo>
                  <a:pt x="685145" y="105822"/>
                  <a:pt x="687228" y="105637"/>
                  <a:pt x="689811" y="105268"/>
                </a:cubicBezTo>
                <a:close/>
                <a:moveTo>
                  <a:pt x="759101" y="107641"/>
                </a:moveTo>
                <a:cubicBezTo>
                  <a:pt x="753829" y="112123"/>
                  <a:pt x="748754" y="115286"/>
                  <a:pt x="743876" y="117132"/>
                </a:cubicBezTo>
                <a:cubicBezTo>
                  <a:pt x="738999" y="118977"/>
                  <a:pt x="733766" y="119900"/>
                  <a:pt x="728177" y="119900"/>
                </a:cubicBezTo>
                <a:cubicBezTo>
                  <a:pt x="718950" y="119900"/>
                  <a:pt x="711858" y="117646"/>
                  <a:pt x="706902" y="113138"/>
                </a:cubicBezTo>
                <a:cubicBezTo>
                  <a:pt x="701946" y="108630"/>
                  <a:pt x="699468" y="102869"/>
                  <a:pt x="699468" y="95857"/>
                </a:cubicBezTo>
                <a:cubicBezTo>
                  <a:pt x="699468" y="91744"/>
                  <a:pt x="700403" y="87987"/>
                  <a:pt x="702275" y="84586"/>
                </a:cubicBezTo>
                <a:cubicBezTo>
                  <a:pt x="704147" y="81186"/>
                  <a:pt x="706599" y="78457"/>
                  <a:pt x="709631" y="76401"/>
                </a:cubicBezTo>
                <a:cubicBezTo>
                  <a:pt x="712662" y="74344"/>
                  <a:pt x="716076" y="72789"/>
                  <a:pt x="719873" y="71734"/>
                </a:cubicBezTo>
                <a:cubicBezTo>
                  <a:pt x="722667" y="70996"/>
                  <a:pt x="726885" y="70284"/>
                  <a:pt x="732527" y="69599"/>
                </a:cubicBezTo>
                <a:cubicBezTo>
                  <a:pt x="744021" y="68228"/>
                  <a:pt x="752484" y="66594"/>
                  <a:pt x="757915" y="64695"/>
                </a:cubicBezTo>
                <a:cubicBezTo>
                  <a:pt x="757968" y="62744"/>
                  <a:pt x="757994" y="61505"/>
                  <a:pt x="757994" y="60978"/>
                </a:cubicBezTo>
                <a:cubicBezTo>
                  <a:pt x="757994" y="55178"/>
                  <a:pt x="756649" y="51092"/>
                  <a:pt x="753960" y="48719"/>
                </a:cubicBezTo>
                <a:cubicBezTo>
                  <a:pt x="750322" y="45503"/>
                  <a:pt x="744918" y="43895"/>
                  <a:pt x="737747" y="43895"/>
                </a:cubicBezTo>
                <a:cubicBezTo>
                  <a:pt x="731051" y="43895"/>
                  <a:pt x="726108" y="45068"/>
                  <a:pt x="722918" y="47414"/>
                </a:cubicBezTo>
                <a:cubicBezTo>
                  <a:pt x="719728" y="49761"/>
                  <a:pt x="717368" y="53913"/>
                  <a:pt x="715839" y="59871"/>
                </a:cubicBezTo>
                <a:lnTo>
                  <a:pt x="701919" y="57973"/>
                </a:lnTo>
                <a:cubicBezTo>
                  <a:pt x="703185" y="52015"/>
                  <a:pt x="705267" y="47203"/>
                  <a:pt x="708167" y="43539"/>
                </a:cubicBezTo>
                <a:cubicBezTo>
                  <a:pt x="711067" y="39874"/>
                  <a:pt x="715259" y="37054"/>
                  <a:pt x="720743" y="35076"/>
                </a:cubicBezTo>
                <a:cubicBezTo>
                  <a:pt x="726226" y="33099"/>
                  <a:pt x="732580" y="32110"/>
                  <a:pt x="739803" y="32110"/>
                </a:cubicBezTo>
                <a:cubicBezTo>
                  <a:pt x="746974" y="32110"/>
                  <a:pt x="752800" y="32954"/>
                  <a:pt x="757282" y="34641"/>
                </a:cubicBezTo>
                <a:cubicBezTo>
                  <a:pt x="761764" y="36329"/>
                  <a:pt x="765059" y="38451"/>
                  <a:pt x="767168" y="41008"/>
                </a:cubicBezTo>
                <a:cubicBezTo>
                  <a:pt x="769277" y="43565"/>
                  <a:pt x="770754" y="46795"/>
                  <a:pt x="771597" y="50696"/>
                </a:cubicBezTo>
                <a:cubicBezTo>
                  <a:pt x="772072" y="53122"/>
                  <a:pt x="772309" y="57498"/>
                  <a:pt x="772309" y="63825"/>
                </a:cubicBezTo>
                <a:lnTo>
                  <a:pt x="772309" y="82807"/>
                </a:lnTo>
                <a:cubicBezTo>
                  <a:pt x="772309" y="96041"/>
                  <a:pt x="772612" y="104412"/>
                  <a:pt x="773219" y="107918"/>
                </a:cubicBezTo>
                <a:cubicBezTo>
                  <a:pt x="773825" y="111424"/>
                  <a:pt x="775025" y="114785"/>
                  <a:pt x="776817" y="118002"/>
                </a:cubicBezTo>
                <a:lnTo>
                  <a:pt x="761948" y="118002"/>
                </a:lnTo>
                <a:cubicBezTo>
                  <a:pt x="760472" y="115049"/>
                  <a:pt x="759523" y="111596"/>
                  <a:pt x="759101" y="107641"/>
                </a:cubicBezTo>
                <a:moveTo>
                  <a:pt x="757915" y="75847"/>
                </a:moveTo>
                <a:cubicBezTo>
                  <a:pt x="752748" y="77956"/>
                  <a:pt x="744997" y="79749"/>
                  <a:pt x="734662" y="81225"/>
                </a:cubicBezTo>
                <a:cubicBezTo>
                  <a:pt x="728810" y="82069"/>
                  <a:pt x="724671" y="83018"/>
                  <a:pt x="722245" y="84072"/>
                </a:cubicBezTo>
                <a:cubicBezTo>
                  <a:pt x="719820" y="85127"/>
                  <a:pt x="717948" y="86669"/>
                  <a:pt x="716630" y="88699"/>
                </a:cubicBezTo>
                <a:cubicBezTo>
                  <a:pt x="715312" y="90729"/>
                  <a:pt x="714653" y="92983"/>
                  <a:pt x="714653" y="95461"/>
                </a:cubicBezTo>
                <a:cubicBezTo>
                  <a:pt x="714653" y="99258"/>
                  <a:pt x="716090" y="102421"/>
                  <a:pt x="718963" y="104952"/>
                </a:cubicBezTo>
                <a:cubicBezTo>
                  <a:pt x="721837" y="107483"/>
                  <a:pt x="726042" y="108748"/>
                  <a:pt x="731578" y="108748"/>
                </a:cubicBezTo>
                <a:cubicBezTo>
                  <a:pt x="737062" y="108748"/>
                  <a:pt x="741939" y="107549"/>
                  <a:pt x="746210" y="105150"/>
                </a:cubicBezTo>
                <a:cubicBezTo>
                  <a:pt x="750480" y="102751"/>
                  <a:pt x="753618" y="99468"/>
                  <a:pt x="755621" y="95303"/>
                </a:cubicBezTo>
                <a:cubicBezTo>
                  <a:pt x="757150" y="92087"/>
                  <a:pt x="757915" y="87341"/>
                  <a:pt x="757915" y="81067"/>
                </a:cubicBezTo>
                <a:lnTo>
                  <a:pt x="757915" y="75847"/>
                </a:lnTo>
                <a:close/>
                <a:moveTo>
                  <a:pt x="848528" y="87236"/>
                </a:moveTo>
                <a:lnTo>
                  <a:pt x="862527" y="89055"/>
                </a:lnTo>
                <a:cubicBezTo>
                  <a:pt x="860998" y="98704"/>
                  <a:pt x="857083" y="106257"/>
                  <a:pt x="850782" y="111714"/>
                </a:cubicBezTo>
                <a:cubicBezTo>
                  <a:pt x="844481" y="117171"/>
                  <a:pt x="836744" y="119900"/>
                  <a:pt x="827569" y="119900"/>
                </a:cubicBezTo>
                <a:cubicBezTo>
                  <a:pt x="816075" y="119900"/>
                  <a:pt x="806835" y="116143"/>
                  <a:pt x="799848" y="108630"/>
                </a:cubicBezTo>
                <a:cubicBezTo>
                  <a:pt x="792862" y="101116"/>
                  <a:pt x="789369" y="90347"/>
                  <a:pt x="789369" y="76322"/>
                </a:cubicBezTo>
                <a:cubicBezTo>
                  <a:pt x="789369" y="67253"/>
                  <a:pt x="790872" y="59317"/>
                  <a:pt x="793877" y="52516"/>
                </a:cubicBezTo>
                <a:cubicBezTo>
                  <a:pt x="796883" y="45714"/>
                  <a:pt x="801457" y="40613"/>
                  <a:pt x="807599" y="37212"/>
                </a:cubicBezTo>
                <a:cubicBezTo>
                  <a:pt x="813742" y="33811"/>
                  <a:pt x="820425" y="32110"/>
                  <a:pt x="827648" y="32110"/>
                </a:cubicBezTo>
                <a:cubicBezTo>
                  <a:pt x="836770" y="32110"/>
                  <a:pt x="844231" y="34417"/>
                  <a:pt x="850031" y="39031"/>
                </a:cubicBezTo>
                <a:cubicBezTo>
                  <a:pt x="855831" y="43644"/>
                  <a:pt x="859548" y="50196"/>
                  <a:pt x="861182" y="58685"/>
                </a:cubicBezTo>
                <a:lnTo>
                  <a:pt x="847342" y="60820"/>
                </a:lnTo>
                <a:cubicBezTo>
                  <a:pt x="846024" y="55178"/>
                  <a:pt x="843690" y="50934"/>
                  <a:pt x="840342" y="48087"/>
                </a:cubicBezTo>
                <a:cubicBezTo>
                  <a:pt x="836994" y="45239"/>
                  <a:pt x="832947" y="43816"/>
                  <a:pt x="828202" y="43816"/>
                </a:cubicBezTo>
                <a:cubicBezTo>
                  <a:pt x="821031" y="43816"/>
                  <a:pt x="815205" y="46386"/>
                  <a:pt x="810723" y="51527"/>
                </a:cubicBezTo>
                <a:cubicBezTo>
                  <a:pt x="806241" y="56668"/>
                  <a:pt x="804001" y="64801"/>
                  <a:pt x="804001" y="75926"/>
                </a:cubicBezTo>
                <a:cubicBezTo>
                  <a:pt x="804001" y="87210"/>
                  <a:pt x="806162" y="95409"/>
                  <a:pt x="810486" y="100523"/>
                </a:cubicBezTo>
                <a:cubicBezTo>
                  <a:pt x="814810" y="105637"/>
                  <a:pt x="820451" y="108195"/>
                  <a:pt x="827411" y="108195"/>
                </a:cubicBezTo>
                <a:cubicBezTo>
                  <a:pt x="833000" y="108195"/>
                  <a:pt x="837666" y="106481"/>
                  <a:pt x="841410" y="103054"/>
                </a:cubicBezTo>
                <a:cubicBezTo>
                  <a:pt x="845154" y="99627"/>
                  <a:pt x="847526" y="94354"/>
                  <a:pt x="848528" y="87236"/>
                </a:cubicBezTo>
                <a:close/>
                <a:moveTo>
                  <a:pt x="874707" y="118002"/>
                </a:moveTo>
                <a:lnTo>
                  <a:pt x="874707" y="2056"/>
                </a:lnTo>
                <a:lnTo>
                  <a:pt x="888943" y="2056"/>
                </a:lnTo>
                <a:lnTo>
                  <a:pt x="888943" y="43658"/>
                </a:lnTo>
                <a:cubicBezTo>
                  <a:pt x="895587" y="35959"/>
                  <a:pt x="903970" y="32110"/>
                  <a:pt x="914094" y="32110"/>
                </a:cubicBezTo>
                <a:cubicBezTo>
                  <a:pt x="920315" y="32110"/>
                  <a:pt x="925720" y="33336"/>
                  <a:pt x="930307" y="35788"/>
                </a:cubicBezTo>
                <a:cubicBezTo>
                  <a:pt x="934894" y="38240"/>
                  <a:pt x="938177" y="41628"/>
                  <a:pt x="940154" y="45951"/>
                </a:cubicBezTo>
                <a:cubicBezTo>
                  <a:pt x="942131" y="50275"/>
                  <a:pt x="943120" y="56549"/>
                  <a:pt x="943120" y="64774"/>
                </a:cubicBezTo>
                <a:lnTo>
                  <a:pt x="943120" y="118002"/>
                </a:lnTo>
                <a:lnTo>
                  <a:pt x="928883" y="118002"/>
                </a:lnTo>
                <a:lnTo>
                  <a:pt x="928883" y="64774"/>
                </a:lnTo>
                <a:cubicBezTo>
                  <a:pt x="928883" y="57656"/>
                  <a:pt x="927341" y="52476"/>
                  <a:pt x="924257" y="49233"/>
                </a:cubicBezTo>
                <a:cubicBezTo>
                  <a:pt x="921172" y="45991"/>
                  <a:pt x="916809" y="44369"/>
                  <a:pt x="911167" y="44369"/>
                </a:cubicBezTo>
                <a:cubicBezTo>
                  <a:pt x="906949" y="44369"/>
                  <a:pt x="902982" y="45463"/>
                  <a:pt x="899264" y="47652"/>
                </a:cubicBezTo>
                <a:cubicBezTo>
                  <a:pt x="895547" y="49840"/>
                  <a:pt x="892898" y="52806"/>
                  <a:pt x="891316" y="56549"/>
                </a:cubicBezTo>
                <a:cubicBezTo>
                  <a:pt x="889734" y="60293"/>
                  <a:pt x="888943" y="65460"/>
                  <a:pt x="888943" y="72051"/>
                </a:cubicBezTo>
                <a:lnTo>
                  <a:pt x="888943" y="118002"/>
                </a:lnTo>
                <a:lnTo>
                  <a:pt x="874707" y="118002"/>
                </a:lnTo>
                <a:close/>
                <a:moveTo>
                  <a:pt x="964134" y="118002"/>
                </a:moveTo>
                <a:lnTo>
                  <a:pt x="964134" y="34009"/>
                </a:lnTo>
                <a:lnTo>
                  <a:pt x="976867" y="34009"/>
                </a:lnTo>
                <a:lnTo>
                  <a:pt x="976867" y="45793"/>
                </a:lnTo>
                <a:cubicBezTo>
                  <a:pt x="979504" y="41680"/>
                  <a:pt x="983010" y="38372"/>
                  <a:pt x="987386" y="35867"/>
                </a:cubicBezTo>
                <a:cubicBezTo>
                  <a:pt x="991763" y="33363"/>
                  <a:pt x="996745" y="32110"/>
                  <a:pt x="1002334" y="32110"/>
                </a:cubicBezTo>
                <a:cubicBezTo>
                  <a:pt x="1008556" y="32110"/>
                  <a:pt x="1013657" y="33402"/>
                  <a:pt x="1017638" y="35986"/>
                </a:cubicBezTo>
                <a:cubicBezTo>
                  <a:pt x="1021619" y="38569"/>
                  <a:pt x="1024427" y="42181"/>
                  <a:pt x="1026061" y="46821"/>
                </a:cubicBezTo>
                <a:cubicBezTo>
                  <a:pt x="1032705" y="37014"/>
                  <a:pt x="1041352" y="32110"/>
                  <a:pt x="1052003" y="32110"/>
                </a:cubicBezTo>
                <a:cubicBezTo>
                  <a:pt x="1060333" y="32110"/>
                  <a:pt x="1066740" y="34417"/>
                  <a:pt x="1071221" y="39031"/>
                </a:cubicBezTo>
                <a:cubicBezTo>
                  <a:pt x="1075703" y="43644"/>
                  <a:pt x="1077944" y="50749"/>
                  <a:pt x="1077944" y="60345"/>
                </a:cubicBezTo>
                <a:lnTo>
                  <a:pt x="1077944" y="118002"/>
                </a:lnTo>
                <a:lnTo>
                  <a:pt x="1063787" y="118002"/>
                </a:lnTo>
                <a:lnTo>
                  <a:pt x="1063787" y="65091"/>
                </a:lnTo>
                <a:cubicBezTo>
                  <a:pt x="1063787" y="59396"/>
                  <a:pt x="1063326" y="55297"/>
                  <a:pt x="1062403" y="52792"/>
                </a:cubicBezTo>
                <a:cubicBezTo>
                  <a:pt x="1061480" y="50288"/>
                  <a:pt x="1059806" y="48271"/>
                  <a:pt x="1057381" y="46742"/>
                </a:cubicBezTo>
                <a:cubicBezTo>
                  <a:pt x="1054955" y="45213"/>
                  <a:pt x="1052108" y="44448"/>
                  <a:pt x="1048839" y="44448"/>
                </a:cubicBezTo>
                <a:cubicBezTo>
                  <a:pt x="1042934" y="44448"/>
                  <a:pt x="1038030" y="46412"/>
                  <a:pt x="1034128" y="50341"/>
                </a:cubicBezTo>
                <a:cubicBezTo>
                  <a:pt x="1030227" y="54269"/>
                  <a:pt x="1028276" y="60556"/>
                  <a:pt x="1028276" y="69203"/>
                </a:cubicBezTo>
                <a:lnTo>
                  <a:pt x="1028276" y="118002"/>
                </a:lnTo>
                <a:lnTo>
                  <a:pt x="1014040" y="118002"/>
                </a:lnTo>
                <a:lnTo>
                  <a:pt x="1014040" y="63430"/>
                </a:lnTo>
                <a:cubicBezTo>
                  <a:pt x="1014040" y="57103"/>
                  <a:pt x="1012880" y="52357"/>
                  <a:pt x="1010560" y="49194"/>
                </a:cubicBezTo>
                <a:cubicBezTo>
                  <a:pt x="1008240" y="46030"/>
                  <a:pt x="1004443" y="44448"/>
                  <a:pt x="999171" y="44448"/>
                </a:cubicBezTo>
                <a:cubicBezTo>
                  <a:pt x="995163" y="44448"/>
                  <a:pt x="991459" y="45503"/>
                  <a:pt x="988059" y="47612"/>
                </a:cubicBezTo>
                <a:cubicBezTo>
                  <a:pt x="984658" y="49721"/>
                  <a:pt x="982193" y="52806"/>
                  <a:pt x="980664" y="56865"/>
                </a:cubicBezTo>
                <a:cubicBezTo>
                  <a:pt x="979135" y="60925"/>
                  <a:pt x="978370" y="66778"/>
                  <a:pt x="978370" y="74423"/>
                </a:cubicBezTo>
                <a:lnTo>
                  <a:pt x="978370" y="118002"/>
                </a:lnTo>
                <a:lnTo>
                  <a:pt x="964134" y="118002"/>
                </a:lnTo>
                <a:close/>
                <a:moveTo>
                  <a:pt x="1156606" y="90953"/>
                </a:moveTo>
                <a:lnTo>
                  <a:pt x="1171317" y="92772"/>
                </a:lnTo>
                <a:cubicBezTo>
                  <a:pt x="1168997" y="101367"/>
                  <a:pt x="1164700" y="108037"/>
                  <a:pt x="1158426" y="112782"/>
                </a:cubicBezTo>
                <a:cubicBezTo>
                  <a:pt x="1152151" y="117527"/>
                  <a:pt x="1144137" y="119900"/>
                  <a:pt x="1134382" y="119900"/>
                </a:cubicBezTo>
                <a:cubicBezTo>
                  <a:pt x="1122097" y="119900"/>
                  <a:pt x="1112356" y="116117"/>
                  <a:pt x="1105159" y="108551"/>
                </a:cubicBezTo>
                <a:cubicBezTo>
                  <a:pt x="1097961" y="100984"/>
                  <a:pt x="1094363" y="90373"/>
                  <a:pt x="1094363" y="76717"/>
                </a:cubicBezTo>
                <a:cubicBezTo>
                  <a:pt x="1094363" y="62586"/>
                  <a:pt x="1098001" y="51619"/>
                  <a:pt x="1105277" y="43816"/>
                </a:cubicBezTo>
                <a:cubicBezTo>
                  <a:pt x="1112553" y="36012"/>
                  <a:pt x="1121992" y="32110"/>
                  <a:pt x="1133591" y="32110"/>
                </a:cubicBezTo>
                <a:cubicBezTo>
                  <a:pt x="1144822" y="32110"/>
                  <a:pt x="1153996" y="35933"/>
                  <a:pt x="1161115" y="43578"/>
                </a:cubicBezTo>
                <a:cubicBezTo>
                  <a:pt x="1168233" y="51224"/>
                  <a:pt x="1171792" y="61980"/>
                  <a:pt x="1171792" y="75847"/>
                </a:cubicBezTo>
                <a:cubicBezTo>
                  <a:pt x="1171792" y="76691"/>
                  <a:pt x="1171765" y="77956"/>
                  <a:pt x="1171713" y="79643"/>
                </a:cubicBezTo>
                <a:lnTo>
                  <a:pt x="1109074" y="79643"/>
                </a:lnTo>
                <a:cubicBezTo>
                  <a:pt x="1109601" y="88870"/>
                  <a:pt x="1112211" y="95936"/>
                  <a:pt x="1116903" y="100839"/>
                </a:cubicBezTo>
                <a:cubicBezTo>
                  <a:pt x="1121596" y="105743"/>
                  <a:pt x="1127449" y="108195"/>
                  <a:pt x="1134461" y="108195"/>
                </a:cubicBezTo>
                <a:cubicBezTo>
                  <a:pt x="1139681" y="108195"/>
                  <a:pt x="1144137" y="106824"/>
                  <a:pt x="1147827" y="104082"/>
                </a:cubicBezTo>
                <a:cubicBezTo>
                  <a:pt x="1151518" y="101340"/>
                  <a:pt x="1154445" y="96964"/>
                  <a:pt x="1156606" y="90953"/>
                </a:cubicBezTo>
                <a:moveTo>
                  <a:pt x="1109864" y="67938"/>
                </a:moveTo>
                <a:lnTo>
                  <a:pt x="1156765" y="67938"/>
                </a:lnTo>
                <a:cubicBezTo>
                  <a:pt x="1156132" y="60873"/>
                  <a:pt x="1154339" y="55574"/>
                  <a:pt x="1151387" y="52041"/>
                </a:cubicBezTo>
                <a:cubicBezTo>
                  <a:pt x="1146852" y="46557"/>
                  <a:pt x="1140973" y="43816"/>
                  <a:pt x="1133750" y="43816"/>
                </a:cubicBezTo>
                <a:cubicBezTo>
                  <a:pt x="1127211" y="43816"/>
                  <a:pt x="1121715" y="46004"/>
                  <a:pt x="1117259" y="50380"/>
                </a:cubicBezTo>
                <a:cubicBezTo>
                  <a:pt x="1112804" y="54756"/>
                  <a:pt x="1110339" y="60609"/>
                  <a:pt x="1109864" y="67938"/>
                </a:cubicBezTo>
                <a:close/>
                <a:moveTo>
                  <a:pt x="1188535" y="118002"/>
                </a:moveTo>
                <a:lnTo>
                  <a:pt x="1188535" y="34009"/>
                </a:lnTo>
                <a:lnTo>
                  <a:pt x="1201348" y="34009"/>
                </a:lnTo>
                <a:lnTo>
                  <a:pt x="1201348" y="45951"/>
                </a:lnTo>
                <a:cubicBezTo>
                  <a:pt x="1207517" y="36724"/>
                  <a:pt x="1216427" y="32110"/>
                  <a:pt x="1228080" y="32110"/>
                </a:cubicBezTo>
                <a:cubicBezTo>
                  <a:pt x="1233142" y="32110"/>
                  <a:pt x="1237795" y="33020"/>
                  <a:pt x="1242039" y="34839"/>
                </a:cubicBezTo>
                <a:cubicBezTo>
                  <a:pt x="1246284" y="36658"/>
                  <a:pt x="1249461" y="39044"/>
                  <a:pt x="1251570" y="41997"/>
                </a:cubicBezTo>
                <a:cubicBezTo>
                  <a:pt x="1253679" y="44949"/>
                  <a:pt x="1255155" y="48456"/>
                  <a:pt x="1255999" y="52516"/>
                </a:cubicBezTo>
                <a:cubicBezTo>
                  <a:pt x="1256526" y="55152"/>
                  <a:pt x="1256790" y="59765"/>
                  <a:pt x="1256790" y="66356"/>
                </a:cubicBezTo>
                <a:lnTo>
                  <a:pt x="1256790" y="118002"/>
                </a:lnTo>
                <a:lnTo>
                  <a:pt x="1242553" y="118002"/>
                </a:lnTo>
                <a:lnTo>
                  <a:pt x="1242553" y="66910"/>
                </a:lnTo>
                <a:cubicBezTo>
                  <a:pt x="1242553" y="61110"/>
                  <a:pt x="1242000" y="56773"/>
                  <a:pt x="1240893" y="53900"/>
                </a:cubicBezTo>
                <a:cubicBezTo>
                  <a:pt x="1239785" y="51026"/>
                  <a:pt x="1237821" y="48732"/>
                  <a:pt x="1235000" y="47019"/>
                </a:cubicBezTo>
                <a:cubicBezTo>
                  <a:pt x="1232179" y="45305"/>
                  <a:pt x="1228871" y="44448"/>
                  <a:pt x="1225075" y="44448"/>
                </a:cubicBezTo>
                <a:cubicBezTo>
                  <a:pt x="1219011" y="44448"/>
                  <a:pt x="1213778" y="46373"/>
                  <a:pt x="1209375" y="50222"/>
                </a:cubicBezTo>
                <a:cubicBezTo>
                  <a:pt x="1204973" y="54071"/>
                  <a:pt x="1202771" y="61374"/>
                  <a:pt x="1202771" y="72130"/>
                </a:cubicBezTo>
                <a:lnTo>
                  <a:pt x="1202771" y="118002"/>
                </a:lnTo>
                <a:lnTo>
                  <a:pt x="1188535" y="118002"/>
                </a:lnTo>
                <a:close/>
                <a:moveTo>
                  <a:pt x="1309044" y="105268"/>
                </a:moveTo>
                <a:lnTo>
                  <a:pt x="1311100" y="117844"/>
                </a:lnTo>
                <a:cubicBezTo>
                  <a:pt x="1307093" y="118687"/>
                  <a:pt x="1303508" y="119109"/>
                  <a:pt x="1300344" y="119109"/>
                </a:cubicBezTo>
                <a:cubicBezTo>
                  <a:pt x="1295177" y="119109"/>
                  <a:pt x="1291170" y="118292"/>
                  <a:pt x="1288322" y="116657"/>
                </a:cubicBezTo>
                <a:cubicBezTo>
                  <a:pt x="1285475" y="115023"/>
                  <a:pt x="1283472" y="112874"/>
                  <a:pt x="1282312" y="110211"/>
                </a:cubicBezTo>
                <a:cubicBezTo>
                  <a:pt x="1281152" y="107549"/>
                  <a:pt x="1280572" y="101947"/>
                  <a:pt x="1280572" y="93405"/>
                </a:cubicBezTo>
                <a:lnTo>
                  <a:pt x="1280572" y="45081"/>
                </a:lnTo>
                <a:lnTo>
                  <a:pt x="1270132" y="45081"/>
                </a:lnTo>
                <a:lnTo>
                  <a:pt x="1270132" y="34009"/>
                </a:lnTo>
                <a:lnTo>
                  <a:pt x="1280572" y="34009"/>
                </a:lnTo>
                <a:lnTo>
                  <a:pt x="1280572" y="13208"/>
                </a:lnTo>
                <a:lnTo>
                  <a:pt x="1294729" y="4666"/>
                </a:lnTo>
                <a:lnTo>
                  <a:pt x="1294729" y="34009"/>
                </a:lnTo>
                <a:lnTo>
                  <a:pt x="1309044" y="34009"/>
                </a:lnTo>
                <a:lnTo>
                  <a:pt x="1309044" y="45081"/>
                </a:lnTo>
                <a:lnTo>
                  <a:pt x="1294729" y="45081"/>
                </a:lnTo>
                <a:lnTo>
                  <a:pt x="1294729" y="94196"/>
                </a:lnTo>
                <a:cubicBezTo>
                  <a:pt x="1294729" y="98256"/>
                  <a:pt x="1294979" y="100866"/>
                  <a:pt x="1295480" y="102026"/>
                </a:cubicBezTo>
                <a:cubicBezTo>
                  <a:pt x="1295981" y="103186"/>
                  <a:pt x="1296798" y="104108"/>
                  <a:pt x="1297932" y="104794"/>
                </a:cubicBezTo>
                <a:cubicBezTo>
                  <a:pt x="1299066" y="105479"/>
                  <a:pt x="1300687" y="105822"/>
                  <a:pt x="1302796" y="105822"/>
                </a:cubicBezTo>
                <a:cubicBezTo>
                  <a:pt x="1304378" y="105822"/>
                  <a:pt x="1306460" y="105637"/>
                  <a:pt x="1309044" y="105268"/>
                </a:cubicBezTo>
                <a:close/>
                <a:moveTo>
                  <a:pt x="1396252" y="152089"/>
                </a:moveTo>
                <a:cubicBezTo>
                  <a:pt x="1388396" y="142177"/>
                  <a:pt x="1381752" y="130577"/>
                  <a:pt x="1376322" y="117290"/>
                </a:cubicBezTo>
                <a:cubicBezTo>
                  <a:pt x="1370891" y="104003"/>
                  <a:pt x="1368175" y="90241"/>
                  <a:pt x="1368175" y="76005"/>
                </a:cubicBezTo>
                <a:cubicBezTo>
                  <a:pt x="1368175" y="63456"/>
                  <a:pt x="1370205" y="51435"/>
                  <a:pt x="1374265" y="39940"/>
                </a:cubicBezTo>
                <a:cubicBezTo>
                  <a:pt x="1379011" y="26600"/>
                  <a:pt x="1386340" y="13313"/>
                  <a:pt x="1396252" y="79"/>
                </a:cubicBezTo>
                <a:lnTo>
                  <a:pt x="1406455" y="79"/>
                </a:lnTo>
                <a:cubicBezTo>
                  <a:pt x="1400075" y="11046"/>
                  <a:pt x="1395857" y="18876"/>
                  <a:pt x="1393800" y="23569"/>
                </a:cubicBezTo>
                <a:cubicBezTo>
                  <a:pt x="1390584" y="30845"/>
                  <a:pt x="1388053" y="38438"/>
                  <a:pt x="1386208" y="46347"/>
                </a:cubicBezTo>
                <a:cubicBezTo>
                  <a:pt x="1383941" y="56206"/>
                  <a:pt x="1382807" y="66119"/>
                  <a:pt x="1382807" y="76084"/>
                </a:cubicBezTo>
                <a:cubicBezTo>
                  <a:pt x="1382807" y="101446"/>
                  <a:pt x="1390690" y="126781"/>
                  <a:pt x="1406455" y="152089"/>
                </a:cubicBezTo>
                <a:lnTo>
                  <a:pt x="1396252" y="152089"/>
                </a:lnTo>
                <a:close/>
                <a:moveTo>
                  <a:pt x="1419156" y="87394"/>
                </a:moveTo>
                <a:lnTo>
                  <a:pt x="1433393" y="85496"/>
                </a:lnTo>
                <a:cubicBezTo>
                  <a:pt x="1435027" y="93563"/>
                  <a:pt x="1437808" y="99376"/>
                  <a:pt x="1441737" y="102935"/>
                </a:cubicBezTo>
                <a:cubicBezTo>
                  <a:pt x="1445665" y="106494"/>
                  <a:pt x="1450450" y="108274"/>
                  <a:pt x="1456091" y="108274"/>
                </a:cubicBezTo>
                <a:cubicBezTo>
                  <a:pt x="1462788" y="108274"/>
                  <a:pt x="1468443" y="105954"/>
                  <a:pt x="1473056" y="101314"/>
                </a:cubicBezTo>
                <a:cubicBezTo>
                  <a:pt x="1477670" y="96674"/>
                  <a:pt x="1479976" y="90927"/>
                  <a:pt x="1479976" y="84072"/>
                </a:cubicBezTo>
                <a:cubicBezTo>
                  <a:pt x="1479976" y="77534"/>
                  <a:pt x="1477841" y="72143"/>
                  <a:pt x="1473570" y="67898"/>
                </a:cubicBezTo>
                <a:cubicBezTo>
                  <a:pt x="1469299" y="63654"/>
                  <a:pt x="1463869" y="61532"/>
                  <a:pt x="1457278" y="61532"/>
                </a:cubicBezTo>
                <a:cubicBezTo>
                  <a:pt x="1454589" y="61532"/>
                  <a:pt x="1451241" y="62059"/>
                  <a:pt x="1447233" y="63114"/>
                </a:cubicBezTo>
                <a:lnTo>
                  <a:pt x="1448815" y="50617"/>
                </a:lnTo>
                <a:cubicBezTo>
                  <a:pt x="1449764" y="50723"/>
                  <a:pt x="1450529" y="50776"/>
                  <a:pt x="1451109" y="50776"/>
                </a:cubicBezTo>
                <a:cubicBezTo>
                  <a:pt x="1457172" y="50776"/>
                  <a:pt x="1462629" y="49194"/>
                  <a:pt x="1467480" y="46030"/>
                </a:cubicBezTo>
                <a:cubicBezTo>
                  <a:pt x="1472331" y="42867"/>
                  <a:pt x="1474757" y="37989"/>
                  <a:pt x="1474757" y="31399"/>
                </a:cubicBezTo>
                <a:cubicBezTo>
                  <a:pt x="1474757" y="26179"/>
                  <a:pt x="1472990" y="21855"/>
                  <a:pt x="1469458" y="18428"/>
                </a:cubicBezTo>
                <a:cubicBezTo>
                  <a:pt x="1465925" y="15001"/>
                  <a:pt x="1461364" y="13287"/>
                  <a:pt x="1455775" y="13287"/>
                </a:cubicBezTo>
                <a:cubicBezTo>
                  <a:pt x="1450239" y="13287"/>
                  <a:pt x="1445625" y="15027"/>
                  <a:pt x="1441934" y="18507"/>
                </a:cubicBezTo>
                <a:cubicBezTo>
                  <a:pt x="1438243" y="21987"/>
                  <a:pt x="1435871" y="27207"/>
                  <a:pt x="1434816" y="34167"/>
                </a:cubicBezTo>
                <a:lnTo>
                  <a:pt x="1420580" y="31636"/>
                </a:lnTo>
                <a:cubicBezTo>
                  <a:pt x="1422320" y="22092"/>
                  <a:pt x="1426275" y="14697"/>
                  <a:pt x="1432444" y="9451"/>
                </a:cubicBezTo>
                <a:cubicBezTo>
                  <a:pt x="1438613" y="4205"/>
                  <a:pt x="1446284" y="1582"/>
                  <a:pt x="1455459" y="1582"/>
                </a:cubicBezTo>
                <a:cubicBezTo>
                  <a:pt x="1461786" y="1582"/>
                  <a:pt x="1467612" y="2939"/>
                  <a:pt x="1472937" y="5655"/>
                </a:cubicBezTo>
                <a:cubicBezTo>
                  <a:pt x="1478263" y="8370"/>
                  <a:pt x="1482336" y="12074"/>
                  <a:pt x="1485157" y="16767"/>
                </a:cubicBezTo>
                <a:cubicBezTo>
                  <a:pt x="1487978" y="21460"/>
                  <a:pt x="1489388" y="26442"/>
                  <a:pt x="1489388" y="31715"/>
                </a:cubicBezTo>
                <a:cubicBezTo>
                  <a:pt x="1489388" y="36724"/>
                  <a:pt x="1488044" y="41285"/>
                  <a:pt x="1485355" y="45397"/>
                </a:cubicBezTo>
                <a:cubicBezTo>
                  <a:pt x="1482665" y="49510"/>
                  <a:pt x="1478685" y="52779"/>
                  <a:pt x="1473412" y="55205"/>
                </a:cubicBezTo>
                <a:cubicBezTo>
                  <a:pt x="1480266" y="56786"/>
                  <a:pt x="1485592" y="60069"/>
                  <a:pt x="1489388" y="65051"/>
                </a:cubicBezTo>
                <a:cubicBezTo>
                  <a:pt x="1493184" y="70034"/>
                  <a:pt x="1495083" y="76269"/>
                  <a:pt x="1495083" y="83756"/>
                </a:cubicBezTo>
                <a:cubicBezTo>
                  <a:pt x="1495083" y="93879"/>
                  <a:pt x="1491392" y="102461"/>
                  <a:pt x="1484010" y="109500"/>
                </a:cubicBezTo>
                <a:cubicBezTo>
                  <a:pt x="1476628" y="116539"/>
                  <a:pt x="1467296" y="120058"/>
                  <a:pt x="1456012" y="120058"/>
                </a:cubicBezTo>
                <a:cubicBezTo>
                  <a:pt x="1445836" y="120058"/>
                  <a:pt x="1437387" y="117026"/>
                  <a:pt x="1430664" y="110963"/>
                </a:cubicBezTo>
                <a:cubicBezTo>
                  <a:pt x="1423941" y="104899"/>
                  <a:pt x="1420106" y="97043"/>
                  <a:pt x="1419156" y="87394"/>
                </a:cubicBezTo>
                <a:close/>
                <a:moveTo>
                  <a:pt x="1521823" y="152089"/>
                </a:moveTo>
                <a:lnTo>
                  <a:pt x="1511620" y="152089"/>
                </a:lnTo>
                <a:cubicBezTo>
                  <a:pt x="1527385" y="126781"/>
                  <a:pt x="1535268" y="101446"/>
                  <a:pt x="1535268" y="76084"/>
                </a:cubicBezTo>
                <a:cubicBezTo>
                  <a:pt x="1535268" y="66172"/>
                  <a:pt x="1534134" y="56338"/>
                  <a:pt x="1531867" y="46584"/>
                </a:cubicBezTo>
                <a:cubicBezTo>
                  <a:pt x="1530074" y="38675"/>
                  <a:pt x="1527570" y="31082"/>
                  <a:pt x="1524354" y="23806"/>
                </a:cubicBezTo>
                <a:cubicBezTo>
                  <a:pt x="1522297" y="19061"/>
                  <a:pt x="1518053" y="11152"/>
                  <a:pt x="1511620" y="79"/>
                </a:cubicBezTo>
                <a:lnTo>
                  <a:pt x="1521823" y="79"/>
                </a:lnTo>
                <a:cubicBezTo>
                  <a:pt x="1531735" y="13313"/>
                  <a:pt x="1539064" y="26600"/>
                  <a:pt x="1543810" y="39940"/>
                </a:cubicBezTo>
                <a:cubicBezTo>
                  <a:pt x="1547870" y="51435"/>
                  <a:pt x="1549900" y="63456"/>
                  <a:pt x="1549900" y="76005"/>
                </a:cubicBezTo>
                <a:cubicBezTo>
                  <a:pt x="1549900" y="90241"/>
                  <a:pt x="1547171" y="104003"/>
                  <a:pt x="1541714" y="117290"/>
                </a:cubicBezTo>
                <a:cubicBezTo>
                  <a:pt x="1536257" y="130577"/>
                  <a:pt x="1529626" y="142177"/>
                  <a:pt x="1521823" y="152089"/>
                </a:cubicBezTo>
                <a:close/>
                <a:moveTo>
                  <a:pt x="1570432" y="50222"/>
                </a:moveTo>
                <a:lnTo>
                  <a:pt x="1570432" y="34009"/>
                </a:lnTo>
                <a:lnTo>
                  <a:pt x="1586646" y="34009"/>
                </a:lnTo>
                <a:lnTo>
                  <a:pt x="1586646" y="50222"/>
                </a:lnTo>
                <a:lnTo>
                  <a:pt x="1570432" y="50222"/>
                </a:lnTo>
                <a:moveTo>
                  <a:pt x="1570432" y="118002"/>
                </a:moveTo>
                <a:lnTo>
                  <a:pt x="1570432" y="101788"/>
                </a:lnTo>
                <a:lnTo>
                  <a:pt x="1586646" y="101788"/>
                </a:lnTo>
                <a:lnTo>
                  <a:pt x="1586646" y="118002"/>
                </a:lnTo>
                <a:lnTo>
                  <a:pt x="1570432" y="118002"/>
                </a:lnTo>
                <a:close/>
                <a:moveTo>
                  <a:pt x="1654164" y="80751"/>
                </a:moveTo>
                <a:lnTo>
                  <a:pt x="1668638" y="79485"/>
                </a:lnTo>
                <a:cubicBezTo>
                  <a:pt x="1669323" y="85285"/>
                  <a:pt x="1670918" y="90044"/>
                  <a:pt x="1673423" y="93761"/>
                </a:cubicBezTo>
                <a:cubicBezTo>
                  <a:pt x="1675927" y="97478"/>
                  <a:pt x="1679816" y="100483"/>
                  <a:pt x="1685088" y="102777"/>
                </a:cubicBezTo>
                <a:cubicBezTo>
                  <a:pt x="1690361" y="105071"/>
                  <a:pt x="1696293" y="106217"/>
                  <a:pt x="1702884" y="106217"/>
                </a:cubicBezTo>
                <a:cubicBezTo>
                  <a:pt x="1708736" y="106217"/>
                  <a:pt x="1713903" y="105347"/>
                  <a:pt x="1718385" y="103607"/>
                </a:cubicBezTo>
                <a:cubicBezTo>
                  <a:pt x="1722867" y="101868"/>
                  <a:pt x="1726202" y="99482"/>
                  <a:pt x="1728390" y="96450"/>
                </a:cubicBezTo>
                <a:cubicBezTo>
                  <a:pt x="1730578" y="93418"/>
                  <a:pt x="1731672" y="90110"/>
                  <a:pt x="1731672" y="86524"/>
                </a:cubicBezTo>
                <a:cubicBezTo>
                  <a:pt x="1731672" y="82886"/>
                  <a:pt x="1730618" y="79709"/>
                  <a:pt x="1728509" y="76994"/>
                </a:cubicBezTo>
                <a:cubicBezTo>
                  <a:pt x="1726400" y="74278"/>
                  <a:pt x="1722920" y="71998"/>
                  <a:pt x="1718069" y="70153"/>
                </a:cubicBezTo>
                <a:cubicBezTo>
                  <a:pt x="1714958" y="68940"/>
                  <a:pt x="1708077" y="67055"/>
                  <a:pt x="1697426" y="64498"/>
                </a:cubicBezTo>
                <a:cubicBezTo>
                  <a:pt x="1686776" y="61940"/>
                  <a:pt x="1679315" y="59528"/>
                  <a:pt x="1675044" y="57261"/>
                </a:cubicBezTo>
                <a:cubicBezTo>
                  <a:pt x="1669508" y="54361"/>
                  <a:pt x="1665382" y="50762"/>
                  <a:pt x="1662666" y="46465"/>
                </a:cubicBezTo>
                <a:cubicBezTo>
                  <a:pt x="1659951" y="42168"/>
                  <a:pt x="1658593" y="37357"/>
                  <a:pt x="1658593" y="32031"/>
                </a:cubicBezTo>
                <a:cubicBezTo>
                  <a:pt x="1658593" y="26179"/>
                  <a:pt x="1660254" y="20708"/>
                  <a:pt x="1663576" y="15620"/>
                </a:cubicBezTo>
                <a:cubicBezTo>
                  <a:pt x="1666898" y="10532"/>
                  <a:pt x="1671749" y="6670"/>
                  <a:pt x="1678129" y="4034"/>
                </a:cubicBezTo>
                <a:cubicBezTo>
                  <a:pt x="1684508" y="1397"/>
                  <a:pt x="1691600" y="79"/>
                  <a:pt x="1699404" y="79"/>
                </a:cubicBezTo>
                <a:cubicBezTo>
                  <a:pt x="1707998" y="79"/>
                  <a:pt x="1715577" y="1463"/>
                  <a:pt x="1722142" y="4231"/>
                </a:cubicBezTo>
                <a:cubicBezTo>
                  <a:pt x="1728706" y="6999"/>
                  <a:pt x="1733755" y="11073"/>
                  <a:pt x="1737288" y="16451"/>
                </a:cubicBezTo>
                <a:cubicBezTo>
                  <a:pt x="1740820" y="21829"/>
                  <a:pt x="1742718" y="27919"/>
                  <a:pt x="1742982" y="34720"/>
                </a:cubicBezTo>
                <a:lnTo>
                  <a:pt x="1728271" y="35828"/>
                </a:lnTo>
                <a:cubicBezTo>
                  <a:pt x="1727480" y="28499"/>
                  <a:pt x="1724805" y="22962"/>
                  <a:pt x="1720244" y="19219"/>
                </a:cubicBezTo>
                <a:cubicBezTo>
                  <a:pt x="1715683" y="15475"/>
                  <a:pt x="1708947" y="13603"/>
                  <a:pt x="1700036" y="13603"/>
                </a:cubicBezTo>
                <a:cubicBezTo>
                  <a:pt x="1690756" y="13603"/>
                  <a:pt x="1683994" y="15304"/>
                  <a:pt x="1679750" y="18705"/>
                </a:cubicBezTo>
                <a:cubicBezTo>
                  <a:pt x="1675505" y="22106"/>
                  <a:pt x="1673383" y="26205"/>
                  <a:pt x="1673383" y="31003"/>
                </a:cubicBezTo>
                <a:cubicBezTo>
                  <a:pt x="1673383" y="35169"/>
                  <a:pt x="1674886" y="38596"/>
                  <a:pt x="1677891" y="41285"/>
                </a:cubicBezTo>
                <a:cubicBezTo>
                  <a:pt x="1680844" y="43974"/>
                  <a:pt x="1688555" y="46729"/>
                  <a:pt x="1701025" y="49550"/>
                </a:cubicBezTo>
                <a:cubicBezTo>
                  <a:pt x="1713495" y="52371"/>
                  <a:pt x="1722050" y="54836"/>
                  <a:pt x="1726690" y="56945"/>
                </a:cubicBezTo>
                <a:cubicBezTo>
                  <a:pt x="1733439" y="60055"/>
                  <a:pt x="1738421" y="63997"/>
                  <a:pt x="1741638" y="68768"/>
                </a:cubicBezTo>
                <a:cubicBezTo>
                  <a:pt x="1744854" y="73540"/>
                  <a:pt x="1746462" y="79037"/>
                  <a:pt x="1746462" y="85259"/>
                </a:cubicBezTo>
                <a:cubicBezTo>
                  <a:pt x="1746462" y="91428"/>
                  <a:pt x="1744696" y="97241"/>
                  <a:pt x="1741163" y="102698"/>
                </a:cubicBezTo>
                <a:cubicBezTo>
                  <a:pt x="1737630" y="108155"/>
                  <a:pt x="1732555" y="112400"/>
                  <a:pt x="1725938" y="115431"/>
                </a:cubicBezTo>
                <a:cubicBezTo>
                  <a:pt x="1719321" y="118463"/>
                  <a:pt x="1711873" y="119979"/>
                  <a:pt x="1703595" y="119979"/>
                </a:cubicBezTo>
                <a:cubicBezTo>
                  <a:pt x="1693103" y="119979"/>
                  <a:pt x="1684311" y="118450"/>
                  <a:pt x="1677219" y="115392"/>
                </a:cubicBezTo>
                <a:cubicBezTo>
                  <a:pt x="1670127" y="112334"/>
                  <a:pt x="1664565" y="107733"/>
                  <a:pt x="1660531" y="101591"/>
                </a:cubicBezTo>
                <a:cubicBezTo>
                  <a:pt x="1656497" y="95448"/>
                  <a:pt x="1654375" y="88501"/>
                  <a:pt x="1654164" y="80751"/>
                </a:cubicBezTo>
                <a:close/>
                <a:moveTo>
                  <a:pt x="1767215" y="118002"/>
                </a:moveTo>
                <a:lnTo>
                  <a:pt x="1767215" y="2056"/>
                </a:lnTo>
                <a:lnTo>
                  <a:pt x="1782954" y="2056"/>
                </a:lnTo>
                <a:lnTo>
                  <a:pt x="1843853" y="93089"/>
                </a:lnTo>
                <a:lnTo>
                  <a:pt x="1843853" y="2056"/>
                </a:lnTo>
                <a:lnTo>
                  <a:pt x="1858564" y="2056"/>
                </a:lnTo>
                <a:lnTo>
                  <a:pt x="1858564" y="118002"/>
                </a:lnTo>
                <a:lnTo>
                  <a:pt x="1842825" y="118002"/>
                </a:lnTo>
                <a:lnTo>
                  <a:pt x="1781926" y="26890"/>
                </a:lnTo>
                <a:lnTo>
                  <a:pt x="1781926" y="118002"/>
                </a:lnTo>
                <a:lnTo>
                  <a:pt x="1767215" y="118002"/>
                </a:lnTo>
                <a:close/>
                <a:moveTo>
                  <a:pt x="1879119" y="61532"/>
                </a:moveTo>
                <a:cubicBezTo>
                  <a:pt x="1879119" y="42287"/>
                  <a:pt x="1884286" y="27220"/>
                  <a:pt x="1894621" y="16332"/>
                </a:cubicBezTo>
                <a:cubicBezTo>
                  <a:pt x="1904955" y="5444"/>
                  <a:pt x="1918295" y="0"/>
                  <a:pt x="1934640" y="0"/>
                </a:cubicBezTo>
                <a:cubicBezTo>
                  <a:pt x="1945344" y="0"/>
                  <a:pt x="1954993" y="2557"/>
                  <a:pt x="1963587" y="7672"/>
                </a:cubicBezTo>
                <a:cubicBezTo>
                  <a:pt x="1972181" y="12786"/>
                  <a:pt x="1978733" y="19917"/>
                  <a:pt x="1983241" y="29065"/>
                </a:cubicBezTo>
                <a:cubicBezTo>
                  <a:pt x="1987749" y="38213"/>
                  <a:pt x="1990003" y="48587"/>
                  <a:pt x="1990003" y="60187"/>
                </a:cubicBezTo>
                <a:cubicBezTo>
                  <a:pt x="1990003" y="71945"/>
                  <a:pt x="1987630" y="82464"/>
                  <a:pt x="1982885" y="91744"/>
                </a:cubicBezTo>
                <a:cubicBezTo>
                  <a:pt x="1978139" y="101024"/>
                  <a:pt x="1971417" y="108050"/>
                  <a:pt x="1962717" y="112821"/>
                </a:cubicBezTo>
                <a:cubicBezTo>
                  <a:pt x="1954017" y="117593"/>
                  <a:pt x="1944632" y="119979"/>
                  <a:pt x="1934561" y="119979"/>
                </a:cubicBezTo>
                <a:cubicBezTo>
                  <a:pt x="1923647" y="119979"/>
                  <a:pt x="1913892" y="117343"/>
                  <a:pt x="1905298" y="112070"/>
                </a:cubicBezTo>
                <a:cubicBezTo>
                  <a:pt x="1896703" y="106797"/>
                  <a:pt x="1890192" y="99600"/>
                  <a:pt x="1885763" y="90479"/>
                </a:cubicBezTo>
                <a:cubicBezTo>
                  <a:pt x="1881334" y="81357"/>
                  <a:pt x="1879119" y="71708"/>
                  <a:pt x="1879119" y="61532"/>
                </a:cubicBezTo>
                <a:moveTo>
                  <a:pt x="1894937" y="61769"/>
                </a:moveTo>
                <a:cubicBezTo>
                  <a:pt x="1894937" y="75742"/>
                  <a:pt x="1898694" y="86748"/>
                  <a:pt x="1906207" y="94789"/>
                </a:cubicBezTo>
                <a:cubicBezTo>
                  <a:pt x="1913721" y="102830"/>
                  <a:pt x="1923146" y="106850"/>
                  <a:pt x="1934482" y="106850"/>
                </a:cubicBezTo>
                <a:cubicBezTo>
                  <a:pt x="1946029" y="106850"/>
                  <a:pt x="1955533" y="102790"/>
                  <a:pt x="1962994" y="94670"/>
                </a:cubicBezTo>
                <a:cubicBezTo>
                  <a:pt x="1970455" y="86550"/>
                  <a:pt x="1974185" y="75030"/>
                  <a:pt x="1974185" y="60108"/>
                </a:cubicBezTo>
                <a:cubicBezTo>
                  <a:pt x="1974185" y="50670"/>
                  <a:pt x="1972590" y="42432"/>
                  <a:pt x="1969400" y="35393"/>
                </a:cubicBezTo>
                <a:cubicBezTo>
                  <a:pt x="1966210" y="28354"/>
                  <a:pt x="1961544" y="22896"/>
                  <a:pt x="1955401" y="19021"/>
                </a:cubicBezTo>
                <a:cubicBezTo>
                  <a:pt x="1949259" y="15146"/>
                  <a:pt x="1942365" y="13208"/>
                  <a:pt x="1934719" y="13208"/>
                </a:cubicBezTo>
                <a:cubicBezTo>
                  <a:pt x="1923858" y="13208"/>
                  <a:pt x="1914512" y="16938"/>
                  <a:pt x="1906682" y="24399"/>
                </a:cubicBezTo>
                <a:cubicBezTo>
                  <a:pt x="1898852" y="31860"/>
                  <a:pt x="1894937" y="44317"/>
                  <a:pt x="1894937" y="61769"/>
                </a:cubicBezTo>
                <a:close/>
                <a:moveTo>
                  <a:pt x="2054068" y="150191"/>
                </a:moveTo>
                <a:lnTo>
                  <a:pt x="2054068" y="34009"/>
                </a:lnTo>
                <a:lnTo>
                  <a:pt x="2067038" y="34009"/>
                </a:lnTo>
                <a:lnTo>
                  <a:pt x="2067038" y="44923"/>
                </a:lnTo>
                <a:cubicBezTo>
                  <a:pt x="2070096" y="40652"/>
                  <a:pt x="2073550" y="37449"/>
                  <a:pt x="2077399" y="35314"/>
                </a:cubicBezTo>
                <a:cubicBezTo>
                  <a:pt x="2081248" y="33178"/>
                  <a:pt x="2085914" y="32110"/>
                  <a:pt x="2091398" y="32110"/>
                </a:cubicBezTo>
                <a:cubicBezTo>
                  <a:pt x="2098569" y="32110"/>
                  <a:pt x="2104896" y="33956"/>
                  <a:pt x="2110379" y="37647"/>
                </a:cubicBezTo>
                <a:cubicBezTo>
                  <a:pt x="2115863" y="41338"/>
                  <a:pt x="2120002" y="46544"/>
                  <a:pt x="2122797" y="53267"/>
                </a:cubicBezTo>
                <a:cubicBezTo>
                  <a:pt x="2125591" y="59990"/>
                  <a:pt x="2126988" y="67358"/>
                  <a:pt x="2126988" y="75372"/>
                </a:cubicBezTo>
                <a:cubicBezTo>
                  <a:pt x="2126988" y="83967"/>
                  <a:pt x="2125446" y="91704"/>
                  <a:pt x="2122362" y="98585"/>
                </a:cubicBezTo>
                <a:cubicBezTo>
                  <a:pt x="2119277" y="105466"/>
                  <a:pt x="2114795" y="110739"/>
                  <a:pt x="2108916" y="114403"/>
                </a:cubicBezTo>
                <a:cubicBezTo>
                  <a:pt x="2103037" y="118068"/>
                  <a:pt x="2096855" y="119900"/>
                  <a:pt x="2090370" y="119900"/>
                </a:cubicBezTo>
                <a:cubicBezTo>
                  <a:pt x="2085624" y="119900"/>
                  <a:pt x="2081367" y="118898"/>
                  <a:pt x="2077597" y="116895"/>
                </a:cubicBezTo>
                <a:cubicBezTo>
                  <a:pt x="2073827" y="114891"/>
                  <a:pt x="2070729" y="112360"/>
                  <a:pt x="2068304" y="109302"/>
                </a:cubicBezTo>
                <a:lnTo>
                  <a:pt x="2068304" y="150191"/>
                </a:lnTo>
                <a:lnTo>
                  <a:pt x="2054068" y="150191"/>
                </a:lnTo>
                <a:moveTo>
                  <a:pt x="2066959" y="76480"/>
                </a:moveTo>
                <a:cubicBezTo>
                  <a:pt x="2066959" y="87289"/>
                  <a:pt x="2069147" y="95277"/>
                  <a:pt x="2073524" y="100444"/>
                </a:cubicBezTo>
                <a:cubicBezTo>
                  <a:pt x="2077900" y="105611"/>
                  <a:pt x="2083199" y="108195"/>
                  <a:pt x="2089421" y="108195"/>
                </a:cubicBezTo>
                <a:cubicBezTo>
                  <a:pt x="2095748" y="108195"/>
                  <a:pt x="2101166" y="105519"/>
                  <a:pt x="2105674" y="100167"/>
                </a:cubicBezTo>
                <a:cubicBezTo>
                  <a:pt x="2110182" y="94815"/>
                  <a:pt x="2112436" y="86524"/>
                  <a:pt x="2112436" y="75293"/>
                </a:cubicBezTo>
                <a:cubicBezTo>
                  <a:pt x="2112436" y="64590"/>
                  <a:pt x="2110234" y="56575"/>
                  <a:pt x="2105832" y="51250"/>
                </a:cubicBezTo>
                <a:cubicBezTo>
                  <a:pt x="2101429" y="45925"/>
                  <a:pt x="2096170" y="43262"/>
                  <a:pt x="2090053" y="43262"/>
                </a:cubicBezTo>
                <a:cubicBezTo>
                  <a:pt x="2083990" y="43262"/>
                  <a:pt x="2078625" y="46096"/>
                  <a:pt x="2073959" y="51764"/>
                </a:cubicBezTo>
                <a:cubicBezTo>
                  <a:pt x="2069292" y="57432"/>
                  <a:pt x="2066959" y="65671"/>
                  <a:pt x="2066959" y="76480"/>
                </a:cubicBezTo>
                <a:close/>
                <a:moveTo>
                  <a:pt x="2143336" y="118002"/>
                </a:moveTo>
                <a:lnTo>
                  <a:pt x="2143336" y="34009"/>
                </a:lnTo>
                <a:lnTo>
                  <a:pt x="2156149" y="34009"/>
                </a:lnTo>
                <a:lnTo>
                  <a:pt x="2156149" y="46742"/>
                </a:lnTo>
                <a:cubicBezTo>
                  <a:pt x="2159418" y="40784"/>
                  <a:pt x="2162436" y="36856"/>
                  <a:pt x="2165205" y="34958"/>
                </a:cubicBezTo>
                <a:cubicBezTo>
                  <a:pt x="2167973" y="33059"/>
                  <a:pt x="2171018" y="32110"/>
                  <a:pt x="2174339" y="32110"/>
                </a:cubicBezTo>
                <a:cubicBezTo>
                  <a:pt x="2179138" y="32110"/>
                  <a:pt x="2184015" y="33639"/>
                  <a:pt x="2188971" y="36698"/>
                </a:cubicBezTo>
                <a:lnTo>
                  <a:pt x="2184067" y="49906"/>
                </a:lnTo>
                <a:cubicBezTo>
                  <a:pt x="2180588" y="47849"/>
                  <a:pt x="2177108" y="46821"/>
                  <a:pt x="2173628" y="46821"/>
                </a:cubicBezTo>
                <a:cubicBezTo>
                  <a:pt x="2170517" y="46821"/>
                  <a:pt x="2167722" y="47757"/>
                  <a:pt x="2165244" y="49629"/>
                </a:cubicBezTo>
                <a:cubicBezTo>
                  <a:pt x="2162766" y="51501"/>
                  <a:pt x="2161000" y="54097"/>
                  <a:pt x="2159945" y="57419"/>
                </a:cubicBezTo>
                <a:cubicBezTo>
                  <a:pt x="2158363" y="62481"/>
                  <a:pt x="2157572" y="68017"/>
                  <a:pt x="2157572" y="74028"/>
                </a:cubicBezTo>
                <a:lnTo>
                  <a:pt x="2157572" y="118002"/>
                </a:lnTo>
                <a:lnTo>
                  <a:pt x="2143336" y="118002"/>
                </a:lnTo>
                <a:close/>
                <a:moveTo>
                  <a:pt x="2192182" y="76005"/>
                </a:moveTo>
                <a:cubicBezTo>
                  <a:pt x="2192182" y="60451"/>
                  <a:pt x="2196505" y="48930"/>
                  <a:pt x="2205152" y="41443"/>
                </a:cubicBezTo>
                <a:cubicBezTo>
                  <a:pt x="2212376" y="35221"/>
                  <a:pt x="2221181" y="32110"/>
                  <a:pt x="2231568" y="32110"/>
                </a:cubicBezTo>
                <a:cubicBezTo>
                  <a:pt x="2243115" y="32110"/>
                  <a:pt x="2252553" y="35894"/>
                  <a:pt x="2259882" y="43460"/>
                </a:cubicBezTo>
                <a:cubicBezTo>
                  <a:pt x="2267211" y="51026"/>
                  <a:pt x="2270876" y="61479"/>
                  <a:pt x="2270876" y="74819"/>
                </a:cubicBezTo>
                <a:cubicBezTo>
                  <a:pt x="2270876" y="85628"/>
                  <a:pt x="2269255" y="94130"/>
                  <a:pt x="2266012" y="100325"/>
                </a:cubicBezTo>
                <a:cubicBezTo>
                  <a:pt x="2262769" y="106521"/>
                  <a:pt x="2258050" y="111332"/>
                  <a:pt x="2251855" y="114759"/>
                </a:cubicBezTo>
                <a:cubicBezTo>
                  <a:pt x="2245659" y="118186"/>
                  <a:pt x="2238897" y="119900"/>
                  <a:pt x="2231568" y="119900"/>
                </a:cubicBezTo>
                <a:cubicBezTo>
                  <a:pt x="2219810" y="119900"/>
                  <a:pt x="2210306" y="116130"/>
                  <a:pt x="2203056" y="108590"/>
                </a:cubicBezTo>
                <a:cubicBezTo>
                  <a:pt x="2195807" y="101050"/>
                  <a:pt x="2192182" y="90189"/>
                  <a:pt x="2192182" y="76005"/>
                </a:cubicBezTo>
                <a:moveTo>
                  <a:pt x="2206813" y="76005"/>
                </a:moveTo>
                <a:cubicBezTo>
                  <a:pt x="2206813" y="86761"/>
                  <a:pt x="2209160" y="94815"/>
                  <a:pt x="2213852" y="100167"/>
                </a:cubicBezTo>
                <a:cubicBezTo>
                  <a:pt x="2218545" y="105519"/>
                  <a:pt x="2224450" y="108195"/>
                  <a:pt x="2231568" y="108195"/>
                </a:cubicBezTo>
                <a:cubicBezTo>
                  <a:pt x="2238634" y="108195"/>
                  <a:pt x="2244513" y="105506"/>
                  <a:pt x="2249205" y="100128"/>
                </a:cubicBezTo>
                <a:cubicBezTo>
                  <a:pt x="2253898" y="94749"/>
                  <a:pt x="2256244" y="86550"/>
                  <a:pt x="2256244" y="75531"/>
                </a:cubicBezTo>
                <a:cubicBezTo>
                  <a:pt x="2256244" y="65144"/>
                  <a:pt x="2253885" y="57274"/>
                  <a:pt x="2249166" y="51922"/>
                </a:cubicBezTo>
                <a:cubicBezTo>
                  <a:pt x="2244447" y="46571"/>
                  <a:pt x="2238581" y="43895"/>
                  <a:pt x="2231568" y="43895"/>
                </a:cubicBezTo>
                <a:cubicBezTo>
                  <a:pt x="2224450" y="43895"/>
                  <a:pt x="2218545" y="46557"/>
                  <a:pt x="2213852" y="51883"/>
                </a:cubicBezTo>
                <a:cubicBezTo>
                  <a:pt x="2209160" y="57208"/>
                  <a:pt x="2206813" y="65249"/>
                  <a:pt x="2206813" y="76005"/>
                </a:cubicBezTo>
                <a:close/>
                <a:moveTo>
                  <a:pt x="2310238" y="118002"/>
                </a:moveTo>
                <a:lnTo>
                  <a:pt x="2278286" y="34009"/>
                </a:lnTo>
                <a:lnTo>
                  <a:pt x="2293313" y="34009"/>
                </a:lnTo>
                <a:lnTo>
                  <a:pt x="2311346" y="84310"/>
                </a:lnTo>
                <a:cubicBezTo>
                  <a:pt x="2313297" y="89740"/>
                  <a:pt x="2315089" y="95382"/>
                  <a:pt x="2316724" y="101235"/>
                </a:cubicBezTo>
                <a:cubicBezTo>
                  <a:pt x="2317989" y="96806"/>
                  <a:pt x="2319756" y="91480"/>
                  <a:pt x="2322023" y="85259"/>
                </a:cubicBezTo>
                <a:lnTo>
                  <a:pt x="2340688" y="34009"/>
                </a:lnTo>
                <a:lnTo>
                  <a:pt x="2355320" y="34009"/>
                </a:lnTo>
                <a:lnTo>
                  <a:pt x="2323526" y="118002"/>
                </a:lnTo>
                <a:lnTo>
                  <a:pt x="2310238" y="118002"/>
                </a:lnTo>
                <a:close/>
                <a:moveTo>
                  <a:pt x="2367975" y="18428"/>
                </a:moveTo>
                <a:lnTo>
                  <a:pt x="2367975" y="2056"/>
                </a:lnTo>
                <a:lnTo>
                  <a:pt x="2382211" y="2056"/>
                </a:lnTo>
                <a:lnTo>
                  <a:pt x="2382211" y="18428"/>
                </a:lnTo>
                <a:lnTo>
                  <a:pt x="2367975" y="18428"/>
                </a:lnTo>
                <a:moveTo>
                  <a:pt x="2367975" y="118002"/>
                </a:moveTo>
                <a:lnTo>
                  <a:pt x="2367975" y="34009"/>
                </a:lnTo>
                <a:lnTo>
                  <a:pt x="2382211" y="34009"/>
                </a:lnTo>
                <a:lnTo>
                  <a:pt x="2382211" y="118002"/>
                </a:lnTo>
                <a:lnTo>
                  <a:pt x="2367975" y="118002"/>
                </a:lnTo>
                <a:close/>
                <a:moveTo>
                  <a:pt x="2457829" y="118002"/>
                </a:moveTo>
                <a:lnTo>
                  <a:pt x="2457829" y="107404"/>
                </a:lnTo>
                <a:cubicBezTo>
                  <a:pt x="2452503" y="115735"/>
                  <a:pt x="2444673" y="119900"/>
                  <a:pt x="2434339" y="119900"/>
                </a:cubicBezTo>
                <a:cubicBezTo>
                  <a:pt x="2427643" y="119900"/>
                  <a:pt x="2421487" y="118055"/>
                  <a:pt x="2415872" y="114364"/>
                </a:cubicBezTo>
                <a:cubicBezTo>
                  <a:pt x="2410256" y="110673"/>
                  <a:pt x="2405906" y="105519"/>
                  <a:pt x="2402822" y="98902"/>
                </a:cubicBezTo>
                <a:cubicBezTo>
                  <a:pt x="2399737" y="92284"/>
                  <a:pt x="2398195" y="84679"/>
                  <a:pt x="2398195" y="76084"/>
                </a:cubicBezTo>
                <a:cubicBezTo>
                  <a:pt x="2398195" y="67701"/>
                  <a:pt x="2399592" y="60095"/>
                  <a:pt x="2402387" y="53267"/>
                </a:cubicBezTo>
                <a:cubicBezTo>
                  <a:pt x="2405181" y="46439"/>
                  <a:pt x="2409373" y="41206"/>
                  <a:pt x="2414962" y="37568"/>
                </a:cubicBezTo>
                <a:cubicBezTo>
                  <a:pt x="2420551" y="33929"/>
                  <a:pt x="2426799" y="32110"/>
                  <a:pt x="2433706" y="32110"/>
                </a:cubicBezTo>
                <a:cubicBezTo>
                  <a:pt x="2438768" y="32110"/>
                  <a:pt x="2443276" y="33178"/>
                  <a:pt x="2447231" y="35314"/>
                </a:cubicBezTo>
                <a:cubicBezTo>
                  <a:pt x="2451185" y="37449"/>
                  <a:pt x="2454401" y="40230"/>
                  <a:pt x="2456880" y="43658"/>
                </a:cubicBezTo>
                <a:lnTo>
                  <a:pt x="2456880" y="2056"/>
                </a:lnTo>
                <a:lnTo>
                  <a:pt x="2471037" y="2056"/>
                </a:lnTo>
                <a:lnTo>
                  <a:pt x="2471037" y="118002"/>
                </a:lnTo>
                <a:lnTo>
                  <a:pt x="2457829" y="118002"/>
                </a:lnTo>
                <a:moveTo>
                  <a:pt x="2412827" y="76084"/>
                </a:moveTo>
                <a:cubicBezTo>
                  <a:pt x="2412827" y="86840"/>
                  <a:pt x="2415094" y="94881"/>
                  <a:pt x="2419628" y="100207"/>
                </a:cubicBezTo>
                <a:cubicBezTo>
                  <a:pt x="2424163" y="105532"/>
                  <a:pt x="2429515" y="108195"/>
                  <a:pt x="2435684" y="108195"/>
                </a:cubicBezTo>
                <a:cubicBezTo>
                  <a:pt x="2441905" y="108195"/>
                  <a:pt x="2447191" y="105651"/>
                  <a:pt x="2451541" y="100563"/>
                </a:cubicBezTo>
                <a:cubicBezTo>
                  <a:pt x="2455891" y="95474"/>
                  <a:pt x="2458066" y="87710"/>
                  <a:pt x="2458066" y="77271"/>
                </a:cubicBezTo>
                <a:cubicBezTo>
                  <a:pt x="2458066" y="65776"/>
                  <a:pt x="2455851" y="57340"/>
                  <a:pt x="2451422" y="51962"/>
                </a:cubicBezTo>
                <a:cubicBezTo>
                  <a:pt x="2446993" y="46584"/>
                  <a:pt x="2441536" y="43895"/>
                  <a:pt x="2435051" y="43895"/>
                </a:cubicBezTo>
                <a:cubicBezTo>
                  <a:pt x="2428724" y="43895"/>
                  <a:pt x="2423438" y="46478"/>
                  <a:pt x="2419193" y="51646"/>
                </a:cubicBezTo>
                <a:cubicBezTo>
                  <a:pt x="2414949" y="56813"/>
                  <a:pt x="2412827" y="64959"/>
                  <a:pt x="2412827" y="76084"/>
                </a:cubicBezTo>
                <a:close/>
                <a:moveTo>
                  <a:pt x="2550261" y="90953"/>
                </a:moveTo>
                <a:lnTo>
                  <a:pt x="2564972" y="92772"/>
                </a:lnTo>
                <a:cubicBezTo>
                  <a:pt x="2562652" y="101367"/>
                  <a:pt x="2558355" y="108037"/>
                  <a:pt x="2552080" y="112782"/>
                </a:cubicBezTo>
                <a:cubicBezTo>
                  <a:pt x="2545806" y="117527"/>
                  <a:pt x="2537791" y="119900"/>
                  <a:pt x="2528037" y="119900"/>
                </a:cubicBezTo>
                <a:cubicBezTo>
                  <a:pt x="2515752" y="119900"/>
                  <a:pt x="2506011" y="116117"/>
                  <a:pt x="2498813" y="108551"/>
                </a:cubicBezTo>
                <a:cubicBezTo>
                  <a:pt x="2491616" y="100984"/>
                  <a:pt x="2488018" y="90373"/>
                  <a:pt x="2488018" y="76717"/>
                </a:cubicBezTo>
                <a:cubicBezTo>
                  <a:pt x="2488018" y="62586"/>
                  <a:pt x="2491656" y="51619"/>
                  <a:pt x="2498932" y="43816"/>
                </a:cubicBezTo>
                <a:cubicBezTo>
                  <a:pt x="2506208" y="36012"/>
                  <a:pt x="2515646" y="32110"/>
                  <a:pt x="2527246" y="32110"/>
                </a:cubicBezTo>
                <a:cubicBezTo>
                  <a:pt x="2538477" y="32110"/>
                  <a:pt x="2547651" y="35933"/>
                  <a:pt x="2554769" y="43578"/>
                </a:cubicBezTo>
                <a:cubicBezTo>
                  <a:pt x="2561887" y="51224"/>
                  <a:pt x="2565446" y="61980"/>
                  <a:pt x="2565446" y="75847"/>
                </a:cubicBezTo>
                <a:cubicBezTo>
                  <a:pt x="2565446" y="76691"/>
                  <a:pt x="2565420" y="77956"/>
                  <a:pt x="2565367" y="79643"/>
                </a:cubicBezTo>
                <a:lnTo>
                  <a:pt x="2502728" y="79643"/>
                </a:lnTo>
                <a:cubicBezTo>
                  <a:pt x="2503256" y="88870"/>
                  <a:pt x="2505866" y="95936"/>
                  <a:pt x="2510558" y="100839"/>
                </a:cubicBezTo>
                <a:cubicBezTo>
                  <a:pt x="2515251" y="105743"/>
                  <a:pt x="2521103" y="108195"/>
                  <a:pt x="2528116" y="108195"/>
                </a:cubicBezTo>
                <a:cubicBezTo>
                  <a:pt x="2533336" y="108195"/>
                  <a:pt x="2537791" y="106824"/>
                  <a:pt x="2541482" y="104082"/>
                </a:cubicBezTo>
                <a:cubicBezTo>
                  <a:pt x="2545173" y="101340"/>
                  <a:pt x="2548099" y="96964"/>
                  <a:pt x="2550261" y="90953"/>
                </a:cubicBezTo>
                <a:moveTo>
                  <a:pt x="2503519" y="67938"/>
                </a:moveTo>
                <a:lnTo>
                  <a:pt x="2550419" y="67938"/>
                </a:lnTo>
                <a:cubicBezTo>
                  <a:pt x="2549787" y="60873"/>
                  <a:pt x="2547994" y="55574"/>
                  <a:pt x="2545041" y="52041"/>
                </a:cubicBezTo>
                <a:cubicBezTo>
                  <a:pt x="2540507" y="46557"/>
                  <a:pt x="2534628" y="43816"/>
                  <a:pt x="2527404" y="43816"/>
                </a:cubicBezTo>
                <a:cubicBezTo>
                  <a:pt x="2520866" y="43816"/>
                  <a:pt x="2515369" y="46004"/>
                  <a:pt x="2510914" y="50380"/>
                </a:cubicBezTo>
                <a:cubicBezTo>
                  <a:pt x="2506459" y="54756"/>
                  <a:pt x="2503994" y="60609"/>
                  <a:pt x="2503519" y="67938"/>
                </a:cubicBezTo>
                <a:close/>
                <a:moveTo>
                  <a:pt x="2576495" y="92930"/>
                </a:moveTo>
                <a:lnTo>
                  <a:pt x="2590573" y="90716"/>
                </a:lnTo>
                <a:cubicBezTo>
                  <a:pt x="2591364" y="96358"/>
                  <a:pt x="2593565" y="100681"/>
                  <a:pt x="2597177" y="103687"/>
                </a:cubicBezTo>
                <a:cubicBezTo>
                  <a:pt x="2600789" y="106692"/>
                  <a:pt x="2605837" y="108195"/>
                  <a:pt x="2612323" y="108195"/>
                </a:cubicBezTo>
                <a:cubicBezTo>
                  <a:pt x="2618861" y="108195"/>
                  <a:pt x="2623712" y="106863"/>
                  <a:pt x="2626875" y="104201"/>
                </a:cubicBezTo>
                <a:cubicBezTo>
                  <a:pt x="2630039" y="101538"/>
                  <a:pt x="2631621" y="98414"/>
                  <a:pt x="2631621" y="94829"/>
                </a:cubicBezTo>
                <a:cubicBezTo>
                  <a:pt x="2631621" y="91612"/>
                  <a:pt x="2630223" y="89081"/>
                  <a:pt x="2627429" y="87236"/>
                </a:cubicBezTo>
                <a:cubicBezTo>
                  <a:pt x="2625478" y="85970"/>
                  <a:pt x="2620627" y="84362"/>
                  <a:pt x="2612876" y="82411"/>
                </a:cubicBezTo>
                <a:cubicBezTo>
                  <a:pt x="2602437" y="79775"/>
                  <a:pt x="2595200" y="77495"/>
                  <a:pt x="2591166" y="75570"/>
                </a:cubicBezTo>
                <a:cubicBezTo>
                  <a:pt x="2587133" y="73646"/>
                  <a:pt x="2584075" y="70983"/>
                  <a:pt x="2581992" y="67582"/>
                </a:cubicBezTo>
                <a:cubicBezTo>
                  <a:pt x="2579909" y="64181"/>
                  <a:pt x="2578868" y="60425"/>
                  <a:pt x="2578868" y="56312"/>
                </a:cubicBezTo>
                <a:cubicBezTo>
                  <a:pt x="2578868" y="52568"/>
                  <a:pt x="2579725" y="49102"/>
                  <a:pt x="2581438" y="45912"/>
                </a:cubicBezTo>
                <a:cubicBezTo>
                  <a:pt x="2583152" y="42722"/>
                  <a:pt x="2585485" y="40072"/>
                  <a:pt x="2588438" y="37963"/>
                </a:cubicBezTo>
                <a:cubicBezTo>
                  <a:pt x="2590652" y="36329"/>
                  <a:pt x="2593671" y="34944"/>
                  <a:pt x="2597493" y="33811"/>
                </a:cubicBezTo>
                <a:cubicBezTo>
                  <a:pt x="2601316" y="32677"/>
                  <a:pt x="2605416" y="32110"/>
                  <a:pt x="2609792" y="32110"/>
                </a:cubicBezTo>
                <a:cubicBezTo>
                  <a:pt x="2616383" y="32110"/>
                  <a:pt x="2622169" y="33059"/>
                  <a:pt x="2627152" y="34958"/>
                </a:cubicBezTo>
                <a:cubicBezTo>
                  <a:pt x="2632135" y="36856"/>
                  <a:pt x="2635812" y="39426"/>
                  <a:pt x="2638185" y="42669"/>
                </a:cubicBezTo>
                <a:cubicBezTo>
                  <a:pt x="2640558" y="45912"/>
                  <a:pt x="2642192" y="50248"/>
                  <a:pt x="2643089" y="55679"/>
                </a:cubicBezTo>
                <a:lnTo>
                  <a:pt x="2629169" y="57577"/>
                </a:lnTo>
                <a:cubicBezTo>
                  <a:pt x="2628536" y="53254"/>
                  <a:pt x="2626704" y="49879"/>
                  <a:pt x="2623672" y="47454"/>
                </a:cubicBezTo>
                <a:cubicBezTo>
                  <a:pt x="2620640" y="45028"/>
                  <a:pt x="2616356" y="43816"/>
                  <a:pt x="2610820" y="43816"/>
                </a:cubicBezTo>
                <a:cubicBezTo>
                  <a:pt x="2604282" y="43816"/>
                  <a:pt x="2599616" y="44897"/>
                  <a:pt x="2596821" y="47058"/>
                </a:cubicBezTo>
                <a:cubicBezTo>
                  <a:pt x="2594027" y="49220"/>
                  <a:pt x="2592629" y="51751"/>
                  <a:pt x="2592629" y="54651"/>
                </a:cubicBezTo>
                <a:cubicBezTo>
                  <a:pt x="2592629" y="56496"/>
                  <a:pt x="2593209" y="58157"/>
                  <a:pt x="2594369" y="59634"/>
                </a:cubicBezTo>
                <a:cubicBezTo>
                  <a:pt x="2595529" y="61163"/>
                  <a:pt x="2597348" y="62428"/>
                  <a:pt x="2599827" y="63430"/>
                </a:cubicBezTo>
                <a:cubicBezTo>
                  <a:pt x="2601250" y="63957"/>
                  <a:pt x="2605442" y="65170"/>
                  <a:pt x="2612402" y="67068"/>
                </a:cubicBezTo>
                <a:cubicBezTo>
                  <a:pt x="2622473" y="69757"/>
                  <a:pt x="2629498" y="71958"/>
                  <a:pt x="2633479" y="73672"/>
                </a:cubicBezTo>
                <a:cubicBezTo>
                  <a:pt x="2637460" y="75386"/>
                  <a:pt x="2640584" y="77877"/>
                  <a:pt x="2642851" y="81146"/>
                </a:cubicBezTo>
                <a:cubicBezTo>
                  <a:pt x="2645119" y="84415"/>
                  <a:pt x="2646252" y="88475"/>
                  <a:pt x="2646252" y="93326"/>
                </a:cubicBezTo>
                <a:cubicBezTo>
                  <a:pt x="2646252" y="98071"/>
                  <a:pt x="2644868" y="102540"/>
                  <a:pt x="2642100" y="106732"/>
                </a:cubicBezTo>
                <a:cubicBezTo>
                  <a:pt x="2639332" y="110923"/>
                  <a:pt x="2635338" y="114166"/>
                  <a:pt x="2630118" y="116460"/>
                </a:cubicBezTo>
                <a:cubicBezTo>
                  <a:pt x="2624898" y="118753"/>
                  <a:pt x="2618993" y="119900"/>
                  <a:pt x="2612402" y="119900"/>
                </a:cubicBezTo>
                <a:cubicBezTo>
                  <a:pt x="2601487" y="119900"/>
                  <a:pt x="2593170" y="117633"/>
                  <a:pt x="2587449" y="113098"/>
                </a:cubicBezTo>
                <a:cubicBezTo>
                  <a:pt x="2581728" y="108564"/>
                  <a:pt x="2578077" y="101841"/>
                  <a:pt x="2576495" y="92930"/>
                </a:cubicBezTo>
                <a:close/>
                <a:moveTo>
                  <a:pt x="2703025" y="92930"/>
                </a:moveTo>
                <a:lnTo>
                  <a:pt x="2717103" y="90716"/>
                </a:lnTo>
                <a:cubicBezTo>
                  <a:pt x="2717894" y="96358"/>
                  <a:pt x="2720095" y="100681"/>
                  <a:pt x="2723707" y="103687"/>
                </a:cubicBezTo>
                <a:cubicBezTo>
                  <a:pt x="2727318" y="106692"/>
                  <a:pt x="2732367" y="108195"/>
                  <a:pt x="2738852" y="108195"/>
                </a:cubicBezTo>
                <a:cubicBezTo>
                  <a:pt x="2745390" y="108195"/>
                  <a:pt x="2750241" y="106863"/>
                  <a:pt x="2753405" y="104201"/>
                </a:cubicBezTo>
                <a:cubicBezTo>
                  <a:pt x="2756568" y="101538"/>
                  <a:pt x="2758150" y="98414"/>
                  <a:pt x="2758150" y="94829"/>
                </a:cubicBezTo>
                <a:cubicBezTo>
                  <a:pt x="2758150" y="91612"/>
                  <a:pt x="2756753" y="89081"/>
                  <a:pt x="2753958" y="87236"/>
                </a:cubicBezTo>
                <a:cubicBezTo>
                  <a:pt x="2752008" y="85970"/>
                  <a:pt x="2747157" y="84362"/>
                  <a:pt x="2739406" y="82411"/>
                </a:cubicBezTo>
                <a:cubicBezTo>
                  <a:pt x="2728966" y="79775"/>
                  <a:pt x="2721729" y="77495"/>
                  <a:pt x="2717696" y="75570"/>
                </a:cubicBezTo>
                <a:cubicBezTo>
                  <a:pt x="2713662" y="73646"/>
                  <a:pt x="2710604" y="70983"/>
                  <a:pt x="2708521" y="67582"/>
                </a:cubicBezTo>
                <a:cubicBezTo>
                  <a:pt x="2706439" y="64181"/>
                  <a:pt x="2705397" y="60425"/>
                  <a:pt x="2705397" y="56312"/>
                </a:cubicBezTo>
                <a:cubicBezTo>
                  <a:pt x="2705397" y="52568"/>
                  <a:pt x="2706254" y="49102"/>
                  <a:pt x="2707968" y="45912"/>
                </a:cubicBezTo>
                <a:cubicBezTo>
                  <a:pt x="2709681" y="42722"/>
                  <a:pt x="2712015" y="40072"/>
                  <a:pt x="2714967" y="37963"/>
                </a:cubicBezTo>
                <a:cubicBezTo>
                  <a:pt x="2717182" y="36329"/>
                  <a:pt x="2720200" y="34944"/>
                  <a:pt x="2724023" y="33811"/>
                </a:cubicBezTo>
                <a:cubicBezTo>
                  <a:pt x="2727846" y="32677"/>
                  <a:pt x="2731945" y="32110"/>
                  <a:pt x="2736321" y="32110"/>
                </a:cubicBezTo>
                <a:cubicBezTo>
                  <a:pt x="2742912" y="32110"/>
                  <a:pt x="2748699" y="33059"/>
                  <a:pt x="2753682" y="34958"/>
                </a:cubicBezTo>
                <a:cubicBezTo>
                  <a:pt x="2758664" y="36856"/>
                  <a:pt x="2762342" y="39426"/>
                  <a:pt x="2764715" y="42669"/>
                </a:cubicBezTo>
                <a:cubicBezTo>
                  <a:pt x="2767087" y="45912"/>
                  <a:pt x="2768722" y="50248"/>
                  <a:pt x="2769618" y="55679"/>
                </a:cubicBezTo>
                <a:lnTo>
                  <a:pt x="2755698" y="57577"/>
                </a:lnTo>
                <a:cubicBezTo>
                  <a:pt x="2755066" y="53254"/>
                  <a:pt x="2753233" y="49879"/>
                  <a:pt x="2750202" y="47454"/>
                </a:cubicBezTo>
                <a:cubicBezTo>
                  <a:pt x="2747170" y="45028"/>
                  <a:pt x="2742886" y="43816"/>
                  <a:pt x="2737350" y="43816"/>
                </a:cubicBezTo>
                <a:cubicBezTo>
                  <a:pt x="2730812" y="43816"/>
                  <a:pt x="2726145" y="44897"/>
                  <a:pt x="2723351" y="47058"/>
                </a:cubicBezTo>
                <a:cubicBezTo>
                  <a:pt x="2720556" y="49220"/>
                  <a:pt x="2719159" y="51751"/>
                  <a:pt x="2719159" y="54651"/>
                </a:cubicBezTo>
                <a:cubicBezTo>
                  <a:pt x="2719159" y="56496"/>
                  <a:pt x="2719739" y="58157"/>
                  <a:pt x="2720899" y="59634"/>
                </a:cubicBezTo>
                <a:cubicBezTo>
                  <a:pt x="2722059" y="61163"/>
                  <a:pt x="2723878" y="62428"/>
                  <a:pt x="2726356" y="63430"/>
                </a:cubicBezTo>
                <a:cubicBezTo>
                  <a:pt x="2727780" y="63957"/>
                  <a:pt x="2731972" y="65170"/>
                  <a:pt x="2738931" y="67068"/>
                </a:cubicBezTo>
                <a:cubicBezTo>
                  <a:pt x="2749002" y="69757"/>
                  <a:pt x="2756028" y="71958"/>
                  <a:pt x="2760009" y="73672"/>
                </a:cubicBezTo>
                <a:cubicBezTo>
                  <a:pt x="2763990" y="75386"/>
                  <a:pt x="2767114" y="77877"/>
                  <a:pt x="2769381" y="81146"/>
                </a:cubicBezTo>
                <a:cubicBezTo>
                  <a:pt x="2771648" y="84415"/>
                  <a:pt x="2772782" y="88475"/>
                  <a:pt x="2772782" y="93326"/>
                </a:cubicBezTo>
                <a:cubicBezTo>
                  <a:pt x="2772782" y="98071"/>
                  <a:pt x="2771398" y="102540"/>
                  <a:pt x="2768630" y="106732"/>
                </a:cubicBezTo>
                <a:cubicBezTo>
                  <a:pt x="2765861" y="110923"/>
                  <a:pt x="2761867" y="114166"/>
                  <a:pt x="2756647" y="116460"/>
                </a:cubicBezTo>
                <a:cubicBezTo>
                  <a:pt x="2751428" y="118753"/>
                  <a:pt x="2745522" y="119900"/>
                  <a:pt x="2738931" y="119900"/>
                </a:cubicBezTo>
                <a:cubicBezTo>
                  <a:pt x="2728017" y="119900"/>
                  <a:pt x="2719699" y="117633"/>
                  <a:pt x="2713979" y="113098"/>
                </a:cubicBezTo>
                <a:cubicBezTo>
                  <a:pt x="2708258" y="108564"/>
                  <a:pt x="2704606" y="101841"/>
                  <a:pt x="2703025" y="92930"/>
                </a:cubicBezTo>
                <a:close/>
                <a:moveTo>
                  <a:pt x="2847205" y="90953"/>
                </a:moveTo>
                <a:lnTo>
                  <a:pt x="2861916" y="92772"/>
                </a:lnTo>
                <a:cubicBezTo>
                  <a:pt x="2859596" y="101367"/>
                  <a:pt x="2855299" y="108037"/>
                  <a:pt x="2849024" y="112782"/>
                </a:cubicBezTo>
                <a:cubicBezTo>
                  <a:pt x="2842750" y="117527"/>
                  <a:pt x="2834735" y="119900"/>
                  <a:pt x="2824981" y="119900"/>
                </a:cubicBezTo>
                <a:cubicBezTo>
                  <a:pt x="2812696" y="119900"/>
                  <a:pt x="2802954" y="116117"/>
                  <a:pt x="2795757" y="108551"/>
                </a:cubicBezTo>
                <a:cubicBezTo>
                  <a:pt x="2788560" y="100984"/>
                  <a:pt x="2784962" y="90373"/>
                  <a:pt x="2784962" y="76717"/>
                </a:cubicBezTo>
                <a:cubicBezTo>
                  <a:pt x="2784962" y="62586"/>
                  <a:pt x="2788600" y="51619"/>
                  <a:pt x="2795876" y="43816"/>
                </a:cubicBezTo>
                <a:cubicBezTo>
                  <a:pt x="2803152" y="36012"/>
                  <a:pt x="2812590" y="32110"/>
                  <a:pt x="2824190" y="32110"/>
                </a:cubicBezTo>
                <a:cubicBezTo>
                  <a:pt x="2835421" y="32110"/>
                  <a:pt x="2844595" y="35933"/>
                  <a:pt x="2851713" y="43578"/>
                </a:cubicBezTo>
                <a:cubicBezTo>
                  <a:pt x="2858831" y="51224"/>
                  <a:pt x="2862390" y="61980"/>
                  <a:pt x="2862390" y="75847"/>
                </a:cubicBezTo>
                <a:cubicBezTo>
                  <a:pt x="2862390" y="76691"/>
                  <a:pt x="2862364" y="77956"/>
                  <a:pt x="2862311" y="79643"/>
                </a:cubicBezTo>
                <a:lnTo>
                  <a:pt x="2799672" y="79643"/>
                </a:lnTo>
                <a:cubicBezTo>
                  <a:pt x="2800200" y="88870"/>
                  <a:pt x="2802809" y="95936"/>
                  <a:pt x="2807502" y="100839"/>
                </a:cubicBezTo>
                <a:cubicBezTo>
                  <a:pt x="2812195" y="105743"/>
                  <a:pt x="2818047" y="108195"/>
                  <a:pt x="2825060" y="108195"/>
                </a:cubicBezTo>
                <a:cubicBezTo>
                  <a:pt x="2830280" y="108195"/>
                  <a:pt x="2834735" y="106824"/>
                  <a:pt x="2838426" y="104082"/>
                </a:cubicBezTo>
                <a:cubicBezTo>
                  <a:pt x="2842117" y="101340"/>
                  <a:pt x="2845043" y="96964"/>
                  <a:pt x="2847205" y="90953"/>
                </a:cubicBezTo>
                <a:moveTo>
                  <a:pt x="2800463" y="67938"/>
                </a:moveTo>
                <a:lnTo>
                  <a:pt x="2847363" y="67938"/>
                </a:lnTo>
                <a:cubicBezTo>
                  <a:pt x="2846731" y="60873"/>
                  <a:pt x="2844938" y="55574"/>
                  <a:pt x="2841985" y="52041"/>
                </a:cubicBezTo>
                <a:cubicBezTo>
                  <a:pt x="2837451" y="46557"/>
                  <a:pt x="2831572" y="43816"/>
                  <a:pt x="2824348" y="43816"/>
                </a:cubicBezTo>
                <a:cubicBezTo>
                  <a:pt x="2817810" y="43816"/>
                  <a:pt x="2812313" y="46004"/>
                  <a:pt x="2807858" y="50380"/>
                </a:cubicBezTo>
                <a:cubicBezTo>
                  <a:pt x="2803403" y="54756"/>
                  <a:pt x="2800938" y="60609"/>
                  <a:pt x="2800463" y="67938"/>
                </a:cubicBezTo>
                <a:close/>
                <a:moveTo>
                  <a:pt x="2878976" y="118002"/>
                </a:moveTo>
                <a:lnTo>
                  <a:pt x="2878976" y="34009"/>
                </a:lnTo>
                <a:lnTo>
                  <a:pt x="2891788" y="34009"/>
                </a:lnTo>
                <a:lnTo>
                  <a:pt x="2891788" y="46742"/>
                </a:lnTo>
                <a:cubicBezTo>
                  <a:pt x="2895058" y="40784"/>
                  <a:pt x="2898076" y="36856"/>
                  <a:pt x="2900844" y="34958"/>
                </a:cubicBezTo>
                <a:cubicBezTo>
                  <a:pt x="2903612" y="33059"/>
                  <a:pt x="2906657" y="32110"/>
                  <a:pt x="2909979" y="32110"/>
                </a:cubicBezTo>
                <a:cubicBezTo>
                  <a:pt x="2914777" y="32110"/>
                  <a:pt x="2919654" y="33639"/>
                  <a:pt x="2924611" y="36698"/>
                </a:cubicBezTo>
                <a:lnTo>
                  <a:pt x="2919707" y="49906"/>
                </a:lnTo>
                <a:cubicBezTo>
                  <a:pt x="2916227" y="47849"/>
                  <a:pt x="2912747" y="46821"/>
                  <a:pt x="2909267" y="46821"/>
                </a:cubicBezTo>
                <a:cubicBezTo>
                  <a:pt x="2906156" y="46821"/>
                  <a:pt x="2903362" y="47757"/>
                  <a:pt x="2900884" y="49629"/>
                </a:cubicBezTo>
                <a:cubicBezTo>
                  <a:pt x="2898406" y="51501"/>
                  <a:pt x="2896639" y="54097"/>
                  <a:pt x="2895585" y="57419"/>
                </a:cubicBezTo>
                <a:cubicBezTo>
                  <a:pt x="2894003" y="62481"/>
                  <a:pt x="2893212" y="68017"/>
                  <a:pt x="2893212" y="74028"/>
                </a:cubicBezTo>
                <a:lnTo>
                  <a:pt x="2893212" y="118002"/>
                </a:lnTo>
                <a:lnTo>
                  <a:pt x="2878976" y="118002"/>
                </a:lnTo>
                <a:close/>
                <a:moveTo>
                  <a:pt x="2956452" y="118002"/>
                </a:moveTo>
                <a:lnTo>
                  <a:pt x="2924500" y="34009"/>
                </a:lnTo>
                <a:lnTo>
                  <a:pt x="2939527" y="34009"/>
                </a:lnTo>
                <a:lnTo>
                  <a:pt x="2957559" y="84310"/>
                </a:lnTo>
                <a:cubicBezTo>
                  <a:pt x="2959510" y="89740"/>
                  <a:pt x="2961303" y="95382"/>
                  <a:pt x="2962937" y="101235"/>
                </a:cubicBezTo>
                <a:cubicBezTo>
                  <a:pt x="2964203" y="96806"/>
                  <a:pt x="2965969" y="91480"/>
                  <a:pt x="2968236" y="85259"/>
                </a:cubicBezTo>
                <a:lnTo>
                  <a:pt x="2986901" y="34009"/>
                </a:lnTo>
                <a:lnTo>
                  <a:pt x="3001533" y="34009"/>
                </a:lnTo>
                <a:lnTo>
                  <a:pt x="2969739" y="118002"/>
                </a:lnTo>
                <a:lnTo>
                  <a:pt x="2956452" y="118002"/>
                </a:lnTo>
                <a:close/>
                <a:moveTo>
                  <a:pt x="3014188" y="18428"/>
                </a:moveTo>
                <a:lnTo>
                  <a:pt x="3014188" y="2056"/>
                </a:lnTo>
                <a:lnTo>
                  <a:pt x="3028424" y="2056"/>
                </a:lnTo>
                <a:lnTo>
                  <a:pt x="3028424" y="18428"/>
                </a:lnTo>
                <a:lnTo>
                  <a:pt x="3014188" y="18428"/>
                </a:lnTo>
                <a:moveTo>
                  <a:pt x="3014188" y="118002"/>
                </a:moveTo>
                <a:lnTo>
                  <a:pt x="3014188" y="34009"/>
                </a:lnTo>
                <a:lnTo>
                  <a:pt x="3028424" y="34009"/>
                </a:lnTo>
                <a:lnTo>
                  <a:pt x="3028424" y="118002"/>
                </a:lnTo>
                <a:lnTo>
                  <a:pt x="3014188" y="118002"/>
                </a:lnTo>
                <a:close/>
                <a:moveTo>
                  <a:pt x="3104357" y="87236"/>
                </a:moveTo>
                <a:lnTo>
                  <a:pt x="3118356" y="89055"/>
                </a:lnTo>
                <a:cubicBezTo>
                  <a:pt x="3116827" y="98704"/>
                  <a:pt x="3112912" y="106257"/>
                  <a:pt x="3106611" y="111714"/>
                </a:cubicBezTo>
                <a:cubicBezTo>
                  <a:pt x="3100310" y="117171"/>
                  <a:pt x="3092573" y="119900"/>
                  <a:pt x="3083398" y="119900"/>
                </a:cubicBezTo>
                <a:cubicBezTo>
                  <a:pt x="3071904" y="119900"/>
                  <a:pt x="3062664" y="116143"/>
                  <a:pt x="3055677" y="108630"/>
                </a:cubicBezTo>
                <a:cubicBezTo>
                  <a:pt x="3048691" y="101116"/>
                  <a:pt x="3045198" y="90347"/>
                  <a:pt x="3045198" y="76322"/>
                </a:cubicBezTo>
                <a:cubicBezTo>
                  <a:pt x="3045198" y="67253"/>
                  <a:pt x="3046701" y="59317"/>
                  <a:pt x="3049706" y="52516"/>
                </a:cubicBezTo>
                <a:cubicBezTo>
                  <a:pt x="3052712" y="45714"/>
                  <a:pt x="3057286" y="40613"/>
                  <a:pt x="3063428" y="37212"/>
                </a:cubicBezTo>
                <a:cubicBezTo>
                  <a:pt x="3069571" y="33811"/>
                  <a:pt x="3076254" y="32110"/>
                  <a:pt x="3083477" y="32110"/>
                </a:cubicBezTo>
                <a:cubicBezTo>
                  <a:pt x="3092599" y="32110"/>
                  <a:pt x="3100060" y="34417"/>
                  <a:pt x="3105860" y="39031"/>
                </a:cubicBezTo>
                <a:cubicBezTo>
                  <a:pt x="3111660" y="43644"/>
                  <a:pt x="3115377" y="50196"/>
                  <a:pt x="3117012" y="58685"/>
                </a:cubicBezTo>
                <a:lnTo>
                  <a:pt x="3103171" y="60820"/>
                </a:lnTo>
                <a:cubicBezTo>
                  <a:pt x="3101853" y="55178"/>
                  <a:pt x="3099520" y="50934"/>
                  <a:pt x="3096171" y="48087"/>
                </a:cubicBezTo>
                <a:cubicBezTo>
                  <a:pt x="3092823" y="45239"/>
                  <a:pt x="3088777" y="43816"/>
                  <a:pt x="3084031" y="43816"/>
                </a:cubicBezTo>
                <a:cubicBezTo>
                  <a:pt x="3076860" y="43816"/>
                  <a:pt x="3071034" y="46386"/>
                  <a:pt x="3066552" y="51527"/>
                </a:cubicBezTo>
                <a:cubicBezTo>
                  <a:pt x="3062071" y="56668"/>
                  <a:pt x="3059830" y="64801"/>
                  <a:pt x="3059830" y="75926"/>
                </a:cubicBezTo>
                <a:cubicBezTo>
                  <a:pt x="3059830" y="87210"/>
                  <a:pt x="3061991" y="95409"/>
                  <a:pt x="3066315" y="100523"/>
                </a:cubicBezTo>
                <a:cubicBezTo>
                  <a:pt x="3070639" y="105637"/>
                  <a:pt x="3076280" y="108195"/>
                  <a:pt x="3083240" y="108195"/>
                </a:cubicBezTo>
                <a:cubicBezTo>
                  <a:pt x="3088829" y="108195"/>
                  <a:pt x="3093496" y="106481"/>
                  <a:pt x="3097239" y="103054"/>
                </a:cubicBezTo>
                <a:cubicBezTo>
                  <a:pt x="3100983" y="99627"/>
                  <a:pt x="3103355" y="94354"/>
                  <a:pt x="3104357" y="87236"/>
                </a:cubicBezTo>
                <a:close/>
                <a:moveTo>
                  <a:pt x="3188034" y="90953"/>
                </a:moveTo>
                <a:lnTo>
                  <a:pt x="3202745" y="92772"/>
                </a:lnTo>
                <a:cubicBezTo>
                  <a:pt x="3200425" y="101367"/>
                  <a:pt x="3196128" y="108037"/>
                  <a:pt x="3189853" y="112782"/>
                </a:cubicBezTo>
                <a:cubicBezTo>
                  <a:pt x="3183579" y="117527"/>
                  <a:pt x="3175565" y="119900"/>
                  <a:pt x="3165810" y="119900"/>
                </a:cubicBezTo>
                <a:cubicBezTo>
                  <a:pt x="3153525" y="119900"/>
                  <a:pt x="3143784" y="116117"/>
                  <a:pt x="3136587" y="108551"/>
                </a:cubicBezTo>
                <a:cubicBezTo>
                  <a:pt x="3129389" y="100984"/>
                  <a:pt x="3125791" y="90373"/>
                  <a:pt x="3125791" y="76717"/>
                </a:cubicBezTo>
                <a:cubicBezTo>
                  <a:pt x="3125791" y="62586"/>
                  <a:pt x="3129429" y="51619"/>
                  <a:pt x="3136705" y="43816"/>
                </a:cubicBezTo>
                <a:cubicBezTo>
                  <a:pt x="3143981" y="36012"/>
                  <a:pt x="3153419" y="32110"/>
                  <a:pt x="3165019" y="32110"/>
                </a:cubicBezTo>
                <a:cubicBezTo>
                  <a:pt x="3176250" y="32110"/>
                  <a:pt x="3185424" y="35933"/>
                  <a:pt x="3192542" y="43578"/>
                </a:cubicBezTo>
                <a:cubicBezTo>
                  <a:pt x="3199661" y="51224"/>
                  <a:pt x="3203220" y="61980"/>
                  <a:pt x="3203220" y="75847"/>
                </a:cubicBezTo>
                <a:cubicBezTo>
                  <a:pt x="3203220" y="76691"/>
                  <a:pt x="3203193" y="77956"/>
                  <a:pt x="3203140" y="79643"/>
                </a:cubicBezTo>
                <a:lnTo>
                  <a:pt x="3140501" y="79643"/>
                </a:lnTo>
                <a:cubicBezTo>
                  <a:pt x="3141029" y="88870"/>
                  <a:pt x="3143639" y="95936"/>
                  <a:pt x="3148331" y="100839"/>
                </a:cubicBezTo>
                <a:cubicBezTo>
                  <a:pt x="3153024" y="105743"/>
                  <a:pt x="3158877" y="108195"/>
                  <a:pt x="3165889" y="108195"/>
                </a:cubicBezTo>
                <a:cubicBezTo>
                  <a:pt x="3171109" y="108195"/>
                  <a:pt x="3175565" y="106824"/>
                  <a:pt x="3179255" y="104082"/>
                </a:cubicBezTo>
                <a:cubicBezTo>
                  <a:pt x="3182946" y="101340"/>
                  <a:pt x="3185873" y="96964"/>
                  <a:pt x="3188034" y="90953"/>
                </a:cubicBezTo>
                <a:moveTo>
                  <a:pt x="3141292" y="67938"/>
                </a:moveTo>
                <a:lnTo>
                  <a:pt x="3188193" y="67938"/>
                </a:lnTo>
                <a:cubicBezTo>
                  <a:pt x="3187560" y="60873"/>
                  <a:pt x="3185767" y="55574"/>
                  <a:pt x="3182814" y="52041"/>
                </a:cubicBezTo>
                <a:cubicBezTo>
                  <a:pt x="3178280" y="46557"/>
                  <a:pt x="3172401" y="43816"/>
                  <a:pt x="3165177" y="43816"/>
                </a:cubicBezTo>
                <a:cubicBezTo>
                  <a:pt x="3158639" y="43816"/>
                  <a:pt x="3153143" y="46004"/>
                  <a:pt x="3148687" y="50380"/>
                </a:cubicBezTo>
                <a:cubicBezTo>
                  <a:pt x="3144232" y="54756"/>
                  <a:pt x="3141767" y="60609"/>
                  <a:pt x="3141292" y="679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53233A-9BCC-4007-9ED3-364EAD25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117" y="406127"/>
            <a:ext cx="5883018" cy="10"/>
          </a:xfrm>
          <a:custGeom xmlns:a="http://schemas.openxmlformats.org/drawingml/2006/main">
            <a:pathLst>
              <a:path w="5883018" h="1" fill="none">
                <a:moveTo>
                  <a:pt x="0" y="0"/>
                </a:moveTo>
                <a:lnTo>
                  <a:pt x="5883018" y="1"/>
                </a:lnTo>
              </a:path>
            </a:pathLst>
          </a:custGeom>
          <a:noFill xmlns:a="http://schemas.openxmlformats.org/drawingml/2006/main"/>
          <a:ln xmlns:a="http://schemas.openxmlformats.org/drawingml/2006/main" w="674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C1261-F89E-4EA0-B857-49B752E9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117" y="762474"/>
            <a:ext cx="5883018" cy="10"/>
          </a:xfrm>
          <a:custGeom xmlns:a="http://schemas.openxmlformats.org/drawingml/2006/main">
            <a:pathLst>
              <a:path w="5883018" h="1" fill="none">
                <a:moveTo>
                  <a:pt x="0" y="0"/>
                </a:moveTo>
                <a:lnTo>
                  <a:pt x="5883018" y="1"/>
                </a:lnTo>
              </a:path>
            </a:pathLst>
          </a:custGeom>
          <a:noFill xmlns:a="http://schemas.openxmlformats.org/drawingml/2006/main"/>
          <a:ln xmlns:a="http://schemas.openxmlformats.org/drawingml/2006/main" w="674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4D72D-1B3C-4878-95F7-BD113D6B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391" y="1118820"/>
            <a:ext cx="5895810" cy="10"/>
          </a:xfrm>
          <a:custGeom xmlns:a="http://schemas.openxmlformats.org/drawingml/2006/main">
            <a:pathLst>
              <a:path w="5895810" h="1" fill="none">
                <a:moveTo>
                  <a:pt x="0" y="0"/>
                </a:moveTo>
                <a:lnTo>
                  <a:pt x="5895810" y="1"/>
                </a:lnTo>
              </a:path>
            </a:pathLst>
          </a:custGeom>
          <a:noFill xmlns:a="http://schemas.openxmlformats.org/drawingml/2006/main"/>
          <a:ln xmlns:a="http://schemas.openxmlformats.org/drawingml/2006/main" w="674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5454D-9271-457C-B22F-1EA624A8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1117" y="1478110"/>
            <a:ext cx="5895810" cy="10"/>
          </a:xfrm>
          <a:custGeom xmlns:a="http://schemas.openxmlformats.org/drawingml/2006/main">
            <a:pathLst>
              <a:path w="5895810" h="1" fill="none">
                <a:moveTo>
                  <a:pt x="0" y="0"/>
                </a:moveTo>
                <a:lnTo>
                  <a:pt x="5895810" y="1"/>
                </a:lnTo>
              </a:path>
            </a:pathLst>
          </a:custGeom>
          <a:noFill xmlns:a="http://schemas.openxmlformats.org/drawingml/2006/main"/>
          <a:ln xmlns:a="http://schemas.openxmlformats.org/drawingml/2006/main" w="674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F2660-4A3C-4A93-9619-0445D75C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391" y="2370450"/>
            <a:ext cx="5532696" cy="3592"/>
          </a:xfrm>
          <a:custGeom xmlns:a="http://schemas.openxmlformats.org/drawingml/2006/main">
            <a:pathLst>
              <a:path w="5532696" h="3592" fill="none">
                <a:moveTo>
                  <a:pt x="0" y="3592"/>
                </a:moveTo>
                <a:lnTo>
                  <a:pt x="55326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273B0-FCD8-4982-AC89-1234577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556" y="2732687"/>
            <a:ext cx="5532696" cy="3592"/>
          </a:xfrm>
          <a:custGeom xmlns:a="http://schemas.openxmlformats.org/drawingml/2006/main">
            <a:pathLst>
              <a:path w="5532696" h="3592" fill="none">
                <a:moveTo>
                  <a:pt x="0" y="3592"/>
                </a:moveTo>
                <a:lnTo>
                  <a:pt x="55326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9D8BB0-89DB-45F0-8364-C0B396DD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445" y="3221559"/>
            <a:ext cx="5532696" cy="3592"/>
          </a:xfrm>
          <a:custGeom xmlns:a="http://schemas.openxmlformats.org/drawingml/2006/main">
            <a:pathLst>
              <a:path w="5532696" h="3592" fill="none">
                <a:moveTo>
                  <a:pt x="0" y="3592"/>
                </a:moveTo>
                <a:lnTo>
                  <a:pt x="55326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7CAFD-E7B6-4794-B31C-66379A42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722" y="3574961"/>
            <a:ext cx="5532696" cy="3592"/>
          </a:xfrm>
          <a:custGeom xmlns:a="http://schemas.openxmlformats.org/drawingml/2006/main">
            <a:pathLst>
              <a:path w="5532696" h="3592" fill="none">
                <a:moveTo>
                  <a:pt x="0" y="3592"/>
                </a:moveTo>
                <a:lnTo>
                  <a:pt x="55326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6749" cap="flat">
            <a:solidFill>
              <a:srgbClr val="4472C4"/>
            </a:solidFill>
            <a:custDash>
              <a:ds d="300000" sp="100000"/>
            </a:custDash>
            <a:miter/>
          </a:ln>
        </p:spPr>
      </p:sp>
      <p:sp>
        <p:nvSpPr>
          <p:cNvPr id="193" name="Text (§">
            <a:extLst xmlns:a="http://schemas.openxmlformats.org/drawingml/2006/main">
              <a:ext uri="{FF2B5EF4-FFF2-40B4-BE49-F238E27FC236}">
                <a16:creationId xmlns:a16="http://schemas.microsoft.com/office/drawing/2014/main" id="{43A36BC5-95E0-45C2-A5DE-19A50031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7676" y="3722334"/>
            <a:ext cx="109831" cy="152010"/>
          </a:xfrm>
          <a:custGeom xmlns:a="http://schemas.openxmlformats.org/drawingml/2006/main">
            <a:pathLst>
              <a:path w="109831" h="152010">
                <a:moveTo>
                  <a:pt x="28077" y="152010"/>
                </a:moveTo>
                <a:cubicBezTo>
                  <a:pt x="20221" y="142098"/>
                  <a:pt x="13577" y="130498"/>
                  <a:pt x="8146" y="117211"/>
                </a:cubicBezTo>
                <a:cubicBezTo>
                  <a:pt x="2715" y="103924"/>
                  <a:pt x="0" y="90162"/>
                  <a:pt x="0" y="75926"/>
                </a:cubicBezTo>
                <a:cubicBezTo>
                  <a:pt x="0" y="63377"/>
                  <a:pt x="2030" y="51356"/>
                  <a:pt x="6090" y="39861"/>
                </a:cubicBezTo>
                <a:cubicBezTo>
                  <a:pt x="10835" y="26521"/>
                  <a:pt x="18164" y="13234"/>
                  <a:pt x="28077" y="0"/>
                </a:cubicBezTo>
                <a:lnTo>
                  <a:pt x="38279" y="0"/>
                </a:lnTo>
                <a:cubicBezTo>
                  <a:pt x="31900" y="10967"/>
                  <a:pt x="27681" y="18797"/>
                  <a:pt x="25625" y="23490"/>
                </a:cubicBezTo>
                <a:cubicBezTo>
                  <a:pt x="22409" y="30766"/>
                  <a:pt x="19878" y="38358"/>
                  <a:pt x="18032" y="46267"/>
                </a:cubicBezTo>
                <a:cubicBezTo>
                  <a:pt x="15765" y="56127"/>
                  <a:pt x="14632" y="66040"/>
                  <a:pt x="14632" y="76005"/>
                </a:cubicBezTo>
                <a:cubicBezTo>
                  <a:pt x="14632" y="101367"/>
                  <a:pt x="22514" y="126702"/>
                  <a:pt x="38279" y="152010"/>
                </a:cubicBezTo>
                <a:lnTo>
                  <a:pt x="28077" y="152010"/>
                </a:lnTo>
                <a:close/>
                <a:moveTo>
                  <a:pt x="109515" y="116168"/>
                </a:moveTo>
                <a:cubicBezTo>
                  <a:pt x="109515" y="123765"/>
                  <a:pt x="106994" y="129700"/>
                  <a:pt x="101952" y="133973"/>
                </a:cubicBezTo>
                <a:cubicBezTo>
                  <a:pt x="96910" y="138247"/>
                  <a:pt x="89901" y="140384"/>
                  <a:pt x="80924" y="140384"/>
                </a:cubicBezTo>
                <a:cubicBezTo>
                  <a:pt x="71738" y="140384"/>
                  <a:pt x="64783" y="138695"/>
                  <a:pt x="60057" y="135318"/>
                </a:cubicBezTo>
                <a:cubicBezTo>
                  <a:pt x="55331" y="131941"/>
                  <a:pt x="52203" y="126693"/>
                  <a:pt x="50672" y="119571"/>
                </a:cubicBezTo>
                <a:lnTo>
                  <a:pt x="59768" y="117592"/>
                </a:lnTo>
                <a:cubicBezTo>
                  <a:pt x="60928" y="122922"/>
                  <a:pt x="63129" y="126814"/>
                  <a:pt x="66372" y="129267"/>
                </a:cubicBezTo>
                <a:cubicBezTo>
                  <a:pt x="69614" y="131722"/>
                  <a:pt x="74452" y="132950"/>
                  <a:pt x="80885" y="132950"/>
                </a:cubicBezTo>
                <a:cubicBezTo>
                  <a:pt x="86843" y="132950"/>
                  <a:pt x="91549" y="131578"/>
                  <a:pt x="95002" y="128835"/>
                </a:cubicBezTo>
                <a:cubicBezTo>
                  <a:pt x="98456" y="126091"/>
                  <a:pt x="100183" y="122133"/>
                  <a:pt x="100183" y="116961"/>
                </a:cubicBezTo>
                <a:cubicBezTo>
                  <a:pt x="100183" y="114007"/>
                  <a:pt x="99564" y="111501"/>
                  <a:pt x="98326" y="109443"/>
                </a:cubicBezTo>
                <a:cubicBezTo>
                  <a:pt x="97091" y="107385"/>
                  <a:pt x="95183" y="105578"/>
                  <a:pt x="92602" y="104023"/>
                </a:cubicBezTo>
                <a:cubicBezTo>
                  <a:pt x="90024" y="102466"/>
                  <a:pt x="84918" y="100421"/>
                  <a:pt x="77286" y="97888"/>
                </a:cubicBezTo>
                <a:cubicBezTo>
                  <a:pt x="68548" y="95092"/>
                  <a:pt x="62402" y="91703"/>
                  <a:pt x="58848" y="87720"/>
                </a:cubicBezTo>
                <a:cubicBezTo>
                  <a:pt x="55296" y="83736"/>
                  <a:pt x="53520" y="78843"/>
                  <a:pt x="53520" y="73039"/>
                </a:cubicBezTo>
                <a:cubicBezTo>
                  <a:pt x="53520" y="68132"/>
                  <a:pt x="54851" y="63701"/>
                  <a:pt x="57514" y="59745"/>
                </a:cubicBezTo>
                <a:cubicBezTo>
                  <a:pt x="60176" y="55787"/>
                  <a:pt x="63854" y="53069"/>
                  <a:pt x="68547" y="51591"/>
                </a:cubicBezTo>
                <a:cubicBezTo>
                  <a:pt x="64357" y="50060"/>
                  <a:pt x="61041" y="47541"/>
                  <a:pt x="58601" y="44033"/>
                </a:cubicBezTo>
                <a:cubicBezTo>
                  <a:pt x="56163" y="40525"/>
                  <a:pt x="54943" y="36450"/>
                  <a:pt x="54943" y="31806"/>
                </a:cubicBezTo>
                <a:cubicBezTo>
                  <a:pt x="54943" y="24738"/>
                  <a:pt x="57187" y="19212"/>
                  <a:pt x="61676" y="15230"/>
                </a:cubicBezTo>
                <a:cubicBezTo>
                  <a:pt x="66164" y="11246"/>
                  <a:pt x="72765" y="9253"/>
                  <a:pt x="81478" y="9253"/>
                </a:cubicBezTo>
                <a:cubicBezTo>
                  <a:pt x="89029" y="9253"/>
                  <a:pt x="95062" y="10981"/>
                  <a:pt x="99577" y="14436"/>
                </a:cubicBezTo>
                <a:cubicBezTo>
                  <a:pt x="104092" y="17892"/>
                  <a:pt x="106877" y="22838"/>
                  <a:pt x="107933" y="29276"/>
                </a:cubicBezTo>
                <a:lnTo>
                  <a:pt x="98443" y="30778"/>
                </a:lnTo>
                <a:cubicBezTo>
                  <a:pt x="97810" y="26244"/>
                  <a:pt x="96070" y="22778"/>
                  <a:pt x="93223" y="20380"/>
                </a:cubicBezTo>
                <a:cubicBezTo>
                  <a:pt x="90375" y="17981"/>
                  <a:pt x="86474" y="16782"/>
                  <a:pt x="81517" y="16782"/>
                </a:cubicBezTo>
                <a:cubicBezTo>
                  <a:pt x="75770" y="16782"/>
                  <a:pt x="71460" y="18061"/>
                  <a:pt x="68586" y="20620"/>
                </a:cubicBezTo>
                <a:cubicBezTo>
                  <a:pt x="65713" y="23177"/>
                  <a:pt x="64276" y="26565"/>
                  <a:pt x="64276" y="30783"/>
                </a:cubicBezTo>
                <a:cubicBezTo>
                  <a:pt x="64276" y="33632"/>
                  <a:pt x="64909" y="36045"/>
                  <a:pt x="66174" y="38022"/>
                </a:cubicBezTo>
                <a:cubicBezTo>
                  <a:pt x="67439" y="40000"/>
                  <a:pt x="69258" y="41714"/>
                  <a:pt x="71631" y="43166"/>
                </a:cubicBezTo>
                <a:cubicBezTo>
                  <a:pt x="74004" y="44616"/>
                  <a:pt x="78222" y="46237"/>
                  <a:pt x="84286" y="48030"/>
                </a:cubicBezTo>
                <a:cubicBezTo>
                  <a:pt x="90665" y="49877"/>
                  <a:pt x="95556" y="51882"/>
                  <a:pt x="98957" y="54045"/>
                </a:cubicBezTo>
                <a:cubicBezTo>
                  <a:pt x="102358" y="56207"/>
                  <a:pt x="105020" y="58832"/>
                  <a:pt x="106945" y="61920"/>
                </a:cubicBezTo>
                <a:cubicBezTo>
                  <a:pt x="108869" y="65006"/>
                  <a:pt x="109831" y="68659"/>
                  <a:pt x="109831" y="72879"/>
                </a:cubicBezTo>
                <a:cubicBezTo>
                  <a:pt x="109831" y="78260"/>
                  <a:pt x="108512" y="82943"/>
                  <a:pt x="105872" y="86927"/>
                </a:cubicBezTo>
                <a:cubicBezTo>
                  <a:pt x="103232" y="90911"/>
                  <a:pt x="99807" y="93457"/>
                  <a:pt x="95595" y="94564"/>
                </a:cubicBezTo>
                <a:cubicBezTo>
                  <a:pt x="100448" y="96886"/>
                  <a:pt x="103981" y="99800"/>
                  <a:pt x="106193" y="103308"/>
                </a:cubicBezTo>
                <a:cubicBezTo>
                  <a:pt x="108408" y="106816"/>
                  <a:pt x="109515" y="111103"/>
                  <a:pt x="109515" y="116168"/>
                </a:cubicBezTo>
                <a:moveTo>
                  <a:pt x="100499" y="73988"/>
                </a:moveTo>
                <a:cubicBezTo>
                  <a:pt x="100499" y="69292"/>
                  <a:pt x="98858" y="65454"/>
                  <a:pt x="95576" y="62473"/>
                </a:cubicBezTo>
                <a:cubicBezTo>
                  <a:pt x="92295" y="59493"/>
                  <a:pt x="86821" y="57105"/>
                  <a:pt x="79155" y="55311"/>
                </a:cubicBezTo>
                <a:cubicBezTo>
                  <a:pt x="74167" y="55522"/>
                  <a:pt x="70203" y="57211"/>
                  <a:pt x="67261" y="60378"/>
                </a:cubicBezTo>
                <a:cubicBezTo>
                  <a:pt x="64322" y="63543"/>
                  <a:pt x="62852" y="67578"/>
                  <a:pt x="62852" y="72483"/>
                </a:cubicBezTo>
                <a:cubicBezTo>
                  <a:pt x="62852" y="77021"/>
                  <a:pt x="64388" y="80754"/>
                  <a:pt x="67459" y="83682"/>
                </a:cubicBezTo>
                <a:cubicBezTo>
                  <a:pt x="70531" y="86610"/>
                  <a:pt x="75558" y="88918"/>
                  <a:pt x="82543" y="90607"/>
                </a:cubicBezTo>
                <a:cubicBezTo>
                  <a:pt x="88107" y="90502"/>
                  <a:pt x="92491" y="88945"/>
                  <a:pt x="95694" y="85938"/>
                </a:cubicBezTo>
                <a:cubicBezTo>
                  <a:pt x="98897" y="82931"/>
                  <a:pt x="100499" y="78948"/>
                  <a:pt x="100499" y="739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4.5">
            <a:extLst xmlns:a="http://schemas.openxmlformats.org/drawingml/2006/main">
              <a:ext uri="{FF2B5EF4-FFF2-40B4-BE49-F238E27FC236}">
                <a16:creationId xmlns:a16="http://schemas.microsoft.com/office/drawing/2014/main" id="{91E03136-0D9F-4228-BAE2-884A8286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6469" y="3724312"/>
            <a:ext cx="216499" cy="117923"/>
          </a:xfrm>
          <a:custGeom xmlns:a="http://schemas.openxmlformats.org/drawingml/2006/main">
            <a:pathLst>
              <a:path w="216499" h="117923">
                <a:moveTo>
                  <a:pt x="50301" y="115945"/>
                </a:moveTo>
                <a:lnTo>
                  <a:pt x="50301" y="88185"/>
                </a:lnTo>
                <a:lnTo>
                  <a:pt x="0" y="88185"/>
                </a:lnTo>
                <a:lnTo>
                  <a:pt x="0" y="75135"/>
                </a:lnTo>
                <a:lnTo>
                  <a:pt x="52911" y="0"/>
                </a:lnTo>
                <a:lnTo>
                  <a:pt x="64537" y="0"/>
                </a:lnTo>
                <a:lnTo>
                  <a:pt x="64537" y="75135"/>
                </a:lnTo>
                <a:lnTo>
                  <a:pt x="80197" y="75135"/>
                </a:lnTo>
                <a:lnTo>
                  <a:pt x="80197" y="88185"/>
                </a:lnTo>
                <a:lnTo>
                  <a:pt x="64537" y="88185"/>
                </a:lnTo>
                <a:lnTo>
                  <a:pt x="64537" y="115945"/>
                </a:lnTo>
                <a:lnTo>
                  <a:pt x="50301" y="115945"/>
                </a:lnTo>
                <a:moveTo>
                  <a:pt x="50301" y="75135"/>
                </a:moveTo>
                <a:lnTo>
                  <a:pt x="50301" y="22857"/>
                </a:lnTo>
                <a:lnTo>
                  <a:pt x="13999" y="75135"/>
                </a:lnTo>
                <a:lnTo>
                  <a:pt x="50301" y="75135"/>
                </a:lnTo>
                <a:close/>
                <a:moveTo>
                  <a:pt x="102081" y="115945"/>
                </a:moveTo>
                <a:lnTo>
                  <a:pt x="102081" y="99732"/>
                </a:lnTo>
                <a:lnTo>
                  <a:pt x="118294" y="99732"/>
                </a:lnTo>
                <a:lnTo>
                  <a:pt x="118294" y="115945"/>
                </a:lnTo>
                <a:lnTo>
                  <a:pt x="102081" y="115945"/>
                </a:lnTo>
                <a:close/>
                <a:moveTo>
                  <a:pt x="139624" y="85575"/>
                </a:moveTo>
                <a:lnTo>
                  <a:pt x="154572" y="84310"/>
                </a:lnTo>
                <a:cubicBezTo>
                  <a:pt x="155679" y="91586"/>
                  <a:pt x="158250" y="97056"/>
                  <a:pt x="162283" y="100721"/>
                </a:cubicBezTo>
                <a:cubicBezTo>
                  <a:pt x="166317" y="104385"/>
                  <a:pt x="171181" y="106217"/>
                  <a:pt x="176875" y="106217"/>
                </a:cubicBezTo>
                <a:cubicBezTo>
                  <a:pt x="183730" y="106217"/>
                  <a:pt x="189530" y="103634"/>
                  <a:pt x="194275" y="98467"/>
                </a:cubicBezTo>
                <a:cubicBezTo>
                  <a:pt x="199020" y="93299"/>
                  <a:pt x="201393" y="86445"/>
                  <a:pt x="201393" y="77903"/>
                </a:cubicBezTo>
                <a:cubicBezTo>
                  <a:pt x="201393" y="69783"/>
                  <a:pt x="199113" y="63377"/>
                  <a:pt x="194552" y="58685"/>
                </a:cubicBezTo>
                <a:cubicBezTo>
                  <a:pt x="189991" y="53992"/>
                  <a:pt x="184020" y="51646"/>
                  <a:pt x="176638" y="51646"/>
                </a:cubicBezTo>
                <a:cubicBezTo>
                  <a:pt x="172051" y="51646"/>
                  <a:pt x="167912" y="52687"/>
                  <a:pt x="164221" y="54770"/>
                </a:cubicBezTo>
                <a:cubicBezTo>
                  <a:pt x="160530" y="56852"/>
                  <a:pt x="157630" y="59555"/>
                  <a:pt x="155521" y="62876"/>
                </a:cubicBezTo>
                <a:lnTo>
                  <a:pt x="142155" y="61136"/>
                </a:lnTo>
                <a:lnTo>
                  <a:pt x="153386" y="1582"/>
                </a:lnTo>
                <a:lnTo>
                  <a:pt x="211042" y="1582"/>
                </a:lnTo>
                <a:lnTo>
                  <a:pt x="211042" y="15185"/>
                </a:lnTo>
                <a:lnTo>
                  <a:pt x="164775" y="15185"/>
                </a:lnTo>
                <a:lnTo>
                  <a:pt x="158526" y="46347"/>
                </a:lnTo>
                <a:cubicBezTo>
                  <a:pt x="165486" y="41496"/>
                  <a:pt x="172789" y="39070"/>
                  <a:pt x="180434" y="39070"/>
                </a:cubicBezTo>
                <a:cubicBezTo>
                  <a:pt x="190558" y="39070"/>
                  <a:pt x="199099" y="42577"/>
                  <a:pt x="206059" y="49589"/>
                </a:cubicBezTo>
                <a:cubicBezTo>
                  <a:pt x="213019" y="56602"/>
                  <a:pt x="216499" y="65618"/>
                  <a:pt x="216499" y="76638"/>
                </a:cubicBezTo>
                <a:cubicBezTo>
                  <a:pt x="216499" y="87130"/>
                  <a:pt x="213441" y="96199"/>
                  <a:pt x="207325" y="103845"/>
                </a:cubicBezTo>
                <a:cubicBezTo>
                  <a:pt x="199890" y="113230"/>
                  <a:pt x="189741" y="117923"/>
                  <a:pt x="176875" y="117923"/>
                </a:cubicBezTo>
                <a:cubicBezTo>
                  <a:pt x="166330" y="117923"/>
                  <a:pt x="157722" y="114970"/>
                  <a:pt x="151052" y="109065"/>
                </a:cubicBezTo>
                <a:cubicBezTo>
                  <a:pt x="144383" y="103159"/>
                  <a:pt x="140573" y="95329"/>
                  <a:pt x="139624" y="85575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Text )">
            <a:extLst xmlns:a="http://schemas.openxmlformats.org/drawingml/2006/main">
              <a:ext uri="{FF2B5EF4-FFF2-40B4-BE49-F238E27FC236}">
                <a16:creationId xmlns:a16="http://schemas.microsoft.com/office/drawing/2014/main" id="{7856B397-0A70-4AC2-9551-7A9A2C03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8625" y="3722334"/>
            <a:ext cx="38279" cy="152010"/>
          </a:xfrm>
          <a:custGeom xmlns:a="http://schemas.openxmlformats.org/drawingml/2006/main">
            <a:pathLst>
              <a:path w="38279" h="152010">
                <a:moveTo>
                  <a:pt x="10203" y="152010"/>
                </a:moveTo>
                <a:lnTo>
                  <a:pt x="0" y="152010"/>
                </a:lnTo>
                <a:cubicBezTo>
                  <a:pt x="15765" y="126702"/>
                  <a:pt x="23648" y="101367"/>
                  <a:pt x="23648" y="76005"/>
                </a:cubicBezTo>
                <a:cubicBezTo>
                  <a:pt x="23648" y="66093"/>
                  <a:pt x="22514" y="56259"/>
                  <a:pt x="20247" y="46505"/>
                </a:cubicBezTo>
                <a:cubicBezTo>
                  <a:pt x="18454" y="38596"/>
                  <a:pt x="15950" y="31003"/>
                  <a:pt x="12733" y="23727"/>
                </a:cubicBezTo>
                <a:cubicBezTo>
                  <a:pt x="10677" y="18982"/>
                  <a:pt x="6433" y="11073"/>
                  <a:pt x="0" y="0"/>
                </a:cubicBezTo>
                <a:lnTo>
                  <a:pt x="10203" y="0"/>
                </a:lnTo>
                <a:cubicBezTo>
                  <a:pt x="20115" y="13234"/>
                  <a:pt x="27444" y="26521"/>
                  <a:pt x="32190" y="39861"/>
                </a:cubicBezTo>
                <a:cubicBezTo>
                  <a:pt x="36249" y="51356"/>
                  <a:pt x="38279" y="63377"/>
                  <a:pt x="38279" y="75926"/>
                </a:cubicBezTo>
                <a:cubicBezTo>
                  <a:pt x="38279" y="90162"/>
                  <a:pt x="35551" y="103924"/>
                  <a:pt x="30094" y="117211"/>
                </a:cubicBezTo>
                <a:cubicBezTo>
                  <a:pt x="24636" y="130498"/>
                  <a:pt x="18006" y="142098"/>
                  <a:pt x="10203" y="1520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1ba840cf24951"/>
          <a:stretch xmlns:a="http://schemas.openxmlformats.org/drawingml/2006/main"/>
        </p:blipFill>
        <p:spPr>
          <a:xfrm xmlns:a="http://schemas.openxmlformats.org/drawingml/2006/main">
            <a:off x="1779662" y="633138"/>
            <a:ext cx="379907" cy="379907"/>
          </a:xfrm>
          <a:prstGeom xmlns:a="http://schemas.openxmlformats.org/drawingml/2006/main" prst="rect">
            <a:avLst/>
          </a:prstGeom>
        </p:spPr>
      </p:pic>
      <p:pic>
        <p:nvPicPr>
          <p:cNvPr id="4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b0c769ec5443f"/>
          <a:stretch xmlns:a="http://schemas.openxmlformats.org/drawingml/2006/main"/>
        </p:blipFill>
        <p:spPr>
          <a:xfrm xmlns:a="http://schemas.openxmlformats.org/drawingml/2006/main">
            <a:off x="233531" y="650808"/>
            <a:ext cx="379907" cy="379907"/>
          </a:xfrm>
          <a:prstGeom xmlns:a="http://schemas.openxmlformats.org/drawingml/2006/main" prst="rect">
            <a:avLst/>
          </a:prstGeom>
        </p:spPr>
      </p:pic>
      <p:pic>
        <p:nvPicPr>
          <p:cNvPr id="4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d83dc953ea489f"/>
          <a:stretch xmlns:a="http://schemas.openxmlformats.org/drawingml/2006/main"/>
        </p:blipFill>
        <p:spPr>
          <a:xfrm xmlns:a="http://schemas.openxmlformats.org/drawingml/2006/main">
            <a:off x="3325794" y="624304"/>
            <a:ext cx="379907" cy="379907"/>
          </a:xfrm>
          <a:prstGeom xmlns:a="http://schemas.openxmlformats.org/drawingml/2006/main" prst="rect">
            <a:avLst/>
          </a:prstGeom>
        </p:spPr>
      </p:pic>
      <p:pic>
        <p:nvPicPr>
          <p:cNvPr id="4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fe52d4fff4619"/>
          <a:stretch xmlns:a="http://schemas.openxmlformats.org/drawingml/2006/main"/>
        </p:blipFill>
        <p:spPr>
          <a:xfrm xmlns:a="http://schemas.openxmlformats.org/drawingml/2006/main">
            <a:off x="469132" y="880520"/>
            <a:ext cx="338676" cy="338676"/>
          </a:xfrm>
          <a:prstGeom xmlns:a="http://schemas.openxmlformats.org/drawingml/2006/main" prst="rect">
            <a:avLst/>
          </a:prstGeom>
        </p:spPr>
      </p:pic>
      <p:pic>
        <p:nvPicPr>
          <p:cNvPr id="4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f3ce5464e4d32"/>
          <a:stretch xmlns:a="http://schemas.openxmlformats.org/drawingml/2006/main"/>
        </p:blipFill>
        <p:spPr>
          <a:xfrm xmlns:a="http://schemas.openxmlformats.org/drawingml/2006/main">
            <a:off x="477967" y="1166187"/>
            <a:ext cx="315116" cy="315116"/>
          </a:xfrm>
          <a:prstGeom xmlns:a="http://schemas.openxmlformats.org/drawingml/2006/main" prst="rect">
            <a:avLst/>
          </a:prstGeom>
        </p:spPr>
      </p:pic>
      <p:pic>
        <p:nvPicPr>
          <p:cNvPr id="4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14b80a3464f67"/>
          <a:stretch xmlns:a="http://schemas.openxmlformats.org/drawingml/2006/main"/>
        </p:blipFill>
        <p:spPr>
          <a:xfrm xmlns:a="http://schemas.openxmlformats.org/drawingml/2006/main">
            <a:off x="2050604" y="889354"/>
            <a:ext cx="338676" cy="338676"/>
          </a:xfrm>
          <a:prstGeom xmlns:a="http://schemas.openxmlformats.org/drawingml/2006/main" prst="rect">
            <a:avLst/>
          </a:prstGeom>
        </p:spPr>
      </p:pic>
      <p:pic>
        <p:nvPicPr>
          <p:cNvPr id="4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b60cd240f4caa"/>
          <a:stretch xmlns:a="http://schemas.openxmlformats.org/drawingml/2006/main"/>
        </p:blipFill>
        <p:spPr>
          <a:xfrm xmlns:a="http://schemas.openxmlformats.org/drawingml/2006/main">
            <a:off x="2056493" y="1175021"/>
            <a:ext cx="318061" cy="315116"/>
          </a:xfrm>
          <a:prstGeom xmlns:a="http://schemas.openxmlformats.org/drawingml/2006/main" prst="rect">
            <a:avLst/>
          </a:prstGeom>
        </p:spPr>
      </p:pic>
      <p:sp>
        <p:nvSpPr>
          <p:cNvPr id="203" name="Text Settlement:SNOgeneratesZKproof,MNOverifiesit">
            <a:extLst xmlns:a="http://schemas.openxmlformats.org/drawingml/2006/main">
              <a:ext uri="{FF2B5EF4-FFF2-40B4-BE49-F238E27FC236}">
                <a16:creationId xmlns:a16="http://schemas.microsoft.com/office/drawing/2014/main" id="{A99B2553-534B-4C8F-B75D-C17B760A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132" y="1595956"/>
            <a:ext cx="3787328" cy="152089"/>
          </a:xfrm>
          <a:custGeom xmlns:a="http://schemas.openxmlformats.org/drawingml/2006/main">
            <a:pathLst>
              <a:path w="3787328" h="152089">
                <a:moveTo>
                  <a:pt x="0" y="80751"/>
                </a:moveTo>
                <a:lnTo>
                  <a:pt x="14473" y="79485"/>
                </a:lnTo>
                <a:cubicBezTo>
                  <a:pt x="15159" y="85285"/>
                  <a:pt x="16754" y="90044"/>
                  <a:pt x="19258" y="93761"/>
                </a:cubicBezTo>
                <a:cubicBezTo>
                  <a:pt x="21763" y="97478"/>
                  <a:pt x="25651" y="100483"/>
                  <a:pt x="30924" y="102777"/>
                </a:cubicBezTo>
                <a:cubicBezTo>
                  <a:pt x="36197" y="105071"/>
                  <a:pt x="42128" y="106217"/>
                  <a:pt x="48719" y="106217"/>
                </a:cubicBezTo>
                <a:cubicBezTo>
                  <a:pt x="54572" y="106217"/>
                  <a:pt x="59739" y="105347"/>
                  <a:pt x="64221" y="103607"/>
                </a:cubicBezTo>
                <a:cubicBezTo>
                  <a:pt x="68703" y="101868"/>
                  <a:pt x="72038" y="99482"/>
                  <a:pt x="74226" y="96450"/>
                </a:cubicBezTo>
                <a:cubicBezTo>
                  <a:pt x="76414" y="93418"/>
                  <a:pt x="77508" y="90110"/>
                  <a:pt x="77508" y="86524"/>
                </a:cubicBezTo>
                <a:cubicBezTo>
                  <a:pt x="77508" y="82886"/>
                  <a:pt x="76453" y="79709"/>
                  <a:pt x="74344" y="76994"/>
                </a:cubicBezTo>
                <a:cubicBezTo>
                  <a:pt x="72235" y="74278"/>
                  <a:pt x="68755" y="71998"/>
                  <a:pt x="63904" y="70153"/>
                </a:cubicBezTo>
                <a:cubicBezTo>
                  <a:pt x="60794" y="68940"/>
                  <a:pt x="53913" y="67055"/>
                  <a:pt x="43262" y="64498"/>
                </a:cubicBezTo>
                <a:cubicBezTo>
                  <a:pt x="32611" y="61940"/>
                  <a:pt x="25151" y="59528"/>
                  <a:pt x="20880" y="57261"/>
                </a:cubicBezTo>
                <a:cubicBezTo>
                  <a:pt x="15343" y="54361"/>
                  <a:pt x="11218" y="50762"/>
                  <a:pt x="8502" y="46465"/>
                </a:cubicBezTo>
                <a:cubicBezTo>
                  <a:pt x="5787" y="42168"/>
                  <a:pt x="4429" y="37357"/>
                  <a:pt x="4429" y="32031"/>
                </a:cubicBezTo>
                <a:cubicBezTo>
                  <a:pt x="4429" y="26179"/>
                  <a:pt x="6090" y="20708"/>
                  <a:pt x="9412" y="15620"/>
                </a:cubicBezTo>
                <a:cubicBezTo>
                  <a:pt x="12733" y="10532"/>
                  <a:pt x="17584" y="6670"/>
                  <a:pt x="23964" y="4034"/>
                </a:cubicBezTo>
                <a:cubicBezTo>
                  <a:pt x="30344" y="1397"/>
                  <a:pt x="37436" y="79"/>
                  <a:pt x="45239" y="79"/>
                </a:cubicBezTo>
                <a:cubicBezTo>
                  <a:pt x="53834" y="79"/>
                  <a:pt x="61413" y="1463"/>
                  <a:pt x="67978" y="4231"/>
                </a:cubicBezTo>
                <a:cubicBezTo>
                  <a:pt x="74542" y="6999"/>
                  <a:pt x="79591" y="11073"/>
                  <a:pt x="83123" y="16451"/>
                </a:cubicBezTo>
                <a:cubicBezTo>
                  <a:pt x="86656" y="21829"/>
                  <a:pt x="88554" y="27919"/>
                  <a:pt x="88818" y="34720"/>
                </a:cubicBezTo>
                <a:lnTo>
                  <a:pt x="74107" y="35828"/>
                </a:lnTo>
                <a:cubicBezTo>
                  <a:pt x="73316" y="28499"/>
                  <a:pt x="70640" y="22962"/>
                  <a:pt x="66079" y="19219"/>
                </a:cubicBezTo>
                <a:cubicBezTo>
                  <a:pt x="61519" y="15475"/>
                  <a:pt x="54783" y="13603"/>
                  <a:pt x="45872" y="13603"/>
                </a:cubicBezTo>
                <a:cubicBezTo>
                  <a:pt x="36592" y="13603"/>
                  <a:pt x="29830" y="15304"/>
                  <a:pt x="25586" y="18705"/>
                </a:cubicBezTo>
                <a:cubicBezTo>
                  <a:pt x="21341" y="22106"/>
                  <a:pt x="19219" y="26205"/>
                  <a:pt x="19219" y="31003"/>
                </a:cubicBezTo>
                <a:cubicBezTo>
                  <a:pt x="19219" y="35169"/>
                  <a:pt x="20721" y="38596"/>
                  <a:pt x="23727" y="41285"/>
                </a:cubicBezTo>
                <a:cubicBezTo>
                  <a:pt x="26680" y="43974"/>
                  <a:pt x="34391" y="46729"/>
                  <a:pt x="46861" y="49550"/>
                </a:cubicBezTo>
                <a:cubicBezTo>
                  <a:pt x="59330" y="52371"/>
                  <a:pt x="67885" y="54836"/>
                  <a:pt x="72525" y="56945"/>
                </a:cubicBezTo>
                <a:cubicBezTo>
                  <a:pt x="79274" y="60055"/>
                  <a:pt x="84257" y="63997"/>
                  <a:pt x="87473" y="68768"/>
                </a:cubicBezTo>
                <a:cubicBezTo>
                  <a:pt x="90690" y="73540"/>
                  <a:pt x="92298" y="79037"/>
                  <a:pt x="92298" y="85259"/>
                </a:cubicBezTo>
                <a:cubicBezTo>
                  <a:pt x="92298" y="91428"/>
                  <a:pt x="90531" y="97241"/>
                  <a:pt x="86999" y="102698"/>
                </a:cubicBezTo>
                <a:cubicBezTo>
                  <a:pt x="83466" y="108155"/>
                  <a:pt x="78391" y="112400"/>
                  <a:pt x="71774" y="115431"/>
                </a:cubicBezTo>
                <a:cubicBezTo>
                  <a:pt x="65157" y="118463"/>
                  <a:pt x="57709" y="119979"/>
                  <a:pt x="49431" y="119979"/>
                </a:cubicBezTo>
                <a:cubicBezTo>
                  <a:pt x="38938" y="119979"/>
                  <a:pt x="30146" y="118450"/>
                  <a:pt x="23055" y="115392"/>
                </a:cubicBezTo>
                <a:cubicBezTo>
                  <a:pt x="15963" y="112334"/>
                  <a:pt x="10400" y="107733"/>
                  <a:pt x="6367" y="101591"/>
                </a:cubicBezTo>
                <a:cubicBezTo>
                  <a:pt x="2333" y="95448"/>
                  <a:pt x="211" y="88501"/>
                  <a:pt x="0" y="80751"/>
                </a:cubicBezTo>
                <a:close/>
                <a:moveTo>
                  <a:pt x="168888" y="90953"/>
                </a:moveTo>
                <a:lnTo>
                  <a:pt x="183599" y="92772"/>
                </a:lnTo>
                <a:cubicBezTo>
                  <a:pt x="181279" y="101367"/>
                  <a:pt x="176982" y="108037"/>
                  <a:pt x="170707" y="112782"/>
                </a:cubicBezTo>
                <a:cubicBezTo>
                  <a:pt x="164433" y="117527"/>
                  <a:pt x="156418" y="119900"/>
                  <a:pt x="146664" y="119900"/>
                </a:cubicBezTo>
                <a:cubicBezTo>
                  <a:pt x="134379" y="119900"/>
                  <a:pt x="124638" y="116117"/>
                  <a:pt x="117440" y="108551"/>
                </a:cubicBezTo>
                <a:cubicBezTo>
                  <a:pt x="110243" y="100984"/>
                  <a:pt x="106645" y="90373"/>
                  <a:pt x="106645" y="76717"/>
                </a:cubicBezTo>
                <a:cubicBezTo>
                  <a:pt x="106645" y="62586"/>
                  <a:pt x="110283" y="51619"/>
                  <a:pt x="117559" y="43816"/>
                </a:cubicBezTo>
                <a:cubicBezTo>
                  <a:pt x="124835" y="36012"/>
                  <a:pt x="134273" y="32110"/>
                  <a:pt x="145873" y="32110"/>
                </a:cubicBezTo>
                <a:cubicBezTo>
                  <a:pt x="157104" y="32110"/>
                  <a:pt x="166278" y="35933"/>
                  <a:pt x="173396" y="43578"/>
                </a:cubicBezTo>
                <a:cubicBezTo>
                  <a:pt x="180514" y="51224"/>
                  <a:pt x="184073" y="61980"/>
                  <a:pt x="184073" y="75847"/>
                </a:cubicBezTo>
                <a:cubicBezTo>
                  <a:pt x="184073" y="76691"/>
                  <a:pt x="184047" y="77956"/>
                  <a:pt x="183994" y="79643"/>
                </a:cubicBezTo>
                <a:lnTo>
                  <a:pt x="121355" y="79643"/>
                </a:lnTo>
                <a:cubicBezTo>
                  <a:pt x="121883" y="88870"/>
                  <a:pt x="124493" y="95936"/>
                  <a:pt x="129185" y="100839"/>
                </a:cubicBezTo>
                <a:cubicBezTo>
                  <a:pt x="133878" y="105743"/>
                  <a:pt x="139731" y="108195"/>
                  <a:pt x="146743" y="108195"/>
                </a:cubicBezTo>
                <a:cubicBezTo>
                  <a:pt x="151963" y="108195"/>
                  <a:pt x="156418" y="106824"/>
                  <a:pt x="160109" y="104082"/>
                </a:cubicBezTo>
                <a:cubicBezTo>
                  <a:pt x="163800" y="101340"/>
                  <a:pt x="166726" y="96964"/>
                  <a:pt x="168888" y="90953"/>
                </a:cubicBezTo>
                <a:moveTo>
                  <a:pt x="122146" y="67938"/>
                </a:moveTo>
                <a:lnTo>
                  <a:pt x="169046" y="67938"/>
                </a:lnTo>
                <a:cubicBezTo>
                  <a:pt x="168414" y="60873"/>
                  <a:pt x="166621" y="55574"/>
                  <a:pt x="163668" y="52041"/>
                </a:cubicBezTo>
                <a:cubicBezTo>
                  <a:pt x="159134" y="46557"/>
                  <a:pt x="153255" y="43816"/>
                  <a:pt x="146031" y="43816"/>
                </a:cubicBezTo>
                <a:cubicBezTo>
                  <a:pt x="139493" y="43816"/>
                  <a:pt x="133997" y="46004"/>
                  <a:pt x="129541" y="50380"/>
                </a:cubicBezTo>
                <a:cubicBezTo>
                  <a:pt x="125086" y="54756"/>
                  <a:pt x="122621" y="60609"/>
                  <a:pt x="122146" y="67938"/>
                </a:cubicBezTo>
                <a:close/>
                <a:moveTo>
                  <a:pt x="231834" y="105268"/>
                </a:moveTo>
                <a:lnTo>
                  <a:pt x="233890" y="117844"/>
                </a:lnTo>
                <a:cubicBezTo>
                  <a:pt x="229883" y="118687"/>
                  <a:pt x="226298" y="119109"/>
                  <a:pt x="223134" y="119109"/>
                </a:cubicBezTo>
                <a:cubicBezTo>
                  <a:pt x="217967" y="119109"/>
                  <a:pt x="213960" y="118292"/>
                  <a:pt x="211113" y="116657"/>
                </a:cubicBezTo>
                <a:cubicBezTo>
                  <a:pt x="208265" y="115023"/>
                  <a:pt x="206262" y="112874"/>
                  <a:pt x="205102" y="110211"/>
                </a:cubicBezTo>
                <a:cubicBezTo>
                  <a:pt x="203942" y="107549"/>
                  <a:pt x="203362" y="101947"/>
                  <a:pt x="203362" y="93405"/>
                </a:cubicBezTo>
                <a:lnTo>
                  <a:pt x="203362" y="45081"/>
                </a:lnTo>
                <a:lnTo>
                  <a:pt x="192922" y="45081"/>
                </a:lnTo>
                <a:lnTo>
                  <a:pt x="192922" y="34009"/>
                </a:lnTo>
                <a:lnTo>
                  <a:pt x="203362" y="34009"/>
                </a:lnTo>
                <a:lnTo>
                  <a:pt x="203362" y="13208"/>
                </a:lnTo>
                <a:lnTo>
                  <a:pt x="217519" y="4666"/>
                </a:lnTo>
                <a:lnTo>
                  <a:pt x="217519" y="34009"/>
                </a:lnTo>
                <a:lnTo>
                  <a:pt x="231834" y="34009"/>
                </a:lnTo>
                <a:lnTo>
                  <a:pt x="231834" y="45081"/>
                </a:lnTo>
                <a:lnTo>
                  <a:pt x="217519" y="45081"/>
                </a:lnTo>
                <a:lnTo>
                  <a:pt x="217519" y="94196"/>
                </a:lnTo>
                <a:cubicBezTo>
                  <a:pt x="217519" y="98256"/>
                  <a:pt x="217769" y="100866"/>
                  <a:pt x="218270" y="102026"/>
                </a:cubicBezTo>
                <a:cubicBezTo>
                  <a:pt x="218771" y="103186"/>
                  <a:pt x="219588" y="104108"/>
                  <a:pt x="220722" y="104794"/>
                </a:cubicBezTo>
                <a:cubicBezTo>
                  <a:pt x="221856" y="105479"/>
                  <a:pt x="223477" y="105822"/>
                  <a:pt x="225586" y="105822"/>
                </a:cubicBezTo>
                <a:cubicBezTo>
                  <a:pt x="227168" y="105822"/>
                  <a:pt x="229250" y="105637"/>
                  <a:pt x="231834" y="105268"/>
                </a:cubicBezTo>
                <a:close/>
                <a:moveTo>
                  <a:pt x="277463" y="105268"/>
                </a:moveTo>
                <a:lnTo>
                  <a:pt x="279519" y="117844"/>
                </a:lnTo>
                <a:cubicBezTo>
                  <a:pt x="275512" y="118687"/>
                  <a:pt x="271926" y="119109"/>
                  <a:pt x="268763" y="119109"/>
                </a:cubicBezTo>
                <a:cubicBezTo>
                  <a:pt x="263596" y="119109"/>
                  <a:pt x="259588" y="118292"/>
                  <a:pt x="256741" y="116657"/>
                </a:cubicBezTo>
                <a:cubicBezTo>
                  <a:pt x="253894" y="115023"/>
                  <a:pt x="251890" y="112874"/>
                  <a:pt x="250730" y="110211"/>
                </a:cubicBezTo>
                <a:cubicBezTo>
                  <a:pt x="249570" y="107549"/>
                  <a:pt x="248990" y="101947"/>
                  <a:pt x="248990" y="93405"/>
                </a:cubicBezTo>
                <a:lnTo>
                  <a:pt x="248990" y="45081"/>
                </a:lnTo>
                <a:lnTo>
                  <a:pt x="238550" y="45081"/>
                </a:lnTo>
                <a:lnTo>
                  <a:pt x="238550" y="34009"/>
                </a:lnTo>
                <a:lnTo>
                  <a:pt x="248990" y="34009"/>
                </a:lnTo>
                <a:lnTo>
                  <a:pt x="248990" y="13208"/>
                </a:lnTo>
                <a:lnTo>
                  <a:pt x="263147" y="4666"/>
                </a:lnTo>
                <a:lnTo>
                  <a:pt x="263147" y="34009"/>
                </a:lnTo>
                <a:lnTo>
                  <a:pt x="277463" y="34009"/>
                </a:lnTo>
                <a:lnTo>
                  <a:pt x="277463" y="45081"/>
                </a:lnTo>
                <a:lnTo>
                  <a:pt x="263147" y="45081"/>
                </a:lnTo>
                <a:lnTo>
                  <a:pt x="263147" y="94196"/>
                </a:lnTo>
                <a:cubicBezTo>
                  <a:pt x="263147" y="98256"/>
                  <a:pt x="263398" y="100866"/>
                  <a:pt x="263899" y="102026"/>
                </a:cubicBezTo>
                <a:cubicBezTo>
                  <a:pt x="264400" y="103186"/>
                  <a:pt x="265217" y="104108"/>
                  <a:pt x="266351" y="104794"/>
                </a:cubicBezTo>
                <a:cubicBezTo>
                  <a:pt x="267484" y="105479"/>
                  <a:pt x="269105" y="105822"/>
                  <a:pt x="271215" y="105822"/>
                </a:cubicBezTo>
                <a:cubicBezTo>
                  <a:pt x="272796" y="105822"/>
                  <a:pt x="274879" y="105637"/>
                  <a:pt x="277463" y="105268"/>
                </a:cubicBezTo>
                <a:close/>
                <a:moveTo>
                  <a:pt x="291693" y="118002"/>
                </a:moveTo>
                <a:lnTo>
                  <a:pt x="291693" y="2056"/>
                </a:lnTo>
                <a:lnTo>
                  <a:pt x="305929" y="2056"/>
                </a:lnTo>
                <a:lnTo>
                  <a:pt x="305929" y="118002"/>
                </a:lnTo>
                <a:lnTo>
                  <a:pt x="291693" y="118002"/>
                </a:lnTo>
                <a:close/>
                <a:moveTo>
                  <a:pt x="384932" y="90953"/>
                </a:moveTo>
                <a:lnTo>
                  <a:pt x="399642" y="92772"/>
                </a:lnTo>
                <a:cubicBezTo>
                  <a:pt x="397322" y="101367"/>
                  <a:pt x="393025" y="108037"/>
                  <a:pt x="386751" y="112782"/>
                </a:cubicBezTo>
                <a:cubicBezTo>
                  <a:pt x="380476" y="117527"/>
                  <a:pt x="372462" y="119900"/>
                  <a:pt x="362707" y="119900"/>
                </a:cubicBezTo>
                <a:cubicBezTo>
                  <a:pt x="350422" y="119900"/>
                  <a:pt x="340681" y="116117"/>
                  <a:pt x="333484" y="108551"/>
                </a:cubicBezTo>
                <a:cubicBezTo>
                  <a:pt x="326287" y="100984"/>
                  <a:pt x="322688" y="90373"/>
                  <a:pt x="322688" y="76717"/>
                </a:cubicBezTo>
                <a:cubicBezTo>
                  <a:pt x="322688" y="62586"/>
                  <a:pt x="326326" y="51619"/>
                  <a:pt x="333602" y="43816"/>
                </a:cubicBezTo>
                <a:cubicBezTo>
                  <a:pt x="340879" y="36012"/>
                  <a:pt x="350317" y="32110"/>
                  <a:pt x="361916" y="32110"/>
                </a:cubicBezTo>
                <a:cubicBezTo>
                  <a:pt x="373147" y="32110"/>
                  <a:pt x="382322" y="35933"/>
                  <a:pt x="389440" y="43578"/>
                </a:cubicBezTo>
                <a:cubicBezTo>
                  <a:pt x="396558" y="51224"/>
                  <a:pt x="400117" y="61980"/>
                  <a:pt x="400117" y="75847"/>
                </a:cubicBezTo>
                <a:cubicBezTo>
                  <a:pt x="400117" y="76691"/>
                  <a:pt x="400090" y="77956"/>
                  <a:pt x="400038" y="79643"/>
                </a:cubicBezTo>
                <a:lnTo>
                  <a:pt x="337399" y="79643"/>
                </a:lnTo>
                <a:cubicBezTo>
                  <a:pt x="337926" y="88870"/>
                  <a:pt x="340536" y="95936"/>
                  <a:pt x="345229" y="100839"/>
                </a:cubicBezTo>
                <a:cubicBezTo>
                  <a:pt x="349921" y="105743"/>
                  <a:pt x="355774" y="108195"/>
                  <a:pt x="362786" y="108195"/>
                </a:cubicBezTo>
                <a:cubicBezTo>
                  <a:pt x="368006" y="108195"/>
                  <a:pt x="372462" y="106824"/>
                  <a:pt x="376153" y="104082"/>
                </a:cubicBezTo>
                <a:cubicBezTo>
                  <a:pt x="379843" y="101340"/>
                  <a:pt x="382770" y="96964"/>
                  <a:pt x="384932" y="90953"/>
                </a:cubicBezTo>
                <a:moveTo>
                  <a:pt x="338190" y="67938"/>
                </a:moveTo>
                <a:lnTo>
                  <a:pt x="385090" y="67938"/>
                </a:lnTo>
                <a:cubicBezTo>
                  <a:pt x="384457" y="60873"/>
                  <a:pt x="382664" y="55574"/>
                  <a:pt x="379712" y="52041"/>
                </a:cubicBezTo>
                <a:cubicBezTo>
                  <a:pt x="375177" y="46557"/>
                  <a:pt x="369298" y="43816"/>
                  <a:pt x="362075" y="43816"/>
                </a:cubicBezTo>
                <a:cubicBezTo>
                  <a:pt x="355537" y="43816"/>
                  <a:pt x="350040" y="46004"/>
                  <a:pt x="345584" y="50380"/>
                </a:cubicBezTo>
                <a:cubicBezTo>
                  <a:pt x="341129" y="54756"/>
                  <a:pt x="338664" y="60609"/>
                  <a:pt x="338190" y="67938"/>
                </a:cubicBezTo>
                <a:close/>
                <a:moveTo>
                  <a:pt x="416795" y="118002"/>
                </a:moveTo>
                <a:lnTo>
                  <a:pt x="416795" y="34009"/>
                </a:lnTo>
                <a:lnTo>
                  <a:pt x="429528" y="34009"/>
                </a:lnTo>
                <a:lnTo>
                  <a:pt x="429528" y="45793"/>
                </a:lnTo>
                <a:cubicBezTo>
                  <a:pt x="432165" y="41680"/>
                  <a:pt x="435671" y="38372"/>
                  <a:pt x="440047" y="35867"/>
                </a:cubicBezTo>
                <a:cubicBezTo>
                  <a:pt x="444423" y="33363"/>
                  <a:pt x="449406" y="32110"/>
                  <a:pt x="454995" y="32110"/>
                </a:cubicBezTo>
                <a:cubicBezTo>
                  <a:pt x="461217" y="32110"/>
                  <a:pt x="466318" y="33402"/>
                  <a:pt x="470299" y="35986"/>
                </a:cubicBezTo>
                <a:cubicBezTo>
                  <a:pt x="474280" y="38569"/>
                  <a:pt x="477088" y="42181"/>
                  <a:pt x="478722" y="46821"/>
                </a:cubicBezTo>
                <a:cubicBezTo>
                  <a:pt x="485366" y="37014"/>
                  <a:pt x="494013" y="32110"/>
                  <a:pt x="504663" y="32110"/>
                </a:cubicBezTo>
                <a:cubicBezTo>
                  <a:pt x="512994" y="32110"/>
                  <a:pt x="519401" y="34417"/>
                  <a:pt x="523882" y="39031"/>
                </a:cubicBezTo>
                <a:cubicBezTo>
                  <a:pt x="528364" y="43644"/>
                  <a:pt x="530605" y="50749"/>
                  <a:pt x="530605" y="60345"/>
                </a:cubicBezTo>
                <a:lnTo>
                  <a:pt x="530605" y="118002"/>
                </a:lnTo>
                <a:lnTo>
                  <a:pt x="516448" y="118002"/>
                </a:lnTo>
                <a:lnTo>
                  <a:pt x="516448" y="65091"/>
                </a:lnTo>
                <a:cubicBezTo>
                  <a:pt x="516448" y="59396"/>
                  <a:pt x="515986" y="55297"/>
                  <a:pt x="515064" y="52792"/>
                </a:cubicBezTo>
                <a:cubicBezTo>
                  <a:pt x="514141" y="50288"/>
                  <a:pt x="512467" y="48271"/>
                  <a:pt x="510042" y="46742"/>
                </a:cubicBezTo>
                <a:cubicBezTo>
                  <a:pt x="507616" y="45213"/>
                  <a:pt x="504769" y="44448"/>
                  <a:pt x="501500" y="44448"/>
                </a:cubicBezTo>
                <a:cubicBezTo>
                  <a:pt x="495595" y="44448"/>
                  <a:pt x="490691" y="46412"/>
                  <a:pt x="486789" y="50341"/>
                </a:cubicBezTo>
                <a:cubicBezTo>
                  <a:pt x="482887" y="54269"/>
                  <a:pt x="480937" y="60556"/>
                  <a:pt x="480937" y="69203"/>
                </a:cubicBezTo>
                <a:lnTo>
                  <a:pt x="480937" y="118002"/>
                </a:lnTo>
                <a:lnTo>
                  <a:pt x="466700" y="118002"/>
                </a:lnTo>
                <a:lnTo>
                  <a:pt x="466700" y="63430"/>
                </a:lnTo>
                <a:cubicBezTo>
                  <a:pt x="466700" y="57103"/>
                  <a:pt x="465540" y="52357"/>
                  <a:pt x="463220" y="49194"/>
                </a:cubicBezTo>
                <a:cubicBezTo>
                  <a:pt x="460900" y="46030"/>
                  <a:pt x="457104" y="44448"/>
                  <a:pt x="451832" y="44448"/>
                </a:cubicBezTo>
                <a:cubicBezTo>
                  <a:pt x="447824" y="44448"/>
                  <a:pt x="444120" y="45503"/>
                  <a:pt x="440719" y="47612"/>
                </a:cubicBezTo>
                <a:cubicBezTo>
                  <a:pt x="437319" y="49721"/>
                  <a:pt x="434854" y="52806"/>
                  <a:pt x="433325" y="56865"/>
                </a:cubicBezTo>
                <a:cubicBezTo>
                  <a:pt x="431795" y="60925"/>
                  <a:pt x="431031" y="66778"/>
                  <a:pt x="431031" y="74423"/>
                </a:cubicBezTo>
                <a:lnTo>
                  <a:pt x="431031" y="118002"/>
                </a:lnTo>
                <a:lnTo>
                  <a:pt x="416795" y="118002"/>
                </a:lnTo>
                <a:close/>
                <a:moveTo>
                  <a:pt x="609333" y="90953"/>
                </a:moveTo>
                <a:lnTo>
                  <a:pt x="624043" y="92772"/>
                </a:lnTo>
                <a:cubicBezTo>
                  <a:pt x="621723" y="101367"/>
                  <a:pt x="617426" y="108037"/>
                  <a:pt x="611152" y="112782"/>
                </a:cubicBezTo>
                <a:cubicBezTo>
                  <a:pt x="604877" y="117527"/>
                  <a:pt x="596863" y="119900"/>
                  <a:pt x="587109" y="119900"/>
                </a:cubicBezTo>
                <a:cubicBezTo>
                  <a:pt x="574823" y="119900"/>
                  <a:pt x="565082" y="116117"/>
                  <a:pt x="557885" y="108551"/>
                </a:cubicBezTo>
                <a:cubicBezTo>
                  <a:pt x="550688" y="100984"/>
                  <a:pt x="547089" y="90373"/>
                  <a:pt x="547089" y="76717"/>
                </a:cubicBezTo>
                <a:cubicBezTo>
                  <a:pt x="547089" y="62586"/>
                  <a:pt x="550727" y="51619"/>
                  <a:pt x="558004" y="43816"/>
                </a:cubicBezTo>
                <a:cubicBezTo>
                  <a:pt x="565280" y="36012"/>
                  <a:pt x="574718" y="32110"/>
                  <a:pt x="586318" y="32110"/>
                </a:cubicBezTo>
                <a:cubicBezTo>
                  <a:pt x="597548" y="32110"/>
                  <a:pt x="606723" y="35933"/>
                  <a:pt x="613841" y="43578"/>
                </a:cubicBezTo>
                <a:cubicBezTo>
                  <a:pt x="620959" y="51224"/>
                  <a:pt x="624518" y="61980"/>
                  <a:pt x="624518" y="75847"/>
                </a:cubicBezTo>
                <a:cubicBezTo>
                  <a:pt x="624518" y="76691"/>
                  <a:pt x="624492" y="77956"/>
                  <a:pt x="624439" y="79643"/>
                </a:cubicBezTo>
                <a:lnTo>
                  <a:pt x="561800" y="79643"/>
                </a:lnTo>
                <a:cubicBezTo>
                  <a:pt x="562327" y="88870"/>
                  <a:pt x="564937" y="95936"/>
                  <a:pt x="569630" y="100839"/>
                </a:cubicBezTo>
                <a:cubicBezTo>
                  <a:pt x="574322" y="105743"/>
                  <a:pt x="580175" y="108195"/>
                  <a:pt x="587188" y="108195"/>
                </a:cubicBezTo>
                <a:cubicBezTo>
                  <a:pt x="592408" y="108195"/>
                  <a:pt x="596863" y="106824"/>
                  <a:pt x="600554" y="104082"/>
                </a:cubicBezTo>
                <a:cubicBezTo>
                  <a:pt x="604245" y="101340"/>
                  <a:pt x="607171" y="96964"/>
                  <a:pt x="609333" y="90953"/>
                </a:cubicBezTo>
                <a:moveTo>
                  <a:pt x="562591" y="67938"/>
                </a:moveTo>
                <a:lnTo>
                  <a:pt x="609491" y="67938"/>
                </a:lnTo>
                <a:cubicBezTo>
                  <a:pt x="608858" y="60873"/>
                  <a:pt x="607066" y="55574"/>
                  <a:pt x="604113" y="52041"/>
                </a:cubicBezTo>
                <a:cubicBezTo>
                  <a:pt x="599578" y="46557"/>
                  <a:pt x="593699" y="43816"/>
                  <a:pt x="586476" y="43816"/>
                </a:cubicBezTo>
                <a:cubicBezTo>
                  <a:pt x="579938" y="43816"/>
                  <a:pt x="574441" y="46004"/>
                  <a:pt x="569986" y="50380"/>
                </a:cubicBezTo>
                <a:cubicBezTo>
                  <a:pt x="565530" y="54756"/>
                  <a:pt x="563065" y="60609"/>
                  <a:pt x="562591" y="67938"/>
                </a:cubicBezTo>
                <a:close/>
                <a:moveTo>
                  <a:pt x="641195" y="118002"/>
                </a:moveTo>
                <a:lnTo>
                  <a:pt x="641195" y="34009"/>
                </a:lnTo>
                <a:lnTo>
                  <a:pt x="654008" y="34009"/>
                </a:lnTo>
                <a:lnTo>
                  <a:pt x="654008" y="45951"/>
                </a:lnTo>
                <a:cubicBezTo>
                  <a:pt x="660177" y="36724"/>
                  <a:pt x="669088" y="32110"/>
                  <a:pt x="680740" y="32110"/>
                </a:cubicBezTo>
                <a:cubicBezTo>
                  <a:pt x="685802" y="32110"/>
                  <a:pt x="690455" y="33020"/>
                  <a:pt x="694700" y="34839"/>
                </a:cubicBezTo>
                <a:cubicBezTo>
                  <a:pt x="698944" y="36658"/>
                  <a:pt x="702121" y="39044"/>
                  <a:pt x="704230" y="41997"/>
                </a:cubicBezTo>
                <a:cubicBezTo>
                  <a:pt x="706339" y="44949"/>
                  <a:pt x="707815" y="48456"/>
                  <a:pt x="708659" y="52516"/>
                </a:cubicBezTo>
                <a:cubicBezTo>
                  <a:pt x="709186" y="55152"/>
                  <a:pt x="709450" y="59765"/>
                  <a:pt x="709450" y="66356"/>
                </a:cubicBezTo>
                <a:lnTo>
                  <a:pt x="709450" y="118002"/>
                </a:lnTo>
                <a:lnTo>
                  <a:pt x="695214" y="118002"/>
                </a:lnTo>
                <a:lnTo>
                  <a:pt x="695214" y="66910"/>
                </a:lnTo>
                <a:cubicBezTo>
                  <a:pt x="695214" y="61110"/>
                  <a:pt x="694660" y="56773"/>
                  <a:pt x="693553" y="53900"/>
                </a:cubicBezTo>
                <a:cubicBezTo>
                  <a:pt x="692446" y="51026"/>
                  <a:pt x="690481" y="48732"/>
                  <a:pt x="687661" y="47019"/>
                </a:cubicBezTo>
                <a:cubicBezTo>
                  <a:pt x="684840" y="45305"/>
                  <a:pt x="681531" y="44448"/>
                  <a:pt x="677735" y="44448"/>
                </a:cubicBezTo>
                <a:cubicBezTo>
                  <a:pt x="671671" y="44448"/>
                  <a:pt x="666438" y="46373"/>
                  <a:pt x="662036" y="50222"/>
                </a:cubicBezTo>
                <a:cubicBezTo>
                  <a:pt x="657633" y="54071"/>
                  <a:pt x="655432" y="61374"/>
                  <a:pt x="655432" y="72130"/>
                </a:cubicBezTo>
                <a:lnTo>
                  <a:pt x="655432" y="118002"/>
                </a:lnTo>
                <a:lnTo>
                  <a:pt x="641195" y="118002"/>
                </a:lnTo>
                <a:close/>
                <a:moveTo>
                  <a:pt x="761640" y="105268"/>
                </a:moveTo>
                <a:lnTo>
                  <a:pt x="763697" y="117844"/>
                </a:lnTo>
                <a:cubicBezTo>
                  <a:pt x="759689" y="118687"/>
                  <a:pt x="756104" y="119109"/>
                  <a:pt x="752940" y="119109"/>
                </a:cubicBezTo>
                <a:cubicBezTo>
                  <a:pt x="747773" y="119109"/>
                  <a:pt x="743766" y="118292"/>
                  <a:pt x="740919" y="116657"/>
                </a:cubicBezTo>
                <a:cubicBezTo>
                  <a:pt x="738072" y="115023"/>
                  <a:pt x="736068" y="112874"/>
                  <a:pt x="734908" y="110211"/>
                </a:cubicBezTo>
                <a:cubicBezTo>
                  <a:pt x="733748" y="107549"/>
                  <a:pt x="733168" y="101947"/>
                  <a:pt x="733168" y="93405"/>
                </a:cubicBezTo>
                <a:lnTo>
                  <a:pt x="733168" y="45081"/>
                </a:lnTo>
                <a:lnTo>
                  <a:pt x="722728" y="45081"/>
                </a:lnTo>
                <a:lnTo>
                  <a:pt x="722728" y="34009"/>
                </a:lnTo>
                <a:lnTo>
                  <a:pt x="733168" y="34009"/>
                </a:lnTo>
                <a:lnTo>
                  <a:pt x="733168" y="13208"/>
                </a:lnTo>
                <a:lnTo>
                  <a:pt x="747325" y="4666"/>
                </a:lnTo>
                <a:lnTo>
                  <a:pt x="747325" y="34009"/>
                </a:lnTo>
                <a:lnTo>
                  <a:pt x="761640" y="34009"/>
                </a:lnTo>
                <a:lnTo>
                  <a:pt x="761640" y="45081"/>
                </a:lnTo>
                <a:lnTo>
                  <a:pt x="747325" y="45081"/>
                </a:lnTo>
                <a:lnTo>
                  <a:pt x="747325" y="94196"/>
                </a:lnTo>
                <a:cubicBezTo>
                  <a:pt x="747325" y="98256"/>
                  <a:pt x="747575" y="100866"/>
                  <a:pt x="748076" y="102026"/>
                </a:cubicBezTo>
                <a:cubicBezTo>
                  <a:pt x="748577" y="103186"/>
                  <a:pt x="749395" y="104108"/>
                  <a:pt x="750528" y="104794"/>
                </a:cubicBezTo>
                <a:cubicBezTo>
                  <a:pt x="751662" y="105479"/>
                  <a:pt x="753283" y="105822"/>
                  <a:pt x="755392" y="105822"/>
                </a:cubicBezTo>
                <a:cubicBezTo>
                  <a:pt x="756974" y="105822"/>
                  <a:pt x="759057" y="105637"/>
                  <a:pt x="761640" y="105268"/>
                </a:cubicBezTo>
                <a:close/>
                <a:moveTo>
                  <a:pt x="780141" y="50222"/>
                </a:moveTo>
                <a:lnTo>
                  <a:pt x="780141" y="34009"/>
                </a:lnTo>
                <a:lnTo>
                  <a:pt x="796354" y="34009"/>
                </a:lnTo>
                <a:lnTo>
                  <a:pt x="796354" y="50222"/>
                </a:lnTo>
                <a:lnTo>
                  <a:pt x="780141" y="50222"/>
                </a:lnTo>
                <a:moveTo>
                  <a:pt x="780141" y="118002"/>
                </a:moveTo>
                <a:lnTo>
                  <a:pt x="780141" y="101788"/>
                </a:lnTo>
                <a:lnTo>
                  <a:pt x="796354" y="101788"/>
                </a:lnTo>
                <a:lnTo>
                  <a:pt x="796354" y="118002"/>
                </a:lnTo>
                <a:lnTo>
                  <a:pt x="780141" y="118002"/>
                </a:lnTo>
                <a:close/>
                <a:moveTo>
                  <a:pt x="864043" y="80751"/>
                </a:moveTo>
                <a:lnTo>
                  <a:pt x="878516" y="79485"/>
                </a:lnTo>
                <a:cubicBezTo>
                  <a:pt x="879202" y="85285"/>
                  <a:pt x="880797" y="90044"/>
                  <a:pt x="883301" y="93761"/>
                </a:cubicBezTo>
                <a:cubicBezTo>
                  <a:pt x="885806" y="97478"/>
                  <a:pt x="889694" y="100483"/>
                  <a:pt x="894967" y="102777"/>
                </a:cubicBezTo>
                <a:cubicBezTo>
                  <a:pt x="900240" y="105071"/>
                  <a:pt x="906171" y="106217"/>
                  <a:pt x="912762" y="106217"/>
                </a:cubicBezTo>
                <a:cubicBezTo>
                  <a:pt x="918615" y="106217"/>
                  <a:pt x="923782" y="105347"/>
                  <a:pt x="928264" y="103607"/>
                </a:cubicBezTo>
                <a:cubicBezTo>
                  <a:pt x="932745" y="101868"/>
                  <a:pt x="936080" y="99482"/>
                  <a:pt x="938269" y="96450"/>
                </a:cubicBezTo>
                <a:cubicBezTo>
                  <a:pt x="940457" y="93418"/>
                  <a:pt x="941551" y="90110"/>
                  <a:pt x="941551" y="86524"/>
                </a:cubicBezTo>
                <a:cubicBezTo>
                  <a:pt x="941551" y="82886"/>
                  <a:pt x="940496" y="79709"/>
                  <a:pt x="938387" y="76994"/>
                </a:cubicBezTo>
                <a:cubicBezTo>
                  <a:pt x="936278" y="74278"/>
                  <a:pt x="932798" y="71998"/>
                  <a:pt x="927947" y="70153"/>
                </a:cubicBezTo>
                <a:cubicBezTo>
                  <a:pt x="924836" y="68940"/>
                  <a:pt x="917956" y="67055"/>
                  <a:pt x="907305" y="64498"/>
                </a:cubicBezTo>
                <a:cubicBezTo>
                  <a:pt x="896654" y="61940"/>
                  <a:pt x="889193" y="59528"/>
                  <a:pt x="884923" y="57261"/>
                </a:cubicBezTo>
                <a:cubicBezTo>
                  <a:pt x="879386" y="54361"/>
                  <a:pt x="875260" y="50762"/>
                  <a:pt x="872545" y="46465"/>
                </a:cubicBezTo>
                <a:cubicBezTo>
                  <a:pt x="869830" y="42168"/>
                  <a:pt x="868472" y="37357"/>
                  <a:pt x="868472" y="32031"/>
                </a:cubicBezTo>
                <a:cubicBezTo>
                  <a:pt x="868472" y="26179"/>
                  <a:pt x="870133" y="20708"/>
                  <a:pt x="873455" y="15620"/>
                </a:cubicBezTo>
                <a:cubicBezTo>
                  <a:pt x="876776" y="10532"/>
                  <a:pt x="881627" y="6670"/>
                  <a:pt x="888007" y="4034"/>
                </a:cubicBezTo>
                <a:cubicBezTo>
                  <a:pt x="894387" y="1397"/>
                  <a:pt x="901479" y="79"/>
                  <a:pt x="909282" y="79"/>
                </a:cubicBezTo>
                <a:cubicBezTo>
                  <a:pt x="917877" y="79"/>
                  <a:pt x="925456" y="1463"/>
                  <a:pt x="932020" y="4231"/>
                </a:cubicBezTo>
                <a:cubicBezTo>
                  <a:pt x="938585" y="6999"/>
                  <a:pt x="943633" y="11073"/>
                  <a:pt x="947166" y="16451"/>
                </a:cubicBezTo>
                <a:cubicBezTo>
                  <a:pt x="950699" y="21829"/>
                  <a:pt x="952597" y="27919"/>
                  <a:pt x="952861" y="34720"/>
                </a:cubicBezTo>
                <a:lnTo>
                  <a:pt x="938150" y="35828"/>
                </a:lnTo>
                <a:cubicBezTo>
                  <a:pt x="937359" y="28499"/>
                  <a:pt x="934683" y="22962"/>
                  <a:pt x="930122" y="19219"/>
                </a:cubicBezTo>
                <a:cubicBezTo>
                  <a:pt x="925561" y="15475"/>
                  <a:pt x="918826" y="13603"/>
                  <a:pt x="909915" y="13603"/>
                </a:cubicBezTo>
                <a:cubicBezTo>
                  <a:pt x="900635" y="13603"/>
                  <a:pt x="893873" y="15304"/>
                  <a:pt x="889628" y="18705"/>
                </a:cubicBezTo>
                <a:cubicBezTo>
                  <a:pt x="885384" y="22106"/>
                  <a:pt x="883262" y="26205"/>
                  <a:pt x="883262" y="31003"/>
                </a:cubicBezTo>
                <a:cubicBezTo>
                  <a:pt x="883262" y="35169"/>
                  <a:pt x="884764" y="38596"/>
                  <a:pt x="887770" y="41285"/>
                </a:cubicBezTo>
                <a:cubicBezTo>
                  <a:pt x="890722" y="43974"/>
                  <a:pt x="898434" y="46729"/>
                  <a:pt x="910903" y="49550"/>
                </a:cubicBezTo>
                <a:cubicBezTo>
                  <a:pt x="923373" y="52371"/>
                  <a:pt x="931928" y="54836"/>
                  <a:pt x="936568" y="56945"/>
                </a:cubicBezTo>
                <a:cubicBezTo>
                  <a:pt x="943317" y="60055"/>
                  <a:pt x="948300" y="63997"/>
                  <a:pt x="951516" y="68768"/>
                </a:cubicBezTo>
                <a:cubicBezTo>
                  <a:pt x="954732" y="73540"/>
                  <a:pt x="956341" y="79037"/>
                  <a:pt x="956341" y="85259"/>
                </a:cubicBezTo>
                <a:cubicBezTo>
                  <a:pt x="956341" y="91428"/>
                  <a:pt x="954574" y="97241"/>
                  <a:pt x="951042" y="102698"/>
                </a:cubicBezTo>
                <a:cubicBezTo>
                  <a:pt x="947509" y="108155"/>
                  <a:pt x="942434" y="112400"/>
                  <a:pt x="935817" y="115431"/>
                </a:cubicBezTo>
                <a:cubicBezTo>
                  <a:pt x="929200" y="118463"/>
                  <a:pt x="921752" y="119979"/>
                  <a:pt x="913474" y="119979"/>
                </a:cubicBezTo>
                <a:cubicBezTo>
                  <a:pt x="902981" y="119979"/>
                  <a:pt x="894189" y="118450"/>
                  <a:pt x="887097" y="115392"/>
                </a:cubicBezTo>
                <a:cubicBezTo>
                  <a:pt x="880006" y="112334"/>
                  <a:pt x="874443" y="107733"/>
                  <a:pt x="870410" y="101591"/>
                </a:cubicBezTo>
                <a:cubicBezTo>
                  <a:pt x="866376" y="95448"/>
                  <a:pt x="864254" y="88501"/>
                  <a:pt x="864043" y="80751"/>
                </a:cubicBezTo>
                <a:close/>
                <a:moveTo>
                  <a:pt x="977094" y="118002"/>
                </a:moveTo>
                <a:lnTo>
                  <a:pt x="977094" y="2056"/>
                </a:lnTo>
                <a:lnTo>
                  <a:pt x="992833" y="2056"/>
                </a:lnTo>
                <a:lnTo>
                  <a:pt x="1053732" y="93089"/>
                </a:lnTo>
                <a:lnTo>
                  <a:pt x="1053732" y="2056"/>
                </a:lnTo>
                <a:lnTo>
                  <a:pt x="1068443" y="2056"/>
                </a:lnTo>
                <a:lnTo>
                  <a:pt x="1068443" y="118002"/>
                </a:lnTo>
                <a:lnTo>
                  <a:pt x="1052704" y="118002"/>
                </a:lnTo>
                <a:lnTo>
                  <a:pt x="991805" y="26890"/>
                </a:lnTo>
                <a:lnTo>
                  <a:pt x="991805" y="118002"/>
                </a:lnTo>
                <a:lnTo>
                  <a:pt x="977094" y="118002"/>
                </a:lnTo>
                <a:close/>
                <a:moveTo>
                  <a:pt x="1088998" y="61532"/>
                </a:moveTo>
                <a:cubicBezTo>
                  <a:pt x="1088998" y="42287"/>
                  <a:pt x="1094165" y="27220"/>
                  <a:pt x="1104500" y="16332"/>
                </a:cubicBezTo>
                <a:cubicBezTo>
                  <a:pt x="1114834" y="5444"/>
                  <a:pt x="1128174" y="0"/>
                  <a:pt x="1144519" y="0"/>
                </a:cubicBezTo>
                <a:cubicBezTo>
                  <a:pt x="1155222" y="0"/>
                  <a:pt x="1164871" y="2557"/>
                  <a:pt x="1173466" y="7672"/>
                </a:cubicBezTo>
                <a:cubicBezTo>
                  <a:pt x="1182060" y="12786"/>
                  <a:pt x="1188611" y="19917"/>
                  <a:pt x="1193120" y="29065"/>
                </a:cubicBezTo>
                <a:cubicBezTo>
                  <a:pt x="1197628" y="38213"/>
                  <a:pt x="1199882" y="48587"/>
                  <a:pt x="1199882" y="60187"/>
                </a:cubicBezTo>
                <a:cubicBezTo>
                  <a:pt x="1199882" y="71945"/>
                  <a:pt x="1197509" y="82464"/>
                  <a:pt x="1192764" y="91744"/>
                </a:cubicBezTo>
                <a:cubicBezTo>
                  <a:pt x="1188018" y="101024"/>
                  <a:pt x="1181296" y="108050"/>
                  <a:pt x="1172596" y="112821"/>
                </a:cubicBezTo>
                <a:cubicBezTo>
                  <a:pt x="1163896" y="117593"/>
                  <a:pt x="1154511" y="119979"/>
                  <a:pt x="1144440" y="119979"/>
                </a:cubicBezTo>
                <a:cubicBezTo>
                  <a:pt x="1133525" y="119979"/>
                  <a:pt x="1123771" y="117343"/>
                  <a:pt x="1115177" y="112070"/>
                </a:cubicBezTo>
                <a:cubicBezTo>
                  <a:pt x="1106582" y="106797"/>
                  <a:pt x="1100071" y="99600"/>
                  <a:pt x="1095641" y="90479"/>
                </a:cubicBezTo>
                <a:cubicBezTo>
                  <a:pt x="1091212" y="81357"/>
                  <a:pt x="1088998" y="71708"/>
                  <a:pt x="1088998" y="61532"/>
                </a:cubicBezTo>
                <a:moveTo>
                  <a:pt x="1104816" y="61769"/>
                </a:moveTo>
                <a:cubicBezTo>
                  <a:pt x="1104816" y="75742"/>
                  <a:pt x="1108573" y="86748"/>
                  <a:pt x="1116086" y="94789"/>
                </a:cubicBezTo>
                <a:cubicBezTo>
                  <a:pt x="1123600" y="102830"/>
                  <a:pt x="1133025" y="106850"/>
                  <a:pt x="1144361" y="106850"/>
                </a:cubicBezTo>
                <a:cubicBezTo>
                  <a:pt x="1155908" y="106850"/>
                  <a:pt x="1165412" y="102790"/>
                  <a:pt x="1172873" y="94670"/>
                </a:cubicBezTo>
                <a:cubicBezTo>
                  <a:pt x="1180333" y="86550"/>
                  <a:pt x="1184064" y="75030"/>
                  <a:pt x="1184064" y="60108"/>
                </a:cubicBezTo>
                <a:cubicBezTo>
                  <a:pt x="1184064" y="50670"/>
                  <a:pt x="1182469" y="42432"/>
                  <a:pt x="1179279" y="35393"/>
                </a:cubicBezTo>
                <a:cubicBezTo>
                  <a:pt x="1176089" y="28354"/>
                  <a:pt x="1171423" y="22896"/>
                  <a:pt x="1165280" y="19021"/>
                </a:cubicBezTo>
                <a:cubicBezTo>
                  <a:pt x="1159137" y="15146"/>
                  <a:pt x="1152243" y="13208"/>
                  <a:pt x="1144598" y="13208"/>
                </a:cubicBezTo>
                <a:cubicBezTo>
                  <a:pt x="1133736" y="13208"/>
                  <a:pt x="1124391" y="16938"/>
                  <a:pt x="1116561" y="24399"/>
                </a:cubicBezTo>
                <a:cubicBezTo>
                  <a:pt x="1108731" y="31860"/>
                  <a:pt x="1104816" y="44317"/>
                  <a:pt x="1104816" y="61769"/>
                </a:cubicBezTo>
                <a:close/>
                <a:moveTo>
                  <a:pt x="1261164" y="124962"/>
                </a:moveTo>
                <a:lnTo>
                  <a:pt x="1275005" y="127018"/>
                </a:lnTo>
                <a:cubicBezTo>
                  <a:pt x="1275585" y="131289"/>
                  <a:pt x="1277193" y="134400"/>
                  <a:pt x="1279829" y="136351"/>
                </a:cubicBezTo>
                <a:cubicBezTo>
                  <a:pt x="1283362" y="138987"/>
                  <a:pt x="1288186" y="140305"/>
                  <a:pt x="1294303" y="140305"/>
                </a:cubicBezTo>
                <a:cubicBezTo>
                  <a:pt x="1300894" y="140305"/>
                  <a:pt x="1305982" y="138987"/>
                  <a:pt x="1309567" y="136351"/>
                </a:cubicBezTo>
                <a:cubicBezTo>
                  <a:pt x="1313152" y="133714"/>
                  <a:pt x="1315578" y="130023"/>
                  <a:pt x="1316843" y="125278"/>
                </a:cubicBezTo>
                <a:cubicBezTo>
                  <a:pt x="1317581" y="122378"/>
                  <a:pt x="1317924" y="116288"/>
                  <a:pt x="1317871" y="107008"/>
                </a:cubicBezTo>
                <a:cubicBezTo>
                  <a:pt x="1311650" y="114337"/>
                  <a:pt x="1303899" y="118002"/>
                  <a:pt x="1294619" y="118002"/>
                </a:cubicBezTo>
                <a:cubicBezTo>
                  <a:pt x="1283072" y="118002"/>
                  <a:pt x="1274135" y="113836"/>
                  <a:pt x="1267808" y="105506"/>
                </a:cubicBezTo>
                <a:cubicBezTo>
                  <a:pt x="1261480" y="97175"/>
                  <a:pt x="1258317" y="87183"/>
                  <a:pt x="1258317" y="75531"/>
                </a:cubicBezTo>
                <a:cubicBezTo>
                  <a:pt x="1258317" y="67516"/>
                  <a:pt x="1259767" y="60121"/>
                  <a:pt x="1262667" y="53346"/>
                </a:cubicBezTo>
                <a:cubicBezTo>
                  <a:pt x="1265567" y="46571"/>
                  <a:pt x="1269772" y="41338"/>
                  <a:pt x="1275282" y="37647"/>
                </a:cubicBezTo>
                <a:cubicBezTo>
                  <a:pt x="1280792" y="33956"/>
                  <a:pt x="1287264" y="32110"/>
                  <a:pt x="1294698" y="32110"/>
                </a:cubicBezTo>
                <a:cubicBezTo>
                  <a:pt x="1304611" y="32110"/>
                  <a:pt x="1312783" y="36118"/>
                  <a:pt x="1319216" y="44132"/>
                </a:cubicBezTo>
                <a:lnTo>
                  <a:pt x="1319216" y="34009"/>
                </a:lnTo>
                <a:lnTo>
                  <a:pt x="1332345" y="34009"/>
                </a:lnTo>
                <a:lnTo>
                  <a:pt x="1332345" y="106613"/>
                </a:lnTo>
                <a:cubicBezTo>
                  <a:pt x="1332345" y="119689"/>
                  <a:pt x="1331014" y="128956"/>
                  <a:pt x="1328351" y="134413"/>
                </a:cubicBezTo>
                <a:cubicBezTo>
                  <a:pt x="1325688" y="139870"/>
                  <a:pt x="1321470" y="144180"/>
                  <a:pt x="1315696" y="147344"/>
                </a:cubicBezTo>
                <a:cubicBezTo>
                  <a:pt x="1309923" y="150508"/>
                  <a:pt x="1302818" y="152089"/>
                  <a:pt x="1294382" y="152089"/>
                </a:cubicBezTo>
                <a:cubicBezTo>
                  <a:pt x="1284364" y="152089"/>
                  <a:pt x="1276270" y="149835"/>
                  <a:pt x="1270101" y="145327"/>
                </a:cubicBezTo>
                <a:cubicBezTo>
                  <a:pt x="1263932" y="140819"/>
                  <a:pt x="1260953" y="134031"/>
                  <a:pt x="1261164" y="124962"/>
                </a:cubicBezTo>
                <a:moveTo>
                  <a:pt x="1272949" y="74502"/>
                </a:moveTo>
                <a:cubicBezTo>
                  <a:pt x="1272949" y="85522"/>
                  <a:pt x="1275137" y="93563"/>
                  <a:pt x="1279513" y="98625"/>
                </a:cubicBezTo>
                <a:cubicBezTo>
                  <a:pt x="1283889" y="103687"/>
                  <a:pt x="1289373" y="106217"/>
                  <a:pt x="1295964" y="106217"/>
                </a:cubicBezTo>
                <a:cubicBezTo>
                  <a:pt x="1302502" y="106217"/>
                  <a:pt x="1307985" y="103700"/>
                  <a:pt x="1312414" y="98664"/>
                </a:cubicBezTo>
                <a:cubicBezTo>
                  <a:pt x="1316843" y="93629"/>
                  <a:pt x="1319058" y="85733"/>
                  <a:pt x="1319058" y="74977"/>
                </a:cubicBezTo>
                <a:cubicBezTo>
                  <a:pt x="1319058" y="64695"/>
                  <a:pt x="1316777" y="56945"/>
                  <a:pt x="1312217" y="51725"/>
                </a:cubicBezTo>
                <a:cubicBezTo>
                  <a:pt x="1307656" y="46505"/>
                  <a:pt x="1302159" y="43895"/>
                  <a:pt x="1295726" y="43895"/>
                </a:cubicBezTo>
                <a:cubicBezTo>
                  <a:pt x="1289399" y="43895"/>
                  <a:pt x="1284021" y="46465"/>
                  <a:pt x="1279592" y="51606"/>
                </a:cubicBezTo>
                <a:cubicBezTo>
                  <a:pt x="1275163" y="56747"/>
                  <a:pt x="1272949" y="64379"/>
                  <a:pt x="1272949" y="74502"/>
                </a:cubicBezTo>
                <a:close/>
                <a:moveTo>
                  <a:pt x="1410699" y="90953"/>
                </a:moveTo>
                <a:lnTo>
                  <a:pt x="1425410" y="92772"/>
                </a:lnTo>
                <a:cubicBezTo>
                  <a:pt x="1423090" y="101367"/>
                  <a:pt x="1418793" y="108037"/>
                  <a:pt x="1412518" y="112782"/>
                </a:cubicBezTo>
                <a:cubicBezTo>
                  <a:pt x="1406244" y="117527"/>
                  <a:pt x="1398229" y="119900"/>
                  <a:pt x="1388475" y="119900"/>
                </a:cubicBezTo>
                <a:cubicBezTo>
                  <a:pt x="1376190" y="119900"/>
                  <a:pt x="1366449" y="116117"/>
                  <a:pt x="1359251" y="108551"/>
                </a:cubicBezTo>
                <a:cubicBezTo>
                  <a:pt x="1352054" y="100984"/>
                  <a:pt x="1348456" y="90373"/>
                  <a:pt x="1348456" y="76717"/>
                </a:cubicBezTo>
                <a:cubicBezTo>
                  <a:pt x="1348456" y="62586"/>
                  <a:pt x="1352094" y="51619"/>
                  <a:pt x="1359370" y="43816"/>
                </a:cubicBezTo>
                <a:cubicBezTo>
                  <a:pt x="1366646" y="36012"/>
                  <a:pt x="1376084" y="32110"/>
                  <a:pt x="1387684" y="32110"/>
                </a:cubicBezTo>
                <a:cubicBezTo>
                  <a:pt x="1398915" y="32110"/>
                  <a:pt x="1408089" y="35933"/>
                  <a:pt x="1415207" y="43578"/>
                </a:cubicBezTo>
                <a:cubicBezTo>
                  <a:pt x="1422325" y="51224"/>
                  <a:pt x="1425884" y="61980"/>
                  <a:pt x="1425884" y="75847"/>
                </a:cubicBezTo>
                <a:cubicBezTo>
                  <a:pt x="1425884" y="76691"/>
                  <a:pt x="1425858" y="77956"/>
                  <a:pt x="1425805" y="79643"/>
                </a:cubicBezTo>
                <a:lnTo>
                  <a:pt x="1363166" y="79643"/>
                </a:lnTo>
                <a:cubicBezTo>
                  <a:pt x="1363694" y="88870"/>
                  <a:pt x="1366304" y="95936"/>
                  <a:pt x="1370996" y="100839"/>
                </a:cubicBezTo>
                <a:cubicBezTo>
                  <a:pt x="1375689" y="105743"/>
                  <a:pt x="1381541" y="108195"/>
                  <a:pt x="1388554" y="108195"/>
                </a:cubicBezTo>
                <a:cubicBezTo>
                  <a:pt x="1393774" y="108195"/>
                  <a:pt x="1398229" y="106824"/>
                  <a:pt x="1401920" y="104082"/>
                </a:cubicBezTo>
                <a:cubicBezTo>
                  <a:pt x="1405611" y="101340"/>
                  <a:pt x="1408537" y="96964"/>
                  <a:pt x="1410699" y="90953"/>
                </a:cubicBezTo>
                <a:moveTo>
                  <a:pt x="1363957" y="67938"/>
                </a:moveTo>
                <a:lnTo>
                  <a:pt x="1410857" y="67938"/>
                </a:lnTo>
                <a:cubicBezTo>
                  <a:pt x="1410225" y="60873"/>
                  <a:pt x="1408432" y="55574"/>
                  <a:pt x="1405479" y="52041"/>
                </a:cubicBezTo>
                <a:cubicBezTo>
                  <a:pt x="1400945" y="46557"/>
                  <a:pt x="1395066" y="43816"/>
                  <a:pt x="1387842" y="43816"/>
                </a:cubicBezTo>
                <a:cubicBezTo>
                  <a:pt x="1381304" y="43816"/>
                  <a:pt x="1375807" y="46004"/>
                  <a:pt x="1371352" y="50380"/>
                </a:cubicBezTo>
                <a:cubicBezTo>
                  <a:pt x="1366897" y="54756"/>
                  <a:pt x="1364432" y="60609"/>
                  <a:pt x="1363957" y="67938"/>
                </a:cubicBezTo>
                <a:close/>
                <a:moveTo>
                  <a:pt x="1442627" y="118002"/>
                </a:moveTo>
                <a:lnTo>
                  <a:pt x="1442627" y="34009"/>
                </a:lnTo>
                <a:lnTo>
                  <a:pt x="1455440" y="34009"/>
                </a:lnTo>
                <a:lnTo>
                  <a:pt x="1455440" y="45951"/>
                </a:lnTo>
                <a:cubicBezTo>
                  <a:pt x="1461609" y="36724"/>
                  <a:pt x="1470519" y="32110"/>
                  <a:pt x="1482172" y="32110"/>
                </a:cubicBezTo>
                <a:cubicBezTo>
                  <a:pt x="1487234" y="32110"/>
                  <a:pt x="1491887" y="33020"/>
                  <a:pt x="1496131" y="34839"/>
                </a:cubicBezTo>
                <a:cubicBezTo>
                  <a:pt x="1500376" y="36658"/>
                  <a:pt x="1503552" y="39044"/>
                  <a:pt x="1505662" y="41997"/>
                </a:cubicBezTo>
                <a:cubicBezTo>
                  <a:pt x="1507771" y="44949"/>
                  <a:pt x="1509247" y="48456"/>
                  <a:pt x="1510091" y="52516"/>
                </a:cubicBezTo>
                <a:cubicBezTo>
                  <a:pt x="1510618" y="55152"/>
                  <a:pt x="1510881" y="59765"/>
                  <a:pt x="1510881" y="66356"/>
                </a:cubicBezTo>
                <a:lnTo>
                  <a:pt x="1510881" y="118002"/>
                </a:lnTo>
                <a:lnTo>
                  <a:pt x="1496645" y="118002"/>
                </a:lnTo>
                <a:lnTo>
                  <a:pt x="1496645" y="66910"/>
                </a:lnTo>
                <a:cubicBezTo>
                  <a:pt x="1496645" y="61110"/>
                  <a:pt x="1496092" y="56773"/>
                  <a:pt x="1494984" y="53900"/>
                </a:cubicBezTo>
                <a:cubicBezTo>
                  <a:pt x="1493877" y="51026"/>
                  <a:pt x="1491913" y="48732"/>
                  <a:pt x="1489092" y="47019"/>
                </a:cubicBezTo>
                <a:cubicBezTo>
                  <a:pt x="1486271" y="45305"/>
                  <a:pt x="1482963" y="44448"/>
                  <a:pt x="1479166" y="44448"/>
                </a:cubicBezTo>
                <a:cubicBezTo>
                  <a:pt x="1473103" y="44448"/>
                  <a:pt x="1467870" y="46373"/>
                  <a:pt x="1463467" y="50222"/>
                </a:cubicBezTo>
                <a:cubicBezTo>
                  <a:pt x="1459064" y="54071"/>
                  <a:pt x="1456863" y="61374"/>
                  <a:pt x="1456863" y="72130"/>
                </a:cubicBezTo>
                <a:lnTo>
                  <a:pt x="1456863" y="118002"/>
                </a:lnTo>
                <a:lnTo>
                  <a:pt x="1442627" y="118002"/>
                </a:lnTo>
                <a:close/>
                <a:moveTo>
                  <a:pt x="1589553" y="90953"/>
                </a:moveTo>
                <a:lnTo>
                  <a:pt x="1604263" y="92772"/>
                </a:lnTo>
                <a:cubicBezTo>
                  <a:pt x="1601943" y="101367"/>
                  <a:pt x="1597646" y="108037"/>
                  <a:pt x="1591372" y="112782"/>
                </a:cubicBezTo>
                <a:cubicBezTo>
                  <a:pt x="1585097" y="117527"/>
                  <a:pt x="1577083" y="119900"/>
                  <a:pt x="1567328" y="119900"/>
                </a:cubicBezTo>
                <a:cubicBezTo>
                  <a:pt x="1555043" y="119900"/>
                  <a:pt x="1545302" y="116117"/>
                  <a:pt x="1538105" y="108551"/>
                </a:cubicBezTo>
                <a:cubicBezTo>
                  <a:pt x="1530908" y="100984"/>
                  <a:pt x="1527309" y="90373"/>
                  <a:pt x="1527309" y="76717"/>
                </a:cubicBezTo>
                <a:cubicBezTo>
                  <a:pt x="1527309" y="62586"/>
                  <a:pt x="1530947" y="51619"/>
                  <a:pt x="1538223" y="43816"/>
                </a:cubicBezTo>
                <a:cubicBezTo>
                  <a:pt x="1545500" y="36012"/>
                  <a:pt x="1554938" y="32110"/>
                  <a:pt x="1566538" y="32110"/>
                </a:cubicBezTo>
                <a:cubicBezTo>
                  <a:pt x="1577768" y="32110"/>
                  <a:pt x="1586943" y="35933"/>
                  <a:pt x="1594061" y="43578"/>
                </a:cubicBezTo>
                <a:cubicBezTo>
                  <a:pt x="1601179" y="51224"/>
                  <a:pt x="1604738" y="61980"/>
                  <a:pt x="1604738" y="75847"/>
                </a:cubicBezTo>
                <a:cubicBezTo>
                  <a:pt x="1604738" y="76691"/>
                  <a:pt x="1604712" y="77956"/>
                  <a:pt x="1604659" y="79643"/>
                </a:cubicBezTo>
                <a:lnTo>
                  <a:pt x="1542020" y="79643"/>
                </a:lnTo>
                <a:cubicBezTo>
                  <a:pt x="1542547" y="88870"/>
                  <a:pt x="1545157" y="95936"/>
                  <a:pt x="1549850" y="100839"/>
                </a:cubicBezTo>
                <a:cubicBezTo>
                  <a:pt x="1554542" y="105743"/>
                  <a:pt x="1560395" y="108195"/>
                  <a:pt x="1567408" y="108195"/>
                </a:cubicBezTo>
                <a:cubicBezTo>
                  <a:pt x="1572627" y="108195"/>
                  <a:pt x="1577083" y="106824"/>
                  <a:pt x="1580774" y="104082"/>
                </a:cubicBezTo>
                <a:cubicBezTo>
                  <a:pt x="1584465" y="101340"/>
                  <a:pt x="1587391" y="96964"/>
                  <a:pt x="1589553" y="90953"/>
                </a:cubicBezTo>
                <a:moveTo>
                  <a:pt x="1542811" y="67938"/>
                </a:moveTo>
                <a:lnTo>
                  <a:pt x="1589711" y="67938"/>
                </a:lnTo>
                <a:cubicBezTo>
                  <a:pt x="1589078" y="60873"/>
                  <a:pt x="1587285" y="55574"/>
                  <a:pt x="1584333" y="52041"/>
                </a:cubicBezTo>
                <a:cubicBezTo>
                  <a:pt x="1579798" y="46557"/>
                  <a:pt x="1573919" y="43816"/>
                  <a:pt x="1566696" y="43816"/>
                </a:cubicBezTo>
                <a:cubicBezTo>
                  <a:pt x="1560158" y="43816"/>
                  <a:pt x="1554661" y="46004"/>
                  <a:pt x="1550206" y="50380"/>
                </a:cubicBezTo>
                <a:cubicBezTo>
                  <a:pt x="1545750" y="54756"/>
                  <a:pt x="1543285" y="60609"/>
                  <a:pt x="1542811" y="67938"/>
                </a:cubicBezTo>
                <a:close/>
                <a:moveTo>
                  <a:pt x="1621323" y="118002"/>
                </a:moveTo>
                <a:lnTo>
                  <a:pt x="1621323" y="34009"/>
                </a:lnTo>
                <a:lnTo>
                  <a:pt x="1634135" y="34009"/>
                </a:lnTo>
                <a:lnTo>
                  <a:pt x="1634135" y="46742"/>
                </a:lnTo>
                <a:cubicBezTo>
                  <a:pt x="1637404" y="40784"/>
                  <a:pt x="1640423" y="36856"/>
                  <a:pt x="1643191" y="34958"/>
                </a:cubicBezTo>
                <a:cubicBezTo>
                  <a:pt x="1645959" y="33059"/>
                  <a:pt x="1649004" y="32110"/>
                  <a:pt x="1652326" y="32110"/>
                </a:cubicBezTo>
                <a:cubicBezTo>
                  <a:pt x="1657124" y="32110"/>
                  <a:pt x="1662001" y="33639"/>
                  <a:pt x="1666957" y="36698"/>
                </a:cubicBezTo>
                <a:lnTo>
                  <a:pt x="1662054" y="49906"/>
                </a:lnTo>
                <a:cubicBezTo>
                  <a:pt x="1658574" y="47849"/>
                  <a:pt x="1655094" y="46821"/>
                  <a:pt x="1651614" y="46821"/>
                </a:cubicBezTo>
                <a:cubicBezTo>
                  <a:pt x="1648503" y="46821"/>
                  <a:pt x="1645709" y="47757"/>
                  <a:pt x="1643230" y="49629"/>
                </a:cubicBezTo>
                <a:cubicBezTo>
                  <a:pt x="1640752" y="51501"/>
                  <a:pt x="1638986" y="54097"/>
                  <a:pt x="1637931" y="57419"/>
                </a:cubicBezTo>
                <a:cubicBezTo>
                  <a:pt x="1636350" y="62481"/>
                  <a:pt x="1635559" y="68017"/>
                  <a:pt x="1635559" y="74028"/>
                </a:cubicBezTo>
                <a:lnTo>
                  <a:pt x="1635559" y="118002"/>
                </a:lnTo>
                <a:lnTo>
                  <a:pt x="1621323" y="118002"/>
                </a:lnTo>
                <a:close/>
                <a:moveTo>
                  <a:pt x="1730244" y="107641"/>
                </a:moveTo>
                <a:cubicBezTo>
                  <a:pt x="1724972" y="112123"/>
                  <a:pt x="1719897" y="115286"/>
                  <a:pt x="1715020" y="117132"/>
                </a:cubicBezTo>
                <a:cubicBezTo>
                  <a:pt x="1710142" y="118977"/>
                  <a:pt x="1704909" y="119900"/>
                  <a:pt x="1699320" y="119900"/>
                </a:cubicBezTo>
                <a:cubicBezTo>
                  <a:pt x="1690093" y="119900"/>
                  <a:pt x="1683002" y="117646"/>
                  <a:pt x="1678045" y="113138"/>
                </a:cubicBezTo>
                <a:cubicBezTo>
                  <a:pt x="1673089" y="108630"/>
                  <a:pt x="1670611" y="102869"/>
                  <a:pt x="1670611" y="95857"/>
                </a:cubicBezTo>
                <a:cubicBezTo>
                  <a:pt x="1670611" y="91744"/>
                  <a:pt x="1671547" y="87987"/>
                  <a:pt x="1673418" y="84586"/>
                </a:cubicBezTo>
                <a:cubicBezTo>
                  <a:pt x="1675290" y="81186"/>
                  <a:pt x="1677742" y="78457"/>
                  <a:pt x="1680774" y="76401"/>
                </a:cubicBezTo>
                <a:cubicBezTo>
                  <a:pt x="1683806" y="74344"/>
                  <a:pt x="1687220" y="72789"/>
                  <a:pt x="1691016" y="71734"/>
                </a:cubicBezTo>
                <a:cubicBezTo>
                  <a:pt x="1693810" y="70996"/>
                  <a:pt x="1698029" y="70284"/>
                  <a:pt x="1703670" y="69599"/>
                </a:cubicBezTo>
                <a:cubicBezTo>
                  <a:pt x="1715165" y="68228"/>
                  <a:pt x="1723627" y="66594"/>
                  <a:pt x="1729058" y="64695"/>
                </a:cubicBezTo>
                <a:cubicBezTo>
                  <a:pt x="1729111" y="62744"/>
                  <a:pt x="1729137" y="61505"/>
                  <a:pt x="1729137" y="60978"/>
                </a:cubicBezTo>
                <a:cubicBezTo>
                  <a:pt x="1729137" y="55178"/>
                  <a:pt x="1727793" y="51092"/>
                  <a:pt x="1725104" y="48719"/>
                </a:cubicBezTo>
                <a:cubicBezTo>
                  <a:pt x="1721465" y="45503"/>
                  <a:pt x="1716061" y="43895"/>
                  <a:pt x="1708890" y="43895"/>
                </a:cubicBezTo>
                <a:cubicBezTo>
                  <a:pt x="1702194" y="43895"/>
                  <a:pt x="1697251" y="45068"/>
                  <a:pt x="1694061" y="47414"/>
                </a:cubicBezTo>
                <a:cubicBezTo>
                  <a:pt x="1690871" y="49761"/>
                  <a:pt x="1688511" y="53913"/>
                  <a:pt x="1686982" y="59871"/>
                </a:cubicBezTo>
                <a:lnTo>
                  <a:pt x="1673063" y="57973"/>
                </a:lnTo>
                <a:cubicBezTo>
                  <a:pt x="1674328" y="52015"/>
                  <a:pt x="1676411" y="47203"/>
                  <a:pt x="1679311" y="43539"/>
                </a:cubicBezTo>
                <a:cubicBezTo>
                  <a:pt x="1682211" y="39874"/>
                  <a:pt x="1686402" y="37054"/>
                  <a:pt x="1691886" y="35076"/>
                </a:cubicBezTo>
                <a:cubicBezTo>
                  <a:pt x="1697369" y="33099"/>
                  <a:pt x="1703723" y="32110"/>
                  <a:pt x="1710947" y="32110"/>
                </a:cubicBezTo>
                <a:cubicBezTo>
                  <a:pt x="1718117" y="32110"/>
                  <a:pt x="1723944" y="32954"/>
                  <a:pt x="1728425" y="34641"/>
                </a:cubicBezTo>
                <a:cubicBezTo>
                  <a:pt x="1732907" y="36329"/>
                  <a:pt x="1736203" y="38451"/>
                  <a:pt x="1738312" y="41008"/>
                </a:cubicBezTo>
                <a:cubicBezTo>
                  <a:pt x="1740421" y="43565"/>
                  <a:pt x="1741897" y="46795"/>
                  <a:pt x="1742741" y="50696"/>
                </a:cubicBezTo>
                <a:cubicBezTo>
                  <a:pt x="1743215" y="53122"/>
                  <a:pt x="1743452" y="57498"/>
                  <a:pt x="1743452" y="63825"/>
                </a:cubicBezTo>
                <a:lnTo>
                  <a:pt x="1743452" y="82807"/>
                </a:lnTo>
                <a:cubicBezTo>
                  <a:pt x="1743452" y="96041"/>
                  <a:pt x="1743756" y="104412"/>
                  <a:pt x="1744362" y="107918"/>
                </a:cubicBezTo>
                <a:cubicBezTo>
                  <a:pt x="1744968" y="111424"/>
                  <a:pt x="1746168" y="114785"/>
                  <a:pt x="1747961" y="118002"/>
                </a:cubicBezTo>
                <a:lnTo>
                  <a:pt x="1733092" y="118002"/>
                </a:lnTo>
                <a:cubicBezTo>
                  <a:pt x="1731615" y="115049"/>
                  <a:pt x="1730666" y="111596"/>
                  <a:pt x="1730244" y="107641"/>
                </a:cubicBezTo>
                <a:moveTo>
                  <a:pt x="1729058" y="75847"/>
                </a:moveTo>
                <a:cubicBezTo>
                  <a:pt x="1723891" y="77956"/>
                  <a:pt x="1716140" y="79749"/>
                  <a:pt x="1705806" y="81225"/>
                </a:cubicBezTo>
                <a:cubicBezTo>
                  <a:pt x="1699953" y="82069"/>
                  <a:pt x="1695814" y="83018"/>
                  <a:pt x="1693389" y="84072"/>
                </a:cubicBezTo>
                <a:cubicBezTo>
                  <a:pt x="1690963" y="85127"/>
                  <a:pt x="1689091" y="86669"/>
                  <a:pt x="1687773" y="88699"/>
                </a:cubicBezTo>
                <a:cubicBezTo>
                  <a:pt x="1686455" y="90729"/>
                  <a:pt x="1685796" y="92983"/>
                  <a:pt x="1685796" y="95461"/>
                </a:cubicBezTo>
                <a:cubicBezTo>
                  <a:pt x="1685796" y="99258"/>
                  <a:pt x="1687233" y="102421"/>
                  <a:pt x="1690106" y="104952"/>
                </a:cubicBezTo>
                <a:cubicBezTo>
                  <a:pt x="1692980" y="107483"/>
                  <a:pt x="1697185" y="108748"/>
                  <a:pt x="1702721" y="108748"/>
                </a:cubicBezTo>
                <a:cubicBezTo>
                  <a:pt x="1708205" y="108748"/>
                  <a:pt x="1713082" y="107549"/>
                  <a:pt x="1717353" y="105150"/>
                </a:cubicBezTo>
                <a:cubicBezTo>
                  <a:pt x="1721624" y="102751"/>
                  <a:pt x="1724761" y="99468"/>
                  <a:pt x="1726764" y="95303"/>
                </a:cubicBezTo>
                <a:cubicBezTo>
                  <a:pt x="1728294" y="92087"/>
                  <a:pt x="1729058" y="87341"/>
                  <a:pt x="1729058" y="81067"/>
                </a:cubicBezTo>
                <a:lnTo>
                  <a:pt x="1729058" y="75847"/>
                </a:lnTo>
                <a:close/>
                <a:moveTo>
                  <a:pt x="1795944" y="105268"/>
                </a:moveTo>
                <a:lnTo>
                  <a:pt x="1798000" y="117844"/>
                </a:lnTo>
                <a:cubicBezTo>
                  <a:pt x="1793993" y="118687"/>
                  <a:pt x="1790408" y="119109"/>
                  <a:pt x="1787244" y="119109"/>
                </a:cubicBezTo>
                <a:cubicBezTo>
                  <a:pt x="1782077" y="119109"/>
                  <a:pt x="1778070" y="118292"/>
                  <a:pt x="1775222" y="116657"/>
                </a:cubicBezTo>
                <a:cubicBezTo>
                  <a:pt x="1772375" y="115023"/>
                  <a:pt x="1770371" y="112874"/>
                  <a:pt x="1769212" y="110211"/>
                </a:cubicBezTo>
                <a:cubicBezTo>
                  <a:pt x="1768052" y="107549"/>
                  <a:pt x="1767472" y="101947"/>
                  <a:pt x="1767472" y="93405"/>
                </a:cubicBezTo>
                <a:lnTo>
                  <a:pt x="1767472" y="45081"/>
                </a:lnTo>
                <a:lnTo>
                  <a:pt x="1757032" y="45081"/>
                </a:lnTo>
                <a:lnTo>
                  <a:pt x="1757032" y="34009"/>
                </a:lnTo>
                <a:lnTo>
                  <a:pt x="1767472" y="34009"/>
                </a:lnTo>
                <a:lnTo>
                  <a:pt x="1767472" y="13208"/>
                </a:lnTo>
                <a:lnTo>
                  <a:pt x="1781629" y="4666"/>
                </a:lnTo>
                <a:lnTo>
                  <a:pt x="1781629" y="34009"/>
                </a:lnTo>
                <a:lnTo>
                  <a:pt x="1795944" y="34009"/>
                </a:lnTo>
                <a:lnTo>
                  <a:pt x="1795944" y="45081"/>
                </a:lnTo>
                <a:lnTo>
                  <a:pt x="1781629" y="45081"/>
                </a:lnTo>
                <a:lnTo>
                  <a:pt x="1781629" y="94196"/>
                </a:lnTo>
                <a:cubicBezTo>
                  <a:pt x="1781629" y="98256"/>
                  <a:pt x="1781879" y="100866"/>
                  <a:pt x="1782380" y="102026"/>
                </a:cubicBezTo>
                <a:cubicBezTo>
                  <a:pt x="1782881" y="103186"/>
                  <a:pt x="1783698" y="104108"/>
                  <a:pt x="1784832" y="104794"/>
                </a:cubicBezTo>
                <a:cubicBezTo>
                  <a:pt x="1785965" y="105479"/>
                  <a:pt x="1787587" y="105822"/>
                  <a:pt x="1789696" y="105822"/>
                </a:cubicBezTo>
                <a:cubicBezTo>
                  <a:pt x="1791278" y="105822"/>
                  <a:pt x="1793360" y="105637"/>
                  <a:pt x="1795944" y="105268"/>
                </a:cubicBezTo>
                <a:close/>
                <a:moveTo>
                  <a:pt x="1867891" y="90953"/>
                </a:moveTo>
                <a:lnTo>
                  <a:pt x="1882602" y="92772"/>
                </a:lnTo>
                <a:cubicBezTo>
                  <a:pt x="1880282" y="101367"/>
                  <a:pt x="1875985" y="108037"/>
                  <a:pt x="1869710" y="112782"/>
                </a:cubicBezTo>
                <a:cubicBezTo>
                  <a:pt x="1863436" y="117527"/>
                  <a:pt x="1855421" y="119900"/>
                  <a:pt x="1845667" y="119900"/>
                </a:cubicBezTo>
                <a:cubicBezTo>
                  <a:pt x="1833382" y="119900"/>
                  <a:pt x="1823641" y="116117"/>
                  <a:pt x="1816443" y="108551"/>
                </a:cubicBezTo>
                <a:cubicBezTo>
                  <a:pt x="1809246" y="100984"/>
                  <a:pt x="1805648" y="90373"/>
                  <a:pt x="1805648" y="76717"/>
                </a:cubicBezTo>
                <a:cubicBezTo>
                  <a:pt x="1805648" y="62586"/>
                  <a:pt x="1809286" y="51619"/>
                  <a:pt x="1816562" y="43816"/>
                </a:cubicBezTo>
                <a:cubicBezTo>
                  <a:pt x="1823838" y="36012"/>
                  <a:pt x="1833276" y="32110"/>
                  <a:pt x="1844876" y="32110"/>
                </a:cubicBezTo>
                <a:cubicBezTo>
                  <a:pt x="1856107" y="32110"/>
                  <a:pt x="1865281" y="35933"/>
                  <a:pt x="1872399" y="43578"/>
                </a:cubicBezTo>
                <a:cubicBezTo>
                  <a:pt x="1879517" y="51224"/>
                  <a:pt x="1883076" y="61980"/>
                  <a:pt x="1883076" y="75847"/>
                </a:cubicBezTo>
                <a:cubicBezTo>
                  <a:pt x="1883076" y="76691"/>
                  <a:pt x="1883050" y="77956"/>
                  <a:pt x="1882997" y="79643"/>
                </a:cubicBezTo>
                <a:lnTo>
                  <a:pt x="1820358" y="79643"/>
                </a:lnTo>
                <a:cubicBezTo>
                  <a:pt x="1820886" y="88870"/>
                  <a:pt x="1823496" y="95936"/>
                  <a:pt x="1828188" y="100839"/>
                </a:cubicBezTo>
                <a:cubicBezTo>
                  <a:pt x="1832881" y="105743"/>
                  <a:pt x="1838733" y="108195"/>
                  <a:pt x="1845746" y="108195"/>
                </a:cubicBezTo>
                <a:cubicBezTo>
                  <a:pt x="1850966" y="108195"/>
                  <a:pt x="1855421" y="106824"/>
                  <a:pt x="1859112" y="104082"/>
                </a:cubicBezTo>
                <a:cubicBezTo>
                  <a:pt x="1862803" y="101340"/>
                  <a:pt x="1865729" y="96964"/>
                  <a:pt x="1867891" y="90953"/>
                </a:cubicBezTo>
                <a:moveTo>
                  <a:pt x="1821149" y="67938"/>
                </a:moveTo>
                <a:lnTo>
                  <a:pt x="1868049" y="67938"/>
                </a:lnTo>
                <a:cubicBezTo>
                  <a:pt x="1867417" y="60873"/>
                  <a:pt x="1865624" y="55574"/>
                  <a:pt x="1862671" y="52041"/>
                </a:cubicBezTo>
                <a:cubicBezTo>
                  <a:pt x="1858137" y="46557"/>
                  <a:pt x="1852258" y="43816"/>
                  <a:pt x="1845034" y="43816"/>
                </a:cubicBezTo>
                <a:cubicBezTo>
                  <a:pt x="1838496" y="43816"/>
                  <a:pt x="1832999" y="46004"/>
                  <a:pt x="1828544" y="50380"/>
                </a:cubicBezTo>
                <a:cubicBezTo>
                  <a:pt x="1824089" y="54756"/>
                  <a:pt x="1821624" y="60609"/>
                  <a:pt x="1821149" y="67938"/>
                </a:cubicBezTo>
                <a:close/>
                <a:moveTo>
                  <a:pt x="1894125" y="92930"/>
                </a:moveTo>
                <a:lnTo>
                  <a:pt x="1908203" y="90716"/>
                </a:lnTo>
                <a:cubicBezTo>
                  <a:pt x="1908994" y="96358"/>
                  <a:pt x="1911196" y="100681"/>
                  <a:pt x="1914807" y="103687"/>
                </a:cubicBezTo>
                <a:cubicBezTo>
                  <a:pt x="1918419" y="106692"/>
                  <a:pt x="1923468" y="108195"/>
                  <a:pt x="1929953" y="108195"/>
                </a:cubicBezTo>
                <a:cubicBezTo>
                  <a:pt x="1936491" y="108195"/>
                  <a:pt x="1941342" y="106863"/>
                  <a:pt x="1944506" y="104201"/>
                </a:cubicBezTo>
                <a:cubicBezTo>
                  <a:pt x="1947669" y="101538"/>
                  <a:pt x="1949251" y="98414"/>
                  <a:pt x="1949251" y="94829"/>
                </a:cubicBezTo>
                <a:cubicBezTo>
                  <a:pt x="1949251" y="91612"/>
                  <a:pt x="1947854" y="89081"/>
                  <a:pt x="1945059" y="87236"/>
                </a:cubicBezTo>
                <a:cubicBezTo>
                  <a:pt x="1943108" y="85970"/>
                  <a:pt x="1938257" y="84362"/>
                  <a:pt x="1930507" y="82411"/>
                </a:cubicBezTo>
                <a:cubicBezTo>
                  <a:pt x="1920067" y="79775"/>
                  <a:pt x="1912830" y="77495"/>
                  <a:pt x="1908797" y="75570"/>
                </a:cubicBezTo>
                <a:cubicBezTo>
                  <a:pt x="1904763" y="73646"/>
                  <a:pt x="1901705" y="70983"/>
                  <a:pt x="1899622" y="67582"/>
                </a:cubicBezTo>
                <a:cubicBezTo>
                  <a:pt x="1897539" y="64181"/>
                  <a:pt x="1896498" y="60425"/>
                  <a:pt x="1896498" y="56312"/>
                </a:cubicBezTo>
                <a:cubicBezTo>
                  <a:pt x="1896498" y="52568"/>
                  <a:pt x="1897355" y="49102"/>
                  <a:pt x="1899069" y="45912"/>
                </a:cubicBezTo>
                <a:cubicBezTo>
                  <a:pt x="1900782" y="42722"/>
                  <a:pt x="1903115" y="40072"/>
                  <a:pt x="1906068" y="37963"/>
                </a:cubicBezTo>
                <a:cubicBezTo>
                  <a:pt x="1908282" y="36329"/>
                  <a:pt x="1911301" y="34944"/>
                  <a:pt x="1915124" y="33811"/>
                </a:cubicBezTo>
                <a:cubicBezTo>
                  <a:pt x="1918946" y="32677"/>
                  <a:pt x="1923046" y="32110"/>
                  <a:pt x="1927422" y="32110"/>
                </a:cubicBezTo>
                <a:cubicBezTo>
                  <a:pt x="1934013" y="32110"/>
                  <a:pt x="1939800" y="33059"/>
                  <a:pt x="1944782" y="34958"/>
                </a:cubicBezTo>
                <a:cubicBezTo>
                  <a:pt x="1949765" y="36856"/>
                  <a:pt x="1953443" y="39426"/>
                  <a:pt x="1955815" y="42669"/>
                </a:cubicBezTo>
                <a:cubicBezTo>
                  <a:pt x="1958188" y="45912"/>
                  <a:pt x="1959823" y="50248"/>
                  <a:pt x="1960719" y="55679"/>
                </a:cubicBezTo>
                <a:lnTo>
                  <a:pt x="1946799" y="57577"/>
                </a:lnTo>
                <a:cubicBezTo>
                  <a:pt x="1946166" y="53254"/>
                  <a:pt x="1944334" y="49879"/>
                  <a:pt x="1941302" y="47454"/>
                </a:cubicBezTo>
                <a:cubicBezTo>
                  <a:pt x="1938271" y="45028"/>
                  <a:pt x="1933987" y="43816"/>
                  <a:pt x="1928450" y="43816"/>
                </a:cubicBezTo>
                <a:cubicBezTo>
                  <a:pt x="1921912" y="43816"/>
                  <a:pt x="1917246" y="44897"/>
                  <a:pt x="1914451" y="47058"/>
                </a:cubicBezTo>
                <a:cubicBezTo>
                  <a:pt x="1911657" y="49220"/>
                  <a:pt x="1910260" y="51751"/>
                  <a:pt x="1910260" y="54651"/>
                </a:cubicBezTo>
                <a:cubicBezTo>
                  <a:pt x="1910260" y="56496"/>
                  <a:pt x="1910840" y="58157"/>
                  <a:pt x="1912000" y="59634"/>
                </a:cubicBezTo>
                <a:cubicBezTo>
                  <a:pt x="1913160" y="61163"/>
                  <a:pt x="1914979" y="62428"/>
                  <a:pt x="1917457" y="63430"/>
                </a:cubicBezTo>
                <a:cubicBezTo>
                  <a:pt x="1918880" y="63957"/>
                  <a:pt x="1923072" y="65170"/>
                  <a:pt x="1930032" y="67068"/>
                </a:cubicBezTo>
                <a:cubicBezTo>
                  <a:pt x="1940103" y="69757"/>
                  <a:pt x="1947129" y="71958"/>
                  <a:pt x="1951110" y="73672"/>
                </a:cubicBezTo>
                <a:cubicBezTo>
                  <a:pt x="1955090" y="75386"/>
                  <a:pt x="1958214" y="77877"/>
                  <a:pt x="1960482" y="81146"/>
                </a:cubicBezTo>
                <a:cubicBezTo>
                  <a:pt x="1962749" y="84415"/>
                  <a:pt x="1963883" y="88475"/>
                  <a:pt x="1963883" y="93326"/>
                </a:cubicBezTo>
                <a:cubicBezTo>
                  <a:pt x="1963883" y="98071"/>
                  <a:pt x="1962498" y="102540"/>
                  <a:pt x="1959730" y="106732"/>
                </a:cubicBezTo>
                <a:cubicBezTo>
                  <a:pt x="1956962" y="110923"/>
                  <a:pt x="1952968" y="114166"/>
                  <a:pt x="1947748" y="116460"/>
                </a:cubicBezTo>
                <a:cubicBezTo>
                  <a:pt x="1942528" y="118753"/>
                  <a:pt x="1936623" y="119900"/>
                  <a:pt x="1930032" y="119900"/>
                </a:cubicBezTo>
                <a:cubicBezTo>
                  <a:pt x="1919118" y="119900"/>
                  <a:pt x="1910800" y="117633"/>
                  <a:pt x="1905079" y="113098"/>
                </a:cubicBezTo>
                <a:cubicBezTo>
                  <a:pt x="1899359" y="108564"/>
                  <a:pt x="1895707" y="101841"/>
                  <a:pt x="1894125" y="92930"/>
                </a:cubicBezTo>
                <a:close/>
                <a:moveTo>
                  <a:pt x="2018975" y="118002"/>
                </a:moveTo>
                <a:lnTo>
                  <a:pt x="2018975" y="103766"/>
                </a:lnTo>
                <a:lnTo>
                  <a:pt x="2078371" y="29500"/>
                </a:lnTo>
                <a:cubicBezTo>
                  <a:pt x="2082589" y="24228"/>
                  <a:pt x="2086597" y="19641"/>
                  <a:pt x="2090393" y="15739"/>
                </a:cubicBezTo>
                <a:lnTo>
                  <a:pt x="2025698" y="15739"/>
                </a:lnTo>
                <a:lnTo>
                  <a:pt x="2025698" y="2056"/>
                </a:lnTo>
                <a:lnTo>
                  <a:pt x="2108742" y="2056"/>
                </a:lnTo>
                <a:lnTo>
                  <a:pt x="2108742" y="15739"/>
                </a:lnTo>
                <a:lnTo>
                  <a:pt x="2043651" y="96173"/>
                </a:lnTo>
                <a:lnTo>
                  <a:pt x="2036612" y="104319"/>
                </a:lnTo>
                <a:lnTo>
                  <a:pt x="2110640" y="104319"/>
                </a:lnTo>
                <a:lnTo>
                  <a:pt x="2110640" y="118002"/>
                </a:lnTo>
                <a:lnTo>
                  <a:pt x="2018975" y="118002"/>
                </a:lnTo>
                <a:close/>
                <a:moveTo>
                  <a:pt x="2127146" y="118002"/>
                </a:moveTo>
                <a:lnTo>
                  <a:pt x="2127146" y="2056"/>
                </a:lnTo>
                <a:lnTo>
                  <a:pt x="2142490" y="2056"/>
                </a:lnTo>
                <a:lnTo>
                  <a:pt x="2142490" y="59555"/>
                </a:lnTo>
                <a:lnTo>
                  <a:pt x="2200067" y="2056"/>
                </a:lnTo>
                <a:lnTo>
                  <a:pt x="2220867" y="2056"/>
                </a:lnTo>
                <a:lnTo>
                  <a:pt x="2172227" y="49036"/>
                </a:lnTo>
                <a:lnTo>
                  <a:pt x="2223003" y="118002"/>
                </a:lnTo>
                <a:lnTo>
                  <a:pt x="2202756" y="118002"/>
                </a:lnTo>
                <a:lnTo>
                  <a:pt x="2161471" y="59317"/>
                </a:lnTo>
                <a:lnTo>
                  <a:pt x="2142490" y="77824"/>
                </a:lnTo>
                <a:lnTo>
                  <a:pt x="2142490" y="118002"/>
                </a:lnTo>
                <a:lnTo>
                  <a:pt x="2127146" y="118002"/>
                </a:lnTo>
                <a:close/>
                <a:moveTo>
                  <a:pt x="2279496" y="150191"/>
                </a:moveTo>
                <a:lnTo>
                  <a:pt x="2279496" y="34009"/>
                </a:lnTo>
                <a:lnTo>
                  <a:pt x="2292467" y="34009"/>
                </a:lnTo>
                <a:lnTo>
                  <a:pt x="2292467" y="44923"/>
                </a:lnTo>
                <a:cubicBezTo>
                  <a:pt x="2295525" y="40652"/>
                  <a:pt x="2298979" y="37449"/>
                  <a:pt x="2302828" y="35314"/>
                </a:cubicBezTo>
                <a:cubicBezTo>
                  <a:pt x="2306677" y="33178"/>
                  <a:pt x="2311343" y="32110"/>
                  <a:pt x="2316827" y="32110"/>
                </a:cubicBezTo>
                <a:cubicBezTo>
                  <a:pt x="2323998" y="32110"/>
                  <a:pt x="2330325" y="33956"/>
                  <a:pt x="2335808" y="37647"/>
                </a:cubicBezTo>
                <a:cubicBezTo>
                  <a:pt x="2341292" y="41338"/>
                  <a:pt x="2345431" y="46544"/>
                  <a:pt x="2348225" y="53267"/>
                </a:cubicBezTo>
                <a:cubicBezTo>
                  <a:pt x="2351020" y="59990"/>
                  <a:pt x="2352417" y="67358"/>
                  <a:pt x="2352417" y="75372"/>
                </a:cubicBezTo>
                <a:cubicBezTo>
                  <a:pt x="2352417" y="83967"/>
                  <a:pt x="2350875" y="91704"/>
                  <a:pt x="2347790" y="98585"/>
                </a:cubicBezTo>
                <a:cubicBezTo>
                  <a:pt x="2344706" y="105466"/>
                  <a:pt x="2340224" y="110739"/>
                  <a:pt x="2334345" y="114403"/>
                </a:cubicBezTo>
                <a:cubicBezTo>
                  <a:pt x="2328466" y="118068"/>
                  <a:pt x="2322284" y="119900"/>
                  <a:pt x="2315799" y="119900"/>
                </a:cubicBezTo>
                <a:cubicBezTo>
                  <a:pt x="2311053" y="119900"/>
                  <a:pt x="2306796" y="118898"/>
                  <a:pt x="2303026" y="116895"/>
                </a:cubicBezTo>
                <a:cubicBezTo>
                  <a:pt x="2299256" y="114891"/>
                  <a:pt x="2296158" y="112360"/>
                  <a:pt x="2293733" y="109302"/>
                </a:cubicBezTo>
                <a:lnTo>
                  <a:pt x="2293733" y="150191"/>
                </a:lnTo>
                <a:lnTo>
                  <a:pt x="2279496" y="150191"/>
                </a:lnTo>
                <a:moveTo>
                  <a:pt x="2292388" y="76480"/>
                </a:moveTo>
                <a:cubicBezTo>
                  <a:pt x="2292388" y="87289"/>
                  <a:pt x="2294576" y="95277"/>
                  <a:pt x="2298953" y="100444"/>
                </a:cubicBezTo>
                <a:cubicBezTo>
                  <a:pt x="2303329" y="105611"/>
                  <a:pt x="2308628" y="108195"/>
                  <a:pt x="2314850" y="108195"/>
                </a:cubicBezTo>
                <a:cubicBezTo>
                  <a:pt x="2321177" y="108195"/>
                  <a:pt x="2326594" y="105519"/>
                  <a:pt x="2331102" y="100167"/>
                </a:cubicBezTo>
                <a:cubicBezTo>
                  <a:pt x="2335611" y="94815"/>
                  <a:pt x="2337865" y="86524"/>
                  <a:pt x="2337865" y="75293"/>
                </a:cubicBezTo>
                <a:cubicBezTo>
                  <a:pt x="2337865" y="64590"/>
                  <a:pt x="2335663" y="56575"/>
                  <a:pt x="2331261" y="51250"/>
                </a:cubicBezTo>
                <a:cubicBezTo>
                  <a:pt x="2326858" y="45925"/>
                  <a:pt x="2321599" y="43262"/>
                  <a:pt x="2315482" y="43262"/>
                </a:cubicBezTo>
                <a:cubicBezTo>
                  <a:pt x="2309419" y="43262"/>
                  <a:pt x="2304054" y="46096"/>
                  <a:pt x="2299388" y="51764"/>
                </a:cubicBezTo>
                <a:cubicBezTo>
                  <a:pt x="2294721" y="57432"/>
                  <a:pt x="2292388" y="65671"/>
                  <a:pt x="2292388" y="76480"/>
                </a:cubicBezTo>
                <a:close/>
                <a:moveTo>
                  <a:pt x="2368765" y="118002"/>
                </a:moveTo>
                <a:lnTo>
                  <a:pt x="2368765" y="34009"/>
                </a:lnTo>
                <a:lnTo>
                  <a:pt x="2381577" y="34009"/>
                </a:lnTo>
                <a:lnTo>
                  <a:pt x="2381577" y="46742"/>
                </a:lnTo>
                <a:cubicBezTo>
                  <a:pt x="2384846" y="40784"/>
                  <a:pt x="2387865" y="36856"/>
                  <a:pt x="2390633" y="34958"/>
                </a:cubicBezTo>
                <a:cubicBezTo>
                  <a:pt x="2393401" y="33059"/>
                  <a:pt x="2396446" y="32110"/>
                  <a:pt x="2399768" y="32110"/>
                </a:cubicBezTo>
                <a:cubicBezTo>
                  <a:pt x="2404566" y="32110"/>
                  <a:pt x="2409443" y="33639"/>
                  <a:pt x="2414399" y="36698"/>
                </a:cubicBezTo>
                <a:lnTo>
                  <a:pt x="2409496" y="49906"/>
                </a:lnTo>
                <a:cubicBezTo>
                  <a:pt x="2406016" y="47849"/>
                  <a:pt x="2402536" y="46821"/>
                  <a:pt x="2399056" y="46821"/>
                </a:cubicBezTo>
                <a:cubicBezTo>
                  <a:pt x="2395945" y="46821"/>
                  <a:pt x="2393151" y="47757"/>
                  <a:pt x="2390672" y="49629"/>
                </a:cubicBezTo>
                <a:cubicBezTo>
                  <a:pt x="2388194" y="51501"/>
                  <a:pt x="2386428" y="54097"/>
                  <a:pt x="2385373" y="57419"/>
                </a:cubicBezTo>
                <a:cubicBezTo>
                  <a:pt x="2383792" y="62481"/>
                  <a:pt x="2383001" y="68017"/>
                  <a:pt x="2383001" y="74028"/>
                </a:cubicBezTo>
                <a:lnTo>
                  <a:pt x="2383001" y="118002"/>
                </a:lnTo>
                <a:lnTo>
                  <a:pt x="2368765" y="118002"/>
                </a:lnTo>
                <a:close/>
                <a:moveTo>
                  <a:pt x="2417578" y="76005"/>
                </a:moveTo>
                <a:cubicBezTo>
                  <a:pt x="2417578" y="60451"/>
                  <a:pt x="2421902" y="48930"/>
                  <a:pt x="2430549" y="41443"/>
                </a:cubicBezTo>
                <a:cubicBezTo>
                  <a:pt x="2437772" y="35221"/>
                  <a:pt x="2446578" y="32110"/>
                  <a:pt x="2456965" y="32110"/>
                </a:cubicBezTo>
                <a:cubicBezTo>
                  <a:pt x="2468512" y="32110"/>
                  <a:pt x="2477950" y="35894"/>
                  <a:pt x="2485279" y="43460"/>
                </a:cubicBezTo>
                <a:cubicBezTo>
                  <a:pt x="2492608" y="51026"/>
                  <a:pt x="2496272" y="61479"/>
                  <a:pt x="2496272" y="74819"/>
                </a:cubicBezTo>
                <a:cubicBezTo>
                  <a:pt x="2496272" y="85628"/>
                  <a:pt x="2494651" y="94130"/>
                  <a:pt x="2491408" y="100325"/>
                </a:cubicBezTo>
                <a:cubicBezTo>
                  <a:pt x="2488166" y="106521"/>
                  <a:pt x="2483447" y="111332"/>
                  <a:pt x="2477251" y="114759"/>
                </a:cubicBezTo>
                <a:cubicBezTo>
                  <a:pt x="2471056" y="118186"/>
                  <a:pt x="2464294" y="119900"/>
                  <a:pt x="2456965" y="119900"/>
                </a:cubicBezTo>
                <a:cubicBezTo>
                  <a:pt x="2445207" y="119900"/>
                  <a:pt x="2435703" y="116130"/>
                  <a:pt x="2428453" y="108590"/>
                </a:cubicBezTo>
                <a:cubicBezTo>
                  <a:pt x="2421203" y="101050"/>
                  <a:pt x="2417578" y="90189"/>
                  <a:pt x="2417578" y="76005"/>
                </a:cubicBezTo>
                <a:moveTo>
                  <a:pt x="2432210" y="76005"/>
                </a:moveTo>
                <a:cubicBezTo>
                  <a:pt x="2432210" y="86761"/>
                  <a:pt x="2434556" y="94815"/>
                  <a:pt x="2439249" y="100167"/>
                </a:cubicBezTo>
                <a:cubicBezTo>
                  <a:pt x="2443941" y="105519"/>
                  <a:pt x="2449847" y="108195"/>
                  <a:pt x="2456965" y="108195"/>
                </a:cubicBezTo>
                <a:cubicBezTo>
                  <a:pt x="2464030" y="108195"/>
                  <a:pt x="2469909" y="105506"/>
                  <a:pt x="2474602" y="100128"/>
                </a:cubicBezTo>
                <a:cubicBezTo>
                  <a:pt x="2479295" y="94749"/>
                  <a:pt x="2481641" y="86550"/>
                  <a:pt x="2481641" y="75531"/>
                </a:cubicBezTo>
                <a:cubicBezTo>
                  <a:pt x="2481641" y="65144"/>
                  <a:pt x="2479281" y="57274"/>
                  <a:pt x="2474562" y="51922"/>
                </a:cubicBezTo>
                <a:cubicBezTo>
                  <a:pt x="2469843" y="46571"/>
                  <a:pt x="2463978" y="43895"/>
                  <a:pt x="2456965" y="43895"/>
                </a:cubicBezTo>
                <a:cubicBezTo>
                  <a:pt x="2449847" y="43895"/>
                  <a:pt x="2443941" y="46557"/>
                  <a:pt x="2439249" y="51883"/>
                </a:cubicBezTo>
                <a:cubicBezTo>
                  <a:pt x="2434556" y="57208"/>
                  <a:pt x="2432210" y="65249"/>
                  <a:pt x="2432210" y="76005"/>
                </a:cubicBezTo>
                <a:close/>
                <a:moveTo>
                  <a:pt x="2507005" y="76005"/>
                </a:moveTo>
                <a:cubicBezTo>
                  <a:pt x="2507005" y="60451"/>
                  <a:pt x="2511328" y="48930"/>
                  <a:pt x="2519975" y="41443"/>
                </a:cubicBezTo>
                <a:cubicBezTo>
                  <a:pt x="2527199" y="35221"/>
                  <a:pt x="2536004" y="32110"/>
                  <a:pt x="2546391" y="32110"/>
                </a:cubicBezTo>
                <a:cubicBezTo>
                  <a:pt x="2557938" y="32110"/>
                  <a:pt x="2567376" y="35894"/>
                  <a:pt x="2574705" y="43460"/>
                </a:cubicBezTo>
                <a:cubicBezTo>
                  <a:pt x="2582034" y="51026"/>
                  <a:pt x="2585699" y="61479"/>
                  <a:pt x="2585699" y="74819"/>
                </a:cubicBezTo>
                <a:cubicBezTo>
                  <a:pt x="2585699" y="85628"/>
                  <a:pt x="2584077" y="94130"/>
                  <a:pt x="2580835" y="100325"/>
                </a:cubicBezTo>
                <a:cubicBezTo>
                  <a:pt x="2577592" y="106521"/>
                  <a:pt x="2572873" y="111332"/>
                  <a:pt x="2566678" y="114759"/>
                </a:cubicBezTo>
                <a:cubicBezTo>
                  <a:pt x="2560482" y="118186"/>
                  <a:pt x="2553720" y="119900"/>
                  <a:pt x="2546391" y="119900"/>
                </a:cubicBezTo>
                <a:cubicBezTo>
                  <a:pt x="2534633" y="119900"/>
                  <a:pt x="2525129" y="116130"/>
                  <a:pt x="2517879" y="108590"/>
                </a:cubicBezTo>
                <a:cubicBezTo>
                  <a:pt x="2510630" y="101050"/>
                  <a:pt x="2507005" y="90189"/>
                  <a:pt x="2507005" y="76005"/>
                </a:cubicBezTo>
                <a:moveTo>
                  <a:pt x="2521636" y="76005"/>
                </a:moveTo>
                <a:cubicBezTo>
                  <a:pt x="2521636" y="86761"/>
                  <a:pt x="2523982" y="94815"/>
                  <a:pt x="2528675" y="100167"/>
                </a:cubicBezTo>
                <a:cubicBezTo>
                  <a:pt x="2533368" y="105519"/>
                  <a:pt x="2539273" y="108195"/>
                  <a:pt x="2546391" y="108195"/>
                </a:cubicBezTo>
                <a:cubicBezTo>
                  <a:pt x="2553457" y="108195"/>
                  <a:pt x="2559336" y="105506"/>
                  <a:pt x="2564028" y="100128"/>
                </a:cubicBezTo>
                <a:cubicBezTo>
                  <a:pt x="2568721" y="94749"/>
                  <a:pt x="2571067" y="86550"/>
                  <a:pt x="2571067" y="75531"/>
                </a:cubicBezTo>
                <a:cubicBezTo>
                  <a:pt x="2571067" y="65144"/>
                  <a:pt x="2568708" y="57274"/>
                  <a:pt x="2563989" y="51922"/>
                </a:cubicBezTo>
                <a:cubicBezTo>
                  <a:pt x="2559270" y="46571"/>
                  <a:pt x="2553404" y="43895"/>
                  <a:pt x="2546391" y="43895"/>
                </a:cubicBezTo>
                <a:cubicBezTo>
                  <a:pt x="2539273" y="43895"/>
                  <a:pt x="2533368" y="46557"/>
                  <a:pt x="2528675" y="51883"/>
                </a:cubicBezTo>
                <a:cubicBezTo>
                  <a:pt x="2523982" y="57208"/>
                  <a:pt x="2521636" y="65249"/>
                  <a:pt x="2521636" y="76005"/>
                </a:cubicBezTo>
                <a:close/>
                <a:moveTo>
                  <a:pt x="2605132" y="118002"/>
                </a:moveTo>
                <a:lnTo>
                  <a:pt x="2605132" y="45081"/>
                </a:lnTo>
                <a:lnTo>
                  <a:pt x="2592556" y="45081"/>
                </a:lnTo>
                <a:lnTo>
                  <a:pt x="2592556" y="34009"/>
                </a:lnTo>
                <a:lnTo>
                  <a:pt x="2605132" y="34009"/>
                </a:lnTo>
                <a:lnTo>
                  <a:pt x="2605132" y="25071"/>
                </a:lnTo>
                <a:cubicBezTo>
                  <a:pt x="2605132" y="19430"/>
                  <a:pt x="2605633" y="15238"/>
                  <a:pt x="2606634" y="12496"/>
                </a:cubicBezTo>
                <a:cubicBezTo>
                  <a:pt x="2608005" y="8805"/>
                  <a:pt x="2610417" y="5813"/>
                  <a:pt x="2613871" y="3519"/>
                </a:cubicBezTo>
                <a:cubicBezTo>
                  <a:pt x="2617325" y="1226"/>
                  <a:pt x="2622162" y="79"/>
                  <a:pt x="2628384" y="79"/>
                </a:cubicBezTo>
                <a:cubicBezTo>
                  <a:pt x="2632391" y="79"/>
                  <a:pt x="2636820" y="554"/>
                  <a:pt x="2641671" y="1503"/>
                </a:cubicBezTo>
                <a:lnTo>
                  <a:pt x="2639536" y="13920"/>
                </a:lnTo>
                <a:cubicBezTo>
                  <a:pt x="2636583" y="13393"/>
                  <a:pt x="2633788" y="13129"/>
                  <a:pt x="2631152" y="13129"/>
                </a:cubicBezTo>
                <a:cubicBezTo>
                  <a:pt x="2626829" y="13129"/>
                  <a:pt x="2623770" y="14052"/>
                  <a:pt x="2621978" y="15897"/>
                </a:cubicBezTo>
                <a:cubicBezTo>
                  <a:pt x="2620185" y="17742"/>
                  <a:pt x="2619289" y="21196"/>
                  <a:pt x="2619289" y="26258"/>
                </a:cubicBezTo>
                <a:lnTo>
                  <a:pt x="2619289" y="34009"/>
                </a:lnTo>
                <a:lnTo>
                  <a:pt x="2635660" y="34009"/>
                </a:lnTo>
                <a:lnTo>
                  <a:pt x="2635660" y="45081"/>
                </a:lnTo>
                <a:lnTo>
                  <a:pt x="2619289" y="45081"/>
                </a:lnTo>
                <a:lnTo>
                  <a:pt x="2619289" y="118002"/>
                </a:lnTo>
                <a:lnTo>
                  <a:pt x="2605132" y="118002"/>
                </a:lnTo>
                <a:close/>
                <a:moveTo>
                  <a:pt x="2650979" y="118002"/>
                </a:moveTo>
                <a:lnTo>
                  <a:pt x="2650979" y="101788"/>
                </a:lnTo>
                <a:lnTo>
                  <a:pt x="2667192" y="101788"/>
                </a:lnTo>
                <a:lnTo>
                  <a:pt x="2667192" y="118002"/>
                </a:lnTo>
                <a:cubicBezTo>
                  <a:pt x="2667192" y="123960"/>
                  <a:pt x="2666138" y="128771"/>
                  <a:pt x="2664029" y="132436"/>
                </a:cubicBezTo>
                <a:cubicBezTo>
                  <a:pt x="2661920" y="136100"/>
                  <a:pt x="2658571" y="138934"/>
                  <a:pt x="2653984" y="140938"/>
                </a:cubicBezTo>
                <a:lnTo>
                  <a:pt x="2650030" y="134848"/>
                </a:lnTo>
                <a:cubicBezTo>
                  <a:pt x="2653035" y="133530"/>
                  <a:pt x="2655250" y="131592"/>
                  <a:pt x="2656673" y="129035"/>
                </a:cubicBezTo>
                <a:cubicBezTo>
                  <a:pt x="2658097" y="126478"/>
                  <a:pt x="2658888" y="122800"/>
                  <a:pt x="2659046" y="118002"/>
                </a:cubicBezTo>
                <a:lnTo>
                  <a:pt x="2650979" y="118002"/>
                </a:lnTo>
                <a:close/>
                <a:moveTo>
                  <a:pt x="2739772" y="118002"/>
                </a:moveTo>
                <a:lnTo>
                  <a:pt x="2739772" y="2056"/>
                </a:lnTo>
                <a:lnTo>
                  <a:pt x="2762866" y="2056"/>
                </a:lnTo>
                <a:lnTo>
                  <a:pt x="2790310" y="84151"/>
                </a:lnTo>
                <a:cubicBezTo>
                  <a:pt x="2792841" y="91797"/>
                  <a:pt x="2794686" y="97518"/>
                  <a:pt x="2795846" y="101314"/>
                </a:cubicBezTo>
                <a:cubicBezTo>
                  <a:pt x="2797165" y="97096"/>
                  <a:pt x="2799221" y="90900"/>
                  <a:pt x="2802015" y="82728"/>
                </a:cubicBezTo>
                <a:lnTo>
                  <a:pt x="2829776" y="2056"/>
                </a:lnTo>
                <a:lnTo>
                  <a:pt x="2850418" y="2056"/>
                </a:lnTo>
                <a:lnTo>
                  <a:pt x="2850418" y="118002"/>
                </a:lnTo>
                <a:lnTo>
                  <a:pt x="2835628" y="118002"/>
                </a:lnTo>
                <a:lnTo>
                  <a:pt x="2835628" y="20959"/>
                </a:lnTo>
                <a:lnTo>
                  <a:pt x="2801936" y="118002"/>
                </a:lnTo>
                <a:lnTo>
                  <a:pt x="2788096" y="118002"/>
                </a:lnTo>
                <a:lnTo>
                  <a:pt x="2754562" y="19298"/>
                </a:lnTo>
                <a:lnTo>
                  <a:pt x="2754562" y="118002"/>
                </a:lnTo>
                <a:lnTo>
                  <a:pt x="2739772" y="118002"/>
                </a:lnTo>
                <a:close/>
                <a:moveTo>
                  <a:pt x="2875062" y="118002"/>
                </a:moveTo>
                <a:lnTo>
                  <a:pt x="2875062" y="2056"/>
                </a:lnTo>
                <a:lnTo>
                  <a:pt x="2890801" y="2056"/>
                </a:lnTo>
                <a:lnTo>
                  <a:pt x="2951700" y="93089"/>
                </a:lnTo>
                <a:lnTo>
                  <a:pt x="2951700" y="2056"/>
                </a:lnTo>
                <a:lnTo>
                  <a:pt x="2966411" y="2056"/>
                </a:lnTo>
                <a:lnTo>
                  <a:pt x="2966411" y="118002"/>
                </a:lnTo>
                <a:lnTo>
                  <a:pt x="2950672" y="118002"/>
                </a:lnTo>
                <a:lnTo>
                  <a:pt x="2889773" y="26890"/>
                </a:lnTo>
                <a:lnTo>
                  <a:pt x="2889773" y="118002"/>
                </a:lnTo>
                <a:lnTo>
                  <a:pt x="2875062" y="118002"/>
                </a:lnTo>
                <a:close/>
                <a:moveTo>
                  <a:pt x="2986902" y="61532"/>
                </a:moveTo>
                <a:cubicBezTo>
                  <a:pt x="2986902" y="42287"/>
                  <a:pt x="2992069" y="27220"/>
                  <a:pt x="3002403" y="16332"/>
                </a:cubicBezTo>
                <a:cubicBezTo>
                  <a:pt x="3012738" y="5444"/>
                  <a:pt x="3026077" y="0"/>
                  <a:pt x="3042423" y="0"/>
                </a:cubicBezTo>
                <a:cubicBezTo>
                  <a:pt x="3053126" y="0"/>
                  <a:pt x="3062775" y="2557"/>
                  <a:pt x="3071370" y="7672"/>
                </a:cubicBezTo>
                <a:cubicBezTo>
                  <a:pt x="3079964" y="12786"/>
                  <a:pt x="3086515" y="19917"/>
                  <a:pt x="3091023" y="29065"/>
                </a:cubicBezTo>
                <a:cubicBezTo>
                  <a:pt x="3095531" y="38213"/>
                  <a:pt x="3097785" y="48587"/>
                  <a:pt x="3097785" y="60187"/>
                </a:cubicBezTo>
                <a:cubicBezTo>
                  <a:pt x="3097785" y="71945"/>
                  <a:pt x="3095413" y="82464"/>
                  <a:pt x="3090667" y="91744"/>
                </a:cubicBezTo>
                <a:cubicBezTo>
                  <a:pt x="3085922" y="101024"/>
                  <a:pt x="3079199" y="108050"/>
                  <a:pt x="3070500" y="112821"/>
                </a:cubicBezTo>
                <a:cubicBezTo>
                  <a:pt x="3061800" y="117593"/>
                  <a:pt x="3052414" y="119979"/>
                  <a:pt x="3042344" y="119979"/>
                </a:cubicBezTo>
                <a:cubicBezTo>
                  <a:pt x="3031429" y="119979"/>
                  <a:pt x="3021675" y="117343"/>
                  <a:pt x="3013080" y="112070"/>
                </a:cubicBezTo>
                <a:cubicBezTo>
                  <a:pt x="3004486" y="106797"/>
                  <a:pt x="2997974" y="99600"/>
                  <a:pt x="2993545" y="90479"/>
                </a:cubicBezTo>
                <a:cubicBezTo>
                  <a:pt x="2989116" y="81357"/>
                  <a:pt x="2986902" y="71708"/>
                  <a:pt x="2986902" y="61532"/>
                </a:cubicBezTo>
                <a:moveTo>
                  <a:pt x="3002720" y="61769"/>
                </a:moveTo>
                <a:cubicBezTo>
                  <a:pt x="3002720" y="75742"/>
                  <a:pt x="3006476" y="86748"/>
                  <a:pt x="3013990" y="94789"/>
                </a:cubicBezTo>
                <a:cubicBezTo>
                  <a:pt x="3021503" y="102830"/>
                  <a:pt x="3030928" y="106850"/>
                  <a:pt x="3042265" y="106850"/>
                </a:cubicBezTo>
                <a:cubicBezTo>
                  <a:pt x="3053812" y="106850"/>
                  <a:pt x="3063316" y="102790"/>
                  <a:pt x="3070776" y="94670"/>
                </a:cubicBezTo>
                <a:cubicBezTo>
                  <a:pt x="3078237" y="86550"/>
                  <a:pt x="3081968" y="75030"/>
                  <a:pt x="3081968" y="60108"/>
                </a:cubicBezTo>
                <a:cubicBezTo>
                  <a:pt x="3081968" y="50670"/>
                  <a:pt x="3080373" y="42432"/>
                  <a:pt x="3077183" y="35393"/>
                </a:cubicBezTo>
                <a:cubicBezTo>
                  <a:pt x="3073993" y="28354"/>
                  <a:pt x="3069326" y="22896"/>
                  <a:pt x="3063184" y="19021"/>
                </a:cubicBezTo>
                <a:cubicBezTo>
                  <a:pt x="3057041" y="15146"/>
                  <a:pt x="3050147" y="13208"/>
                  <a:pt x="3042502" y="13208"/>
                </a:cubicBezTo>
                <a:cubicBezTo>
                  <a:pt x="3031640" y="13208"/>
                  <a:pt x="3022294" y="16938"/>
                  <a:pt x="3014464" y="24399"/>
                </a:cubicBezTo>
                <a:cubicBezTo>
                  <a:pt x="3006635" y="31860"/>
                  <a:pt x="3002720" y="44317"/>
                  <a:pt x="3002720" y="61769"/>
                </a:cubicBezTo>
                <a:close/>
                <a:moveTo>
                  <a:pt x="3185257" y="118002"/>
                </a:moveTo>
                <a:lnTo>
                  <a:pt x="3153305" y="34009"/>
                </a:lnTo>
                <a:lnTo>
                  <a:pt x="3168332" y="34009"/>
                </a:lnTo>
                <a:lnTo>
                  <a:pt x="3186364" y="84310"/>
                </a:lnTo>
                <a:cubicBezTo>
                  <a:pt x="3188315" y="89740"/>
                  <a:pt x="3190108" y="95382"/>
                  <a:pt x="3191742" y="101235"/>
                </a:cubicBezTo>
                <a:cubicBezTo>
                  <a:pt x="3193008" y="96806"/>
                  <a:pt x="3194774" y="91480"/>
                  <a:pt x="3197041" y="85259"/>
                </a:cubicBezTo>
                <a:lnTo>
                  <a:pt x="3215707" y="34009"/>
                </a:lnTo>
                <a:lnTo>
                  <a:pt x="3230338" y="34009"/>
                </a:lnTo>
                <a:lnTo>
                  <a:pt x="3198544" y="118002"/>
                </a:lnTo>
                <a:lnTo>
                  <a:pt x="3185257" y="118002"/>
                </a:lnTo>
                <a:close/>
                <a:moveTo>
                  <a:pt x="3300412" y="90953"/>
                </a:moveTo>
                <a:lnTo>
                  <a:pt x="3315123" y="92772"/>
                </a:lnTo>
                <a:cubicBezTo>
                  <a:pt x="3312803" y="101367"/>
                  <a:pt x="3308505" y="108037"/>
                  <a:pt x="3302231" y="112782"/>
                </a:cubicBezTo>
                <a:cubicBezTo>
                  <a:pt x="3295957" y="117527"/>
                  <a:pt x="3287942" y="119900"/>
                  <a:pt x="3278188" y="119900"/>
                </a:cubicBezTo>
                <a:cubicBezTo>
                  <a:pt x="3265902" y="119900"/>
                  <a:pt x="3256161" y="116117"/>
                  <a:pt x="3248964" y="108551"/>
                </a:cubicBezTo>
                <a:cubicBezTo>
                  <a:pt x="3241767" y="100984"/>
                  <a:pt x="3238168" y="90373"/>
                  <a:pt x="3238168" y="76717"/>
                </a:cubicBezTo>
                <a:cubicBezTo>
                  <a:pt x="3238168" y="62586"/>
                  <a:pt x="3241806" y="51619"/>
                  <a:pt x="3249083" y="43816"/>
                </a:cubicBezTo>
                <a:cubicBezTo>
                  <a:pt x="3256359" y="36012"/>
                  <a:pt x="3265797" y="32110"/>
                  <a:pt x="3277397" y="32110"/>
                </a:cubicBezTo>
                <a:cubicBezTo>
                  <a:pt x="3288628" y="32110"/>
                  <a:pt x="3297802" y="35933"/>
                  <a:pt x="3304920" y="43578"/>
                </a:cubicBezTo>
                <a:cubicBezTo>
                  <a:pt x="3312038" y="51224"/>
                  <a:pt x="3315597" y="61980"/>
                  <a:pt x="3315597" y="75847"/>
                </a:cubicBezTo>
                <a:cubicBezTo>
                  <a:pt x="3315597" y="76691"/>
                  <a:pt x="3315571" y="77956"/>
                  <a:pt x="3315518" y="79643"/>
                </a:cubicBezTo>
                <a:lnTo>
                  <a:pt x="3252879" y="79643"/>
                </a:lnTo>
                <a:cubicBezTo>
                  <a:pt x="3253406" y="88870"/>
                  <a:pt x="3256016" y="95936"/>
                  <a:pt x="3260709" y="100839"/>
                </a:cubicBezTo>
                <a:cubicBezTo>
                  <a:pt x="3265402" y="105743"/>
                  <a:pt x="3271254" y="108195"/>
                  <a:pt x="3278267" y="108195"/>
                </a:cubicBezTo>
                <a:cubicBezTo>
                  <a:pt x="3283487" y="108195"/>
                  <a:pt x="3287942" y="106824"/>
                  <a:pt x="3291633" y="104082"/>
                </a:cubicBezTo>
                <a:cubicBezTo>
                  <a:pt x="3295324" y="101340"/>
                  <a:pt x="3298250" y="96964"/>
                  <a:pt x="3300412" y="90953"/>
                </a:cubicBezTo>
                <a:moveTo>
                  <a:pt x="3253670" y="67938"/>
                </a:moveTo>
                <a:lnTo>
                  <a:pt x="3300570" y="67938"/>
                </a:lnTo>
                <a:cubicBezTo>
                  <a:pt x="3299937" y="60873"/>
                  <a:pt x="3298145" y="55574"/>
                  <a:pt x="3295192" y="52041"/>
                </a:cubicBezTo>
                <a:cubicBezTo>
                  <a:pt x="3290658" y="46557"/>
                  <a:pt x="3284779" y="43816"/>
                  <a:pt x="3277555" y="43816"/>
                </a:cubicBezTo>
                <a:cubicBezTo>
                  <a:pt x="3271017" y="43816"/>
                  <a:pt x="3265520" y="46004"/>
                  <a:pt x="3261065" y="50380"/>
                </a:cubicBezTo>
                <a:cubicBezTo>
                  <a:pt x="3256609" y="54756"/>
                  <a:pt x="3254144" y="60609"/>
                  <a:pt x="3253670" y="67938"/>
                </a:cubicBezTo>
                <a:close/>
                <a:moveTo>
                  <a:pt x="3332182" y="118002"/>
                </a:moveTo>
                <a:lnTo>
                  <a:pt x="3332182" y="34009"/>
                </a:lnTo>
                <a:lnTo>
                  <a:pt x="3344995" y="34009"/>
                </a:lnTo>
                <a:lnTo>
                  <a:pt x="3344995" y="46742"/>
                </a:lnTo>
                <a:cubicBezTo>
                  <a:pt x="3348264" y="40784"/>
                  <a:pt x="3351282" y="36856"/>
                  <a:pt x="3354050" y="34958"/>
                </a:cubicBezTo>
                <a:cubicBezTo>
                  <a:pt x="3356819" y="33059"/>
                  <a:pt x="3359864" y="32110"/>
                  <a:pt x="3363185" y="32110"/>
                </a:cubicBezTo>
                <a:cubicBezTo>
                  <a:pt x="3367983" y="32110"/>
                  <a:pt x="3372861" y="33639"/>
                  <a:pt x="3377817" y="36698"/>
                </a:cubicBezTo>
                <a:lnTo>
                  <a:pt x="3372913" y="49906"/>
                </a:lnTo>
                <a:cubicBezTo>
                  <a:pt x="3369433" y="47849"/>
                  <a:pt x="3365953" y="46821"/>
                  <a:pt x="3362474" y="46821"/>
                </a:cubicBezTo>
                <a:cubicBezTo>
                  <a:pt x="3359363" y="46821"/>
                  <a:pt x="3356568" y="47757"/>
                  <a:pt x="3354090" y="49629"/>
                </a:cubicBezTo>
                <a:cubicBezTo>
                  <a:pt x="3351612" y="51501"/>
                  <a:pt x="3349846" y="54097"/>
                  <a:pt x="3348791" y="57419"/>
                </a:cubicBezTo>
                <a:cubicBezTo>
                  <a:pt x="3347209" y="62481"/>
                  <a:pt x="3346418" y="68017"/>
                  <a:pt x="3346418" y="74028"/>
                </a:cubicBezTo>
                <a:lnTo>
                  <a:pt x="3346418" y="118002"/>
                </a:lnTo>
                <a:lnTo>
                  <a:pt x="3332182" y="118002"/>
                </a:lnTo>
                <a:close/>
                <a:moveTo>
                  <a:pt x="3386406" y="18428"/>
                </a:moveTo>
                <a:lnTo>
                  <a:pt x="3386406" y="2056"/>
                </a:lnTo>
                <a:lnTo>
                  <a:pt x="3400642" y="2056"/>
                </a:lnTo>
                <a:lnTo>
                  <a:pt x="3400642" y="18428"/>
                </a:lnTo>
                <a:lnTo>
                  <a:pt x="3386406" y="18428"/>
                </a:lnTo>
                <a:moveTo>
                  <a:pt x="3386406" y="118002"/>
                </a:moveTo>
                <a:lnTo>
                  <a:pt x="3386406" y="34009"/>
                </a:lnTo>
                <a:lnTo>
                  <a:pt x="3400642" y="34009"/>
                </a:lnTo>
                <a:lnTo>
                  <a:pt x="3400642" y="118002"/>
                </a:lnTo>
                <a:lnTo>
                  <a:pt x="3386406" y="118002"/>
                </a:lnTo>
                <a:close/>
                <a:moveTo>
                  <a:pt x="3425168" y="118002"/>
                </a:moveTo>
                <a:lnTo>
                  <a:pt x="3425168" y="45081"/>
                </a:lnTo>
                <a:lnTo>
                  <a:pt x="3412593" y="45081"/>
                </a:lnTo>
                <a:lnTo>
                  <a:pt x="3412593" y="34009"/>
                </a:lnTo>
                <a:lnTo>
                  <a:pt x="3425168" y="34009"/>
                </a:lnTo>
                <a:lnTo>
                  <a:pt x="3425168" y="25071"/>
                </a:lnTo>
                <a:cubicBezTo>
                  <a:pt x="3425168" y="19430"/>
                  <a:pt x="3425669" y="15238"/>
                  <a:pt x="3426671" y="12496"/>
                </a:cubicBezTo>
                <a:cubicBezTo>
                  <a:pt x="3428042" y="8805"/>
                  <a:pt x="3430454" y="5813"/>
                  <a:pt x="3433908" y="3519"/>
                </a:cubicBezTo>
                <a:cubicBezTo>
                  <a:pt x="3437361" y="1226"/>
                  <a:pt x="3442199" y="79"/>
                  <a:pt x="3448420" y="79"/>
                </a:cubicBezTo>
                <a:cubicBezTo>
                  <a:pt x="3452428" y="79"/>
                  <a:pt x="3456857" y="554"/>
                  <a:pt x="3461708" y="1503"/>
                </a:cubicBezTo>
                <a:lnTo>
                  <a:pt x="3459572" y="13920"/>
                </a:lnTo>
                <a:cubicBezTo>
                  <a:pt x="3456619" y="13393"/>
                  <a:pt x="3453825" y="13129"/>
                  <a:pt x="3451189" y="13129"/>
                </a:cubicBezTo>
                <a:cubicBezTo>
                  <a:pt x="3446865" y="13129"/>
                  <a:pt x="3443807" y="14052"/>
                  <a:pt x="3442014" y="15897"/>
                </a:cubicBezTo>
                <a:cubicBezTo>
                  <a:pt x="3440222" y="17742"/>
                  <a:pt x="3439325" y="21196"/>
                  <a:pt x="3439325" y="26258"/>
                </a:cubicBezTo>
                <a:lnTo>
                  <a:pt x="3439325" y="34009"/>
                </a:lnTo>
                <a:lnTo>
                  <a:pt x="3455697" y="34009"/>
                </a:lnTo>
                <a:lnTo>
                  <a:pt x="3455697" y="45081"/>
                </a:lnTo>
                <a:lnTo>
                  <a:pt x="3439325" y="45081"/>
                </a:lnTo>
                <a:lnTo>
                  <a:pt x="3439325" y="118002"/>
                </a:lnTo>
                <a:lnTo>
                  <a:pt x="3425168" y="118002"/>
                </a:lnTo>
                <a:close/>
                <a:moveTo>
                  <a:pt x="3467410" y="18428"/>
                </a:moveTo>
                <a:lnTo>
                  <a:pt x="3467410" y="2056"/>
                </a:lnTo>
                <a:lnTo>
                  <a:pt x="3481646" y="2056"/>
                </a:lnTo>
                <a:lnTo>
                  <a:pt x="3481646" y="18428"/>
                </a:lnTo>
                <a:lnTo>
                  <a:pt x="3467410" y="18428"/>
                </a:lnTo>
                <a:moveTo>
                  <a:pt x="3467410" y="118002"/>
                </a:moveTo>
                <a:lnTo>
                  <a:pt x="3467410" y="34009"/>
                </a:lnTo>
                <a:lnTo>
                  <a:pt x="3481646" y="34009"/>
                </a:lnTo>
                <a:lnTo>
                  <a:pt x="3481646" y="118002"/>
                </a:lnTo>
                <a:lnTo>
                  <a:pt x="3467410" y="118002"/>
                </a:lnTo>
                <a:close/>
                <a:moveTo>
                  <a:pt x="3560269" y="90953"/>
                </a:moveTo>
                <a:lnTo>
                  <a:pt x="3574980" y="92772"/>
                </a:lnTo>
                <a:cubicBezTo>
                  <a:pt x="3572660" y="101367"/>
                  <a:pt x="3568363" y="108037"/>
                  <a:pt x="3562088" y="112782"/>
                </a:cubicBezTo>
                <a:cubicBezTo>
                  <a:pt x="3555814" y="117527"/>
                  <a:pt x="3547799" y="119900"/>
                  <a:pt x="3538045" y="119900"/>
                </a:cubicBezTo>
                <a:cubicBezTo>
                  <a:pt x="3525760" y="119900"/>
                  <a:pt x="3516019" y="116117"/>
                  <a:pt x="3508821" y="108551"/>
                </a:cubicBezTo>
                <a:cubicBezTo>
                  <a:pt x="3501624" y="100984"/>
                  <a:pt x="3498026" y="90373"/>
                  <a:pt x="3498026" y="76717"/>
                </a:cubicBezTo>
                <a:cubicBezTo>
                  <a:pt x="3498026" y="62586"/>
                  <a:pt x="3501664" y="51619"/>
                  <a:pt x="3508940" y="43816"/>
                </a:cubicBezTo>
                <a:cubicBezTo>
                  <a:pt x="3516216" y="36012"/>
                  <a:pt x="3525654" y="32110"/>
                  <a:pt x="3537254" y="32110"/>
                </a:cubicBezTo>
                <a:cubicBezTo>
                  <a:pt x="3548485" y="32110"/>
                  <a:pt x="3557659" y="35933"/>
                  <a:pt x="3564777" y="43578"/>
                </a:cubicBezTo>
                <a:cubicBezTo>
                  <a:pt x="3571895" y="51224"/>
                  <a:pt x="3575455" y="61980"/>
                  <a:pt x="3575455" y="75847"/>
                </a:cubicBezTo>
                <a:cubicBezTo>
                  <a:pt x="3575455" y="76691"/>
                  <a:pt x="3575428" y="77956"/>
                  <a:pt x="3575375" y="79643"/>
                </a:cubicBezTo>
                <a:lnTo>
                  <a:pt x="3512736" y="79643"/>
                </a:lnTo>
                <a:cubicBezTo>
                  <a:pt x="3513264" y="88870"/>
                  <a:pt x="3515874" y="95936"/>
                  <a:pt x="3520566" y="100839"/>
                </a:cubicBezTo>
                <a:cubicBezTo>
                  <a:pt x="3525259" y="105743"/>
                  <a:pt x="3531112" y="108195"/>
                  <a:pt x="3538124" y="108195"/>
                </a:cubicBezTo>
                <a:cubicBezTo>
                  <a:pt x="3543344" y="108195"/>
                  <a:pt x="3547799" y="106824"/>
                  <a:pt x="3551490" y="104082"/>
                </a:cubicBezTo>
                <a:cubicBezTo>
                  <a:pt x="3555181" y="101340"/>
                  <a:pt x="3558107" y="96964"/>
                  <a:pt x="3560269" y="90953"/>
                </a:cubicBezTo>
                <a:moveTo>
                  <a:pt x="3513527" y="67938"/>
                </a:moveTo>
                <a:lnTo>
                  <a:pt x="3560427" y="67938"/>
                </a:lnTo>
                <a:cubicBezTo>
                  <a:pt x="3559795" y="60873"/>
                  <a:pt x="3558002" y="55574"/>
                  <a:pt x="3555049" y="52041"/>
                </a:cubicBezTo>
                <a:cubicBezTo>
                  <a:pt x="3550515" y="46557"/>
                  <a:pt x="3544636" y="43816"/>
                  <a:pt x="3537412" y="43816"/>
                </a:cubicBezTo>
                <a:cubicBezTo>
                  <a:pt x="3530874" y="43816"/>
                  <a:pt x="3525378" y="46004"/>
                  <a:pt x="3520922" y="50380"/>
                </a:cubicBezTo>
                <a:cubicBezTo>
                  <a:pt x="3516467" y="54756"/>
                  <a:pt x="3514002" y="60609"/>
                  <a:pt x="3513527" y="67938"/>
                </a:cubicBezTo>
                <a:close/>
                <a:moveTo>
                  <a:pt x="3586504" y="92930"/>
                </a:moveTo>
                <a:lnTo>
                  <a:pt x="3600581" y="90716"/>
                </a:lnTo>
                <a:cubicBezTo>
                  <a:pt x="3601372" y="96358"/>
                  <a:pt x="3603574" y="100681"/>
                  <a:pt x="3607185" y="103687"/>
                </a:cubicBezTo>
                <a:cubicBezTo>
                  <a:pt x="3610797" y="106692"/>
                  <a:pt x="3615846" y="108195"/>
                  <a:pt x="3622331" y="108195"/>
                </a:cubicBezTo>
                <a:cubicBezTo>
                  <a:pt x="3628869" y="108195"/>
                  <a:pt x="3633720" y="106863"/>
                  <a:pt x="3636884" y="104201"/>
                </a:cubicBezTo>
                <a:cubicBezTo>
                  <a:pt x="3640047" y="101538"/>
                  <a:pt x="3641629" y="98414"/>
                  <a:pt x="3641629" y="94829"/>
                </a:cubicBezTo>
                <a:cubicBezTo>
                  <a:pt x="3641629" y="91612"/>
                  <a:pt x="3640232" y="89081"/>
                  <a:pt x="3637437" y="87236"/>
                </a:cubicBezTo>
                <a:cubicBezTo>
                  <a:pt x="3635486" y="85970"/>
                  <a:pt x="3630636" y="84362"/>
                  <a:pt x="3622885" y="82411"/>
                </a:cubicBezTo>
                <a:cubicBezTo>
                  <a:pt x="3612445" y="79775"/>
                  <a:pt x="3605208" y="77495"/>
                  <a:pt x="3601175" y="75570"/>
                </a:cubicBezTo>
                <a:cubicBezTo>
                  <a:pt x="3597141" y="73646"/>
                  <a:pt x="3594083" y="70983"/>
                  <a:pt x="3592000" y="67582"/>
                </a:cubicBezTo>
                <a:cubicBezTo>
                  <a:pt x="3589918" y="64181"/>
                  <a:pt x="3588876" y="60425"/>
                  <a:pt x="3588876" y="56312"/>
                </a:cubicBezTo>
                <a:cubicBezTo>
                  <a:pt x="3588876" y="52568"/>
                  <a:pt x="3589733" y="49102"/>
                  <a:pt x="3591447" y="45912"/>
                </a:cubicBezTo>
                <a:cubicBezTo>
                  <a:pt x="3593160" y="42722"/>
                  <a:pt x="3595493" y="40072"/>
                  <a:pt x="3598446" y="37963"/>
                </a:cubicBezTo>
                <a:cubicBezTo>
                  <a:pt x="3600661" y="36329"/>
                  <a:pt x="3603679" y="34944"/>
                  <a:pt x="3607502" y="33811"/>
                </a:cubicBezTo>
                <a:cubicBezTo>
                  <a:pt x="3611324" y="32677"/>
                  <a:pt x="3615424" y="32110"/>
                  <a:pt x="3619800" y="32110"/>
                </a:cubicBezTo>
                <a:cubicBezTo>
                  <a:pt x="3626391" y="32110"/>
                  <a:pt x="3632178" y="33059"/>
                  <a:pt x="3637160" y="34958"/>
                </a:cubicBezTo>
                <a:cubicBezTo>
                  <a:pt x="3642143" y="36856"/>
                  <a:pt x="3645821" y="39426"/>
                  <a:pt x="3648193" y="42669"/>
                </a:cubicBezTo>
                <a:cubicBezTo>
                  <a:pt x="3650566" y="45912"/>
                  <a:pt x="3652201" y="50248"/>
                  <a:pt x="3653097" y="55679"/>
                </a:cubicBezTo>
                <a:lnTo>
                  <a:pt x="3639177" y="57577"/>
                </a:lnTo>
                <a:cubicBezTo>
                  <a:pt x="3638545" y="53254"/>
                  <a:pt x="3636712" y="49879"/>
                  <a:pt x="3633681" y="47454"/>
                </a:cubicBezTo>
                <a:cubicBezTo>
                  <a:pt x="3630649" y="45028"/>
                  <a:pt x="3626365" y="43816"/>
                  <a:pt x="3620828" y="43816"/>
                </a:cubicBezTo>
                <a:cubicBezTo>
                  <a:pt x="3614290" y="43816"/>
                  <a:pt x="3609624" y="44897"/>
                  <a:pt x="3606830" y="47058"/>
                </a:cubicBezTo>
                <a:cubicBezTo>
                  <a:pt x="3604035" y="49220"/>
                  <a:pt x="3602638" y="51751"/>
                  <a:pt x="3602638" y="54651"/>
                </a:cubicBezTo>
                <a:cubicBezTo>
                  <a:pt x="3602638" y="56496"/>
                  <a:pt x="3603218" y="58157"/>
                  <a:pt x="3604378" y="59634"/>
                </a:cubicBezTo>
                <a:cubicBezTo>
                  <a:pt x="3605538" y="61163"/>
                  <a:pt x="3607357" y="62428"/>
                  <a:pt x="3609835" y="63430"/>
                </a:cubicBezTo>
                <a:cubicBezTo>
                  <a:pt x="3611259" y="63957"/>
                  <a:pt x="3615450" y="65170"/>
                  <a:pt x="3622410" y="67068"/>
                </a:cubicBezTo>
                <a:cubicBezTo>
                  <a:pt x="3632481" y="69757"/>
                  <a:pt x="3639507" y="71958"/>
                  <a:pt x="3643488" y="73672"/>
                </a:cubicBezTo>
                <a:cubicBezTo>
                  <a:pt x="3647468" y="75386"/>
                  <a:pt x="3650593" y="77877"/>
                  <a:pt x="3652860" y="81146"/>
                </a:cubicBezTo>
                <a:cubicBezTo>
                  <a:pt x="3655127" y="84415"/>
                  <a:pt x="3656261" y="88475"/>
                  <a:pt x="3656261" y="93326"/>
                </a:cubicBezTo>
                <a:cubicBezTo>
                  <a:pt x="3656261" y="98071"/>
                  <a:pt x="3654877" y="102540"/>
                  <a:pt x="3652108" y="106732"/>
                </a:cubicBezTo>
                <a:cubicBezTo>
                  <a:pt x="3649340" y="110923"/>
                  <a:pt x="3645346" y="114166"/>
                  <a:pt x="3640126" y="116460"/>
                </a:cubicBezTo>
                <a:cubicBezTo>
                  <a:pt x="3634906" y="118753"/>
                  <a:pt x="3629001" y="119900"/>
                  <a:pt x="3622410" y="119900"/>
                </a:cubicBezTo>
                <a:cubicBezTo>
                  <a:pt x="3611496" y="119900"/>
                  <a:pt x="3603178" y="117633"/>
                  <a:pt x="3597457" y="113098"/>
                </a:cubicBezTo>
                <a:cubicBezTo>
                  <a:pt x="3591737" y="108564"/>
                  <a:pt x="3588085" y="101841"/>
                  <a:pt x="3586504" y="92930"/>
                </a:cubicBezTo>
                <a:close/>
                <a:moveTo>
                  <a:pt x="3718828" y="18428"/>
                </a:moveTo>
                <a:lnTo>
                  <a:pt x="3718828" y="2056"/>
                </a:lnTo>
                <a:lnTo>
                  <a:pt x="3733064" y="2056"/>
                </a:lnTo>
                <a:lnTo>
                  <a:pt x="3733064" y="18428"/>
                </a:lnTo>
                <a:lnTo>
                  <a:pt x="3718828" y="18428"/>
                </a:lnTo>
                <a:moveTo>
                  <a:pt x="3718828" y="118002"/>
                </a:moveTo>
                <a:lnTo>
                  <a:pt x="3718828" y="34009"/>
                </a:lnTo>
                <a:lnTo>
                  <a:pt x="3733064" y="34009"/>
                </a:lnTo>
                <a:lnTo>
                  <a:pt x="3733064" y="118002"/>
                </a:lnTo>
                <a:lnTo>
                  <a:pt x="3718828" y="118002"/>
                </a:lnTo>
                <a:close/>
                <a:moveTo>
                  <a:pt x="3785272" y="105268"/>
                </a:moveTo>
                <a:lnTo>
                  <a:pt x="3787328" y="117844"/>
                </a:lnTo>
                <a:cubicBezTo>
                  <a:pt x="3783321" y="118687"/>
                  <a:pt x="3779736" y="119109"/>
                  <a:pt x="3776572" y="119109"/>
                </a:cubicBezTo>
                <a:cubicBezTo>
                  <a:pt x="3771405" y="119109"/>
                  <a:pt x="3767398" y="118292"/>
                  <a:pt x="3764550" y="116657"/>
                </a:cubicBezTo>
                <a:cubicBezTo>
                  <a:pt x="3761703" y="115023"/>
                  <a:pt x="3759700" y="112874"/>
                  <a:pt x="3758540" y="110211"/>
                </a:cubicBezTo>
                <a:cubicBezTo>
                  <a:pt x="3757380" y="107549"/>
                  <a:pt x="3756800" y="101947"/>
                  <a:pt x="3756800" y="93405"/>
                </a:cubicBezTo>
                <a:lnTo>
                  <a:pt x="3756800" y="45081"/>
                </a:lnTo>
                <a:lnTo>
                  <a:pt x="3746360" y="45081"/>
                </a:lnTo>
                <a:lnTo>
                  <a:pt x="3746360" y="34009"/>
                </a:lnTo>
                <a:lnTo>
                  <a:pt x="3756800" y="34009"/>
                </a:lnTo>
                <a:lnTo>
                  <a:pt x="3756800" y="13208"/>
                </a:lnTo>
                <a:lnTo>
                  <a:pt x="3770957" y="4666"/>
                </a:lnTo>
                <a:lnTo>
                  <a:pt x="3770957" y="34009"/>
                </a:lnTo>
                <a:lnTo>
                  <a:pt x="3785272" y="34009"/>
                </a:lnTo>
                <a:lnTo>
                  <a:pt x="3785272" y="45081"/>
                </a:lnTo>
                <a:lnTo>
                  <a:pt x="3770957" y="45081"/>
                </a:lnTo>
                <a:lnTo>
                  <a:pt x="3770957" y="94196"/>
                </a:lnTo>
                <a:cubicBezTo>
                  <a:pt x="3770957" y="98256"/>
                  <a:pt x="3771207" y="100866"/>
                  <a:pt x="3771708" y="102026"/>
                </a:cubicBezTo>
                <a:cubicBezTo>
                  <a:pt x="3772209" y="103186"/>
                  <a:pt x="3773026" y="104108"/>
                  <a:pt x="3774160" y="104794"/>
                </a:cubicBezTo>
                <a:cubicBezTo>
                  <a:pt x="3775293" y="105479"/>
                  <a:pt x="3776915" y="105822"/>
                  <a:pt x="3779024" y="105822"/>
                </a:cubicBezTo>
                <a:cubicBezTo>
                  <a:pt x="3780606" y="105822"/>
                  <a:pt x="3782688" y="105637"/>
                  <a:pt x="3785272" y="1052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055A7-CA6B-4850-94B3-112968C2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796341"/>
            <a:ext cx="647903" cy="288611"/>
          </a:xfrm>
          <a:custGeom xmlns:a="http://schemas.openxmlformats.org/drawingml/2006/main">
            <a:pathLst>
              <a:path w="647903" h="288611">
                <a:moveTo>
                  <a:pt x="0" y="48103"/>
                </a:moveTo>
                <a:cubicBezTo>
                  <a:pt x="0" y="21536"/>
                  <a:pt x="21536" y="0"/>
                  <a:pt x="48103" y="0"/>
                </a:cubicBezTo>
                <a:lnTo>
                  <a:pt x="599800" y="0"/>
                </a:lnTo>
                <a:cubicBezTo>
                  <a:pt x="626367" y="0"/>
                  <a:pt x="647903" y="21536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7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85C12-3591-4B93-AD1C-FDADF826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796342"/>
            <a:ext cx="647903" cy="288611"/>
          </a:xfrm>
          <a:custGeom xmlns:a="http://schemas.openxmlformats.org/drawingml/2006/main">
            <a:pathLst>
              <a:path w="647903" h="288611" fill="none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9800" y="0"/>
                </a:lnTo>
                <a:cubicBezTo>
                  <a:pt x="626366" y="0"/>
                  <a:pt x="647903" y="21537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6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06" name="Text SNO">
            <a:extLst xmlns:a="http://schemas.openxmlformats.org/drawingml/2006/main">
              <a:ext uri="{FF2B5EF4-FFF2-40B4-BE49-F238E27FC236}">
                <a16:creationId xmlns:a16="http://schemas.microsoft.com/office/drawing/2014/main" id="{92D82852-54E7-4F2B-A2EF-F077BBD5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424" y="869936"/>
            <a:ext cx="395520" cy="139612"/>
          </a:xfrm>
          <a:custGeom xmlns:a="http://schemas.openxmlformats.org/drawingml/2006/main">
            <a:pathLst>
              <a:path w="395520" h="139612">
                <a:moveTo>
                  <a:pt x="0" y="93320"/>
                </a:moveTo>
                <a:lnTo>
                  <a:pt x="26505" y="90743"/>
                </a:lnTo>
                <a:cubicBezTo>
                  <a:pt x="28100" y="99640"/>
                  <a:pt x="31337" y="106174"/>
                  <a:pt x="36214" y="110346"/>
                </a:cubicBezTo>
                <a:cubicBezTo>
                  <a:pt x="41092" y="114518"/>
                  <a:pt x="47672" y="116604"/>
                  <a:pt x="55955" y="116604"/>
                </a:cubicBezTo>
                <a:cubicBezTo>
                  <a:pt x="64729" y="116604"/>
                  <a:pt x="71340" y="114748"/>
                  <a:pt x="75788" y="111036"/>
                </a:cubicBezTo>
                <a:cubicBezTo>
                  <a:pt x="80236" y="107324"/>
                  <a:pt x="82460" y="102983"/>
                  <a:pt x="82460" y="98014"/>
                </a:cubicBezTo>
                <a:cubicBezTo>
                  <a:pt x="82460" y="94823"/>
                  <a:pt x="81525" y="92108"/>
                  <a:pt x="79653" y="89869"/>
                </a:cubicBezTo>
                <a:cubicBezTo>
                  <a:pt x="77782" y="87629"/>
                  <a:pt x="74515" y="85681"/>
                  <a:pt x="69852" y="84025"/>
                </a:cubicBezTo>
                <a:cubicBezTo>
                  <a:pt x="66662" y="82921"/>
                  <a:pt x="59391" y="80957"/>
                  <a:pt x="48041" y="78135"/>
                </a:cubicBezTo>
                <a:cubicBezTo>
                  <a:pt x="33438" y="74515"/>
                  <a:pt x="23192" y="70067"/>
                  <a:pt x="17302" y="64790"/>
                </a:cubicBezTo>
                <a:cubicBezTo>
                  <a:pt x="9019" y="57366"/>
                  <a:pt x="4878" y="48317"/>
                  <a:pt x="4878" y="37641"/>
                </a:cubicBezTo>
                <a:cubicBezTo>
                  <a:pt x="4878" y="30769"/>
                  <a:pt x="6826" y="24342"/>
                  <a:pt x="10722" y="18360"/>
                </a:cubicBezTo>
                <a:cubicBezTo>
                  <a:pt x="14618" y="12378"/>
                  <a:pt x="20232" y="7823"/>
                  <a:pt x="27563" y="4694"/>
                </a:cubicBezTo>
                <a:cubicBezTo>
                  <a:pt x="34895" y="1565"/>
                  <a:pt x="43746" y="0"/>
                  <a:pt x="54115" y="0"/>
                </a:cubicBezTo>
                <a:cubicBezTo>
                  <a:pt x="71048" y="0"/>
                  <a:pt x="83795" y="3712"/>
                  <a:pt x="92354" y="11136"/>
                </a:cubicBezTo>
                <a:cubicBezTo>
                  <a:pt x="100913" y="18560"/>
                  <a:pt x="105407" y="28468"/>
                  <a:pt x="105836" y="40862"/>
                </a:cubicBezTo>
                <a:lnTo>
                  <a:pt x="78595" y="42058"/>
                </a:lnTo>
                <a:cubicBezTo>
                  <a:pt x="77429" y="35125"/>
                  <a:pt x="74929" y="30140"/>
                  <a:pt x="71094" y="27103"/>
                </a:cubicBezTo>
                <a:cubicBezTo>
                  <a:pt x="67260" y="24066"/>
                  <a:pt x="61508" y="22548"/>
                  <a:pt x="53839" y="22548"/>
                </a:cubicBezTo>
                <a:cubicBezTo>
                  <a:pt x="45924" y="22548"/>
                  <a:pt x="39727" y="24174"/>
                  <a:pt x="35248" y="27425"/>
                </a:cubicBezTo>
                <a:cubicBezTo>
                  <a:pt x="32364" y="29511"/>
                  <a:pt x="30923" y="32303"/>
                  <a:pt x="30923" y="35800"/>
                </a:cubicBezTo>
                <a:cubicBezTo>
                  <a:pt x="30923" y="38991"/>
                  <a:pt x="32272" y="41721"/>
                  <a:pt x="34972" y="43991"/>
                </a:cubicBezTo>
                <a:cubicBezTo>
                  <a:pt x="38408" y="46875"/>
                  <a:pt x="46752" y="49881"/>
                  <a:pt x="60005" y="53010"/>
                </a:cubicBezTo>
                <a:cubicBezTo>
                  <a:pt x="73257" y="56139"/>
                  <a:pt x="83059" y="59376"/>
                  <a:pt x="89409" y="62720"/>
                </a:cubicBezTo>
                <a:cubicBezTo>
                  <a:pt x="95759" y="66063"/>
                  <a:pt x="100729" y="70634"/>
                  <a:pt x="104318" y="76432"/>
                </a:cubicBezTo>
                <a:cubicBezTo>
                  <a:pt x="107907" y="82230"/>
                  <a:pt x="109702" y="89393"/>
                  <a:pt x="109702" y="97922"/>
                </a:cubicBezTo>
                <a:cubicBezTo>
                  <a:pt x="109702" y="105652"/>
                  <a:pt x="107554" y="112892"/>
                  <a:pt x="103259" y="119641"/>
                </a:cubicBezTo>
                <a:cubicBezTo>
                  <a:pt x="98965" y="126390"/>
                  <a:pt x="92891" y="131406"/>
                  <a:pt x="85037" y="134688"/>
                </a:cubicBezTo>
                <a:cubicBezTo>
                  <a:pt x="77184" y="137971"/>
                  <a:pt x="67398" y="139612"/>
                  <a:pt x="55679" y="139612"/>
                </a:cubicBezTo>
                <a:cubicBezTo>
                  <a:pt x="38623" y="139612"/>
                  <a:pt x="25523" y="135670"/>
                  <a:pt x="16382" y="127786"/>
                </a:cubicBezTo>
                <a:cubicBezTo>
                  <a:pt x="7240" y="119902"/>
                  <a:pt x="1779" y="108413"/>
                  <a:pt x="0" y="93320"/>
                </a:cubicBezTo>
                <a:close/>
                <a:moveTo>
                  <a:pt x="133725" y="137219"/>
                </a:moveTo>
                <a:lnTo>
                  <a:pt x="133725" y="2301"/>
                </a:lnTo>
                <a:lnTo>
                  <a:pt x="160230" y="2301"/>
                </a:lnTo>
                <a:lnTo>
                  <a:pt x="215449" y="92400"/>
                </a:lnTo>
                <a:lnTo>
                  <a:pt x="215449" y="2301"/>
                </a:lnTo>
                <a:lnTo>
                  <a:pt x="240758" y="2301"/>
                </a:lnTo>
                <a:lnTo>
                  <a:pt x="240758" y="137219"/>
                </a:lnTo>
                <a:lnTo>
                  <a:pt x="213424" y="137219"/>
                </a:lnTo>
                <a:lnTo>
                  <a:pt x="159034" y="49237"/>
                </a:lnTo>
                <a:lnTo>
                  <a:pt x="159034" y="137219"/>
                </a:lnTo>
                <a:lnTo>
                  <a:pt x="133725" y="137219"/>
                </a:lnTo>
                <a:close/>
                <a:moveTo>
                  <a:pt x="264651" y="70588"/>
                </a:moveTo>
                <a:cubicBezTo>
                  <a:pt x="264651" y="56845"/>
                  <a:pt x="266706" y="45310"/>
                  <a:pt x="270817" y="35984"/>
                </a:cubicBezTo>
                <a:cubicBezTo>
                  <a:pt x="273884" y="29113"/>
                  <a:pt x="278072" y="22947"/>
                  <a:pt x="283379" y="17486"/>
                </a:cubicBezTo>
                <a:cubicBezTo>
                  <a:pt x="288686" y="12025"/>
                  <a:pt x="294499" y="7976"/>
                  <a:pt x="300819" y="5338"/>
                </a:cubicBezTo>
                <a:cubicBezTo>
                  <a:pt x="309225" y="1779"/>
                  <a:pt x="318919" y="0"/>
                  <a:pt x="329901" y="0"/>
                </a:cubicBezTo>
                <a:cubicBezTo>
                  <a:pt x="349780" y="0"/>
                  <a:pt x="365686" y="6166"/>
                  <a:pt x="377619" y="18498"/>
                </a:cubicBezTo>
                <a:cubicBezTo>
                  <a:pt x="389553" y="30831"/>
                  <a:pt x="395520" y="47979"/>
                  <a:pt x="395520" y="69944"/>
                </a:cubicBezTo>
                <a:cubicBezTo>
                  <a:pt x="395520" y="91725"/>
                  <a:pt x="389599" y="108766"/>
                  <a:pt x="377757" y="121068"/>
                </a:cubicBezTo>
                <a:cubicBezTo>
                  <a:pt x="365916" y="133369"/>
                  <a:pt x="350087" y="139520"/>
                  <a:pt x="330269" y="139520"/>
                </a:cubicBezTo>
                <a:cubicBezTo>
                  <a:pt x="310206" y="139520"/>
                  <a:pt x="294254" y="133400"/>
                  <a:pt x="282413" y="121160"/>
                </a:cubicBezTo>
                <a:cubicBezTo>
                  <a:pt x="270571" y="108919"/>
                  <a:pt x="264651" y="92062"/>
                  <a:pt x="264651" y="70588"/>
                </a:cubicBezTo>
                <a:moveTo>
                  <a:pt x="292720" y="69668"/>
                </a:moveTo>
                <a:cubicBezTo>
                  <a:pt x="292720" y="84945"/>
                  <a:pt x="296248" y="96526"/>
                  <a:pt x="303304" y="104410"/>
                </a:cubicBezTo>
                <a:cubicBezTo>
                  <a:pt x="310360" y="112294"/>
                  <a:pt x="319317" y="116236"/>
                  <a:pt x="330177" y="116236"/>
                </a:cubicBezTo>
                <a:cubicBezTo>
                  <a:pt x="341037" y="116236"/>
                  <a:pt x="349949" y="112325"/>
                  <a:pt x="356912" y="104502"/>
                </a:cubicBezTo>
                <a:cubicBezTo>
                  <a:pt x="363876" y="96679"/>
                  <a:pt x="367358" y="84945"/>
                  <a:pt x="367358" y="69300"/>
                </a:cubicBezTo>
                <a:cubicBezTo>
                  <a:pt x="367358" y="53839"/>
                  <a:pt x="363968" y="42304"/>
                  <a:pt x="357188" y="34696"/>
                </a:cubicBezTo>
                <a:cubicBezTo>
                  <a:pt x="350409" y="27088"/>
                  <a:pt x="341405" y="23284"/>
                  <a:pt x="330177" y="23284"/>
                </a:cubicBezTo>
                <a:cubicBezTo>
                  <a:pt x="318949" y="23284"/>
                  <a:pt x="309899" y="27134"/>
                  <a:pt x="303028" y="34834"/>
                </a:cubicBezTo>
                <a:cubicBezTo>
                  <a:pt x="296156" y="42534"/>
                  <a:pt x="292720" y="54145"/>
                  <a:pt x="29272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6ED61-DAAE-4C79-8B38-326C714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1155633"/>
            <a:ext cx="644957" cy="282720"/>
          </a:xfrm>
          <a:custGeom xmlns:a="http://schemas.openxmlformats.org/drawingml/2006/main">
            <a:pathLst>
              <a:path w="644957" h="282720">
                <a:moveTo>
                  <a:pt x="0" y="47121"/>
                </a:moveTo>
                <a:cubicBezTo>
                  <a:pt x="0" y="21096"/>
                  <a:pt x="21097" y="0"/>
                  <a:pt x="47121" y="0"/>
                </a:cubicBezTo>
                <a:lnTo>
                  <a:pt x="597836" y="0"/>
                </a:lnTo>
                <a:cubicBezTo>
                  <a:pt x="623860" y="0"/>
                  <a:pt x="644957" y="21096"/>
                  <a:pt x="644957" y="47121"/>
                </a:cubicBezTo>
                <a:lnTo>
                  <a:pt x="644957" y="235599"/>
                </a:lnTo>
                <a:cubicBezTo>
                  <a:pt x="644957" y="261623"/>
                  <a:pt x="623860" y="282720"/>
                  <a:pt x="597836" y="282720"/>
                </a:cubicBezTo>
                <a:lnTo>
                  <a:pt x="47121" y="282720"/>
                </a:lnTo>
                <a:cubicBezTo>
                  <a:pt x="21097" y="282720"/>
                  <a:pt x="0" y="261623"/>
                  <a:pt x="0" y="235599"/>
                </a:cubicBezTo>
                <a:lnTo>
                  <a:pt x="0" y="47121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41BA2-9CE2-4C04-A42F-6F19A766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1155633"/>
            <a:ext cx="644958" cy="282721"/>
          </a:xfrm>
          <a:custGeom xmlns:a="http://schemas.openxmlformats.org/drawingml/2006/main">
            <a:pathLst>
              <a:path w="644958" h="282721" fill="none">
                <a:moveTo>
                  <a:pt x="0" y="47121"/>
                </a:moveTo>
                <a:cubicBezTo>
                  <a:pt x="0" y="21097"/>
                  <a:pt x="21097" y="0"/>
                  <a:pt x="47121" y="0"/>
                </a:cubicBezTo>
                <a:lnTo>
                  <a:pt x="597836" y="0"/>
                </a:lnTo>
                <a:cubicBezTo>
                  <a:pt x="623861" y="0"/>
                  <a:pt x="644958" y="21097"/>
                  <a:pt x="644958" y="47121"/>
                </a:cubicBezTo>
                <a:lnTo>
                  <a:pt x="644958" y="235600"/>
                </a:lnTo>
                <a:cubicBezTo>
                  <a:pt x="644958" y="261624"/>
                  <a:pt x="623861" y="282721"/>
                  <a:pt x="597836" y="282721"/>
                </a:cubicBezTo>
                <a:lnTo>
                  <a:pt x="47121" y="282721"/>
                </a:lnTo>
                <a:cubicBezTo>
                  <a:pt x="21097" y="282721"/>
                  <a:pt x="0" y="261624"/>
                  <a:pt x="0" y="235600"/>
                </a:cubicBezTo>
                <a:lnTo>
                  <a:pt x="0" y="471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09" name="Text UE">
            <a:extLst xmlns:a="http://schemas.openxmlformats.org/drawingml/2006/main">
              <a:ext uri="{FF2B5EF4-FFF2-40B4-BE49-F238E27FC236}">
                <a16:creationId xmlns:a16="http://schemas.microsoft.com/office/drawing/2014/main" id="{5907DA86-765D-472E-A1F5-60ECFCF6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115" y="1225638"/>
            <a:ext cx="239466" cy="137219"/>
          </a:xfrm>
          <a:custGeom xmlns:a="http://schemas.openxmlformats.org/drawingml/2006/main">
            <a:pathLst>
              <a:path w="239466" h="137219">
                <a:moveTo>
                  <a:pt x="0" y="0"/>
                </a:moveTo>
                <a:lnTo>
                  <a:pt x="27241" y="0"/>
                </a:lnTo>
                <a:lnTo>
                  <a:pt x="27241" y="73073"/>
                </a:lnTo>
                <a:cubicBezTo>
                  <a:pt x="27241" y="84669"/>
                  <a:pt x="27579" y="92185"/>
                  <a:pt x="28254" y="95621"/>
                </a:cubicBezTo>
                <a:cubicBezTo>
                  <a:pt x="29419" y="101143"/>
                  <a:pt x="32196" y="105576"/>
                  <a:pt x="36583" y="108919"/>
                </a:cubicBezTo>
                <a:cubicBezTo>
                  <a:pt x="40969" y="112263"/>
                  <a:pt x="46967" y="113935"/>
                  <a:pt x="54575" y="113935"/>
                </a:cubicBezTo>
                <a:cubicBezTo>
                  <a:pt x="62305" y="113935"/>
                  <a:pt x="68134" y="112355"/>
                  <a:pt x="72061" y="109196"/>
                </a:cubicBezTo>
                <a:cubicBezTo>
                  <a:pt x="75987" y="106036"/>
                  <a:pt x="78350" y="102155"/>
                  <a:pt x="79147" y="97554"/>
                </a:cubicBezTo>
                <a:cubicBezTo>
                  <a:pt x="79945" y="92952"/>
                  <a:pt x="80344" y="85313"/>
                  <a:pt x="80344" y="74638"/>
                </a:cubicBezTo>
                <a:lnTo>
                  <a:pt x="80344" y="0"/>
                </a:lnTo>
                <a:lnTo>
                  <a:pt x="107585" y="0"/>
                </a:lnTo>
                <a:lnTo>
                  <a:pt x="107585" y="70864"/>
                </a:lnTo>
                <a:cubicBezTo>
                  <a:pt x="107585" y="87062"/>
                  <a:pt x="106849" y="98505"/>
                  <a:pt x="105376" y="105192"/>
                </a:cubicBezTo>
                <a:cubicBezTo>
                  <a:pt x="103904" y="111880"/>
                  <a:pt x="101189" y="117524"/>
                  <a:pt x="97231" y="122126"/>
                </a:cubicBezTo>
                <a:cubicBezTo>
                  <a:pt x="93274" y="126728"/>
                  <a:pt x="87982" y="130393"/>
                  <a:pt x="81356" y="133124"/>
                </a:cubicBezTo>
                <a:cubicBezTo>
                  <a:pt x="74730" y="135854"/>
                  <a:pt x="66079" y="137219"/>
                  <a:pt x="55403" y="137219"/>
                </a:cubicBezTo>
                <a:cubicBezTo>
                  <a:pt x="42519" y="137219"/>
                  <a:pt x="32748" y="135731"/>
                  <a:pt x="26091" y="132756"/>
                </a:cubicBezTo>
                <a:cubicBezTo>
                  <a:pt x="19434" y="129780"/>
                  <a:pt x="14173" y="125915"/>
                  <a:pt x="10308" y="121160"/>
                </a:cubicBezTo>
                <a:cubicBezTo>
                  <a:pt x="6442" y="116405"/>
                  <a:pt x="3896" y="111420"/>
                  <a:pt x="2669" y="106204"/>
                </a:cubicBezTo>
                <a:cubicBezTo>
                  <a:pt x="890" y="98474"/>
                  <a:pt x="0" y="87062"/>
                  <a:pt x="0" y="71969"/>
                </a:cubicBezTo>
                <a:lnTo>
                  <a:pt x="0" y="0"/>
                </a:lnTo>
                <a:close/>
                <a:moveTo>
                  <a:pt x="136851" y="134918"/>
                </a:moveTo>
                <a:lnTo>
                  <a:pt x="136851" y="0"/>
                </a:lnTo>
                <a:lnTo>
                  <a:pt x="236890" y="0"/>
                </a:lnTo>
                <a:lnTo>
                  <a:pt x="236890" y="22824"/>
                </a:lnTo>
                <a:lnTo>
                  <a:pt x="164093" y="22824"/>
                </a:lnTo>
                <a:lnTo>
                  <a:pt x="164093" y="52734"/>
                </a:lnTo>
                <a:lnTo>
                  <a:pt x="231828" y="52734"/>
                </a:lnTo>
                <a:lnTo>
                  <a:pt x="231828" y="75466"/>
                </a:lnTo>
                <a:lnTo>
                  <a:pt x="164093" y="75466"/>
                </a:lnTo>
                <a:lnTo>
                  <a:pt x="164093" y="112187"/>
                </a:lnTo>
                <a:lnTo>
                  <a:pt x="239466" y="112187"/>
                </a:lnTo>
                <a:lnTo>
                  <a:pt x="239466" y="134918"/>
                </a:lnTo>
                <a:lnTo>
                  <a:pt x="136851" y="134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E25DA-A770-446C-877F-EF300242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2045025"/>
            <a:ext cx="647903" cy="285667"/>
          </a:xfrm>
          <a:custGeom xmlns:a="http://schemas.openxmlformats.org/drawingml/2006/main">
            <a:pathLst>
              <a:path w="647903" h="285667">
                <a:moveTo>
                  <a:pt x="0" y="47613"/>
                </a:moveTo>
                <a:cubicBezTo>
                  <a:pt x="0" y="21317"/>
                  <a:pt x="21317" y="0"/>
                  <a:pt x="47613" y="0"/>
                </a:cubicBezTo>
                <a:lnTo>
                  <a:pt x="600291" y="0"/>
                </a:lnTo>
                <a:cubicBezTo>
                  <a:pt x="626587" y="0"/>
                  <a:pt x="647903" y="21317"/>
                  <a:pt x="647903" y="47613"/>
                </a:cubicBezTo>
                <a:lnTo>
                  <a:pt x="647903" y="238054"/>
                </a:lnTo>
                <a:cubicBezTo>
                  <a:pt x="647903" y="264350"/>
                  <a:pt x="626587" y="285667"/>
                  <a:pt x="600291" y="285667"/>
                </a:cubicBezTo>
                <a:lnTo>
                  <a:pt x="47613" y="285667"/>
                </a:lnTo>
                <a:cubicBezTo>
                  <a:pt x="21317" y="285667"/>
                  <a:pt x="0" y="264350"/>
                  <a:pt x="0" y="238054"/>
                </a:cubicBezTo>
                <a:lnTo>
                  <a:pt x="0" y="47613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06E52-B9EF-4B01-8FA5-DBF99185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2045026"/>
            <a:ext cx="647903" cy="285666"/>
          </a:xfrm>
          <a:custGeom xmlns:a="http://schemas.openxmlformats.org/drawingml/2006/main">
            <a:pathLst>
              <a:path w="647903" h="285666" fill="none">
                <a:moveTo>
                  <a:pt x="0" y="47612"/>
                </a:moveTo>
                <a:cubicBezTo>
                  <a:pt x="0" y="21317"/>
                  <a:pt x="21317" y="0"/>
                  <a:pt x="47612" y="0"/>
                </a:cubicBezTo>
                <a:lnTo>
                  <a:pt x="600291" y="0"/>
                </a:lnTo>
                <a:cubicBezTo>
                  <a:pt x="626586" y="0"/>
                  <a:pt x="647903" y="21317"/>
                  <a:pt x="647903" y="47612"/>
                </a:cubicBezTo>
                <a:lnTo>
                  <a:pt x="647903" y="238054"/>
                </a:lnTo>
                <a:cubicBezTo>
                  <a:pt x="647903" y="264350"/>
                  <a:pt x="626586" y="285666"/>
                  <a:pt x="600291" y="285666"/>
                </a:cubicBezTo>
                <a:lnTo>
                  <a:pt x="47612" y="285666"/>
                </a:lnTo>
                <a:cubicBezTo>
                  <a:pt x="21317" y="285666"/>
                  <a:pt x="0" y="264350"/>
                  <a:pt x="0" y="238054"/>
                </a:cubicBezTo>
                <a:lnTo>
                  <a:pt x="0" y="476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12" name="Text SNO">
            <a:extLst xmlns:a="http://schemas.openxmlformats.org/drawingml/2006/main">
              <a:ext uri="{FF2B5EF4-FFF2-40B4-BE49-F238E27FC236}">
                <a16:creationId xmlns:a16="http://schemas.microsoft.com/office/drawing/2014/main" id="{ACCB7E14-2731-48D5-A6AC-1593EEEB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424" y="2118621"/>
            <a:ext cx="395520" cy="139612"/>
          </a:xfrm>
          <a:custGeom xmlns:a="http://schemas.openxmlformats.org/drawingml/2006/main">
            <a:pathLst>
              <a:path w="395520" h="139612">
                <a:moveTo>
                  <a:pt x="0" y="93320"/>
                </a:moveTo>
                <a:lnTo>
                  <a:pt x="26505" y="90743"/>
                </a:lnTo>
                <a:cubicBezTo>
                  <a:pt x="28100" y="99640"/>
                  <a:pt x="31337" y="106174"/>
                  <a:pt x="36214" y="110346"/>
                </a:cubicBezTo>
                <a:cubicBezTo>
                  <a:pt x="41092" y="114518"/>
                  <a:pt x="47672" y="116604"/>
                  <a:pt x="55955" y="116604"/>
                </a:cubicBezTo>
                <a:cubicBezTo>
                  <a:pt x="64729" y="116604"/>
                  <a:pt x="71340" y="114748"/>
                  <a:pt x="75788" y="111036"/>
                </a:cubicBezTo>
                <a:cubicBezTo>
                  <a:pt x="80236" y="107324"/>
                  <a:pt x="82460" y="102983"/>
                  <a:pt x="82460" y="98014"/>
                </a:cubicBezTo>
                <a:cubicBezTo>
                  <a:pt x="82460" y="94823"/>
                  <a:pt x="81525" y="92108"/>
                  <a:pt x="79653" y="89869"/>
                </a:cubicBezTo>
                <a:cubicBezTo>
                  <a:pt x="77782" y="87629"/>
                  <a:pt x="74515" y="85681"/>
                  <a:pt x="69852" y="84025"/>
                </a:cubicBezTo>
                <a:cubicBezTo>
                  <a:pt x="66662" y="82921"/>
                  <a:pt x="59391" y="80957"/>
                  <a:pt x="48041" y="78135"/>
                </a:cubicBezTo>
                <a:cubicBezTo>
                  <a:pt x="33438" y="74515"/>
                  <a:pt x="23192" y="70067"/>
                  <a:pt x="17302" y="64790"/>
                </a:cubicBezTo>
                <a:cubicBezTo>
                  <a:pt x="9019" y="57366"/>
                  <a:pt x="4878" y="48317"/>
                  <a:pt x="4878" y="37641"/>
                </a:cubicBezTo>
                <a:cubicBezTo>
                  <a:pt x="4878" y="30769"/>
                  <a:pt x="6826" y="24342"/>
                  <a:pt x="10722" y="18360"/>
                </a:cubicBezTo>
                <a:cubicBezTo>
                  <a:pt x="14618" y="12378"/>
                  <a:pt x="20232" y="7823"/>
                  <a:pt x="27563" y="4694"/>
                </a:cubicBezTo>
                <a:cubicBezTo>
                  <a:pt x="34895" y="1565"/>
                  <a:pt x="43746" y="0"/>
                  <a:pt x="54115" y="0"/>
                </a:cubicBezTo>
                <a:cubicBezTo>
                  <a:pt x="71048" y="0"/>
                  <a:pt x="83795" y="3712"/>
                  <a:pt x="92354" y="11136"/>
                </a:cubicBezTo>
                <a:cubicBezTo>
                  <a:pt x="100913" y="18560"/>
                  <a:pt x="105407" y="28468"/>
                  <a:pt x="105836" y="40862"/>
                </a:cubicBezTo>
                <a:lnTo>
                  <a:pt x="78595" y="42058"/>
                </a:lnTo>
                <a:cubicBezTo>
                  <a:pt x="77429" y="35125"/>
                  <a:pt x="74929" y="30140"/>
                  <a:pt x="71094" y="27103"/>
                </a:cubicBezTo>
                <a:cubicBezTo>
                  <a:pt x="67260" y="24066"/>
                  <a:pt x="61508" y="22548"/>
                  <a:pt x="53839" y="22548"/>
                </a:cubicBezTo>
                <a:cubicBezTo>
                  <a:pt x="45924" y="22548"/>
                  <a:pt x="39727" y="24174"/>
                  <a:pt x="35248" y="27425"/>
                </a:cubicBezTo>
                <a:cubicBezTo>
                  <a:pt x="32364" y="29511"/>
                  <a:pt x="30923" y="32303"/>
                  <a:pt x="30923" y="35800"/>
                </a:cubicBezTo>
                <a:cubicBezTo>
                  <a:pt x="30923" y="38991"/>
                  <a:pt x="32272" y="41721"/>
                  <a:pt x="34972" y="43991"/>
                </a:cubicBezTo>
                <a:cubicBezTo>
                  <a:pt x="38408" y="46875"/>
                  <a:pt x="46752" y="49881"/>
                  <a:pt x="60005" y="53010"/>
                </a:cubicBezTo>
                <a:cubicBezTo>
                  <a:pt x="73257" y="56139"/>
                  <a:pt x="83059" y="59376"/>
                  <a:pt x="89409" y="62720"/>
                </a:cubicBezTo>
                <a:cubicBezTo>
                  <a:pt x="95759" y="66063"/>
                  <a:pt x="100729" y="70634"/>
                  <a:pt x="104318" y="76432"/>
                </a:cubicBezTo>
                <a:cubicBezTo>
                  <a:pt x="107907" y="82230"/>
                  <a:pt x="109702" y="89393"/>
                  <a:pt x="109702" y="97922"/>
                </a:cubicBezTo>
                <a:cubicBezTo>
                  <a:pt x="109702" y="105652"/>
                  <a:pt x="107554" y="112892"/>
                  <a:pt x="103259" y="119641"/>
                </a:cubicBezTo>
                <a:cubicBezTo>
                  <a:pt x="98965" y="126390"/>
                  <a:pt x="92891" y="131406"/>
                  <a:pt x="85037" y="134688"/>
                </a:cubicBezTo>
                <a:cubicBezTo>
                  <a:pt x="77184" y="137971"/>
                  <a:pt x="67398" y="139612"/>
                  <a:pt x="55679" y="139612"/>
                </a:cubicBezTo>
                <a:cubicBezTo>
                  <a:pt x="38623" y="139612"/>
                  <a:pt x="25523" y="135670"/>
                  <a:pt x="16382" y="127786"/>
                </a:cubicBezTo>
                <a:cubicBezTo>
                  <a:pt x="7240" y="119902"/>
                  <a:pt x="1779" y="108413"/>
                  <a:pt x="0" y="93320"/>
                </a:cubicBezTo>
                <a:close/>
                <a:moveTo>
                  <a:pt x="133725" y="137219"/>
                </a:moveTo>
                <a:lnTo>
                  <a:pt x="133725" y="2301"/>
                </a:lnTo>
                <a:lnTo>
                  <a:pt x="160230" y="2301"/>
                </a:lnTo>
                <a:lnTo>
                  <a:pt x="215449" y="92400"/>
                </a:lnTo>
                <a:lnTo>
                  <a:pt x="215449" y="2301"/>
                </a:lnTo>
                <a:lnTo>
                  <a:pt x="240758" y="2301"/>
                </a:lnTo>
                <a:lnTo>
                  <a:pt x="240758" y="137219"/>
                </a:lnTo>
                <a:lnTo>
                  <a:pt x="213424" y="137219"/>
                </a:lnTo>
                <a:lnTo>
                  <a:pt x="159034" y="49237"/>
                </a:lnTo>
                <a:lnTo>
                  <a:pt x="159034" y="137219"/>
                </a:lnTo>
                <a:lnTo>
                  <a:pt x="133725" y="137219"/>
                </a:lnTo>
                <a:close/>
                <a:moveTo>
                  <a:pt x="264651" y="70588"/>
                </a:moveTo>
                <a:cubicBezTo>
                  <a:pt x="264651" y="56845"/>
                  <a:pt x="266706" y="45310"/>
                  <a:pt x="270817" y="35984"/>
                </a:cubicBezTo>
                <a:cubicBezTo>
                  <a:pt x="273884" y="29113"/>
                  <a:pt x="278072" y="22947"/>
                  <a:pt x="283379" y="17486"/>
                </a:cubicBezTo>
                <a:cubicBezTo>
                  <a:pt x="288686" y="12025"/>
                  <a:pt x="294499" y="7976"/>
                  <a:pt x="300819" y="5338"/>
                </a:cubicBezTo>
                <a:cubicBezTo>
                  <a:pt x="309225" y="1779"/>
                  <a:pt x="318919" y="0"/>
                  <a:pt x="329901" y="0"/>
                </a:cubicBezTo>
                <a:cubicBezTo>
                  <a:pt x="349780" y="0"/>
                  <a:pt x="365686" y="6166"/>
                  <a:pt x="377619" y="18498"/>
                </a:cubicBezTo>
                <a:cubicBezTo>
                  <a:pt x="389553" y="30831"/>
                  <a:pt x="395520" y="47979"/>
                  <a:pt x="395520" y="69944"/>
                </a:cubicBezTo>
                <a:cubicBezTo>
                  <a:pt x="395520" y="91725"/>
                  <a:pt x="389599" y="108766"/>
                  <a:pt x="377757" y="121068"/>
                </a:cubicBezTo>
                <a:cubicBezTo>
                  <a:pt x="365916" y="133369"/>
                  <a:pt x="350087" y="139520"/>
                  <a:pt x="330269" y="139520"/>
                </a:cubicBezTo>
                <a:cubicBezTo>
                  <a:pt x="310206" y="139520"/>
                  <a:pt x="294254" y="133400"/>
                  <a:pt x="282413" y="121160"/>
                </a:cubicBezTo>
                <a:cubicBezTo>
                  <a:pt x="270571" y="108919"/>
                  <a:pt x="264651" y="92062"/>
                  <a:pt x="264651" y="70588"/>
                </a:cubicBezTo>
                <a:moveTo>
                  <a:pt x="292720" y="69668"/>
                </a:moveTo>
                <a:cubicBezTo>
                  <a:pt x="292720" y="84945"/>
                  <a:pt x="296248" y="96526"/>
                  <a:pt x="303304" y="104410"/>
                </a:cubicBezTo>
                <a:cubicBezTo>
                  <a:pt x="310360" y="112294"/>
                  <a:pt x="319317" y="116236"/>
                  <a:pt x="330177" y="116236"/>
                </a:cubicBezTo>
                <a:cubicBezTo>
                  <a:pt x="341037" y="116236"/>
                  <a:pt x="349949" y="112325"/>
                  <a:pt x="356912" y="104502"/>
                </a:cubicBezTo>
                <a:cubicBezTo>
                  <a:pt x="363876" y="96679"/>
                  <a:pt x="367358" y="84945"/>
                  <a:pt x="367358" y="69300"/>
                </a:cubicBezTo>
                <a:cubicBezTo>
                  <a:pt x="367358" y="53839"/>
                  <a:pt x="363968" y="42304"/>
                  <a:pt x="357188" y="34696"/>
                </a:cubicBezTo>
                <a:cubicBezTo>
                  <a:pt x="350409" y="27088"/>
                  <a:pt x="341405" y="23284"/>
                  <a:pt x="330177" y="23284"/>
                </a:cubicBezTo>
                <a:cubicBezTo>
                  <a:pt x="318949" y="23284"/>
                  <a:pt x="309899" y="27134"/>
                  <a:pt x="303028" y="34834"/>
                </a:cubicBezTo>
                <a:cubicBezTo>
                  <a:pt x="296156" y="42534"/>
                  <a:pt x="292720" y="54145"/>
                  <a:pt x="29272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A8353-E3B8-42B1-9780-D48DC574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448" y="2047970"/>
            <a:ext cx="656738" cy="285667"/>
          </a:xfrm>
          <a:custGeom xmlns:a="http://schemas.openxmlformats.org/drawingml/2006/main">
            <a:pathLst>
              <a:path w="656738" h="285667">
                <a:moveTo>
                  <a:pt x="0" y="47613"/>
                </a:moveTo>
                <a:cubicBezTo>
                  <a:pt x="0" y="21317"/>
                  <a:pt x="21317" y="0"/>
                  <a:pt x="47613" y="0"/>
                </a:cubicBezTo>
                <a:lnTo>
                  <a:pt x="609126" y="0"/>
                </a:lnTo>
                <a:cubicBezTo>
                  <a:pt x="635421" y="0"/>
                  <a:pt x="656738" y="21317"/>
                  <a:pt x="656738" y="47613"/>
                </a:cubicBezTo>
                <a:lnTo>
                  <a:pt x="656738" y="238054"/>
                </a:lnTo>
                <a:cubicBezTo>
                  <a:pt x="656738" y="264350"/>
                  <a:pt x="635421" y="285667"/>
                  <a:pt x="609126" y="285667"/>
                </a:cubicBezTo>
                <a:lnTo>
                  <a:pt x="47613" y="285667"/>
                </a:lnTo>
                <a:cubicBezTo>
                  <a:pt x="21317" y="285667"/>
                  <a:pt x="0" y="264350"/>
                  <a:pt x="0" y="238054"/>
                </a:cubicBezTo>
                <a:lnTo>
                  <a:pt x="0" y="47613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C59F8-754E-406C-89B4-72A0F9D7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5448" y="2047971"/>
            <a:ext cx="656738" cy="285666"/>
          </a:xfrm>
          <a:custGeom xmlns:a="http://schemas.openxmlformats.org/drawingml/2006/main">
            <a:pathLst>
              <a:path w="656738" h="285666" fill="none">
                <a:moveTo>
                  <a:pt x="0" y="47612"/>
                </a:moveTo>
                <a:cubicBezTo>
                  <a:pt x="0" y="21317"/>
                  <a:pt x="21317" y="0"/>
                  <a:pt x="47612" y="0"/>
                </a:cubicBezTo>
                <a:lnTo>
                  <a:pt x="609126" y="0"/>
                </a:lnTo>
                <a:cubicBezTo>
                  <a:pt x="635421" y="0"/>
                  <a:pt x="656738" y="21317"/>
                  <a:pt x="656738" y="47612"/>
                </a:cubicBezTo>
                <a:lnTo>
                  <a:pt x="656738" y="238054"/>
                </a:lnTo>
                <a:cubicBezTo>
                  <a:pt x="656738" y="264350"/>
                  <a:pt x="635421" y="285666"/>
                  <a:pt x="609126" y="285666"/>
                </a:cubicBezTo>
                <a:lnTo>
                  <a:pt x="47612" y="285666"/>
                </a:lnTo>
                <a:cubicBezTo>
                  <a:pt x="21317" y="285666"/>
                  <a:pt x="0" y="264350"/>
                  <a:pt x="0" y="238054"/>
                </a:cubicBezTo>
                <a:lnTo>
                  <a:pt x="0" y="476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15" name="Text MNO">
            <a:extLst xmlns:a="http://schemas.openxmlformats.org/drawingml/2006/main">
              <a:ext uri="{FF2B5EF4-FFF2-40B4-BE49-F238E27FC236}">
                <a16:creationId xmlns:a16="http://schemas.microsoft.com/office/drawing/2014/main" id="{DF3B6005-9225-4166-8630-281B7916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5835" y="2121567"/>
            <a:ext cx="419368" cy="139520"/>
          </a:xfrm>
          <a:custGeom xmlns:a="http://schemas.openxmlformats.org/drawingml/2006/main">
            <a:pathLst>
              <a:path w="419368" h="139520">
                <a:moveTo>
                  <a:pt x="0" y="137219"/>
                </a:moveTo>
                <a:lnTo>
                  <a:pt x="0" y="2301"/>
                </a:lnTo>
                <a:lnTo>
                  <a:pt x="40770" y="2301"/>
                </a:lnTo>
                <a:lnTo>
                  <a:pt x="65250" y="94332"/>
                </a:lnTo>
                <a:lnTo>
                  <a:pt x="89455" y="2301"/>
                </a:lnTo>
                <a:lnTo>
                  <a:pt x="130317" y="2301"/>
                </a:lnTo>
                <a:lnTo>
                  <a:pt x="130317" y="137219"/>
                </a:lnTo>
                <a:lnTo>
                  <a:pt x="105008" y="137219"/>
                </a:lnTo>
                <a:lnTo>
                  <a:pt x="105008" y="31015"/>
                </a:lnTo>
                <a:lnTo>
                  <a:pt x="78227" y="137219"/>
                </a:lnTo>
                <a:lnTo>
                  <a:pt x="51998" y="137219"/>
                </a:lnTo>
                <a:lnTo>
                  <a:pt x="25309" y="31015"/>
                </a:lnTo>
                <a:lnTo>
                  <a:pt x="25309" y="137219"/>
                </a:lnTo>
                <a:lnTo>
                  <a:pt x="0" y="137219"/>
                </a:lnTo>
                <a:close/>
                <a:moveTo>
                  <a:pt x="157555" y="137219"/>
                </a:moveTo>
                <a:lnTo>
                  <a:pt x="157555" y="2301"/>
                </a:lnTo>
                <a:lnTo>
                  <a:pt x="184060" y="2301"/>
                </a:lnTo>
                <a:lnTo>
                  <a:pt x="239279" y="92400"/>
                </a:lnTo>
                <a:lnTo>
                  <a:pt x="239279" y="2301"/>
                </a:lnTo>
                <a:lnTo>
                  <a:pt x="264587" y="2301"/>
                </a:lnTo>
                <a:lnTo>
                  <a:pt x="264587" y="137219"/>
                </a:lnTo>
                <a:lnTo>
                  <a:pt x="237254" y="137219"/>
                </a:lnTo>
                <a:lnTo>
                  <a:pt x="182863" y="49237"/>
                </a:lnTo>
                <a:lnTo>
                  <a:pt x="182863" y="137219"/>
                </a:lnTo>
                <a:lnTo>
                  <a:pt x="157555" y="137219"/>
                </a:lnTo>
                <a:close/>
                <a:moveTo>
                  <a:pt x="288500" y="70588"/>
                </a:moveTo>
                <a:cubicBezTo>
                  <a:pt x="288500" y="56845"/>
                  <a:pt x="290555" y="45310"/>
                  <a:pt x="294666" y="35984"/>
                </a:cubicBezTo>
                <a:cubicBezTo>
                  <a:pt x="297733" y="29113"/>
                  <a:pt x="301921" y="22947"/>
                  <a:pt x="307228" y="17486"/>
                </a:cubicBezTo>
                <a:cubicBezTo>
                  <a:pt x="312535" y="12025"/>
                  <a:pt x="318348" y="7976"/>
                  <a:pt x="324668" y="5338"/>
                </a:cubicBezTo>
                <a:cubicBezTo>
                  <a:pt x="333073" y="1779"/>
                  <a:pt x="342767" y="0"/>
                  <a:pt x="353750" y="0"/>
                </a:cubicBezTo>
                <a:cubicBezTo>
                  <a:pt x="373629" y="0"/>
                  <a:pt x="389535" y="6166"/>
                  <a:pt x="401468" y="18498"/>
                </a:cubicBezTo>
                <a:cubicBezTo>
                  <a:pt x="413402" y="30831"/>
                  <a:pt x="419368" y="47979"/>
                  <a:pt x="419368" y="69944"/>
                </a:cubicBezTo>
                <a:cubicBezTo>
                  <a:pt x="419368" y="91725"/>
                  <a:pt x="413448" y="108766"/>
                  <a:pt x="401606" y="121068"/>
                </a:cubicBezTo>
                <a:cubicBezTo>
                  <a:pt x="389765" y="133369"/>
                  <a:pt x="373936" y="139520"/>
                  <a:pt x="354118" y="139520"/>
                </a:cubicBezTo>
                <a:cubicBezTo>
                  <a:pt x="334055" y="139520"/>
                  <a:pt x="318103" y="133400"/>
                  <a:pt x="306262" y="121160"/>
                </a:cubicBezTo>
                <a:cubicBezTo>
                  <a:pt x="294420" y="108919"/>
                  <a:pt x="288500" y="92062"/>
                  <a:pt x="288500" y="70588"/>
                </a:cubicBezTo>
                <a:moveTo>
                  <a:pt x="316569" y="69668"/>
                </a:moveTo>
                <a:cubicBezTo>
                  <a:pt x="316569" y="84945"/>
                  <a:pt x="320097" y="96526"/>
                  <a:pt x="327153" y="104410"/>
                </a:cubicBezTo>
                <a:cubicBezTo>
                  <a:pt x="334209" y="112294"/>
                  <a:pt x="343166" y="116236"/>
                  <a:pt x="354026" y="116236"/>
                </a:cubicBezTo>
                <a:cubicBezTo>
                  <a:pt x="364886" y="116236"/>
                  <a:pt x="373797" y="112325"/>
                  <a:pt x="380761" y="104502"/>
                </a:cubicBezTo>
                <a:cubicBezTo>
                  <a:pt x="387725" y="96679"/>
                  <a:pt x="391207" y="84945"/>
                  <a:pt x="391207" y="69300"/>
                </a:cubicBezTo>
                <a:cubicBezTo>
                  <a:pt x="391207" y="53839"/>
                  <a:pt x="387817" y="42304"/>
                  <a:pt x="381037" y="34696"/>
                </a:cubicBezTo>
                <a:cubicBezTo>
                  <a:pt x="374258" y="27088"/>
                  <a:pt x="365254" y="23284"/>
                  <a:pt x="354026" y="23284"/>
                </a:cubicBezTo>
                <a:cubicBezTo>
                  <a:pt x="342798" y="23284"/>
                  <a:pt x="333748" y="27134"/>
                  <a:pt x="326877" y="34834"/>
                </a:cubicBezTo>
                <a:cubicBezTo>
                  <a:pt x="320005" y="42534"/>
                  <a:pt x="316569" y="54145"/>
                  <a:pt x="316569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03EA5-1601-4A99-82E7-3EB24E8E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2416098"/>
            <a:ext cx="644957" cy="282720"/>
          </a:xfrm>
          <a:custGeom xmlns:a="http://schemas.openxmlformats.org/drawingml/2006/main">
            <a:pathLst>
              <a:path w="644957" h="282720">
                <a:moveTo>
                  <a:pt x="0" y="47121"/>
                </a:moveTo>
                <a:cubicBezTo>
                  <a:pt x="0" y="21097"/>
                  <a:pt x="21097" y="0"/>
                  <a:pt x="47121" y="0"/>
                </a:cubicBezTo>
                <a:lnTo>
                  <a:pt x="597836" y="0"/>
                </a:lnTo>
                <a:cubicBezTo>
                  <a:pt x="623860" y="0"/>
                  <a:pt x="644957" y="21097"/>
                  <a:pt x="644957" y="47121"/>
                </a:cubicBezTo>
                <a:lnTo>
                  <a:pt x="644957" y="235599"/>
                </a:lnTo>
                <a:cubicBezTo>
                  <a:pt x="644957" y="261624"/>
                  <a:pt x="623860" y="282720"/>
                  <a:pt x="597836" y="282720"/>
                </a:cubicBezTo>
                <a:lnTo>
                  <a:pt x="47121" y="282720"/>
                </a:lnTo>
                <a:cubicBezTo>
                  <a:pt x="21097" y="282720"/>
                  <a:pt x="0" y="261624"/>
                  <a:pt x="0" y="235599"/>
                </a:cubicBezTo>
                <a:lnTo>
                  <a:pt x="0" y="47121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7673A-996C-46A9-8F64-1F53BB5D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2416098"/>
            <a:ext cx="644958" cy="282721"/>
          </a:xfrm>
          <a:custGeom xmlns:a="http://schemas.openxmlformats.org/drawingml/2006/main">
            <a:pathLst>
              <a:path w="644958" h="282721" fill="none">
                <a:moveTo>
                  <a:pt x="0" y="47121"/>
                </a:moveTo>
                <a:cubicBezTo>
                  <a:pt x="0" y="21097"/>
                  <a:pt x="21097" y="0"/>
                  <a:pt x="47121" y="0"/>
                </a:cubicBezTo>
                <a:lnTo>
                  <a:pt x="597836" y="0"/>
                </a:lnTo>
                <a:cubicBezTo>
                  <a:pt x="623861" y="0"/>
                  <a:pt x="644958" y="21097"/>
                  <a:pt x="644958" y="47121"/>
                </a:cubicBezTo>
                <a:lnTo>
                  <a:pt x="644958" y="235600"/>
                </a:lnTo>
                <a:cubicBezTo>
                  <a:pt x="644958" y="261624"/>
                  <a:pt x="623861" y="282721"/>
                  <a:pt x="597836" y="282721"/>
                </a:cubicBezTo>
                <a:lnTo>
                  <a:pt x="47121" y="282721"/>
                </a:lnTo>
                <a:cubicBezTo>
                  <a:pt x="21097" y="282721"/>
                  <a:pt x="0" y="261624"/>
                  <a:pt x="0" y="235600"/>
                </a:cubicBezTo>
                <a:lnTo>
                  <a:pt x="0" y="471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18" name="Text UE">
            <a:extLst xmlns:a="http://schemas.openxmlformats.org/drawingml/2006/main">
              <a:ext uri="{FF2B5EF4-FFF2-40B4-BE49-F238E27FC236}">
                <a16:creationId xmlns:a16="http://schemas.microsoft.com/office/drawing/2014/main" id="{B94A62BA-AAD8-4B07-AEEF-01E4CCA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115" y="2486103"/>
            <a:ext cx="239466" cy="137219"/>
          </a:xfrm>
          <a:custGeom xmlns:a="http://schemas.openxmlformats.org/drawingml/2006/main">
            <a:pathLst>
              <a:path w="239466" h="137219">
                <a:moveTo>
                  <a:pt x="0" y="0"/>
                </a:moveTo>
                <a:lnTo>
                  <a:pt x="27241" y="0"/>
                </a:lnTo>
                <a:lnTo>
                  <a:pt x="27241" y="73073"/>
                </a:lnTo>
                <a:cubicBezTo>
                  <a:pt x="27241" y="84669"/>
                  <a:pt x="27579" y="92185"/>
                  <a:pt x="28254" y="95621"/>
                </a:cubicBezTo>
                <a:cubicBezTo>
                  <a:pt x="29419" y="101143"/>
                  <a:pt x="32196" y="105576"/>
                  <a:pt x="36583" y="108919"/>
                </a:cubicBezTo>
                <a:cubicBezTo>
                  <a:pt x="40969" y="112263"/>
                  <a:pt x="46967" y="113935"/>
                  <a:pt x="54575" y="113935"/>
                </a:cubicBezTo>
                <a:cubicBezTo>
                  <a:pt x="62305" y="113935"/>
                  <a:pt x="68134" y="112355"/>
                  <a:pt x="72061" y="109196"/>
                </a:cubicBezTo>
                <a:cubicBezTo>
                  <a:pt x="75987" y="106036"/>
                  <a:pt x="78350" y="102155"/>
                  <a:pt x="79147" y="97554"/>
                </a:cubicBezTo>
                <a:cubicBezTo>
                  <a:pt x="79945" y="92952"/>
                  <a:pt x="80344" y="85313"/>
                  <a:pt x="80344" y="74638"/>
                </a:cubicBezTo>
                <a:lnTo>
                  <a:pt x="80344" y="0"/>
                </a:lnTo>
                <a:lnTo>
                  <a:pt x="107585" y="0"/>
                </a:lnTo>
                <a:lnTo>
                  <a:pt x="107585" y="70864"/>
                </a:lnTo>
                <a:cubicBezTo>
                  <a:pt x="107585" y="87062"/>
                  <a:pt x="106849" y="98505"/>
                  <a:pt x="105376" y="105192"/>
                </a:cubicBezTo>
                <a:cubicBezTo>
                  <a:pt x="103904" y="111880"/>
                  <a:pt x="101189" y="117524"/>
                  <a:pt x="97231" y="122126"/>
                </a:cubicBezTo>
                <a:cubicBezTo>
                  <a:pt x="93274" y="126728"/>
                  <a:pt x="87982" y="130393"/>
                  <a:pt x="81356" y="133124"/>
                </a:cubicBezTo>
                <a:cubicBezTo>
                  <a:pt x="74730" y="135854"/>
                  <a:pt x="66079" y="137219"/>
                  <a:pt x="55403" y="137219"/>
                </a:cubicBezTo>
                <a:cubicBezTo>
                  <a:pt x="42519" y="137219"/>
                  <a:pt x="32748" y="135731"/>
                  <a:pt x="26091" y="132756"/>
                </a:cubicBezTo>
                <a:cubicBezTo>
                  <a:pt x="19434" y="129780"/>
                  <a:pt x="14173" y="125915"/>
                  <a:pt x="10308" y="121160"/>
                </a:cubicBezTo>
                <a:cubicBezTo>
                  <a:pt x="6442" y="116405"/>
                  <a:pt x="3896" y="111420"/>
                  <a:pt x="2669" y="106204"/>
                </a:cubicBezTo>
                <a:cubicBezTo>
                  <a:pt x="890" y="98474"/>
                  <a:pt x="0" y="87062"/>
                  <a:pt x="0" y="71969"/>
                </a:cubicBezTo>
                <a:lnTo>
                  <a:pt x="0" y="0"/>
                </a:lnTo>
                <a:close/>
                <a:moveTo>
                  <a:pt x="136851" y="134918"/>
                </a:moveTo>
                <a:lnTo>
                  <a:pt x="136851" y="0"/>
                </a:lnTo>
                <a:lnTo>
                  <a:pt x="236890" y="0"/>
                </a:lnTo>
                <a:lnTo>
                  <a:pt x="236890" y="22824"/>
                </a:lnTo>
                <a:lnTo>
                  <a:pt x="164093" y="22824"/>
                </a:lnTo>
                <a:lnTo>
                  <a:pt x="164093" y="52734"/>
                </a:lnTo>
                <a:lnTo>
                  <a:pt x="231828" y="52734"/>
                </a:lnTo>
                <a:lnTo>
                  <a:pt x="231828" y="75466"/>
                </a:lnTo>
                <a:lnTo>
                  <a:pt x="164093" y="75466"/>
                </a:lnTo>
                <a:lnTo>
                  <a:pt x="164093" y="112187"/>
                </a:lnTo>
                <a:lnTo>
                  <a:pt x="239466" y="112187"/>
                </a:lnTo>
                <a:lnTo>
                  <a:pt x="239466" y="134918"/>
                </a:lnTo>
                <a:lnTo>
                  <a:pt x="136851" y="134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63550-E7F9-48F8-865E-BA422079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3623553"/>
            <a:ext cx="647903" cy="288611"/>
          </a:xfrm>
          <a:custGeom xmlns:a="http://schemas.openxmlformats.org/drawingml/2006/main">
            <a:pathLst>
              <a:path w="647903" h="288611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9800" y="0"/>
                </a:lnTo>
                <a:cubicBezTo>
                  <a:pt x="626367" y="0"/>
                  <a:pt x="647903" y="21537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7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EB04A-D17F-4B03-9F4A-861F7D3B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3623553"/>
            <a:ext cx="647903" cy="288611"/>
          </a:xfrm>
          <a:custGeom xmlns:a="http://schemas.openxmlformats.org/drawingml/2006/main">
            <a:pathLst>
              <a:path w="647903" h="288611" fill="none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9800" y="0"/>
                </a:lnTo>
                <a:cubicBezTo>
                  <a:pt x="626366" y="0"/>
                  <a:pt x="647903" y="21537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6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21" name="Text SNO">
            <a:extLst xmlns:a="http://schemas.openxmlformats.org/drawingml/2006/main">
              <a:ext uri="{FF2B5EF4-FFF2-40B4-BE49-F238E27FC236}">
                <a16:creationId xmlns:a16="http://schemas.microsoft.com/office/drawing/2014/main" id="{4993DA94-7357-43A0-B07F-AE059539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429" y="3697147"/>
            <a:ext cx="395519" cy="139612"/>
          </a:xfrm>
          <a:custGeom xmlns:a="http://schemas.openxmlformats.org/drawingml/2006/main">
            <a:pathLst>
              <a:path w="395519" h="139612">
                <a:moveTo>
                  <a:pt x="0" y="93320"/>
                </a:moveTo>
                <a:lnTo>
                  <a:pt x="26505" y="90743"/>
                </a:lnTo>
                <a:cubicBezTo>
                  <a:pt x="28100" y="99640"/>
                  <a:pt x="31337" y="106174"/>
                  <a:pt x="36214" y="110346"/>
                </a:cubicBezTo>
                <a:cubicBezTo>
                  <a:pt x="41092" y="114518"/>
                  <a:pt x="47672" y="116604"/>
                  <a:pt x="55955" y="116604"/>
                </a:cubicBezTo>
                <a:cubicBezTo>
                  <a:pt x="64729" y="116604"/>
                  <a:pt x="71340" y="114748"/>
                  <a:pt x="75788" y="111036"/>
                </a:cubicBezTo>
                <a:cubicBezTo>
                  <a:pt x="80236" y="107324"/>
                  <a:pt x="82460" y="102983"/>
                  <a:pt x="82460" y="98014"/>
                </a:cubicBezTo>
                <a:cubicBezTo>
                  <a:pt x="82460" y="94823"/>
                  <a:pt x="81525" y="92108"/>
                  <a:pt x="79653" y="89869"/>
                </a:cubicBezTo>
                <a:cubicBezTo>
                  <a:pt x="77782" y="87629"/>
                  <a:pt x="74515" y="85681"/>
                  <a:pt x="69852" y="84025"/>
                </a:cubicBezTo>
                <a:cubicBezTo>
                  <a:pt x="66662" y="82921"/>
                  <a:pt x="59391" y="80957"/>
                  <a:pt x="48041" y="78135"/>
                </a:cubicBezTo>
                <a:cubicBezTo>
                  <a:pt x="33438" y="74515"/>
                  <a:pt x="23192" y="70067"/>
                  <a:pt x="17302" y="64790"/>
                </a:cubicBezTo>
                <a:cubicBezTo>
                  <a:pt x="9019" y="57366"/>
                  <a:pt x="4878" y="48317"/>
                  <a:pt x="4878" y="37641"/>
                </a:cubicBezTo>
                <a:cubicBezTo>
                  <a:pt x="4878" y="30769"/>
                  <a:pt x="6826" y="24342"/>
                  <a:pt x="10722" y="18360"/>
                </a:cubicBezTo>
                <a:cubicBezTo>
                  <a:pt x="14618" y="12378"/>
                  <a:pt x="20232" y="7823"/>
                  <a:pt x="27563" y="4694"/>
                </a:cubicBezTo>
                <a:cubicBezTo>
                  <a:pt x="34895" y="1565"/>
                  <a:pt x="43746" y="0"/>
                  <a:pt x="54115" y="0"/>
                </a:cubicBezTo>
                <a:cubicBezTo>
                  <a:pt x="71048" y="0"/>
                  <a:pt x="83795" y="3712"/>
                  <a:pt x="92354" y="11136"/>
                </a:cubicBezTo>
                <a:cubicBezTo>
                  <a:pt x="100913" y="18560"/>
                  <a:pt x="105407" y="28468"/>
                  <a:pt x="105836" y="40862"/>
                </a:cubicBezTo>
                <a:lnTo>
                  <a:pt x="78595" y="42058"/>
                </a:lnTo>
                <a:cubicBezTo>
                  <a:pt x="77429" y="35125"/>
                  <a:pt x="74929" y="30140"/>
                  <a:pt x="71094" y="27103"/>
                </a:cubicBezTo>
                <a:cubicBezTo>
                  <a:pt x="67260" y="24066"/>
                  <a:pt x="61508" y="22548"/>
                  <a:pt x="53839" y="22548"/>
                </a:cubicBezTo>
                <a:cubicBezTo>
                  <a:pt x="45924" y="22548"/>
                  <a:pt x="39727" y="24174"/>
                  <a:pt x="35248" y="27425"/>
                </a:cubicBezTo>
                <a:cubicBezTo>
                  <a:pt x="32364" y="29511"/>
                  <a:pt x="30923" y="32303"/>
                  <a:pt x="30923" y="35800"/>
                </a:cubicBezTo>
                <a:cubicBezTo>
                  <a:pt x="30923" y="38991"/>
                  <a:pt x="32272" y="41721"/>
                  <a:pt x="34972" y="43991"/>
                </a:cubicBezTo>
                <a:cubicBezTo>
                  <a:pt x="38408" y="46875"/>
                  <a:pt x="46752" y="49881"/>
                  <a:pt x="60005" y="53010"/>
                </a:cubicBezTo>
                <a:cubicBezTo>
                  <a:pt x="73257" y="56139"/>
                  <a:pt x="83059" y="59376"/>
                  <a:pt x="89409" y="62720"/>
                </a:cubicBezTo>
                <a:cubicBezTo>
                  <a:pt x="95759" y="66063"/>
                  <a:pt x="100729" y="70634"/>
                  <a:pt x="104318" y="76432"/>
                </a:cubicBezTo>
                <a:cubicBezTo>
                  <a:pt x="107907" y="82230"/>
                  <a:pt x="109702" y="89393"/>
                  <a:pt x="109702" y="97922"/>
                </a:cubicBezTo>
                <a:cubicBezTo>
                  <a:pt x="109702" y="105652"/>
                  <a:pt x="107554" y="112892"/>
                  <a:pt x="103259" y="119641"/>
                </a:cubicBezTo>
                <a:cubicBezTo>
                  <a:pt x="98965" y="126390"/>
                  <a:pt x="92891" y="131406"/>
                  <a:pt x="85037" y="134688"/>
                </a:cubicBezTo>
                <a:cubicBezTo>
                  <a:pt x="77184" y="137971"/>
                  <a:pt x="67398" y="139612"/>
                  <a:pt x="55679" y="139612"/>
                </a:cubicBezTo>
                <a:cubicBezTo>
                  <a:pt x="38623" y="139612"/>
                  <a:pt x="25523" y="135670"/>
                  <a:pt x="16382" y="127786"/>
                </a:cubicBezTo>
                <a:cubicBezTo>
                  <a:pt x="7240" y="119902"/>
                  <a:pt x="1779" y="108413"/>
                  <a:pt x="0" y="93320"/>
                </a:cubicBezTo>
                <a:close/>
                <a:moveTo>
                  <a:pt x="133725" y="137219"/>
                </a:moveTo>
                <a:lnTo>
                  <a:pt x="133725" y="2301"/>
                </a:lnTo>
                <a:lnTo>
                  <a:pt x="160230" y="2301"/>
                </a:lnTo>
                <a:lnTo>
                  <a:pt x="215449" y="92400"/>
                </a:lnTo>
                <a:lnTo>
                  <a:pt x="215449" y="2301"/>
                </a:lnTo>
                <a:lnTo>
                  <a:pt x="240757" y="2301"/>
                </a:lnTo>
                <a:lnTo>
                  <a:pt x="240757" y="137219"/>
                </a:lnTo>
                <a:lnTo>
                  <a:pt x="213424" y="137219"/>
                </a:lnTo>
                <a:lnTo>
                  <a:pt x="159033" y="49237"/>
                </a:lnTo>
                <a:lnTo>
                  <a:pt x="159033" y="137219"/>
                </a:lnTo>
                <a:lnTo>
                  <a:pt x="133725" y="137219"/>
                </a:lnTo>
                <a:close/>
                <a:moveTo>
                  <a:pt x="264650" y="70588"/>
                </a:moveTo>
                <a:cubicBezTo>
                  <a:pt x="264650" y="56845"/>
                  <a:pt x="266706" y="45310"/>
                  <a:pt x="270816" y="35984"/>
                </a:cubicBezTo>
                <a:cubicBezTo>
                  <a:pt x="273884" y="29113"/>
                  <a:pt x="278072" y="22947"/>
                  <a:pt x="283379" y="17486"/>
                </a:cubicBezTo>
                <a:cubicBezTo>
                  <a:pt x="288686" y="12025"/>
                  <a:pt x="294499" y="7976"/>
                  <a:pt x="300819" y="5338"/>
                </a:cubicBezTo>
                <a:cubicBezTo>
                  <a:pt x="309224" y="1779"/>
                  <a:pt x="318918" y="0"/>
                  <a:pt x="329901" y="0"/>
                </a:cubicBezTo>
                <a:cubicBezTo>
                  <a:pt x="349779" y="0"/>
                  <a:pt x="365686" y="6166"/>
                  <a:pt x="377619" y="18498"/>
                </a:cubicBezTo>
                <a:cubicBezTo>
                  <a:pt x="389552" y="30831"/>
                  <a:pt x="395519" y="47979"/>
                  <a:pt x="395519" y="69944"/>
                </a:cubicBezTo>
                <a:cubicBezTo>
                  <a:pt x="395519" y="91725"/>
                  <a:pt x="389599" y="108766"/>
                  <a:pt x="377757" y="121068"/>
                </a:cubicBezTo>
                <a:cubicBezTo>
                  <a:pt x="365916" y="133369"/>
                  <a:pt x="350086" y="139520"/>
                  <a:pt x="330269" y="139520"/>
                </a:cubicBezTo>
                <a:cubicBezTo>
                  <a:pt x="310206" y="139520"/>
                  <a:pt x="294254" y="133400"/>
                  <a:pt x="282412" y="121160"/>
                </a:cubicBezTo>
                <a:cubicBezTo>
                  <a:pt x="270571" y="108919"/>
                  <a:pt x="264650" y="92062"/>
                  <a:pt x="264650" y="70588"/>
                </a:cubicBezTo>
                <a:moveTo>
                  <a:pt x="292720" y="69668"/>
                </a:moveTo>
                <a:cubicBezTo>
                  <a:pt x="292720" y="84945"/>
                  <a:pt x="296248" y="96526"/>
                  <a:pt x="303304" y="104410"/>
                </a:cubicBezTo>
                <a:cubicBezTo>
                  <a:pt x="310359" y="112294"/>
                  <a:pt x="319317" y="116236"/>
                  <a:pt x="330177" y="116236"/>
                </a:cubicBezTo>
                <a:cubicBezTo>
                  <a:pt x="341036" y="116236"/>
                  <a:pt x="349948" y="112325"/>
                  <a:pt x="356912" y="104502"/>
                </a:cubicBezTo>
                <a:cubicBezTo>
                  <a:pt x="363876" y="96679"/>
                  <a:pt x="367358" y="84945"/>
                  <a:pt x="367358" y="69300"/>
                </a:cubicBezTo>
                <a:cubicBezTo>
                  <a:pt x="367358" y="53839"/>
                  <a:pt x="363968" y="42304"/>
                  <a:pt x="357188" y="34696"/>
                </a:cubicBezTo>
                <a:cubicBezTo>
                  <a:pt x="350408" y="27088"/>
                  <a:pt x="341405" y="23284"/>
                  <a:pt x="330177" y="23284"/>
                </a:cubicBezTo>
                <a:cubicBezTo>
                  <a:pt x="318949" y="23284"/>
                  <a:pt x="309899" y="27134"/>
                  <a:pt x="303027" y="34834"/>
                </a:cubicBezTo>
                <a:cubicBezTo>
                  <a:pt x="296156" y="42534"/>
                  <a:pt x="292720" y="54145"/>
                  <a:pt x="29272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3AC5D-BB0C-4C32-97CC-FF4A6589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229" y="3623553"/>
            <a:ext cx="644957" cy="288611"/>
          </a:xfrm>
          <a:custGeom xmlns:a="http://schemas.openxmlformats.org/drawingml/2006/main">
            <a:pathLst>
              <a:path w="644957" h="288611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6855" y="0"/>
                </a:lnTo>
                <a:cubicBezTo>
                  <a:pt x="623421" y="0"/>
                  <a:pt x="644957" y="21537"/>
                  <a:pt x="644957" y="48103"/>
                </a:cubicBezTo>
                <a:lnTo>
                  <a:pt x="644957" y="240508"/>
                </a:lnTo>
                <a:cubicBezTo>
                  <a:pt x="644957" y="267075"/>
                  <a:pt x="623421" y="288611"/>
                  <a:pt x="596855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06F73-A45A-446F-8F81-0787A6B4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229" y="3623553"/>
            <a:ext cx="644958" cy="288611"/>
          </a:xfrm>
          <a:custGeom xmlns:a="http://schemas.openxmlformats.org/drawingml/2006/main">
            <a:pathLst>
              <a:path w="644958" h="288611" fill="none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6855" y="0"/>
                </a:lnTo>
                <a:cubicBezTo>
                  <a:pt x="623421" y="0"/>
                  <a:pt x="644958" y="21537"/>
                  <a:pt x="644958" y="48103"/>
                </a:cubicBezTo>
                <a:lnTo>
                  <a:pt x="644958" y="240508"/>
                </a:lnTo>
                <a:cubicBezTo>
                  <a:pt x="644958" y="267075"/>
                  <a:pt x="623421" y="288611"/>
                  <a:pt x="596855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24" name="Text MNO">
            <a:extLst xmlns:a="http://schemas.openxmlformats.org/drawingml/2006/main">
              <a:ext uri="{FF2B5EF4-FFF2-40B4-BE49-F238E27FC236}">
                <a16:creationId xmlns:a16="http://schemas.microsoft.com/office/drawing/2014/main" id="{EF7552C5-771B-43A6-AD5A-AC6DE181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3132" y="3697147"/>
            <a:ext cx="419369" cy="139520"/>
          </a:xfrm>
          <a:custGeom xmlns:a="http://schemas.openxmlformats.org/drawingml/2006/main">
            <a:pathLst>
              <a:path w="419369" h="139520">
                <a:moveTo>
                  <a:pt x="0" y="137219"/>
                </a:moveTo>
                <a:lnTo>
                  <a:pt x="0" y="2301"/>
                </a:lnTo>
                <a:lnTo>
                  <a:pt x="40770" y="2301"/>
                </a:lnTo>
                <a:lnTo>
                  <a:pt x="65250" y="94332"/>
                </a:lnTo>
                <a:lnTo>
                  <a:pt x="89455" y="2301"/>
                </a:lnTo>
                <a:lnTo>
                  <a:pt x="130317" y="2301"/>
                </a:lnTo>
                <a:lnTo>
                  <a:pt x="130317" y="137219"/>
                </a:lnTo>
                <a:lnTo>
                  <a:pt x="105008" y="137219"/>
                </a:lnTo>
                <a:lnTo>
                  <a:pt x="105008" y="31015"/>
                </a:lnTo>
                <a:lnTo>
                  <a:pt x="78227" y="137219"/>
                </a:lnTo>
                <a:lnTo>
                  <a:pt x="51998" y="137219"/>
                </a:lnTo>
                <a:lnTo>
                  <a:pt x="25309" y="31015"/>
                </a:lnTo>
                <a:lnTo>
                  <a:pt x="25309" y="137219"/>
                </a:lnTo>
                <a:lnTo>
                  <a:pt x="0" y="137219"/>
                </a:lnTo>
                <a:close/>
                <a:moveTo>
                  <a:pt x="157555" y="137219"/>
                </a:moveTo>
                <a:lnTo>
                  <a:pt x="157555" y="2301"/>
                </a:lnTo>
                <a:lnTo>
                  <a:pt x="184060" y="2301"/>
                </a:lnTo>
                <a:lnTo>
                  <a:pt x="239279" y="92400"/>
                </a:lnTo>
                <a:lnTo>
                  <a:pt x="239279" y="2301"/>
                </a:lnTo>
                <a:lnTo>
                  <a:pt x="264588" y="2301"/>
                </a:lnTo>
                <a:lnTo>
                  <a:pt x="264588" y="137219"/>
                </a:lnTo>
                <a:lnTo>
                  <a:pt x="237254" y="137219"/>
                </a:lnTo>
                <a:lnTo>
                  <a:pt x="182864" y="49237"/>
                </a:lnTo>
                <a:lnTo>
                  <a:pt x="182864" y="137219"/>
                </a:lnTo>
                <a:lnTo>
                  <a:pt x="157555" y="137219"/>
                </a:lnTo>
                <a:close/>
                <a:moveTo>
                  <a:pt x="288500" y="70588"/>
                </a:moveTo>
                <a:cubicBezTo>
                  <a:pt x="288500" y="56845"/>
                  <a:pt x="290555" y="45310"/>
                  <a:pt x="294666" y="35984"/>
                </a:cubicBezTo>
                <a:cubicBezTo>
                  <a:pt x="297734" y="29113"/>
                  <a:pt x="301921" y="22947"/>
                  <a:pt x="307228" y="17486"/>
                </a:cubicBezTo>
                <a:cubicBezTo>
                  <a:pt x="312535" y="12025"/>
                  <a:pt x="318349" y="7976"/>
                  <a:pt x="324668" y="5338"/>
                </a:cubicBezTo>
                <a:cubicBezTo>
                  <a:pt x="333074" y="1779"/>
                  <a:pt x="342768" y="0"/>
                  <a:pt x="353750" y="0"/>
                </a:cubicBezTo>
                <a:cubicBezTo>
                  <a:pt x="373629" y="0"/>
                  <a:pt x="389535" y="6166"/>
                  <a:pt x="401469" y="18498"/>
                </a:cubicBezTo>
                <a:cubicBezTo>
                  <a:pt x="413402" y="30831"/>
                  <a:pt x="419369" y="47979"/>
                  <a:pt x="419369" y="69944"/>
                </a:cubicBezTo>
                <a:cubicBezTo>
                  <a:pt x="419369" y="91725"/>
                  <a:pt x="413448" y="108766"/>
                  <a:pt x="401607" y="121068"/>
                </a:cubicBezTo>
                <a:cubicBezTo>
                  <a:pt x="389765" y="133369"/>
                  <a:pt x="373936" y="139520"/>
                  <a:pt x="354118" y="139520"/>
                </a:cubicBezTo>
                <a:cubicBezTo>
                  <a:pt x="334055" y="139520"/>
                  <a:pt x="318103" y="133400"/>
                  <a:pt x="306262" y="121160"/>
                </a:cubicBezTo>
                <a:cubicBezTo>
                  <a:pt x="294420" y="108919"/>
                  <a:pt x="288500" y="92062"/>
                  <a:pt x="288500" y="70588"/>
                </a:cubicBezTo>
                <a:moveTo>
                  <a:pt x="316569" y="69668"/>
                </a:moveTo>
                <a:cubicBezTo>
                  <a:pt x="316569" y="84945"/>
                  <a:pt x="320097" y="96526"/>
                  <a:pt x="327153" y="104410"/>
                </a:cubicBezTo>
                <a:cubicBezTo>
                  <a:pt x="334209" y="112294"/>
                  <a:pt x="343167" y="116236"/>
                  <a:pt x="354026" y="116236"/>
                </a:cubicBezTo>
                <a:cubicBezTo>
                  <a:pt x="364886" y="116236"/>
                  <a:pt x="373798" y="112325"/>
                  <a:pt x="380762" y="104502"/>
                </a:cubicBezTo>
                <a:cubicBezTo>
                  <a:pt x="387725" y="96679"/>
                  <a:pt x="391207" y="84945"/>
                  <a:pt x="391207" y="69300"/>
                </a:cubicBezTo>
                <a:cubicBezTo>
                  <a:pt x="391207" y="53839"/>
                  <a:pt x="387817" y="42304"/>
                  <a:pt x="381038" y="34696"/>
                </a:cubicBezTo>
                <a:cubicBezTo>
                  <a:pt x="374258" y="27088"/>
                  <a:pt x="365254" y="23284"/>
                  <a:pt x="354026" y="23284"/>
                </a:cubicBezTo>
                <a:cubicBezTo>
                  <a:pt x="342798" y="23284"/>
                  <a:pt x="333749" y="27134"/>
                  <a:pt x="326877" y="34834"/>
                </a:cubicBezTo>
                <a:cubicBezTo>
                  <a:pt x="320005" y="42534"/>
                  <a:pt x="316569" y="54145"/>
                  <a:pt x="316569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504E93-B9EB-413F-B914-C7E4E920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3252481"/>
            <a:ext cx="647903" cy="288611"/>
          </a:xfrm>
          <a:custGeom xmlns:a="http://schemas.openxmlformats.org/drawingml/2006/main">
            <a:pathLst>
              <a:path w="647903" h="288611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9800" y="0"/>
                </a:lnTo>
                <a:cubicBezTo>
                  <a:pt x="626367" y="0"/>
                  <a:pt x="647903" y="21537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7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3B1FD-109A-4A67-AF71-548FBE47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3252481"/>
            <a:ext cx="647903" cy="288611"/>
          </a:xfrm>
          <a:custGeom xmlns:a="http://schemas.openxmlformats.org/drawingml/2006/main">
            <a:pathLst>
              <a:path w="647903" h="288611" fill="none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9800" y="0"/>
                </a:lnTo>
                <a:cubicBezTo>
                  <a:pt x="626366" y="0"/>
                  <a:pt x="647903" y="21537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6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27" name="Text SNO">
            <a:extLst xmlns:a="http://schemas.openxmlformats.org/drawingml/2006/main">
              <a:ext uri="{FF2B5EF4-FFF2-40B4-BE49-F238E27FC236}">
                <a16:creationId xmlns:a16="http://schemas.microsoft.com/office/drawing/2014/main" id="{C0281ACE-06A1-4E55-A016-A0CDE0F6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426" y="3326076"/>
            <a:ext cx="395519" cy="139612"/>
          </a:xfrm>
          <a:custGeom xmlns:a="http://schemas.openxmlformats.org/drawingml/2006/main">
            <a:pathLst>
              <a:path w="395519" h="139612">
                <a:moveTo>
                  <a:pt x="0" y="93320"/>
                </a:moveTo>
                <a:lnTo>
                  <a:pt x="26505" y="90743"/>
                </a:lnTo>
                <a:cubicBezTo>
                  <a:pt x="28100" y="99640"/>
                  <a:pt x="31337" y="106174"/>
                  <a:pt x="36214" y="110346"/>
                </a:cubicBezTo>
                <a:cubicBezTo>
                  <a:pt x="41092" y="114518"/>
                  <a:pt x="47672" y="116604"/>
                  <a:pt x="55955" y="116604"/>
                </a:cubicBezTo>
                <a:cubicBezTo>
                  <a:pt x="64729" y="116604"/>
                  <a:pt x="71340" y="114748"/>
                  <a:pt x="75788" y="111036"/>
                </a:cubicBezTo>
                <a:cubicBezTo>
                  <a:pt x="80236" y="107324"/>
                  <a:pt x="82460" y="102983"/>
                  <a:pt x="82460" y="98014"/>
                </a:cubicBezTo>
                <a:cubicBezTo>
                  <a:pt x="82460" y="94823"/>
                  <a:pt x="81525" y="92108"/>
                  <a:pt x="79653" y="89869"/>
                </a:cubicBezTo>
                <a:cubicBezTo>
                  <a:pt x="77782" y="87629"/>
                  <a:pt x="74515" y="85681"/>
                  <a:pt x="69852" y="84025"/>
                </a:cubicBezTo>
                <a:cubicBezTo>
                  <a:pt x="66662" y="82921"/>
                  <a:pt x="59391" y="80957"/>
                  <a:pt x="48041" y="78135"/>
                </a:cubicBezTo>
                <a:cubicBezTo>
                  <a:pt x="33438" y="74515"/>
                  <a:pt x="23192" y="70067"/>
                  <a:pt x="17302" y="64790"/>
                </a:cubicBezTo>
                <a:cubicBezTo>
                  <a:pt x="9019" y="57366"/>
                  <a:pt x="4878" y="48317"/>
                  <a:pt x="4878" y="37641"/>
                </a:cubicBezTo>
                <a:cubicBezTo>
                  <a:pt x="4878" y="30769"/>
                  <a:pt x="6826" y="24342"/>
                  <a:pt x="10722" y="18360"/>
                </a:cubicBezTo>
                <a:cubicBezTo>
                  <a:pt x="14618" y="12378"/>
                  <a:pt x="20232" y="7823"/>
                  <a:pt x="27563" y="4694"/>
                </a:cubicBezTo>
                <a:cubicBezTo>
                  <a:pt x="34895" y="1565"/>
                  <a:pt x="43746" y="0"/>
                  <a:pt x="54115" y="0"/>
                </a:cubicBezTo>
                <a:cubicBezTo>
                  <a:pt x="71048" y="0"/>
                  <a:pt x="83795" y="3712"/>
                  <a:pt x="92354" y="11136"/>
                </a:cubicBezTo>
                <a:cubicBezTo>
                  <a:pt x="100913" y="18560"/>
                  <a:pt x="105407" y="28468"/>
                  <a:pt x="105836" y="40862"/>
                </a:cubicBezTo>
                <a:lnTo>
                  <a:pt x="78595" y="42058"/>
                </a:lnTo>
                <a:cubicBezTo>
                  <a:pt x="77429" y="35125"/>
                  <a:pt x="74929" y="30140"/>
                  <a:pt x="71094" y="27103"/>
                </a:cubicBezTo>
                <a:cubicBezTo>
                  <a:pt x="67260" y="24066"/>
                  <a:pt x="61508" y="22548"/>
                  <a:pt x="53839" y="22548"/>
                </a:cubicBezTo>
                <a:cubicBezTo>
                  <a:pt x="45924" y="22548"/>
                  <a:pt x="39727" y="24174"/>
                  <a:pt x="35248" y="27425"/>
                </a:cubicBezTo>
                <a:cubicBezTo>
                  <a:pt x="32364" y="29511"/>
                  <a:pt x="30923" y="32303"/>
                  <a:pt x="30923" y="35800"/>
                </a:cubicBezTo>
                <a:cubicBezTo>
                  <a:pt x="30923" y="38991"/>
                  <a:pt x="32272" y="41721"/>
                  <a:pt x="34972" y="43991"/>
                </a:cubicBezTo>
                <a:cubicBezTo>
                  <a:pt x="38408" y="46875"/>
                  <a:pt x="46752" y="49881"/>
                  <a:pt x="60005" y="53010"/>
                </a:cubicBezTo>
                <a:cubicBezTo>
                  <a:pt x="73257" y="56139"/>
                  <a:pt x="83059" y="59376"/>
                  <a:pt x="89409" y="62720"/>
                </a:cubicBezTo>
                <a:cubicBezTo>
                  <a:pt x="95759" y="66063"/>
                  <a:pt x="100729" y="70634"/>
                  <a:pt x="104318" y="76432"/>
                </a:cubicBezTo>
                <a:cubicBezTo>
                  <a:pt x="107907" y="82230"/>
                  <a:pt x="109702" y="89393"/>
                  <a:pt x="109702" y="97922"/>
                </a:cubicBezTo>
                <a:cubicBezTo>
                  <a:pt x="109702" y="105652"/>
                  <a:pt x="107554" y="112892"/>
                  <a:pt x="103259" y="119641"/>
                </a:cubicBezTo>
                <a:cubicBezTo>
                  <a:pt x="98965" y="126390"/>
                  <a:pt x="92891" y="131406"/>
                  <a:pt x="85037" y="134688"/>
                </a:cubicBezTo>
                <a:cubicBezTo>
                  <a:pt x="77184" y="137971"/>
                  <a:pt x="67398" y="139612"/>
                  <a:pt x="55679" y="139612"/>
                </a:cubicBezTo>
                <a:cubicBezTo>
                  <a:pt x="38623" y="139612"/>
                  <a:pt x="25523" y="135670"/>
                  <a:pt x="16382" y="127786"/>
                </a:cubicBezTo>
                <a:cubicBezTo>
                  <a:pt x="7240" y="119902"/>
                  <a:pt x="1779" y="108413"/>
                  <a:pt x="0" y="93320"/>
                </a:cubicBezTo>
                <a:close/>
                <a:moveTo>
                  <a:pt x="133724" y="137219"/>
                </a:moveTo>
                <a:lnTo>
                  <a:pt x="133724" y="2301"/>
                </a:lnTo>
                <a:lnTo>
                  <a:pt x="160229" y="2301"/>
                </a:lnTo>
                <a:lnTo>
                  <a:pt x="215448" y="92400"/>
                </a:lnTo>
                <a:lnTo>
                  <a:pt x="215448" y="2301"/>
                </a:lnTo>
                <a:lnTo>
                  <a:pt x="240757" y="2301"/>
                </a:lnTo>
                <a:lnTo>
                  <a:pt x="240757" y="137219"/>
                </a:lnTo>
                <a:lnTo>
                  <a:pt x="213424" y="137219"/>
                </a:lnTo>
                <a:lnTo>
                  <a:pt x="159033" y="49237"/>
                </a:lnTo>
                <a:lnTo>
                  <a:pt x="159033" y="137219"/>
                </a:lnTo>
                <a:lnTo>
                  <a:pt x="133724" y="137219"/>
                </a:lnTo>
                <a:close/>
                <a:moveTo>
                  <a:pt x="264650" y="70588"/>
                </a:moveTo>
                <a:cubicBezTo>
                  <a:pt x="264650" y="56845"/>
                  <a:pt x="266705" y="45310"/>
                  <a:pt x="270816" y="35984"/>
                </a:cubicBezTo>
                <a:cubicBezTo>
                  <a:pt x="273884" y="29113"/>
                  <a:pt x="278071" y="22947"/>
                  <a:pt x="283378" y="17486"/>
                </a:cubicBezTo>
                <a:cubicBezTo>
                  <a:pt x="288686" y="12025"/>
                  <a:pt x="294499" y="7976"/>
                  <a:pt x="300818" y="5338"/>
                </a:cubicBezTo>
                <a:cubicBezTo>
                  <a:pt x="309224" y="1779"/>
                  <a:pt x="318918" y="0"/>
                  <a:pt x="329900" y="0"/>
                </a:cubicBezTo>
                <a:cubicBezTo>
                  <a:pt x="349779" y="0"/>
                  <a:pt x="365685" y="6166"/>
                  <a:pt x="377619" y="18498"/>
                </a:cubicBezTo>
                <a:cubicBezTo>
                  <a:pt x="389552" y="30831"/>
                  <a:pt x="395519" y="47979"/>
                  <a:pt x="395519" y="69944"/>
                </a:cubicBezTo>
                <a:cubicBezTo>
                  <a:pt x="395519" y="91725"/>
                  <a:pt x="389598" y="108766"/>
                  <a:pt x="377757" y="121068"/>
                </a:cubicBezTo>
                <a:cubicBezTo>
                  <a:pt x="365915" y="133369"/>
                  <a:pt x="350086" y="139520"/>
                  <a:pt x="330269" y="139520"/>
                </a:cubicBezTo>
                <a:cubicBezTo>
                  <a:pt x="310206" y="139520"/>
                  <a:pt x="294253" y="133400"/>
                  <a:pt x="282412" y="121160"/>
                </a:cubicBezTo>
                <a:cubicBezTo>
                  <a:pt x="270571" y="108919"/>
                  <a:pt x="264650" y="92062"/>
                  <a:pt x="264650" y="70588"/>
                </a:cubicBezTo>
                <a:moveTo>
                  <a:pt x="292720" y="69668"/>
                </a:moveTo>
                <a:cubicBezTo>
                  <a:pt x="292720" y="84945"/>
                  <a:pt x="296247" y="96526"/>
                  <a:pt x="303303" y="104410"/>
                </a:cubicBezTo>
                <a:cubicBezTo>
                  <a:pt x="310359" y="112294"/>
                  <a:pt x="319317" y="116236"/>
                  <a:pt x="330176" y="116236"/>
                </a:cubicBezTo>
                <a:cubicBezTo>
                  <a:pt x="341036" y="116236"/>
                  <a:pt x="349948" y="112325"/>
                  <a:pt x="356912" y="104502"/>
                </a:cubicBezTo>
                <a:cubicBezTo>
                  <a:pt x="363875" y="96679"/>
                  <a:pt x="367357" y="84945"/>
                  <a:pt x="367357" y="69300"/>
                </a:cubicBezTo>
                <a:cubicBezTo>
                  <a:pt x="367357" y="53839"/>
                  <a:pt x="363967" y="42304"/>
                  <a:pt x="357188" y="34696"/>
                </a:cubicBezTo>
                <a:cubicBezTo>
                  <a:pt x="350408" y="27088"/>
                  <a:pt x="341404" y="23284"/>
                  <a:pt x="330176" y="23284"/>
                </a:cubicBezTo>
                <a:cubicBezTo>
                  <a:pt x="318949" y="23284"/>
                  <a:pt x="309899" y="27134"/>
                  <a:pt x="303027" y="34834"/>
                </a:cubicBezTo>
                <a:cubicBezTo>
                  <a:pt x="296155" y="42534"/>
                  <a:pt x="292720" y="54145"/>
                  <a:pt x="29272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770FE-158B-4548-B6AD-9440EBF9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503" y="2416098"/>
            <a:ext cx="656738" cy="285666"/>
          </a:xfrm>
          <a:custGeom xmlns:a="http://schemas.openxmlformats.org/drawingml/2006/main">
            <a:pathLst>
              <a:path w="656738" h="285666">
                <a:moveTo>
                  <a:pt x="0" y="47611"/>
                </a:moveTo>
                <a:cubicBezTo>
                  <a:pt x="0" y="21316"/>
                  <a:pt x="21317" y="0"/>
                  <a:pt x="47613" y="0"/>
                </a:cubicBezTo>
                <a:lnTo>
                  <a:pt x="609127" y="0"/>
                </a:lnTo>
                <a:cubicBezTo>
                  <a:pt x="635422" y="0"/>
                  <a:pt x="656738" y="21316"/>
                  <a:pt x="656738" y="47611"/>
                </a:cubicBezTo>
                <a:lnTo>
                  <a:pt x="656738" y="238054"/>
                </a:lnTo>
                <a:cubicBezTo>
                  <a:pt x="656738" y="264350"/>
                  <a:pt x="635422" y="285666"/>
                  <a:pt x="609127" y="285666"/>
                </a:cubicBezTo>
                <a:lnTo>
                  <a:pt x="47613" y="285666"/>
                </a:lnTo>
                <a:cubicBezTo>
                  <a:pt x="21317" y="285666"/>
                  <a:pt x="0" y="264350"/>
                  <a:pt x="0" y="238054"/>
                </a:cubicBezTo>
                <a:lnTo>
                  <a:pt x="0" y="4761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F291F0-1A47-4DFC-B84D-D2385627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2503" y="2416098"/>
            <a:ext cx="656738" cy="285666"/>
          </a:xfrm>
          <a:custGeom xmlns:a="http://schemas.openxmlformats.org/drawingml/2006/main">
            <a:pathLst>
              <a:path w="656738" h="285666" fill="none">
                <a:moveTo>
                  <a:pt x="0" y="47612"/>
                </a:moveTo>
                <a:cubicBezTo>
                  <a:pt x="0" y="21317"/>
                  <a:pt x="21317" y="0"/>
                  <a:pt x="47612" y="0"/>
                </a:cubicBezTo>
                <a:lnTo>
                  <a:pt x="609126" y="0"/>
                </a:lnTo>
                <a:cubicBezTo>
                  <a:pt x="635421" y="0"/>
                  <a:pt x="656738" y="21317"/>
                  <a:pt x="656738" y="47612"/>
                </a:cubicBezTo>
                <a:lnTo>
                  <a:pt x="656738" y="238054"/>
                </a:lnTo>
                <a:cubicBezTo>
                  <a:pt x="656738" y="264349"/>
                  <a:pt x="635421" y="285666"/>
                  <a:pt x="609126" y="285666"/>
                </a:cubicBezTo>
                <a:lnTo>
                  <a:pt x="47612" y="285666"/>
                </a:lnTo>
                <a:cubicBezTo>
                  <a:pt x="21317" y="285666"/>
                  <a:pt x="0" y="264349"/>
                  <a:pt x="0" y="238054"/>
                </a:cubicBezTo>
                <a:lnTo>
                  <a:pt x="0" y="476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30" name="Text MNO">
            <a:extLst xmlns:a="http://schemas.openxmlformats.org/drawingml/2006/main">
              <a:ext uri="{FF2B5EF4-FFF2-40B4-BE49-F238E27FC236}">
                <a16:creationId xmlns:a16="http://schemas.microsoft.com/office/drawing/2014/main" id="{6551D627-D0E7-49E7-9EAD-3DF1ECD7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269" y="2489693"/>
            <a:ext cx="419369" cy="139520"/>
          </a:xfrm>
          <a:custGeom xmlns:a="http://schemas.openxmlformats.org/drawingml/2006/main">
            <a:pathLst>
              <a:path w="419369" h="139520">
                <a:moveTo>
                  <a:pt x="0" y="137219"/>
                </a:moveTo>
                <a:lnTo>
                  <a:pt x="0" y="2301"/>
                </a:lnTo>
                <a:lnTo>
                  <a:pt x="40770" y="2301"/>
                </a:lnTo>
                <a:lnTo>
                  <a:pt x="65250" y="94332"/>
                </a:lnTo>
                <a:lnTo>
                  <a:pt x="89455" y="2301"/>
                </a:lnTo>
                <a:lnTo>
                  <a:pt x="130317" y="2301"/>
                </a:lnTo>
                <a:lnTo>
                  <a:pt x="130317" y="137219"/>
                </a:lnTo>
                <a:lnTo>
                  <a:pt x="105008" y="137219"/>
                </a:lnTo>
                <a:lnTo>
                  <a:pt x="105008" y="31015"/>
                </a:lnTo>
                <a:lnTo>
                  <a:pt x="78227" y="137219"/>
                </a:lnTo>
                <a:lnTo>
                  <a:pt x="51998" y="137219"/>
                </a:lnTo>
                <a:lnTo>
                  <a:pt x="25309" y="31015"/>
                </a:lnTo>
                <a:lnTo>
                  <a:pt x="25309" y="137219"/>
                </a:lnTo>
                <a:lnTo>
                  <a:pt x="0" y="137219"/>
                </a:lnTo>
                <a:close/>
                <a:moveTo>
                  <a:pt x="157555" y="137219"/>
                </a:moveTo>
                <a:lnTo>
                  <a:pt x="157555" y="2301"/>
                </a:lnTo>
                <a:lnTo>
                  <a:pt x="184060" y="2301"/>
                </a:lnTo>
                <a:lnTo>
                  <a:pt x="239279" y="92400"/>
                </a:lnTo>
                <a:lnTo>
                  <a:pt x="239279" y="2301"/>
                </a:lnTo>
                <a:lnTo>
                  <a:pt x="264588" y="2301"/>
                </a:lnTo>
                <a:lnTo>
                  <a:pt x="264588" y="137219"/>
                </a:lnTo>
                <a:lnTo>
                  <a:pt x="237255" y="137219"/>
                </a:lnTo>
                <a:lnTo>
                  <a:pt x="182864" y="49237"/>
                </a:lnTo>
                <a:lnTo>
                  <a:pt x="182864" y="137219"/>
                </a:lnTo>
                <a:lnTo>
                  <a:pt x="157555" y="137219"/>
                </a:lnTo>
                <a:close/>
                <a:moveTo>
                  <a:pt x="288500" y="70588"/>
                </a:moveTo>
                <a:cubicBezTo>
                  <a:pt x="288500" y="56845"/>
                  <a:pt x="290555" y="45310"/>
                  <a:pt x="294666" y="35984"/>
                </a:cubicBezTo>
                <a:cubicBezTo>
                  <a:pt x="297734" y="29113"/>
                  <a:pt x="301921" y="22947"/>
                  <a:pt x="307229" y="17486"/>
                </a:cubicBezTo>
                <a:cubicBezTo>
                  <a:pt x="312536" y="12025"/>
                  <a:pt x="318349" y="7976"/>
                  <a:pt x="324669" y="5338"/>
                </a:cubicBezTo>
                <a:cubicBezTo>
                  <a:pt x="333074" y="1779"/>
                  <a:pt x="342768" y="0"/>
                  <a:pt x="353751" y="0"/>
                </a:cubicBezTo>
                <a:cubicBezTo>
                  <a:pt x="373629" y="0"/>
                  <a:pt x="389535" y="6166"/>
                  <a:pt x="401469" y="18498"/>
                </a:cubicBezTo>
                <a:cubicBezTo>
                  <a:pt x="413402" y="30831"/>
                  <a:pt x="419369" y="47979"/>
                  <a:pt x="419369" y="69944"/>
                </a:cubicBezTo>
                <a:cubicBezTo>
                  <a:pt x="419369" y="91725"/>
                  <a:pt x="413448" y="108766"/>
                  <a:pt x="401607" y="121068"/>
                </a:cubicBezTo>
                <a:cubicBezTo>
                  <a:pt x="389766" y="133369"/>
                  <a:pt x="373936" y="139520"/>
                  <a:pt x="354119" y="139520"/>
                </a:cubicBezTo>
                <a:cubicBezTo>
                  <a:pt x="334056" y="139520"/>
                  <a:pt x="318104" y="133400"/>
                  <a:pt x="306262" y="121160"/>
                </a:cubicBezTo>
                <a:cubicBezTo>
                  <a:pt x="294421" y="108919"/>
                  <a:pt x="288500" y="92062"/>
                  <a:pt x="288500" y="70588"/>
                </a:cubicBezTo>
                <a:moveTo>
                  <a:pt x="316570" y="69668"/>
                </a:moveTo>
                <a:cubicBezTo>
                  <a:pt x="316570" y="84945"/>
                  <a:pt x="320098" y="96526"/>
                  <a:pt x="327153" y="104410"/>
                </a:cubicBezTo>
                <a:cubicBezTo>
                  <a:pt x="334209" y="112294"/>
                  <a:pt x="343167" y="116236"/>
                  <a:pt x="354027" y="116236"/>
                </a:cubicBezTo>
                <a:cubicBezTo>
                  <a:pt x="364886" y="116236"/>
                  <a:pt x="373798" y="112325"/>
                  <a:pt x="380762" y="104502"/>
                </a:cubicBezTo>
                <a:cubicBezTo>
                  <a:pt x="387726" y="96679"/>
                  <a:pt x="391207" y="84945"/>
                  <a:pt x="391207" y="69300"/>
                </a:cubicBezTo>
                <a:cubicBezTo>
                  <a:pt x="391207" y="53839"/>
                  <a:pt x="387818" y="42304"/>
                  <a:pt x="381038" y="34696"/>
                </a:cubicBezTo>
                <a:cubicBezTo>
                  <a:pt x="374258" y="27088"/>
                  <a:pt x="365254" y="23284"/>
                  <a:pt x="354027" y="23284"/>
                </a:cubicBezTo>
                <a:cubicBezTo>
                  <a:pt x="342799" y="23284"/>
                  <a:pt x="333749" y="27134"/>
                  <a:pt x="326877" y="34834"/>
                </a:cubicBezTo>
                <a:cubicBezTo>
                  <a:pt x="320006" y="42534"/>
                  <a:pt x="316570" y="54145"/>
                  <a:pt x="31657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4BEFF-F318-4B8B-B797-CAB1E4BF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2831344"/>
            <a:ext cx="644957" cy="282721"/>
          </a:xfrm>
          <a:custGeom xmlns:a="http://schemas.openxmlformats.org/drawingml/2006/main">
            <a:pathLst>
              <a:path w="644957" h="282721">
                <a:moveTo>
                  <a:pt x="0" y="47121"/>
                </a:moveTo>
                <a:cubicBezTo>
                  <a:pt x="0" y="21097"/>
                  <a:pt x="21097" y="0"/>
                  <a:pt x="47121" y="0"/>
                </a:cubicBezTo>
                <a:lnTo>
                  <a:pt x="597836" y="0"/>
                </a:lnTo>
                <a:cubicBezTo>
                  <a:pt x="623860" y="0"/>
                  <a:pt x="644957" y="21097"/>
                  <a:pt x="644957" y="47121"/>
                </a:cubicBezTo>
                <a:lnTo>
                  <a:pt x="644957" y="235600"/>
                </a:lnTo>
                <a:cubicBezTo>
                  <a:pt x="644957" y="261624"/>
                  <a:pt x="623860" y="282721"/>
                  <a:pt x="597836" y="282721"/>
                </a:cubicBezTo>
                <a:lnTo>
                  <a:pt x="47121" y="282721"/>
                </a:lnTo>
                <a:cubicBezTo>
                  <a:pt x="21097" y="282721"/>
                  <a:pt x="0" y="261624"/>
                  <a:pt x="0" y="235600"/>
                </a:cubicBezTo>
                <a:lnTo>
                  <a:pt x="0" y="47121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FE7FA-87C1-43A8-83AF-05C6ACD4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701" y="2831344"/>
            <a:ext cx="644958" cy="282721"/>
          </a:xfrm>
          <a:custGeom xmlns:a="http://schemas.openxmlformats.org/drawingml/2006/main">
            <a:pathLst>
              <a:path w="644958" h="282721" fill="none">
                <a:moveTo>
                  <a:pt x="0" y="47121"/>
                </a:moveTo>
                <a:cubicBezTo>
                  <a:pt x="0" y="21097"/>
                  <a:pt x="21097" y="0"/>
                  <a:pt x="47121" y="0"/>
                </a:cubicBezTo>
                <a:lnTo>
                  <a:pt x="597836" y="0"/>
                </a:lnTo>
                <a:cubicBezTo>
                  <a:pt x="623861" y="0"/>
                  <a:pt x="644958" y="21097"/>
                  <a:pt x="644958" y="47121"/>
                </a:cubicBezTo>
                <a:lnTo>
                  <a:pt x="644958" y="235600"/>
                </a:lnTo>
                <a:cubicBezTo>
                  <a:pt x="644958" y="261624"/>
                  <a:pt x="623861" y="282721"/>
                  <a:pt x="597836" y="282721"/>
                </a:cubicBezTo>
                <a:lnTo>
                  <a:pt x="47121" y="282721"/>
                </a:lnTo>
                <a:cubicBezTo>
                  <a:pt x="21097" y="282721"/>
                  <a:pt x="0" y="261624"/>
                  <a:pt x="0" y="235600"/>
                </a:cubicBezTo>
                <a:lnTo>
                  <a:pt x="0" y="471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33" name="Text UE">
            <a:extLst xmlns:a="http://schemas.openxmlformats.org/drawingml/2006/main">
              <a:ext uri="{FF2B5EF4-FFF2-40B4-BE49-F238E27FC236}">
                <a16:creationId xmlns:a16="http://schemas.microsoft.com/office/drawing/2014/main" id="{7327CE12-6A93-496E-AF16-B57E68B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115" y="2901351"/>
            <a:ext cx="239466" cy="137219"/>
          </a:xfrm>
          <a:custGeom xmlns:a="http://schemas.openxmlformats.org/drawingml/2006/main">
            <a:pathLst>
              <a:path w="239466" h="137219">
                <a:moveTo>
                  <a:pt x="0" y="0"/>
                </a:moveTo>
                <a:lnTo>
                  <a:pt x="27241" y="0"/>
                </a:lnTo>
                <a:lnTo>
                  <a:pt x="27241" y="73073"/>
                </a:lnTo>
                <a:cubicBezTo>
                  <a:pt x="27241" y="84669"/>
                  <a:pt x="27579" y="92185"/>
                  <a:pt x="28254" y="95621"/>
                </a:cubicBezTo>
                <a:cubicBezTo>
                  <a:pt x="29419" y="101143"/>
                  <a:pt x="32196" y="105576"/>
                  <a:pt x="36583" y="108919"/>
                </a:cubicBezTo>
                <a:cubicBezTo>
                  <a:pt x="40969" y="112263"/>
                  <a:pt x="46967" y="113935"/>
                  <a:pt x="54575" y="113935"/>
                </a:cubicBezTo>
                <a:cubicBezTo>
                  <a:pt x="62305" y="113935"/>
                  <a:pt x="68134" y="112355"/>
                  <a:pt x="72061" y="109196"/>
                </a:cubicBezTo>
                <a:cubicBezTo>
                  <a:pt x="75987" y="106036"/>
                  <a:pt x="78350" y="102155"/>
                  <a:pt x="79147" y="97554"/>
                </a:cubicBezTo>
                <a:cubicBezTo>
                  <a:pt x="79945" y="92952"/>
                  <a:pt x="80344" y="85313"/>
                  <a:pt x="80344" y="74638"/>
                </a:cubicBezTo>
                <a:lnTo>
                  <a:pt x="80344" y="0"/>
                </a:lnTo>
                <a:lnTo>
                  <a:pt x="107585" y="0"/>
                </a:lnTo>
                <a:lnTo>
                  <a:pt x="107585" y="70864"/>
                </a:lnTo>
                <a:cubicBezTo>
                  <a:pt x="107585" y="87062"/>
                  <a:pt x="106849" y="98505"/>
                  <a:pt x="105376" y="105192"/>
                </a:cubicBezTo>
                <a:cubicBezTo>
                  <a:pt x="103904" y="111880"/>
                  <a:pt x="101189" y="117524"/>
                  <a:pt x="97231" y="122126"/>
                </a:cubicBezTo>
                <a:cubicBezTo>
                  <a:pt x="93274" y="126728"/>
                  <a:pt x="87982" y="130393"/>
                  <a:pt x="81356" y="133124"/>
                </a:cubicBezTo>
                <a:cubicBezTo>
                  <a:pt x="74730" y="135854"/>
                  <a:pt x="66079" y="137219"/>
                  <a:pt x="55403" y="137219"/>
                </a:cubicBezTo>
                <a:cubicBezTo>
                  <a:pt x="42519" y="137219"/>
                  <a:pt x="32748" y="135731"/>
                  <a:pt x="26091" y="132756"/>
                </a:cubicBezTo>
                <a:cubicBezTo>
                  <a:pt x="19434" y="129780"/>
                  <a:pt x="14173" y="125915"/>
                  <a:pt x="10308" y="121160"/>
                </a:cubicBezTo>
                <a:cubicBezTo>
                  <a:pt x="6442" y="116405"/>
                  <a:pt x="3896" y="111420"/>
                  <a:pt x="2669" y="106204"/>
                </a:cubicBezTo>
                <a:cubicBezTo>
                  <a:pt x="890" y="98474"/>
                  <a:pt x="0" y="87062"/>
                  <a:pt x="0" y="71969"/>
                </a:cubicBezTo>
                <a:lnTo>
                  <a:pt x="0" y="0"/>
                </a:lnTo>
                <a:close/>
                <a:moveTo>
                  <a:pt x="136851" y="134918"/>
                </a:moveTo>
                <a:lnTo>
                  <a:pt x="136851" y="0"/>
                </a:lnTo>
                <a:lnTo>
                  <a:pt x="236890" y="0"/>
                </a:lnTo>
                <a:lnTo>
                  <a:pt x="236890" y="22824"/>
                </a:lnTo>
                <a:lnTo>
                  <a:pt x="164093" y="22824"/>
                </a:lnTo>
                <a:lnTo>
                  <a:pt x="164093" y="52734"/>
                </a:lnTo>
                <a:lnTo>
                  <a:pt x="231828" y="52734"/>
                </a:lnTo>
                <a:lnTo>
                  <a:pt x="231828" y="75466"/>
                </a:lnTo>
                <a:lnTo>
                  <a:pt x="164093" y="75466"/>
                </a:lnTo>
                <a:lnTo>
                  <a:pt x="164093" y="112187"/>
                </a:lnTo>
                <a:lnTo>
                  <a:pt x="239466" y="112187"/>
                </a:lnTo>
                <a:lnTo>
                  <a:pt x="239466" y="134918"/>
                </a:lnTo>
                <a:lnTo>
                  <a:pt x="136851" y="1349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743C2-8770-4D7D-8AA5-BCB75F32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284" y="2828399"/>
            <a:ext cx="647903" cy="288611"/>
          </a:xfrm>
          <a:custGeom xmlns:a="http://schemas.openxmlformats.org/drawingml/2006/main">
            <a:pathLst>
              <a:path w="647903" h="288611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9799" y="0"/>
                </a:lnTo>
                <a:cubicBezTo>
                  <a:pt x="626365" y="0"/>
                  <a:pt x="647903" y="21537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5" y="288611"/>
                  <a:pt x="599799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3B890-CF03-4E09-9C06-31BDB79C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284" y="2828399"/>
            <a:ext cx="647903" cy="288611"/>
          </a:xfrm>
          <a:custGeom xmlns:a="http://schemas.openxmlformats.org/drawingml/2006/main">
            <a:pathLst>
              <a:path w="647903" h="288611" fill="none">
                <a:moveTo>
                  <a:pt x="0" y="48103"/>
                </a:moveTo>
                <a:cubicBezTo>
                  <a:pt x="0" y="21537"/>
                  <a:pt x="21536" y="0"/>
                  <a:pt x="48103" y="0"/>
                </a:cubicBezTo>
                <a:lnTo>
                  <a:pt x="599800" y="0"/>
                </a:lnTo>
                <a:cubicBezTo>
                  <a:pt x="626366" y="0"/>
                  <a:pt x="647903" y="21537"/>
                  <a:pt x="647903" y="48103"/>
                </a:cubicBezTo>
                <a:lnTo>
                  <a:pt x="647903" y="240508"/>
                </a:lnTo>
                <a:cubicBezTo>
                  <a:pt x="647903" y="267075"/>
                  <a:pt x="626366" y="288611"/>
                  <a:pt x="599800" y="288611"/>
                </a:cubicBezTo>
                <a:lnTo>
                  <a:pt x="48103" y="288611"/>
                </a:lnTo>
                <a:cubicBezTo>
                  <a:pt x="21536" y="288611"/>
                  <a:pt x="0" y="267075"/>
                  <a:pt x="0" y="240508"/>
                </a:cubicBezTo>
                <a:lnTo>
                  <a:pt x="0" y="481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498" cap="flat">
            <a:solidFill>
              <a:srgbClr val="172C51"/>
            </a:solidFill>
            <a:miter/>
          </a:ln>
        </p:spPr>
      </p:sp>
      <p:sp>
        <p:nvSpPr>
          <p:cNvPr id="236" name="Text SNO">
            <a:extLst xmlns:a="http://schemas.openxmlformats.org/drawingml/2006/main">
              <a:ext uri="{FF2B5EF4-FFF2-40B4-BE49-F238E27FC236}">
                <a16:creationId xmlns:a16="http://schemas.microsoft.com/office/drawing/2014/main" id="{9534DE77-27F5-4F35-86E6-8F6A43E9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31" y="2901994"/>
            <a:ext cx="395520" cy="139612"/>
          </a:xfrm>
          <a:custGeom xmlns:a="http://schemas.openxmlformats.org/drawingml/2006/main">
            <a:pathLst>
              <a:path w="395520" h="139612">
                <a:moveTo>
                  <a:pt x="0" y="93320"/>
                </a:moveTo>
                <a:lnTo>
                  <a:pt x="26505" y="90743"/>
                </a:lnTo>
                <a:cubicBezTo>
                  <a:pt x="28100" y="99640"/>
                  <a:pt x="31337" y="106174"/>
                  <a:pt x="36214" y="110346"/>
                </a:cubicBezTo>
                <a:cubicBezTo>
                  <a:pt x="41092" y="114518"/>
                  <a:pt x="47672" y="116604"/>
                  <a:pt x="55955" y="116604"/>
                </a:cubicBezTo>
                <a:cubicBezTo>
                  <a:pt x="64729" y="116604"/>
                  <a:pt x="71340" y="114748"/>
                  <a:pt x="75788" y="111036"/>
                </a:cubicBezTo>
                <a:cubicBezTo>
                  <a:pt x="80236" y="107324"/>
                  <a:pt x="82460" y="102983"/>
                  <a:pt x="82460" y="98014"/>
                </a:cubicBezTo>
                <a:cubicBezTo>
                  <a:pt x="82460" y="94823"/>
                  <a:pt x="81525" y="92108"/>
                  <a:pt x="79653" y="89869"/>
                </a:cubicBezTo>
                <a:cubicBezTo>
                  <a:pt x="77782" y="87629"/>
                  <a:pt x="74515" y="85681"/>
                  <a:pt x="69852" y="84025"/>
                </a:cubicBezTo>
                <a:cubicBezTo>
                  <a:pt x="66662" y="82921"/>
                  <a:pt x="59391" y="80957"/>
                  <a:pt x="48041" y="78135"/>
                </a:cubicBezTo>
                <a:cubicBezTo>
                  <a:pt x="33438" y="74515"/>
                  <a:pt x="23192" y="70067"/>
                  <a:pt x="17302" y="64790"/>
                </a:cubicBezTo>
                <a:cubicBezTo>
                  <a:pt x="9019" y="57366"/>
                  <a:pt x="4878" y="48317"/>
                  <a:pt x="4878" y="37641"/>
                </a:cubicBezTo>
                <a:cubicBezTo>
                  <a:pt x="4878" y="30769"/>
                  <a:pt x="6826" y="24342"/>
                  <a:pt x="10722" y="18360"/>
                </a:cubicBezTo>
                <a:cubicBezTo>
                  <a:pt x="14618" y="12378"/>
                  <a:pt x="20232" y="7823"/>
                  <a:pt x="27563" y="4694"/>
                </a:cubicBezTo>
                <a:cubicBezTo>
                  <a:pt x="34895" y="1565"/>
                  <a:pt x="43746" y="0"/>
                  <a:pt x="54115" y="0"/>
                </a:cubicBezTo>
                <a:cubicBezTo>
                  <a:pt x="71048" y="0"/>
                  <a:pt x="83795" y="3712"/>
                  <a:pt x="92354" y="11136"/>
                </a:cubicBezTo>
                <a:cubicBezTo>
                  <a:pt x="100913" y="18560"/>
                  <a:pt x="105407" y="28468"/>
                  <a:pt x="105836" y="40862"/>
                </a:cubicBezTo>
                <a:lnTo>
                  <a:pt x="78595" y="42058"/>
                </a:lnTo>
                <a:cubicBezTo>
                  <a:pt x="77429" y="35125"/>
                  <a:pt x="74929" y="30140"/>
                  <a:pt x="71094" y="27103"/>
                </a:cubicBezTo>
                <a:cubicBezTo>
                  <a:pt x="67260" y="24066"/>
                  <a:pt x="61508" y="22548"/>
                  <a:pt x="53839" y="22548"/>
                </a:cubicBezTo>
                <a:cubicBezTo>
                  <a:pt x="45924" y="22548"/>
                  <a:pt x="39727" y="24174"/>
                  <a:pt x="35248" y="27425"/>
                </a:cubicBezTo>
                <a:cubicBezTo>
                  <a:pt x="32364" y="29511"/>
                  <a:pt x="30923" y="32303"/>
                  <a:pt x="30923" y="35800"/>
                </a:cubicBezTo>
                <a:cubicBezTo>
                  <a:pt x="30923" y="38991"/>
                  <a:pt x="32272" y="41721"/>
                  <a:pt x="34972" y="43991"/>
                </a:cubicBezTo>
                <a:cubicBezTo>
                  <a:pt x="38408" y="46875"/>
                  <a:pt x="46752" y="49881"/>
                  <a:pt x="60005" y="53010"/>
                </a:cubicBezTo>
                <a:cubicBezTo>
                  <a:pt x="73257" y="56139"/>
                  <a:pt x="83059" y="59376"/>
                  <a:pt x="89409" y="62720"/>
                </a:cubicBezTo>
                <a:cubicBezTo>
                  <a:pt x="95759" y="66063"/>
                  <a:pt x="100729" y="70634"/>
                  <a:pt x="104318" y="76432"/>
                </a:cubicBezTo>
                <a:cubicBezTo>
                  <a:pt x="107907" y="82230"/>
                  <a:pt x="109702" y="89393"/>
                  <a:pt x="109702" y="97922"/>
                </a:cubicBezTo>
                <a:cubicBezTo>
                  <a:pt x="109702" y="105652"/>
                  <a:pt x="107554" y="112892"/>
                  <a:pt x="103259" y="119641"/>
                </a:cubicBezTo>
                <a:cubicBezTo>
                  <a:pt x="98965" y="126390"/>
                  <a:pt x="92891" y="131406"/>
                  <a:pt x="85037" y="134688"/>
                </a:cubicBezTo>
                <a:cubicBezTo>
                  <a:pt x="77184" y="137971"/>
                  <a:pt x="67398" y="139612"/>
                  <a:pt x="55679" y="139612"/>
                </a:cubicBezTo>
                <a:cubicBezTo>
                  <a:pt x="38623" y="139612"/>
                  <a:pt x="25523" y="135670"/>
                  <a:pt x="16382" y="127786"/>
                </a:cubicBezTo>
                <a:cubicBezTo>
                  <a:pt x="7240" y="119902"/>
                  <a:pt x="1779" y="108413"/>
                  <a:pt x="0" y="93320"/>
                </a:cubicBezTo>
                <a:close/>
                <a:moveTo>
                  <a:pt x="133725" y="137219"/>
                </a:moveTo>
                <a:lnTo>
                  <a:pt x="133725" y="2301"/>
                </a:lnTo>
                <a:lnTo>
                  <a:pt x="160230" y="2301"/>
                </a:lnTo>
                <a:lnTo>
                  <a:pt x="215449" y="92400"/>
                </a:lnTo>
                <a:lnTo>
                  <a:pt x="215449" y="2301"/>
                </a:lnTo>
                <a:lnTo>
                  <a:pt x="240758" y="2301"/>
                </a:lnTo>
                <a:lnTo>
                  <a:pt x="240758" y="137219"/>
                </a:lnTo>
                <a:lnTo>
                  <a:pt x="213425" y="137219"/>
                </a:lnTo>
                <a:lnTo>
                  <a:pt x="159034" y="49237"/>
                </a:lnTo>
                <a:lnTo>
                  <a:pt x="159034" y="137219"/>
                </a:lnTo>
                <a:lnTo>
                  <a:pt x="133725" y="137219"/>
                </a:lnTo>
                <a:close/>
                <a:moveTo>
                  <a:pt x="264651" y="70588"/>
                </a:moveTo>
                <a:cubicBezTo>
                  <a:pt x="264651" y="56845"/>
                  <a:pt x="266706" y="45310"/>
                  <a:pt x="270817" y="35984"/>
                </a:cubicBezTo>
                <a:cubicBezTo>
                  <a:pt x="273884" y="29113"/>
                  <a:pt x="278072" y="22947"/>
                  <a:pt x="283379" y="17486"/>
                </a:cubicBezTo>
                <a:cubicBezTo>
                  <a:pt x="288686" y="12025"/>
                  <a:pt x="294499" y="7976"/>
                  <a:pt x="300819" y="5338"/>
                </a:cubicBezTo>
                <a:cubicBezTo>
                  <a:pt x="309225" y="1779"/>
                  <a:pt x="318919" y="0"/>
                  <a:pt x="329901" y="0"/>
                </a:cubicBezTo>
                <a:cubicBezTo>
                  <a:pt x="349780" y="0"/>
                  <a:pt x="365686" y="6166"/>
                  <a:pt x="377619" y="18498"/>
                </a:cubicBezTo>
                <a:cubicBezTo>
                  <a:pt x="389553" y="30831"/>
                  <a:pt x="395520" y="47979"/>
                  <a:pt x="395520" y="69944"/>
                </a:cubicBezTo>
                <a:cubicBezTo>
                  <a:pt x="395520" y="91725"/>
                  <a:pt x="389599" y="108766"/>
                  <a:pt x="377757" y="121068"/>
                </a:cubicBezTo>
                <a:cubicBezTo>
                  <a:pt x="365916" y="133369"/>
                  <a:pt x="350087" y="139520"/>
                  <a:pt x="330269" y="139520"/>
                </a:cubicBezTo>
                <a:cubicBezTo>
                  <a:pt x="310206" y="139520"/>
                  <a:pt x="294254" y="133400"/>
                  <a:pt x="282413" y="121160"/>
                </a:cubicBezTo>
                <a:cubicBezTo>
                  <a:pt x="270571" y="108919"/>
                  <a:pt x="264651" y="92062"/>
                  <a:pt x="264651" y="70588"/>
                </a:cubicBezTo>
                <a:moveTo>
                  <a:pt x="292720" y="69668"/>
                </a:moveTo>
                <a:cubicBezTo>
                  <a:pt x="292720" y="84945"/>
                  <a:pt x="296248" y="96526"/>
                  <a:pt x="303304" y="104410"/>
                </a:cubicBezTo>
                <a:cubicBezTo>
                  <a:pt x="310360" y="112294"/>
                  <a:pt x="319317" y="116236"/>
                  <a:pt x="330177" y="116236"/>
                </a:cubicBezTo>
                <a:cubicBezTo>
                  <a:pt x="341037" y="116236"/>
                  <a:pt x="349949" y="112325"/>
                  <a:pt x="356912" y="104502"/>
                </a:cubicBezTo>
                <a:cubicBezTo>
                  <a:pt x="363876" y="96679"/>
                  <a:pt x="367358" y="84945"/>
                  <a:pt x="367358" y="69300"/>
                </a:cubicBezTo>
                <a:cubicBezTo>
                  <a:pt x="367358" y="53839"/>
                  <a:pt x="363968" y="42304"/>
                  <a:pt x="357188" y="34696"/>
                </a:cubicBezTo>
                <a:cubicBezTo>
                  <a:pt x="350409" y="27088"/>
                  <a:pt x="341405" y="23284"/>
                  <a:pt x="330177" y="23284"/>
                </a:cubicBezTo>
                <a:cubicBezTo>
                  <a:pt x="318949" y="23284"/>
                  <a:pt x="309899" y="27134"/>
                  <a:pt x="303028" y="34834"/>
                </a:cubicBezTo>
                <a:cubicBezTo>
                  <a:pt x="296156" y="42534"/>
                  <a:pt x="292720" y="54145"/>
                  <a:pt x="292720" y="696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①Step1">
            <a:extLst xmlns:a="http://schemas.openxmlformats.org/drawingml/2006/main">
              <a:ext uri="{FF2B5EF4-FFF2-40B4-BE49-F238E27FC236}">
                <a16:creationId xmlns:a16="http://schemas.microsoft.com/office/drawing/2014/main" id="{3C900972-0726-449B-8FD4-F46E8A1D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2114038"/>
            <a:ext cx="553397" cy="162213"/>
          </a:xfrm>
          <a:custGeom xmlns:a="http://schemas.openxmlformats.org/drawingml/2006/main">
            <a:pathLst>
              <a:path w="553397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77587" y="136746"/>
                </a:moveTo>
                <a:lnTo>
                  <a:pt x="77587" y="51824"/>
                </a:lnTo>
                <a:lnTo>
                  <a:pt x="48166" y="51824"/>
                </a:lnTo>
                <a:lnTo>
                  <a:pt x="48166" y="45017"/>
                </a:lnTo>
                <a:cubicBezTo>
                  <a:pt x="59396" y="44490"/>
                  <a:pt x="66884" y="42696"/>
                  <a:pt x="70627" y="39636"/>
                </a:cubicBezTo>
                <a:cubicBezTo>
                  <a:pt x="75267" y="36417"/>
                  <a:pt x="78299" y="30692"/>
                  <a:pt x="79722" y="22461"/>
                </a:cubicBezTo>
                <a:lnTo>
                  <a:pt x="87948" y="22461"/>
                </a:lnTo>
                <a:lnTo>
                  <a:pt x="87948" y="136746"/>
                </a:lnTo>
                <a:lnTo>
                  <a:pt x="77587" y="136746"/>
                </a:ln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553397" y="130023"/>
                </a:moveTo>
                <a:lnTo>
                  <a:pt x="539161" y="130023"/>
                </a:lnTo>
                <a:lnTo>
                  <a:pt x="539161" y="39308"/>
                </a:lnTo>
                <a:cubicBezTo>
                  <a:pt x="535734" y="42577"/>
                  <a:pt x="531239" y="45846"/>
                  <a:pt x="525677" y="49115"/>
                </a:cubicBezTo>
                <a:cubicBezTo>
                  <a:pt x="520114" y="52384"/>
                  <a:pt x="515118" y="54836"/>
                  <a:pt x="510689" y="56470"/>
                </a:cubicBezTo>
                <a:lnTo>
                  <a:pt x="510689" y="42708"/>
                </a:lnTo>
                <a:cubicBezTo>
                  <a:pt x="518651" y="38965"/>
                  <a:pt x="525611" y="34430"/>
                  <a:pt x="531569" y="29105"/>
                </a:cubicBezTo>
                <a:cubicBezTo>
                  <a:pt x="537527" y="23780"/>
                  <a:pt x="541745" y="18612"/>
                  <a:pt x="544223" y="13603"/>
                </a:cubicBezTo>
                <a:lnTo>
                  <a:pt x="553397" y="13603"/>
                </a:lnTo>
                <a:lnTo>
                  <a:pt x="553397" y="1300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②Step2">
            <a:extLst xmlns:a="http://schemas.openxmlformats.org/drawingml/2006/main">
              <a:ext uri="{FF2B5EF4-FFF2-40B4-BE49-F238E27FC236}">
                <a16:creationId xmlns:a16="http://schemas.microsoft.com/office/drawing/2014/main" id="{1EBB504A-79A0-45A6-AED6-8640ED3E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2485109"/>
            <a:ext cx="574594" cy="162213"/>
          </a:xfrm>
          <a:custGeom xmlns:a="http://schemas.openxmlformats.org/drawingml/2006/main">
            <a:pathLst>
              <a:path w="574594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56233" y="59950"/>
                </a:moveTo>
                <a:lnTo>
                  <a:pt x="45239" y="59950"/>
                </a:lnTo>
                <a:cubicBezTo>
                  <a:pt x="46399" y="36223"/>
                  <a:pt x="58764" y="23753"/>
                  <a:pt x="82332" y="22541"/>
                </a:cubicBezTo>
                <a:cubicBezTo>
                  <a:pt x="104583" y="23437"/>
                  <a:pt x="116288" y="33974"/>
                  <a:pt x="117448" y="54152"/>
                </a:cubicBezTo>
                <a:cubicBezTo>
                  <a:pt x="118239" y="70327"/>
                  <a:pt x="106797" y="84132"/>
                  <a:pt x="83123" y="95565"/>
                </a:cubicBezTo>
                <a:cubicBezTo>
                  <a:pt x="75794" y="99674"/>
                  <a:pt x="70653" y="102809"/>
                  <a:pt x="67701" y="104969"/>
                </a:cubicBezTo>
                <a:cubicBezTo>
                  <a:pt x="57894" y="111977"/>
                  <a:pt x="52937" y="119643"/>
                  <a:pt x="52832" y="127967"/>
                </a:cubicBezTo>
                <a:lnTo>
                  <a:pt x="116499" y="127967"/>
                </a:lnTo>
                <a:lnTo>
                  <a:pt x="116499" y="136667"/>
                </a:lnTo>
                <a:lnTo>
                  <a:pt x="41838" y="136667"/>
                </a:lnTo>
                <a:cubicBezTo>
                  <a:pt x="41733" y="124706"/>
                  <a:pt x="44686" y="115433"/>
                  <a:pt x="50696" y="108847"/>
                </a:cubicBezTo>
                <a:cubicBezTo>
                  <a:pt x="57287" y="101314"/>
                  <a:pt x="67569" y="93385"/>
                  <a:pt x="81541" y="85061"/>
                </a:cubicBezTo>
                <a:cubicBezTo>
                  <a:pt x="98888" y="76210"/>
                  <a:pt x="107087" y="66120"/>
                  <a:pt x="106138" y="54792"/>
                </a:cubicBezTo>
                <a:cubicBezTo>
                  <a:pt x="105347" y="39987"/>
                  <a:pt x="96964" y="32163"/>
                  <a:pt x="80988" y="31320"/>
                </a:cubicBezTo>
                <a:cubicBezTo>
                  <a:pt x="65223" y="32849"/>
                  <a:pt x="56971" y="42392"/>
                  <a:pt x="56233" y="59950"/>
                </a:cubicBez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574594" y="116341"/>
                </a:moveTo>
                <a:lnTo>
                  <a:pt x="574594" y="130023"/>
                </a:lnTo>
                <a:lnTo>
                  <a:pt x="497956" y="130023"/>
                </a:lnTo>
                <a:cubicBezTo>
                  <a:pt x="497850" y="126596"/>
                  <a:pt x="498404" y="123301"/>
                  <a:pt x="499617" y="120137"/>
                </a:cubicBezTo>
                <a:cubicBezTo>
                  <a:pt x="501567" y="114917"/>
                  <a:pt x="504691" y="109776"/>
                  <a:pt x="508989" y="104715"/>
                </a:cubicBezTo>
                <a:cubicBezTo>
                  <a:pt x="513286" y="99653"/>
                  <a:pt x="519494" y="93800"/>
                  <a:pt x="527614" y="87157"/>
                </a:cubicBezTo>
                <a:cubicBezTo>
                  <a:pt x="540216" y="76822"/>
                  <a:pt x="548731" y="68637"/>
                  <a:pt x="553160" y="62599"/>
                </a:cubicBezTo>
                <a:cubicBezTo>
                  <a:pt x="557589" y="56562"/>
                  <a:pt x="559804" y="50855"/>
                  <a:pt x="559804" y="45477"/>
                </a:cubicBezTo>
                <a:cubicBezTo>
                  <a:pt x="559804" y="39835"/>
                  <a:pt x="557787" y="35076"/>
                  <a:pt x="553753" y="31201"/>
                </a:cubicBezTo>
                <a:cubicBezTo>
                  <a:pt x="549720" y="27325"/>
                  <a:pt x="544460" y="25388"/>
                  <a:pt x="537975" y="25388"/>
                </a:cubicBezTo>
                <a:cubicBezTo>
                  <a:pt x="531121" y="25388"/>
                  <a:pt x="525637" y="27444"/>
                  <a:pt x="521524" y="31557"/>
                </a:cubicBezTo>
                <a:cubicBezTo>
                  <a:pt x="517412" y="35669"/>
                  <a:pt x="515329" y="41364"/>
                  <a:pt x="515276" y="48640"/>
                </a:cubicBezTo>
                <a:lnTo>
                  <a:pt x="500645" y="47137"/>
                </a:lnTo>
                <a:cubicBezTo>
                  <a:pt x="501646" y="36223"/>
                  <a:pt x="505416" y="27905"/>
                  <a:pt x="511954" y="22185"/>
                </a:cubicBezTo>
                <a:cubicBezTo>
                  <a:pt x="518493" y="16464"/>
                  <a:pt x="527272" y="13603"/>
                  <a:pt x="538291" y="13603"/>
                </a:cubicBezTo>
                <a:cubicBezTo>
                  <a:pt x="549417" y="13603"/>
                  <a:pt x="558222" y="16688"/>
                  <a:pt x="564707" y="22857"/>
                </a:cubicBezTo>
                <a:cubicBezTo>
                  <a:pt x="571193" y="29026"/>
                  <a:pt x="574435" y="36671"/>
                  <a:pt x="574435" y="45793"/>
                </a:cubicBezTo>
                <a:cubicBezTo>
                  <a:pt x="574435" y="50433"/>
                  <a:pt x="573486" y="54994"/>
                  <a:pt x="571588" y="59475"/>
                </a:cubicBezTo>
                <a:cubicBezTo>
                  <a:pt x="569690" y="63957"/>
                  <a:pt x="566540" y="68676"/>
                  <a:pt x="562137" y="73632"/>
                </a:cubicBezTo>
                <a:cubicBezTo>
                  <a:pt x="557734" y="78589"/>
                  <a:pt x="550418" y="85390"/>
                  <a:pt x="540190" y="94038"/>
                </a:cubicBezTo>
                <a:cubicBezTo>
                  <a:pt x="531648" y="101208"/>
                  <a:pt x="526164" y="106072"/>
                  <a:pt x="523739" y="108630"/>
                </a:cubicBezTo>
                <a:cubicBezTo>
                  <a:pt x="521313" y="111187"/>
                  <a:pt x="519310" y="113757"/>
                  <a:pt x="517728" y="116341"/>
                </a:cubicBezTo>
                <a:lnTo>
                  <a:pt x="574594" y="1163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③Step3">
            <a:extLst xmlns:a="http://schemas.openxmlformats.org/drawingml/2006/main">
              <a:ext uri="{FF2B5EF4-FFF2-40B4-BE49-F238E27FC236}">
                <a16:creationId xmlns:a16="http://schemas.microsoft.com/office/drawing/2014/main" id="{EDDB4A4B-7B2F-42F9-BFC7-693C92A3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2894465"/>
            <a:ext cx="575780" cy="162213"/>
          </a:xfrm>
          <a:custGeom xmlns:a="http://schemas.openxmlformats.org/drawingml/2006/main">
            <a:pathLst>
              <a:path w="575780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71339" y="80592"/>
                </a:moveTo>
                <a:lnTo>
                  <a:pt x="71339" y="72130"/>
                </a:lnTo>
                <a:cubicBezTo>
                  <a:pt x="93431" y="72657"/>
                  <a:pt x="104319" y="65381"/>
                  <a:pt x="104003" y="50301"/>
                </a:cubicBezTo>
                <a:cubicBezTo>
                  <a:pt x="103581" y="37436"/>
                  <a:pt x="95488" y="30740"/>
                  <a:pt x="79722" y="30212"/>
                </a:cubicBezTo>
                <a:cubicBezTo>
                  <a:pt x="64379" y="31161"/>
                  <a:pt x="56233" y="39308"/>
                  <a:pt x="55284" y="54651"/>
                </a:cubicBezTo>
                <a:lnTo>
                  <a:pt x="44923" y="54651"/>
                </a:lnTo>
                <a:cubicBezTo>
                  <a:pt x="44817" y="44369"/>
                  <a:pt x="48482" y="35828"/>
                  <a:pt x="55916" y="29026"/>
                </a:cubicBezTo>
                <a:cubicBezTo>
                  <a:pt x="61505" y="23753"/>
                  <a:pt x="70153" y="21222"/>
                  <a:pt x="81858" y="21433"/>
                </a:cubicBezTo>
                <a:cubicBezTo>
                  <a:pt x="102896" y="22171"/>
                  <a:pt x="113731" y="31557"/>
                  <a:pt x="114364" y="49589"/>
                </a:cubicBezTo>
                <a:cubicBezTo>
                  <a:pt x="114258" y="61927"/>
                  <a:pt x="108854" y="70416"/>
                  <a:pt x="98150" y="75056"/>
                </a:cubicBezTo>
                <a:cubicBezTo>
                  <a:pt x="111543" y="79380"/>
                  <a:pt x="118292" y="88765"/>
                  <a:pt x="118397" y="103212"/>
                </a:cubicBezTo>
                <a:cubicBezTo>
                  <a:pt x="117026" y="124724"/>
                  <a:pt x="104794" y="136298"/>
                  <a:pt x="81700" y="137932"/>
                </a:cubicBezTo>
                <a:cubicBezTo>
                  <a:pt x="55758" y="138987"/>
                  <a:pt x="42208" y="127203"/>
                  <a:pt x="41048" y="102579"/>
                </a:cubicBezTo>
                <a:lnTo>
                  <a:pt x="51408" y="102579"/>
                </a:lnTo>
                <a:cubicBezTo>
                  <a:pt x="51936" y="119663"/>
                  <a:pt x="61374" y="128521"/>
                  <a:pt x="79722" y="129153"/>
                </a:cubicBezTo>
                <a:cubicBezTo>
                  <a:pt x="97438" y="127624"/>
                  <a:pt x="106877" y="119030"/>
                  <a:pt x="108037" y="103370"/>
                </a:cubicBezTo>
                <a:cubicBezTo>
                  <a:pt x="107246" y="88080"/>
                  <a:pt x="96806" y="80434"/>
                  <a:pt x="76717" y="80434"/>
                </a:cubicBezTo>
                <a:cubicBezTo>
                  <a:pt x="74872" y="80434"/>
                  <a:pt x="73079" y="80487"/>
                  <a:pt x="71339" y="80592"/>
                </a:cubicBez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499854" y="99416"/>
                </a:moveTo>
                <a:lnTo>
                  <a:pt x="514090" y="97518"/>
                </a:lnTo>
                <a:cubicBezTo>
                  <a:pt x="515724" y="105585"/>
                  <a:pt x="518506" y="111398"/>
                  <a:pt x="522434" y="114957"/>
                </a:cubicBezTo>
                <a:cubicBezTo>
                  <a:pt x="526362" y="118516"/>
                  <a:pt x="531147" y="120295"/>
                  <a:pt x="536789" y="120295"/>
                </a:cubicBezTo>
                <a:cubicBezTo>
                  <a:pt x="543485" y="120295"/>
                  <a:pt x="549140" y="117975"/>
                  <a:pt x="553753" y="113336"/>
                </a:cubicBezTo>
                <a:cubicBezTo>
                  <a:pt x="558367" y="108696"/>
                  <a:pt x="560674" y="102948"/>
                  <a:pt x="560674" y="96094"/>
                </a:cubicBezTo>
                <a:cubicBezTo>
                  <a:pt x="560674" y="89556"/>
                  <a:pt x="558538" y="84165"/>
                  <a:pt x="554267" y="79920"/>
                </a:cubicBezTo>
                <a:cubicBezTo>
                  <a:pt x="549997" y="75676"/>
                  <a:pt x="544566" y="73553"/>
                  <a:pt x="537975" y="73553"/>
                </a:cubicBezTo>
                <a:cubicBezTo>
                  <a:pt x="535286" y="73553"/>
                  <a:pt x="531938" y="74081"/>
                  <a:pt x="527931" y="75135"/>
                </a:cubicBezTo>
                <a:lnTo>
                  <a:pt x="529512" y="62639"/>
                </a:lnTo>
                <a:cubicBezTo>
                  <a:pt x="530461" y="62744"/>
                  <a:pt x="531226" y="62797"/>
                  <a:pt x="531806" y="62797"/>
                </a:cubicBezTo>
                <a:cubicBezTo>
                  <a:pt x="537870" y="62797"/>
                  <a:pt x="543327" y="61215"/>
                  <a:pt x="548178" y="58052"/>
                </a:cubicBezTo>
                <a:cubicBezTo>
                  <a:pt x="553028" y="54888"/>
                  <a:pt x="555454" y="50011"/>
                  <a:pt x="555454" y="43420"/>
                </a:cubicBezTo>
                <a:cubicBezTo>
                  <a:pt x="555454" y="38200"/>
                  <a:pt x="553687" y="33877"/>
                  <a:pt x="550155" y="30450"/>
                </a:cubicBezTo>
                <a:cubicBezTo>
                  <a:pt x="546622" y="27022"/>
                  <a:pt x="542061" y="25309"/>
                  <a:pt x="536472" y="25309"/>
                </a:cubicBezTo>
                <a:cubicBezTo>
                  <a:pt x="530936" y="25309"/>
                  <a:pt x="526322" y="27049"/>
                  <a:pt x="522632" y="30529"/>
                </a:cubicBezTo>
                <a:cubicBezTo>
                  <a:pt x="518941" y="34009"/>
                  <a:pt x="516568" y="39228"/>
                  <a:pt x="515514" y="46188"/>
                </a:cubicBezTo>
                <a:lnTo>
                  <a:pt x="501277" y="43658"/>
                </a:lnTo>
                <a:cubicBezTo>
                  <a:pt x="503017" y="34114"/>
                  <a:pt x="506972" y="26719"/>
                  <a:pt x="513141" y="21473"/>
                </a:cubicBezTo>
                <a:cubicBezTo>
                  <a:pt x="519310" y="16227"/>
                  <a:pt x="526982" y="13603"/>
                  <a:pt x="536156" y="13603"/>
                </a:cubicBezTo>
                <a:cubicBezTo>
                  <a:pt x="542483" y="13603"/>
                  <a:pt x="548309" y="14961"/>
                  <a:pt x="553635" y="17677"/>
                </a:cubicBezTo>
                <a:cubicBezTo>
                  <a:pt x="558960" y="20392"/>
                  <a:pt x="563033" y="24096"/>
                  <a:pt x="565854" y="28789"/>
                </a:cubicBezTo>
                <a:cubicBezTo>
                  <a:pt x="568675" y="33481"/>
                  <a:pt x="570085" y="38464"/>
                  <a:pt x="570085" y="43737"/>
                </a:cubicBezTo>
                <a:cubicBezTo>
                  <a:pt x="570085" y="48746"/>
                  <a:pt x="568741" y="53306"/>
                  <a:pt x="566052" y="57419"/>
                </a:cubicBezTo>
                <a:cubicBezTo>
                  <a:pt x="563363" y="61532"/>
                  <a:pt x="559382" y="64801"/>
                  <a:pt x="554109" y="67226"/>
                </a:cubicBezTo>
                <a:cubicBezTo>
                  <a:pt x="560964" y="68808"/>
                  <a:pt x="566289" y="72090"/>
                  <a:pt x="570085" y="77073"/>
                </a:cubicBezTo>
                <a:cubicBezTo>
                  <a:pt x="573882" y="82056"/>
                  <a:pt x="575780" y="88290"/>
                  <a:pt x="575780" y="95778"/>
                </a:cubicBezTo>
                <a:cubicBezTo>
                  <a:pt x="575780" y="105901"/>
                  <a:pt x="572089" y="114482"/>
                  <a:pt x="564707" y="121521"/>
                </a:cubicBezTo>
                <a:cubicBezTo>
                  <a:pt x="557326" y="128560"/>
                  <a:pt x="547993" y="132080"/>
                  <a:pt x="536710" y="132080"/>
                </a:cubicBezTo>
                <a:cubicBezTo>
                  <a:pt x="526533" y="132080"/>
                  <a:pt x="518084" y="129048"/>
                  <a:pt x="511361" y="122984"/>
                </a:cubicBezTo>
                <a:cubicBezTo>
                  <a:pt x="504639" y="116921"/>
                  <a:pt x="500803" y="109065"/>
                  <a:pt x="499854" y="994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⑤Step5">
            <a:extLst xmlns:a="http://schemas.openxmlformats.org/drawingml/2006/main">
              <a:ext uri="{FF2B5EF4-FFF2-40B4-BE49-F238E27FC236}">
                <a16:creationId xmlns:a16="http://schemas.microsoft.com/office/drawing/2014/main" id="{AA32E9B3-2515-47CD-893F-39B15046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3695508"/>
            <a:ext cx="576650" cy="162213"/>
          </a:xfrm>
          <a:custGeom xmlns:a="http://schemas.openxmlformats.org/drawingml/2006/main">
            <a:pathLst>
              <a:path w="576650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41522" y="105427"/>
                </a:moveTo>
                <a:lnTo>
                  <a:pt x="51883" y="105427"/>
                </a:lnTo>
                <a:cubicBezTo>
                  <a:pt x="54361" y="120454"/>
                  <a:pt x="63746" y="128178"/>
                  <a:pt x="80039" y="128600"/>
                </a:cubicBezTo>
                <a:cubicBezTo>
                  <a:pt x="97122" y="127494"/>
                  <a:pt x="106244" y="117779"/>
                  <a:pt x="107404" y="99455"/>
                </a:cubicBezTo>
                <a:cubicBezTo>
                  <a:pt x="106455" y="81131"/>
                  <a:pt x="97017" y="71495"/>
                  <a:pt x="79090" y="70548"/>
                </a:cubicBezTo>
                <a:cubicBezTo>
                  <a:pt x="68597" y="70548"/>
                  <a:pt x="60319" y="74476"/>
                  <a:pt x="54256" y="82332"/>
                </a:cubicBezTo>
                <a:lnTo>
                  <a:pt x="45714" y="81225"/>
                </a:lnTo>
                <a:lnTo>
                  <a:pt x="54967" y="22066"/>
                </a:lnTo>
                <a:lnTo>
                  <a:pt x="111596" y="22066"/>
                </a:lnTo>
                <a:lnTo>
                  <a:pt x="111596" y="30845"/>
                </a:lnTo>
                <a:lnTo>
                  <a:pt x="63667" y="30845"/>
                </a:lnTo>
                <a:lnTo>
                  <a:pt x="56549" y="69203"/>
                </a:lnTo>
                <a:cubicBezTo>
                  <a:pt x="60978" y="66304"/>
                  <a:pt x="64946" y="64339"/>
                  <a:pt x="68452" y="63311"/>
                </a:cubicBezTo>
                <a:cubicBezTo>
                  <a:pt x="71958" y="62283"/>
                  <a:pt x="76374" y="61769"/>
                  <a:pt x="81700" y="61769"/>
                </a:cubicBezTo>
                <a:cubicBezTo>
                  <a:pt x="104688" y="63086"/>
                  <a:pt x="116710" y="75648"/>
                  <a:pt x="117765" y="99455"/>
                </a:cubicBezTo>
                <a:cubicBezTo>
                  <a:pt x="116394" y="122788"/>
                  <a:pt x="104372" y="135403"/>
                  <a:pt x="81700" y="137300"/>
                </a:cubicBezTo>
                <a:cubicBezTo>
                  <a:pt x="56602" y="137194"/>
                  <a:pt x="43209" y="126570"/>
                  <a:pt x="41522" y="105427"/>
                </a:cubicBez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499775" y="99653"/>
                </a:moveTo>
                <a:lnTo>
                  <a:pt x="514723" y="98388"/>
                </a:lnTo>
                <a:cubicBezTo>
                  <a:pt x="515830" y="105664"/>
                  <a:pt x="518400" y="111134"/>
                  <a:pt x="522434" y="114799"/>
                </a:cubicBezTo>
                <a:cubicBezTo>
                  <a:pt x="526467" y="118463"/>
                  <a:pt x="531331" y="120295"/>
                  <a:pt x="537026" y="120295"/>
                </a:cubicBezTo>
                <a:cubicBezTo>
                  <a:pt x="543880" y="120295"/>
                  <a:pt x="549680" y="117712"/>
                  <a:pt x="554426" y="112545"/>
                </a:cubicBezTo>
                <a:cubicBezTo>
                  <a:pt x="559171" y="107377"/>
                  <a:pt x="561544" y="100523"/>
                  <a:pt x="561544" y="91981"/>
                </a:cubicBezTo>
                <a:cubicBezTo>
                  <a:pt x="561544" y="83861"/>
                  <a:pt x="559263" y="77455"/>
                  <a:pt x="554702" y="72763"/>
                </a:cubicBezTo>
                <a:cubicBezTo>
                  <a:pt x="550142" y="68070"/>
                  <a:pt x="544170" y="65724"/>
                  <a:pt x="536789" y="65724"/>
                </a:cubicBezTo>
                <a:cubicBezTo>
                  <a:pt x="532201" y="65724"/>
                  <a:pt x="528062" y="66765"/>
                  <a:pt x="524372" y="68848"/>
                </a:cubicBezTo>
                <a:cubicBezTo>
                  <a:pt x="520681" y="70930"/>
                  <a:pt x="517781" y="73632"/>
                  <a:pt x="515672" y="76954"/>
                </a:cubicBezTo>
                <a:lnTo>
                  <a:pt x="502306" y="75214"/>
                </a:lnTo>
                <a:lnTo>
                  <a:pt x="513536" y="15660"/>
                </a:lnTo>
                <a:lnTo>
                  <a:pt x="571193" y="15660"/>
                </a:lnTo>
                <a:lnTo>
                  <a:pt x="571193" y="29263"/>
                </a:lnTo>
                <a:lnTo>
                  <a:pt x="524925" y="29263"/>
                </a:lnTo>
                <a:lnTo>
                  <a:pt x="518677" y="60425"/>
                </a:lnTo>
                <a:cubicBezTo>
                  <a:pt x="525637" y="55574"/>
                  <a:pt x="532940" y="53148"/>
                  <a:pt x="540585" y="53148"/>
                </a:cubicBezTo>
                <a:cubicBezTo>
                  <a:pt x="550708" y="53148"/>
                  <a:pt x="559250" y="56655"/>
                  <a:pt x="566210" y="63667"/>
                </a:cubicBezTo>
                <a:cubicBezTo>
                  <a:pt x="573170" y="70680"/>
                  <a:pt x="576650" y="79696"/>
                  <a:pt x="576650" y="90716"/>
                </a:cubicBezTo>
                <a:cubicBezTo>
                  <a:pt x="576650" y="101208"/>
                  <a:pt x="573592" y="110277"/>
                  <a:pt x="567475" y="117923"/>
                </a:cubicBezTo>
                <a:cubicBezTo>
                  <a:pt x="560041" y="127308"/>
                  <a:pt x="549891" y="132001"/>
                  <a:pt x="537026" y="132001"/>
                </a:cubicBezTo>
                <a:cubicBezTo>
                  <a:pt x="526481" y="132001"/>
                  <a:pt x="517873" y="129048"/>
                  <a:pt x="511203" y="123143"/>
                </a:cubicBezTo>
                <a:cubicBezTo>
                  <a:pt x="504533" y="117237"/>
                  <a:pt x="500724" y="109407"/>
                  <a:pt x="499775" y="996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④Step4">
            <a:extLst xmlns:a="http://schemas.openxmlformats.org/drawingml/2006/main">
              <a:ext uri="{FF2B5EF4-FFF2-40B4-BE49-F238E27FC236}">
                <a16:creationId xmlns:a16="http://schemas.microsoft.com/office/drawing/2014/main" id="{5D055996-FE10-4129-952B-49832416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414" y="3321492"/>
            <a:ext cx="575305" cy="162213"/>
          </a:xfrm>
          <a:custGeom xmlns:a="http://schemas.openxmlformats.org/drawingml/2006/main">
            <a:pathLst>
              <a:path w="575305" h="162213">
                <a:moveTo>
                  <a:pt x="79722" y="0"/>
                </a:moveTo>
                <a:cubicBezTo>
                  <a:pt x="128231" y="4536"/>
                  <a:pt x="154752" y="31097"/>
                  <a:pt x="159287" y="79683"/>
                </a:cubicBezTo>
                <a:cubicBezTo>
                  <a:pt x="154752" y="128005"/>
                  <a:pt x="128231" y="154434"/>
                  <a:pt x="79722" y="158970"/>
                </a:cubicBezTo>
                <a:cubicBezTo>
                  <a:pt x="31109" y="154434"/>
                  <a:pt x="4534" y="128005"/>
                  <a:pt x="0" y="79683"/>
                </a:cubicBezTo>
                <a:cubicBezTo>
                  <a:pt x="4534" y="31097"/>
                  <a:pt x="31109" y="4536"/>
                  <a:pt x="79722" y="0"/>
                </a:cubicBezTo>
                <a:moveTo>
                  <a:pt x="79722" y="3243"/>
                </a:moveTo>
                <a:cubicBezTo>
                  <a:pt x="33059" y="7568"/>
                  <a:pt x="7566" y="33048"/>
                  <a:pt x="3243" y="79683"/>
                </a:cubicBezTo>
                <a:cubicBezTo>
                  <a:pt x="7566" y="126160"/>
                  <a:pt x="33059" y="151561"/>
                  <a:pt x="79722" y="155886"/>
                </a:cubicBezTo>
                <a:cubicBezTo>
                  <a:pt x="126385" y="151561"/>
                  <a:pt x="151879" y="126160"/>
                  <a:pt x="156202" y="79683"/>
                </a:cubicBezTo>
                <a:cubicBezTo>
                  <a:pt x="151879" y="33048"/>
                  <a:pt x="126385" y="7568"/>
                  <a:pt x="79722" y="3243"/>
                </a:cubicBezTo>
                <a:moveTo>
                  <a:pt x="86840" y="136192"/>
                </a:moveTo>
                <a:lnTo>
                  <a:pt x="86840" y="108037"/>
                </a:lnTo>
                <a:lnTo>
                  <a:pt x="34720" y="108037"/>
                </a:lnTo>
                <a:lnTo>
                  <a:pt x="34720" y="99099"/>
                </a:lnTo>
                <a:lnTo>
                  <a:pt x="87790" y="23173"/>
                </a:lnTo>
                <a:lnTo>
                  <a:pt x="97201" y="23173"/>
                </a:lnTo>
                <a:lnTo>
                  <a:pt x="97201" y="99258"/>
                </a:lnTo>
                <a:lnTo>
                  <a:pt x="113098" y="99258"/>
                </a:lnTo>
                <a:lnTo>
                  <a:pt x="113098" y="108037"/>
                </a:lnTo>
                <a:lnTo>
                  <a:pt x="97201" y="108037"/>
                </a:lnTo>
                <a:lnTo>
                  <a:pt x="97201" y="136192"/>
                </a:lnTo>
                <a:lnTo>
                  <a:pt x="86840" y="136192"/>
                </a:lnTo>
                <a:moveTo>
                  <a:pt x="86840" y="38675"/>
                </a:moveTo>
                <a:lnTo>
                  <a:pt x="44923" y="99258"/>
                </a:lnTo>
                <a:lnTo>
                  <a:pt x="86840" y="99258"/>
                </a:lnTo>
                <a:lnTo>
                  <a:pt x="86840" y="38675"/>
                </a:lnTo>
                <a:close/>
                <a:moveTo>
                  <a:pt x="167987" y="92772"/>
                </a:moveTo>
                <a:lnTo>
                  <a:pt x="182460" y="91507"/>
                </a:lnTo>
                <a:cubicBezTo>
                  <a:pt x="183146" y="97307"/>
                  <a:pt x="184741" y="102065"/>
                  <a:pt x="187245" y="105782"/>
                </a:cubicBezTo>
                <a:cubicBezTo>
                  <a:pt x="189750" y="109500"/>
                  <a:pt x="193638" y="112505"/>
                  <a:pt x="198911" y="114799"/>
                </a:cubicBezTo>
                <a:cubicBezTo>
                  <a:pt x="204184" y="117092"/>
                  <a:pt x="210116" y="118239"/>
                  <a:pt x="216706" y="118239"/>
                </a:cubicBezTo>
                <a:cubicBezTo>
                  <a:pt x="222559" y="118239"/>
                  <a:pt x="227726" y="117369"/>
                  <a:pt x="232208" y="115629"/>
                </a:cubicBezTo>
                <a:cubicBezTo>
                  <a:pt x="236690" y="113889"/>
                  <a:pt x="240025" y="111503"/>
                  <a:pt x="242213" y="108472"/>
                </a:cubicBezTo>
                <a:cubicBezTo>
                  <a:pt x="244401" y="105440"/>
                  <a:pt x="245495" y="102131"/>
                  <a:pt x="245495" y="98546"/>
                </a:cubicBezTo>
                <a:cubicBezTo>
                  <a:pt x="245495" y="94908"/>
                  <a:pt x="244440" y="91731"/>
                  <a:pt x="242331" y="89015"/>
                </a:cubicBezTo>
                <a:cubicBezTo>
                  <a:pt x="240222" y="86300"/>
                  <a:pt x="236742" y="84020"/>
                  <a:pt x="231892" y="82174"/>
                </a:cubicBezTo>
                <a:cubicBezTo>
                  <a:pt x="228781" y="80961"/>
                  <a:pt x="221900" y="79077"/>
                  <a:pt x="211249" y="76519"/>
                </a:cubicBezTo>
                <a:cubicBezTo>
                  <a:pt x="200598" y="73962"/>
                  <a:pt x="193138" y="71550"/>
                  <a:pt x="188867" y="69283"/>
                </a:cubicBezTo>
                <a:cubicBezTo>
                  <a:pt x="183330" y="66383"/>
                  <a:pt x="179205" y="62784"/>
                  <a:pt x="176489" y="58487"/>
                </a:cubicBezTo>
                <a:cubicBezTo>
                  <a:pt x="173774" y="54190"/>
                  <a:pt x="172416" y="49378"/>
                  <a:pt x="172416" y="44053"/>
                </a:cubicBezTo>
                <a:cubicBezTo>
                  <a:pt x="172416" y="38200"/>
                  <a:pt x="174077" y="32730"/>
                  <a:pt x="177399" y="27642"/>
                </a:cubicBezTo>
                <a:cubicBezTo>
                  <a:pt x="180721" y="22554"/>
                  <a:pt x="185571" y="18692"/>
                  <a:pt x="191951" y="16055"/>
                </a:cubicBezTo>
                <a:cubicBezTo>
                  <a:pt x="198331" y="13419"/>
                  <a:pt x="205423" y="12101"/>
                  <a:pt x="213226" y="12101"/>
                </a:cubicBezTo>
                <a:cubicBezTo>
                  <a:pt x="221821" y="12101"/>
                  <a:pt x="229400" y="13485"/>
                  <a:pt x="235965" y="16253"/>
                </a:cubicBezTo>
                <a:cubicBezTo>
                  <a:pt x="242529" y="19021"/>
                  <a:pt x="247578" y="23094"/>
                  <a:pt x="251110" y="28472"/>
                </a:cubicBezTo>
                <a:cubicBezTo>
                  <a:pt x="254643" y="33850"/>
                  <a:pt x="256541" y="39940"/>
                  <a:pt x="256805" y="46742"/>
                </a:cubicBezTo>
                <a:lnTo>
                  <a:pt x="242094" y="47849"/>
                </a:lnTo>
                <a:cubicBezTo>
                  <a:pt x="241303" y="40520"/>
                  <a:pt x="238627" y="34984"/>
                  <a:pt x="234066" y="31240"/>
                </a:cubicBezTo>
                <a:cubicBezTo>
                  <a:pt x="229506" y="27497"/>
                  <a:pt x="222770" y="25625"/>
                  <a:pt x="213859" y="25625"/>
                </a:cubicBezTo>
                <a:cubicBezTo>
                  <a:pt x="204579" y="25625"/>
                  <a:pt x="197817" y="27325"/>
                  <a:pt x="193573" y="30726"/>
                </a:cubicBezTo>
                <a:cubicBezTo>
                  <a:pt x="189328" y="34127"/>
                  <a:pt x="187206" y="38227"/>
                  <a:pt x="187206" y="43025"/>
                </a:cubicBezTo>
                <a:cubicBezTo>
                  <a:pt x="187206" y="47190"/>
                  <a:pt x="188709" y="50617"/>
                  <a:pt x="191714" y="53306"/>
                </a:cubicBezTo>
                <a:cubicBezTo>
                  <a:pt x="194667" y="55995"/>
                  <a:pt x="202378" y="58750"/>
                  <a:pt x="214848" y="61571"/>
                </a:cubicBezTo>
                <a:cubicBezTo>
                  <a:pt x="227318" y="64392"/>
                  <a:pt x="235872" y="66857"/>
                  <a:pt x="240512" y="68966"/>
                </a:cubicBezTo>
                <a:cubicBezTo>
                  <a:pt x="247261" y="72077"/>
                  <a:pt x="252244" y="76018"/>
                  <a:pt x="255460" y="80790"/>
                </a:cubicBezTo>
                <a:cubicBezTo>
                  <a:pt x="258677" y="85562"/>
                  <a:pt x="260285" y="91059"/>
                  <a:pt x="260285" y="97280"/>
                </a:cubicBezTo>
                <a:cubicBezTo>
                  <a:pt x="260285" y="103449"/>
                  <a:pt x="258518" y="109262"/>
                  <a:pt x="254986" y="114720"/>
                </a:cubicBezTo>
                <a:cubicBezTo>
                  <a:pt x="251453" y="120177"/>
                  <a:pt x="246378" y="124421"/>
                  <a:pt x="239761" y="127453"/>
                </a:cubicBezTo>
                <a:cubicBezTo>
                  <a:pt x="233144" y="130485"/>
                  <a:pt x="225696" y="132001"/>
                  <a:pt x="217418" y="132001"/>
                </a:cubicBezTo>
                <a:cubicBezTo>
                  <a:pt x="206926" y="132001"/>
                  <a:pt x="198133" y="130472"/>
                  <a:pt x="191042" y="127413"/>
                </a:cubicBezTo>
                <a:cubicBezTo>
                  <a:pt x="183950" y="124355"/>
                  <a:pt x="178387" y="119755"/>
                  <a:pt x="174354" y="113612"/>
                </a:cubicBezTo>
                <a:cubicBezTo>
                  <a:pt x="170320" y="107470"/>
                  <a:pt x="168198" y="100523"/>
                  <a:pt x="167987" y="92772"/>
                </a:cubicBezTo>
                <a:close/>
                <a:moveTo>
                  <a:pt x="310459" y="117290"/>
                </a:moveTo>
                <a:lnTo>
                  <a:pt x="312516" y="129865"/>
                </a:lnTo>
                <a:cubicBezTo>
                  <a:pt x="308508" y="130709"/>
                  <a:pt x="304923" y="131131"/>
                  <a:pt x="301760" y="131131"/>
                </a:cubicBezTo>
                <a:cubicBezTo>
                  <a:pt x="296592" y="131131"/>
                  <a:pt x="292585" y="130313"/>
                  <a:pt x="289738" y="128679"/>
                </a:cubicBezTo>
                <a:cubicBezTo>
                  <a:pt x="286891" y="127044"/>
                  <a:pt x="284887" y="124896"/>
                  <a:pt x="283727" y="122233"/>
                </a:cubicBezTo>
                <a:cubicBezTo>
                  <a:pt x="282567" y="119570"/>
                  <a:pt x="281987" y="113968"/>
                  <a:pt x="281987" y="105427"/>
                </a:cubicBezTo>
                <a:lnTo>
                  <a:pt x="281987" y="57103"/>
                </a:lnTo>
                <a:lnTo>
                  <a:pt x="271547" y="57103"/>
                </a:lnTo>
                <a:lnTo>
                  <a:pt x="271547" y="46030"/>
                </a:lnTo>
                <a:lnTo>
                  <a:pt x="281987" y="46030"/>
                </a:lnTo>
                <a:lnTo>
                  <a:pt x="281987" y="25230"/>
                </a:lnTo>
                <a:lnTo>
                  <a:pt x="296144" y="16688"/>
                </a:lnTo>
                <a:lnTo>
                  <a:pt x="296144" y="46030"/>
                </a:lnTo>
                <a:lnTo>
                  <a:pt x="310459" y="46030"/>
                </a:lnTo>
                <a:lnTo>
                  <a:pt x="310459" y="57103"/>
                </a:lnTo>
                <a:lnTo>
                  <a:pt x="296144" y="57103"/>
                </a:lnTo>
                <a:lnTo>
                  <a:pt x="296144" y="106217"/>
                </a:lnTo>
                <a:cubicBezTo>
                  <a:pt x="296144" y="110277"/>
                  <a:pt x="296395" y="112887"/>
                  <a:pt x="296895" y="114047"/>
                </a:cubicBezTo>
                <a:cubicBezTo>
                  <a:pt x="297396" y="115207"/>
                  <a:pt x="298214" y="116130"/>
                  <a:pt x="299347" y="116815"/>
                </a:cubicBezTo>
                <a:cubicBezTo>
                  <a:pt x="300481" y="117501"/>
                  <a:pt x="302102" y="117844"/>
                  <a:pt x="304211" y="117844"/>
                </a:cubicBezTo>
                <a:cubicBezTo>
                  <a:pt x="305793" y="117844"/>
                  <a:pt x="307876" y="117659"/>
                  <a:pt x="310459" y="117290"/>
                </a:cubicBezTo>
                <a:close/>
                <a:moveTo>
                  <a:pt x="382504" y="102975"/>
                </a:moveTo>
                <a:lnTo>
                  <a:pt x="397215" y="104794"/>
                </a:lnTo>
                <a:cubicBezTo>
                  <a:pt x="394895" y="113388"/>
                  <a:pt x="390597" y="120058"/>
                  <a:pt x="384323" y="124804"/>
                </a:cubicBezTo>
                <a:cubicBezTo>
                  <a:pt x="378049" y="129549"/>
                  <a:pt x="370034" y="131922"/>
                  <a:pt x="360280" y="131922"/>
                </a:cubicBezTo>
                <a:cubicBezTo>
                  <a:pt x="347994" y="131922"/>
                  <a:pt x="338253" y="128138"/>
                  <a:pt x="331056" y="120572"/>
                </a:cubicBezTo>
                <a:cubicBezTo>
                  <a:pt x="323859" y="113006"/>
                  <a:pt x="320260" y="102395"/>
                  <a:pt x="320260" y="88739"/>
                </a:cubicBezTo>
                <a:cubicBezTo>
                  <a:pt x="320260" y="74608"/>
                  <a:pt x="323898" y="63641"/>
                  <a:pt x="331175" y="55837"/>
                </a:cubicBezTo>
                <a:cubicBezTo>
                  <a:pt x="338451" y="48034"/>
                  <a:pt x="347889" y="44132"/>
                  <a:pt x="359489" y="44132"/>
                </a:cubicBezTo>
                <a:cubicBezTo>
                  <a:pt x="370720" y="44132"/>
                  <a:pt x="379894" y="47955"/>
                  <a:pt x="387012" y="55600"/>
                </a:cubicBezTo>
                <a:cubicBezTo>
                  <a:pt x="394130" y="63245"/>
                  <a:pt x="397689" y="74002"/>
                  <a:pt x="397689" y="87869"/>
                </a:cubicBezTo>
                <a:cubicBezTo>
                  <a:pt x="397689" y="88712"/>
                  <a:pt x="397663" y="89978"/>
                  <a:pt x="397610" y="91665"/>
                </a:cubicBezTo>
                <a:lnTo>
                  <a:pt x="334971" y="91665"/>
                </a:lnTo>
                <a:cubicBezTo>
                  <a:pt x="335498" y="100892"/>
                  <a:pt x="338108" y="107957"/>
                  <a:pt x="342801" y="112861"/>
                </a:cubicBezTo>
                <a:cubicBezTo>
                  <a:pt x="347494" y="117765"/>
                  <a:pt x="353346" y="120216"/>
                  <a:pt x="360359" y="120216"/>
                </a:cubicBezTo>
                <a:cubicBezTo>
                  <a:pt x="365579" y="120216"/>
                  <a:pt x="370034" y="118845"/>
                  <a:pt x="373725" y="116104"/>
                </a:cubicBezTo>
                <a:cubicBezTo>
                  <a:pt x="377416" y="113362"/>
                  <a:pt x="380342" y="108986"/>
                  <a:pt x="382504" y="102975"/>
                </a:cubicBezTo>
                <a:moveTo>
                  <a:pt x="335762" y="79960"/>
                </a:moveTo>
                <a:lnTo>
                  <a:pt x="382662" y="79960"/>
                </a:lnTo>
                <a:cubicBezTo>
                  <a:pt x="382029" y="72894"/>
                  <a:pt x="380237" y="67595"/>
                  <a:pt x="377284" y="64063"/>
                </a:cubicBezTo>
                <a:cubicBezTo>
                  <a:pt x="372749" y="58579"/>
                  <a:pt x="366870" y="55837"/>
                  <a:pt x="359647" y="55837"/>
                </a:cubicBezTo>
                <a:cubicBezTo>
                  <a:pt x="353109" y="55837"/>
                  <a:pt x="347612" y="58025"/>
                  <a:pt x="343157" y="62402"/>
                </a:cubicBezTo>
                <a:cubicBezTo>
                  <a:pt x="338701" y="66778"/>
                  <a:pt x="336236" y="72631"/>
                  <a:pt x="335762" y="79960"/>
                </a:cubicBezTo>
                <a:close/>
                <a:moveTo>
                  <a:pt x="414368" y="162213"/>
                </a:moveTo>
                <a:lnTo>
                  <a:pt x="414368" y="46030"/>
                </a:lnTo>
                <a:lnTo>
                  <a:pt x="427339" y="46030"/>
                </a:lnTo>
                <a:lnTo>
                  <a:pt x="427339" y="56945"/>
                </a:lnTo>
                <a:cubicBezTo>
                  <a:pt x="430397" y="52674"/>
                  <a:pt x="433850" y="49471"/>
                  <a:pt x="437699" y="47335"/>
                </a:cubicBezTo>
                <a:cubicBezTo>
                  <a:pt x="441548" y="45200"/>
                  <a:pt x="446215" y="44132"/>
                  <a:pt x="451698" y="44132"/>
                </a:cubicBezTo>
                <a:cubicBezTo>
                  <a:pt x="458869" y="44132"/>
                  <a:pt x="465196" y="45977"/>
                  <a:pt x="470680" y="49668"/>
                </a:cubicBezTo>
                <a:cubicBezTo>
                  <a:pt x="476163" y="53359"/>
                  <a:pt x="480302" y="58566"/>
                  <a:pt x="483097" y="65289"/>
                </a:cubicBezTo>
                <a:cubicBezTo>
                  <a:pt x="485891" y="72011"/>
                  <a:pt x="487289" y="79380"/>
                  <a:pt x="487289" y="87394"/>
                </a:cubicBezTo>
                <a:cubicBezTo>
                  <a:pt x="487289" y="95989"/>
                  <a:pt x="485746" y="103726"/>
                  <a:pt x="482662" y="110607"/>
                </a:cubicBezTo>
                <a:cubicBezTo>
                  <a:pt x="479577" y="117488"/>
                  <a:pt x="475096" y="122760"/>
                  <a:pt x="469217" y="126425"/>
                </a:cubicBezTo>
                <a:cubicBezTo>
                  <a:pt x="463338" y="130089"/>
                  <a:pt x="457156" y="131922"/>
                  <a:pt x="450670" y="131922"/>
                </a:cubicBezTo>
                <a:cubicBezTo>
                  <a:pt x="445925" y="131922"/>
                  <a:pt x="441667" y="130920"/>
                  <a:pt x="437897" y="128916"/>
                </a:cubicBezTo>
                <a:cubicBezTo>
                  <a:pt x="434127" y="126913"/>
                  <a:pt x="431030" y="124382"/>
                  <a:pt x="428604" y="121324"/>
                </a:cubicBezTo>
                <a:lnTo>
                  <a:pt x="428604" y="162213"/>
                </a:lnTo>
                <a:lnTo>
                  <a:pt x="414368" y="162213"/>
                </a:lnTo>
                <a:moveTo>
                  <a:pt x="427260" y="88501"/>
                </a:moveTo>
                <a:cubicBezTo>
                  <a:pt x="427260" y="99310"/>
                  <a:pt x="429448" y="107298"/>
                  <a:pt x="433824" y="112466"/>
                </a:cubicBezTo>
                <a:cubicBezTo>
                  <a:pt x="438200" y="117633"/>
                  <a:pt x="443499" y="120216"/>
                  <a:pt x="449721" y="120216"/>
                </a:cubicBezTo>
                <a:cubicBezTo>
                  <a:pt x="456048" y="120216"/>
                  <a:pt x="461466" y="117540"/>
                  <a:pt x="465974" y="112189"/>
                </a:cubicBezTo>
                <a:cubicBezTo>
                  <a:pt x="470482" y="106837"/>
                  <a:pt x="472736" y="98546"/>
                  <a:pt x="472736" y="87315"/>
                </a:cubicBezTo>
                <a:cubicBezTo>
                  <a:pt x="472736" y="76612"/>
                  <a:pt x="470535" y="68597"/>
                  <a:pt x="466132" y="63272"/>
                </a:cubicBezTo>
                <a:cubicBezTo>
                  <a:pt x="461730" y="57946"/>
                  <a:pt x="456470" y="55284"/>
                  <a:pt x="450354" y="55284"/>
                </a:cubicBezTo>
                <a:cubicBezTo>
                  <a:pt x="444290" y="55284"/>
                  <a:pt x="438925" y="58118"/>
                  <a:pt x="434259" y="63786"/>
                </a:cubicBezTo>
                <a:cubicBezTo>
                  <a:pt x="429593" y="69454"/>
                  <a:pt x="427260" y="77692"/>
                  <a:pt x="427260" y="88501"/>
                </a:cubicBezTo>
                <a:close/>
                <a:moveTo>
                  <a:pt x="545409" y="130023"/>
                </a:moveTo>
                <a:lnTo>
                  <a:pt x="545409" y="102263"/>
                </a:lnTo>
                <a:lnTo>
                  <a:pt x="495108" y="102263"/>
                </a:lnTo>
                <a:lnTo>
                  <a:pt x="495108" y="89213"/>
                </a:lnTo>
                <a:lnTo>
                  <a:pt x="548019" y="14078"/>
                </a:lnTo>
                <a:lnTo>
                  <a:pt x="559646" y="14078"/>
                </a:lnTo>
                <a:lnTo>
                  <a:pt x="559646" y="89213"/>
                </a:lnTo>
                <a:lnTo>
                  <a:pt x="575305" y="89213"/>
                </a:lnTo>
                <a:lnTo>
                  <a:pt x="575305" y="102263"/>
                </a:lnTo>
                <a:lnTo>
                  <a:pt x="559646" y="102263"/>
                </a:lnTo>
                <a:lnTo>
                  <a:pt x="559646" y="130023"/>
                </a:lnTo>
                <a:lnTo>
                  <a:pt x="545409" y="130023"/>
                </a:lnTo>
                <a:moveTo>
                  <a:pt x="545409" y="89213"/>
                </a:moveTo>
                <a:lnTo>
                  <a:pt x="545409" y="36935"/>
                </a:lnTo>
                <a:lnTo>
                  <a:pt x="509107" y="89213"/>
                </a:lnTo>
                <a:lnTo>
                  <a:pt x="545409" y="892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7158782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2026-09-05T14:35:29.3240000Z</dcterms:created>
  <dcterms:modified xsi:type="dcterms:W3CDTF">2026-09-05T14:35:29.3240000Z</dcterms:modified>
</coreProperties>
</file>