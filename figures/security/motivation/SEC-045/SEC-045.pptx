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d11390d8f64797" /><Relationship Type="http://schemas.openxmlformats.org/officeDocument/2006/relationships/extended-properties" Target="/docProps/app.xml" Id="R55e517dc022a453b" /><Relationship Type="http://schemas.openxmlformats.org/officeDocument/2006/relationships/officeDocument" Target="/ppt/presentation.xml" Id="R6463469f33f847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b8b28874f94b7b"/>
  </p:sldMasterIdLst>
  <p:notesMasterIdLst>
    <p:notesMasterId xmlns:r="http://schemas.openxmlformats.org/officeDocument/2006/relationships" r:id="Rd34ebade00c740f7"/>
  </p:notesMasterIdLst>
  <p:sldIdLst>
    <p:sldId xmlns:r="http://schemas.openxmlformats.org/officeDocument/2006/relationships" id="256" r:id="Rac08b4ca95f2456b"/>
  </p:sldIdLst>
  <p:sldSz cx="13916025" cy="53721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2631fa41a640f5" /><Relationship Type="http://schemas.openxmlformats.org/officeDocument/2006/relationships/slideMaster" Target="/ppt/slideMasters/slideMaster1.xml" Id="R8cb8b28874f94b7b" /><Relationship Type="http://schemas.openxmlformats.org/officeDocument/2006/relationships/notesMaster" Target="/ppt/notesMasters/notesMaster1.xml" Id="Rd34ebade00c740f7" /><Relationship Type="http://schemas.openxmlformats.org/officeDocument/2006/relationships/presProps" Target="/ppt/presProps.xml" Id="Rd4918890eb4e472d" /><Relationship Type="http://schemas.openxmlformats.org/officeDocument/2006/relationships/tableStyles" Target="/ppt/tableStyles.xml" Id="Rc39c4ed213c949e3" /><Relationship Type="http://schemas.openxmlformats.org/officeDocument/2006/relationships/slide" Target="/ppt/slides/slide1.xml" Id="Rac08b4ca95f245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284c5573ab42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c05d7d7f9c4c5f" /><Relationship Type="http://schemas.openxmlformats.org/officeDocument/2006/relationships/notesMaster" Target="/ppt/notesMasters/notesMaster1.xml" Id="R15c35f3952c04206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素材ID：SEC-045</ns1:t>
            </ns1:r>
          </ns1:p>
          <ns1:p>
            <ns1:r>
              <ns1:t>论文：Empc: Effective Path Prioritization for Symbolic Execution with Path Cover</ns1:t>
            </ns1:r>
          </ns1:p>
          <ns1:p>
            <ns1:r>
              <ns1:t>会议：IEEE S&amp;P 2025</ns1:t>
            </ns1:r>
          </ns1:p>
          <ns1:p>
            <ns1:r>
              <ns1:t>奖项：Distinguished Paper Award</ns1:t>
            </ns1:r>
          </ns1:p>
          <ns1:p>
            <ns1:r>
              <ns1:t>图号：Figure 1，PDF第3页</ns1:t>
            </ns1:r>
          </ns1:p>
          <ns1:p>
            <ns1:r>
              <ns1:t>类型：动机示例</ns1:t>
            </ns1:r>
          </ns1:p>
          <ns1:p>
            <ns1:r>
              <ns1:t>借鉴点：代码、CFG、路径爆炸和三色最小路径覆盖逐层对齐，使复杂分析算法的问题与改进一眼可比。</ns1:t>
            </ns1:r>
          </ns1:p>
          <ns1:p>
            <ns1:r>
              <ns1:t>论文URL：https://arxiv.org/pdf/2505.03555v1</ns1:t>
            </ns1:r>
          </ns1:p>
          <ns1:p>
            <ns1:r>
              <ns1:t>官方获奖URL：https://sp2025.ieee-security.org/awards.html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c3f12c92f943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b8fc0693b445c8" /><Relationship Type="http://schemas.openxmlformats.org/officeDocument/2006/relationships/slideLayout" Target="/ppt/slideLayouts/slideLayout1.xml" Id="R412587d83ac14e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2587d83ac14e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8dd4f7cee44f58" /><Relationship Type="http://schemas.openxmlformats.org/officeDocument/2006/relationships/notesSlide" Target="/ppt/notesSlides/notesSlide1.xml" Id="R86f001e86aca4ed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56CCC9-D466-488F-920C-1B62381B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787" y="399764"/>
            <a:ext cx="3096632" cy="317603"/>
          </a:xfrm>
          <a:custGeom xmlns:a="http://schemas.openxmlformats.org/drawingml/2006/main">
            <a:pathLst>
              <a:path w="3096632" h="317603">
                <a:moveTo>
                  <a:pt x="0" y="0"/>
                </a:moveTo>
                <a:lnTo>
                  <a:pt x="3096632" y="0"/>
                </a:lnTo>
                <a:lnTo>
                  <a:pt x="3096632" y="317603"/>
                </a:lnTo>
                <a:lnTo>
                  <a:pt x="0" y="31760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0F0F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43EF65-6B77-4B81-A134-D606B12C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787" y="399764"/>
            <a:ext cx="3096632" cy="317603"/>
          </a:xfrm>
          <a:custGeom xmlns:a="http://schemas.openxmlformats.org/drawingml/2006/main">
            <a:pathLst>
              <a:path w="3096632" h="317603" fill="none">
                <a:moveTo>
                  <a:pt x="0" y="0"/>
                </a:moveTo>
                <a:lnTo>
                  <a:pt x="3096632" y="0"/>
                </a:lnTo>
                <a:lnTo>
                  <a:pt x="3096632" y="317603"/>
                </a:lnTo>
                <a:lnTo>
                  <a:pt x="0" y="31760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587" cap="flat">
            <a:solidFill>
              <a:srgbClr val="F0F0F0"/>
            </a:solidFill>
            <a:miter/>
          </a:ln>
        </p:spPr>
      </p:sp>
      <p:sp>
        <p:nvSpPr>
          <p:cNvPr id="3" name="Text int">
            <a:extLst xmlns:a="http://schemas.openxmlformats.org/drawingml/2006/main">
              <a:ext uri="{FF2B5EF4-FFF2-40B4-BE49-F238E27FC236}">
                <a16:creationId xmlns:a16="http://schemas.microsoft.com/office/drawing/2014/main" id="{D3D7DF5C-5C25-4895-89BC-25B1E99A3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243" y="487807"/>
            <a:ext cx="227738" cy="141619"/>
          </a:xfrm>
          <a:custGeom xmlns:a="http://schemas.openxmlformats.org/drawingml/2006/main">
            <a:pathLst>
              <a:path w="227738" h="141619">
                <a:moveTo>
                  <a:pt x="19726" y="18237"/>
                </a:moveTo>
                <a:lnTo>
                  <a:pt x="0" y="18237"/>
                </a:lnTo>
                <a:lnTo>
                  <a:pt x="0" y="0"/>
                </a:lnTo>
                <a:lnTo>
                  <a:pt x="19726" y="0"/>
                </a:lnTo>
                <a:lnTo>
                  <a:pt x="19726" y="18237"/>
                </a:lnTo>
                <a:moveTo>
                  <a:pt x="18610" y="139572"/>
                </a:moveTo>
                <a:lnTo>
                  <a:pt x="1117" y="139572"/>
                </a:lnTo>
                <a:lnTo>
                  <a:pt x="1117" y="35544"/>
                </a:lnTo>
                <a:lnTo>
                  <a:pt x="18610" y="35544"/>
                </a:lnTo>
                <a:lnTo>
                  <a:pt x="18610" y="139572"/>
                </a:lnTo>
                <a:close/>
                <a:moveTo>
                  <a:pt x="140051" y="139572"/>
                </a:moveTo>
                <a:lnTo>
                  <a:pt x="122558" y="139572"/>
                </a:lnTo>
                <a:lnTo>
                  <a:pt x="122558" y="80332"/>
                </a:lnTo>
                <a:cubicBezTo>
                  <a:pt x="122558" y="75550"/>
                  <a:pt x="122279" y="71063"/>
                  <a:pt x="121721" y="66872"/>
                </a:cubicBezTo>
                <a:cubicBezTo>
                  <a:pt x="121162" y="62681"/>
                  <a:pt x="120139" y="59406"/>
                  <a:pt x="118650" y="57047"/>
                </a:cubicBezTo>
                <a:cubicBezTo>
                  <a:pt x="117099" y="54438"/>
                  <a:pt x="114866" y="52497"/>
                  <a:pt x="111951" y="51226"/>
                </a:cubicBezTo>
                <a:cubicBezTo>
                  <a:pt x="109035" y="49952"/>
                  <a:pt x="105251" y="49315"/>
                  <a:pt x="100599" y="49315"/>
                </a:cubicBezTo>
                <a:cubicBezTo>
                  <a:pt x="95822" y="49315"/>
                  <a:pt x="90829" y="50496"/>
                  <a:pt x="85618" y="52857"/>
                </a:cubicBezTo>
                <a:cubicBezTo>
                  <a:pt x="80407" y="55216"/>
                  <a:pt x="75414" y="58227"/>
                  <a:pt x="70637" y="61888"/>
                </a:cubicBezTo>
                <a:lnTo>
                  <a:pt x="70637" y="139572"/>
                </a:lnTo>
                <a:lnTo>
                  <a:pt x="53144" y="139572"/>
                </a:lnTo>
                <a:lnTo>
                  <a:pt x="53144" y="35544"/>
                </a:lnTo>
                <a:lnTo>
                  <a:pt x="70637" y="35544"/>
                </a:lnTo>
                <a:lnTo>
                  <a:pt x="70637" y="47015"/>
                </a:lnTo>
                <a:cubicBezTo>
                  <a:pt x="76096" y="42479"/>
                  <a:pt x="81741" y="38938"/>
                  <a:pt x="87572" y="36390"/>
                </a:cubicBezTo>
                <a:cubicBezTo>
                  <a:pt x="93403" y="33841"/>
                  <a:pt x="99389" y="32567"/>
                  <a:pt x="105530" y="32567"/>
                </a:cubicBezTo>
                <a:cubicBezTo>
                  <a:pt x="116758" y="32567"/>
                  <a:pt x="125318" y="35953"/>
                  <a:pt x="131211" y="42726"/>
                </a:cubicBezTo>
                <a:cubicBezTo>
                  <a:pt x="137104" y="49500"/>
                  <a:pt x="140051" y="59256"/>
                  <a:pt x="140051" y="71996"/>
                </a:cubicBezTo>
                <a:lnTo>
                  <a:pt x="140051" y="139572"/>
                </a:lnTo>
                <a:close/>
                <a:moveTo>
                  <a:pt x="227738" y="138656"/>
                </a:moveTo>
                <a:cubicBezTo>
                  <a:pt x="224450" y="139520"/>
                  <a:pt x="220868" y="140230"/>
                  <a:pt x="216991" y="140784"/>
                </a:cubicBezTo>
                <a:cubicBezTo>
                  <a:pt x="213114" y="141341"/>
                  <a:pt x="209656" y="141619"/>
                  <a:pt x="206616" y="141619"/>
                </a:cubicBezTo>
                <a:cubicBezTo>
                  <a:pt x="196009" y="141619"/>
                  <a:pt x="187944" y="138762"/>
                  <a:pt x="182424" y="133050"/>
                </a:cubicBezTo>
                <a:cubicBezTo>
                  <a:pt x="176903" y="127337"/>
                  <a:pt x="174142" y="118178"/>
                  <a:pt x="174142" y="105571"/>
                </a:cubicBezTo>
                <a:lnTo>
                  <a:pt x="174142" y="50246"/>
                </a:lnTo>
                <a:lnTo>
                  <a:pt x="162325" y="50246"/>
                </a:lnTo>
                <a:lnTo>
                  <a:pt x="162325" y="35544"/>
                </a:lnTo>
                <a:lnTo>
                  <a:pt x="174142" y="35544"/>
                </a:lnTo>
                <a:lnTo>
                  <a:pt x="174142" y="5583"/>
                </a:lnTo>
                <a:lnTo>
                  <a:pt x="191635" y="5583"/>
                </a:lnTo>
                <a:lnTo>
                  <a:pt x="191635" y="35544"/>
                </a:lnTo>
                <a:lnTo>
                  <a:pt x="227738" y="35544"/>
                </a:lnTo>
                <a:lnTo>
                  <a:pt x="227738" y="50246"/>
                </a:lnTo>
                <a:lnTo>
                  <a:pt x="191635" y="50246"/>
                </a:lnTo>
                <a:lnTo>
                  <a:pt x="191635" y="97723"/>
                </a:lnTo>
                <a:cubicBezTo>
                  <a:pt x="191635" y="103196"/>
                  <a:pt x="191759" y="107471"/>
                  <a:pt x="192007" y="110550"/>
                </a:cubicBezTo>
                <a:cubicBezTo>
                  <a:pt x="192256" y="113628"/>
                  <a:pt x="193124" y="116504"/>
                  <a:pt x="194613" y="119177"/>
                </a:cubicBezTo>
                <a:cubicBezTo>
                  <a:pt x="195977" y="121664"/>
                  <a:pt x="197854" y="123483"/>
                  <a:pt x="200242" y="124635"/>
                </a:cubicBezTo>
                <a:cubicBezTo>
                  <a:pt x="202630" y="125784"/>
                  <a:pt x="206275" y="126359"/>
                  <a:pt x="211175" y="126359"/>
                </a:cubicBezTo>
                <a:cubicBezTo>
                  <a:pt x="214029" y="126359"/>
                  <a:pt x="217006" y="125940"/>
                  <a:pt x="220108" y="125103"/>
                </a:cubicBezTo>
                <a:cubicBezTo>
                  <a:pt x="223209" y="124265"/>
                  <a:pt x="225443" y="123568"/>
                  <a:pt x="226807" y="123009"/>
                </a:cubicBezTo>
                <a:lnTo>
                  <a:pt x="227738" y="123009"/>
                </a:lnTo>
                <a:lnTo>
                  <a:pt x="227738" y="138656"/>
                </a:lnTo>
                <a:close/>
              </a:path>
            </a:pathLst>
          </a:custGeom>
          <a:solidFill xmlns:a="http://schemas.openxmlformats.org/drawingml/2006/main">
            <a:srgbClr val="666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Text a,b=get_input();">
            <a:extLst xmlns:a="http://schemas.openxmlformats.org/drawingml/2006/main">
              <a:ext uri="{FF2B5EF4-FFF2-40B4-BE49-F238E27FC236}">
                <a16:creationId xmlns:a16="http://schemas.microsoft.com/office/drawing/2014/main" id="{E9B8AE30-169D-471D-B3ED-A0349BA3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842" y="482596"/>
            <a:ext cx="1800143" cy="184235"/>
          </a:xfrm>
          <a:custGeom xmlns:a="http://schemas.openxmlformats.org/drawingml/2006/main">
            <a:pathLst>
              <a:path w="1800143" h="184235">
                <a:moveTo>
                  <a:pt x="88302" y="144782"/>
                </a:moveTo>
                <a:lnTo>
                  <a:pt x="70902" y="144782"/>
                </a:lnTo>
                <a:lnTo>
                  <a:pt x="70902" y="133785"/>
                </a:lnTo>
                <a:cubicBezTo>
                  <a:pt x="69352" y="134842"/>
                  <a:pt x="67258" y="136317"/>
                  <a:pt x="64622" y="138211"/>
                </a:cubicBezTo>
                <a:cubicBezTo>
                  <a:pt x="61985" y="140105"/>
                  <a:pt x="59427" y="141611"/>
                  <a:pt x="56945" y="142730"/>
                </a:cubicBezTo>
                <a:cubicBezTo>
                  <a:pt x="54030" y="144158"/>
                  <a:pt x="50680" y="145353"/>
                  <a:pt x="46896" y="146315"/>
                </a:cubicBezTo>
                <a:cubicBezTo>
                  <a:pt x="43112" y="147278"/>
                  <a:pt x="38677" y="147760"/>
                  <a:pt x="33590" y="147760"/>
                </a:cubicBezTo>
                <a:cubicBezTo>
                  <a:pt x="24223" y="147760"/>
                  <a:pt x="16283" y="144654"/>
                  <a:pt x="9770" y="138444"/>
                </a:cubicBezTo>
                <a:cubicBezTo>
                  <a:pt x="3257" y="132233"/>
                  <a:pt x="0" y="124313"/>
                  <a:pt x="0" y="114684"/>
                </a:cubicBezTo>
                <a:cubicBezTo>
                  <a:pt x="0" y="106797"/>
                  <a:pt x="1690" y="100415"/>
                  <a:pt x="5071" y="95540"/>
                </a:cubicBezTo>
                <a:cubicBezTo>
                  <a:pt x="8452" y="90662"/>
                  <a:pt x="13275" y="86827"/>
                  <a:pt x="19540" y="84034"/>
                </a:cubicBezTo>
                <a:cubicBezTo>
                  <a:pt x="25867" y="81238"/>
                  <a:pt x="33466" y="79344"/>
                  <a:pt x="42337" y="78349"/>
                </a:cubicBezTo>
                <a:cubicBezTo>
                  <a:pt x="51207" y="77355"/>
                  <a:pt x="60729" y="76609"/>
                  <a:pt x="70902" y="76113"/>
                </a:cubicBezTo>
                <a:lnTo>
                  <a:pt x="70902" y="73391"/>
                </a:lnTo>
                <a:cubicBezTo>
                  <a:pt x="70902" y="69388"/>
                  <a:pt x="70205" y="66074"/>
                  <a:pt x="68809" y="63447"/>
                </a:cubicBezTo>
                <a:cubicBezTo>
                  <a:pt x="67413" y="60820"/>
                  <a:pt x="65413" y="58756"/>
                  <a:pt x="62807" y="57253"/>
                </a:cubicBezTo>
                <a:cubicBezTo>
                  <a:pt x="60326" y="55815"/>
                  <a:pt x="57348" y="54846"/>
                  <a:pt x="53875" y="54346"/>
                </a:cubicBezTo>
                <a:cubicBezTo>
                  <a:pt x="50401" y="53846"/>
                  <a:pt x="46772" y="53596"/>
                  <a:pt x="42988" y="53596"/>
                </a:cubicBezTo>
                <a:cubicBezTo>
                  <a:pt x="38398" y="53596"/>
                  <a:pt x="33280" y="54217"/>
                  <a:pt x="27635" y="55459"/>
                </a:cubicBezTo>
                <a:cubicBezTo>
                  <a:pt x="21990" y="56700"/>
                  <a:pt x="16159" y="58498"/>
                  <a:pt x="10142" y="60853"/>
                </a:cubicBezTo>
                <a:lnTo>
                  <a:pt x="9212" y="60853"/>
                </a:lnTo>
                <a:lnTo>
                  <a:pt x="9212" y="43081"/>
                </a:lnTo>
                <a:cubicBezTo>
                  <a:pt x="12623" y="42151"/>
                  <a:pt x="17555" y="41127"/>
                  <a:pt x="24006" y="40011"/>
                </a:cubicBezTo>
                <a:cubicBezTo>
                  <a:pt x="30458" y="38894"/>
                  <a:pt x="36816" y="38336"/>
                  <a:pt x="43081" y="38336"/>
                </a:cubicBezTo>
                <a:cubicBezTo>
                  <a:pt x="50401" y="38336"/>
                  <a:pt x="56775" y="38941"/>
                  <a:pt x="62202" y="40150"/>
                </a:cubicBezTo>
                <a:cubicBezTo>
                  <a:pt x="67630" y="41360"/>
                  <a:pt x="72329" y="43422"/>
                  <a:pt x="76299" y="46338"/>
                </a:cubicBezTo>
                <a:cubicBezTo>
                  <a:pt x="80207" y="49191"/>
                  <a:pt x="83185" y="52882"/>
                  <a:pt x="85232" y="57410"/>
                </a:cubicBezTo>
                <a:cubicBezTo>
                  <a:pt x="87279" y="61939"/>
                  <a:pt x="88302" y="67553"/>
                  <a:pt x="88302" y="74252"/>
                </a:cubicBezTo>
                <a:lnTo>
                  <a:pt x="88302" y="144782"/>
                </a:lnTo>
                <a:moveTo>
                  <a:pt x="70902" y="119325"/>
                </a:moveTo>
                <a:lnTo>
                  <a:pt x="70902" y="90256"/>
                </a:lnTo>
                <a:cubicBezTo>
                  <a:pt x="65568" y="90568"/>
                  <a:pt x="59287" y="91037"/>
                  <a:pt x="52060" y="91661"/>
                </a:cubicBezTo>
                <a:cubicBezTo>
                  <a:pt x="44834" y="92283"/>
                  <a:pt x="39111" y="93185"/>
                  <a:pt x="34893" y="94368"/>
                </a:cubicBezTo>
                <a:cubicBezTo>
                  <a:pt x="29868" y="95802"/>
                  <a:pt x="25805" y="98031"/>
                  <a:pt x="22704" y="101053"/>
                </a:cubicBezTo>
                <a:cubicBezTo>
                  <a:pt x="19602" y="104075"/>
                  <a:pt x="18051" y="108234"/>
                  <a:pt x="18051" y="113530"/>
                </a:cubicBezTo>
                <a:cubicBezTo>
                  <a:pt x="18051" y="119512"/>
                  <a:pt x="19850" y="124014"/>
                  <a:pt x="23448" y="127036"/>
                </a:cubicBezTo>
                <a:cubicBezTo>
                  <a:pt x="27046" y="130059"/>
                  <a:pt x="32536" y="131570"/>
                  <a:pt x="39918" y="131570"/>
                </a:cubicBezTo>
                <a:cubicBezTo>
                  <a:pt x="46059" y="131570"/>
                  <a:pt x="51673" y="130371"/>
                  <a:pt x="56759" y="127973"/>
                </a:cubicBezTo>
                <a:cubicBezTo>
                  <a:pt x="61846" y="125573"/>
                  <a:pt x="66560" y="122690"/>
                  <a:pt x="70902" y="119325"/>
                </a:cubicBezTo>
                <a:close/>
                <a:moveTo>
                  <a:pt x="158353" y="118171"/>
                </a:moveTo>
                <a:lnTo>
                  <a:pt x="132114" y="179210"/>
                </a:lnTo>
                <a:lnTo>
                  <a:pt x="118529" y="179210"/>
                </a:lnTo>
                <a:lnTo>
                  <a:pt x="134719" y="118171"/>
                </a:lnTo>
                <a:lnTo>
                  <a:pt x="158353" y="118171"/>
                </a:lnTo>
                <a:close/>
                <a:moveTo>
                  <a:pt x="349973" y="91975"/>
                </a:moveTo>
                <a:cubicBezTo>
                  <a:pt x="349973" y="100683"/>
                  <a:pt x="348748" y="108519"/>
                  <a:pt x="346297" y="115484"/>
                </a:cubicBezTo>
                <a:cubicBezTo>
                  <a:pt x="343847" y="122449"/>
                  <a:pt x="340544" y="128295"/>
                  <a:pt x="336388" y="133021"/>
                </a:cubicBezTo>
                <a:cubicBezTo>
                  <a:pt x="331984" y="137935"/>
                  <a:pt x="327145" y="141620"/>
                  <a:pt x="321872" y="144076"/>
                </a:cubicBezTo>
                <a:cubicBezTo>
                  <a:pt x="316600" y="146532"/>
                  <a:pt x="310800" y="147760"/>
                  <a:pt x="304472" y="147760"/>
                </a:cubicBezTo>
                <a:cubicBezTo>
                  <a:pt x="298579" y="147760"/>
                  <a:pt x="293431" y="147060"/>
                  <a:pt x="289027" y="145661"/>
                </a:cubicBezTo>
                <a:cubicBezTo>
                  <a:pt x="284622" y="144261"/>
                  <a:pt x="280280" y="142380"/>
                  <a:pt x="276000" y="140017"/>
                </a:cubicBezTo>
                <a:lnTo>
                  <a:pt x="274883" y="144782"/>
                </a:lnTo>
                <a:lnTo>
                  <a:pt x="258507" y="144782"/>
                </a:lnTo>
                <a:lnTo>
                  <a:pt x="258507" y="0"/>
                </a:lnTo>
                <a:lnTo>
                  <a:pt x="276000" y="0"/>
                </a:lnTo>
                <a:lnTo>
                  <a:pt x="276000" y="51583"/>
                </a:lnTo>
                <a:cubicBezTo>
                  <a:pt x="280900" y="47542"/>
                  <a:pt x="286111" y="44231"/>
                  <a:pt x="291632" y="41651"/>
                </a:cubicBezTo>
                <a:cubicBezTo>
                  <a:pt x="297153" y="39068"/>
                  <a:pt x="303356" y="37777"/>
                  <a:pt x="310241" y="37777"/>
                </a:cubicBezTo>
                <a:cubicBezTo>
                  <a:pt x="322524" y="37777"/>
                  <a:pt x="332216" y="42504"/>
                  <a:pt x="339319" y="51958"/>
                </a:cubicBezTo>
                <a:cubicBezTo>
                  <a:pt x="346422" y="61411"/>
                  <a:pt x="349973" y="74749"/>
                  <a:pt x="349973" y="91975"/>
                </a:cubicBezTo>
                <a:moveTo>
                  <a:pt x="331922" y="92443"/>
                </a:moveTo>
                <a:cubicBezTo>
                  <a:pt x="331922" y="80021"/>
                  <a:pt x="329875" y="70596"/>
                  <a:pt x="325780" y="64168"/>
                </a:cubicBezTo>
                <a:cubicBezTo>
                  <a:pt x="321686" y="57740"/>
                  <a:pt x="315080" y="54526"/>
                  <a:pt x="305961" y="54526"/>
                </a:cubicBezTo>
                <a:cubicBezTo>
                  <a:pt x="300875" y="54526"/>
                  <a:pt x="295726" y="55629"/>
                  <a:pt x="290515" y="57835"/>
                </a:cubicBezTo>
                <a:cubicBezTo>
                  <a:pt x="285305" y="60039"/>
                  <a:pt x="280466" y="62880"/>
                  <a:pt x="276000" y="66358"/>
                </a:cubicBezTo>
                <a:lnTo>
                  <a:pt x="276000" y="125981"/>
                </a:lnTo>
                <a:cubicBezTo>
                  <a:pt x="280962" y="128216"/>
                  <a:pt x="285227" y="129769"/>
                  <a:pt x="288794" y="130639"/>
                </a:cubicBezTo>
                <a:cubicBezTo>
                  <a:pt x="292361" y="131508"/>
                  <a:pt x="296408" y="131942"/>
                  <a:pt x="300937" y="131942"/>
                </a:cubicBezTo>
                <a:cubicBezTo>
                  <a:pt x="310614" y="131942"/>
                  <a:pt x="318197" y="128759"/>
                  <a:pt x="323687" y="122393"/>
                </a:cubicBezTo>
                <a:cubicBezTo>
                  <a:pt x="329177" y="116027"/>
                  <a:pt x="331922" y="106043"/>
                  <a:pt x="331922" y="92443"/>
                </a:cubicBezTo>
                <a:close/>
                <a:moveTo>
                  <a:pt x="560242" y="72019"/>
                </a:moveTo>
                <a:lnTo>
                  <a:pt x="449887" y="72019"/>
                </a:lnTo>
                <a:lnTo>
                  <a:pt x="449887" y="57131"/>
                </a:lnTo>
                <a:lnTo>
                  <a:pt x="560242" y="57131"/>
                </a:lnTo>
                <a:lnTo>
                  <a:pt x="560242" y="72019"/>
                </a:lnTo>
                <a:moveTo>
                  <a:pt x="560242" y="111099"/>
                </a:moveTo>
                <a:lnTo>
                  <a:pt x="449887" y="111099"/>
                </a:lnTo>
                <a:lnTo>
                  <a:pt x="449887" y="96211"/>
                </a:lnTo>
                <a:lnTo>
                  <a:pt x="560242" y="96211"/>
                </a:lnTo>
                <a:lnTo>
                  <a:pt x="560242" y="111099"/>
                </a:lnTo>
                <a:close/>
                <a:moveTo>
                  <a:pt x="751563" y="132991"/>
                </a:moveTo>
                <a:cubicBezTo>
                  <a:pt x="751563" y="150632"/>
                  <a:pt x="747562" y="163582"/>
                  <a:pt x="739560" y="171842"/>
                </a:cubicBezTo>
                <a:cubicBezTo>
                  <a:pt x="731558" y="180104"/>
                  <a:pt x="719245" y="184235"/>
                  <a:pt x="702620" y="184235"/>
                </a:cubicBezTo>
                <a:cubicBezTo>
                  <a:pt x="697099" y="184235"/>
                  <a:pt x="691718" y="183847"/>
                  <a:pt x="686476" y="183072"/>
                </a:cubicBezTo>
                <a:cubicBezTo>
                  <a:pt x="681235" y="182296"/>
                  <a:pt x="676070" y="181195"/>
                  <a:pt x="670984" y="179768"/>
                </a:cubicBezTo>
                <a:lnTo>
                  <a:pt x="670984" y="161903"/>
                </a:lnTo>
                <a:lnTo>
                  <a:pt x="671914" y="161903"/>
                </a:lnTo>
                <a:cubicBezTo>
                  <a:pt x="674768" y="163004"/>
                  <a:pt x="679296" y="164365"/>
                  <a:pt x="685499" y="165986"/>
                </a:cubicBezTo>
                <a:cubicBezTo>
                  <a:pt x="691703" y="167606"/>
                  <a:pt x="697906" y="168417"/>
                  <a:pt x="704109" y="168417"/>
                </a:cubicBezTo>
                <a:cubicBezTo>
                  <a:pt x="710064" y="168417"/>
                  <a:pt x="714995" y="167704"/>
                  <a:pt x="718903" y="166279"/>
                </a:cubicBezTo>
                <a:cubicBezTo>
                  <a:pt x="722812" y="164855"/>
                  <a:pt x="725851" y="162873"/>
                  <a:pt x="728022" y="160336"/>
                </a:cubicBezTo>
                <a:cubicBezTo>
                  <a:pt x="730193" y="157921"/>
                  <a:pt x="731744" y="155009"/>
                  <a:pt x="732675" y="151601"/>
                </a:cubicBezTo>
                <a:cubicBezTo>
                  <a:pt x="733605" y="148195"/>
                  <a:pt x="734070" y="144387"/>
                  <a:pt x="734070" y="140177"/>
                </a:cubicBezTo>
                <a:lnTo>
                  <a:pt x="734070" y="130700"/>
                </a:lnTo>
                <a:cubicBezTo>
                  <a:pt x="728798" y="134930"/>
                  <a:pt x="723757" y="138087"/>
                  <a:pt x="718950" y="140171"/>
                </a:cubicBezTo>
                <a:cubicBezTo>
                  <a:pt x="714143" y="142253"/>
                  <a:pt x="708017" y="143294"/>
                  <a:pt x="700573" y="143294"/>
                </a:cubicBezTo>
                <a:cubicBezTo>
                  <a:pt x="688167" y="143294"/>
                  <a:pt x="678319" y="138800"/>
                  <a:pt x="671030" y="129813"/>
                </a:cubicBezTo>
                <a:cubicBezTo>
                  <a:pt x="663742" y="120825"/>
                  <a:pt x="660097" y="108152"/>
                  <a:pt x="660097" y="91795"/>
                </a:cubicBezTo>
                <a:cubicBezTo>
                  <a:pt x="660097" y="82839"/>
                  <a:pt x="661353" y="75111"/>
                  <a:pt x="663866" y="68611"/>
                </a:cubicBezTo>
                <a:cubicBezTo>
                  <a:pt x="666378" y="62111"/>
                  <a:pt x="669805" y="56498"/>
                  <a:pt x="674147" y="51772"/>
                </a:cubicBezTo>
                <a:cubicBezTo>
                  <a:pt x="678180" y="47356"/>
                  <a:pt x="683080" y="43921"/>
                  <a:pt x="688849" y="41464"/>
                </a:cubicBezTo>
                <a:cubicBezTo>
                  <a:pt x="694618" y="39006"/>
                  <a:pt x="700356" y="37777"/>
                  <a:pt x="706063" y="37777"/>
                </a:cubicBezTo>
                <a:cubicBezTo>
                  <a:pt x="712080" y="37777"/>
                  <a:pt x="717120" y="38384"/>
                  <a:pt x="721183" y="39598"/>
                </a:cubicBezTo>
                <a:cubicBezTo>
                  <a:pt x="725246" y="40809"/>
                  <a:pt x="729542" y="42660"/>
                  <a:pt x="734070" y="45149"/>
                </a:cubicBezTo>
                <a:lnTo>
                  <a:pt x="735187" y="40755"/>
                </a:lnTo>
                <a:lnTo>
                  <a:pt x="751563" y="40755"/>
                </a:lnTo>
                <a:lnTo>
                  <a:pt x="751563" y="132991"/>
                </a:lnTo>
                <a:moveTo>
                  <a:pt x="734070" y="116284"/>
                </a:moveTo>
                <a:lnTo>
                  <a:pt x="734070" y="59472"/>
                </a:lnTo>
                <a:cubicBezTo>
                  <a:pt x="729418" y="57357"/>
                  <a:pt x="725091" y="55849"/>
                  <a:pt x="721090" y="54948"/>
                </a:cubicBezTo>
                <a:cubicBezTo>
                  <a:pt x="717089" y="54046"/>
                  <a:pt x="713104" y="53596"/>
                  <a:pt x="709133" y="53596"/>
                </a:cubicBezTo>
                <a:cubicBezTo>
                  <a:pt x="699519" y="53596"/>
                  <a:pt x="691951" y="56830"/>
                  <a:pt x="686430" y="63299"/>
                </a:cubicBezTo>
                <a:cubicBezTo>
                  <a:pt x="680909" y="69766"/>
                  <a:pt x="678149" y="79156"/>
                  <a:pt x="678149" y="91469"/>
                </a:cubicBezTo>
                <a:cubicBezTo>
                  <a:pt x="678149" y="103160"/>
                  <a:pt x="680196" y="112022"/>
                  <a:pt x="684290" y="118054"/>
                </a:cubicBezTo>
                <a:cubicBezTo>
                  <a:pt x="688384" y="124087"/>
                  <a:pt x="695176" y="127103"/>
                  <a:pt x="704667" y="127103"/>
                </a:cubicBezTo>
                <a:cubicBezTo>
                  <a:pt x="709754" y="127103"/>
                  <a:pt x="714856" y="126124"/>
                  <a:pt x="719974" y="124166"/>
                </a:cubicBezTo>
                <a:cubicBezTo>
                  <a:pt x="725091" y="122207"/>
                  <a:pt x="729790" y="119579"/>
                  <a:pt x="734070" y="116284"/>
                </a:cubicBezTo>
                <a:close/>
                <a:moveTo>
                  <a:pt x="872982" y="94537"/>
                </a:moveTo>
                <a:lnTo>
                  <a:pt x="796403" y="94537"/>
                </a:lnTo>
                <a:cubicBezTo>
                  <a:pt x="796403" y="100941"/>
                  <a:pt x="797365" y="106522"/>
                  <a:pt x="799288" y="111279"/>
                </a:cubicBezTo>
                <a:cubicBezTo>
                  <a:pt x="801211" y="116036"/>
                  <a:pt x="803847" y="119939"/>
                  <a:pt x="807197" y="122986"/>
                </a:cubicBezTo>
                <a:cubicBezTo>
                  <a:pt x="810422" y="125971"/>
                  <a:pt x="814253" y="128210"/>
                  <a:pt x="818688" y="129703"/>
                </a:cubicBezTo>
                <a:cubicBezTo>
                  <a:pt x="823124" y="131195"/>
                  <a:pt x="828009" y="131942"/>
                  <a:pt x="833343" y="131942"/>
                </a:cubicBezTo>
                <a:cubicBezTo>
                  <a:pt x="840415" y="131942"/>
                  <a:pt x="847533" y="130520"/>
                  <a:pt x="854698" y="127676"/>
                </a:cubicBezTo>
                <a:cubicBezTo>
                  <a:pt x="861862" y="124832"/>
                  <a:pt x="866965" y="122036"/>
                  <a:pt x="870004" y="119287"/>
                </a:cubicBezTo>
                <a:lnTo>
                  <a:pt x="870935" y="119287"/>
                </a:lnTo>
                <a:lnTo>
                  <a:pt x="870935" y="138426"/>
                </a:lnTo>
                <a:cubicBezTo>
                  <a:pt x="865042" y="140915"/>
                  <a:pt x="859024" y="143000"/>
                  <a:pt x="852883" y="144681"/>
                </a:cubicBezTo>
                <a:cubicBezTo>
                  <a:pt x="846742" y="146361"/>
                  <a:pt x="840291" y="147202"/>
                  <a:pt x="833529" y="147202"/>
                </a:cubicBezTo>
                <a:cubicBezTo>
                  <a:pt x="816285" y="147202"/>
                  <a:pt x="802824" y="142526"/>
                  <a:pt x="793147" y="133175"/>
                </a:cubicBezTo>
                <a:cubicBezTo>
                  <a:pt x="783470" y="123823"/>
                  <a:pt x="778631" y="110541"/>
                  <a:pt x="778631" y="93327"/>
                </a:cubicBezTo>
                <a:cubicBezTo>
                  <a:pt x="778631" y="76303"/>
                  <a:pt x="783268" y="62789"/>
                  <a:pt x="792542" y="52784"/>
                </a:cubicBezTo>
                <a:cubicBezTo>
                  <a:pt x="801816" y="42780"/>
                  <a:pt x="814020" y="37777"/>
                  <a:pt x="829156" y="37777"/>
                </a:cubicBezTo>
                <a:cubicBezTo>
                  <a:pt x="843175" y="37777"/>
                  <a:pt x="853984" y="41878"/>
                  <a:pt x="861583" y="50080"/>
                </a:cubicBezTo>
                <a:cubicBezTo>
                  <a:pt x="869182" y="58282"/>
                  <a:pt x="872982" y="69932"/>
                  <a:pt x="872982" y="85031"/>
                </a:cubicBezTo>
                <a:lnTo>
                  <a:pt x="872982" y="94537"/>
                </a:lnTo>
                <a:moveTo>
                  <a:pt x="855954" y="81138"/>
                </a:moveTo>
                <a:cubicBezTo>
                  <a:pt x="855892" y="71957"/>
                  <a:pt x="853581" y="64854"/>
                  <a:pt x="849022" y="59830"/>
                </a:cubicBezTo>
                <a:cubicBezTo>
                  <a:pt x="844462" y="54805"/>
                  <a:pt x="837530" y="52293"/>
                  <a:pt x="828226" y="52293"/>
                </a:cubicBezTo>
                <a:cubicBezTo>
                  <a:pt x="818859" y="52293"/>
                  <a:pt x="811399" y="55053"/>
                  <a:pt x="805848" y="60574"/>
                </a:cubicBezTo>
                <a:cubicBezTo>
                  <a:pt x="800296" y="66095"/>
                  <a:pt x="797148" y="72949"/>
                  <a:pt x="796403" y="81138"/>
                </a:cubicBezTo>
                <a:lnTo>
                  <a:pt x="855954" y="81138"/>
                </a:lnTo>
                <a:close/>
                <a:moveTo>
                  <a:pt x="953525" y="143866"/>
                </a:moveTo>
                <a:cubicBezTo>
                  <a:pt x="950237" y="144731"/>
                  <a:pt x="946655" y="145441"/>
                  <a:pt x="942778" y="145995"/>
                </a:cubicBezTo>
                <a:cubicBezTo>
                  <a:pt x="938901" y="146551"/>
                  <a:pt x="935443" y="146829"/>
                  <a:pt x="932403" y="146829"/>
                </a:cubicBezTo>
                <a:cubicBezTo>
                  <a:pt x="921796" y="146829"/>
                  <a:pt x="913732" y="143973"/>
                  <a:pt x="908211" y="138260"/>
                </a:cubicBezTo>
                <a:cubicBezTo>
                  <a:pt x="902690" y="132548"/>
                  <a:pt x="899929" y="123388"/>
                  <a:pt x="899929" y="110782"/>
                </a:cubicBezTo>
                <a:lnTo>
                  <a:pt x="899929" y="55456"/>
                </a:lnTo>
                <a:lnTo>
                  <a:pt x="888112" y="55456"/>
                </a:lnTo>
                <a:lnTo>
                  <a:pt x="888112" y="40755"/>
                </a:lnTo>
                <a:lnTo>
                  <a:pt x="899929" y="40755"/>
                </a:lnTo>
                <a:lnTo>
                  <a:pt x="899929" y="10794"/>
                </a:lnTo>
                <a:lnTo>
                  <a:pt x="917422" y="10794"/>
                </a:lnTo>
                <a:lnTo>
                  <a:pt x="917422" y="40755"/>
                </a:lnTo>
                <a:lnTo>
                  <a:pt x="953525" y="40755"/>
                </a:lnTo>
                <a:lnTo>
                  <a:pt x="953525" y="55456"/>
                </a:lnTo>
                <a:lnTo>
                  <a:pt x="917422" y="55456"/>
                </a:lnTo>
                <a:lnTo>
                  <a:pt x="917422" y="102934"/>
                </a:lnTo>
                <a:cubicBezTo>
                  <a:pt x="917422" y="108407"/>
                  <a:pt x="917547" y="112682"/>
                  <a:pt x="917795" y="115760"/>
                </a:cubicBezTo>
                <a:cubicBezTo>
                  <a:pt x="918043" y="118839"/>
                  <a:pt x="918911" y="121714"/>
                  <a:pt x="920400" y="124387"/>
                </a:cubicBezTo>
                <a:cubicBezTo>
                  <a:pt x="921765" y="126875"/>
                  <a:pt x="923641" y="128694"/>
                  <a:pt x="926029" y="129845"/>
                </a:cubicBezTo>
                <a:cubicBezTo>
                  <a:pt x="928418" y="130995"/>
                  <a:pt x="932062" y="131570"/>
                  <a:pt x="936963" y="131570"/>
                </a:cubicBezTo>
                <a:cubicBezTo>
                  <a:pt x="939816" y="131570"/>
                  <a:pt x="942793" y="131151"/>
                  <a:pt x="945895" y="130313"/>
                </a:cubicBezTo>
                <a:cubicBezTo>
                  <a:pt x="948997" y="129476"/>
                  <a:pt x="951230" y="128778"/>
                  <a:pt x="952595" y="128220"/>
                </a:cubicBezTo>
                <a:lnTo>
                  <a:pt x="953525" y="128220"/>
                </a:lnTo>
                <a:lnTo>
                  <a:pt x="953525" y="143866"/>
                </a:lnTo>
                <a:close/>
                <a:moveTo>
                  <a:pt x="1078945" y="172697"/>
                </a:moveTo>
                <a:lnTo>
                  <a:pt x="957052" y="172697"/>
                </a:lnTo>
                <a:lnTo>
                  <a:pt x="957052" y="161531"/>
                </a:lnTo>
                <a:lnTo>
                  <a:pt x="1078945" y="161531"/>
                </a:lnTo>
                <a:lnTo>
                  <a:pt x="1078945" y="172697"/>
                </a:lnTo>
                <a:close/>
                <a:moveTo>
                  <a:pt x="1114631" y="23448"/>
                </a:moveTo>
                <a:lnTo>
                  <a:pt x="1094905" y="23448"/>
                </a:lnTo>
                <a:lnTo>
                  <a:pt x="1094905" y="5211"/>
                </a:lnTo>
                <a:lnTo>
                  <a:pt x="1114631" y="5211"/>
                </a:lnTo>
                <a:lnTo>
                  <a:pt x="1114631" y="23448"/>
                </a:lnTo>
                <a:moveTo>
                  <a:pt x="1113515" y="144782"/>
                </a:moveTo>
                <a:lnTo>
                  <a:pt x="1096022" y="144782"/>
                </a:lnTo>
                <a:lnTo>
                  <a:pt x="1096022" y="40755"/>
                </a:lnTo>
                <a:lnTo>
                  <a:pt x="1113515" y="40755"/>
                </a:lnTo>
                <a:lnTo>
                  <a:pt x="1113515" y="144782"/>
                </a:lnTo>
                <a:close/>
                <a:moveTo>
                  <a:pt x="1234956" y="144782"/>
                </a:moveTo>
                <a:lnTo>
                  <a:pt x="1217463" y="144782"/>
                </a:lnTo>
                <a:lnTo>
                  <a:pt x="1217463" y="85543"/>
                </a:lnTo>
                <a:cubicBezTo>
                  <a:pt x="1217463" y="80761"/>
                  <a:pt x="1217184" y="76274"/>
                  <a:pt x="1216626" y="72083"/>
                </a:cubicBezTo>
                <a:cubicBezTo>
                  <a:pt x="1216068" y="67892"/>
                  <a:pt x="1215044" y="64617"/>
                  <a:pt x="1213555" y="62258"/>
                </a:cubicBezTo>
                <a:cubicBezTo>
                  <a:pt x="1212005" y="59648"/>
                  <a:pt x="1209771" y="57708"/>
                  <a:pt x="1206856" y="56436"/>
                </a:cubicBezTo>
                <a:cubicBezTo>
                  <a:pt x="1203940" y="55163"/>
                  <a:pt x="1200157" y="54526"/>
                  <a:pt x="1195504" y="54526"/>
                </a:cubicBezTo>
                <a:cubicBezTo>
                  <a:pt x="1190728" y="54526"/>
                  <a:pt x="1185734" y="55707"/>
                  <a:pt x="1180523" y="58068"/>
                </a:cubicBezTo>
                <a:cubicBezTo>
                  <a:pt x="1175313" y="60427"/>
                  <a:pt x="1170319" y="63437"/>
                  <a:pt x="1165543" y="67099"/>
                </a:cubicBezTo>
                <a:lnTo>
                  <a:pt x="1165543" y="144782"/>
                </a:lnTo>
                <a:lnTo>
                  <a:pt x="1148050" y="144782"/>
                </a:lnTo>
                <a:lnTo>
                  <a:pt x="1148050" y="40755"/>
                </a:lnTo>
                <a:lnTo>
                  <a:pt x="1165543" y="40755"/>
                </a:lnTo>
                <a:lnTo>
                  <a:pt x="1165543" y="52226"/>
                </a:lnTo>
                <a:cubicBezTo>
                  <a:pt x="1171002" y="47690"/>
                  <a:pt x="1176646" y="44148"/>
                  <a:pt x="1182477" y="41601"/>
                </a:cubicBezTo>
                <a:cubicBezTo>
                  <a:pt x="1188308" y="39052"/>
                  <a:pt x="1194295" y="37777"/>
                  <a:pt x="1200436" y="37777"/>
                </a:cubicBezTo>
                <a:cubicBezTo>
                  <a:pt x="1211663" y="37777"/>
                  <a:pt x="1220224" y="41164"/>
                  <a:pt x="1226117" y="47937"/>
                </a:cubicBezTo>
                <a:cubicBezTo>
                  <a:pt x="1232010" y="54710"/>
                  <a:pt x="1234956" y="64467"/>
                  <a:pt x="1234956" y="77206"/>
                </a:cubicBezTo>
                <a:lnTo>
                  <a:pt x="1234956" y="144782"/>
                </a:lnTo>
                <a:close/>
                <a:moveTo>
                  <a:pt x="1360141" y="91466"/>
                </a:moveTo>
                <a:cubicBezTo>
                  <a:pt x="1360141" y="99916"/>
                  <a:pt x="1358932" y="107636"/>
                  <a:pt x="1356512" y="114626"/>
                </a:cubicBezTo>
                <a:cubicBezTo>
                  <a:pt x="1354093" y="121616"/>
                  <a:pt x="1350681" y="127536"/>
                  <a:pt x="1346277" y="132384"/>
                </a:cubicBezTo>
                <a:cubicBezTo>
                  <a:pt x="1342183" y="136982"/>
                  <a:pt x="1337360" y="140539"/>
                  <a:pt x="1331808" y="143055"/>
                </a:cubicBezTo>
                <a:cubicBezTo>
                  <a:pt x="1326256" y="145571"/>
                  <a:pt x="1320379" y="146829"/>
                  <a:pt x="1314176" y="146829"/>
                </a:cubicBezTo>
                <a:cubicBezTo>
                  <a:pt x="1308779" y="146829"/>
                  <a:pt x="1303894" y="146239"/>
                  <a:pt x="1299520" y="145059"/>
                </a:cubicBezTo>
                <a:cubicBezTo>
                  <a:pt x="1295147" y="143878"/>
                  <a:pt x="1290696" y="142045"/>
                  <a:pt x="1286168" y="139560"/>
                </a:cubicBezTo>
                <a:lnTo>
                  <a:pt x="1286168" y="183118"/>
                </a:lnTo>
                <a:lnTo>
                  <a:pt x="1268675" y="183118"/>
                </a:lnTo>
                <a:lnTo>
                  <a:pt x="1268675" y="40755"/>
                </a:lnTo>
                <a:lnTo>
                  <a:pt x="1286168" y="40755"/>
                </a:lnTo>
                <a:lnTo>
                  <a:pt x="1286168" y="51572"/>
                </a:lnTo>
                <a:cubicBezTo>
                  <a:pt x="1290821" y="47658"/>
                  <a:pt x="1296047" y="44381"/>
                  <a:pt x="1301847" y="41741"/>
                </a:cubicBezTo>
                <a:cubicBezTo>
                  <a:pt x="1307647" y="39098"/>
                  <a:pt x="1313834" y="37777"/>
                  <a:pt x="1320410" y="37777"/>
                </a:cubicBezTo>
                <a:cubicBezTo>
                  <a:pt x="1332940" y="37777"/>
                  <a:pt x="1342695" y="42516"/>
                  <a:pt x="1349673" y="51993"/>
                </a:cubicBezTo>
                <a:cubicBezTo>
                  <a:pt x="1356652" y="61469"/>
                  <a:pt x="1360141" y="74626"/>
                  <a:pt x="1360141" y="91466"/>
                </a:cubicBezTo>
                <a:moveTo>
                  <a:pt x="1342090" y="91931"/>
                </a:moveTo>
                <a:cubicBezTo>
                  <a:pt x="1342090" y="79401"/>
                  <a:pt x="1339950" y="70034"/>
                  <a:pt x="1335670" y="63831"/>
                </a:cubicBezTo>
                <a:cubicBezTo>
                  <a:pt x="1331389" y="57628"/>
                  <a:pt x="1324814" y="54526"/>
                  <a:pt x="1315943" y="54526"/>
                </a:cubicBezTo>
                <a:cubicBezTo>
                  <a:pt x="1310919" y="54526"/>
                  <a:pt x="1305863" y="55612"/>
                  <a:pt x="1300777" y="57783"/>
                </a:cubicBezTo>
                <a:cubicBezTo>
                  <a:pt x="1295690" y="59954"/>
                  <a:pt x="1290821" y="62807"/>
                  <a:pt x="1286168" y="66343"/>
                </a:cubicBezTo>
                <a:lnTo>
                  <a:pt x="1286168" y="125242"/>
                </a:lnTo>
                <a:cubicBezTo>
                  <a:pt x="1291131" y="127476"/>
                  <a:pt x="1295395" y="128995"/>
                  <a:pt x="1298962" y="129802"/>
                </a:cubicBezTo>
                <a:cubicBezTo>
                  <a:pt x="1302529" y="130608"/>
                  <a:pt x="1306577" y="131011"/>
                  <a:pt x="1311105" y="131011"/>
                </a:cubicBezTo>
                <a:cubicBezTo>
                  <a:pt x="1320844" y="131011"/>
                  <a:pt x="1328443" y="127724"/>
                  <a:pt x="1333902" y="121148"/>
                </a:cubicBezTo>
                <a:cubicBezTo>
                  <a:pt x="1339360" y="114573"/>
                  <a:pt x="1342090" y="104834"/>
                  <a:pt x="1342090" y="91931"/>
                </a:cubicBezTo>
                <a:close/>
                <a:moveTo>
                  <a:pt x="1473557" y="144782"/>
                </a:moveTo>
                <a:lnTo>
                  <a:pt x="1456064" y="144782"/>
                </a:lnTo>
                <a:lnTo>
                  <a:pt x="1456064" y="133311"/>
                </a:lnTo>
                <a:cubicBezTo>
                  <a:pt x="1450171" y="137971"/>
                  <a:pt x="1444526" y="141545"/>
                  <a:pt x="1439130" y="144032"/>
                </a:cubicBezTo>
                <a:cubicBezTo>
                  <a:pt x="1433733" y="146517"/>
                  <a:pt x="1427778" y="147760"/>
                  <a:pt x="1421265" y="147760"/>
                </a:cubicBezTo>
                <a:cubicBezTo>
                  <a:pt x="1410347" y="147760"/>
                  <a:pt x="1401849" y="144420"/>
                  <a:pt x="1395769" y="137740"/>
                </a:cubicBezTo>
                <a:cubicBezTo>
                  <a:pt x="1389690" y="131060"/>
                  <a:pt x="1386651" y="121257"/>
                  <a:pt x="1386651" y="108331"/>
                </a:cubicBezTo>
                <a:lnTo>
                  <a:pt x="1386651" y="40755"/>
                </a:lnTo>
                <a:lnTo>
                  <a:pt x="1404144" y="40755"/>
                </a:lnTo>
                <a:lnTo>
                  <a:pt x="1404144" y="99994"/>
                </a:lnTo>
                <a:cubicBezTo>
                  <a:pt x="1404144" y="105273"/>
                  <a:pt x="1404392" y="109791"/>
                  <a:pt x="1404888" y="113547"/>
                </a:cubicBezTo>
                <a:cubicBezTo>
                  <a:pt x="1405384" y="117304"/>
                  <a:pt x="1406439" y="120517"/>
                  <a:pt x="1408052" y="123187"/>
                </a:cubicBezTo>
                <a:cubicBezTo>
                  <a:pt x="1409727" y="125920"/>
                  <a:pt x="1411898" y="127908"/>
                  <a:pt x="1414565" y="129150"/>
                </a:cubicBezTo>
                <a:cubicBezTo>
                  <a:pt x="1417232" y="130391"/>
                  <a:pt x="1421109" y="131011"/>
                  <a:pt x="1426196" y="131011"/>
                </a:cubicBezTo>
                <a:cubicBezTo>
                  <a:pt x="1430724" y="131011"/>
                  <a:pt x="1435671" y="129832"/>
                  <a:pt x="1441037" y="127473"/>
                </a:cubicBezTo>
                <a:cubicBezTo>
                  <a:pt x="1446403" y="125112"/>
                  <a:pt x="1451412" y="122100"/>
                  <a:pt x="1456064" y="118438"/>
                </a:cubicBezTo>
                <a:lnTo>
                  <a:pt x="1456064" y="40755"/>
                </a:lnTo>
                <a:lnTo>
                  <a:pt x="1473557" y="40755"/>
                </a:lnTo>
                <a:lnTo>
                  <a:pt x="1473557" y="144782"/>
                </a:lnTo>
                <a:close/>
                <a:moveTo>
                  <a:pt x="1561988" y="143866"/>
                </a:moveTo>
                <a:cubicBezTo>
                  <a:pt x="1558701" y="144731"/>
                  <a:pt x="1555118" y="145441"/>
                  <a:pt x="1551241" y="145995"/>
                </a:cubicBezTo>
                <a:cubicBezTo>
                  <a:pt x="1547364" y="146551"/>
                  <a:pt x="1543906" y="146829"/>
                  <a:pt x="1540867" y="146829"/>
                </a:cubicBezTo>
                <a:cubicBezTo>
                  <a:pt x="1530259" y="146829"/>
                  <a:pt x="1522195" y="143973"/>
                  <a:pt x="1516674" y="138260"/>
                </a:cubicBezTo>
                <a:cubicBezTo>
                  <a:pt x="1511153" y="132548"/>
                  <a:pt x="1508393" y="123388"/>
                  <a:pt x="1508393" y="110782"/>
                </a:cubicBezTo>
                <a:lnTo>
                  <a:pt x="1508393" y="55456"/>
                </a:lnTo>
                <a:lnTo>
                  <a:pt x="1496576" y="55456"/>
                </a:lnTo>
                <a:lnTo>
                  <a:pt x="1496576" y="40755"/>
                </a:lnTo>
                <a:lnTo>
                  <a:pt x="1508393" y="40755"/>
                </a:lnTo>
                <a:lnTo>
                  <a:pt x="1508393" y="10794"/>
                </a:lnTo>
                <a:lnTo>
                  <a:pt x="1525886" y="10794"/>
                </a:lnTo>
                <a:lnTo>
                  <a:pt x="1525886" y="40755"/>
                </a:lnTo>
                <a:lnTo>
                  <a:pt x="1561988" y="40755"/>
                </a:lnTo>
                <a:lnTo>
                  <a:pt x="1561988" y="55456"/>
                </a:lnTo>
                <a:lnTo>
                  <a:pt x="1525886" y="55456"/>
                </a:lnTo>
                <a:lnTo>
                  <a:pt x="1525886" y="102934"/>
                </a:lnTo>
                <a:cubicBezTo>
                  <a:pt x="1525886" y="108407"/>
                  <a:pt x="1526010" y="112682"/>
                  <a:pt x="1526258" y="115760"/>
                </a:cubicBezTo>
                <a:cubicBezTo>
                  <a:pt x="1526506" y="118839"/>
                  <a:pt x="1527375" y="121714"/>
                  <a:pt x="1528863" y="124387"/>
                </a:cubicBezTo>
                <a:cubicBezTo>
                  <a:pt x="1530228" y="126875"/>
                  <a:pt x="1532105" y="128694"/>
                  <a:pt x="1534493" y="129845"/>
                </a:cubicBezTo>
                <a:cubicBezTo>
                  <a:pt x="1536881" y="130995"/>
                  <a:pt x="1540525" y="131570"/>
                  <a:pt x="1545426" y="131570"/>
                </a:cubicBezTo>
                <a:cubicBezTo>
                  <a:pt x="1548279" y="131570"/>
                  <a:pt x="1551257" y="131151"/>
                  <a:pt x="1554359" y="130313"/>
                </a:cubicBezTo>
                <a:cubicBezTo>
                  <a:pt x="1557460" y="129476"/>
                  <a:pt x="1559693" y="128778"/>
                  <a:pt x="1561058" y="128220"/>
                </a:cubicBezTo>
                <a:lnTo>
                  <a:pt x="1561988" y="128220"/>
                </a:lnTo>
                <a:lnTo>
                  <a:pt x="1561988" y="143866"/>
                </a:lnTo>
                <a:close/>
                <a:moveTo>
                  <a:pt x="1638744" y="183118"/>
                </a:moveTo>
                <a:lnTo>
                  <a:pt x="1617436" y="183118"/>
                </a:lnTo>
                <a:cubicBezTo>
                  <a:pt x="1606457" y="170526"/>
                  <a:pt x="1597927" y="156786"/>
                  <a:pt x="1591848" y="141898"/>
                </a:cubicBezTo>
                <a:cubicBezTo>
                  <a:pt x="1585769" y="127010"/>
                  <a:pt x="1582730" y="110231"/>
                  <a:pt x="1582730" y="91559"/>
                </a:cubicBezTo>
                <a:cubicBezTo>
                  <a:pt x="1582730" y="72887"/>
                  <a:pt x="1585769" y="56108"/>
                  <a:pt x="1591848" y="41220"/>
                </a:cubicBezTo>
                <a:cubicBezTo>
                  <a:pt x="1597927" y="26333"/>
                  <a:pt x="1606457" y="12592"/>
                  <a:pt x="1617436" y="0"/>
                </a:cubicBezTo>
                <a:lnTo>
                  <a:pt x="1638744" y="0"/>
                </a:lnTo>
                <a:lnTo>
                  <a:pt x="1638744" y="930"/>
                </a:lnTo>
                <a:cubicBezTo>
                  <a:pt x="1633720" y="5459"/>
                  <a:pt x="1628928" y="10685"/>
                  <a:pt x="1624369" y="16609"/>
                </a:cubicBezTo>
                <a:cubicBezTo>
                  <a:pt x="1619809" y="22533"/>
                  <a:pt x="1615576" y="29434"/>
                  <a:pt x="1611668" y="37312"/>
                </a:cubicBezTo>
                <a:cubicBezTo>
                  <a:pt x="1607946" y="44942"/>
                  <a:pt x="1604922" y="53347"/>
                  <a:pt x="1602595" y="62528"/>
                </a:cubicBezTo>
                <a:cubicBezTo>
                  <a:pt x="1600269" y="71709"/>
                  <a:pt x="1599106" y="81386"/>
                  <a:pt x="1599106" y="91559"/>
                </a:cubicBezTo>
                <a:cubicBezTo>
                  <a:pt x="1599106" y="102167"/>
                  <a:pt x="1600238" y="111874"/>
                  <a:pt x="1602502" y="120683"/>
                </a:cubicBezTo>
                <a:cubicBezTo>
                  <a:pt x="1604766" y="129492"/>
                  <a:pt x="1607822" y="137866"/>
                  <a:pt x="1611668" y="145806"/>
                </a:cubicBezTo>
                <a:cubicBezTo>
                  <a:pt x="1615389" y="153436"/>
                  <a:pt x="1619639" y="160337"/>
                  <a:pt x="1624415" y="166509"/>
                </a:cubicBezTo>
                <a:cubicBezTo>
                  <a:pt x="1629192" y="172681"/>
                  <a:pt x="1633968" y="177907"/>
                  <a:pt x="1638744" y="182188"/>
                </a:cubicBezTo>
                <a:lnTo>
                  <a:pt x="1638744" y="183118"/>
                </a:lnTo>
                <a:close/>
                <a:moveTo>
                  <a:pt x="1722096" y="91559"/>
                </a:moveTo>
                <a:cubicBezTo>
                  <a:pt x="1722096" y="110231"/>
                  <a:pt x="1719056" y="127010"/>
                  <a:pt x="1712977" y="141898"/>
                </a:cubicBezTo>
                <a:cubicBezTo>
                  <a:pt x="1706898" y="156786"/>
                  <a:pt x="1698369" y="170526"/>
                  <a:pt x="1687389" y="183118"/>
                </a:cubicBezTo>
                <a:lnTo>
                  <a:pt x="1666081" y="183118"/>
                </a:lnTo>
                <a:lnTo>
                  <a:pt x="1666081" y="182188"/>
                </a:lnTo>
                <a:cubicBezTo>
                  <a:pt x="1670858" y="177907"/>
                  <a:pt x="1675649" y="172681"/>
                  <a:pt x="1680457" y="166509"/>
                </a:cubicBezTo>
                <a:cubicBezTo>
                  <a:pt x="1685264" y="160337"/>
                  <a:pt x="1689498" y="153436"/>
                  <a:pt x="1693158" y="145806"/>
                </a:cubicBezTo>
                <a:cubicBezTo>
                  <a:pt x="1697004" y="137866"/>
                  <a:pt x="1700059" y="129492"/>
                  <a:pt x="1702323" y="120683"/>
                </a:cubicBezTo>
                <a:cubicBezTo>
                  <a:pt x="1704587" y="111874"/>
                  <a:pt x="1705719" y="102167"/>
                  <a:pt x="1705719" y="91559"/>
                </a:cubicBezTo>
                <a:cubicBezTo>
                  <a:pt x="1705719" y="81386"/>
                  <a:pt x="1704572" y="71709"/>
                  <a:pt x="1702277" y="62528"/>
                </a:cubicBezTo>
                <a:cubicBezTo>
                  <a:pt x="1699981" y="53347"/>
                  <a:pt x="1696942" y="44942"/>
                  <a:pt x="1693158" y="37312"/>
                </a:cubicBezTo>
                <a:cubicBezTo>
                  <a:pt x="1689250" y="29434"/>
                  <a:pt x="1685016" y="22533"/>
                  <a:pt x="1680457" y="16609"/>
                </a:cubicBezTo>
                <a:cubicBezTo>
                  <a:pt x="1675898" y="10685"/>
                  <a:pt x="1671106" y="5459"/>
                  <a:pt x="1666081" y="930"/>
                </a:cubicBezTo>
                <a:lnTo>
                  <a:pt x="1666081" y="0"/>
                </a:lnTo>
                <a:lnTo>
                  <a:pt x="1687389" y="0"/>
                </a:lnTo>
                <a:cubicBezTo>
                  <a:pt x="1698369" y="12592"/>
                  <a:pt x="1706898" y="26333"/>
                  <a:pt x="1712977" y="41220"/>
                </a:cubicBezTo>
                <a:cubicBezTo>
                  <a:pt x="1719056" y="56108"/>
                  <a:pt x="1722096" y="72887"/>
                  <a:pt x="1722096" y="91559"/>
                </a:cubicBezTo>
                <a:close/>
                <a:moveTo>
                  <a:pt x="1793351" y="67367"/>
                </a:moveTo>
                <a:lnTo>
                  <a:pt x="1771112" y="67367"/>
                </a:lnTo>
                <a:lnTo>
                  <a:pt x="1771112" y="40755"/>
                </a:lnTo>
                <a:lnTo>
                  <a:pt x="1793351" y="40755"/>
                </a:lnTo>
                <a:lnTo>
                  <a:pt x="1793351" y="67367"/>
                </a:lnTo>
                <a:moveTo>
                  <a:pt x="1800143" y="118171"/>
                </a:moveTo>
                <a:lnTo>
                  <a:pt x="1773904" y="179210"/>
                </a:lnTo>
                <a:lnTo>
                  <a:pt x="1760319" y="179210"/>
                </a:lnTo>
                <a:lnTo>
                  <a:pt x="1776509" y="118171"/>
                </a:lnTo>
                <a:lnTo>
                  <a:pt x="1800143" y="1181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CEA7629B-FA42-4239-8664-95C1D3B9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49" y="506220"/>
            <a:ext cx="41019" cy="110572"/>
          </a:xfrm>
          <a:custGeom xmlns:a="http://schemas.openxmlformats.org/drawingml/2006/main">
            <a:pathLst>
              <a:path w="41019" h="110572">
                <a:moveTo>
                  <a:pt x="0" y="31946"/>
                </a:moveTo>
                <a:lnTo>
                  <a:pt x="0" y="21246"/>
                </a:lnTo>
                <a:cubicBezTo>
                  <a:pt x="10080" y="20264"/>
                  <a:pt x="17110" y="18622"/>
                  <a:pt x="21091" y="16322"/>
                </a:cubicBezTo>
                <a:cubicBezTo>
                  <a:pt x="25071" y="14022"/>
                  <a:pt x="28044" y="8581"/>
                  <a:pt x="30008" y="0"/>
                </a:cubicBezTo>
                <a:lnTo>
                  <a:pt x="41019" y="0"/>
                </a:lnTo>
                <a:lnTo>
                  <a:pt x="41019" y="110572"/>
                </a:lnTo>
                <a:lnTo>
                  <a:pt x="26131" y="110572"/>
                </a:lnTo>
                <a:lnTo>
                  <a:pt x="26131" y="31946"/>
                </a:lnTo>
                <a:lnTo>
                  <a:pt x="0" y="319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F3746A-0106-4F7F-95EA-DBCD6887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787" y="823235"/>
            <a:ext cx="3096632" cy="317603"/>
          </a:xfrm>
          <a:custGeom xmlns:a="http://schemas.openxmlformats.org/drawingml/2006/main">
            <a:pathLst>
              <a:path w="3096632" h="317603">
                <a:moveTo>
                  <a:pt x="0" y="0"/>
                </a:moveTo>
                <a:lnTo>
                  <a:pt x="3096632" y="0"/>
                </a:lnTo>
                <a:lnTo>
                  <a:pt x="3096632" y="317603"/>
                </a:lnTo>
                <a:lnTo>
                  <a:pt x="0" y="31760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0F0F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9EAB89-0D88-4116-98F1-05DC47AE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787" y="823235"/>
            <a:ext cx="3096632" cy="317603"/>
          </a:xfrm>
          <a:custGeom xmlns:a="http://schemas.openxmlformats.org/drawingml/2006/main">
            <a:pathLst>
              <a:path w="3096632" h="317603" fill="none">
                <a:moveTo>
                  <a:pt x="0" y="0"/>
                </a:moveTo>
                <a:lnTo>
                  <a:pt x="3096632" y="0"/>
                </a:lnTo>
                <a:lnTo>
                  <a:pt x="3096632" y="317603"/>
                </a:lnTo>
                <a:lnTo>
                  <a:pt x="0" y="31760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587" cap="flat">
            <a:solidFill>
              <a:srgbClr val="F0F0F0"/>
            </a:solidFill>
            <a:miter/>
          </a:ln>
        </p:spPr>
      </p:sp>
      <p:sp>
        <p:nvSpPr>
          <p:cNvPr id="8" name="Text char">
            <a:extLst xmlns:a="http://schemas.openxmlformats.org/drawingml/2006/main">
              <a:ext uri="{FF2B5EF4-FFF2-40B4-BE49-F238E27FC236}">
                <a16:creationId xmlns:a16="http://schemas.microsoft.com/office/drawing/2014/main" id="{85FD44FD-2ED3-42C1-B732-EFDCF704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730" y="906067"/>
            <a:ext cx="406734" cy="147760"/>
          </a:xfrm>
          <a:custGeom xmlns:a="http://schemas.openxmlformats.org/drawingml/2006/main">
            <a:pathLst>
              <a:path w="406734" h="147760">
                <a:moveTo>
                  <a:pt x="84301" y="138362"/>
                </a:moveTo>
                <a:cubicBezTo>
                  <a:pt x="78470" y="141154"/>
                  <a:pt x="72934" y="143325"/>
                  <a:pt x="67692" y="144875"/>
                </a:cubicBezTo>
                <a:cubicBezTo>
                  <a:pt x="62451" y="146426"/>
                  <a:pt x="56883" y="147202"/>
                  <a:pt x="50990" y="147202"/>
                </a:cubicBezTo>
                <a:cubicBezTo>
                  <a:pt x="43484" y="147202"/>
                  <a:pt x="36599" y="146099"/>
                  <a:pt x="30334" y="143893"/>
                </a:cubicBezTo>
                <a:cubicBezTo>
                  <a:pt x="24068" y="141687"/>
                  <a:pt x="18703" y="138347"/>
                  <a:pt x="14236" y="133873"/>
                </a:cubicBezTo>
                <a:cubicBezTo>
                  <a:pt x="9708" y="129398"/>
                  <a:pt x="6203" y="123744"/>
                  <a:pt x="3722" y="116909"/>
                </a:cubicBezTo>
                <a:cubicBezTo>
                  <a:pt x="1241" y="110074"/>
                  <a:pt x="0" y="102089"/>
                  <a:pt x="0" y="92955"/>
                </a:cubicBezTo>
                <a:cubicBezTo>
                  <a:pt x="0" y="75929"/>
                  <a:pt x="4668" y="62570"/>
                  <a:pt x="14004" y="52877"/>
                </a:cubicBezTo>
                <a:cubicBezTo>
                  <a:pt x="23339" y="43183"/>
                  <a:pt x="35668" y="38336"/>
                  <a:pt x="50990" y="38336"/>
                </a:cubicBezTo>
                <a:cubicBezTo>
                  <a:pt x="56945" y="38336"/>
                  <a:pt x="62792" y="39173"/>
                  <a:pt x="68530" y="40848"/>
                </a:cubicBezTo>
                <a:cubicBezTo>
                  <a:pt x="74268" y="42523"/>
                  <a:pt x="79525" y="44570"/>
                  <a:pt x="84301" y="46989"/>
                </a:cubicBezTo>
                <a:lnTo>
                  <a:pt x="84301" y="66436"/>
                </a:lnTo>
                <a:lnTo>
                  <a:pt x="83371" y="66436"/>
                </a:lnTo>
                <a:cubicBezTo>
                  <a:pt x="78036" y="62309"/>
                  <a:pt x="72531" y="59138"/>
                  <a:pt x="66855" y="56922"/>
                </a:cubicBezTo>
                <a:cubicBezTo>
                  <a:pt x="61179" y="54704"/>
                  <a:pt x="55643" y="53596"/>
                  <a:pt x="50246" y="53596"/>
                </a:cubicBezTo>
                <a:cubicBezTo>
                  <a:pt x="40321" y="53596"/>
                  <a:pt x="32489" y="56930"/>
                  <a:pt x="26751" y="63598"/>
                </a:cubicBezTo>
                <a:cubicBezTo>
                  <a:pt x="21013" y="70267"/>
                  <a:pt x="18144" y="80052"/>
                  <a:pt x="18144" y="92955"/>
                </a:cubicBezTo>
                <a:cubicBezTo>
                  <a:pt x="18144" y="105485"/>
                  <a:pt x="20951" y="115116"/>
                  <a:pt x="26565" y="121846"/>
                </a:cubicBezTo>
                <a:cubicBezTo>
                  <a:pt x="32179" y="128577"/>
                  <a:pt x="40073" y="131942"/>
                  <a:pt x="50246" y="131942"/>
                </a:cubicBezTo>
                <a:cubicBezTo>
                  <a:pt x="53782" y="131942"/>
                  <a:pt x="57379" y="131480"/>
                  <a:pt x="61039" y="130558"/>
                </a:cubicBezTo>
                <a:cubicBezTo>
                  <a:pt x="64699" y="129633"/>
                  <a:pt x="67987" y="128431"/>
                  <a:pt x="70902" y="126952"/>
                </a:cubicBezTo>
                <a:cubicBezTo>
                  <a:pt x="73446" y="125659"/>
                  <a:pt x="75834" y="124290"/>
                  <a:pt x="78067" y="122843"/>
                </a:cubicBezTo>
                <a:cubicBezTo>
                  <a:pt x="80300" y="121395"/>
                  <a:pt x="82068" y="120148"/>
                  <a:pt x="83371" y="119101"/>
                </a:cubicBezTo>
                <a:lnTo>
                  <a:pt x="84301" y="119101"/>
                </a:lnTo>
                <a:lnTo>
                  <a:pt x="84301" y="138362"/>
                </a:lnTo>
                <a:close/>
                <a:moveTo>
                  <a:pt x="193633" y="144782"/>
                </a:moveTo>
                <a:lnTo>
                  <a:pt x="176140" y="144782"/>
                </a:lnTo>
                <a:lnTo>
                  <a:pt x="176140" y="85543"/>
                </a:lnTo>
                <a:cubicBezTo>
                  <a:pt x="176140" y="80761"/>
                  <a:pt x="175861" y="76274"/>
                  <a:pt x="175303" y="72083"/>
                </a:cubicBezTo>
                <a:cubicBezTo>
                  <a:pt x="174744" y="67892"/>
                  <a:pt x="173721" y="64617"/>
                  <a:pt x="172232" y="62258"/>
                </a:cubicBezTo>
                <a:cubicBezTo>
                  <a:pt x="170681" y="59648"/>
                  <a:pt x="168448" y="57708"/>
                  <a:pt x="165533" y="56436"/>
                </a:cubicBezTo>
                <a:cubicBezTo>
                  <a:pt x="162617" y="55163"/>
                  <a:pt x="158833" y="54526"/>
                  <a:pt x="154181" y="54526"/>
                </a:cubicBezTo>
                <a:cubicBezTo>
                  <a:pt x="149404" y="54526"/>
                  <a:pt x="144411" y="55707"/>
                  <a:pt x="139200" y="58068"/>
                </a:cubicBezTo>
                <a:cubicBezTo>
                  <a:pt x="133989" y="60427"/>
                  <a:pt x="128996" y="63437"/>
                  <a:pt x="124219" y="67099"/>
                </a:cubicBezTo>
                <a:lnTo>
                  <a:pt x="124219" y="144782"/>
                </a:lnTo>
                <a:lnTo>
                  <a:pt x="106726" y="144782"/>
                </a:lnTo>
                <a:lnTo>
                  <a:pt x="106726" y="0"/>
                </a:lnTo>
                <a:lnTo>
                  <a:pt x="124219" y="0"/>
                </a:lnTo>
                <a:lnTo>
                  <a:pt x="124219" y="52226"/>
                </a:lnTo>
                <a:cubicBezTo>
                  <a:pt x="129678" y="47690"/>
                  <a:pt x="135323" y="44148"/>
                  <a:pt x="141154" y="41601"/>
                </a:cubicBezTo>
                <a:cubicBezTo>
                  <a:pt x="146985" y="39052"/>
                  <a:pt x="152971" y="37777"/>
                  <a:pt x="159112" y="37777"/>
                </a:cubicBezTo>
                <a:cubicBezTo>
                  <a:pt x="170340" y="37777"/>
                  <a:pt x="178901" y="41164"/>
                  <a:pt x="184794" y="47937"/>
                </a:cubicBezTo>
                <a:cubicBezTo>
                  <a:pt x="190687" y="54710"/>
                  <a:pt x="193633" y="64467"/>
                  <a:pt x="193633" y="77206"/>
                </a:cubicBezTo>
                <a:lnTo>
                  <a:pt x="193633" y="144782"/>
                </a:lnTo>
                <a:close/>
                <a:moveTo>
                  <a:pt x="308118" y="144782"/>
                </a:moveTo>
                <a:lnTo>
                  <a:pt x="290718" y="144782"/>
                </a:lnTo>
                <a:lnTo>
                  <a:pt x="290718" y="133785"/>
                </a:lnTo>
                <a:cubicBezTo>
                  <a:pt x="289167" y="134842"/>
                  <a:pt x="287073" y="136317"/>
                  <a:pt x="284437" y="138211"/>
                </a:cubicBezTo>
                <a:cubicBezTo>
                  <a:pt x="281801" y="140105"/>
                  <a:pt x="279242" y="141611"/>
                  <a:pt x="276761" y="142730"/>
                </a:cubicBezTo>
                <a:cubicBezTo>
                  <a:pt x="273845" y="144158"/>
                  <a:pt x="270495" y="145353"/>
                  <a:pt x="266711" y="146315"/>
                </a:cubicBezTo>
                <a:cubicBezTo>
                  <a:pt x="262928" y="147278"/>
                  <a:pt x="258492" y="147760"/>
                  <a:pt x="253406" y="147760"/>
                </a:cubicBezTo>
                <a:cubicBezTo>
                  <a:pt x="244039" y="147760"/>
                  <a:pt x="236099" y="144654"/>
                  <a:pt x="229585" y="138444"/>
                </a:cubicBezTo>
                <a:cubicBezTo>
                  <a:pt x="223072" y="132233"/>
                  <a:pt x="219815" y="124313"/>
                  <a:pt x="219815" y="114684"/>
                </a:cubicBezTo>
                <a:cubicBezTo>
                  <a:pt x="219815" y="106797"/>
                  <a:pt x="221506" y="100415"/>
                  <a:pt x="224886" y="95540"/>
                </a:cubicBezTo>
                <a:cubicBezTo>
                  <a:pt x="228267" y="90662"/>
                  <a:pt x="233090" y="86827"/>
                  <a:pt x="239355" y="84034"/>
                </a:cubicBezTo>
                <a:cubicBezTo>
                  <a:pt x="245683" y="81238"/>
                  <a:pt x="253282" y="79344"/>
                  <a:pt x="262152" y="78349"/>
                </a:cubicBezTo>
                <a:cubicBezTo>
                  <a:pt x="271023" y="77355"/>
                  <a:pt x="280545" y="76609"/>
                  <a:pt x="290718" y="76113"/>
                </a:cubicBezTo>
                <a:lnTo>
                  <a:pt x="290718" y="73391"/>
                </a:lnTo>
                <a:cubicBezTo>
                  <a:pt x="290718" y="69388"/>
                  <a:pt x="290020" y="66074"/>
                  <a:pt x="288624" y="63447"/>
                </a:cubicBezTo>
                <a:cubicBezTo>
                  <a:pt x="287228" y="60820"/>
                  <a:pt x="285228" y="58756"/>
                  <a:pt x="282623" y="57253"/>
                </a:cubicBezTo>
                <a:cubicBezTo>
                  <a:pt x="280141" y="55815"/>
                  <a:pt x="277164" y="54846"/>
                  <a:pt x="273690" y="54346"/>
                </a:cubicBezTo>
                <a:cubicBezTo>
                  <a:pt x="270216" y="53846"/>
                  <a:pt x="266587" y="53596"/>
                  <a:pt x="262803" y="53596"/>
                </a:cubicBezTo>
                <a:cubicBezTo>
                  <a:pt x="258213" y="53596"/>
                  <a:pt x="253095" y="54217"/>
                  <a:pt x="247451" y="55459"/>
                </a:cubicBezTo>
                <a:cubicBezTo>
                  <a:pt x="241806" y="56700"/>
                  <a:pt x="235975" y="58498"/>
                  <a:pt x="229958" y="60853"/>
                </a:cubicBezTo>
                <a:lnTo>
                  <a:pt x="229027" y="60853"/>
                </a:lnTo>
                <a:lnTo>
                  <a:pt x="229027" y="43081"/>
                </a:lnTo>
                <a:cubicBezTo>
                  <a:pt x="232439" y="42151"/>
                  <a:pt x="237370" y="41127"/>
                  <a:pt x="243822" y="40011"/>
                </a:cubicBezTo>
                <a:cubicBezTo>
                  <a:pt x="250273" y="38894"/>
                  <a:pt x="256631" y="38336"/>
                  <a:pt x="262896" y="38336"/>
                </a:cubicBezTo>
                <a:cubicBezTo>
                  <a:pt x="270216" y="38336"/>
                  <a:pt x="276590" y="38941"/>
                  <a:pt x="282018" y="40150"/>
                </a:cubicBezTo>
                <a:cubicBezTo>
                  <a:pt x="287446" y="41360"/>
                  <a:pt x="292145" y="43422"/>
                  <a:pt x="296115" y="46338"/>
                </a:cubicBezTo>
                <a:cubicBezTo>
                  <a:pt x="300023" y="49191"/>
                  <a:pt x="303000" y="52882"/>
                  <a:pt x="305047" y="57410"/>
                </a:cubicBezTo>
                <a:cubicBezTo>
                  <a:pt x="307094" y="61939"/>
                  <a:pt x="308118" y="67553"/>
                  <a:pt x="308118" y="74252"/>
                </a:cubicBezTo>
                <a:lnTo>
                  <a:pt x="308118" y="144782"/>
                </a:lnTo>
                <a:moveTo>
                  <a:pt x="290718" y="119325"/>
                </a:moveTo>
                <a:lnTo>
                  <a:pt x="290718" y="90256"/>
                </a:lnTo>
                <a:cubicBezTo>
                  <a:pt x="285383" y="90568"/>
                  <a:pt x="279102" y="91037"/>
                  <a:pt x="271876" y="91661"/>
                </a:cubicBezTo>
                <a:cubicBezTo>
                  <a:pt x="264649" y="92283"/>
                  <a:pt x="258926" y="93185"/>
                  <a:pt x="254708" y="94368"/>
                </a:cubicBezTo>
                <a:cubicBezTo>
                  <a:pt x="249684" y="95802"/>
                  <a:pt x="245621" y="98031"/>
                  <a:pt x="242519" y="101053"/>
                </a:cubicBezTo>
                <a:cubicBezTo>
                  <a:pt x="239417" y="104075"/>
                  <a:pt x="237867" y="108234"/>
                  <a:pt x="237867" y="113530"/>
                </a:cubicBezTo>
                <a:cubicBezTo>
                  <a:pt x="237867" y="119512"/>
                  <a:pt x="239666" y="124014"/>
                  <a:pt x="243263" y="127036"/>
                </a:cubicBezTo>
                <a:cubicBezTo>
                  <a:pt x="246861" y="130059"/>
                  <a:pt x="252351" y="131570"/>
                  <a:pt x="259733" y="131570"/>
                </a:cubicBezTo>
                <a:cubicBezTo>
                  <a:pt x="265874" y="131570"/>
                  <a:pt x="271488" y="130371"/>
                  <a:pt x="276575" y="127973"/>
                </a:cubicBezTo>
                <a:cubicBezTo>
                  <a:pt x="281661" y="125573"/>
                  <a:pt x="286376" y="122690"/>
                  <a:pt x="290718" y="119325"/>
                </a:cubicBezTo>
                <a:close/>
                <a:moveTo>
                  <a:pt x="406734" y="59737"/>
                </a:moveTo>
                <a:lnTo>
                  <a:pt x="405804" y="59737"/>
                </a:lnTo>
                <a:cubicBezTo>
                  <a:pt x="403198" y="59149"/>
                  <a:pt x="400671" y="58724"/>
                  <a:pt x="398220" y="58460"/>
                </a:cubicBezTo>
                <a:cubicBezTo>
                  <a:pt x="395770" y="58195"/>
                  <a:pt x="392870" y="58062"/>
                  <a:pt x="389520" y="58062"/>
                </a:cubicBezTo>
                <a:cubicBezTo>
                  <a:pt x="384124" y="58062"/>
                  <a:pt x="378913" y="59258"/>
                  <a:pt x="373888" y="61650"/>
                </a:cubicBezTo>
                <a:cubicBezTo>
                  <a:pt x="368864" y="64040"/>
                  <a:pt x="364025" y="67129"/>
                  <a:pt x="359373" y="70917"/>
                </a:cubicBezTo>
                <a:lnTo>
                  <a:pt x="359373" y="144782"/>
                </a:lnTo>
                <a:lnTo>
                  <a:pt x="341880" y="144782"/>
                </a:lnTo>
                <a:lnTo>
                  <a:pt x="341880" y="40755"/>
                </a:lnTo>
                <a:lnTo>
                  <a:pt x="359373" y="40755"/>
                </a:lnTo>
                <a:lnTo>
                  <a:pt x="359373" y="56122"/>
                </a:lnTo>
                <a:cubicBezTo>
                  <a:pt x="366320" y="50534"/>
                  <a:pt x="372446" y="46575"/>
                  <a:pt x="377750" y="44247"/>
                </a:cubicBezTo>
                <a:cubicBezTo>
                  <a:pt x="383053" y="41919"/>
                  <a:pt x="388466" y="40755"/>
                  <a:pt x="393987" y="40755"/>
                </a:cubicBezTo>
                <a:cubicBezTo>
                  <a:pt x="397026" y="40755"/>
                  <a:pt x="399228" y="40832"/>
                  <a:pt x="400593" y="40988"/>
                </a:cubicBezTo>
                <a:cubicBezTo>
                  <a:pt x="401958" y="41141"/>
                  <a:pt x="404005" y="41433"/>
                  <a:pt x="406734" y="41866"/>
                </a:cubicBezTo>
                <a:lnTo>
                  <a:pt x="406734" y="59737"/>
                </a:lnTo>
                <a:close/>
              </a:path>
            </a:pathLst>
          </a:custGeom>
          <a:solidFill xmlns:a="http://schemas.openxmlformats.org/drawingml/2006/main">
            <a:srgbClr val="666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Text c,d=get_input();">
            <a:extLst xmlns:a="http://schemas.openxmlformats.org/drawingml/2006/main">
              <a:ext uri="{FF2B5EF4-FFF2-40B4-BE49-F238E27FC236}">
                <a16:creationId xmlns:a16="http://schemas.microsoft.com/office/drawing/2014/main" id="{26A5E497-F11A-4638-94AA-183CFC3C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504" y="906067"/>
            <a:ext cx="1784806" cy="184235"/>
          </a:xfrm>
          <a:custGeom xmlns:a="http://schemas.openxmlformats.org/drawingml/2006/main">
            <a:pathLst>
              <a:path w="1784806" h="184235">
                <a:moveTo>
                  <a:pt x="84301" y="138362"/>
                </a:moveTo>
                <a:cubicBezTo>
                  <a:pt x="78470" y="141154"/>
                  <a:pt x="72934" y="143325"/>
                  <a:pt x="67692" y="144875"/>
                </a:cubicBezTo>
                <a:cubicBezTo>
                  <a:pt x="62451" y="146426"/>
                  <a:pt x="56883" y="147202"/>
                  <a:pt x="50990" y="147202"/>
                </a:cubicBezTo>
                <a:cubicBezTo>
                  <a:pt x="43484" y="147202"/>
                  <a:pt x="36599" y="146099"/>
                  <a:pt x="30334" y="143893"/>
                </a:cubicBezTo>
                <a:cubicBezTo>
                  <a:pt x="24068" y="141687"/>
                  <a:pt x="18703" y="138347"/>
                  <a:pt x="14236" y="133873"/>
                </a:cubicBezTo>
                <a:cubicBezTo>
                  <a:pt x="9708" y="129398"/>
                  <a:pt x="6203" y="123744"/>
                  <a:pt x="3722" y="116909"/>
                </a:cubicBezTo>
                <a:cubicBezTo>
                  <a:pt x="1241" y="110074"/>
                  <a:pt x="0" y="102089"/>
                  <a:pt x="0" y="92955"/>
                </a:cubicBezTo>
                <a:cubicBezTo>
                  <a:pt x="0" y="75929"/>
                  <a:pt x="4668" y="62570"/>
                  <a:pt x="14004" y="52877"/>
                </a:cubicBezTo>
                <a:cubicBezTo>
                  <a:pt x="23339" y="43183"/>
                  <a:pt x="35668" y="38336"/>
                  <a:pt x="50990" y="38336"/>
                </a:cubicBezTo>
                <a:cubicBezTo>
                  <a:pt x="56945" y="38336"/>
                  <a:pt x="62792" y="39173"/>
                  <a:pt x="68530" y="40848"/>
                </a:cubicBezTo>
                <a:cubicBezTo>
                  <a:pt x="74268" y="42523"/>
                  <a:pt x="79525" y="44570"/>
                  <a:pt x="84301" y="46989"/>
                </a:cubicBezTo>
                <a:lnTo>
                  <a:pt x="84301" y="66436"/>
                </a:lnTo>
                <a:lnTo>
                  <a:pt x="83371" y="66436"/>
                </a:lnTo>
                <a:cubicBezTo>
                  <a:pt x="78036" y="62309"/>
                  <a:pt x="72531" y="59138"/>
                  <a:pt x="66855" y="56922"/>
                </a:cubicBezTo>
                <a:cubicBezTo>
                  <a:pt x="61179" y="54704"/>
                  <a:pt x="55643" y="53596"/>
                  <a:pt x="50246" y="53596"/>
                </a:cubicBezTo>
                <a:cubicBezTo>
                  <a:pt x="40321" y="53596"/>
                  <a:pt x="32489" y="56930"/>
                  <a:pt x="26751" y="63598"/>
                </a:cubicBezTo>
                <a:cubicBezTo>
                  <a:pt x="21013" y="70267"/>
                  <a:pt x="18144" y="80052"/>
                  <a:pt x="18144" y="92955"/>
                </a:cubicBezTo>
                <a:cubicBezTo>
                  <a:pt x="18144" y="105485"/>
                  <a:pt x="20951" y="115116"/>
                  <a:pt x="26565" y="121846"/>
                </a:cubicBezTo>
                <a:cubicBezTo>
                  <a:pt x="32179" y="128577"/>
                  <a:pt x="40073" y="131942"/>
                  <a:pt x="50246" y="131942"/>
                </a:cubicBezTo>
                <a:cubicBezTo>
                  <a:pt x="53782" y="131942"/>
                  <a:pt x="57379" y="131480"/>
                  <a:pt x="61039" y="130558"/>
                </a:cubicBezTo>
                <a:cubicBezTo>
                  <a:pt x="64699" y="129633"/>
                  <a:pt x="67987" y="128431"/>
                  <a:pt x="70902" y="126952"/>
                </a:cubicBezTo>
                <a:cubicBezTo>
                  <a:pt x="73446" y="125659"/>
                  <a:pt x="75834" y="124290"/>
                  <a:pt x="78067" y="122843"/>
                </a:cubicBezTo>
                <a:cubicBezTo>
                  <a:pt x="80300" y="121395"/>
                  <a:pt x="82068" y="120148"/>
                  <a:pt x="83371" y="119101"/>
                </a:cubicBezTo>
                <a:lnTo>
                  <a:pt x="84301" y="119101"/>
                </a:lnTo>
                <a:lnTo>
                  <a:pt x="84301" y="138362"/>
                </a:lnTo>
                <a:close/>
                <a:moveTo>
                  <a:pt x="143015" y="118171"/>
                </a:moveTo>
                <a:lnTo>
                  <a:pt x="116776" y="179210"/>
                </a:lnTo>
                <a:lnTo>
                  <a:pt x="103191" y="179210"/>
                </a:lnTo>
                <a:lnTo>
                  <a:pt x="119381" y="118171"/>
                </a:lnTo>
                <a:lnTo>
                  <a:pt x="143015" y="118171"/>
                </a:lnTo>
                <a:close/>
                <a:moveTo>
                  <a:pt x="327470" y="144782"/>
                </a:moveTo>
                <a:lnTo>
                  <a:pt x="309977" y="144782"/>
                </a:lnTo>
                <a:lnTo>
                  <a:pt x="309977" y="133954"/>
                </a:lnTo>
                <a:cubicBezTo>
                  <a:pt x="304953" y="138308"/>
                  <a:pt x="299711" y="141697"/>
                  <a:pt x="294252" y="144122"/>
                </a:cubicBezTo>
                <a:cubicBezTo>
                  <a:pt x="288793" y="146547"/>
                  <a:pt x="282869" y="147760"/>
                  <a:pt x="276480" y="147760"/>
                </a:cubicBezTo>
                <a:cubicBezTo>
                  <a:pt x="264074" y="147760"/>
                  <a:pt x="254226" y="142972"/>
                  <a:pt x="246937" y="133396"/>
                </a:cubicBezTo>
                <a:cubicBezTo>
                  <a:pt x="239649" y="123818"/>
                  <a:pt x="236004" y="110540"/>
                  <a:pt x="236004" y="93562"/>
                </a:cubicBezTo>
                <a:cubicBezTo>
                  <a:pt x="236004" y="84731"/>
                  <a:pt x="237260" y="76863"/>
                  <a:pt x="239773" y="69960"/>
                </a:cubicBezTo>
                <a:cubicBezTo>
                  <a:pt x="242285" y="63057"/>
                  <a:pt x="245681" y="57181"/>
                  <a:pt x="249961" y="52331"/>
                </a:cubicBezTo>
                <a:cubicBezTo>
                  <a:pt x="254180" y="47605"/>
                  <a:pt x="259096" y="43998"/>
                  <a:pt x="264709" y="41511"/>
                </a:cubicBezTo>
                <a:cubicBezTo>
                  <a:pt x="270323" y="39022"/>
                  <a:pt x="276139" y="37777"/>
                  <a:pt x="282156" y="37777"/>
                </a:cubicBezTo>
                <a:cubicBezTo>
                  <a:pt x="287615" y="37777"/>
                  <a:pt x="292453" y="38353"/>
                  <a:pt x="296671" y="39505"/>
                </a:cubicBezTo>
                <a:cubicBezTo>
                  <a:pt x="300890" y="40654"/>
                  <a:pt x="305325" y="42441"/>
                  <a:pt x="309977" y="44866"/>
                </a:cubicBezTo>
                <a:lnTo>
                  <a:pt x="309977" y="0"/>
                </a:lnTo>
                <a:lnTo>
                  <a:pt x="327470" y="0"/>
                </a:lnTo>
                <a:lnTo>
                  <a:pt x="327470" y="144782"/>
                </a:lnTo>
                <a:moveTo>
                  <a:pt x="309977" y="119194"/>
                </a:moveTo>
                <a:lnTo>
                  <a:pt x="309977" y="59551"/>
                </a:lnTo>
                <a:cubicBezTo>
                  <a:pt x="305263" y="57442"/>
                  <a:pt x="301045" y="55984"/>
                  <a:pt x="297323" y="55177"/>
                </a:cubicBezTo>
                <a:cubicBezTo>
                  <a:pt x="293601" y="54371"/>
                  <a:pt x="289538" y="53968"/>
                  <a:pt x="285133" y="53968"/>
                </a:cubicBezTo>
                <a:cubicBezTo>
                  <a:pt x="275332" y="53968"/>
                  <a:pt x="267702" y="57379"/>
                  <a:pt x="262244" y="64203"/>
                </a:cubicBezTo>
                <a:cubicBezTo>
                  <a:pt x="256785" y="71026"/>
                  <a:pt x="254055" y="80703"/>
                  <a:pt x="254055" y="93234"/>
                </a:cubicBezTo>
                <a:cubicBezTo>
                  <a:pt x="254055" y="105578"/>
                  <a:pt x="256165" y="114961"/>
                  <a:pt x="260383" y="121381"/>
                </a:cubicBezTo>
                <a:cubicBezTo>
                  <a:pt x="264601" y="127801"/>
                  <a:pt x="271362" y="131011"/>
                  <a:pt x="280667" y="131011"/>
                </a:cubicBezTo>
                <a:cubicBezTo>
                  <a:pt x="285630" y="131011"/>
                  <a:pt x="290654" y="129910"/>
                  <a:pt x="295741" y="127708"/>
                </a:cubicBezTo>
                <a:cubicBezTo>
                  <a:pt x="300827" y="125506"/>
                  <a:pt x="305573" y="122668"/>
                  <a:pt x="309977" y="119194"/>
                </a:cubicBezTo>
                <a:close/>
                <a:moveTo>
                  <a:pt x="544904" y="72019"/>
                </a:moveTo>
                <a:lnTo>
                  <a:pt x="434549" y="72019"/>
                </a:lnTo>
                <a:lnTo>
                  <a:pt x="434549" y="57131"/>
                </a:lnTo>
                <a:lnTo>
                  <a:pt x="544904" y="57131"/>
                </a:lnTo>
                <a:lnTo>
                  <a:pt x="544904" y="72019"/>
                </a:lnTo>
                <a:moveTo>
                  <a:pt x="544904" y="111099"/>
                </a:moveTo>
                <a:lnTo>
                  <a:pt x="434549" y="111099"/>
                </a:lnTo>
                <a:lnTo>
                  <a:pt x="434549" y="96211"/>
                </a:lnTo>
                <a:lnTo>
                  <a:pt x="544904" y="96211"/>
                </a:lnTo>
                <a:lnTo>
                  <a:pt x="544904" y="111099"/>
                </a:lnTo>
                <a:close/>
                <a:moveTo>
                  <a:pt x="736225" y="132991"/>
                </a:moveTo>
                <a:cubicBezTo>
                  <a:pt x="736225" y="150632"/>
                  <a:pt x="732224" y="163582"/>
                  <a:pt x="724222" y="171842"/>
                </a:cubicBezTo>
                <a:cubicBezTo>
                  <a:pt x="716220" y="180104"/>
                  <a:pt x="703907" y="184235"/>
                  <a:pt x="687282" y="184235"/>
                </a:cubicBezTo>
                <a:cubicBezTo>
                  <a:pt x="681761" y="184235"/>
                  <a:pt x="676380" y="183847"/>
                  <a:pt x="671138" y="183072"/>
                </a:cubicBezTo>
                <a:cubicBezTo>
                  <a:pt x="665897" y="182296"/>
                  <a:pt x="660733" y="181195"/>
                  <a:pt x="655646" y="179768"/>
                </a:cubicBezTo>
                <a:lnTo>
                  <a:pt x="655646" y="161903"/>
                </a:lnTo>
                <a:lnTo>
                  <a:pt x="656576" y="161903"/>
                </a:lnTo>
                <a:cubicBezTo>
                  <a:pt x="659430" y="163004"/>
                  <a:pt x="663958" y="164365"/>
                  <a:pt x="670161" y="165986"/>
                </a:cubicBezTo>
                <a:cubicBezTo>
                  <a:pt x="676365" y="167606"/>
                  <a:pt x="682568" y="168417"/>
                  <a:pt x="688771" y="168417"/>
                </a:cubicBezTo>
                <a:cubicBezTo>
                  <a:pt x="694726" y="168417"/>
                  <a:pt x="699658" y="167704"/>
                  <a:pt x="703566" y="166279"/>
                </a:cubicBezTo>
                <a:cubicBezTo>
                  <a:pt x="707474" y="164855"/>
                  <a:pt x="710513" y="162873"/>
                  <a:pt x="712684" y="160336"/>
                </a:cubicBezTo>
                <a:cubicBezTo>
                  <a:pt x="714855" y="157921"/>
                  <a:pt x="716406" y="155009"/>
                  <a:pt x="717337" y="151601"/>
                </a:cubicBezTo>
                <a:cubicBezTo>
                  <a:pt x="718267" y="148195"/>
                  <a:pt x="718732" y="144387"/>
                  <a:pt x="718732" y="140177"/>
                </a:cubicBezTo>
                <a:lnTo>
                  <a:pt x="718732" y="130700"/>
                </a:lnTo>
                <a:cubicBezTo>
                  <a:pt x="713460" y="134930"/>
                  <a:pt x="708420" y="138087"/>
                  <a:pt x="703612" y="140171"/>
                </a:cubicBezTo>
                <a:cubicBezTo>
                  <a:pt x="698805" y="142253"/>
                  <a:pt x="692679" y="143294"/>
                  <a:pt x="685235" y="143294"/>
                </a:cubicBezTo>
                <a:cubicBezTo>
                  <a:pt x="672829" y="143294"/>
                  <a:pt x="662981" y="138800"/>
                  <a:pt x="655692" y="129813"/>
                </a:cubicBezTo>
                <a:cubicBezTo>
                  <a:pt x="648404" y="120825"/>
                  <a:pt x="644759" y="108152"/>
                  <a:pt x="644759" y="91795"/>
                </a:cubicBezTo>
                <a:cubicBezTo>
                  <a:pt x="644759" y="82839"/>
                  <a:pt x="646015" y="75111"/>
                  <a:pt x="648528" y="68611"/>
                </a:cubicBezTo>
                <a:cubicBezTo>
                  <a:pt x="651040" y="62111"/>
                  <a:pt x="654467" y="56498"/>
                  <a:pt x="658810" y="51772"/>
                </a:cubicBezTo>
                <a:cubicBezTo>
                  <a:pt x="662842" y="47356"/>
                  <a:pt x="667742" y="43921"/>
                  <a:pt x="673511" y="41464"/>
                </a:cubicBezTo>
                <a:cubicBezTo>
                  <a:pt x="679280" y="39006"/>
                  <a:pt x="685018" y="37777"/>
                  <a:pt x="690725" y="37777"/>
                </a:cubicBezTo>
                <a:cubicBezTo>
                  <a:pt x="696742" y="37777"/>
                  <a:pt x="701782" y="38384"/>
                  <a:pt x="705845" y="39598"/>
                </a:cubicBezTo>
                <a:cubicBezTo>
                  <a:pt x="709908" y="40809"/>
                  <a:pt x="714204" y="42660"/>
                  <a:pt x="718732" y="45149"/>
                </a:cubicBezTo>
                <a:lnTo>
                  <a:pt x="719849" y="40755"/>
                </a:lnTo>
                <a:lnTo>
                  <a:pt x="736225" y="40755"/>
                </a:lnTo>
                <a:lnTo>
                  <a:pt x="736225" y="132991"/>
                </a:lnTo>
                <a:moveTo>
                  <a:pt x="718732" y="116284"/>
                </a:moveTo>
                <a:lnTo>
                  <a:pt x="718732" y="59472"/>
                </a:lnTo>
                <a:cubicBezTo>
                  <a:pt x="714080" y="57357"/>
                  <a:pt x="709753" y="55849"/>
                  <a:pt x="705752" y="54948"/>
                </a:cubicBezTo>
                <a:cubicBezTo>
                  <a:pt x="701751" y="54046"/>
                  <a:pt x="697766" y="53596"/>
                  <a:pt x="693795" y="53596"/>
                </a:cubicBezTo>
                <a:cubicBezTo>
                  <a:pt x="684181" y="53596"/>
                  <a:pt x="676613" y="56830"/>
                  <a:pt x="671092" y="63299"/>
                </a:cubicBezTo>
                <a:cubicBezTo>
                  <a:pt x="665571" y="69766"/>
                  <a:pt x="662811" y="79156"/>
                  <a:pt x="662811" y="91469"/>
                </a:cubicBezTo>
                <a:cubicBezTo>
                  <a:pt x="662811" y="103160"/>
                  <a:pt x="664858" y="112022"/>
                  <a:pt x="668952" y="118054"/>
                </a:cubicBezTo>
                <a:cubicBezTo>
                  <a:pt x="673046" y="124087"/>
                  <a:pt x="679838" y="127103"/>
                  <a:pt x="689329" y="127103"/>
                </a:cubicBezTo>
                <a:cubicBezTo>
                  <a:pt x="694416" y="127103"/>
                  <a:pt x="699518" y="126124"/>
                  <a:pt x="704636" y="124166"/>
                </a:cubicBezTo>
                <a:cubicBezTo>
                  <a:pt x="709753" y="122207"/>
                  <a:pt x="714452" y="119579"/>
                  <a:pt x="718732" y="116284"/>
                </a:cubicBezTo>
                <a:close/>
                <a:moveTo>
                  <a:pt x="857644" y="94537"/>
                </a:moveTo>
                <a:lnTo>
                  <a:pt x="781065" y="94537"/>
                </a:lnTo>
                <a:cubicBezTo>
                  <a:pt x="781065" y="100941"/>
                  <a:pt x="782027" y="106522"/>
                  <a:pt x="783950" y="111279"/>
                </a:cubicBezTo>
                <a:cubicBezTo>
                  <a:pt x="785873" y="116036"/>
                  <a:pt x="788509" y="119939"/>
                  <a:pt x="791859" y="122986"/>
                </a:cubicBezTo>
                <a:cubicBezTo>
                  <a:pt x="795084" y="125971"/>
                  <a:pt x="798915" y="128210"/>
                  <a:pt x="803350" y="129703"/>
                </a:cubicBezTo>
                <a:cubicBezTo>
                  <a:pt x="807786" y="131195"/>
                  <a:pt x="812671" y="131942"/>
                  <a:pt x="818005" y="131942"/>
                </a:cubicBezTo>
                <a:cubicBezTo>
                  <a:pt x="825077" y="131942"/>
                  <a:pt x="832195" y="130520"/>
                  <a:pt x="839360" y="127676"/>
                </a:cubicBezTo>
                <a:cubicBezTo>
                  <a:pt x="846524" y="124832"/>
                  <a:pt x="851627" y="122036"/>
                  <a:pt x="854666" y="119287"/>
                </a:cubicBezTo>
                <a:lnTo>
                  <a:pt x="855597" y="119287"/>
                </a:lnTo>
                <a:lnTo>
                  <a:pt x="855597" y="138426"/>
                </a:lnTo>
                <a:cubicBezTo>
                  <a:pt x="849704" y="140915"/>
                  <a:pt x="843686" y="143000"/>
                  <a:pt x="837545" y="144681"/>
                </a:cubicBezTo>
                <a:cubicBezTo>
                  <a:pt x="831404" y="146361"/>
                  <a:pt x="824953" y="147202"/>
                  <a:pt x="818191" y="147202"/>
                </a:cubicBezTo>
                <a:cubicBezTo>
                  <a:pt x="800947" y="147202"/>
                  <a:pt x="787486" y="142526"/>
                  <a:pt x="777809" y="133175"/>
                </a:cubicBezTo>
                <a:cubicBezTo>
                  <a:pt x="768132" y="123823"/>
                  <a:pt x="763293" y="110541"/>
                  <a:pt x="763293" y="93327"/>
                </a:cubicBezTo>
                <a:cubicBezTo>
                  <a:pt x="763293" y="76303"/>
                  <a:pt x="767930" y="62789"/>
                  <a:pt x="777204" y="52784"/>
                </a:cubicBezTo>
                <a:cubicBezTo>
                  <a:pt x="786478" y="42780"/>
                  <a:pt x="798682" y="37777"/>
                  <a:pt x="813818" y="37777"/>
                </a:cubicBezTo>
                <a:cubicBezTo>
                  <a:pt x="827837" y="37777"/>
                  <a:pt x="838646" y="41878"/>
                  <a:pt x="846245" y="50080"/>
                </a:cubicBezTo>
                <a:cubicBezTo>
                  <a:pt x="853844" y="58282"/>
                  <a:pt x="857644" y="69932"/>
                  <a:pt x="857644" y="85031"/>
                </a:cubicBezTo>
                <a:lnTo>
                  <a:pt x="857644" y="94537"/>
                </a:lnTo>
                <a:moveTo>
                  <a:pt x="840616" y="81138"/>
                </a:moveTo>
                <a:cubicBezTo>
                  <a:pt x="840554" y="71957"/>
                  <a:pt x="838243" y="64854"/>
                  <a:pt x="833684" y="59830"/>
                </a:cubicBezTo>
                <a:cubicBezTo>
                  <a:pt x="829124" y="54805"/>
                  <a:pt x="822192" y="52293"/>
                  <a:pt x="812888" y="52293"/>
                </a:cubicBezTo>
                <a:cubicBezTo>
                  <a:pt x="803521" y="52293"/>
                  <a:pt x="796061" y="55053"/>
                  <a:pt x="790510" y="60574"/>
                </a:cubicBezTo>
                <a:cubicBezTo>
                  <a:pt x="784958" y="66095"/>
                  <a:pt x="781810" y="72949"/>
                  <a:pt x="781065" y="81138"/>
                </a:cubicBezTo>
                <a:lnTo>
                  <a:pt x="840616" y="81138"/>
                </a:lnTo>
                <a:close/>
                <a:moveTo>
                  <a:pt x="938187" y="143866"/>
                </a:moveTo>
                <a:cubicBezTo>
                  <a:pt x="934899" y="144731"/>
                  <a:pt x="931317" y="145441"/>
                  <a:pt x="927440" y="145995"/>
                </a:cubicBezTo>
                <a:cubicBezTo>
                  <a:pt x="923563" y="146551"/>
                  <a:pt x="920105" y="146829"/>
                  <a:pt x="917065" y="146829"/>
                </a:cubicBezTo>
                <a:cubicBezTo>
                  <a:pt x="906458" y="146829"/>
                  <a:pt x="898394" y="143973"/>
                  <a:pt x="892873" y="138260"/>
                </a:cubicBezTo>
                <a:cubicBezTo>
                  <a:pt x="887352" y="132548"/>
                  <a:pt x="884591" y="123388"/>
                  <a:pt x="884591" y="110782"/>
                </a:cubicBezTo>
                <a:lnTo>
                  <a:pt x="884591" y="55456"/>
                </a:lnTo>
                <a:lnTo>
                  <a:pt x="872774" y="55456"/>
                </a:lnTo>
                <a:lnTo>
                  <a:pt x="872774" y="40755"/>
                </a:lnTo>
                <a:lnTo>
                  <a:pt x="884591" y="40755"/>
                </a:lnTo>
                <a:lnTo>
                  <a:pt x="884591" y="10794"/>
                </a:lnTo>
                <a:lnTo>
                  <a:pt x="902084" y="10794"/>
                </a:lnTo>
                <a:lnTo>
                  <a:pt x="902084" y="40755"/>
                </a:lnTo>
                <a:lnTo>
                  <a:pt x="938187" y="40755"/>
                </a:lnTo>
                <a:lnTo>
                  <a:pt x="938187" y="55456"/>
                </a:lnTo>
                <a:lnTo>
                  <a:pt x="902084" y="55456"/>
                </a:lnTo>
                <a:lnTo>
                  <a:pt x="902084" y="102934"/>
                </a:lnTo>
                <a:cubicBezTo>
                  <a:pt x="902084" y="108407"/>
                  <a:pt x="902209" y="112682"/>
                  <a:pt x="902457" y="115760"/>
                </a:cubicBezTo>
                <a:cubicBezTo>
                  <a:pt x="902705" y="118839"/>
                  <a:pt x="903573" y="121714"/>
                  <a:pt x="905062" y="124387"/>
                </a:cubicBezTo>
                <a:cubicBezTo>
                  <a:pt x="906427" y="126875"/>
                  <a:pt x="908303" y="128694"/>
                  <a:pt x="910691" y="129845"/>
                </a:cubicBezTo>
                <a:cubicBezTo>
                  <a:pt x="913080" y="130995"/>
                  <a:pt x="916724" y="131570"/>
                  <a:pt x="921624" y="131570"/>
                </a:cubicBezTo>
                <a:cubicBezTo>
                  <a:pt x="924478" y="131570"/>
                  <a:pt x="927455" y="131151"/>
                  <a:pt x="930557" y="130313"/>
                </a:cubicBezTo>
                <a:cubicBezTo>
                  <a:pt x="933659" y="129476"/>
                  <a:pt x="935892" y="128778"/>
                  <a:pt x="937257" y="128220"/>
                </a:cubicBezTo>
                <a:lnTo>
                  <a:pt x="938187" y="128220"/>
                </a:lnTo>
                <a:lnTo>
                  <a:pt x="938187" y="143866"/>
                </a:lnTo>
                <a:close/>
                <a:moveTo>
                  <a:pt x="1063607" y="172697"/>
                </a:moveTo>
                <a:lnTo>
                  <a:pt x="941715" y="172697"/>
                </a:lnTo>
                <a:lnTo>
                  <a:pt x="941715" y="161531"/>
                </a:lnTo>
                <a:lnTo>
                  <a:pt x="1063607" y="161531"/>
                </a:lnTo>
                <a:lnTo>
                  <a:pt x="1063607" y="172697"/>
                </a:lnTo>
                <a:close/>
                <a:moveTo>
                  <a:pt x="1099294" y="23448"/>
                </a:moveTo>
                <a:lnTo>
                  <a:pt x="1079568" y="23448"/>
                </a:lnTo>
                <a:lnTo>
                  <a:pt x="1079568" y="5211"/>
                </a:lnTo>
                <a:lnTo>
                  <a:pt x="1099294" y="5211"/>
                </a:lnTo>
                <a:lnTo>
                  <a:pt x="1099294" y="23448"/>
                </a:lnTo>
                <a:moveTo>
                  <a:pt x="1098177" y="144782"/>
                </a:moveTo>
                <a:lnTo>
                  <a:pt x="1080684" y="144782"/>
                </a:lnTo>
                <a:lnTo>
                  <a:pt x="1080684" y="40755"/>
                </a:lnTo>
                <a:lnTo>
                  <a:pt x="1098177" y="40755"/>
                </a:lnTo>
                <a:lnTo>
                  <a:pt x="1098177" y="144782"/>
                </a:lnTo>
                <a:close/>
                <a:moveTo>
                  <a:pt x="1219618" y="144782"/>
                </a:moveTo>
                <a:lnTo>
                  <a:pt x="1202125" y="144782"/>
                </a:lnTo>
                <a:lnTo>
                  <a:pt x="1202125" y="85543"/>
                </a:lnTo>
                <a:cubicBezTo>
                  <a:pt x="1202125" y="80761"/>
                  <a:pt x="1201846" y="76274"/>
                  <a:pt x="1201288" y="72083"/>
                </a:cubicBezTo>
                <a:cubicBezTo>
                  <a:pt x="1200730" y="67892"/>
                  <a:pt x="1199706" y="64617"/>
                  <a:pt x="1198217" y="62258"/>
                </a:cubicBezTo>
                <a:cubicBezTo>
                  <a:pt x="1196667" y="59648"/>
                  <a:pt x="1194434" y="57708"/>
                  <a:pt x="1191518" y="56436"/>
                </a:cubicBezTo>
                <a:cubicBezTo>
                  <a:pt x="1188603" y="55163"/>
                  <a:pt x="1184819" y="54526"/>
                  <a:pt x="1180166" y="54526"/>
                </a:cubicBezTo>
                <a:cubicBezTo>
                  <a:pt x="1175390" y="54526"/>
                  <a:pt x="1170396" y="55707"/>
                  <a:pt x="1165185" y="58068"/>
                </a:cubicBezTo>
                <a:cubicBezTo>
                  <a:pt x="1159975" y="60427"/>
                  <a:pt x="1154981" y="63437"/>
                  <a:pt x="1150205" y="67099"/>
                </a:cubicBezTo>
                <a:lnTo>
                  <a:pt x="1150205" y="144782"/>
                </a:lnTo>
                <a:lnTo>
                  <a:pt x="1132712" y="144782"/>
                </a:lnTo>
                <a:lnTo>
                  <a:pt x="1132712" y="40755"/>
                </a:lnTo>
                <a:lnTo>
                  <a:pt x="1150205" y="40755"/>
                </a:lnTo>
                <a:lnTo>
                  <a:pt x="1150205" y="52226"/>
                </a:lnTo>
                <a:cubicBezTo>
                  <a:pt x="1155664" y="47690"/>
                  <a:pt x="1161308" y="44148"/>
                  <a:pt x="1167139" y="41601"/>
                </a:cubicBezTo>
                <a:cubicBezTo>
                  <a:pt x="1172970" y="39052"/>
                  <a:pt x="1178957" y="37777"/>
                  <a:pt x="1185098" y="37777"/>
                </a:cubicBezTo>
                <a:cubicBezTo>
                  <a:pt x="1196325" y="37777"/>
                  <a:pt x="1204886" y="41164"/>
                  <a:pt x="1210779" y="47937"/>
                </a:cubicBezTo>
                <a:cubicBezTo>
                  <a:pt x="1216672" y="54710"/>
                  <a:pt x="1219618" y="64467"/>
                  <a:pt x="1219618" y="77206"/>
                </a:cubicBezTo>
                <a:lnTo>
                  <a:pt x="1219618" y="144782"/>
                </a:lnTo>
                <a:close/>
                <a:moveTo>
                  <a:pt x="1344803" y="91466"/>
                </a:moveTo>
                <a:cubicBezTo>
                  <a:pt x="1344803" y="99916"/>
                  <a:pt x="1343594" y="107636"/>
                  <a:pt x="1341175" y="114626"/>
                </a:cubicBezTo>
                <a:cubicBezTo>
                  <a:pt x="1338755" y="121616"/>
                  <a:pt x="1335344" y="127536"/>
                  <a:pt x="1330939" y="132384"/>
                </a:cubicBezTo>
                <a:cubicBezTo>
                  <a:pt x="1326845" y="136982"/>
                  <a:pt x="1322022" y="140539"/>
                  <a:pt x="1316470" y="143055"/>
                </a:cubicBezTo>
                <a:cubicBezTo>
                  <a:pt x="1310919" y="145571"/>
                  <a:pt x="1305041" y="146829"/>
                  <a:pt x="1298838" y="146829"/>
                </a:cubicBezTo>
                <a:cubicBezTo>
                  <a:pt x="1293441" y="146829"/>
                  <a:pt x="1288556" y="146239"/>
                  <a:pt x="1284183" y="145059"/>
                </a:cubicBezTo>
                <a:cubicBezTo>
                  <a:pt x="1279810" y="143878"/>
                  <a:pt x="1275359" y="142045"/>
                  <a:pt x="1270830" y="139560"/>
                </a:cubicBezTo>
                <a:lnTo>
                  <a:pt x="1270830" y="183118"/>
                </a:lnTo>
                <a:lnTo>
                  <a:pt x="1253337" y="183118"/>
                </a:lnTo>
                <a:lnTo>
                  <a:pt x="1253337" y="40755"/>
                </a:lnTo>
                <a:lnTo>
                  <a:pt x="1270830" y="40755"/>
                </a:lnTo>
                <a:lnTo>
                  <a:pt x="1270830" y="51572"/>
                </a:lnTo>
                <a:cubicBezTo>
                  <a:pt x="1275483" y="47658"/>
                  <a:pt x="1280709" y="44381"/>
                  <a:pt x="1286509" y="41741"/>
                </a:cubicBezTo>
                <a:cubicBezTo>
                  <a:pt x="1292309" y="39098"/>
                  <a:pt x="1298497" y="37777"/>
                  <a:pt x="1305072" y="37777"/>
                </a:cubicBezTo>
                <a:cubicBezTo>
                  <a:pt x="1317602" y="37777"/>
                  <a:pt x="1327357" y="42516"/>
                  <a:pt x="1334336" y="51993"/>
                </a:cubicBezTo>
                <a:cubicBezTo>
                  <a:pt x="1341314" y="61469"/>
                  <a:pt x="1344803" y="74626"/>
                  <a:pt x="1344803" y="91466"/>
                </a:cubicBezTo>
                <a:moveTo>
                  <a:pt x="1326752" y="91931"/>
                </a:moveTo>
                <a:cubicBezTo>
                  <a:pt x="1326752" y="79401"/>
                  <a:pt x="1324612" y="70034"/>
                  <a:pt x="1320332" y="63831"/>
                </a:cubicBezTo>
                <a:cubicBezTo>
                  <a:pt x="1316052" y="57628"/>
                  <a:pt x="1309476" y="54526"/>
                  <a:pt x="1300606" y="54526"/>
                </a:cubicBezTo>
                <a:cubicBezTo>
                  <a:pt x="1295581" y="54526"/>
                  <a:pt x="1290526" y="55612"/>
                  <a:pt x="1285439" y="57783"/>
                </a:cubicBezTo>
                <a:cubicBezTo>
                  <a:pt x="1280352" y="59954"/>
                  <a:pt x="1275483" y="62807"/>
                  <a:pt x="1270830" y="66343"/>
                </a:cubicBezTo>
                <a:lnTo>
                  <a:pt x="1270830" y="125242"/>
                </a:lnTo>
                <a:cubicBezTo>
                  <a:pt x="1275793" y="127476"/>
                  <a:pt x="1280058" y="128995"/>
                  <a:pt x="1283624" y="129802"/>
                </a:cubicBezTo>
                <a:cubicBezTo>
                  <a:pt x="1287191" y="130608"/>
                  <a:pt x="1291239" y="131011"/>
                  <a:pt x="1295767" y="131011"/>
                </a:cubicBezTo>
                <a:cubicBezTo>
                  <a:pt x="1305506" y="131011"/>
                  <a:pt x="1313105" y="127724"/>
                  <a:pt x="1318564" y="121148"/>
                </a:cubicBezTo>
                <a:cubicBezTo>
                  <a:pt x="1324023" y="114573"/>
                  <a:pt x="1326752" y="104834"/>
                  <a:pt x="1326752" y="91931"/>
                </a:cubicBezTo>
                <a:close/>
                <a:moveTo>
                  <a:pt x="1458220" y="144782"/>
                </a:moveTo>
                <a:lnTo>
                  <a:pt x="1440727" y="144782"/>
                </a:lnTo>
                <a:lnTo>
                  <a:pt x="1440727" y="133311"/>
                </a:lnTo>
                <a:cubicBezTo>
                  <a:pt x="1434834" y="137971"/>
                  <a:pt x="1429189" y="141545"/>
                  <a:pt x="1423792" y="144032"/>
                </a:cubicBezTo>
                <a:cubicBezTo>
                  <a:pt x="1418395" y="146517"/>
                  <a:pt x="1412440" y="147760"/>
                  <a:pt x="1405927" y="147760"/>
                </a:cubicBezTo>
                <a:cubicBezTo>
                  <a:pt x="1395009" y="147760"/>
                  <a:pt x="1386511" y="144420"/>
                  <a:pt x="1380432" y="137740"/>
                </a:cubicBezTo>
                <a:cubicBezTo>
                  <a:pt x="1374353" y="131060"/>
                  <a:pt x="1371313" y="121257"/>
                  <a:pt x="1371313" y="108331"/>
                </a:cubicBezTo>
                <a:lnTo>
                  <a:pt x="1371313" y="40755"/>
                </a:lnTo>
                <a:lnTo>
                  <a:pt x="1388806" y="40755"/>
                </a:lnTo>
                <a:lnTo>
                  <a:pt x="1388806" y="99994"/>
                </a:lnTo>
                <a:cubicBezTo>
                  <a:pt x="1388806" y="105273"/>
                  <a:pt x="1389054" y="109791"/>
                  <a:pt x="1389550" y="113547"/>
                </a:cubicBezTo>
                <a:cubicBezTo>
                  <a:pt x="1390047" y="117304"/>
                  <a:pt x="1391101" y="120517"/>
                  <a:pt x="1392714" y="123187"/>
                </a:cubicBezTo>
                <a:cubicBezTo>
                  <a:pt x="1394389" y="125920"/>
                  <a:pt x="1396560" y="127908"/>
                  <a:pt x="1399227" y="129150"/>
                </a:cubicBezTo>
                <a:cubicBezTo>
                  <a:pt x="1401895" y="130391"/>
                  <a:pt x="1405772" y="131011"/>
                  <a:pt x="1410858" y="131011"/>
                </a:cubicBezTo>
                <a:cubicBezTo>
                  <a:pt x="1415387" y="131011"/>
                  <a:pt x="1420334" y="129832"/>
                  <a:pt x="1425699" y="127473"/>
                </a:cubicBezTo>
                <a:cubicBezTo>
                  <a:pt x="1431065" y="125112"/>
                  <a:pt x="1436074" y="122100"/>
                  <a:pt x="1440727" y="118438"/>
                </a:cubicBezTo>
                <a:lnTo>
                  <a:pt x="1440727" y="40755"/>
                </a:lnTo>
                <a:lnTo>
                  <a:pt x="1458220" y="40755"/>
                </a:lnTo>
                <a:lnTo>
                  <a:pt x="1458220" y="144782"/>
                </a:lnTo>
                <a:close/>
                <a:moveTo>
                  <a:pt x="1546651" y="143866"/>
                </a:moveTo>
                <a:cubicBezTo>
                  <a:pt x="1543363" y="144731"/>
                  <a:pt x="1539780" y="145441"/>
                  <a:pt x="1535903" y="145995"/>
                </a:cubicBezTo>
                <a:cubicBezTo>
                  <a:pt x="1532026" y="146551"/>
                  <a:pt x="1528568" y="146829"/>
                  <a:pt x="1525529" y="146829"/>
                </a:cubicBezTo>
                <a:cubicBezTo>
                  <a:pt x="1514921" y="146829"/>
                  <a:pt x="1506857" y="143973"/>
                  <a:pt x="1501336" y="138260"/>
                </a:cubicBezTo>
                <a:cubicBezTo>
                  <a:pt x="1495815" y="132548"/>
                  <a:pt x="1493055" y="123388"/>
                  <a:pt x="1493055" y="110782"/>
                </a:cubicBezTo>
                <a:lnTo>
                  <a:pt x="1493055" y="55456"/>
                </a:lnTo>
                <a:lnTo>
                  <a:pt x="1481238" y="55456"/>
                </a:lnTo>
                <a:lnTo>
                  <a:pt x="1481238" y="40755"/>
                </a:lnTo>
                <a:lnTo>
                  <a:pt x="1493055" y="40755"/>
                </a:lnTo>
                <a:lnTo>
                  <a:pt x="1493055" y="10794"/>
                </a:lnTo>
                <a:lnTo>
                  <a:pt x="1510548" y="10794"/>
                </a:lnTo>
                <a:lnTo>
                  <a:pt x="1510548" y="40755"/>
                </a:lnTo>
                <a:lnTo>
                  <a:pt x="1546651" y="40755"/>
                </a:lnTo>
                <a:lnTo>
                  <a:pt x="1546651" y="55456"/>
                </a:lnTo>
                <a:lnTo>
                  <a:pt x="1510548" y="55456"/>
                </a:lnTo>
                <a:lnTo>
                  <a:pt x="1510548" y="102934"/>
                </a:lnTo>
                <a:cubicBezTo>
                  <a:pt x="1510548" y="108407"/>
                  <a:pt x="1510672" y="112682"/>
                  <a:pt x="1510920" y="115760"/>
                </a:cubicBezTo>
                <a:cubicBezTo>
                  <a:pt x="1511168" y="118839"/>
                  <a:pt x="1512037" y="121714"/>
                  <a:pt x="1513525" y="124387"/>
                </a:cubicBezTo>
                <a:cubicBezTo>
                  <a:pt x="1514890" y="126875"/>
                  <a:pt x="1516767" y="128694"/>
                  <a:pt x="1519155" y="129845"/>
                </a:cubicBezTo>
                <a:cubicBezTo>
                  <a:pt x="1521543" y="130995"/>
                  <a:pt x="1525187" y="131570"/>
                  <a:pt x="1530088" y="131570"/>
                </a:cubicBezTo>
                <a:cubicBezTo>
                  <a:pt x="1532941" y="131570"/>
                  <a:pt x="1535919" y="131151"/>
                  <a:pt x="1539021" y="130313"/>
                </a:cubicBezTo>
                <a:cubicBezTo>
                  <a:pt x="1542122" y="129476"/>
                  <a:pt x="1544355" y="128778"/>
                  <a:pt x="1545720" y="128220"/>
                </a:cubicBezTo>
                <a:lnTo>
                  <a:pt x="1546651" y="128220"/>
                </a:lnTo>
                <a:lnTo>
                  <a:pt x="1546651" y="143866"/>
                </a:lnTo>
                <a:close/>
                <a:moveTo>
                  <a:pt x="1623407" y="183118"/>
                </a:moveTo>
                <a:lnTo>
                  <a:pt x="1602099" y="183118"/>
                </a:lnTo>
                <a:cubicBezTo>
                  <a:pt x="1591119" y="170526"/>
                  <a:pt x="1582590" y="156786"/>
                  <a:pt x="1576511" y="141898"/>
                </a:cubicBezTo>
                <a:cubicBezTo>
                  <a:pt x="1570432" y="127010"/>
                  <a:pt x="1567392" y="110231"/>
                  <a:pt x="1567392" y="91559"/>
                </a:cubicBezTo>
                <a:cubicBezTo>
                  <a:pt x="1567392" y="72887"/>
                  <a:pt x="1570432" y="56108"/>
                  <a:pt x="1576511" y="41220"/>
                </a:cubicBezTo>
                <a:cubicBezTo>
                  <a:pt x="1582590" y="26333"/>
                  <a:pt x="1591119" y="12592"/>
                  <a:pt x="1602099" y="0"/>
                </a:cubicBezTo>
                <a:lnTo>
                  <a:pt x="1623407" y="0"/>
                </a:lnTo>
                <a:lnTo>
                  <a:pt x="1623407" y="930"/>
                </a:lnTo>
                <a:cubicBezTo>
                  <a:pt x="1618382" y="5459"/>
                  <a:pt x="1613590" y="10685"/>
                  <a:pt x="1609031" y="16609"/>
                </a:cubicBezTo>
                <a:cubicBezTo>
                  <a:pt x="1604472" y="22533"/>
                  <a:pt x="1600238" y="29434"/>
                  <a:pt x="1596330" y="37312"/>
                </a:cubicBezTo>
                <a:cubicBezTo>
                  <a:pt x="1592608" y="44942"/>
                  <a:pt x="1589584" y="53347"/>
                  <a:pt x="1587258" y="62528"/>
                </a:cubicBezTo>
                <a:cubicBezTo>
                  <a:pt x="1584931" y="71709"/>
                  <a:pt x="1583768" y="81386"/>
                  <a:pt x="1583768" y="91559"/>
                </a:cubicBezTo>
                <a:cubicBezTo>
                  <a:pt x="1583768" y="102167"/>
                  <a:pt x="1584900" y="111874"/>
                  <a:pt x="1587165" y="120683"/>
                </a:cubicBezTo>
                <a:cubicBezTo>
                  <a:pt x="1589429" y="129492"/>
                  <a:pt x="1592484" y="137866"/>
                  <a:pt x="1596330" y="145806"/>
                </a:cubicBezTo>
                <a:cubicBezTo>
                  <a:pt x="1600052" y="153436"/>
                  <a:pt x="1604301" y="160337"/>
                  <a:pt x="1609077" y="166509"/>
                </a:cubicBezTo>
                <a:cubicBezTo>
                  <a:pt x="1613854" y="172681"/>
                  <a:pt x="1618630" y="177907"/>
                  <a:pt x="1623407" y="182188"/>
                </a:cubicBezTo>
                <a:lnTo>
                  <a:pt x="1623407" y="183118"/>
                </a:lnTo>
                <a:close/>
                <a:moveTo>
                  <a:pt x="1706758" y="91559"/>
                </a:moveTo>
                <a:cubicBezTo>
                  <a:pt x="1706758" y="110231"/>
                  <a:pt x="1703719" y="127010"/>
                  <a:pt x="1697640" y="141898"/>
                </a:cubicBezTo>
                <a:cubicBezTo>
                  <a:pt x="1691560" y="156786"/>
                  <a:pt x="1683031" y="170526"/>
                  <a:pt x="1672051" y="183118"/>
                </a:cubicBezTo>
                <a:lnTo>
                  <a:pt x="1650743" y="183118"/>
                </a:lnTo>
                <a:lnTo>
                  <a:pt x="1650743" y="182188"/>
                </a:lnTo>
                <a:cubicBezTo>
                  <a:pt x="1655520" y="177907"/>
                  <a:pt x="1660312" y="172681"/>
                  <a:pt x="1665119" y="166509"/>
                </a:cubicBezTo>
                <a:cubicBezTo>
                  <a:pt x="1669927" y="160337"/>
                  <a:pt x="1674160" y="153436"/>
                  <a:pt x="1677820" y="145806"/>
                </a:cubicBezTo>
                <a:cubicBezTo>
                  <a:pt x="1681666" y="137866"/>
                  <a:pt x="1684721" y="129492"/>
                  <a:pt x="1686986" y="120683"/>
                </a:cubicBezTo>
                <a:cubicBezTo>
                  <a:pt x="1689250" y="111874"/>
                  <a:pt x="1690382" y="102167"/>
                  <a:pt x="1690382" y="91559"/>
                </a:cubicBezTo>
                <a:cubicBezTo>
                  <a:pt x="1690382" y="81386"/>
                  <a:pt x="1689234" y="71709"/>
                  <a:pt x="1686939" y="62528"/>
                </a:cubicBezTo>
                <a:cubicBezTo>
                  <a:pt x="1684644" y="53347"/>
                  <a:pt x="1681604" y="44942"/>
                  <a:pt x="1677820" y="37312"/>
                </a:cubicBezTo>
                <a:cubicBezTo>
                  <a:pt x="1673912" y="29434"/>
                  <a:pt x="1669679" y="22533"/>
                  <a:pt x="1665119" y="16609"/>
                </a:cubicBezTo>
                <a:cubicBezTo>
                  <a:pt x="1660560" y="10685"/>
                  <a:pt x="1655768" y="5459"/>
                  <a:pt x="1650743" y="930"/>
                </a:cubicBezTo>
                <a:lnTo>
                  <a:pt x="1650743" y="0"/>
                </a:lnTo>
                <a:lnTo>
                  <a:pt x="1672051" y="0"/>
                </a:lnTo>
                <a:cubicBezTo>
                  <a:pt x="1683031" y="12592"/>
                  <a:pt x="1691560" y="26333"/>
                  <a:pt x="1697640" y="41220"/>
                </a:cubicBezTo>
                <a:cubicBezTo>
                  <a:pt x="1703719" y="56108"/>
                  <a:pt x="1706758" y="72887"/>
                  <a:pt x="1706758" y="91559"/>
                </a:cubicBezTo>
                <a:close/>
                <a:moveTo>
                  <a:pt x="1778013" y="67367"/>
                </a:moveTo>
                <a:lnTo>
                  <a:pt x="1755775" y="67367"/>
                </a:lnTo>
                <a:lnTo>
                  <a:pt x="1755775" y="40755"/>
                </a:lnTo>
                <a:lnTo>
                  <a:pt x="1778013" y="40755"/>
                </a:lnTo>
                <a:lnTo>
                  <a:pt x="1778013" y="67367"/>
                </a:lnTo>
                <a:moveTo>
                  <a:pt x="1784806" y="118171"/>
                </a:moveTo>
                <a:lnTo>
                  <a:pt x="1758566" y="179210"/>
                </a:lnTo>
                <a:lnTo>
                  <a:pt x="1744982" y="179210"/>
                </a:lnTo>
                <a:lnTo>
                  <a:pt x="1761172" y="118171"/>
                </a:lnTo>
                <a:lnTo>
                  <a:pt x="1784806" y="1181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Text 2">
            <a:extLst xmlns:a="http://schemas.openxmlformats.org/drawingml/2006/main">
              <a:ext uri="{FF2B5EF4-FFF2-40B4-BE49-F238E27FC236}">
                <a16:creationId xmlns:a16="http://schemas.microsoft.com/office/drawing/2014/main" id="{F89BD62B-3D92-4B68-8486-0C537571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13" y="928761"/>
            <a:ext cx="76764" cy="111502"/>
          </a:xfrm>
          <a:custGeom xmlns:a="http://schemas.openxmlformats.org/drawingml/2006/main">
            <a:pathLst>
              <a:path w="76764" h="111502">
                <a:moveTo>
                  <a:pt x="0" y="111502"/>
                </a:moveTo>
                <a:cubicBezTo>
                  <a:pt x="517" y="101939"/>
                  <a:pt x="2494" y="93616"/>
                  <a:pt x="5932" y="86534"/>
                </a:cubicBezTo>
                <a:cubicBezTo>
                  <a:pt x="9369" y="79453"/>
                  <a:pt x="16077" y="73017"/>
                  <a:pt x="26053" y="67227"/>
                </a:cubicBezTo>
                <a:lnTo>
                  <a:pt x="40941" y="58620"/>
                </a:lnTo>
                <a:cubicBezTo>
                  <a:pt x="47609" y="54743"/>
                  <a:pt x="52288" y="51429"/>
                  <a:pt x="54976" y="48678"/>
                </a:cubicBezTo>
                <a:cubicBezTo>
                  <a:pt x="59215" y="44371"/>
                  <a:pt x="61334" y="39442"/>
                  <a:pt x="61334" y="33890"/>
                </a:cubicBezTo>
                <a:cubicBezTo>
                  <a:pt x="61334" y="27402"/>
                  <a:pt x="59396" y="22252"/>
                  <a:pt x="55519" y="18438"/>
                </a:cubicBezTo>
                <a:cubicBezTo>
                  <a:pt x="51642" y="14624"/>
                  <a:pt x="46472" y="12717"/>
                  <a:pt x="40011" y="12717"/>
                </a:cubicBezTo>
                <a:cubicBezTo>
                  <a:pt x="30447" y="12717"/>
                  <a:pt x="23831" y="16356"/>
                  <a:pt x="20160" y="23635"/>
                </a:cubicBezTo>
                <a:cubicBezTo>
                  <a:pt x="18196" y="27535"/>
                  <a:pt x="17110" y="32942"/>
                  <a:pt x="16904" y="39855"/>
                </a:cubicBezTo>
                <a:lnTo>
                  <a:pt x="2714" y="39855"/>
                </a:lnTo>
                <a:cubicBezTo>
                  <a:pt x="2869" y="30169"/>
                  <a:pt x="4652" y="22271"/>
                  <a:pt x="8064" y="16160"/>
                </a:cubicBezTo>
                <a:cubicBezTo>
                  <a:pt x="14112" y="5387"/>
                  <a:pt x="24787" y="0"/>
                  <a:pt x="40088" y="0"/>
                </a:cubicBezTo>
                <a:cubicBezTo>
                  <a:pt x="52805" y="0"/>
                  <a:pt x="62096" y="3442"/>
                  <a:pt x="67964" y="10327"/>
                </a:cubicBezTo>
                <a:cubicBezTo>
                  <a:pt x="73831" y="17211"/>
                  <a:pt x="76764" y="24870"/>
                  <a:pt x="76764" y="33306"/>
                </a:cubicBezTo>
                <a:cubicBezTo>
                  <a:pt x="76764" y="42208"/>
                  <a:pt x="73637" y="49817"/>
                  <a:pt x="67382" y="56132"/>
                </a:cubicBezTo>
                <a:cubicBezTo>
                  <a:pt x="63764" y="59807"/>
                  <a:pt x="57276" y="64255"/>
                  <a:pt x="47920" y="69476"/>
                </a:cubicBezTo>
                <a:lnTo>
                  <a:pt x="37297" y="75369"/>
                </a:lnTo>
                <a:cubicBezTo>
                  <a:pt x="32231" y="78160"/>
                  <a:pt x="28250" y="80822"/>
                  <a:pt x="25356" y="83355"/>
                </a:cubicBezTo>
                <a:cubicBezTo>
                  <a:pt x="20186" y="87853"/>
                  <a:pt x="16930" y="92841"/>
                  <a:pt x="15586" y="98321"/>
                </a:cubicBezTo>
                <a:lnTo>
                  <a:pt x="76222" y="98321"/>
                </a:lnTo>
                <a:lnTo>
                  <a:pt x="76222" y="111502"/>
                </a:lnTo>
                <a:lnTo>
                  <a:pt x="0" y="11150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981C8D-B883-42B8-9754-71829E7E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787" y="1246706"/>
            <a:ext cx="3096632" cy="317603"/>
          </a:xfrm>
          <a:custGeom xmlns:a="http://schemas.openxmlformats.org/drawingml/2006/main">
            <a:pathLst>
              <a:path w="3096632" h="317603">
                <a:moveTo>
                  <a:pt x="0" y="0"/>
                </a:moveTo>
                <a:lnTo>
                  <a:pt x="3096632" y="0"/>
                </a:lnTo>
                <a:lnTo>
                  <a:pt x="3096632" y="317603"/>
                </a:lnTo>
                <a:lnTo>
                  <a:pt x="0" y="31760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0F0F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AC4AEF-3479-4B6B-B30D-62D00337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787" y="1246706"/>
            <a:ext cx="3096632" cy="317603"/>
          </a:xfrm>
          <a:custGeom xmlns:a="http://schemas.openxmlformats.org/drawingml/2006/main">
            <a:pathLst>
              <a:path w="3096632" h="317603" fill="none">
                <a:moveTo>
                  <a:pt x="0" y="0"/>
                </a:moveTo>
                <a:lnTo>
                  <a:pt x="3096632" y="0"/>
                </a:lnTo>
                <a:lnTo>
                  <a:pt x="3096632" y="317603"/>
                </a:lnTo>
                <a:lnTo>
                  <a:pt x="0" y="31760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587" cap="flat">
            <a:solidFill>
              <a:srgbClr val="F0F0F0"/>
            </a:solidFill>
            <a:miter/>
          </a:ln>
        </p:spPr>
      </p:sp>
      <p:sp>
        <p:nvSpPr>
          <p:cNvPr id="13" name="Text if">
            <a:extLst xmlns:a="http://schemas.openxmlformats.org/drawingml/2006/main">
              <a:ext uri="{FF2B5EF4-FFF2-40B4-BE49-F238E27FC236}">
                <a16:creationId xmlns:a16="http://schemas.microsoft.com/office/drawing/2014/main" id="{D0568C99-76D0-455C-A748-26BBD7BF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243" y="1328606"/>
            <a:ext cx="109066" cy="145713"/>
          </a:xfrm>
          <a:custGeom xmlns:a="http://schemas.openxmlformats.org/drawingml/2006/main">
            <a:pathLst>
              <a:path w="109066" h="145713">
                <a:moveTo>
                  <a:pt x="19726" y="24379"/>
                </a:moveTo>
                <a:lnTo>
                  <a:pt x="0" y="24379"/>
                </a:lnTo>
                <a:lnTo>
                  <a:pt x="0" y="6141"/>
                </a:lnTo>
                <a:lnTo>
                  <a:pt x="19726" y="6141"/>
                </a:lnTo>
                <a:lnTo>
                  <a:pt x="19726" y="24379"/>
                </a:lnTo>
                <a:moveTo>
                  <a:pt x="18610" y="145713"/>
                </a:moveTo>
                <a:lnTo>
                  <a:pt x="1117" y="145713"/>
                </a:lnTo>
                <a:lnTo>
                  <a:pt x="1117" y="41685"/>
                </a:lnTo>
                <a:lnTo>
                  <a:pt x="18610" y="41685"/>
                </a:lnTo>
                <a:lnTo>
                  <a:pt x="18610" y="145713"/>
                </a:lnTo>
                <a:close/>
                <a:moveTo>
                  <a:pt x="109066" y="17865"/>
                </a:moveTo>
                <a:lnTo>
                  <a:pt x="108136" y="17865"/>
                </a:lnTo>
                <a:cubicBezTo>
                  <a:pt x="106213" y="17307"/>
                  <a:pt x="103700" y="16733"/>
                  <a:pt x="100599" y="16144"/>
                </a:cubicBezTo>
                <a:cubicBezTo>
                  <a:pt x="97497" y="15554"/>
                  <a:pt x="94768" y="15260"/>
                  <a:pt x="92410" y="15260"/>
                </a:cubicBezTo>
                <a:cubicBezTo>
                  <a:pt x="84905" y="15260"/>
                  <a:pt x="79461" y="16913"/>
                  <a:pt x="76081" y="20220"/>
                </a:cubicBezTo>
                <a:cubicBezTo>
                  <a:pt x="72700" y="23528"/>
                  <a:pt x="71009" y="29508"/>
                  <a:pt x="71009" y="38161"/>
                </a:cubicBezTo>
                <a:lnTo>
                  <a:pt x="71009" y="41685"/>
                </a:lnTo>
                <a:lnTo>
                  <a:pt x="102553" y="41685"/>
                </a:lnTo>
                <a:lnTo>
                  <a:pt x="102553" y="56387"/>
                </a:lnTo>
                <a:lnTo>
                  <a:pt x="71568" y="56387"/>
                </a:lnTo>
                <a:lnTo>
                  <a:pt x="71568" y="145713"/>
                </a:lnTo>
                <a:lnTo>
                  <a:pt x="54075" y="145713"/>
                </a:lnTo>
                <a:lnTo>
                  <a:pt x="54075" y="56387"/>
                </a:lnTo>
                <a:lnTo>
                  <a:pt x="42258" y="56387"/>
                </a:lnTo>
                <a:lnTo>
                  <a:pt x="42258" y="41685"/>
                </a:lnTo>
                <a:lnTo>
                  <a:pt x="54075" y="41685"/>
                </a:lnTo>
                <a:lnTo>
                  <a:pt x="54075" y="38251"/>
                </a:lnTo>
                <a:cubicBezTo>
                  <a:pt x="54075" y="25934"/>
                  <a:pt x="57145" y="16480"/>
                  <a:pt x="63287" y="9889"/>
                </a:cubicBezTo>
                <a:cubicBezTo>
                  <a:pt x="69428" y="3296"/>
                  <a:pt x="78298" y="0"/>
                  <a:pt x="89898" y="0"/>
                </a:cubicBezTo>
                <a:cubicBezTo>
                  <a:pt x="93806" y="0"/>
                  <a:pt x="97326" y="186"/>
                  <a:pt x="100459" y="558"/>
                </a:cubicBezTo>
                <a:cubicBezTo>
                  <a:pt x="103592" y="930"/>
                  <a:pt x="106461" y="1365"/>
                  <a:pt x="109066" y="1861"/>
                </a:cubicBezTo>
                <a:lnTo>
                  <a:pt x="109066" y="17865"/>
                </a:lnTo>
                <a:close/>
              </a:path>
            </a:pathLst>
          </a:custGeom>
          <a:solidFill xmlns:a="http://schemas.openxmlformats.org/drawingml/2006/main">
            <a:srgbClr val="FF6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Text (c!='Y'){">
            <a:extLst xmlns:a="http://schemas.openxmlformats.org/drawingml/2006/main">
              <a:ext uri="{FF2B5EF4-FFF2-40B4-BE49-F238E27FC236}">
                <a16:creationId xmlns:a16="http://schemas.microsoft.com/office/drawing/2014/main" id="{B6CA73F2-D27E-47FA-B544-83A92BDB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311" y="1329537"/>
            <a:ext cx="1010946" cy="183118"/>
          </a:xfrm>
          <a:custGeom xmlns:a="http://schemas.openxmlformats.org/drawingml/2006/main">
            <a:pathLst>
              <a:path w="1010946" h="183118">
                <a:moveTo>
                  <a:pt x="56015" y="183118"/>
                </a:moveTo>
                <a:lnTo>
                  <a:pt x="34707" y="183118"/>
                </a:lnTo>
                <a:cubicBezTo>
                  <a:pt x="23727" y="170526"/>
                  <a:pt x="15198" y="156786"/>
                  <a:pt x="9119" y="141898"/>
                </a:cubicBezTo>
                <a:cubicBezTo>
                  <a:pt x="3040" y="127010"/>
                  <a:pt x="0" y="110231"/>
                  <a:pt x="0" y="91559"/>
                </a:cubicBezTo>
                <a:cubicBezTo>
                  <a:pt x="0" y="72887"/>
                  <a:pt x="3040" y="56108"/>
                  <a:pt x="9119" y="41220"/>
                </a:cubicBezTo>
                <a:cubicBezTo>
                  <a:pt x="15198" y="26333"/>
                  <a:pt x="23727" y="12592"/>
                  <a:pt x="34707" y="0"/>
                </a:cubicBezTo>
                <a:lnTo>
                  <a:pt x="56015" y="0"/>
                </a:lnTo>
                <a:lnTo>
                  <a:pt x="56015" y="930"/>
                </a:lnTo>
                <a:cubicBezTo>
                  <a:pt x="50990" y="5459"/>
                  <a:pt x="46198" y="10685"/>
                  <a:pt x="41639" y="16609"/>
                </a:cubicBezTo>
                <a:cubicBezTo>
                  <a:pt x="37080" y="22533"/>
                  <a:pt x="32846" y="29434"/>
                  <a:pt x="28938" y="37312"/>
                </a:cubicBezTo>
                <a:cubicBezTo>
                  <a:pt x="25216" y="44942"/>
                  <a:pt x="22192" y="53347"/>
                  <a:pt x="19866" y="62528"/>
                </a:cubicBezTo>
                <a:cubicBezTo>
                  <a:pt x="17540" y="71709"/>
                  <a:pt x="16376" y="81386"/>
                  <a:pt x="16376" y="91559"/>
                </a:cubicBezTo>
                <a:cubicBezTo>
                  <a:pt x="16376" y="102167"/>
                  <a:pt x="17508" y="111874"/>
                  <a:pt x="19773" y="120683"/>
                </a:cubicBezTo>
                <a:cubicBezTo>
                  <a:pt x="22037" y="129492"/>
                  <a:pt x="25092" y="137866"/>
                  <a:pt x="28938" y="145806"/>
                </a:cubicBezTo>
                <a:cubicBezTo>
                  <a:pt x="32660" y="153436"/>
                  <a:pt x="36909" y="160337"/>
                  <a:pt x="41685" y="166509"/>
                </a:cubicBezTo>
                <a:cubicBezTo>
                  <a:pt x="46462" y="172681"/>
                  <a:pt x="51238" y="177907"/>
                  <a:pt x="56015" y="182188"/>
                </a:cubicBezTo>
                <a:lnTo>
                  <a:pt x="56015" y="183118"/>
                </a:lnTo>
                <a:close/>
                <a:moveTo>
                  <a:pt x="163745" y="138362"/>
                </a:moveTo>
                <a:cubicBezTo>
                  <a:pt x="157914" y="141154"/>
                  <a:pt x="152377" y="143325"/>
                  <a:pt x="147136" y="144875"/>
                </a:cubicBezTo>
                <a:cubicBezTo>
                  <a:pt x="141894" y="146426"/>
                  <a:pt x="136327" y="147202"/>
                  <a:pt x="130434" y="147202"/>
                </a:cubicBezTo>
                <a:cubicBezTo>
                  <a:pt x="122928" y="147202"/>
                  <a:pt x="116042" y="146099"/>
                  <a:pt x="109777" y="143893"/>
                </a:cubicBezTo>
                <a:cubicBezTo>
                  <a:pt x="103512" y="141687"/>
                  <a:pt x="98146" y="138347"/>
                  <a:pt x="93680" y="133873"/>
                </a:cubicBezTo>
                <a:cubicBezTo>
                  <a:pt x="89151" y="129398"/>
                  <a:pt x="85647" y="123744"/>
                  <a:pt x="83165" y="116909"/>
                </a:cubicBezTo>
                <a:cubicBezTo>
                  <a:pt x="80684" y="110074"/>
                  <a:pt x="79443" y="102089"/>
                  <a:pt x="79443" y="92955"/>
                </a:cubicBezTo>
                <a:cubicBezTo>
                  <a:pt x="79443" y="75929"/>
                  <a:pt x="84111" y="62570"/>
                  <a:pt x="93447" y="52877"/>
                </a:cubicBezTo>
                <a:cubicBezTo>
                  <a:pt x="102783" y="43183"/>
                  <a:pt x="115112" y="38336"/>
                  <a:pt x="130434" y="38336"/>
                </a:cubicBezTo>
                <a:cubicBezTo>
                  <a:pt x="136389" y="38336"/>
                  <a:pt x="142235" y="39173"/>
                  <a:pt x="147973" y="40848"/>
                </a:cubicBezTo>
                <a:cubicBezTo>
                  <a:pt x="153711" y="42523"/>
                  <a:pt x="158968" y="44570"/>
                  <a:pt x="163745" y="46989"/>
                </a:cubicBezTo>
                <a:lnTo>
                  <a:pt x="163745" y="66436"/>
                </a:lnTo>
                <a:lnTo>
                  <a:pt x="162814" y="66436"/>
                </a:lnTo>
                <a:cubicBezTo>
                  <a:pt x="157480" y="62309"/>
                  <a:pt x="151974" y="59138"/>
                  <a:pt x="146298" y="56922"/>
                </a:cubicBezTo>
                <a:cubicBezTo>
                  <a:pt x="140622" y="54704"/>
                  <a:pt x="135086" y="53596"/>
                  <a:pt x="129689" y="53596"/>
                </a:cubicBezTo>
                <a:cubicBezTo>
                  <a:pt x="119764" y="53596"/>
                  <a:pt x="111933" y="56930"/>
                  <a:pt x="106195" y="63598"/>
                </a:cubicBezTo>
                <a:cubicBezTo>
                  <a:pt x="100457" y="70267"/>
                  <a:pt x="97588" y="80052"/>
                  <a:pt x="97588" y="92955"/>
                </a:cubicBezTo>
                <a:cubicBezTo>
                  <a:pt x="97588" y="105485"/>
                  <a:pt x="100395" y="115116"/>
                  <a:pt x="106009" y="121846"/>
                </a:cubicBezTo>
                <a:cubicBezTo>
                  <a:pt x="111622" y="128577"/>
                  <a:pt x="119516" y="131942"/>
                  <a:pt x="129689" y="131942"/>
                </a:cubicBezTo>
                <a:cubicBezTo>
                  <a:pt x="133225" y="131942"/>
                  <a:pt x="136823" y="131480"/>
                  <a:pt x="140483" y="130558"/>
                </a:cubicBezTo>
                <a:cubicBezTo>
                  <a:pt x="144143" y="129633"/>
                  <a:pt x="147430" y="128431"/>
                  <a:pt x="150346" y="126952"/>
                </a:cubicBezTo>
                <a:cubicBezTo>
                  <a:pt x="152889" y="125659"/>
                  <a:pt x="155277" y="124290"/>
                  <a:pt x="157511" y="122843"/>
                </a:cubicBezTo>
                <a:cubicBezTo>
                  <a:pt x="159744" y="121395"/>
                  <a:pt x="161512" y="120148"/>
                  <a:pt x="162814" y="119101"/>
                </a:cubicBezTo>
                <a:lnTo>
                  <a:pt x="163745" y="119101"/>
                </a:lnTo>
                <a:lnTo>
                  <a:pt x="163745" y="138362"/>
                </a:lnTo>
                <a:close/>
                <a:moveTo>
                  <a:pt x="283953" y="6141"/>
                </a:moveTo>
                <a:lnTo>
                  <a:pt x="281534" y="106633"/>
                </a:lnTo>
                <a:lnTo>
                  <a:pt x="265716" y="106633"/>
                </a:lnTo>
                <a:lnTo>
                  <a:pt x="263111" y="6141"/>
                </a:lnTo>
                <a:lnTo>
                  <a:pt x="283953" y="6141"/>
                </a:lnTo>
                <a:moveTo>
                  <a:pt x="283023" y="144782"/>
                </a:moveTo>
                <a:lnTo>
                  <a:pt x="264041" y="144782"/>
                </a:lnTo>
                <a:lnTo>
                  <a:pt x="264041" y="125056"/>
                </a:lnTo>
                <a:lnTo>
                  <a:pt x="283023" y="125056"/>
                </a:lnTo>
                <a:lnTo>
                  <a:pt x="283023" y="144782"/>
                </a:lnTo>
                <a:close/>
                <a:moveTo>
                  <a:pt x="444267" y="72019"/>
                </a:moveTo>
                <a:lnTo>
                  <a:pt x="333912" y="72019"/>
                </a:lnTo>
                <a:lnTo>
                  <a:pt x="333912" y="57131"/>
                </a:lnTo>
                <a:lnTo>
                  <a:pt x="444267" y="57131"/>
                </a:lnTo>
                <a:lnTo>
                  <a:pt x="444267" y="72019"/>
                </a:lnTo>
                <a:moveTo>
                  <a:pt x="444267" y="111099"/>
                </a:moveTo>
                <a:lnTo>
                  <a:pt x="333912" y="111099"/>
                </a:lnTo>
                <a:lnTo>
                  <a:pt x="333912" y="96211"/>
                </a:lnTo>
                <a:lnTo>
                  <a:pt x="444267" y="96211"/>
                </a:lnTo>
                <a:lnTo>
                  <a:pt x="444267" y="111099"/>
                </a:lnTo>
                <a:close/>
                <a:moveTo>
                  <a:pt x="569989" y="0"/>
                </a:moveTo>
                <a:lnTo>
                  <a:pt x="565988" y="53782"/>
                </a:lnTo>
                <a:lnTo>
                  <a:pt x="553334" y="53782"/>
                </a:lnTo>
                <a:lnTo>
                  <a:pt x="549333" y="0"/>
                </a:lnTo>
                <a:lnTo>
                  <a:pt x="569989" y="0"/>
                </a:lnTo>
                <a:close/>
                <a:moveTo>
                  <a:pt x="702016" y="6141"/>
                </a:moveTo>
                <a:lnTo>
                  <a:pt x="653259" y="83981"/>
                </a:lnTo>
                <a:lnTo>
                  <a:pt x="653259" y="144782"/>
                </a:lnTo>
                <a:lnTo>
                  <a:pt x="634836" y="144782"/>
                </a:lnTo>
                <a:lnTo>
                  <a:pt x="634836" y="85935"/>
                </a:lnTo>
                <a:lnTo>
                  <a:pt x="585892" y="6141"/>
                </a:lnTo>
                <a:lnTo>
                  <a:pt x="606270" y="6141"/>
                </a:lnTo>
                <a:lnTo>
                  <a:pt x="644140" y="68152"/>
                </a:lnTo>
                <a:lnTo>
                  <a:pt x="682383" y="6141"/>
                </a:lnTo>
                <a:lnTo>
                  <a:pt x="702016" y="6141"/>
                </a:lnTo>
                <a:close/>
                <a:moveTo>
                  <a:pt x="738446" y="0"/>
                </a:moveTo>
                <a:lnTo>
                  <a:pt x="734445" y="53782"/>
                </a:lnTo>
                <a:lnTo>
                  <a:pt x="721791" y="53782"/>
                </a:lnTo>
                <a:lnTo>
                  <a:pt x="717790" y="0"/>
                </a:lnTo>
                <a:lnTo>
                  <a:pt x="738446" y="0"/>
                </a:lnTo>
                <a:close/>
                <a:moveTo>
                  <a:pt x="823484" y="91559"/>
                </a:moveTo>
                <a:cubicBezTo>
                  <a:pt x="823484" y="110231"/>
                  <a:pt x="820444" y="127010"/>
                  <a:pt x="814365" y="141898"/>
                </a:cubicBezTo>
                <a:cubicBezTo>
                  <a:pt x="808286" y="156786"/>
                  <a:pt x="799756" y="170526"/>
                  <a:pt x="788777" y="183118"/>
                </a:cubicBezTo>
                <a:lnTo>
                  <a:pt x="767469" y="183118"/>
                </a:lnTo>
                <a:lnTo>
                  <a:pt x="767469" y="182188"/>
                </a:lnTo>
                <a:cubicBezTo>
                  <a:pt x="772245" y="177907"/>
                  <a:pt x="777037" y="172681"/>
                  <a:pt x="781845" y="166509"/>
                </a:cubicBezTo>
                <a:cubicBezTo>
                  <a:pt x="786652" y="160337"/>
                  <a:pt x="790886" y="153436"/>
                  <a:pt x="794546" y="145806"/>
                </a:cubicBezTo>
                <a:cubicBezTo>
                  <a:pt x="798392" y="137866"/>
                  <a:pt x="801447" y="129492"/>
                  <a:pt x="803711" y="120683"/>
                </a:cubicBezTo>
                <a:cubicBezTo>
                  <a:pt x="805975" y="111874"/>
                  <a:pt x="807107" y="102167"/>
                  <a:pt x="807107" y="91559"/>
                </a:cubicBezTo>
                <a:cubicBezTo>
                  <a:pt x="807107" y="81386"/>
                  <a:pt x="805960" y="71709"/>
                  <a:pt x="803664" y="62528"/>
                </a:cubicBezTo>
                <a:cubicBezTo>
                  <a:pt x="801369" y="53347"/>
                  <a:pt x="798330" y="44942"/>
                  <a:pt x="794546" y="37312"/>
                </a:cubicBezTo>
                <a:cubicBezTo>
                  <a:pt x="790638" y="29434"/>
                  <a:pt x="786404" y="22533"/>
                  <a:pt x="781845" y="16609"/>
                </a:cubicBezTo>
                <a:cubicBezTo>
                  <a:pt x="777285" y="10685"/>
                  <a:pt x="772493" y="5459"/>
                  <a:pt x="767469" y="930"/>
                </a:cubicBezTo>
                <a:lnTo>
                  <a:pt x="767469" y="0"/>
                </a:lnTo>
                <a:lnTo>
                  <a:pt x="788777" y="0"/>
                </a:lnTo>
                <a:cubicBezTo>
                  <a:pt x="799756" y="12592"/>
                  <a:pt x="808286" y="26333"/>
                  <a:pt x="814365" y="41220"/>
                </a:cubicBezTo>
                <a:cubicBezTo>
                  <a:pt x="820444" y="56108"/>
                  <a:pt x="823484" y="72887"/>
                  <a:pt x="823484" y="91559"/>
                </a:cubicBezTo>
                <a:close/>
                <a:moveTo>
                  <a:pt x="1010946" y="181257"/>
                </a:moveTo>
                <a:lnTo>
                  <a:pt x="996989" y="181257"/>
                </a:lnTo>
                <a:cubicBezTo>
                  <a:pt x="985885" y="181257"/>
                  <a:pt x="976875" y="178171"/>
                  <a:pt x="969959" y="171999"/>
                </a:cubicBezTo>
                <a:cubicBezTo>
                  <a:pt x="963042" y="165827"/>
                  <a:pt x="959584" y="156910"/>
                  <a:pt x="959584" y="145248"/>
                </a:cubicBezTo>
                <a:lnTo>
                  <a:pt x="959584" y="131384"/>
                </a:lnTo>
                <a:cubicBezTo>
                  <a:pt x="959584" y="120900"/>
                  <a:pt x="957010" y="112696"/>
                  <a:pt x="951861" y="106772"/>
                </a:cubicBezTo>
                <a:cubicBezTo>
                  <a:pt x="946712" y="100848"/>
                  <a:pt x="938834" y="97886"/>
                  <a:pt x="928227" y="97886"/>
                </a:cubicBezTo>
                <a:lnTo>
                  <a:pt x="923481" y="97886"/>
                </a:lnTo>
                <a:lnTo>
                  <a:pt x="923481" y="83371"/>
                </a:lnTo>
                <a:lnTo>
                  <a:pt x="928227" y="83371"/>
                </a:lnTo>
                <a:cubicBezTo>
                  <a:pt x="938834" y="83371"/>
                  <a:pt x="946712" y="80409"/>
                  <a:pt x="951861" y="74485"/>
                </a:cubicBezTo>
                <a:cubicBezTo>
                  <a:pt x="957010" y="68561"/>
                  <a:pt x="959584" y="60357"/>
                  <a:pt x="959584" y="49874"/>
                </a:cubicBezTo>
                <a:lnTo>
                  <a:pt x="959584" y="36009"/>
                </a:lnTo>
                <a:cubicBezTo>
                  <a:pt x="959584" y="24348"/>
                  <a:pt x="963042" y="15430"/>
                  <a:pt x="969959" y="9258"/>
                </a:cubicBezTo>
                <a:cubicBezTo>
                  <a:pt x="976875" y="3086"/>
                  <a:pt x="985885" y="0"/>
                  <a:pt x="996989" y="0"/>
                </a:cubicBezTo>
                <a:lnTo>
                  <a:pt x="1010946" y="0"/>
                </a:lnTo>
                <a:lnTo>
                  <a:pt x="1010946" y="12841"/>
                </a:lnTo>
                <a:lnTo>
                  <a:pt x="1000339" y="12841"/>
                </a:lnTo>
                <a:cubicBezTo>
                  <a:pt x="991902" y="12841"/>
                  <a:pt x="985777" y="14795"/>
                  <a:pt x="981962" y="18703"/>
                </a:cubicBezTo>
                <a:cubicBezTo>
                  <a:pt x="978147" y="22611"/>
                  <a:pt x="976239" y="28907"/>
                  <a:pt x="976239" y="37591"/>
                </a:cubicBezTo>
                <a:lnTo>
                  <a:pt x="976239" y="53875"/>
                </a:lnTo>
                <a:cubicBezTo>
                  <a:pt x="976239" y="62497"/>
                  <a:pt x="973851" y="69739"/>
                  <a:pt x="969075" y="75601"/>
                </a:cubicBezTo>
                <a:cubicBezTo>
                  <a:pt x="964298" y="81463"/>
                  <a:pt x="957661" y="86100"/>
                  <a:pt x="949162" y="89512"/>
                </a:cubicBezTo>
                <a:lnTo>
                  <a:pt x="949162" y="91745"/>
                </a:lnTo>
                <a:cubicBezTo>
                  <a:pt x="957661" y="95157"/>
                  <a:pt x="964298" y="99794"/>
                  <a:pt x="969075" y="105656"/>
                </a:cubicBezTo>
                <a:cubicBezTo>
                  <a:pt x="973851" y="111518"/>
                  <a:pt x="976239" y="118760"/>
                  <a:pt x="976239" y="127382"/>
                </a:cubicBezTo>
                <a:lnTo>
                  <a:pt x="976239" y="143666"/>
                </a:lnTo>
                <a:cubicBezTo>
                  <a:pt x="976239" y="152350"/>
                  <a:pt x="978147" y="158647"/>
                  <a:pt x="981962" y="162555"/>
                </a:cubicBezTo>
                <a:cubicBezTo>
                  <a:pt x="985777" y="166463"/>
                  <a:pt x="991902" y="168417"/>
                  <a:pt x="1000339" y="168417"/>
                </a:cubicBezTo>
                <a:lnTo>
                  <a:pt x="1010946" y="168417"/>
                </a:lnTo>
                <a:lnTo>
                  <a:pt x="1010946" y="1812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Text 3">
            <a:extLst xmlns:a="http://schemas.openxmlformats.org/drawingml/2006/main">
              <a:ext uri="{FF2B5EF4-FFF2-40B4-BE49-F238E27FC236}">
                <a16:creationId xmlns:a16="http://schemas.microsoft.com/office/drawing/2014/main" id="{3B534127-FE59-438C-BB00-2D314289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0" y="1352541"/>
            <a:ext cx="77617" cy="114294"/>
          </a:xfrm>
          <a:custGeom xmlns:a="http://schemas.openxmlformats.org/drawingml/2006/main">
            <a:pathLst>
              <a:path w="77617" h="114294">
                <a:moveTo>
                  <a:pt x="37452" y="114294"/>
                </a:moveTo>
                <a:cubicBezTo>
                  <a:pt x="24322" y="114294"/>
                  <a:pt x="14797" y="110681"/>
                  <a:pt x="8878" y="103455"/>
                </a:cubicBezTo>
                <a:cubicBezTo>
                  <a:pt x="2959" y="96228"/>
                  <a:pt x="0" y="87434"/>
                  <a:pt x="0" y="77075"/>
                </a:cubicBezTo>
                <a:lnTo>
                  <a:pt x="14577" y="77075"/>
                </a:lnTo>
                <a:cubicBezTo>
                  <a:pt x="15198" y="84283"/>
                  <a:pt x="16542" y="89521"/>
                  <a:pt x="18610" y="92789"/>
                </a:cubicBezTo>
                <a:cubicBezTo>
                  <a:pt x="22228" y="98648"/>
                  <a:pt x="28767" y="101577"/>
                  <a:pt x="38227" y="101577"/>
                </a:cubicBezTo>
                <a:cubicBezTo>
                  <a:pt x="45568" y="101577"/>
                  <a:pt x="51461" y="99613"/>
                  <a:pt x="55906" y="95684"/>
                </a:cubicBezTo>
                <a:cubicBezTo>
                  <a:pt x="60352" y="91755"/>
                  <a:pt x="62575" y="86690"/>
                  <a:pt x="62575" y="80486"/>
                </a:cubicBezTo>
                <a:cubicBezTo>
                  <a:pt x="62575" y="72836"/>
                  <a:pt x="60236" y="67486"/>
                  <a:pt x="55557" y="64436"/>
                </a:cubicBezTo>
                <a:cubicBezTo>
                  <a:pt x="50879" y="61386"/>
                  <a:pt x="44379" y="59861"/>
                  <a:pt x="36056" y="59861"/>
                </a:cubicBezTo>
                <a:cubicBezTo>
                  <a:pt x="35126" y="59861"/>
                  <a:pt x="34182" y="59874"/>
                  <a:pt x="33226" y="59900"/>
                </a:cubicBezTo>
                <a:cubicBezTo>
                  <a:pt x="32270" y="59925"/>
                  <a:pt x="31300" y="59964"/>
                  <a:pt x="30318" y="60016"/>
                </a:cubicBezTo>
                <a:lnTo>
                  <a:pt x="30318" y="47609"/>
                </a:lnTo>
                <a:cubicBezTo>
                  <a:pt x="31765" y="47795"/>
                  <a:pt x="32980" y="47920"/>
                  <a:pt x="33962" y="47983"/>
                </a:cubicBezTo>
                <a:cubicBezTo>
                  <a:pt x="34945" y="48044"/>
                  <a:pt x="36004" y="48075"/>
                  <a:pt x="37142" y="48075"/>
                </a:cubicBezTo>
                <a:cubicBezTo>
                  <a:pt x="42363" y="48075"/>
                  <a:pt x="46653" y="47246"/>
                  <a:pt x="50013" y="45589"/>
                </a:cubicBezTo>
                <a:cubicBezTo>
                  <a:pt x="55906" y="42687"/>
                  <a:pt x="58853" y="37507"/>
                  <a:pt x="58853" y="30047"/>
                </a:cubicBezTo>
                <a:cubicBezTo>
                  <a:pt x="58853" y="24503"/>
                  <a:pt x="56888" y="20228"/>
                  <a:pt x="52960" y="17224"/>
                </a:cubicBezTo>
                <a:cubicBezTo>
                  <a:pt x="49031" y="14219"/>
                  <a:pt x="44456" y="12717"/>
                  <a:pt x="39235" y="12717"/>
                </a:cubicBezTo>
                <a:cubicBezTo>
                  <a:pt x="29930" y="12717"/>
                  <a:pt x="23495" y="15818"/>
                  <a:pt x="19928" y="22021"/>
                </a:cubicBezTo>
                <a:cubicBezTo>
                  <a:pt x="17963" y="25433"/>
                  <a:pt x="16852" y="30292"/>
                  <a:pt x="16594" y="36599"/>
                </a:cubicBezTo>
                <a:lnTo>
                  <a:pt x="2791" y="36599"/>
                </a:lnTo>
                <a:cubicBezTo>
                  <a:pt x="2791" y="28328"/>
                  <a:pt x="4446" y="21298"/>
                  <a:pt x="7754" y="15508"/>
                </a:cubicBezTo>
                <a:cubicBezTo>
                  <a:pt x="13440" y="5169"/>
                  <a:pt x="23443" y="0"/>
                  <a:pt x="37762" y="0"/>
                </a:cubicBezTo>
                <a:cubicBezTo>
                  <a:pt x="49083" y="0"/>
                  <a:pt x="57845" y="2524"/>
                  <a:pt x="64048" y="7572"/>
                </a:cubicBezTo>
                <a:cubicBezTo>
                  <a:pt x="70251" y="12619"/>
                  <a:pt x="73353" y="19931"/>
                  <a:pt x="73353" y="29509"/>
                </a:cubicBezTo>
                <a:cubicBezTo>
                  <a:pt x="73353" y="36342"/>
                  <a:pt x="71518" y="41881"/>
                  <a:pt x="67847" y="46127"/>
                </a:cubicBezTo>
                <a:cubicBezTo>
                  <a:pt x="65573" y="48768"/>
                  <a:pt x="62626" y="50839"/>
                  <a:pt x="59008" y="52339"/>
                </a:cubicBezTo>
                <a:cubicBezTo>
                  <a:pt x="64849" y="53942"/>
                  <a:pt x="69411" y="57031"/>
                  <a:pt x="72694" y="61605"/>
                </a:cubicBezTo>
                <a:cubicBezTo>
                  <a:pt x="75976" y="66180"/>
                  <a:pt x="77617" y="71776"/>
                  <a:pt x="77617" y="78393"/>
                </a:cubicBezTo>
                <a:cubicBezTo>
                  <a:pt x="77617" y="88990"/>
                  <a:pt x="74128" y="97623"/>
                  <a:pt x="67150" y="104291"/>
                </a:cubicBezTo>
                <a:cubicBezTo>
                  <a:pt x="60171" y="110960"/>
                  <a:pt x="50272" y="114294"/>
                  <a:pt x="37452" y="1142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D12EA7-1C4D-4859-9DBC-4B2CE7BC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787" y="1670177"/>
            <a:ext cx="3096632" cy="317603"/>
          </a:xfrm>
          <a:custGeom xmlns:a="http://schemas.openxmlformats.org/drawingml/2006/main">
            <a:pathLst>
              <a:path w="3096632" h="317603">
                <a:moveTo>
                  <a:pt x="0" y="0"/>
                </a:moveTo>
                <a:lnTo>
                  <a:pt x="3096632" y="0"/>
                </a:lnTo>
                <a:lnTo>
                  <a:pt x="3096632" y="317603"/>
                </a:lnTo>
                <a:lnTo>
                  <a:pt x="0" y="31760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0F0F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4ED457-34E8-4990-8D97-51940CE9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787" y="1670177"/>
            <a:ext cx="3096632" cy="317603"/>
          </a:xfrm>
          <a:custGeom xmlns:a="http://schemas.openxmlformats.org/drawingml/2006/main">
            <a:pathLst>
              <a:path w="3096632" h="317603" fill="none">
                <a:moveTo>
                  <a:pt x="0" y="0"/>
                </a:moveTo>
                <a:lnTo>
                  <a:pt x="3096632" y="0"/>
                </a:lnTo>
                <a:lnTo>
                  <a:pt x="3096632" y="317603"/>
                </a:lnTo>
                <a:lnTo>
                  <a:pt x="0" y="31760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587" cap="flat">
            <a:solidFill>
              <a:srgbClr val="F0F0F0"/>
            </a:solidFill>
            <a:miter/>
          </a:ln>
        </p:spPr>
      </p:sp>
      <p:sp>
        <p:nvSpPr>
          <p:cNvPr id="18" name="Text if">
            <a:extLst xmlns:a="http://schemas.openxmlformats.org/drawingml/2006/main">
              <a:ext uri="{FF2B5EF4-FFF2-40B4-BE49-F238E27FC236}">
                <a16:creationId xmlns:a16="http://schemas.microsoft.com/office/drawing/2014/main" id="{B0F6F652-943C-4DD5-B438-044EFCD1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221" y="1752079"/>
            <a:ext cx="109066" cy="145713"/>
          </a:xfrm>
          <a:custGeom xmlns:a="http://schemas.openxmlformats.org/drawingml/2006/main">
            <a:pathLst>
              <a:path w="109066" h="145713">
                <a:moveTo>
                  <a:pt x="19726" y="24379"/>
                </a:moveTo>
                <a:lnTo>
                  <a:pt x="0" y="24379"/>
                </a:lnTo>
                <a:lnTo>
                  <a:pt x="0" y="6141"/>
                </a:lnTo>
                <a:lnTo>
                  <a:pt x="19726" y="6141"/>
                </a:lnTo>
                <a:lnTo>
                  <a:pt x="19726" y="24379"/>
                </a:lnTo>
                <a:moveTo>
                  <a:pt x="18610" y="145713"/>
                </a:moveTo>
                <a:lnTo>
                  <a:pt x="1117" y="145713"/>
                </a:lnTo>
                <a:lnTo>
                  <a:pt x="1117" y="41685"/>
                </a:lnTo>
                <a:lnTo>
                  <a:pt x="18610" y="41685"/>
                </a:lnTo>
                <a:lnTo>
                  <a:pt x="18610" y="145713"/>
                </a:lnTo>
                <a:close/>
                <a:moveTo>
                  <a:pt x="109066" y="17865"/>
                </a:moveTo>
                <a:lnTo>
                  <a:pt x="108136" y="17865"/>
                </a:lnTo>
                <a:cubicBezTo>
                  <a:pt x="106213" y="17307"/>
                  <a:pt x="103701" y="16733"/>
                  <a:pt x="100599" y="16144"/>
                </a:cubicBezTo>
                <a:cubicBezTo>
                  <a:pt x="97498" y="15554"/>
                  <a:pt x="94768" y="15260"/>
                  <a:pt x="92411" y="15260"/>
                </a:cubicBezTo>
                <a:cubicBezTo>
                  <a:pt x="84905" y="15260"/>
                  <a:pt x="79462" y="16913"/>
                  <a:pt x="76081" y="20220"/>
                </a:cubicBezTo>
                <a:cubicBezTo>
                  <a:pt x="72700" y="23528"/>
                  <a:pt x="71010" y="29508"/>
                  <a:pt x="71010" y="38161"/>
                </a:cubicBezTo>
                <a:lnTo>
                  <a:pt x="71010" y="41685"/>
                </a:lnTo>
                <a:lnTo>
                  <a:pt x="102553" y="41685"/>
                </a:lnTo>
                <a:lnTo>
                  <a:pt x="102553" y="56387"/>
                </a:lnTo>
                <a:lnTo>
                  <a:pt x="71568" y="56387"/>
                </a:lnTo>
                <a:lnTo>
                  <a:pt x="71568" y="145713"/>
                </a:lnTo>
                <a:lnTo>
                  <a:pt x="54075" y="145713"/>
                </a:lnTo>
                <a:lnTo>
                  <a:pt x="54075" y="56387"/>
                </a:lnTo>
                <a:lnTo>
                  <a:pt x="42258" y="56387"/>
                </a:lnTo>
                <a:lnTo>
                  <a:pt x="42258" y="41685"/>
                </a:lnTo>
                <a:lnTo>
                  <a:pt x="54075" y="41685"/>
                </a:lnTo>
                <a:lnTo>
                  <a:pt x="54075" y="38251"/>
                </a:lnTo>
                <a:cubicBezTo>
                  <a:pt x="54075" y="25934"/>
                  <a:pt x="57146" y="16480"/>
                  <a:pt x="63287" y="9889"/>
                </a:cubicBezTo>
                <a:cubicBezTo>
                  <a:pt x="69428" y="3296"/>
                  <a:pt x="78299" y="0"/>
                  <a:pt x="89899" y="0"/>
                </a:cubicBezTo>
                <a:cubicBezTo>
                  <a:pt x="93807" y="0"/>
                  <a:pt x="97327" y="186"/>
                  <a:pt x="100460" y="558"/>
                </a:cubicBezTo>
                <a:cubicBezTo>
                  <a:pt x="103592" y="930"/>
                  <a:pt x="106461" y="1365"/>
                  <a:pt x="109066" y="1861"/>
                </a:cubicBezTo>
                <a:lnTo>
                  <a:pt x="109066" y="17865"/>
                </a:lnTo>
                <a:close/>
              </a:path>
            </a:pathLst>
          </a:custGeom>
          <a:solidFill xmlns:a="http://schemas.openxmlformats.org/drawingml/2006/main">
            <a:srgbClr val="FF6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Text (a+b&gt;100)foo(a);">
            <a:extLst xmlns:a="http://schemas.openxmlformats.org/drawingml/2006/main">
              <a:ext uri="{FF2B5EF4-FFF2-40B4-BE49-F238E27FC236}">
                <a16:creationId xmlns:a16="http://schemas.microsoft.com/office/drawing/2014/main" id="{79EF633E-A3E1-4616-965C-07933FC8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289" y="1752079"/>
            <a:ext cx="2046922" cy="184049"/>
          </a:xfrm>
          <a:custGeom xmlns:a="http://schemas.openxmlformats.org/drawingml/2006/main">
            <a:pathLst>
              <a:path w="2046922" h="184049">
                <a:moveTo>
                  <a:pt x="56015" y="184049"/>
                </a:moveTo>
                <a:lnTo>
                  <a:pt x="34707" y="184049"/>
                </a:lnTo>
                <a:cubicBezTo>
                  <a:pt x="23727" y="171456"/>
                  <a:pt x="15198" y="157716"/>
                  <a:pt x="9119" y="142828"/>
                </a:cubicBezTo>
                <a:cubicBezTo>
                  <a:pt x="3040" y="127941"/>
                  <a:pt x="0" y="111161"/>
                  <a:pt x="0" y="92490"/>
                </a:cubicBezTo>
                <a:cubicBezTo>
                  <a:pt x="0" y="73818"/>
                  <a:pt x="3040" y="57038"/>
                  <a:pt x="9119" y="42151"/>
                </a:cubicBezTo>
                <a:cubicBezTo>
                  <a:pt x="15198" y="27263"/>
                  <a:pt x="23727" y="13523"/>
                  <a:pt x="34707" y="930"/>
                </a:cubicBezTo>
                <a:lnTo>
                  <a:pt x="56015" y="930"/>
                </a:lnTo>
                <a:lnTo>
                  <a:pt x="56015" y="1861"/>
                </a:lnTo>
                <a:cubicBezTo>
                  <a:pt x="50990" y="6389"/>
                  <a:pt x="46198" y="11615"/>
                  <a:pt x="41639" y="17540"/>
                </a:cubicBezTo>
                <a:cubicBezTo>
                  <a:pt x="37080" y="23464"/>
                  <a:pt x="32846" y="30365"/>
                  <a:pt x="28938" y="38243"/>
                </a:cubicBezTo>
                <a:cubicBezTo>
                  <a:pt x="25216" y="45873"/>
                  <a:pt x="22192" y="54278"/>
                  <a:pt x="19866" y="63459"/>
                </a:cubicBezTo>
                <a:cubicBezTo>
                  <a:pt x="17540" y="72639"/>
                  <a:pt x="16376" y="82316"/>
                  <a:pt x="16376" y="92490"/>
                </a:cubicBezTo>
                <a:cubicBezTo>
                  <a:pt x="16376" y="103097"/>
                  <a:pt x="17508" y="112805"/>
                  <a:pt x="19773" y="121614"/>
                </a:cubicBezTo>
                <a:cubicBezTo>
                  <a:pt x="22037" y="130422"/>
                  <a:pt x="25092" y="138796"/>
                  <a:pt x="28938" y="146736"/>
                </a:cubicBezTo>
                <a:cubicBezTo>
                  <a:pt x="32660" y="154366"/>
                  <a:pt x="36909" y="161267"/>
                  <a:pt x="41685" y="167440"/>
                </a:cubicBezTo>
                <a:cubicBezTo>
                  <a:pt x="46462" y="173612"/>
                  <a:pt x="51238" y="178838"/>
                  <a:pt x="56015" y="183118"/>
                </a:cubicBezTo>
                <a:lnTo>
                  <a:pt x="56015" y="184049"/>
                </a:lnTo>
                <a:close/>
                <a:moveTo>
                  <a:pt x="167653" y="145713"/>
                </a:moveTo>
                <a:lnTo>
                  <a:pt x="150253" y="145713"/>
                </a:lnTo>
                <a:lnTo>
                  <a:pt x="150253" y="134716"/>
                </a:lnTo>
                <a:cubicBezTo>
                  <a:pt x="148702" y="135772"/>
                  <a:pt x="146608" y="137247"/>
                  <a:pt x="143972" y="139141"/>
                </a:cubicBezTo>
                <a:cubicBezTo>
                  <a:pt x="141336" y="141035"/>
                  <a:pt x="138777" y="142542"/>
                  <a:pt x="136296" y="143660"/>
                </a:cubicBezTo>
                <a:cubicBezTo>
                  <a:pt x="133380" y="145089"/>
                  <a:pt x="130030" y="146284"/>
                  <a:pt x="126247" y="147245"/>
                </a:cubicBezTo>
                <a:cubicBezTo>
                  <a:pt x="122463" y="148209"/>
                  <a:pt x="118027" y="148690"/>
                  <a:pt x="112941" y="148690"/>
                </a:cubicBezTo>
                <a:cubicBezTo>
                  <a:pt x="103574" y="148690"/>
                  <a:pt x="95634" y="145585"/>
                  <a:pt x="89120" y="139374"/>
                </a:cubicBezTo>
                <a:cubicBezTo>
                  <a:pt x="82607" y="133163"/>
                  <a:pt x="79350" y="125243"/>
                  <a:pt x="79350" y="115615"/>
                </a:cubicBezTo>
                <a:cubicBezTo>
                  <a:pt x="79350" y="107727"/>
                  <a:pt x="81041" y="101346"/>
                  <a:pt x="84422" y="96470"/>
                </a:cubicBezTo>
                <a:cubicBezTo>
                  <a:pt x="87802" y="91593"/>
                  <a:pt x="92625" y="87758"/>
                  <a:pt x="98890" y="84964"/>
                </a:cubicBezTo>
                <a:cubicBezTo>
                  <a:pt x="105218" y="82169"/>
                  <a:pt x="112817" y="80274"/>
                  <a:pt x="121687" y="79280"/>
                </a:cubicBezTo>
                <a:cubicBezTo>
                  <a:pt x="130558" y="78285"/>
                  <a:pt x="140080" y="77540"/>
                  <a:pt x="150253" y="77044"/>
                </a:cubicBezTo>
                <a:lnTo>
                  <a:pt x="150253" y="74322"/>
                </a:lnTo>
                <a:cubicBezTo>
                  <a:pt x="150253" y="70319"/>
                  <a:pt x="149555" y="67004"/>
                  <a:pt x="148159" y="64377"/>
                </a:cubicBezTo>
                <a:cubicBezTo>
                  <a:pt x="146764" y="61751"/>
                  <a:pt x="144763" y="59686"/>
                  <a:pt x="142158" y="58184"/>
                </a:cubicBezTo>
                <a:cubicBezTo>
                  <a:pt x="139676" y="56746"/>
                  <a:pt x="136699" y="55776"/>
                  <a:pt x="133225" y="55276"/>
                </a:cubicBezTo>
                <a:cubicBezTo>
                  <a:pt x="129751" y="54776"/>
                  <a:pt x="126122" y="54526"/>
                  <a:pt x="122339" y="54526"/>
                </a:cubicBezTo>
                <a:cubicBezTo>
                  <a:pt x="117748" y="54526"/>
                  <a:pt x="112631" y="55147"/>
                  <a:pt x="106986" y="56390"/>
                </a:cubicBezTo>
                <a:cubicBezTo>
                  <a:pt x="101341" y="57631"/>
                  <a:pt x="95510" y="59428"/>
                  <a:pt x="89493" y="61784"/>
                </a:cubicBezTo>
                <a:lnTo>
                  <a:pt x="88562" y="61784"/>
                </a:lnTo>
                <a:lnTo>
                  <a:pt x="88562" y="44012"/>
                </a:lnTo>
                <a:cubicBezTo>
                  <a:pt x="91974" y="43081"/>
                  <a:pt x="96905" y="42058"/>
                  <a:pt x="103357" y="40941"/>
                </a:cubicBezTo>
                <a:cubicBezTo>
                  <a:pt x="109808" y="39824"/>
                  <a:pt x="116166" y="39266"/>
                  <a:pt x="122432" y="39266"/>
                </a:cubicBezTo>
                <a:cubicBezTo>
                  <a:pt x="129751" y="39266"/>
                  <a:pt x="136125" y="39871"/>
                  <a:pt x="141553" y="41081"/>
                </a:cubicBezTo>
                <a:cubicBezTo>
                  <a:pt x="146981" y="42290"/>
                  <a:pt x="151680" y="44353"/>
                  <a:pt x="155650" y="47268"/>
                </a:cubicBezTo>
                <a:cubicBezTo>
                  <a:pt x="159558" y="50122"/>
                  <a:pt x="162535" y="53813"/>
                  <a:pt x="164582" y="58341"/>
                </a:cubicBezTo>
                <a:cubicBezTo>
                  <a:pt x="166629" y="62869"/>
                  <a:pt x="167653" y="68483"/>
                  <a:pt x="167653" y="75183"/>
                </a:cubicBezTo>
                <a:lnTo>
                  <a:pt x="167653" y="145713"/>
                </a:lnTo>
                <a:moveTo>
                  <a:pt x="150253" y="120256"/>
                </a:moveTo>
                <a:lnTo>
                  <a:pt x="150253" y="91187"/>
                </a:lnTo>
                <a:cubicBezTo>
                  <a:pt x="144918" y="91499"/>
                  <a:pt x="138637" y="91967"/>
                  <a:pt x="131411" y="92591"/>
                </a:cubicBezTo>
                <a:cubicBezTo>
                  <a:pt x="124184" y="93214"/>
                  <a:pt x="118462" y="94116"/>
                  <a:pt x="114243" y="95298"/>
                </a:cubicBezTo>
                <a:cubicBezTo>
                  <a:pt x="109219" y="96733"/>
                  <a:pt x="105156" y="98961"/>
                  <a:pt x="102054" y="101983"/>
                </a:cubicBezTo>
                <a:cubicBezTo>
                  <a:pt x="98952" y="105005"/>
                  <a:pt x="97402" y="109164"/>
                  <a:pt x="97402" y="114460"/>
                </a:cubicBezTo>
                <a:cubicBezTo>
                  <a:pt x="97402" y="120443"/>
                  <a:pt x="99201" y="124945"/>
                  <a:pt x="102798" y="127967"/>
                </a:cubicBezTo>
                <a:cubicBezTo>
                  <a:pt x="106396" y="130989"/>
                  <a:pt x="111886" y="132500"/>
                  <a:pt x="119268" y="132500"/>
                </a:cubicBezTo>
                <a:cubicBezTo>
                  <a:pt x="125409" y="132500"/>
                  <a:pt x="131023" y="131301"/>
                  <a:pt x="136110" y="128903"/>
                </a:cubicBezTo>
                <a:cubicBezTo>
                  <a:pt x="141196" y="126503"/>
                  <a:pt x="145911" y="123621"/>
                  <a:pt x="150253" y="120256"/>
                </a:cubicBezTo>
                <a:close/>
                <a:moveTo>
                  <a:pt x="387687" y="92490"/>
                </a:moveTo>
                <a:lnTo>
                  <a:pt x="336976" y="92490"/>
                </a:lnTo>
                <a:lnTo>
                  <a:pt x="336976" y="143294"/>
                </a:lnTo>
                <a:lnTo>
                  <a:pt x="321530" y="143294"/>
                </a:lnTo>
                <a:lnTo>
                  <a:pt x="321530" y="92490"/>
                </a:lnTo>
                <a:lnTo>
                  <a:pt x="270819" y="92490"/>
                </a:lnTo>
                <a:lnTo>
                  <a:pt x="270819" y="77602"/>
                </a:lnTo>
                <a:lnTo>
                  <a:pt x="321530" y="77602"/>
                </a:lnTo>
                <a:lnTo>
                  <a:pt x="321530" y="26798"/>
                </a:lnTo>
                <a:lnTo>
                  <a:pt x="336976" y="26798"/>
                </a:lnTo>
                <a:lnTo>
                  <a:pt x="336976" y="77602"/>
                </a:lnTo>
                <a:lnTo>
                  <a:pt x="387687" y="77602"/>
                </a:lnTo>
                <a:lnTo>
                  <a:pt x="387687" y="92490"/>
                </a:lnTo>
                <a:close/>
                <a:moveTo>
                  <a:pt x="582916" y="92905"/>
                </a:moveTo>
                <a:cubicBezTo>
                  <a:pt x="582916" y="101613"/>
                  <a:pt x="581691" y="109449"/>
                  <a:pt x="579241" y="116414"/>
                </a:cubicBezTo>
                <a:cubicBezTo>
                  <a:pt x="576790" y="123379"/>
                  <a:pt x="573487" y="129225"/>
                  <a:pt x="569331" y="133951"/>
                </a:cubicBezTo>
                <a:cubicBezTo>
                  <a:pt x="564927" y="138865"/>
                  <a:pt x="560088" y="142550"/>
                  <a:pt x="554816" y="145006"/>
                </a:cubicBezTo>
                <a:cubicBezTo>
                  <a:pt x="549543" y="147462"/>
                  <a:pt x="543743" y="148690"/>
                  <a:pt x="537416" y="148690"/>
                </a:cubicBezTo>
                <a:cubicBezTo>
                  <a:pt x="531523" y="148690"/>
                  <a:pt x="526374" y="147991"/>
                  <a:pt x="521970" y="146591"/>
                </a:cubicBezTo>
                <a:cubicBezTo>
                  <a:pt x="517566" y="145191"/>
                  <a:pt x="513223" y="143310"/>
                  <a:pt x="508943" y="140947"/>
                </a:cubicBezTo>
                <a:lnTo>
                  <a:pt x="507827" y="145713"/>
                </a:lnTo>
                <a:lnTo>
                  <a:pt x="491450" y="145713"/>
                </a:lnTo>
                <a:lnTo>
                  <a:pt x="491450" y="930"/>
                </a:lnTo>
                <a:lnTo>
                  <a:pt x="508943" y="930"/>
                </a:lnTo>
                <a:lnTo>
                  <a:pt x="508943" y="52514"/>
                </a:lnTo>
                <a:cubicBezTo>
                  <a:pt x="513844" y="48472"/>
                  <a:pt x="519054" y="45161"/>
                  <a:pt x="524575" y="42581"/>
                </a:cubicBezTo>
                <a:cubicBezTo>
                  <a:pt x="530096" y="39999"/>
                  <a:pt x="536299" y="38708"/>
                  <a:pt x="543185" y="38708"/>
                </a:cubicBezTo>
                <a:cubicBezTo>
                  <a:pt x="555467" y="38708"/>
                  <a:pt x="565159" y="43435"/>
                  <a:pt x="572262" y="52889"/>
                </a:cubicBezTo>
                <a:cubicBezTo>
                  <a:pt x="579365" y="62341"/>
                  <a:pt x="582916" y="75680"/>
                  <a:pt x="582916" y="92905"/>
                </a:cubicBezTo>
                <a:moveTo>
                  <a:pt x="564865" y="93373"/>
                </a:moveTo>
                <a:cubicBezTo>
                  <a:pt x="564865" y="80952"/>
                  <a:pt x="562818" y="71527"/>
                  <a:pt x="558724" y="65099"/>
                </a:cubicBezTo>
                <a:cubicBezTo>
                  <a:pt x="554630" y="58671"/>
                  <a:pt x="548023" y="55457"/>
                  <a:pt x="538905" y="55457"/>
                </a:cubicBezTo>
                <a:cubicBezTo>
                  <a:pt x="533818" y="55457"/>
                  <a:pt x="528669" y="56560"/>
                  <a:pt x="523459" y="58766"/>
                </a:cubicBezTo>
                <a:cubicBezTo>
                  <a:pt x="518248" y="60970"/>
                  <a:pt x="513409" y="63810"/>
                  <a:pt x="508943" y="67288"/>
                </a:cubicBezTo>
                <a:lnTo>
                  <a:pt x="508943" y="126911"/>
                </a:lnTo>
                <a:cubicBezTo>
                  <a:pt x="513906" y="129146"/>
                  <a:pt x="518170" y="130699"/>
                  <a:pt x="521737" y="131570"/>
                </a:cubicBezTo>
                <a:cubicBezTo>
                  <a:pt x="525304" y="132438"/>
                  <a:pt x="529352" y="132872"/>
                  <a:pt x="533880" y="132872"/>
                </a:cubicBezTo>
                <a:cubicBezTo>
                  <a:pt x="543557" y="132872"/>
                  <a:pt x="551140" y="129689"/>
                  <a:pt x="556630" y="123323"/>
                </a:cubicBezTo>
                <a:cubicBezTo>
                  <a:pt x="562120" y="116957"/>
                  <a:pt x="564865" y="106974"/>
                  <a:pt x="564865" y="93373"/>
                </a:cubicBezTo>
                <a:close/>
                <a:moveTo>
                  <a:pt x="792348" y="90722"/>
                </a:moveTo>
                <a:lnTo>
                  <a:pt x="684971" y="138455"/>
                </a:lnTo>
                <a:lnTo>
                  <a:pt x="684971" y="121707"/>
                </a:lnTo>
                <a:lnTo>
                  <a:pt x="769644" y="84953"/>
                </a:lnTo>
                <a:lnTo>
                  <a:pt x="684971" y="48199"/>
                </a:lnTo>
                <a:lnTo>
                  <a:pt x="684971" y="31450"/>
                </a:lnTo>
                <a:lnTo>
                  <a:pt x="792348" y="79184"/>
                </a:lnTo>
                <a:lnTo>
                  <a:pt x="792348" y="90722"/>
                </a:lnTo>
                <a:close/>
                <a:moveTo>
                  <a:pt x="983855" y="145713"/>
                </a:moveTo>
                <a:lnTo>
                  <a:pt x="908859" y="145713"/>
                </a:lnTo>
                <a:lnTo>
                  <a:pt x="908859" y="131570"/>
                </a:lnTo>
                <a:lnTo>
                  <a:pt x="937703" y="131570"/>
                </a:lnTo>
                <a:lnTo>
                  <a:pt x="937703" y="38708"/>
                </a:lnTo>
                <a:lnTo>
                  <a:pt x="908859" y="38708"/>
                </a:lnTo>
                <a:lnTo>
                  <a:pt x="908859" y="26053"/>
                </a:lnTo>
                <a:cubicBezTo>
                  <a:pt x="912767" y="26053"/>
                  <a:pt x="916954" y="25728"/>
                  <a:pt x="921420" y="25076"/>
                </a:cubicBezTo>
                <a:cubicBezTo>
                  <a:pt x="925886" y="24425"/>
                  <a:pt x="929267" y="23479"/>
                  <a:pt x="931562" y="22238"/>
                </a:cubicBezTo>
                <a:cubicBezTo>
                  <a:pt x="934416" y="20688"/>
                  <a:pt x="936664" y="18718"/>
                  <a:pt x="938308" y="16330"/>
                </a:cubicBezTo>
                <a:cubicBezTo>
                  <a:pt x="939952" y="13942"/>
                  <a:pt x="940898" y="10732"/>
                  <a:pt x="941146" y="6699"/>
                </a:cubicBezTo>
                <a:lnTo>
                  <a:pt x="955569" y="6699"/>
                </a:lnTo>
                <a:lnTo>
                  <a:pt x="955569" y="131570"/>
                </a:lnTo>
                <a:lnTo>
                  <a:pt x="983855" y="131570"/>
                </a:lnTo>
                <a:lnTo>
                  <a:pt x="983855" y="145713"/>
                </a:lnTo>
                <a:close/>
                <a:moveTo>
                  <a:pt x="1112775" y="76392"/>
                </a:moveTo>
                <a:cubicBezTo>
                  <a:pt x="1112775" y="101300"/>
                  <a:pt x="1108883" y="119577"/>
                  <a:pt x="1101098" y="131224"/>
                </a:cubicBezTo>
                <a:cubicBezTo>
                  <a:pt x="1093313" y="142868"/>
                  <a:pt x="1081232" y="148690"/>
                  <a:pt x="1064856" y="148690"/>
                </a:cubicBezTo>
                <a:cubicBezTo>
                  <a:pt x="1048231" y="148690"/>
                  <a:pt x="1036089" y="142790"/>
                  <a:pt x="1028428" y="130988"/>
                </a:cubicBezTo>
                <a:cubicBezTo>
                  <a:pt x="1020767" y="119187"/>
                  <a:pt x="1016936" y="101050"/>
                  <a:pt x="1016936" y="76578"/>
                </a:cubicBezTo>
                <a:cubicBezTo>
                  <a:pt x="1016936" y="51921"/>
                  <a:pt x="1020813" y="33707"/>
                  <a:pt x="1028567" y="21936"/>
                </a:cubicBezTo>
                <a:cubicBezTo>
                  <a:pt x="1036321" y="10165"/>
                  <a:pt x="1048417" y="4280"/>
                  <a:pt x="1064856" y="4280"/>
                </a:cubicBezTo>
                <a:cubicBezTo>
                  <a:pt x="1081480" y="4280"/>
                  <a:pt x="1093623" y="10259"/>
                  <a:pt x="1101284" y="22215"/>
                </a:cubicBezTo>
                <a:cubicBezTo>
                  <a:pt x="1108945" y="34172"/>
                  <a:pt x="1112775" y="52231"/>
                  <a:pt x="1112775" y="76392"/>
                </a:cubicBezTo>
                <a:moveTo>
                  <a:pt x="1088304" y="118636"/>
                </a:moveTo>
                <a:cubicBezTo>
                  <a:pt x="1090475" y="113611"/>
                  <a:pt x="1091948" y="107703"/>
                  <a:pt x="1092724" y="100910"/>
                </a:cubicBezTo>
                <a:cubicBezTo>
                  <a:pt x="1093499" y="94118"/>
                  <a:pt x="1093887" y="85945"/>
                  <a:pt x="1093887" y="76392"/>
                </a:cubicBezTo>
                <a:cubicBezTo>
                  <a:pt x="1093887" y="66963"/>
                  <a:pt x="1093499" y="58775"/>
                  <a:pt x="1092724" y="51828"/>
                </a:cubicBezTo>
                <a:cubicBezTo>
                  <a:pt x="1091948" y="44880"/>
                  <a:pt x="1090444" y="38987"/>
                  <a:pt x="1088211" y="34149"/>
                </a:cubicBezTo>
                <a:cubicBezTo>
                  <a:pt x="1086040" y="29372"/>
                  <a:pt x="1083078" y="25774"/>
                  <a:pt x="1079325" y="23355"/>
                </a:cubicBezTo>
                <a:cubicBezTo>
                  <a:pt x="1075572" y="20936"/>
                  <a:pt x="1070749" y="19726"/>
                  <a:pt x="1064856" y="19726"/>
                </a:cubicBezTo>
                <a:cubicBezTo>
                  <a:pt x="1059025" y="19726"/>
                  <a:pt x="1054202" y="20936"/>
                  <a:pt x="1050387" y="23355"/>
                </a:cubicBezTo>
                <a:cubicBezTo>
                  <a:pt x="1046572" y="25774"/>
                  <a:pt x="1043548" y="29434"/>
                  <a:pt x="1041315" y="34335"/>
                </a:cubicBezTo>
                <a:cubicBezTo>
                  <a:pt x="1039206" y="38925"/>
                  <a:pt x="1037763" y="44911"/>
                  <a:pt x="1036988" y="52293"/>
                </a:cubicBezTo>
                <a:cubicBezTo>
                  <a:pt x="1036213" y="59675"/>
                  <a:pt x="1035825" y="67770"/>
                  <a:pt x="1035825" y="76578"/>
                </a:cubicBezTo>
                <a:cubicBezTo>
                  <a:pt x="1035825" y="86255"/>
                  <a:pt x="1036166" y="94350"/>
                  <a:pt x="1036848" y="100864"/>
                </a:cubicBezTo>
                <a:cubicBezTo>
                  <a:pt x="1037531" y="107377"/>
                  <a:pt x="1038989" y="113208"/>
                  <a:pt x="1041222" y="118357"/>
                </a:cubicBezTo>
                <a:cubicBezTo>
                  <a:pt x="1043269" y="123195"/>
                  <a:pt x="1046169" y="126886"/>
                  <a:pt x="1049922" y="129430"/>
                </a:cubicBezTo>
                <a:cubicBezTo>
                  <a:pt x="1053675" y="131973"/>
                  <a:pt x="1058653" y="133244"/>
                  <a:pt x="1064856" y="133244"/>
                </a:cubicBezTo>
                <a:cubicBezTo>
                  <a:pt x="1070687" y="133244"/>
                  <a:pt x="1075525" y="132035"/>
                  <a:pt x="1079371" y="129616"/>
                </a:cubicBezTo>
                <a:cubicBezTo>
                  <a:pt x="1083217" y="127196"/>
                  <a:pt x="1086195" y="123536"/>
                  <a:pt x="1088304" y="118636"/>
                </a:cubicBezTo>
                <a:close/>
                <a:moveTo>
                  <a:pt x="1233973" y="76392"/>
                </a:moveTo>
                <a:cubicBezTo>
                  <a:pt x="1233973" y="101300"/>
                  <a:pt x="1230080" y="119577"/>
                  <a:pt x="1222295" y="131224"/>
                </a:cubicBezTo>
                <a:cubicBezTo>
                  <a:pt x="1214510" y="142868"/>
                  <a:pt x="1202430" y="148690"/>
                  <a:pt x="1186053" y="148690"/>
                </a:cubicBezTo>
                <a:cubicBezTo>
                  <a:pt x="1169429" y="148690"/>
                  <a:pt x="1157286" y="142790"/>
                  <a:pt x="1149625" y="130988"/>
                </a:cubicBezTo>
                <a:cubicBezTo>
                  <a:pt x="1141964" y="119187"/>
                  <a:pt x="1138134" y="101050"/>
                  <a:pt x="1138134" y="76578"/>
                </a:cubicBezTo>
                <a:cubicBezTo>
                  <a:pt x="1138134" y="51921"/>
                  <a:pt x="1142011" y="33707"/>
                  <a:pt x="1149765" y="21936"/>
                </a:cubicBezTo>
                <a:cubicBezTo>
                  <a:pt x="1157519" y="10165"/>
                  <a:pt x="1169615" y="4280"/>
                  <a:pt x="1186053" y="4280"/>
                </a:cubicBezTo>
                <a:cubicBezTo>
                  <a:pt x="1202678" y="4280"/>
                  <a:pt x="1214821" y="10259"/>
                  <a:pt x="1222482" y="22215"/>
                </a:cubicBezTo>
                <a:cubicBezTo>
                  <a:pt x="1230142" y="34172"/>
                  <a:pt x="1233973" y="52231"/>
                  <a:pt x="1233973" y="76392"/>
                </a:cubicBezTo>
                <a:moveTo>
                  <a:pt x="1209501" y="118636"/>
                </a:moveTo>
                <a:cubicBezTo>
                  <a:pt x="1211672" y="113611"/>
                  <a:pt x="1213146" y="107703"/>
                  <a:pt x="1213921" y="100910"/>
                </a:cubicBezTo>
                <a:cubicBezTo>
                  <a:pt x="1214696" y="94118"/>
                  <a:pt x="1215084" y="85945"/>
                  <a:pt x="1215084" y="76392"/>
                </a:cubicBezTo>
                <a:cubicBezTo>
                  <a:pt x="1215084" y="66963"/>
                  <a:pt x="1214696" y="58775"/>
                  <a:pt x="1213921" y="51828"/>
                </a:cubicBezTo>
                <a:cubicBezTo>
                  <a:pt x="1213146" y="44880"/>
                  <a:pt x="1211641" y="38987"/>
                  <a:pt x="1209408" y="34149"/>
                </a:cubicBezTo>
                <a:cubicBezTo>
                  <a:pt x="1207237" y="29372"/>
                  <a:pt x="1204275" y="25774"/>
                  <a:pt x="1200522" y="23355"/>
                </a:cubicBezTo>
                <a:cubicBezTo>
                  <a:pt x="1196769" y="20936"/>
                  <a:pt x="1191946" y="19726"/>
                  <a:pt x="1186053" y="19726"/>
                </a:cubicBezTo>
                <a:cubicBezTo>
                  <a:pt x="1180222" y="19726"/>
                  <a:pt x="1175399" y="20936"/>
                  <a:pt x="1171584" y="23355"/>
                </a:cubicBezTo>
                <a:cubicBezTo>
                  <a:pt x="1167769" y="25774"/>
                  <a:pt x="1164745" y="29434"/>
                  <a:pt x="1162512" y="34335"/>
                </a:cubicBezTo>
                <a:cubicBezTo>
                  <a:pt x="1160403" y="38925"/>
                  <a:pt x="1158961" y="44911"/>
                  <a:pt x="1158185" y="52293"/>
                </a:cubicBezTo>
                <a:cubicBezTo>
                  <a:pt x="1157410" y="59675"/>
                  <a:pt x="1157022" y="67770"/>
                  <a:pt x="1157022" y="76578"/>
                </a:cubicBezTo>
                <a:cubicBezTo>
                  <a:pt x="1157022" y="86255"/>
                  <a:pt x="1157364" y="94350"/>
                  <a:pt x="1158046" y="100864"/>
                </a:cubicBezTo>
                <a:cubicBezTo>
                  <a:pt x="1158728" y="107377"/>
                  <a:pt x="1160186" y="113208"/>
                  <a:pt x="1162419" y="118357"/>
                </a:cubicBezTo>
                <a:cubicBezTo>
                  <a:pt x="1164466" y="123195"/>
                  <a:pt x="1167366" y="126886"/>
                  <a:pt x="1171119" y="129430"/>
                </a:cubicBezTo>
                <a:cubicBezTo>
                  <a:pt x="1174872" y="131973"/>
                  <a:pt x="1179850" y="133244"/>
                  <a:pt x="1186053" y="133244"/>
                </a:cubicBezTo>
                <a:cubicBezTo>
                  <a:pt x="1191884" y="133244"/>
                  <a:pt x="1196723" y="132035"/>
                  <a:pt x="1200569" y="129616"/>
                </a:cubicBezTo>
                <a:cubicBezTo>
                  <a:pt x="1204415" y="127196"/>
                  <a:pt x="1207392" y="123536"/>
                  <a:pt x="1209501" y="118636"/>
                </a:cubicBezTo>
                <a:close/>
                <a:moveTo>
                  <a:pt x="1316276" y="92490"/>
                </a:moveTo>
                <a:cubicBezTo>
                  <a:pt x="1316276" y="111161"/>
                  <a:pt x="1313237" y="127941"/>
                  <a:pt x="1307158" y="142828"/>
                </a:cubicBezTo>
                <a:cubicBezTo>
                  <a:pt x="1301079" y="157716"/>
                  <a:pt x="1292549" y="171456"/>
                  <a:pt x="1281570" y="184049"/>
                </a:cubicBezTo>
                <a:lnTo>
                  <a:pt x="1260262" y="184049"/>
                </a:lnTo>
                <a:lnTo>
                  <a:pt x="1260262" y="183118"/>
                </a:lnTo>
                <a:cubicBezTo>
                  <a:pt x="1265038" y="178838"/>
                  <a:pt x="1269830" y="173612"/>
                  <a:pt x="1274637" y="167440"/>
                </a:cubicBezTo>
                <a:cubicBezTo>
                  <a:pt x="1279445" y="161267"/>
                  <a:pt x="1283679" y="154366"/>
                  <a:pt x="1287338" y="146736"/>
                </a:cubicBezTo>
                <a:cubicBezTo>
                  <a:pt x="1291184" y="138796"/>
                  <a:pt x="1294240" y="130422"/>
                  <a:pt x="1296504" y="121614"/>
                </a:cubicBezTo>
                <a:cubicBezTo>
                  <a:pt x="1298768" y="112805"/>
                  <a:pt x="1299900" y="103097"/>
                  <a:pt x="1299900" y="92490"/>
                </a:cubicBezTo>
                <a:cubicBezTo>
                  <a:pt x="1299900" y="82316"/>
                  <a:pt x="1298752" y="72639"/>
                  <a:pt x="1296457" y="63459"/>
                </a:cubicBezTo>
                <a:cubicBezTo>
                  <a:pt x="1294162" y="54278"/>
                  <a:pt x="1291122" y="45873"/>
                  <a:pt x="1287338" y="38243"/>
                </a:cubicBezTo>
                <a:cubicBezTo>
                  <a:pt x="1283430" y="30365"/>
                  <a:pt x="1279197" y="23464"/>
                  <a:pt x="1274637" y="17540"/>
                </a:cubicBezTo>
                <a:cubicBezTo>
                  <a:pt x="1270078" y="11615"/>
                  <a:pt x="1265286" y="6389"/>
                  <a:pt x="1260262" y="1861"/>
                </a:cubicBezTo>
                <a:lnTo>
                  <a:pt x="1260262" y="930"/>
                </a:lnTo>
                <a:lnTo>
                  <a:pt x="1281570" y="930"/>
                </a:lnTo>
                <a:cubicBezTo>
                  <a:pt x="1292549" y="13523"/>
                  <a:pt x="1301079" y="27263"/>
                  <a:pt x="1307158" y="42151"/>
                </a:cubicBezTo>
                <a:cubicBezTo>
                  <a:pt x="1313237" y="57038"/>
                  <a:pt x="1316276" y="73818"/>
                  <a:pt x="1316276" y="92490"/>
                </a:cubicBezTo>
                <a:close/>
                <a:moveTo>
                  <a:pt x="1472853" y="17865"/>
                </a:moveTo>
                <a:lnTo>
                  <a:pt x="1471923" y="17865"/>
                </a:lnTo>
                <a:cubicBezTo>
                  <a:pt x="1470000" y="17307"/>
                  <a:pt x="1467488" y="16733"/>
                  <a:pt x="1464386" y="16144"/>
                </a:cubicBezTo>
                <a:cubicBezTo>
                  <a:pt x="1461284" y="15554"/>
                  <a:pt x="1458555" y="15260"/>
                  <a:pt x="1456198" y="15260"/>
                </a:cubicBezTo>
                <a:cubicBezTo>
                  <a:pt x="1448692" y="15260"/>
                  <a:pt x="1443249" y="16913"/>
                  <a:pt x="1439868" y="20220"/>
                </a:cubicBezTo>
                <a:cubicBezTo>
                  <a:pt x="1436487" y="23528"/>
                  <a:pt x="1434797" y="29508"/>
                  <a:pt x="1434797" y="38161"/>
                </a:cubicBezTo>
                <a:lnTo>
                  <a:pt x="1434797" y="41685"/>
                </a:lnTo>
                <a:lnTo>
                  <a:pt x="1466340" y="41685"/>
                </a:lnTo>
                <a:lnTo>
                  <a:pt x="1466340" y="56387"/>
                </a:lnTo>
                <a:lnTo>
                  <a:pt x="1435355" y="56387"/>
                </a:lnTo>
                <a:lnTo>
                  <a:pt x="1435355" y="145713"/>
                </a:lnTo>
                <a:lnTo>
                  <a:pt x="1417862" y="145713"/>
                </a:lnTo>
                <a:lnTo>
                  <a:pt x="1417862" y="56387"/>
                </a:lnTo>
                <a:lnTo>
                  <a:pt x="1406045" y="56387"/>
                </a:lnTo>
                <a:lnTo>
                  <a:pt x="1406045" y="41685"/>
                </a:lnTo>
                <a:lnTo>
                  <a:pt x="1417862" y="41685"/>
                </a:lnTo>
                <a:lnTo>
                  <a:pt x="1417862" y="38251"/>
                </a:lnTo>
                <a:cubicBezTo>
                  <a:pt x="1417862" y="25934"/>
                  <a:pt x="1420933" y="16480"/>
                  <a:pt x="1427074" y="9889"/>
                </a:cubicBezTo>
                <a:cubicBezTo>
                  <a:pt x="1433215" y="3296"/>
                  <a:pt x="1442086" y="0"/>
                  <a:pt x="1453685" y="0"/>
                </a:cubicBezTo>
                <a:cubicBezTo>
                  <a:pt x="1457594" y="0"/>
                  <a:pt x="1461114" y="186"/>
                  <a:pt x="1464246" y="558"/>
                </a:cubicBezTo>
                <a:cubicBezTo>
                  <a:pt x="1467379" y="930"/>
                  <a:pt x="1470248" y="1365"/>
                  <a:pt x="1472853" y="1861"/>
                </a:cubicBezTo>
                <a:lnTo>
                  <a:pt x="1472853" y="17865"/>
                </a:lnTo>
                <a:close/>
                <a:moveTo>
                  <a:pt x="1572591" y="93746"/>
                </a:moveTo>
                <a:cubicBezTo>
                  <a:pt x="1572591" y="110723"/>
                  <a:pt x="1568248" y="124125"/>
                  <a:pt x="1559564" y="133951"/>
                </a:cubicBezTo>
                <a:cubicBezTo>
                  <a:pt x="1550880" y="143777"/>
                  <a:pt x="1539249" y="148690"/>
                  <a:pt x="1524671" y="148690"/>
                </a:cubicBezTo>
                <a:cubicBezTo>
                  <a:pt x="1509970" y="148690"/>
                  <a:pt x="1498292" y="143777"/>
                  <a:pt x="1489639" y="133951"/>
                </a:cubicBezTo>
                <a:cubicBezTo>
                  <a:pt x="1480985" y="124125"/>
                  <a:pt x="1476658" y="110723"/>
                  <a:pt x="1476658" y="93746"/>
                </a:cubicBezTo>
                <a:cubicBezTo>
                  <a:pt x="1476658" y="76768"/>
                  <a:pt x="1480985" y="63351"/>
                  <a:pt x="1489639" y="53494"/>
                </a:cubicBezTo>
                <a:cubicBezTo>
                  <a:pt x="1498292" y="43637"/>
                  <a:pt x="1509970" y="38708"/>
                  <a:pt x="1524671" y="38708"/>
                </a:cubicBezTo>
                <a:cubicBezTo>
                  <a:pt x="1539249" y="38708"/>
                  <a:pt x="1550880" y="43637"/>
                  <a:pt x="1559564" y="53494"/>
                </a:cubicBezTo>
                <a:cubicBezTo>
                  <a:pt x="1568248" y="63351"/>
                  <a:pt x="1572591" y="76768"/>
                  <a:pt x="1572591" y="93746"/>
                </a:cubicBezTo>
                <a:moveTo>
                  <a:pt x="1554539" y="93746"/>
                </a:moveTo>
                <a:cubicBezTo>
                  <a:pt x="1554539" y="80300"/>
                  <a:pt x="1551903" y="70309"/>
                  <a:pt x="1546630" y="63773"/>
                </a:cubicBezTo>
                <a:cubicBezTo>
                  <a:pt x="1541358" y="57236"/>
                  <a:pt x="1534038" y="53968"/>
                  <a:pt x="1524671" y="53968"/>
                </a:cubicBezTo>
                <a:cubicBezTo>
                  <a:pt x="1515180" y="53968"/>
                  <a:pt x="1507814" y="57236"/>
                  <a:pt x="1502572" y="63773"/>
                </a:cubicBezTo>
                <a:cubicBezTo>
                  <a:pt x="1497331" y="70309"/>
                  <a:pt x="1494710" y="80300"/>
                  <a:pt x="1494710" y="93746"/>
                </a:cubicBezTo>
                <a:cubicBezTo>
                  <a:pt x="1494710" y="106757"/>
                  <a:pt x="1497346" y="116624"/>
                  <a:pt x="1502619" y="123347"/>
                </a:cubicBezTo>
                <a:cubicBezTo>
                  <a:pt x="1507891" y="130069"/>
                  <a:pt x="1515242" y="133431"/>
                  <a:pt x="1524671" y="133431"/>
                </a:cubicBezTo>
                <a:cubicBezTo>
                  <a:pt x="1533976" y="133431"/>
                  <a:pt x="1541280" y="130100"/>
                  <a:pt x="1546584" y="123440"/>
                </a:cubicBezTo>
                <a:cubicBezTo>
                  <a:pt x="1551888" y="116779"/>
                  <a:pt x="1554539" y="106881"/>
                  <a:pt x="1554539" y="93746"/>
                </a:cubicBezTo>
                <a:close/>
                <a:moveTo>
                  <a:pt x="1688262" y="93746"/>
                </a:moveTo>
                <a:cubicBezTo>
                  <a:pt x="1688262" y="110723"/>
                  <a:pt x="1683920" y="124125"/>
                  <a:pt x="1675235" y="133951"/>
                </a:cubicBezTo>
                <a:cubicBezTo>
                  <a:pt x="1666551" y="143777"/>
                  <a:pt x="1654920" y="148690"/>
                  <a:pt x="1640342" y="148690"/>
                </a:cubicBezTo>
                <a:cubicBezTo>
                  <a:pt x="1625641" y="148690"/>
                  <a:pt x="1613963" y="143777"/>
                  <a:pt x="1605310" y="133951"/>
                </a:cubicBezTo>
                <a:cubicBezTo>
                  <a:pt x="1596656" y="124125"/>
                  <a:pt x="1592330" y="110723"/>
                  <a:pt x="1592330" y="93746"/>
                </a:cubicBezTo>
                <a:cubicBezTo>
                  <a:pt x="1592330" y="76768"/>
                  <a:pt x="1596656" y="63351"/>
                  <a:pt x="1605310" y="53494"/>
                </a:cubicBezTo>
                <a:cubicBezTo>
                  <a:pt x="1613963" y="43637"/>
                  <a:pt x="1625641" y="38708"/>
                  <a:pt x="1640342" y="38708"/>
                </a:cubicBezTo>
                <a:cubicBezTo>
                  <a:pt x="1654920" y="38708"/>
                  <a:pt x="1666551" y="43637"/>
                  <a:pt x="1675235" y="53494"/>
                </a:cubicBezTo>
                <a:cubicBezTo>
                  <a:pt x="1683920" y="63351"/>
                  <a:pt x="1688262" y="76768"/>
                  <a:pt x="1688262" y="93746"/>
                </a:cubicBezTo>
                <a:moveTo>
                  <a:pt x="1670211" y="93746"/>
                </a:moveTo>
                <a:cubicBezTo>
                  <a:pt x="1670211" y="80300"/>
                  <a:pt x="1667574" y="70309"/>
                  <a:pt x="1662302" y="63773"/>
                </a:cubicBezTo>
                <a:cubicBezTo>
                  <a:pt x="1657029" y="57236"/>
                  <a:pt x="1649709" y="53968"/>
                  <a:pt x="1640342" y="53968"/>
                </a:cubicBezTo>
                <a:cubicBezTo>
                  <a:pt x="1630852" y="53968"/>
                  <a:pt x="1623485" y="57236"/>
                  <a:pt x="1618244" y="63773"/>
                </a:cubicBezTo>
                <a:cubicBezTo>
                  <a:pt x="1613002" y="70309"/>
                  <a:pt x="1610381" y="80300"/>
                  <a:pt x="1610381" y="93746"/>
                </a:cubicBezTo>
                <a:cubicBezTo>
                  <a:pt x="1610381" y="106757"/>
                  <a:pt x="1613017" y="116624"/>
                  <a:pt x="1618290" y="123347"/>
                </a:cubicBezTo>
                <a:cubicBezTo>
                  <a:pt x="1623563" y="130069"/>
                  <a:pt x="1630914" y="133431"/>
                  <a:pt x="1640342" y="133431"/>
                </a:cubicBezTo>
                <a:cubicBezTo>
                  <a:pt x="1649647" y="133431"/>
                  <a:pt x="1656951" y="130100"/>
                  <a:pt x="1662255" y="123440"/>
                </a:cubicBezTo>
                <a:cubicBezTo>
                  <a:pt x="1667559" y="116779"/>
                  <a:pt x="1670211" y="106881"/>
                  <a:pt x="1670211" y="93746"/>
                </a:cubicBezTo>
                <a:close/>
                <a:moveTo>
                  <a:pt x="1770994" y="184049"/>
                </a:moveTo>
                <a:lnTo>
                  <a:pt x="1749686" y="184049"/>
                </a:lnTo>
                <a:cubicBezTo>
                  <a:pt x="1738707" y="171456"/>
                  <a:pt x="1730177" y="157716"/>
                  <a:pt x="1724098" y="142828"/>
                </a:cubicBezTo>
                <a:cubicBezTo>
                  <a:pt x="1718019" y="127941"/>
                  <a:pt x="1714980" y="111161"/>
                  <a:pt x="1714980" y="92490"/>
                </a:cubicBezTo>
                <a:cubicBezTo>
                  <a:pt x="1714980" y="73818"/>
                  <a:pt x="1718019" y="57038"/>
                  <a:pt x="1724098" y="42151"/>
                </a:cubicBezTo>
                <a:cubicBezTo>
                  <a:pt x="1730177" y="27263"/>
                  <a:pt x="1738707" y="13523"/>
                  <a:pt x="1749686" y="930"/>
                </a:cubicBezTo>
                <a:lnTo>
                  <a:pt x="1770994" y="930"/>
                </a:lnTo>
                <a:lnTo>
                  <a:pt x="1770994" y="1861"/>
                </a:lnTo>
                <a:cubicBezTo>
                  <a:pt x="1765970" y="6389"/>
                  <a:pt x="1761178" y="11615"/>
                  <a:pt x="1756619" y="17540"/>
                </a:cubicBezTo>
                <a:cubicBezTo>
                  <a:pt x="1752059" y="23464"/>
                  <a:pt x="1747826" y="30365"/>
                  <a:pt x="1743918" y="38243"/>
                </a:cubicBezTo>
                <a:cubicBezTo>
                  <a:pt x="1740196" y="45873"/>
                  <a:pt x="1737172" y="54278"/>
                  <a:pt x="1734845" y="63459"/>
                </a:cubicBezTo>
                <a:cubicBezTo>
                  <a:pt x="1732519" y="72639"/>
                  <a:pt x="1731356" y="82316"/>
                  <a:pt x="1731356" y="92490"/>
                </a:cubicBezTo>
                <a:cubicBezTo>
                  <a:pt x="1731356" y="103097"/>
                  <a:pt x="1732488" y="112805"/>
                  <a:pt x="1734752" y="121614"/>
                </a:cubicBezTo>
                <a:cubicBezTo>
                  <a:pt x="1737016" y="130422"/>
                  <a:pt x="1740072" y="138796"/>
                  <a:pt x="1743918" y="146736"/>
                </a:cubicBezTo>
                <a:cubicBezTo>
                  <a:pt x="1747639" y="154366"/>
                  <a:pt x="1751889" y="161267"/>
                  <a:pt x="1756665" y="167440"/>
                </a:cubicBezTo>
                <a:cubicBezTo>
                  <a:pt x="1761442" y="173612"/>
                  <a:pt x="1766218" y="178838"/>
                  <a:pt x="1770994" y="183118"/>
                </a:cubicBezTo>
                <a:lnTo>
                  <a:pt x="1770994" y="184049"/>
                </a:lnTo>
                <a:close/>
                <a:moveTo>
                  <a:pt x="1882632" y="145713"/>
                </a:moveTo>
                <a:lnTo>
                  <a:pt x="1865232" y="145713"/>
                </a:lnTo>
                <a:lnTo>
                  <a:pt x="1865232" y="134716"/>
                </a:lnTo>
                <a:cubicBezTo>
                  <a:pt x="1863682" y="135772"/>
                  <a:pt x="1861588" y="137247"/>
                  <a:pt x="1858952" y="139141"/>
                </a:cubicBezTo>
                <a:cubicBezTo>
                  <a:pt x="1856315" y="141035"/>
                  <a:pt x="1853757" y="142542"/>
                  <a:pt x="1851275" y="143660"/>
                </a:cubicBezTo>
                <a:cubicBezTo>
                  <a:pt x="1848360" y="145089"/>
                  <a:pt x="1845010" y="146284"/>
                  <a:pt x="1841226" y="147245"/>
                </a:cubicBezTo>
                <a:cubicBezTo>
                  <a:pt x="1837442" y="148209"/>
                  <a:pt x="1833007" y="148690"/>
                  <a:pt x="1827920" y="148690"/>
                </a:cubicBezTo>
                <a:cubicBezTo>
                  <a:pt x="1818553" y="148690"/>
                  <a:pt x="1810613" y="145585"/>
                  <a:pt x="1804100" y="139374"/>
                </a:cubicBezTo>
                <a:cubicBezTo>
                  <a:pt x="1797587" y="133163"/>
                  <a:pt x="1794330" y="125243"/>
                  <a:pt x="1794330" y="115615"/>
                </a:cubicBezTo>
                <a:cubicBezTo>
                  <a:pt x="1794330" y="107727"/>
                  <a:pt x="1796020" y="101346"/>
                  <a:pt x="1799401" y="96470"/>
                </a:cubicBezTo>
                <a:cubicBezTo>
                  <a:pt x="1802782" y="91593"/>
                  <a:pt x="1807605" y="87758"/>
                  <a:pt x="1813870" y="84964"/>
                </a:cubicBezTo>
                <a:cubicBezTo>
                  <a:pt x="1820197" y="82169"/>
                  <a:pt x="1827796" y="80274"/>
                  <a:pt x="1836667" y="79280"/>
                </a:cubicBezTo>
                <a:cubicBezTo>
                  <a:pt x="1845537" y="78285"/>
                  <a:pt x="1855059" y="77540"/>
                  <a:pt x="1865232" y="77044"/>
                </a:cubicBezTo>
                <a:lnTo>
                  <a:pt x="1865232" y="74322"/>
                </a:lnTo>
                <a:cubicBezTo>
                  <a:pt x="1865232" y="70319"/>
                  <a:pt x="1864535" y="67004"/>
                  <a:pt x="1863139" y="64377"/>
                </a:cubicBezTo>
                <a:cubicBezTo>
                  <a:pt x="1861743" y="61751"/>
                  <a:pt x="1859743" y="59686"/>
                  <a:pt x="1857137" y="58184"/>
                </a:cubicBezTo>
                <a:cubicBezTo>
                  <a:pt x="1854656" y="56746"/>
                  <a:pt x="1851679" y="55776"/>
                  <a:pt x="1848205" y="55276"/>
                </a:cubicBezTo>
                <a:cubicBezTo>
                  <a:pt x="1844731" y="54776"/>
                  <a:pt x="1841102" y="54526"/>
                  <a:pt x="1837318" y="54526"/>
                </a:cubicBezTo>
                <a:cubicBezTo>
                  <a:pt x="1832728" y="54526"/>
                  <a:pt x="1827610" y="55147"/>
                  <a:pt x="1821965" y="56390"/>
                </a:cubicBezTo>
                <a:cubicBezTo>
                  <a:pt x="1816320" y="57631"/>
                  <a:pt x="1810489" y="59428"/>
                  <a:pt x="1804472" y="61784"/>
                </a:cubicBezTo>
                <a:lnTo>
                  <a:pt x="1803542" y="61784"/>
                </a:lnTo>
                <a:lnTo>
                  <a:pt x="1803542" y="44012"/>
                </a:lnTo>
                <a:cubicBezTo>
                  <a:pt x="1806954" y="43081"/>
                  <a:pt x="1811885" y="42058"/>
                  <a:pt x="1818336" y="40941"/>
                </a:cubicBezTo>
                <a:cubicBezTo>
                  <a:pt x="1824788" y="39824"/>
                  <a:pt x="1831146" y="39266"/>
                  <a:pt x="1837411" y="39266"/>
                </a:cubicBezTo>
                <a:cubicBezTo>
                  <a:pt x="1844731" y="39266"/>
                  <a:pt x="1851105" y="39871"/>
                  <a:pt x="1856533" y="41081"/>
                </a:cubicBezTo>
                <a:cubicBezTo>
                  <a:pt x="1861960" y="42290"/>
                  <a:pt x="1866659" y="44353"/>
                  <a:pt x="1870629" y="47268"/>
                </a:cubicBezTo>
                <a:cubicBezTo>
                  <a:pt x="1874537" y="50122"/>
                  <a:pt x="1877515" y="53813"/>
                  <a:pt x="1879562" y="58341"/>
                </a:cubicBezTo>
                <a:cubicBezTo>
                  <a:pt x="1881609" y="62869"/>
                  <a:pt x="1882632" y="68483"/>
                  <a:pt x="1882632" y="75183"/>
                </a:cubicBezTo>
                <a:lnTo>
                  <a:pt x="1882632" y="145713"/>
                </a:lnTo>
                <a:moveTo>
                  <a:pt x="1865232" y="120256"/>
                </a:moveTo>
                <a:lnTo>
                  <a:pt x="1865232" y="91187"/>
                </a:lnTo>
                <a:cubicBezTo>
                  <a:pt x="1859898" y="91499"/>
                  <a:pt x="1853617" y="91967"/>
                  <a:pt x="1846390" y="92591"/>
                </a:cubicBezTo>
                <a:cubicBezTo>
                  <a:pt x="1839164" y="93214"/>
                  <a:pt x="1833441" y="94116"/>
                  <a:pt x="1829223" y="95298"/>
                </a:cubicBezTo>
                <a:cubicBezTo>
                  <a:pt x="1824198" y="96733"/>
                  <a:pt x="1820135" y="98961"/>
                  <a:pt x="1817034" y="101983"/>
                </a:cubicBezTo>
                <a:cubicBezTo>
                  <a:pt x="1813932" y="105005"/>
                  <a:pt x="1812381" y="109164"/>
                  <a:pt x="1812381" y="114460"/>
                </a:cubicBezTo>
                <a:cubicBezTo>
                  <a:pt x="1812381" y="120443"/>
                  <a:pt x="1814180" y="124945"/>
                  <a:pt x="1817778" y="127967"/>
                </a:cubicBezTo>
                <a:cubicBezTo>
                  <a:pt x="1821376" y="130989"/>
                  <a:pt x="1826866" y="132500"/>
                  <a:pt x="1834248" y="132500"/>
                </a:cubicBezTo>
                <a:cubicBezTo>
                  <a:pt x="1840389" y="132500"/>
                  <a:pt x="1846003" y="131301"/>
                  <a:pt x="1851089" y="128903"/>
                </a:cubicBezTo>
                <a:cubicBezTo>
                  <a:pt x="1856176" y="126503"/>
                  <a:pt x="1860890" y="123621"/>
                  <a:pt x="1865232" y="120256"/>
                </a:cubicBezTo>
                <a:close/>
                <a:moveTo>
                  <a:pt x="1968873" y="92490"/>
                </a:moveTo>
                <a:cubicBezTo>
                  <a:pt x="1968873" y="111161"/>
                  <a:pt x="1965834" y="127941"/>
                  <a:pt x="1959755" y="142828"/>
                </a:cubicBezTo>
                <a:cubicBezTo>
                  <a:pt x="1953676" y="157716"/>
                  <a:pt x="1945146" y="171456"/>
                  <a:pt x="1934167" y="184049"/>
                </a:cubicBezTo>
                <a:lnTo>
                  <a:pt x="1912859" y="184049"/>
                </a:lnTo>
                <a:lnTo>
                  <a:pt x="1912859" y="183118"/>
                </a:lnTo>
                <a:cubicBezTo>
                  <a:pt x="1917635" y="178838"/>
                  <a:pt x="1922427" y="173612"/>
                  <a:pt x="1927234" y="167440"/>
                </a:cubicBezTo>
                <a:cubicBezTo>
                  <a:pt x="1932042" y="161267"/>
                  <a:pt x="1936276" y="154366"/>
                  <a:pt x="1939935" y="146736"/>
                </a:cubicBezTo>
                <a:cubicBezTo>
                  <a:pt x="1943781" y="138796"/>
                  <a:pt x="1946837" y="130422"/>
                  <a:pt x="1949101" y="121614"/>
                </a:cubicBezTo>
                <a:cubicBezTo>
                  <a:pt x="1951365" y="112805"/>
                  <a:pt x="1952497" y="103097"/>
                  <a:pt x="1952497" y="92490"/>
                </a:cubicBezTo>
                <a:cubicBezTo>
                  <a:pt x="1952497" y="82316"/>
                  <a:pt x="1951349" y="72639"/>
                  <a:pt x="1949054" y="63459"/>
                </a:cubicBezTo>
                <a:cubicBezTo>
                  <a:pt x="1946759" y="54278"/>
                  <a:pt x="1943719" y="45873"/>
                  <a:pt x="1939935" y="38243"/>
                </a:cubicBezTo>
                <a:cubicBezTo>
                  <a:pt x="1936027" y="30365"/>
                  <a:pt x="1931794" y="23464"/>
                  <a:pt x="1927234" y="17540"/>
                </a:cubicBezTo>
                <a:cubicBezTo>
                  <a:pt x="1922675" y="11615"/>
                  <a:pt x="1917883" y="6389"/>
                  <a:pt x="1912859" y="1861"/>
                </a:cubicBezTo>
                <a:lnTo>
                  <a:pt x="1912859" y="930"/>
                </a:lnTo>
                <a:lnTo>
                  <a:pt x="1934167" y="930"/>
                </a:lnTo>
                <a:cubicBezTo>
                  <a:pt x="1945146" y="13523"/>
                  <a:pt x="1953676" y="27263"/>
                  <a:pt x="1959755" y="42151"/>
                </a:cubicBezTo>
                <a:cubicBezTo>
                  <a:pt x="1965834" y="57038"/>
                  <a:pt x="1968873" y="73818"/>
                  <a:pt x="1968873" y="92490"/>
                </a:cubicBezTo>
                <a:close/>
                <a:moveTo>
                  <a:pt x="2040129" y="68297"/>
                </a:moveTo>
                <a:lnTo>
                  <a:pt x="2017891" y="68297"/>
                </a:lnTo>
                <a:lnTo>
                  <a:pt x="2017891" y="41685"/>
                </a:lnTo>
                <a:lnTo>
                  <a:pt x="2040129" y="41685"/>
                </a:lnTo>
                <a:lnTo>
                  <a:pt x="2040129" y="68297"/>
                </a:lnTo>
                <a:moveTo>
                  <a:pt x="2046922" y="119101"/>
                </a:moveTo>
                <a:lnTo>
                  <a:pt x="2020682" y="180141"/>
                </a:lnTo>
                <a:lnTo>
                  <a:pt x="2007097" y="180141"/>
                </a:lnTo>
                <a:lnTo>
                  <a:pt x="2023288" y="119101"/>
                </a:lnTo>
                <a:lnTo>
                  <a:pt x="2046922" y="1191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Text 4">
            <a:extLst xmlns:a="http://schemas.openxmlformats.org/drawingml/2006/main">
              <a:ext uri="{FF2B5EF4-FFF2-40B4-BE49-F238E27FC236}">
                <a16:creationId xmlns:a16="http://schemas.microsoft.com/office/drawing/2014/main" id="{A44CF077-69DD-40B4-9C9B-D6F866C1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83" y="1775859"/>
            <a:ext cx="79013" cy="111347"/>
          </a:xfrm>
          <a:custGeom xmlns:a="http://schemas.openxmlformats.org/drawingml/2006/main">
            <a:pathLst>
              <a:path w="79013" h="111347">
                <a:moveTo>
                  <a:pt x="48462" y="71957"/>
                </a:moveTo>
                <a:lnTo>
                  <a:pt x="48462" y="21844"/>
                </a:lnTo>
                <a:lnTo>
                  <a:pt x="12872" y="71957"/>
                </a:lnTo>
                <a:lnTo>
                  <a:pt x="48462" y="71957"/>
                </a:lnTo>
                <a:moveTo>
                  <a:pt x="48695" y="111347"/>
                </a:moveTo>
                <a:lnTo>
                  <a:pt x="48695" y="84208"/>
                </a:lnTo>
                <a:lnTo>
                  <a:pt x="0" y="84208"/>
                </a:lnTo>
                <a:lnTo>
                  <a:pt x="0" y="70486"/>
                </a:lnTo>
                <a:lnTo>
                  <a:pt x="50866" y="0"/>
                </a:lnTo>
                <a:lnTo>
                  <a:pt x="62652" y="0"/>
                </a:lnTo>
                <a:lnTo>
                  <a:pt x="62652" y="71957"/>
                </a:lnTo>
                <a:lnTo>
                  <a:pt x="79013" y="71957"/>
                </a:lnTo>
                <a:lnTo>
                  <a:pt x="79013" y="84208"/>
                </a:lnTo>
                <a:lnTo>
                  <a:pt x="62652" y="84208"/>
                </a:lnTo>
                <a:lnTo>
                  <a:pt x="62652" y="111347"/>
                </a:lnTo>
                <a:lnTo>
                  <a:pt x="48695" y="11134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773135-7C28-4B79-9455-DC4EC71D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67" y="2093648"/>
            <a:ext cx="3080751" cy="317603"/>
          </a:xfrm>
          <a:custGeom xmlns:a="http://schemas.openxmlformats.org/drawingml/2006/main">
            <a:pathLst>
              <a:path w="3080751" h="317603">
                <a:moveTo>
                  <a:pt x="0" y="0"/>
                </a:moveTo>
                <a:lnTo>
                  <a:pt x="3080751" y="0"/>
                </a:lnTo>
                <a:lnTo>
                  <a:pt x="3080751" y="317603"/>
                </a:lnTo>
                <a:lnTo>
                  <a:pt x="0" y="31760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0F0F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ACF010-3FEC-4596-AA4C-48EC04A0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67" y="2093648"/>
            <a:ext cx="3080751" cy="317603"/>
          </a:xfrm>
          <a:custGeom xmlns:a="http://schemas.openxmlformats.org/drawingml/2006/main">
            <a:pathLst>
              <a:path w="3080751" h="317603" fill="none">
                <a:moveTo>
                  <a:pt x="0" y="0"/>
                </a:moveTo>
                <a:lnTo>
                  <a:pt x="3080751" y="0"/>
                </a:lnTo>
                <a:lnTo>
                  <a:pt x="3080751" y="317603"/>
                </a:lnTo>
                <a:lnTo>
                  <a:pt x="0" y="31760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587" cap="flat">
            <a:solidFill>
              <a:srgbClr val="F0F0F0"/>
            </a:solidFill>
            <a:miter/>
          </a:ln>
        </p:spPr>
      </p:sp>
      <p:sp>
        <p:nvSpPr>
          <p:cNvPr id="23" name="Text else">
            <a:extLst xmlns:a="http://schemas.openxmlformats.org/drawingml/2006/main">
              <a:ext uri="{FF2B5EF4-FFF2-40B4-BE49-F238E27FC236}">
                <a16:creationId xmlns:a16="http://schemas.microsoft.com/office/drawing/2014/main" id="{9BD0AC21-65B9-43D5-AFD4-4C1DC66B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387" y="2176479"/>
            <a:ext cx="359422" cy="147202"/>
          </a:xfrm>
          <a:custGeom xmlns:a="http://schemas.openxmlformats.org/drawingml/2006/main">
            <a:pathLst>
              <a:path w="359422" h="147202">
                <a:moveTo>
                  <a:pt x="94350" y="94537"/>
                </a:moveTo>
                <a:lnTo>
                  <a:pt x="17772" y="94537"/>
                </a:lnTo>
                <a:cubicBezTo>
                  <a:pt x="17772" y="100941"/>
                  <a:pt x="18734" y="106522"/>
                  <a:pt x="20657" y="111279"/>
                </a:cubicBezTo>
                <a:cubicBezTo>
                  <a:pt x="22580" y="116036"/>
                  <a:pt x="25216" y="119939"/>
                  <a:pt x="28566" y="122986"/>
                </a:cubicBezTo>
                <a:cubicBezTo>
                  <a:pt x="31791" y="125971"/>
                  <a:pt x="35622" y="128210"/>
                  <a:pt x="40057" y="129703"/>
                </a:cubicBezTo>
                <a:cubicBezTo>
                  <a:pt x="44492" y="131195"/>
                  <a:pt x="49377" y="131942"/>
                  <a:pt x="54712" y="131942"/>
                </a:cubicBezTo>
                <a:cubicBezTo>
                  <a:pt x="61784" y="131942"/>
                  <a:pt x="68902" y="130520"/>
                  <a:pt x="76067" y="127676"/>
                </a:cubicBezTo>
                <a:cubicBezTo>
                  <a:pt x="83231" y="124832"/>
                  <a:pt x="88333" y="122036"/>
                  <a:pt x="91373" y="119287"/>
                </a:cubicBezTo>
                <a:lnTo>
                  <a:pt x="92303" y="119287"/>
                </a:lnTo>
                <a:lnTo>
                  <a:pt x="92303" y="138426"/>
                </a:lnTo>
                <a:cubicBezTo>
                  <a:pt x="86410" y="140915"/>
                  <a:pt x="80393" y="143000"/>
                  <a:pt x="74252" y="144681"/>
                </a:cubicBezTo>
                <a:cubicBezTo>
                  <a:pt x="68111" y="146361"/>
                  <a:pt x="61660" y="147202"/>
                  <a:pt x="54898" y="147202"/>
                </a:cubicBezTo>
                <a:cubicBezTo>
                  <a:pt x="37653" y="147202"/>
                  <a:pt x="24192" y="142526"/>
                  <a:pt x="14515" y="133175"/>
                </a:cubicBezTo>
                <a:cubicBezTo>
                  <a:pt x="4838" y="123823"/>
                  <a:pt x="0" y="110541"/>
                  <a:pt x="0" y="93327"/>
                </a:cubicBezTo>
                <a:cubicBezTo>
                  <a:pt x="0" y="76303"/>
                  <a:pt x="4637" y="62789"/>
                  <a:pt x="13911" y="52784"/>
                </a:cubicBezTo>
                <a:cubicBezTo>
                  <a:pt x="23184" y="42780"/>
                  <a:pt x="35389" y="37777"/>
                  <a:pt x="50525" y="37777"/>
                </a:cubicBezTo>
                <a:cubicBezTo>
                  <a:pt x="64544" y="37777"/>
                  <a:pt x="75353" y="41878"/>
                  <a:pt x="82952" y="50080"/>
                </a:cubicBezTo>
                <a:cubicBezTo>
                  <a:pt x="90551" y="58282"/>
                  <a:pt x="94350" y="69932"/>
                  <a:pt x="94350" y="85031"/>
                </a:cubicBezTo>
                <a:lnTo>
                  <a:pt x="94350" y="94537"/>
                </a:lnTo>
                <a:moveTo>
                  <a:pt x="77323" y="81138"/>
                </a:moveTo>
                <a:cubicBezTo>
                  <a:pt x="77261" y="71957"/>
                  <a:pt x="74950" y="64854"/>
                  <a:pt x="70391" y="59830"/>
                </a:cubicBezTo>
                <a:cubicBezTo>
                  <a:pt x="65831" y="54805"/>
                  <a:pt x="58899" y="52293"/>
                  <a:pt x="49594" y="52293"/>
                </a:cubicBezTo>
                <a:cubicBezTo>
                  <a:pt x="40228" y="52293"/>
                  <a:pt x="32768" y="55053"/>
                  <a:pt x="27216" y="60574"/>
                </a:cubicBezTo>
                <a:cubicBezTo>
                  <a:pt x="21665" y="66095"/>
                  <a:pt x="18517" y="72949"/>
                  <a:pt x="17772" y="81138"/>
                </a:cubicBezTo>
                <a:lnTo>
                  <a:pt x="77323" y="81138"/>
                </a:lnTo>
                <a:close/>
                <a:moveTo>
                  <a:pt x="138605" y="144782"/>
                </a:moveTo>
                <a:lnTo>
                  <a:pt x="121112" y="144782"/>
                </a:lnTo>
                <a:lnTo>
                  <a:pt x="121112" y="0"/>
                </a:lnTo>
                <a:lnTo>
                  <a:pt x="138605" y="0"/>
                </a:lnTo>
                <a:lnTo>
                  <a:pt x="138605" y="144782"/>
                </a:lnTo>
                <a:close/>
                <a:moveTo>
                  <a:pt x="247392" y="114757"/>
                </a:moveTo>
                <a:cubicBezTo>
                  <a:pt x="247392" y="124240"/>
                  <a:pt x="243468" y="132018"/>
                  <a:pt x="235621" y="138092"/>
                </a:cubicBezTo>
                <a:cubicBezTo>
                  <a:pt x="227774" y="144165"/>
                  <a:pt x="217058" y="147202"/>
                  <a:pt x="203473" y="147202"/>
                </a:cubicBezTo>
                <a:cubicBezTo>
                  <a:pt x="195781" y="147202"/>
                  <a:pt x="188725" y="146284"/>
                  <a:pt x="182305" y="144448"/>
                </a:cubicBezTo>
                <a:cubicBezTo>
                  <a:pt x="175884" y="142612"/>
                  <a:pt x="170503" y="140605"/>
                  <a:pt x="166161" y="138426"/>
                </a:cubicBezTo>
                <a:lnTo>
                  <a:pt x="166161" y="118729"/>
                </a:lnTo>
                <a:lnTo>
                  <a:pt x="167091" y="118729"/>
                </a:lnTo>
                <a:cubicBezTo>
                  <a:pt x="172612" y="122941"/>
                  <a:pt x="178753" y="126290"/>
                  <a:pt x="185515" y="128775"/>
                </a:cubicBezTo>
                <a:cubicBezTo>
                  <a:pt x="192276" y="131258"/>
                  <a:pt x="198759" y="132500"/>
                  <a:pt x="204962" y="132500"/>
                </a:cubicBezTo>
                <a:cubicBezTo>
                  <a:pt x="212654" y="132500"/>
                  <a:pt x="218671" y="131255"/>
                  <a:pt x="223013" y="128764"/>
                </a:cubicBezTo>
                <a:cubicBezTo>
                  <a:pt x="227355" y="126271"/>
                  <a:pt x="229526" y="122345"/>
                  <a:pt x="229526" y="116987"/>
                </a:cubicBezTo>
                <a:cubicBezTo>
                  <a:pt x="229526" y="112897"/>
                  <a:pt x="228348" y="109798"/>
                  <a:pt x="225991" y="107691"/>
                </a:cubicBezTo>
                <a:cubicBezTo>
                  <a:pt x="223633" y="105584"/>
                  <a:pt x="219105" y="103786"/>
                  <a:pt x="212406" y="102297"/>
                </a:cubicBezTo>
                <a:cubicBezTo>
                  <a:pt x="209924" y="101741"/>
                  <a:pt x="206683" y="101091"/>
                  <a:pt x="202682" y="100346"/>
                </a:cubicBezTo>
                <a:cubicBezTo>
                  <a:pt x="198681" y="99602"/>
                  <a:pt x="195037" y="98796"/>
                  <a:pt x="191749" y="97930"/>
                </a:cubicBezTo>
                <a:cubicBezTo>
                  <a:pt x="182630" y="95513"/>
                  <a:pt x="176164" y="91964"/>
                  <a:pt x="172349" y="87285"/>
                </a:cubicBezTo>
                <a:cubicBezTo>
                  <a:pt x="168534" y="82605"/>
                  <a:pt x="166626" y="76857"/>
                  <a:pt x="166626" y="70039"/>
                </a:cubicBezTo>
                <a:cubicBezTo>
                  <a:pt x="166626" y="65763"/>
                  <a:pt x="167510" y="61734"/>
                  <a:pt x="169278" y="57954"/>
                </a:cubicBezTo>
                <a:cubicBezTo>
                  <a:pt x="171046" y="54172"/>
                  <a:pt x="173729" y="50793"/>
                  <a:pt x="177327" y="47818"/>
                </a:cubicBezTo>
                <a:cubicBezTo>
                  <a:pt x="180800" y="44906"/>
                  <a:pt x="185220" y="42598"/>
                  <a:pt x="190586" y="40895"/>
                </a:cubicBezTo>
                <a:cubicBezTo>
                  <a:pt x="195952" y="39189"/>
                  <a:pt x="201953" y="38336"/>
                  <a:pt x="208591" y="38336"/>
                </a:cubicBezTo>
                <a:cubicBezTo>
                  <a:pt x="214794" y="38336"/>
                  <a:pt x="221075" y="39093"/>
                  <a:pt x="227433" y="40607"/>
                </a:cubicBezTo>
                <a:cubicBezTo>
                  <a:pt x="233791" y="42121"/>
                  <a:pt x="239079" y="43960"/>
                  <a:pt x="243298" y="46126"/>
                </a:cubicBezTo>
                <a:lnTo>
                  <a:pt x="243298" y="64761"/>
                </a:lnTo>
                <a:lnTo>
                  <a:pt x="242367" y="64761"/>
                </a:lnTo>
                <a:cubicBezTo>
                  <a:pt x="237901" y="61474"/>
                  <a:pt x="232473" y="58698"/>
                  <a:pt x="226084" y="56433"/>
                </a:cubicBezTo>
                <a:cubicBezTo>
                  <a:pt x="219694" y="54169"/>
                  <a:pt x="213429" y="53037"/>
                  <a:pt x="207288" y="53037"/>
                </a:cubicBezTo>
                <a:cubicBezTo>
                  <a:pt x="200899" y="53037"/>
                  <a:pt x="195502" y="54268"/>
                  <a:pt x="191098" y="56730"/>
                </a:cubicBezTo>
                <a:cubicBezTo>
                  <a:pt x="186693" y="59192"/>
                  <a:pt x="184491" y="62853"/>
                  <a:pt x="184491" y="67713"/>
                </a:cubicBezTo>
                <a:cubicBezTo>
                  <a:pt x="184491" y="71989"/>
                  <a:pt x="185825" y="75212"/>
                  <a:pt x="188492" y="77381"/>
                </a:cubicBezTo>
                <a:cubicBezTo>
                  <a:pt x="191098" y="79550"/>
                  <a:pt x="195316" y="81317"/>
                  <a:pt x="201147" y="82682"/>
                </a:cubicBezTo>
                <a:cubicBezTo>
                  <a:pt x="204373" y="83426"/>
                  <a:pt x="207986" y="84170"/>
                  <a:pt x="211987" y="84915"/>
                </a:cubicBezTo>
                <a:cubicBezTo>
                  <a:pt x="215988" y="85657"/>
                  <a:pt x="219322" y="86339"/>
                  <a:pt x="221990" y="86959"/>
                </a:cubicBezTo>
                <a:cubicBezTo>
                  <a:pt x="230116" y="88818"/>
                  <a:pt x="236381" y="92010"/>
                  <a:pt x="240785" y="96534"/>
                </a:cubicBezTo>
                <a:cubicBezTo>
                  <a:pt x="245190" y="101121"/>
                  <a:pt x="247392" y="107195"/>
                  <a:pt x="247392" y="114757"/>
                </a:cubicBezTo>
                <a:close/>
                <a:moveTo>
                  <a:pt x="359422" y="94537"/>
                </a:moveTo>
                <a:lnTo>
                  <a:pt x="282843" y="94537"/>
                </a:lnTo>
                <a:cubicBezTo>
                  <a:pt x="282843" y="100941"/>
                  <a:pt x="283805" y="106522"/>
                  <a:pt x="285728" y="111279"/>
                </a:cubicBezTo>
                <a:cubicBezTo>
                  <a:pt x="287651" y="116036"/>
                  <a:pt x="290287" y="119939"/>
                  <a:pt x="293637" y="122986"/>
                </a:cubicBezTo>
                <a:cubicBezTo>
                  <a:pt x="296863" y="125971"/>
                  <a:pt x="300693" y="128210"/>
                  <a:pt x="305128" y="129703"/>
                </a:cubicBezTo>
                <a:cubicBezTo>
                  <a:pt x="309564" y="131195"/>
                  <a:pt x="314449" y="131942"/>
                  <a:pt x="319783" y="131942"/>
                </a:cubicBezTo>
                <a:cubicBezTo>
                  <a:pt x="326855" y="131942"/>
                  <a:pt x="333973" y="130520"/>
                  <a:pt x="341138" y="127676"/>
                </a:cubicBezTo>
                <a:cubicBezTo>
                  <a:pt x="348303" y="124832"/>
                  <a:pt x="353405" y="122036"/>
                  <a:pt x="356444" y="119287"/>
                </a:cubicBezTo>
                <a:lnTo>
                  <a:pt x="357375" y="119287"/>
                </a:lnTo>
                <a:lnTo>
                  <a:pt x="357375" y="138426"/>
                </a:lnTo>
                <a:cubicBezTo>
                  <a:pt x="351482" y="140915"/>
                  <a:pt x="345465" y="143000"/>
                  <a:pt x="339323" y="144681"/>
                </a:cubicBezTo>
                <a:cubicBezTo>
                  <a:pt x="333182" y="146361"/>
                  <a:pt x="326731" y="147202"/>
                  <a:pt x="319969" y="147202"/>
                </a:cubicBezTo>
                <a:cubicBezTo>
                  <a:pt x="302725" y="147202"/>
                  <a:pt x="289264" y="142526"/>
                  <a:pt x="279587" y="133175"/>
                </a:cubicBezTo>
                <a:cubicBezTo>
                  <a:pt x="269910" y="123823"/>
                  <a:pt x="265071" y="110541"/>
                  <a:pt x="265071" y="93327"/>
                </a:cubicBezTo>
                <a:cubicBezTo>
                  <a:pt x="265071" y="76303"/>
                  <a:pt x="269708" y="62789"/>
                  <a:pt x="278982" y="52784"/>
                </a:cubicBezTo>
                <a:cubicBezTo>
                  <a:pt x="288256" y="42780"/>
                  <a:pt x="300460" y="37777"/>
                  <a:pt x="315596" y="37777"/>
                </a:cubicBezTo>
                <a:cubicBezTo>
                  <a:pt x="329615" y="37777"/>
                  <a:pt x="340424" y="41878"/>
                  <a:pt x="348023" y="50080"/>
                </a:cubicBezTo>
                <a:cubicBezTo>
                  <a:pt x="355622" y="58282"/>
                  <a:pt x="359422" y="69932"/>
                  <a:pt x="359422" y="85031"/>
                </a:cubicBezTo>
                <a:lnTo>
                  <a:pt x="359422" y="94537"/>
                </a:lnTo>
                <a:moveTo>
                  <a:pt x="342394" y="81138"/>
                </a:moveTo>
                <a:cubicBezTo>
                  <a:pt x="342332" y="71957"/>
                  <a:pt x="340021" y="64854"/>
                  <a:pt x="335462" y="59830"/>
                </a:cubicBezTo>
                <a:cubicBezTo>
                  <a:pt x="330903" y="54805"/>
                  <a:pt x="323971" y="52293"/>
                  <a:pt x="314666" y="52293"/>
                </a:cubicBezTo>
                <a:cubicBezTo>
                  <a:pt x="305299" y="52293"/>
                  <a:pt x="297840" y="55053"/>
                  <a:pt x="292288" y="60574"/>
                </a:cubicBezTo>
                <a:cubicBezTo>
                  <a:pt x="286736" y="66095"/>
                  <a:pt x="283588" y="72949"/>
                  <a:pt x="282843" y="81138"/>
                </a:cubicBezTo>
                <a:lnTo>
                  <a:pt x="342394" y="81138"/>
                </a:lnTo>
                <a:close/>
              </a:path>
            </a:pathLst>
          </a:custGeom>
          <a:solidFill xmlns:a="http://schemas.openxmlformats.org/drawingml/2006/main">
            <a:srgbClr val="FF6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Text foo(b);">
            <a:extLst xmlns:a="http://schemas.openxmlformats.org/drawingml/2006/main">
              <a:ext uri="{FF2B5EF4-FFF2-40B4-BE49-F238E27FC236}">
                <a16:creationId xmlns:a16="http://schemas.microsoft.com/office/drawing/2014/main" id="{847630D1-B00A-4625-98F1-85A41E1F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488" y="2175549"/>
            <a:ext cx="645069" cy="184049"/>
          </a:xfrm>
          <a:custGeom xmlns:a="http://schemas.openxmlformats.org/drawingml/2006/main">
            <a:pathLst>
              <a:path w="645069" h="184049">
                <a:moveTo>
                  <a:pt x="66808" y="17865"/>
                </a:moveTo>
                <a:lnTo>
                  <a:pt x="65878" y="17865"/>
                </a:lnTo>
                <a:cubicBezTo>
                  <a:pt x="63955" y="17307"/>
                  <a:pt x="61443" y="16733"/>
                  <a:pt x="58341" y="16144"/>
                </a:cubicBezTo>
                <a:cubicBezTo>
                  <a:pt x="55239" y="15554"/>
                  <a:pt x="52510" y="15260"/>
                  <a:pt x="50153" y="15260"/>
                </a:cubicBezTo>
                <a:cubicBezTo>
                  <a:pt x="42647" y="15260"/>
                  <a:pt x="37204" y="16913"/>
                  <a:pt x="33823" y="20220"/>
                </a:cubicBezTo>
                <a:cubicBezTo>
                  <a:pt x="30442" y="23528"/>
                  <a:pt x="28752" y="29508"/>
                  <a:pt x="28752" y="38161"/>
                </a:cubicBezTo>
                <a:lnTo>
                  <a:pt x="28752" y="41685"/>
                </a:lnTo>
                <a:lnTo>
                  <a:pt x="60295" y="41685"/>
                </a:lnTo>
                <a:lnTo>
                  <a:pt x="60295" y="56387"/>
                </a:lnTo>
                <a:lnTo>
                  <a:pt x="29310" y="56387"/>
                </a:lnTo>
                <a:lnTo>
                  <a:pt x="29310" y="145713"/>
                </a:lnTo>
                <a:lnTo>
                  <a:pt x="11817" y="145713"/>
                </a:lnTo>
                <a:lnTo>
                  <a:pt x="11817" y="56387"/>
                </a:lnTo>
                <a:lnTo>
                  <a:pt x="0" y="56387"/>
                </a:lnTo>
                <a:lnTo>
                  <a:pt x="0" y="41685"/>
                </a:lnTo>
                <a:lnTo>
                  <a:pt x="11817" y="41685"/>
                </a:lnTo>
                <a:lnTo>
                  <a:pt x="11817" y="38251"/>
                </a:lnTo>
                <a:cubicBezTo>
                  <a:pt x="11817" y="25934"/>
                  <a:pt x="14888" y="16480"/>
                  <a:pt x="21029" y="9889"/>
                </a:cubicBezTo>
                <a:cubicBezTo>
                  <a:pt x="27170" y="3296"/>
                  <a:pt x="36041" y="0"/>
                  <a:pt x="47640" y="0"/>
                </a:cubicBezTo>
                <a:cubicBezTo>
                  <a:pt x="51548" y="0"/>
                  <a:pt x="55069" y="186"/>
                  <a:pt x="58201" y="558"/>
                </a:cubicBezTo>
                <a:cubicBezTo>
                  <a:pt x="61334" y="930"/>
                  <a:pt x="64203" y="1365"/>
                  <a:pt x="66808" y="1861"/>
                </a:cubicBezTo>
                <a:lnTo>
                  <a:pt x="66808" y="17865"/>
                </a:lnTo>
                <a:close/>
                <a:moveTo>
                  <a:pt x="166546" y="93746"/>
                </a:moveTo>
                <a:cubicBezTo>
                  <a:pt x="166546" y="110723"/>
                  <a:pt x="162204" y="124125"/>
                  <a:pt x="153520" y="133951"/>
                </a:cubicBezTo>
                <a:cubicBezTo>
                  <a:pt x="144835" y="143777"/>
                  <a:pt x="133204" y="148690"/>
                  <a:pt x="118627" y="148690"/>
                </a:cubicBezTo>
                <a:cubicBezTo>
                  <a:pt x="103925" y="148690"/>
                  <a:pt x="92248" y="143777"/>
                  <a:pt x="83594" y="133951"/>
                </a:cubicBezTo>
                <a:cubicBezTo>
                  <a:pt x="74941" y="124125"/>
                  <a:pt x="70614" y="110723"/>
                  <a:pt x="70614" y="93746"/>
                </a:cubicBezTo>
                <a:cubicBezTo>
                  <a:pt x="70614" y="76768"/>
                  <a:pt x="74941" y="63351"/>
                  <a:pt x="83594" y="53494"/>
                </a:cubicBezTo>
                <a:cubicBezTo>
                  <a:pt x="92248" y="43637"/>
                  <a:pt x="103925" y="38708"/>
                  <a:pt x="118627" y="38708"/>
                </a:cubicBezTo>
                <a:cubicBezTo>
                  <a:pt x="133204" y="38708"/>
                  <a:pt x="144835" y="43637"/>
                  <a:pt x="153520" y="53494"/>
                </a:cubicBezTo>
                <a:cubicBezTo>
                  <a:pt x="162204" y="63351"/>
                  <a:pt x="166546" y="76768"/>
                  <a:pt x="166546" y="93746"/>
                </a:cubicBezTo>
                <a:moveTo>
                  <a:pt x="148495" y="93746"/>
                </a:moveTo>
                <a:cubicBezTo>
                  <a:pt x="148495" y="80300"/>
                  <a:pt x="145859" y="70309"/>
                  <a:pt x="140586" y="63773"/>
                </a:cubicBezTo>
                <a:cubicBezTo>
                  <a:pt x="135313" y="57236"/>
                  <a:pt x="127993" y="53968"/>
                  <a:pt x="118627" y="53968"/>
                </a:cubicBezTo>
                <a:cubicBezTo>
                  <a:pt x="109136" y="53968"/>
                  <a:pt x="101770" y="57236"/>
                  <a:pt x="96528" y="63773"/>
                </a:cubicBezTo>
                <a:cubicBezTo>
                  <a:pt x="91286" y="70309"/>
                  <a:pt x="88665" y="80300"/>
                  <a:pt x="88665" y="93746"/>
                </a:cubicBezTo>
                <a:cubicBezTo>
                  <a:pt x="88665" y="106757"/>
                  <a:pt x="91302" y="116624"/>
                  <a:pt x="96574" y="123347"/>
                </a:cubicBezTo>
                <a:cubicBezTo>
                  <a:pt x="101847" y="130069"/>
                  <a:pt x="109198" y="133431"/>
                  <a:pt x="118627" y="133431"/>
                </a:cubicBezTo>
                <a:cubicBezTo>
                  <a:pt x="127931" y="133431"/>
                  <a:pt x="135236" y="130100"/>
                  <a:pt x="140539" y="123440"/>
                </a:cubicBezTo>
                <a:cubicBezTo>
                  <a:pt x="145843" y="116779"/>
                  <a:pt x="148495" y="106881"/>
                  <a:pt x="148495" y="93746"/>
                </a:cubicBezTo>
                <a:close/>
                <a:moveTo>
                  <a:pt x="282217" y="93746"/>
                </a:moveTo>
                <a:cubicBezTo>
                  <a:pt x="282217" y="110723"/>
                  <a:pt x="277875" y="124125"/>
                  <a:pt x="269190" y="133951"/>
                </a:cubicBezTo>
                <a:cubicBezTo>
                  <a:pt x="260506" y="143777"/>
                  <a:pt x="248875" y="148690"/>
                  <a:pt x="234298" y="148690"/>
                </a:cubicBezTo>
                <a:cubicBezTo>
                  <a:pt x="219596" y="148690"/>
                  <a:pt x="207918" y="143777"/>
                  <a:pt x="199265" y="133951"/>
                </a:cubicBezTo>
                <a:cubicBezTo>
                  <a:pt x="190612" y="124125"/>
                  <a:pt x="186285" y="110723"/>
                  <a:pt x="186285" y="93746"/>
                </a:cubicBezTo>
                <a:cubicBezTo>
                  <a:pt x="186285" y="76768"/>
                  <a:pt x="190612" y="63351"/>
                  <a:pt x="199265" y="53494"/>
                </a:cubicBezTo>
                <a:cubicBezTo>
                  <a:pt x="207918" y="43637"/>
                  <a:pt x="219596" y="38708"/>
                  <a:pt x="234298" y="38708"/>
                </a:cubicBezTo>
                <a:cubicBezTo>
                  <a:pt x="248875" y="38708"/>
                  <a:pt x="260506" y="43637"/>
                  <a:pt x="269190" y="53494"/>
                </a:cubicBezTo>
                <a:cubicBezTo>
                  <a:pt x="277875" y="63351"/>
                  <a:pt x="282217" y="76768"/>
                  <a:pt x="282217" y="93746"/>
                </a:cubicBezTo>
                <a:moveTo>
                  <a:pt x="264166" y="93746"/>
                </a:moveTo>
                <a:cubicBezTo>
                  <a:pt x="264166" y="80300"/>
                  <a:pt x="261530" y="70309"/>
                  <a:pt x="256257" y="63773"/>
                </a:cubicBezTo>
                <a:cubicBezTo>
                  <a:pt x="250984" y="57236"/>
                  <a:pt x="243664" y="53968"/>
                  <a:pt x="234298" y="53968"/>
                </a:cubicBezTo>
                <a:cubicBezTo>
                  <a:pt x="224807" y="53968"/>
                  <a:pt x="217440" y="57236"/>
                  <a:pt x="212199" y="63773"/>
                </a:cubicBezTo>
                <a:cubicBezTo>
                  <a:pt x="206957" y="70309"/>
                  <a:pt x="204336" y="80300"/>
                  <a:pt x="204336" y="93746"/>
                </a:cubicBezTo>
                <a:cubicBezTo>
                  <a:pt x="204336" y="106757"/>
                  <a:pt x="206972" y="116624"/>
                  <a:pt x="212245" y="123347"/>
                </a:cubicBezTo>
                <a:cubicBezTo>
                  <a:pt x="217518" y="130069"/>
                  <a:pt x="224869" y="133431"/>
                  <a:pt x="234298" y="133431"/>
                </a:cubicBezTo>
                <a:cubicBezTo>
                  <a:pt x="243602" y="133431"/>
                  <a:pt x="250907" y="130100"/>
                  <a:pt x="256210" y="123440"/>
                </a:cubicBezTo>
                <a:cubicBezTo>
                  <a:pt x="261514" y="116779"/>
                  <a:pt x="264166" y="106881"/>
                  <a:pt x="264166" y="93746"/>
                </a:cubicBezTo>
                <a:close/>
                <a:moveTo>
                  <a:pt x="364949" y="184049"/>
                </a:moveTo>
                <a:lnTo>
                  <a:pt x="343641" y="184049"/>
                </a:lnTo>
                <a:cubicBezTo>
                  <a:pt x="332661" y="171456"/>
                  <a:pt x="324132" y="157716"/>
                  <a:pt x="318053" y="142828"/>
                </a:cubicBezTo>
                <a:cubicBezTo>
                  <a:pt x="311974" y="127941"/>
                  <a:pt x="308934" y="111161"/>
                  <a:pt x="308934" y="92490"/>
                </a:cubicBezTo>
                <a:cubicBezTo>
                  <a:pt x="308934" y="73818"/>
                  <a:pt x="311974" y="57038"/>
                  <a:pt x="318053" y="42151"/>
                </a:cubicBezTo>
                <a:cubicBezTo>
                  <a:pt x="324132" y="27263"/>
                  <a:pt x="332661" y="13523"/>
                  <a:pt x="343641" y="930"/>
                </a:cubicBezTo>
                <a:lnTo>
                  <a:pt x="364949" y="930"/>
                </a:lnTo>
                <a:lnTo>
                  <a:pt x="364949" y="1861"/>
                </a:lnTo>
                <a:cubicBezTo>
                  <a:pt x="359924" y="6389"/>
                  <a:pt x="355132" y="11615"/>
                  <a:pt x="350573" y="17540"/>
                </a:cubicBezTo>
                <a:cubicBezTo>
                  <a:pt x="346014" y="23464"/>
                  <a:pt x="341780" y="30365"/>
                  <a:pt x="337872" y="38243"/>
                </a:cubicBezTo>
                <a:cubicBezTo>
                  <a:pt x="334150" y="45873"/>
                  <a:pt x="331126" y="54278"/>
                  <a:pt x="328800" y="63459"/>
                </a:cubicBezTo>
                <a:cubicBezTo>
                  <a:pt x="326474" y="72639"/>
                  <a:pt x="325311" y="82316"/>
                  <a:pt x="325311" y="92490"/>
                </a:cubicBezTo>
                <a:cubicBezTo>
                  <a:pt x="325311" y="103097"/>
                  <a:pt x="326443" y="112805"/>
                  <a:pt x="328707" y="121614"/>
                </a:cubicBezTo>
                <a:cubicBezTo>
                  <a:pt x="330971" y="130422"/>
                  <a:pt x="334026" y="138796"/>
                  <a:pt x="337872" y="146736"/>
                </a:cubicBezTo>
                <a:cubicBezTo>
                  <a:pt x="341594" y="154366"/>
                  <a:pt x="345843" y="161267"/>
                  <a:pt x="350620" y="167440"/>
                </a:cubicBezTo>
                <a:cubicBezTo>
                  <a:pt x="355396" y="173612"/>
                  <a:pt x="360173" y="178838"/>
                  <a:pt x="364949" y="183118"/>
                </a:cubicBezTo>
                <a:lnTo>
                  <a:pt x="364949" y="184049"/>
                </a:lnTo>
                <a:close/>
                <a:moveTo>
                  <a:pt x="487288" y="92905"/>
                </a:moveTo>
                <a:cubicBezTo>
                  <a:pt x="487288" y="101613"/>
                  <a:pt x="486063" y="109449"/>
                  <a:pt x="483613" y="116414"/>
                </a:cubicBezTo>
                <a:cubicBezTo>
                  <a:pt x="481162" y="123379"/>
                  <a:pt x="477859" y="129225"/>
                  <a:pt x="473703" y="133951"/>
                </a:cubicBezTo>
                <a:cubicBezTo>
                  <a:pt x="469299" y="138865"/>
                  <a:pt x="464460" y="142550"/>
                  <a:pt x="459188" y="145006"/>
                </a:cubicBezTo>
                <a:cubicBezTo>
                  <a:pt x="453915" y="147462"/>
                  <a:pt x="448115" y="148690"/>
                  <a:pt x="441788" y="148690"/>
                </a:cubicBezTo>
                <a:cubicBezTo>
                  <a:pt x="435895" y="148690"/>
                  <a:pt x="430746" y="147991"/>
                  <a:pt x="426342" y="146591"/>
                </a:cubicBezTo>
                <a:cubicBezTo>
                  <a:pt x="421937" y="145191"/>
                  <a:pt x="417595" y="143310"/>
                  <a:pt x="413315" y="140947"/>
                </a:cubicBezTo>
                <a:lnTo>
                  <a:pt x="412198" y="145713"/>
                </a:lnTo>
                <a:lnTo>
                  <a:pt x="395822" y="145713"/>
                </a:lnTo>
                <a:lnTo>
                  <a:pt x="395822" y="930"/>
                </a:lnTo>
                <a:lnTo>
                  <a:pt x="413315" y="930"/>
                </a:lnTo>
                <a:lnTo>
                  <a:pt x="413315" y="52514"/>
                </a:lnTo>
                <a:cubicBezTo>
                  <a:pt x="418215" y="48472"/>
                  <a:pt x="423426" y="45161"/>
                  <a:pt x="428947" y="42581"/>
                </a:cubicBezTo>
                <a:cubicBezTo>
                  <a:pt x="434468" y="39999"/>
                  <a:pt x="440671" y="38708"/>
                  <a:pt x="447557" y="38708"/>
                </a:cubicBezTo>
                <a:cubicBezTo>
                  <a:pt x="459839" y="38708"/>
                  <a:pt x="469531" y="43435"/>
                  <a:pt x="476634" y="52889"/>
                </a:cubicBezTo>
                <a:cubicBezTo>
                  <a:pt x="483737" y="62341"/>
                  <a:pt x="487288" y="75680"/>
                  <a:pt x="487288" y="92905"/>
                </a:cubicBezTo>
                <a:moveTo>
                  <a:pt x="469237" y="93373"/>
                </a:moveTo>
                <a:cubicBezTo>
                  <a:pt x="469237" y="80952"/>
                  <a:pt x="467190" y="71527"/>
                  <a:pt x="463096" y="65099"/>
                </a:cubicBezTo>
                <a:cubicBezTo>
                  <a:pt x="459001" y="58671"/>
                  <a:pt x="452395" y="55457"/>
                  <a:pt x="443276" y="55457"/>
                </a:cubicBezTo>
                <a:cubicBezTo>
                  <a:pt x="438190" y="55457"/>
                  <a:pt x="433041" y="56560"/>
                  <a:pt x="427830" y="58766"/>
                </a:cubicBezTo>
                <a:cubicBezTo>
                  <a:pt x="422620" y="60970"/>
                  <a:pt x="417781" y="63810"/>
                  <a:pt x="413315" y="67288"/>
                </a:cubicBezTo>
                <a:lnTo>
                  <a:pt x="413315" y="126911"/>
                </a:lnTo>
                <a:cubicBezTo>
                  <a:pt x="418278" y="129146"/>
                  <a:pt x="422542" y="130699"/>
                  <a:pt x="426109" y="131570"/>
                </a:cubicBezTo>
                <a:cubicBezTo>
                  <a:pt x="429676" y="132438"/>
                  <a:pt x="433723" y="132872"/>
                  <a:pt x="438252" y="132872"/>
                </a:cubicBezTo>
                <a:cubicBezTo>
                  <a:pt x="447929" y="132872"/>
                  <a:pt x="455512" y="129689"/>
                  <a:pt x="461002" y="123323"/>
                </a:cubicBezTo>
                <a:cubicBezTo>
                  <a:pt x="466492" y="116957"/>
                  <a:pt x="469237" y="106974"/>
                  <a:pt x="469237" y="93373"/>
                </a:cubicBezTo>
                <a:close/>
                <a:moveTo>
                  <a:pt x="567021" y="92490"/>
                </a:moveTo>
                <a:cubicBezTo>
                  <a:pt x="567021" y="111161"/>
                  <a:pt x="563981" y="127941"/>
                  <a:pt x="557902" y="142828"/>
                </a:cubicBezTo>
                <a:cubicBezTo>
                  <a:pt x="551823" y="157716"/>
                  <a:pt x="543294" y="171456"/>
                  <a:pt x="532314" y="184049"/>
                </a:cubicBezTo>
                <a:lnTo>
                  <a:pt x="511006" y="184049"/>
                </a:lnTo>
                <a:lnTo>
                  <a:pt x="511006" y="183118"/>
                </a:lnTo>
                <a:cubicBezTo>
                  <a:pt x="515783" y="178838"/>
                  <a:pt x="520575" y="173612"/>
                  <a:pt x="525382" y="167440"/>
                </a:cubicBezTo>
                <a:cubicBezTo>
                  <a:pt x="530189" y="161267"/>
                  <a:pt x="534423" y="154366"/>
                  <a:pt x="538083" y="146736"/>
                </a:cubicBezTo>
                <a:cubicBezTo>
                  <a:pt x="541929" y="138796"/>
                  <a:pt x="544984" y="130422"/>
                  <a:pt x="547248" y="121614"/>
                </a:cubicBezTo>
                <a:cubicBezTo>
                  <a:pt x="549512" y="112805"/>
                  <a:pt x="550644" y="103097"/>
                  <a:pt x="550644" y="92490"/>
                </a:cubicBezTo>
                <a:cubicBezTo>
                  <a:pt x="550644" y="82316"/>
                  <a:pt x="549497" y="72639"/>
                  <a:pt x="547202" y="63459"/>
                </a:cubicBezTo>
                <a:cubicBezTo>
                  <a:pt x="544907" y="54278"/>
                  <a:pt x="541867" y="45873"/>
                  <a:pt x="538083" y="38243"/>
                </a:cubicBezTo>
                <a:cubicBezTo>
                  <a:pt x="534175" y="30365"/>
                  <a:pt x="529941" y="23464"/>
                  <a:pt x="525382" y="17540"/>
                </a:cubicBezTo>
                <a:cubicBezTo>
                  <a:pt x="520823" y="11615"/>
                  <a:pt x="516031" y="6389"/>
                  <a:pt x="511006" y="1861"/>
                </a:cubicBezTo>
                <a:lnTo>
                  <a:pt x="511006" y="930"/>
                </a:lnTo>
                <a:lnTo>
                  <a:pt x="532314" y="930"/>
                </a:lnTo>
                <a:cubicBezTo>
                  <a:pt x="543294" y="13523"/>
                  <a:pt x="551823" y="27263"/>
                  <a:pt x="557902" y="42151"/>
                </a:cubicBezTo>
                <a:cubicBezTo>
                  <a:pt x="563981" y="57038"/>
                  <a:pt x="567021" y="73818"/>
                  <a:pt x="567021" y="92490"/>
                </a:cubicBezTo>
                <a:close/>
                <a:moveTo>
                  <a:pt x="638276" y="68297"/>
                </a:moveTo>
                <a:lnTo>
                  <a:pt x="616038" y="68297"/>
                </a:lnTo>
                <a:lnTo>
                  <a:pt x="616038" y="41685"/>
                </a:lnTo>
                <a:lnTo>
                  <a:pt x="638276" y="41685"/>
                </a:lnTo>
                <a:lnTo>
                  <a:pt x="638276" y="68297"/>
                </a:lnTo>
                <a:moveTo>
                  <a:pt x="645069" y="119101"/>
                </a:moveTo>
                <a:lnTo>
                  <a:pt x="618829" y="180141"/>
                </a:lnTo>
                <a:lnTo>
                  <a:pt x="605244" y="180141"/>
                </a:lnTo>
                <a:lnTo>
                  <a:pt x="621434" y="119101"/>
                </a:lnTo>
                <a:lnTo>
                  <a:pt x="645069" y="1191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Text 5">
            <a:extLst xmlns:a="http://schemas.openxmlformats.org/drawingml/2006/main">
              <a:ext uri="{FF2B5EF4-FFF2-40B4-BE49-F238E27FC236}">
                <a16:creationId xmlns:a16="http://schemas.microsoft.com/office/drawing/2014/main" id="{2A8813C6-4A1E-4B86-B8B8-F8FF6607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55" y="2201499"/>
            <a:ext cx="76454" cy="111968"/>
          </a:xfrm>
          <a:custGeom xmlns:a="http://schemas.openxmlformats.org/drawingml/2006/main">
            <a:pathLst>
              <a:path w="76454" h="111968">
                <a:moveTo>
                  <a:pt x="14500" y="80797"/>
                </a:moveTo>
                <a:cubicBezTo>
                  <a:pt x="15430" y="88790"/>
                  <a:pt x="19126" y="94318"/>
                  <a:pt x="25588" y="97380"/>
                </a:cubicBezTo>
                <a:cubicBezTo>
                  <a:pt x="28897" y="98938"/>
                  <a:pt x="32722" y="99716"/>
                  <a:pt x="37064" y="99716"/>
                </a:cubicBezTo>
                <a:cubicBezTo>
                  <a:pt x="45335" y="99716"/>
                  <a:pt x="51461" y="97072"/>
                  <a:pt x="55441" y="91783"/>
                </a:cubicBezTo>
                <a:cubicBezTo>
                  <a:pt x="59421" y="86494"/>
                  <a:pt x="61412" y="80634"/>
                  <a:pt x="61412" y="74203"/>
                </a:cubicBezTo>
                <a:cubicBezTo>
                  <a:pt x="61412" y="66425"/>
                  <a:pt x="59047" y="60410"/>
                  <a:pt x="54317" y="56158"/>
                </a:cubicBezTo>
                <a:cubicBezTo>
                  <a:pt x="49587" y="51906"/>
                  <a:pt x="43913" y="49781"/>
                  <a:pt x="37297" y="49781"/>
                </a:cubicBezTo>
                <a:cubicBezTo>
                  <a:pt x="32489" y="49781"/>
                  <a:pt x="28367" y="50718"/>
                  <a:pt x="24929" y="52594"/>
                </a:cubicBezTo>
                <a:cubicBezTo>
                  <a:pt x="21491" y="54469"/>
                  <a:pt x="18558" y="57098"/>
                  <a:pt x="16128" y="60481"/>
                </a:cubicBezTo>
                <a:lnTo>
                  <a:pt x="4032" y="59706"/>
                </a:lnTo>
                <a:lnTo>
                  <a:pt x="12484" y="0"/>
                </a:lnTo>
                <a:lnTo>
                  <a:pt x="70174" y="0"/>
                </a:lnTo>
                <a:lnTo>
                  <a:pt x="70174" y="13492"/>
                </a:lnTo>
                <a:lnTo>
                  <a:pt x="22952" y="13492"/>
                </a:lnTo>
                <a:lnTo>
                  <a:pt x="18222" y="44130"/>
                </a:lnTo>
                <a:cubicBezTo>
                  <a:pt x="20807" y="42141"/>
                  <a:pt x="23262" y="40649"/>
                  <a:pt x="25588" y="39654"/>
                </a:cubicBezTo>
                <a:cubicBezTo>
                  <a:pt x="29724" y="37927"/>
                  <a:pt x="34505" y="37064"/>
                  <a:pt x="39933" y="37064"/>
                </a:cubicBezTo>
                <a:cubicBezTo>
                  <a:pt x="50117" y="37064"/>
                  <a:pt x="58749" y="40360"/>
                  <a:pt x="65831" y="46953"/>
                </a:cubicBezTo>
                <a:cubicBezTo>
                  <a:pt x="72913" y="53545"/>
                  <a:pt x="76454" y="61903"/>
                  <a:pt x="76454" y="72025"/>
                </a:cubicBezTo>
                <a:cubicBezTo>
                  <a:pt x="76454" y="82562"/>
                  <a:pt x="73211" y="91854"/>
                  <a:pt x="66723" y="99900"/>
                </a:cubicBezTo>
                <a:cubicBezTo>
                  <a:pt x="60236" y="107945"/>
                  <a:pt x="49884" y="111968"/>
                  <a:pt x="35668" y="111968"/>
                </a:cubicBezTo>
                <a:cubicBezTo>
                  <a:pt x="26622" y="111968"/>
                  <a:pt x="18622" y="109415"/>
                  <a:pt x="11670" y="104310"/>
                </a:cubicBezTo>
                <a:cubicBezTo>
                  <a:pt x="4717" y="99206"/>
                  <a:pt x="827" y="91368"/>
                  <a:pt x="0" y="80797"/>
                </a:cubicBezTo>
                <a:lnTo>
                  <a:pt x="14500" y="807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4FE3DB-9DFD-498A-AB9C-1337F671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74" y="2517119"/>
            <a:ext cx="3086045" cy="317603"/>
          </a:xfrm>
          <a:custGeom xmlns:a="http://schemas.openxmlformats.org/drawingml/2006/main">
            <a:pathLst>
              <a:path w="3086045" h="317603">
                <a:moveTo>
                  <a:pt x="0" y="0"/>
                </a:moveTo>
                <a:lnTo>
                  <a:pt x="3086045" y="0"/>
                </a:lnTo>
                <a:lnTo>
                  <a:pt x="3086045" y="317603"/>
                </a:lnTo>
                <a:lnTo>
                  <a:pt x="0" y="31760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0F0F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92CB11-DA1E-48EE-9534-D9DB4287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74" y="2517119"/>
            <a:ext cx="3086045" cy="317603"/>
          </a:xfrm>
          <a:custGeom xmlns:a="http://schemas.openxmlformats.org/drawingml/2006/main">
            <a:pathLst>
              <a:path w="3086045" h="317603" fill="none">
                <a:moveTo>
                  <a:pt x="0" y="0"/>
                </a:moveTo>
                <a:lnTo>
                  <a:pt x="3086045" y="0"/>
                </a:lnTo>
                <a:lnTo>
                  <a:pt x="3086045" y="317603"/>
                </a:lnTo>
                <a:lnTo>
                  <a:pt x="0" y="31760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587" cap="flat">
            <a:solidFill>
              <a:srgbClr val="F0F0F0"/>
            </a:solidFill>
            <a:miter/>
          </a:ln>
        </p:spPr>
      </p:sp>
      <p:sp>
        <p:nvSpPr>
          <p:cNvPr id="28" name="Text }">
            <a:extLst xmlns:a="http://schemas.openxmlformats.org/drawingml/2006/main">
              <a:ext uri="{FF2B5EF4-FFF2-40B4-BE49-F238E27FC236}">
                <a16:creationId xmlns:a16="http://schemas.microsoft.com/office/drawing/2014/main" id="{EA518B76-5DE7-4242-97E1-FC4317FDD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46" y="2599952"/>
            <a:ext cx="87465" cy="181257"/>
          </a:xfrm>
          <a:custGeom xmlns:a="http://schemas.openxmlformats.org/drawingml/2006/main">
            <a:pathLst>
              <a:path w="87465" h="181257">
                <a:moveTo>
                  <a:pt x="87465" y="97886"/>
                </a:moveTo>
                <a:lnTo>
                  <a:pt x="82720" y="97886"/>
                </a:lnTo>
                <a:cubicBezTo>
                  <a:pt x="72112" y="97886"/>
                  <a:pt x="64234" y="100848"/>
                  <a:pt x="59085" y="106772"/>
                </a:cubicBezTo>
                <a:cubicBezTo>
                  <a:pt x="53937" y="112696"/>
                  <a:pt x="51362" y="120900"/>
                  <a:pt x="51362" y="131384"/>
                </a:cubicBezTo>
                <a:lnTo>
                  <a:pt x="51362" y="145248"/>
                </a:lnTo>
                <a:cubicBezTo>
                  <a:pt x="51362" y="156910"/>
                  <a:pt x="47904" y="165827"/>
                  <a:pt x="40988" y="171999"/>
                </a:cubicBezTo>
                <a:cubicBezTo>
                  <a:pt x="34071" y="178171"/>
                  <a:pt x="25061" y="181257"/>
                  <a:pt x="13957" y="181257"/>
                </a:cubicBezTo>
                <a:lnTo>
                  <a:pt x="0" y="181257"/>
                </a:lnTo>
                <a:lnTo>
                  <a:pt x="0" y="168417"/>
                </a:lnTo>
                <a:lnTo>
                  <a:pt x="10607" y="168417"/>
                </a:lnTo>
                <a:cubicBezTo>
                  <a:pt x="19044" y="168417"/>
                  <a:pt x="25169" y="166463"/>
                  <a:pt x="28984" y="162555"/>
                </a:cubicBezTo>
                <a:cubicBezTo>
                  <a:pt x="32799" y="158647"/>
                  <a:pt x="34707" y="152350"/>
                  <a:pt x="34707" y="143666"/>
                </a:cubicBezTo>
                <a:lnTo>
                  <a:pt x="34707" y="127382"/>
                </a:lnTo>
                <a:cubicBezTo>
                  <a:pt x="34707" y="118760"/>
                  <a:pt x="37095" y="111518"/>
                  <a:pt x="41872" y="105656"/>
                </a:cubicBezTo>
                <a:cubicBezTo>
                  <a:pt x="46648" y="99794"/>
                  <a:pt x="53285" y="95157"/>
                  <a:pt x="61784" y="91745"/>
                </a:cubicBezTo>
                <a:lnTo>
                  <a:pt x="61784" y="89512"/>
                </a:lnTo>
                <a:cubicBezTo>
                  <a:pt x="53285" y="86100"/>
                  <a:pt x="46648" y="81463"/>
                  <a:pt x="41872" y="75601"/>
                </a:cubicBezTo>
                <a:cubicBezTo>
                  <a:pt x="37095" y="69739"/>
                  <a:pt x="34707" y="62497"/>
                  <a:pt x="34707" y="53875"/>
                </a:cubicBezTo>
                <a:lnTo>
                  <a:pt x="34707" y="37591"/>
                </a:lnTo>
                <a:cubicBezTo>
                  <a:pt x="34707" y="28907"/>
                  <a:pt x="32799" y="22611"/>
                  <a:pt x="28984" y="18703"/>
                </a:cubicBezTo>
                <a:cubicBezTo>
                  <a:pt x="25169" y="14795"/>
                  <a:pt x="19044" y="12841"/>
                  <a:pt x="10607" y="12841"/>
                </a:cubicBezTo>
                <a:lnTo>
                  <a:pt x="0" y="12841"/>
                </a:lnTo>
                <a:lnTo>
                  <a:pt x="0" y="0"/>
                </a:lnTo>
                <a:lnTo>
                  <a:pt x="13957" y="0"/>
                </a:lnTo>
                <a:cubicBezTo>
                  <a:pt x="25061" y="0"/>
                  <a:pt x="34071" y="3086"/>
                  <a:pt x="40988" y="9258"/>
                </a:cubicBezTo>
                <a:cubicBezTo>
                  <a:pt x="47904" y="15430"/>
                  <a:pt x="51362" y="24348"/>
                  <a:pt x="51362" y="36009"/>
                </a:cubicBezTo>
                <a:lnTo>
                  <a:pt x="51362" y="49874"/>
                </a:lnTo>
                <a:cubicBezTo>
                  <a:pt x="51362" y="60357"/>
                  <a:pt x="53937" y="68561"/>
                  <a:pt x="59085" y="74485"/>
                </a:cubicBezTo>
                <a:cubicBezTo>
                  <a:pt x="64234" y="80409"/>
                  <a:pt x="72112" y="83371"/>
                  <a:pt x="82720" y="83371"/>
                </a:cubicBezTo>
                <a:lnTo>
                  <a:pt x="87465" y="83371"/>
                </a:lnTo>
                <a:lnTo>
                  <a:pt x="87465" y="978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Text else">
            <a:extLst xmlns:a="http://schemas.openxmlformats.org/drawingml/2006/main">
              <a:ext uri="{FF2B5EF4-FFF2-40B4-BE49-F238E27FC236}">
                <a16:creationId xmlns:a16="http://schemas.microsoft.com/office/drawing/2014/main" id="{428465F4-ECF3-4DFD-92DF-CD0DE8C9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90" y="2599952"/>
            <a:ext cx="359422" cy="147202"/>
          </a:xfrm>
          <a:custGeom xmlns:a="http://schemas.openxmlformats.org/drawingml/2006/main">
            <a:pathLst>
              <a:path w="359422" h="147202">
                <a:moveTo>
                  <a:pt x="94350" y="94537"/>
                </a:moveTo>
                <a:lnTo>
                  <a:pt x="17772" y="94537"/>
                </a:lnTo>
                <a:cubicBezTo>
                  <a:pt x="17772" y="100941"/>
                  <a:pt x="18734" y="106522"/>
                  <a:pt x="20657" y="111279"/>
                </a:cubicBezTo>
                <a:cubicBezTo>
                  <a:pt x="22580" y="116036"/>
                  <a:pt x="25216" y="119939"/>
                  <a:pt x="28566" y="122986"/>
                </a:cubicBezTo>
                <a:cubicBezTo>
                  <a:pt x="31791" y="125971"/>
                  <a:pt x="35622" y="128210"/>
                  <a:pt x="40057" y="129703"/>
                </a:cubicBezTo>
                <a:cubicBezTo>
                  <a:pt x="44492" y="131195"/>
                  <a:pt x="49377" y="131942"/>
                  <a:pt x="54712" y="131942"/>
                </a:cubicBezTo>
                <a:cubicBezTo>
                  <a:pt x="61784" y="131942"/>
                  <a:pt x="68902" y="130520"/>
                  <a:pt x="76067" y="127676"/>
                </a:cubicBezTo>
                <a:cubicBezTo>
                  <a:pt x="83231" y="124832"/>
                  <a:pt x="88333" y="122036"/>
                  <a:pt x="91373" y="119287"/>
                </a:cubicBezTo>
                <a:lnTo>
                  <a:pt x="92303" y="119287"/>
                </a:lnTo>
                <a:lnTo>
                  <a:pt x="92303" y="138426"/>
                </a:lnTo>
                <a:cubicBezTo>
                  <a:pt x="86410" y="140915"/>
                  <a:pt x="80393" y="143000"/>
                  <a:pt x="74252" y="144681"/>
                </a:cubicBezTo>
                <a:cubicBezTo>
                  <a:pt x="68111" y="146361"/>
                  <a:pt x="61660" y="147202"/>
                  <a:pt x="54898" y="147202"/>
                </a:cubicBezTo>
                <a:cubicBezTo>
                  <a:pt x="37653" y="147202"/>
                  <a:pt x="24192" y="142526"/>
                  <a:pt x="14515" y="133175"/>
                </a:cubicBezTo>
                <a:cubicBezTo>
                  <a:pt x="4838" y="123823"/>
                  <a:pt x="0" y="110541"/>
                  <a:pt x="0" y="93327"/>
                </a:cubicBezTo>
                <a:cubicBezTo>
                  <a:pt x="0" y="76303"/>
                  <a:pt x="4637" y="62789"/>
                  <a:pt x="13911" y="52784"/>
                </a:cubicBezTo>
                <a:cubicBezTo>
                  <a:pt x="23184" y="42780"/>
                  <a:pt x="35389" y="37777"/>
                  <a:pt x="50525" y="37777"/>
                </a:cubicBezTo>
                <a:cubicBezTo>
                  <a:pt x="64544" y="37777"/>
                  <a:pt x="75353" y="41878"/>
                  <a:pt x="82952" y="50080"/>
                </a:cubicBezTo>
                <a:cubicBezTo>
                  <a:pt x="90551" y="58282"/>
                  <a:pt x="94350" y="69932"/>
                  <a:pt x="94350" y="85031"/>
                </a:cubicBezTo>
                <a:lnTo>
                  <a:pt x="94350" y="94537"/>
                </a:lnTo>
                <a:moveTo>
                  <a:pt x="77323" y="81138"/>
                </a:moveTo>
                <a:cubicBezTo>
                  <a:pt x="77261" y="71957"/>
                  <a:pt x="74950" y="64854"/>
                  <a:pt x="70391" y="59830"/>
                </a:cubicBezTo>
                <a:cubicBezTo>
                  <a:pt x="65831" y="54805"/>
                  <a:pt x="58899" y="52293"/>
                  <a:pt x="49594" y="52293"/>
                </a:cubicBezTo>
                <a:cubicBezTo>
                  <a:pt x="40228" y="52293"/>
                  <a:pt x="32768" y="55053"/>
                  <a:pt x="27216" y="60574"/>
                </a:cubicBezTo>
                <a:cubicBezTo>
                  <a:pt x="21665" y="66095"/>
                  <a:pt x="18517" y="72949"/>
                  <a:pt x="17772" y="81138"/>
                </a:cubicBezTo>
                <a:lnTo>
                  <a:pt x="77323" y="81138"/>
                </a:lnTo>
                <a:close/>
                <a:moveTo>
                  <a:pt x="138605" y="144782"/>
                </a:moveTo>
                <a:lnTo>
                  <a:pt x="121112" y="144782"/>
                </a:lnTo>
                <a:lnTo>
                  <a:pt x="121112" y="0"/>
                </a:lnTo>
                <a:lnTo>
                  <a:pt x="138605" y="0"/>
                </a:lnTo>
                <a:lnTo>
                  <a:pt x="138605" y="144782"/>
                </a:lnTo>
                <a:close/>
                <a:moveTo>
                  <a:pt x="247392" y="114757"/>
                </a:moveTo>
                <a:cubicBezTo>
                  <a:pt x="247392" y="124240"/>
                  <a:pt x="243469" y="132018"/>
                  <a:pt x="235622" y="138092"/>
                </a:cubicBezTo>
                <a:cubicBezTo>
                  <a:pt x="227775" y="144165"/>
                  <a:pt x="217059" y="147202"/>
                  <a:pt x="203474" y="147202"/>
                </a:cubicBezTo>
                <a:cubicBezTo>
                  <a:pt x="195782" y="147202"/>
                  <a:pt x="188725" y="146284"/>
                  <a:pt x="182305" y="144448"/>
                </a:cubicBezTo>
                <a:cubicBezTo>
                  <a:pt x="175885" y="142612"/>
                  <a:pt x="170504" y="140605"/>
                  <a:pt x="166161" y="138426"/>
                </a:cubicBezTo>
                <a:lnTo>
                  <a:pt x="166161" y="118729"/>
                </a:lnTo>
                <a:lnTo>
                  <a:pt x="167092" y="118729"/>
                </a:lnTo>
                <a:cubicBezTo>
                  <a:pt x="172613" y="122941"/>
                  <a:pt x="178754" y="126290"/>
                  <a:pt x="185515" y="128775"/>
                </a:cubicBezTo>
                <a:cubicBezTo>
                  <a:pt x="192277" y="131258"/>
                  <a:pt x="198759" y="132500"/>
                  <a:pt x="204962" y="132500"/>
                </a:cubicBezTo>
                <a:cubicBezTo>
                  <a:pt x="212654" y="132500"/>
                  <a:pt x="218671" y="131255"/>
                  <a:pt x="223014" y="128764"/>
                </a:cubicBezTo>
                <a:cubicBezTo>
                  <a:pt x="227356" y="126271"/>
                  <a:pt x="229527" y="122345"/>
                  <a:pt x="229527" y="116987"/>
                </a:cubicBezTo>
                <a:cubicBezTo>
                  <a:pt x="229527" y="112897"/>
                  <a:pt x="228348" y="109798"/>
                  <a:pt x="225991" y="107691"/>
                </a:cubicBezTo>
                <a:cubicBezTo>
                  <a:pt x="223634" y="105584"/>
                  <a:pt x="219106" y="103786"/>
                  <a:pt x="212406" y="102297"/>
                </a:cubicBezTo>
                <a:cubicBezTo>
                  <a:pt x="209925" y="101741"/>
                  <a:pt x="206684" y="101091"/>
                  <a:pt x="202683" y="100346"/>
                </a:cubicBezTo>
                <a:cubicBezTo>
                  <a:pt x="198682" y="99602"/>
                  <a:pt x="195037" y="98796"/>
                  <a:pt x="191750" y="97930"/>
                </a:cubicBezTo>
                <a:cubicBezTo>
                  <a:pt x="182631" y="95513"/>
                  <a:pt x="176164" y="91964"/>
                  <a:pt x="172349" y="87285"/>
                </a:cubicBezTo>
                <a:cubicBezTo>
                  <a:pt x="168534" y="82605"/>
                  <a:pt x="166627" y="76857"/>
                  <a:pt x="166627" y="70039"/>
                </a:cubicBezTo>
                <a:cubicBezTo>
                  <a:pt x="166627" y="65763"/>
                  <a:pt x="167511" y="61734"/>
                  <a:pt x="169278" y="57954"/>
                </a:cubicBezTo>
                <a:cubicBezTo>
                  <a:pt x="171046" y="54172"/>
                  <a:pt x="173729" y="50793"/>
                  <a:pt x="177327" y="47818"/>
                </a:cubicBezTo>
                <a:cubicBezTo>
                  <a:pt x="180801" y="44906"/>
                  <a:pt x="185221" y="42598"/>
                  <a:pt x="190586" y="40895"/>
                </a:cubicBezTo>
                <a:cubicBezTo>
                  <a:pt x="195952" y="39189"/>
                  <a:pt x="201954" y="38336"/>
                  <a:pt x="208591" y="38336"/>
                </a:cubicBezTo>
                <a:cubicBezTo>
                  <a:pt x="214794" y="38336"/>
                  <a:pt x="221075" y="39093"/>
                  <a:pt x="227433" y="40607"/>
                </a:cubicBezTo>
                <a:cubicBezTo>
                  <a:pt x="233792" y="42121"/>
                  <a:pt x="239080" y="43960"/>
                  <a:pt x="243298" y="46126"/>
                </a:cubicBezTo>
                <a:lnTo>
                  <a:pt x="243298" y="64761"/>
                </a:lnTo>
                <a:lnTo>
                  <a:pt x="242368" y="64761"/>
                </a:lnTo>
                <a:cubicBezTo>
                  <a:pt x="237901" y="61474"/>
                  <a:pt x="232473" y="58698"/>
                  <a:pt x="226084" y="56433"/>
                </a:cubicBezTo>
                <a:cubicBezTo>
                  <a:pt x="219695" y="54169"/>
                  <a:pt x="213430" y="53037"/>
                  <a:pt x="207289" y="53037"/>
                </a:cubicBezTo>
                <a:cubicBezTo>
                  <a:pt x="200899" y="53037"/>
                  <a:pt x="195502" y="54268"/>
                  <a:pt x="191098" y="56730"/>
                </a:cubicBezTo>
                <a:cubicBezTo>
                  <a:pt x="186694" y="59192"/>
                  <a:pt x="184492" y="62853"/>
                  <a:pt x="184492" y="67713"/>
                </a:cubicBezTo>
                <a:cubicBezTo>
                  <a:pt x="184492" y="71989"/>
                  <a:pt x="185825" y="75212"/>
                  <a:pt x="188493" y="77381"/>
                </a:cubicBezTo>
                <a:cubicBezTo>
                  <a:pt x="191098" y="79550"/>
                  <a:pt x="195316" y="81317"/>
                  <a:pt x="201147" y="82682"/>
                </a:cubicBezTo>
                <a:cubicBezTo>
                  <a:pt x="204373" y="83426"/>
                  <a:pt x="207986" y="84170"/>
                  <a:pt x="211987" y="84915"/>
                </a:cubicBezTo>
                <a:cubicBezTo>
                  <a:pt x="215988" y="85657"/>
                  <a:pt x="219323" y="86339"/>
                  <a:pt x="221990" y="86959"/>
                </a:cubicBezTo>
                <a:cubicBezTo>
                  <a:pt x="230116" y="88818"/>
                  <a:pt x="236381" y="92010"/>
                  <a:pt x="240786" y="96534"/>
                </a:cubicBezTo>
                <a:cubicBezTo>
                  <a:pt x="245190" y="101121"/>
                  <a:pt x="247392" y="107195"/>
                  <a:pt x="247392" y="114757"/>
                </a:cubicBezTo>
                <a:close/>
                <a:moveTo>
                  <a:pt x="359422" y="94537"/>
                </a:moveTo>
                <a:lnTo>
                  <a:pt x="282844" y="94537"/>
                </a:lnTo>
                <a:cubicBezTo>
                  <a:pt x="282844" y="100941"/>
                  <a:pt x="283805" y="106522"/>
                  <a:pt x="285728" y="111279"/>
                </a:cubicBezTo>
                <a:cubicBezTo>
                  <a:pt x="287651" y="116036"/>
                  <a:pt x="290288" y="119939"/>
                  <a:pt x="293637" y="122986"/>
                </a:cubicBezTo>
                <a:cubicBezTo>
                  <a:pt x="296863" y="125971"/>
                  <a:pt x="300694" y="128210"/>
                  <a:pt x="305129" y="129703"/>
                </a:cubicBezTo>
                <a:cubicBezTo>
                  <a:pt x="309564" y="131195"/>
                  <a:pt x="314449" y="131942"/>
                  <a:pt x="319784" y="131942"/>
                </a:cubicBezTo>
                <a:cubicBezTo>
                  <a:pt x="326856" y="131942"/>
                  <a:pt x="333974" y="130520"/>
                  <a:pt x="341138" y="127676"/>
                </a:cubicBezTo>
                <a:cubicBezTo>
                  <a:pt x="348303" y="124832"/>
                  <a:pt x="353405" y="122036"/>
                  <a:pt x="356445" y="119287"/>
                </a:cubicBezTo>
                <a:lnTo>
                  <a:pt x="357375" y="119287"/>
                </a:lnTo>
                <a:lnTo>
                  <a:pt x="357375" y="138426"/>
                </a:lnTo>
                <a:cubicBezTo>
                  <a:pt x="351482" y="140915"/>
                  <a:pt x="345465" y="143000"/>
                  <a:pt x="339324" y="144681"/>
                </a:cubicBezTo>
                <a:cubicBezTo>
                  <a:pt x="333183" y="146361"/>
                  <a:pt x="326731" y="147202"/>
                  <a:pt x="319970" y="147202"/>
                </a:cubicBezTo>
                <a:cubicBezTo>
                  <a:pt x="302725" y="147202"/>
                  <a:pt x="289264" y="142526"/>
                  <a:pt x="279587" y="133175"/>
                </a:cubicBezTo>
                <a:cubicBezTo>
                  <a:pt x="269910" y="123823"/>
                  <a:pt x="265072" y="110541"/>
                  <a:pt x="265072" y="93327"/>
                </a:cubicBezTo>
                <a:cubicBezTo>
                  <a:pt x="265072" y="76303"/>
                  <a:pt x="269709" y="62789"/>
                  <a:pt x="278982" y="52784"/>
                </a:cubicBezTo>
                <a:cubicBezTo>
                  <a:pt x="288256" y="42780"/>
                  <a:pt x="300461" y="37777"/>
                  <a:pt x="315597" y="37777"/>
                </a:cubicBezTo>
                <a:cubicBezTo>
                  <a:pt x="329616" y="37777"/>
                  <a:pt x="340425" y="41878"/>
                  <a:pt x="348024" y="50080"/>
                </a:cubicBezTo>
                <a:cubicBezTo>
                  <a:pt x="355623" y="58282"/>
                  <a:pt x="359422" y="69932"/>
                  <a:pt x="359422" y="85031"/>
                </a:cubicBezTo>
                <a:lnTo>
                  <a:pt x="359422" y="94537"/>
                </a:lnTo>
                <a:moveTo>
                  <a:pt x="342394" y="81138"/>
                </a:moveTo>
                <a:cubicBezTo>
                  <a:pt x="342332" y="71957"/>
                  <a:pt x="340022" y="64854"/>
                  <a:pt x="335462" y="59830"/>
                </a:cubicBezTo>
                <a:cubicBezTo>
                  <a:pt x="330903" y="54805"/>
                  <a:pt x="323971" y="52293"/>
                  <a:pt x="314666" y="52293"/>
                </a:cubicBezTo>
                <a:cubicBezTo>
                  <a:pt x="305299" y="52293"/>
                  <a:pt x="297840" y="55053"/>
                  <a:pt x="292288" y="60574"/>
                </a:cubicBezTo>
                <a:cubicBezTo>
                  <a:pt x="286736" y="66095"/>
                  <a:pt x="283588" y="72949"/>
                  <a:pt x="282844" y="81138"/>
                </a:cubicBezTo>
                <a:lnTo>
                  <a:pt x="342394" y="81138"/>
                </a:lnTo>
                <a:close/>
              </a:path>
            </a:pathLst>
          </a:custGeom>
          <a:solidFill xmlns:a="http://schemas.openxmlformats.org/drawingml/2006/main">
            <a:srgbClr val="FF6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Text {">
            <a:extLst xmlns:a="http://schemas.openxmlformats.org/drawingml/2006/main">
              <a:ext uri="{FF2B5EF4-FFF2-40B4-BE49-F238E27FC236}">
                <a16:creationId xmlns:a16="http://schemas.microsoft.com/office/drawing/2014/main" id="{FA6C0A3F-DEB4-4C59-9C84-1C316388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362" y="2599952"/>
            <a:ext cx="87465" cy="181257"/>
          </a:xfrm>
          <a:custGeom xmlns:a="http://schemas.openxmlformats.org/drawingml/2006/main">
            <a:pathLst>
              <a:path w="87465" h="181257">
                <a:moveTo>
                  <a:pt x="87465" y="181257"/>
                </a:moveTo>
                <a:lnTo>
                  <a:pt x="73508" y="181257"/>
                </a:lnTo>
                <a:cubicBezTo>
                  <a:pt x="62404" y="181257"/>
                  <a:pt x="53394" y="178171"/>
                  <a:pt x="46477" y="171999"/>
                </a:cubicBezTo>
                <a:cubicBezTo>
                  <a:pt x="39561" y="165827"/>
                  <a:pt x="36103" y="156910"/>
                  <a:pt x="36103" y="145248"/>
                </a:cubicBezTo>
                <a:lnTo>
                  <a:pt x="36103" y="131384"/>
                </a:lnTo>
                <a:cubicBezTo>
                  <a:pt x="36103" y="120900"/>
                  <a:pt x="33528" y="112696"/>
                  <a:pt x="28380" y="106772"/>
                </a:cubicBezTo>
                <a:cubicBezTo>
                  <a:pt x="23231" y="100848"/>
                  <a:pt x="15353" y="97886"/>
                  <a:pt x="4745" y="97886"/>
                </a:cubicBezTo>
                <a:lnTo>
                  <a:pt x="0" y="97886"/>
                </a:lnTo>
                <a:lnTo>
                  <a:pt x="0" y="83371"/>
                </a:lnTo>
                <a:lnTo>
                  <a:pt x="4745" y="83371"/>
                </a:lnTo>
                <a:cubicBezTo>
                  <a:pt x="15353" y="83371"/>
                  <a:pt x="23231" y="80409"/>
                  <a:pt x="28380" y="74485"/>
                </a:cubicBezTo>
                <a:cubicBezTo>
                  <a:pt x="33528" y="68561"/>
                  <a:pt x="36103" y="60357"/>
                  <a:pt x="36103" y="49874"/>
                </a:cubicBezTo>
                <a:lnTo>
                  <a:pt x="36103" y="36009"/>
                </a:lnTo>
                <a:cubicBezTo>
                  <a:pt x="36103" y="24348"/>
                  <a:pt x="39561" y="15430"/>
                  <a:pt x="46477" y="9258"/>
                </a:cubicBezTo>
                <a:cubicBezTo>
                  <a:pt x="53394" y="3086"/>
                  <a:pt x="62404" y="0"/>
                  <a:pt x="73508" y="0"/>
                </a:cubicBezTo>
                <a:lnTo>
                  <a:pt x="87465" y="0"/>
                </a:lnTo>
                <a:lnTo>
                  <a:pt x="87465" y="12841"/>
                </a:lnTo>
                <a:lnTo>
                  <a:pt x="76857" y="12841"/>
                </a:lnTo>
                <a:cubicBezTo>
                  <a:pt x="68421" y="12841"/>
                  <a:pt x="62296" y="14795"/>
                  <a:pt x="58481" y="18703"/>
                </a:cubicBezTo>
                <a:cubicBezTo>
                  <a:pt x="54666" y="22611"/>
                  <a:pt x="52758" y="28907"/>
                  <a:pt x="52758" y="37591"/>
                </a:cubicBezTo>
                <a:lnTo>
                  <a:pt x="52758" y="53875"/>
                </a:lnTo>
                <a:cubicBezTo>
                  <a:pt x="52758" y="62497"/>
                  <a:pt x="50370" y="69739"/>
                  <a:pt x="45593" y="75601"/>
                </a:cubicBezTo>
                <a:cubicBezTo>
                  <a:pt x="40817" y="81463"/>
                  <a:pt x="34180" y="86100"/>
                  <a:pt x="25681" y="89512"/>
                </a:cubicBezTo>
                <a:lnTo>
                  <a:pt x="25681" y="91745"/>
                </a:lnTo>
                <a:cubicBezTo>
                  <a:pt x="34180" y="95157"/>
                  <a:pt x="40817" y="99794"/>
                  <a:pt x="45593" y="105656"/>
                </a:cubicBezTo>
                <a:cubicBezTo>
                  <a:pt x="50370" y="111518"/>
                  <a:pt x="52758" y="118760"/>
                  <a:pt x="52758" y="127382"/>
                </a:cubicBezTo>
                <a:lnTo>
                  <a:pt x="52758" y="143666"/>
                </a:lnTo>
                <a:cubicBezTo>
                  <a:pt x="52758" y="152350"/>
                  <a:pt x="54666" y="158647"/>
                  <a:pt x="58481" y="162555"/>
                </a:cubicBezTo>
                <a:cubicBezTo>
                  <a:pt x="62296" y="166463"/>
                  <a:pt x="68421" y="168417"/>
                  <a:pt x="76857" y="168417"/>
                </a:cubicBezTo>
                <a:lnTo>
                  <a:pt x="87465" y="168417"/>
                </a:lnTo>
                <a:lnTo>
                  <a:pt x="87465" y="1812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Text 6">
            <a:extLst xmlns:a="http://schemas.openxmlformats.org/drawingml/2006/main">
              <a:ext uri="{FF2B5EF4-FFF2-40B4-BE49-F238E27FC236}">
                <a16:creationId xmlns:a16="http://schemas.microsoft.com/office/drawing/2014/main" id="{1363E49C-60F3-4038-BC2A-A8DBB23EA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08" y="2622646"/>
            <a:ext cx="76144" cy="114449"/>
          </a:xfrm>
          <a:custGeom xmlns:a="http://schemas.openxmlformats.org/drawingml/2006/main">
            <a:pathLst>
              <a:path w="76144" h="114449">
                <a:moveTo>
                  <a:pt x="40476" y="0"/>
                </a:moveTo>
                <a:cubicBezTo>
                  <a:pt x="52882" y="0"/>
                  <a:pt x="61528" y="3227"/>
                  <a:pt x="66413" y="9680"/>
                </a:cubicBezTo>
                <a:cubicBezTo>
                  <a:pt x="71298" y="16132"/>
                  <a:pt x="73740" y="22779"/>
                  <a:pt x="73740" y="29620"/>
                </a:cubicBezTo>
                <a:lnTo>
                  <a:pt x="59938" y="29620"/>
                </a:lnTo>
                <a:cubicBezTo>
                  <a:pt x="59111" y="25207"/>
                  <a:pt x="57793" y="21754"/>
                  <a:pt x="55984" y="19261"/>
                </a:cubicBezTo>
                <a:cubicBezTo>
                  <a:pt x="52624" y="14588"/>
                  <a:pt x="47532" y="12251"/>
                  <a:pt x="40708" y="12251"/>
                </a:cubicBezTo>
                <a:cubicBezTo>
                  <a:pt x="32903" y="12251"/>
                  <a:pt x="26700" y="15864"/>
                  <a:pt x="22099" y="23090"/>
                </a:cubicBezTo>
                <a:cubicBezTo>
                  <a:pt x="17498" y="30314"/>
                  <a:pt x="14939" y="40658"/>
                  <a:pt x="14422" y="54123"/>
                </a:cubicBezTo>
                <a:cubicBezTo>
                  <a:pt x="17627" y="49419"/>
                  <a:pt x="21659" y="45904"/>
                  <a:pt x="26519" y="43577"/>
                </a:cubicBezTo>
                <a:cubicBezTo>
                  <a:pt x="30964" y="41510"/>
                  <a:pt x="35927" y="40476"/>
                  <a:pt x="41406" y="40476"/>
                </a:cubicBezTo>
                <a:cubicBezTo>
                  <a:pt x="50711" y="40476"/>
                  <a:pt x="58827" y="43448"/>
                  <a:pt x="65754" y="49393"/>
                </a:cubicBezTo>
                <a:cubicBezTo>
                  <a:pt x="72681" y="55338"/>
                  <a:pt x="76144" y="64203"/>
                  <a:pt x="76144" y="75989"/>
                </a:cubicBezTo>
                <a:cubicBezTo>
                  <a:pt x="76144" y="86069"/>
                  <a:pt x="72862" y="94999"/>
                  <a:pt x="66297" y="102779"/>
                </a:cubicBezTo>
                <a:cubicBezTo>
                  <a:pt x="59732" y="110559"/>
                  <a:pt x="50375" y="114449"/>
                  <a:pt x="38227" y="114449"/>
                </a:cubicBezTo>
                <a:cubicBezTo>
                  <a:pt x="27837" y="114449"/>
                  <a:pt x="18868" y="110505"/>
                  <a:pt x="11321" y="102617"/>
                </a:cubicBezTo>
                <a:cubicBezTo>
                  <a:pt x="3774" y="94727"/>
                  <a:pt x="0" y="81446"/>
                  <a:pt x="0" y="62773"/>
                </a:cubicBezTo>
                <a:cubicBezTo>
                  <a:pt x="0" y="48962"/>
                  <a:pt x="1680" y="37245"/>
                  <a:pt x="5040" y="27624"/>
                </a:cubicBezTo>
                <a:cubicBezTo>
                  <a:pt x="11502" y="9208"/>
                  <a:pt x="23314" y="0"/>
                  <a:pt x="40476" y="0"/>
                </a:cubicBezTo>
                <a:moveTo>
                  <a:pt x="39468" y="102042"/>
                </a:moveTo>
                <a:cubicBezTo>
                  <a:pt x="46808" y="102042"/>
                  <a:pt x="52301" y="99574"/>
                  <a:pt x="55945" y="94637"/>
                </a:cubicBezTo>
                <a:cubicBezTo>
                  <a:pt x="59589" y="89701"/>
                  <a:pt x="61412" y="83872"/>
                  <a:pt x="61412" y="77152"/>
                </a:cubicBezTo>
                <a:cubicBezTo>
                  <a:pt x="61412" y="71466"/>
                  <a:pt x="59783" y="66051"/>
                  <a:pt x="56527" y="60908"/>
                </a:cubicBezTo>
                <a:cubicBezTo>
                  <a:pt x="53270" y="55764"/>
                  <a:pt x="47351" y="53192"/>
                  <a:pt x="38770" y="53192"/>
                </a:cubicBezTo>
                <a:cubicBezTo>
                  <a:pt x="32774" y="53192"/>
                  <a:pt x="27514" y="55183"/>
                  <a:pt x="22991" y="59163"/>
                </a:cubicBezTo>
                <a:cubicBezTo>
                  <a:pt x="18467" y="63143"/>
                  <a:pt x="16206" y="69140"/>
                  <a:pt x="16206" y="77152"/>
                </a:cubicBezTo>
                <a:cubicBezTo>
                  <a:pt x="16206" y="84182"/>
                  <a:pt x="18261" y="90088"/>
                  <a:pt x="22370" y="94870"/>
                </a:cubicBezTo>
                <a:cubicBezTo>
                  <a:pt x="26480" y="99652"/>
                  <a:pt x="32179" y="102042"/>
                  <a:pt x="39468" y="1020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D8F148-3890-44FB-AC88-3C4D4744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841" y="4211003"/>
            <a:ext cx="3059578" cy="317603"/>
          </a:xfrm>
          <a:custGeom xmlns:a="http://schemas.openxmlformats.org/drawingml/2006/main">
            <a:pathLst>
              <a:path w="3059578" h="317603">
                <a:moveTo>
                  <a:pt x="0" y="0"/>
                </a:moveTo>
                <a:lnTo>
                  <a:pt x="3059578" y="0"/>
                </a:lnTo>
                <a:lnTo>
                  <a:pt x="3059578" y="317603"/>
                </a:lnTo>
                <a:lnTo>
                  <a:pt x="0" y="31760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0F0F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81B442-1290-4CBB-A767-AC143F67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841" y="4211003"/>
            <a:ext cx="3059578" cy="317603"/>
          </a:xfrm>
          <a:custGeom xmlns:a="http://schemas.openxmlformats.org/drawingml/2006/main">
            <a:pathLst>
              <a:path w="3059578" h="317603" fill="none">
                <a:moveTo>
                  <a:pt x="0" y="0"/>
                </a:moveTo>
                <a:lnTo>
                  <a:pt x="3059578" y="0"/>
                </a:lnTo>
                <a:lnTo>
                  <a:pt x="3059578" y="317603"/>
                </a:lnTo>
                <a:lnTo>
                  <a:pt x="0" y="31760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587" cap="flat">
            <a:solidFill>
              <a:srgbClr val="F0F0F0"/>
            </a:solidFill>
            <a:miter/>
          </a:ln>
        </p:spPr>
      </p:sp>
      <p:sp>
        <p:nvSpPr>
          <p:cNvPr id="34" name="Text else">
            <a:extLst xmlns:a="http://schemas.openxmlformats.org/drawingml/2006/main">
              <a:ext uri="{FF2B5EF4-FFF2-40B4-BE49-F238E27FC236}">
                <a16:creationId xmlns:a16="http://schemas.microsoft.com/office/drawing/2014/main" id="{83696CE8-DB92-4BA0-995E-21CD149FE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583" y="4293834"/>
            <a:ext cx="359422" cy="147202"/>
          </a:xfrm>
          <a:custGeom xmlns:a="http://schemas.openxmlformats.org/drawingml/2006/main">
            <a:pathLst>
              <a:path w="359422" h="147202">
                <a:moveTo>
                  <a:pt x="94350" y="94537"/>
                </a:moveTo>
                <a:lnTo>
                  <a:pt x="17772" y="94537"/>
                </a:lnTo>
                <a:cubicBezTo>
                  <a:pt x="17772" y="100941"/>
                  <a:pt x="18734" y="106522"/>
                  <a:pt x="20657" y="111279"/>
                </a:cubicBezTo>
                <a:cubicBezTo>
                  <a:pt x="22580" y="116036"/>
                  <a:pt x="25216" y="119939"/>
                  <a:pt x="28566" y="122986"/>
                </a:cubicBezTo>
                <a:cubicBezTo>
                  <a:pt x="31791" y="125971"/>
                  <a:pt x="35622" y="128210"/>
                  <a:pt x="40057" y="129703"/>
                </a:cubicBezTo>
                <a:cubicBezTo>
                  <a:pt x="44492" y="131195"/>
                  <a:pt x="49377" y="131942"/>
                  <a:pt x="54712" y="131942"/>
                </a:cubicBezTo>
                <a:cubicBezTo>
                  <a:pt x="61784" y="131942"/>
                  <a:pt x="68902" y="130520"/>
                  <a:pt x="76067" y="127676"/>
                </a:cubicBezTo>
                <a:cubicBezTo>
                  <a:pt x="83231" y="124832"/>
                  <a:pt x="88333" y="122036"/>
                  <a:pt x="91373" y="119287"/>
                </a:cubicBezTo>
                <a:lnTo>
                  <a:pt x="92303" y="119287"/>
                </a:lnTo>
                <a:lnTo>
                  <a:pt x="92303" y="138426"/>
                </a:lnTo>
                <a:cubicBezTo>
                  <a:pt x="86410" y="140915"/>
                  <a:pt x="80393" y="143000"/>
                  <a:pt x="74252" y="144681"/>
                </a:cubicBezTo>
                <a:cubicBezTo>
                  <a:pt x="68111" y="146361"/>
                  <a:pt x="61660" y="147202"/>
                  <a:pt x="54898" y="147202"/>
                </a:cubicBezTo>
                <a:cubicBezTo>
                  <a:pt x="37653" y="147202"/>
                  <a:pt x="24192" y="142526"/>
                  <a:pt x="14515" y="133175"/>
                </a:cubicBezTo>
                <a:cubicBezTo>
                  <a:pt x="4838" y="123823"/>
                  <a:pt x="0" y="110541"/>
                  <a:pt x="0" y="93327"/>
                </a:cubicBezTo>
                <a:cubicBezTo>
                  <a:pt x="0" y="76303"/>
                  <a:pt x="4637" y="62789"/>
                  <a:pt x="13911" y="52784"/>
                </a:cubicBezTo>
                <a:cubicBezTo>
                  <a:pt x="23184" y="42780"/>
                  <a:pt x="35389" y="37777"/>
                  <a:pt x="50525" y="37777"/>
                </a:cubicBezTo>
                <a:cubicBezTo>
                  <a:pt x="64544" y="37777"/>
                  <a:pt x="75353" y="41878"/>
                  <a:pt x="82952" y="50080"/>
                </a:cubicBezTo>
                <a:cubicBezTo>
                  <a:pt x="90551" y="58282"/>
                  <a:pt x="94350" y="69932"/>
                  <a:pt x="94350" y="85031"/>
                </a:cubicBezTo>
                <a:lnTo>
                  <a:pt x="94350" y="94537"/>
                </a:lnTo>
                <a:moveTo>
                  <a:pt x="77323" y="81138"/>
                </a:moveTo>
                <a:cubicBezTo>
                  <a:pt x="77261" y="71957"/>
                  <a:pt x="74950" y="64854"/>
                  <a:pt x="70391" y="59830"/>
                </a:cubicBezTo>
                <a:cubicBezTo>
                  <a:pt x="65831" y="54805"/>
                  <a:pt x="58899" y="52293"/>
                  <a:pt x="49594" y="52293"/>
                </a:cubicBezTo>
                <a:cubicBezTo>
                  <a:pt x="40228" y="52293"/>
                  <a:pt x="32768" y="55053"/>
                  <a:pt x="27216" y="60574"/>
                </a:cubicBezTo>
                <a:cubicBezTo>
                  <a:pt x="21665" y="66095"/>
                  <a:pt x="18517" y="72949"/>
                  <a:pt x="17772" y="81138"/>
                </a:cubicBezTo>
                <a:lnTo>
                  <a:pt x="77323" y="81138"/>
                </a:lnTo>
                <a:close/>
                <a:moveTo>
                  <a:pt x="138605" y="144782"/>
                </a:moveTo>
                <a:lnTo>
                  <a:pt x="121112" y="144782"/>
                </a:lnTo>
                <a:lnTo>
                  <a:pt x="121112" y="0"/>
                </a:lnTo>
                <a:lnTo>
                  <a:pt x="138605" y="0"/>
                </a:lnTo>
                <a:lnTo>
                  <a:pt x="138605" y="144782"/>
                </a:lnTo>
                <a:close/>
                <a:moveTo>
                  <a:pt x="247392" y="114757"/>
                </a:moveTo>
                <a:cubicBezTo>
                  <a:pt x="247392" y="124240"/>
                  <a:pt x="243469" y="132018"/>
                  <a:pt x="235622" y="138092"/>
                </a:cubicBezTo>
                <a:cubicBezTo>
                  <a:pt x="227775" y="144165"/>
                  <a:pt x="217058" y="147202"/>
                  <a:pt x="203474" y="147202"/>
                </a:cubicBezTo>
                <a:cubicBezTo>
                  <a:pt x="195782" y="147202"/>
                  <a:pt x="188725" y="146284"/>
                  <a:pt x="182305" y="144448"/>
                </a:cubicBezTo>
                <a:cubicBezTo>
                  <a:pt x="175885" y="142612"/>
                  <a:pt x="170504" y="140605"/>
                  <a:pt x="166161" y="138426"/>
                </a:cubicBezTo>
                <a:lnTo>
                  <a:pt x="166161" y="118729"/>
                </a:lnTo>
                <a:lnTo>
                  <a:pt x="167092" y="118729"/>
                </a:lnTo>
                <a:cubicBezTo>
                  <a:pt x="172613" y="122941"/>
                  <a:pt x="178754" y="126290"/>
                  <a:pt x="185515" y="128775"/>
                </a:cubicBezTo>
                <a:cubicBezTo>
                  <a:pt x="192277" y="131258"/>
                  <a:pt x="198759" y="132500"/>
                  <a:pt x="204962" y="132500"/>
                </a:cubicBezTo>
                <a:cubicBezTo>
                  <a:pt x="212654" y="132500"/>
                  <a:pt x="218671" y="131255"/>
                  <a:pt x="223014" y="128764"/>
                </a:cubicBezTo>
                <a:cubicBezTo>
                  <a:pt x="227356" y="126271"/>
                  <a:pt x="229527" y="122345"/>
                  <a:pt x="229527" y="116987"/>
                </a:cubicBezTo>
                <a:cubicBezTo>
                  <a:pt x="229527" y="112897"/>
                  <a:pt x="228348" y="109798"/>
                  <a:pt x="225991" y="107691"/>
                </a:cubicBezTo>
                <a:cubicBezTo>
                  <a:pt x="223634" y="105584"/>
                  <a:pt x="219106" y="103786"/>
                  <a:pt x="212406" y="102297"/>
                </a:cubicBezTo>
                <a:cubicBezTo>
                  <a:pt x="209925" y="101741"/>
                  <a:pt x="206684" y="101091"/>
                  <a:pt x="202683" y="100346"/>
                </a:cubicBezTo>
                <a:cubicBezTo>
                  <a:pt x="198682" y="99602"/>
                  <a:pt x="195037" y="98796"/>
                  <a:pt x="191749" y="97930"/>
                </a:cubicBezTo>
                <a:cubicBezTo>
                  <a:pt x="182631" y="95513"/>
                  <a:pt x="176164" y="91964"/>
                  <a:pt x="172349" y="87285"/>
                </a:cubicBezTo>
                <a:cubicBezTo>
                  <a:pt x="168534" y="82605"/>
                  <a:pt x="166627" y="76857"/>
                  <a:pt x="166627" y="70039"/>
                </a:cubicBezTo>
                <a:cubicBezTo>
                  <a:pt x="166627" y="65763"/>
                  <a:pt x="167511" y="61734"/>
                  <a:pt x="169278" y="57954"/>
                </a:cubicBezTo>
                <a:cubicBezTo>
                  <a:pt x="171046" y="54172"/>
                  <a:pt x="173729" y="50793"/>
                  <a:pt x="177327" y="47818"/>
                </a:cubicBezTo>
                <a:cubicBezTo>
                  <a:pt x="180801" y="44906"/>
                  <a:pt x="185221" y="42598"/>
                  <a:pt x="190586" y="40895"/>
                </a:cubicBezTo>
                <a:cubicBezTo>
                  <a:pt x="195952" y="39189"/>
                  <a:pt x="201954" y="38336"/>
                  <a:pt x="208591" y="38336"/>
                </a:cubicBezTo>
                <a:cubicBezTo>
                  <a:pt x="214794" y="38336"/>
                  <a:pt x="221075" y="39093"/>
                  <a:pt x="227433" y="40607"/>
                </a:cubicBezTo>
                <a:cubicBezTo>
                  <a:pt x="233792" y="42121"/>
                  <a:pt x="239080" y="43960"/>
                  <a:pt x="243298" y="46126"/>
                </a:cubicBezTo>
                <a:lnTo>
                  <a:pt x="243298" y="64761"/>
                </a:lnTo>
                <a:lnTo>
                  <a:pt x="242368" y="64761"/>
                </a:lnTo>
                <a:cubicBezTo>
                  <a:pt x="237901" y="61474"/>
                  <a:pt x="232473" y="58698"/>
                  <a:pt x="226084" y="56433"/>
                </a:cubicBezTo>
                <a:cubicBezTo>
                  <a:pt x="219695" y="54169"/>
                  <a:pt x="213430" y="53037"/>
                  <a:pt x="207288" y="53037"/>
                </a:cubicBezTo>
                <a:cubicBezTo>
                  <a:pt x="200899" y="53037"/>
                  <a:pt x="195502" y="54268"/>
                  <a:pt x="191098" y="56730"/>
                </a:cubicBezTo>
                <a:cubicBezTo>
                  <a:pt x="186694" y="59192"/>
                  <a:pt x="184492" y="62853"/>
                  <a:pt x="184492" y="67713"/>
                </a:cubicBezTo>
                <a:cubicBezTo>
                  <a:pt x="184492" y="71989"/>
                  <a:pt x="185825" y="75212"/>
                  <a:pt x="188493" y="77381"/>
                </a:cubicBezTo>
                <a:cubicBezTo>
                  <a:pt x="191098" y="79550"/>
                  <a:pt x="195316" y="81317"/>
                  <a:pt x="201147" y="82682"/>
                </a:cubicBezTo>
                <a:cubicBezTo>
                  <a:pt x="204373" y="83426"/>
                  <a:pt x="207986" y="84170"/>
                  <a:pt x="211987" y="84915"/>
                </a:cubicBezTo>
                <a:cubicBezTo>
                  <a:pt x="215988" y="85657"/>
                  <a:pt x="219323" y="86339"/>
                  <a:pt x="221990" y="86959"/>
                </a:cubicBezTo>
                <a:cubicBezTo>
                  <a:pt x="230116" y="88818"/>
                  <a:pt x="236381" y="92010"/>
                  <a:pt x="240786" y="96534"/>
                </a:cubicBezTo>
                <a:cubicBezTo>
                  <a:pt x="245190" y="101121"/>
                  <a:pt x="247392" y="107195"/>
                  <a:pt x="247392" y="114757"/>
                </a:cubicBezTo>
                <a:close/>
                <a:moveTo>
                  <a:pt x="359422" y="94537"/>
                </a:moveTo>
                <a:lnTo>
                  <a:pt x="282844" y="94537"/>
                </a:lnTo>
                <a:cubicBezTo>
                  <a:pt x="282844" y="100941"/>
                  <a:pt x="283805" y="106522"/>
                  <a:pt x="285728" y="111279"/>
                </a:cubicBezTo>
                <a:cubicBezTo>
                  <a:pt x="287651" y="116036"/>
                  <a:pt x="290288" y="119939"/>
                  <a:pt x="293637" y="122986"/>
                </a:cubicBezTo>
                <a:cubicBezTo>
                  <a:pt x="296863" y="125971"/>
                  <a:pt x="300694" y="128210"/>
                  <a:pt x="305129" y="129703"/>
                </a:cubicBezTo>
                <a:cubicBezTo>
                  <a:pt x="309564" y="131195"/>
                  <a:pt x="314449" y="131942"/>
                  <a:pt x="319784" y="131942"/>
                </a:cubicBezTo>
                <a:cubicBezTo>
                  <a:pt x="326856" y="131942"/>
                  <a:pt x="333974" y="130520"/>
                  <a:pt x="341138" y="127676"/>
                </a:cubicBezTo>
                <a:cubicBezTo>
                  <a:pt x="348303" y="124832"/>
                  <a:pt x="353405" y="122036"/>
                  <a:pt x="356445" y="119287"/>
                </a:cubicBezTo>
                <a:lnTo>
                  <a:pt x="357375" y="119287"/>
                </a:lnTo>
                <a:lnTo>
                  <a:pt x="357375" y="138426"/>
                </a:lnTo>
                <a:cubicBezTo>
                  <a:pt x="351482" y="140915"/>
                  <a:pt x="345465" y="143000"/>
                  <a:pt x="339324" y="144681"/>
                </a:cubicBezTo>
                <a:cubicBezTo>
                  <a:pt x="333183" y="146361"/>
                  <a:pt x="326731" y="147202"/>
                  <a:pt x="319970" y="147202"/>
                </a:cubicBezTo>
                <a:cubicBezTo>
                  <a:pt x="302725" y="147202"/>
                  <a:pt x="289264" y="142526"/>
                  <a:pt x="279587" y="133175"/>
                </a:cubicBezTo>
                <a:cubicBezTo>
                  <a:pt x="269910" y="123823"/>
                  <a:pt x="265072" y="110541"/>
                  <a:pt x="265072" y="93327"/>
                </a:cubicBezTo>
                <a:cubicBezTo>
                  <a:pt x="265072" y="76303"/>
                  <a:pt x="269709" y="62789"/>
                  <a:pt x="278982" y="52784"/>
                </a:cubicBezTo>
                <a:cubicBezTo>
                  <a:pt x="288256" y="42780"/>
                  <a:pt x="300461" y="37777"/>
                  <a:pt x="315597" y="37777"/>
                </a:cubicBezTo>
                <a:cubicBezTo>
                  <a:pt x="329616" y="37777"/>
                  <a:pt x="340425" y="41878"/>
                  <a:pt x="348024" y="50080"/>
                </a:cubicBezTo>
                <a:cubicBezTo>
                  <a:pt x="355623" y="58282"/>
                  <a:pt x="359422" y="69932"/>
                  <a:pt x="359422" y="85031"/>
                </a:cubicBezTo>
                <a:lnTo>
                  <a:pt x="359422" y="94537"/>
                </a:lnTo>
                <a:moveTo>
                  <a:pt x="342395" y="81138"/>
                </a:moveTo>
                <a:cubicBezTo>
                  <a:pt x="342332" y="71957"/>
                  <a:pt x="340022" y="64854"/>
                  <a:pt x="335462" y="59830"/>
                </a:cubicBezTo>
                <a:cubicBezTo>
                  <a:pt x="330903" y="54805"/>
                  <a:pt x="323971" y="52293"/>
                  <a:pt x="314666" y="52293"/>
                </a:cubicBezTo>
                <a:cubicBezTo>
                  <a:pt x="305299" y="52293"/>
                  <a:pt x="297840" y="55053"/>
                  <a:pt x="292288" y="60574"/>
                </a:cubicBezTo>
                <a:cubicBezTo>
                  <a:pt x="286736" y="66095"/>
                  <a:pt x="283588" y="72949"/>
                  <a:pt x="282844" y="81138"/>
                </a:cubicBezTo>
                <a:lnTo>
                  <a:pt x="342395" y="81138"/>
                </a:lnTo>
                <a:close/>
              </a:path>
            </a:pathLst>
          </a:custGeom>
          <a:solidFill xmlns:a="http://schemas.openxmlformats.org/drawingml/2006/main">
            <a:srgbClr val="FF6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Text bar(d);">
            <a:extLst xmlns:a="http://schemas.openxmlformats.org/drawingml/2006/main">
              <a:ext uri="{FF2B5EF4-FFF2-40B4-BE49-F238E27FC236}">
                <a16:creationId xmlns:a16="http://schemas.microsoft.com/office/drawing/2014/main" id="{D7F30A51-9475-46A1-BBB3-94C5F285F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571" y="4293834"/>
            <a:ext cx="650380" cy="183118"/>
          </a:xfrm>
          <a:custGeom xmlns:a="http://schemas.openxmlformats.org/drawingml/2006/main">
            <a:pathLst>
              <a:path w="650380" h="183118">
                <a:moveTo>
                  <a:pt x="91466" y="91975"/>
                </a:moveTo>
                <a:cubicBezTo>
                  <a:pt x="91466" y="100683"/>
                  <a:pt x="90241" y="108519"/>
                  <a:pt x="87791" y="115484"/>
                </a:cubicBezTo>
                <a:cubicBezTo>
                  <a:pt x="85340" y="122449"/>
                  <a:pt x="82037" y="128295"/>
                  <a:pt x="77881" y="133021"/>
                </a:cubicBezTo>
                <a:cubicBezTo>
                  <a:pt x="73477" y="137935"/>
                  <a:pt x="68638" y="141620"/>
                  <a:pt x="63366" y="144076"/>
                </a:cubicBezTo>
                <a:cubicBezTo>
                  <a:pt x="58093" y="146532"/>
                  <a:pt x="52293" y="147760"/>
                  <a:pt x="45966" y="147760"/>
                </a:cubicBezTo>
                <a:cubicBezTo>
                  <a:pt x="40073" y="147760"/>
                  <a:pt x="34924" y="147060"/>
                  <a:pt x="30520" y="145661"/>
                </a:cubicBezTo>
                <a:cubicBezTo>
                  <a:pt x="26115" y="144261"/>
                  <a:pt x="21773" y="142380"/>
                  <a:pt x="17493" y="140017"/>
                </a:cubicBezTo>
                <a:lnTo>
                  <a:pt x="16376" y="144782"/>
                </a:lnTo>
                <a:lnTo>
                  <a:pt x="0" y="144782"/>
                </a:lnTo>
                <a:lnTo>
                  <a:pt x="0" y="0"/>
                </a:lnTo>
                <a:lnTo>
                  <a:pt x="17493" y="0"/>
                </a:lnTo>
                <a:lnTo>
                  <a:pt x="17493" y="51583"/>
                </a:lnTo>
                <a:cubicBezTo>
                  <a:pt x="22394" y="47542"/>
                  <a:pt x="27604" y="44231"/>
                  <a:pt x="33125" y="41651"/>
                </a:cubicBezTo>
                <a:cubicBezTo>
                  <a:pt x="38646" y="39068"/>
                  <a:pt x="44849" y="37777"/>
                  <a:pt x="51735" y="37777"/>
                </a:cubicBezTo>
                <a:cubicBezTo>
                  <a:pt x="64017" y="37777"/>
                  <a:pt x="73709" y="42504"/>
                  <a:pt x="80812" y="51958"/>
                </a:cubicBezTo>
                <a:cubicBezTo>
                  <a:pt x="87915" y="61411"/>
                  <a:pt x="91466" y="74749"/>
                  <a:pt x="91466" y="91975"/>
                </a:cubicBezTo>
                <a:moveTo>
                  <a:pt x="73415" y="92443"/>
                </a:moveTo>
                <a:cubicBezTo>
                  <a:pt x="73415" y="80021"/>
                  <a:pt x="71368" y="70596"/>
                  <a:pt x="67274" y="64168"/>
                </a:cubicBezTo>
                <a:cubicBezTo>
                  <a:pt x="63179" y="57740"/>
                  <a:pt x="56573" y="54526"/>
                  <a:pt x="47454" y="54526"/>
                </a:cubicBezTo>
                <a:cubicBezTo>
                  <a:pt x="42368" y="54526"/>
                  <a:pt x="37219" y="55629"/>
                  <a:pt x="32008" y="57835"/>
                </a:cubicBezTo>
                <a:cubicBezTo>
                  <a:pt x="26798" y="60039"/>
                  <a:pt x="21959" y="62880"/>
                  <a:pt x="17493" y="66358"/>
                </a:cubicBezTo>
                <a:lnTo>
                  <a:pt x="17493" y="125981"/>
                </a:lnTo>
                <a:cubicBezTo>
                  <a:pt x="22456" y="128216"/>
                  <a:pt x="26720" y="129769"/>
                  <a:pt x="30287" y="130639"/>
                </a:cubicBezTo>
                <a:cubicBezTo>
                  <a:pt x="33854" y="131508"/>
                  <a:pt x="37901" y="131942"/>
                  <a:pt x="42430" y="131942"/>
                </a:cubicBezTo>
                <a:cubicBezTo>
                  <a:pt x="52107" y="131942"/>
                  <a:pt x="59690" y="128759"/>
                  <a:pt x="65180" y="122393"/>
                </a:cubicBezTo>
                <a:cubicBezTo>
                  <a:pt x="70670" y="116027"/>
                  <a:pt x="73415" y="106043"/>
                  <a:pt x="73415" y="92443"/>
                </a:cubicBezTo>
                <a:close/>
                <a:moveTo>
                  <a:pt x="199485" y="144782"/>
                </a:moveTo>
                <a:lnTo>
                  <a:pt x="182086" y="144782"/>
                </a:lnTo>
                <a:lnTo>
                  <a:pt x="182086" y="133785"/>
                </a:lnTo>
                <a:cubicBezTo>
                  <a:pt x="180535" y="134842"/>
                  <a:pt x="178441" y="136317"/>
                  <a:pt x="175805" y="138211"/>
                </a:cubicBezTo>
                <a:cubicBezTo>
                  <a:pt x="173168" y="140105"/>
                  <a:pt x="170610" y="141611"/>
                  <a:pt x="168128" y="142730"/>
                </a:cubicBezTo>
                <a:cubicBezTo>
                  <a:pt x="165213" y="144158"/>
                  <a:pt x="161863" y="145353"/>
                  <a:pt x="158079" y="146315"/>
                </a:cubicBezTo>
                <a:cubicBezTo>
                  <a:pt x="154295" y="147278"/>
                  <a:pt x="149860" y="147760"/>
                  <a:pt x="144773" y="147760"/>
                </a:cubicBezTo>
                <a:cubicBezTo>
                  <a:pt x="135407" y="147760"/>
                  <a:pt x="127466" y="144654"/>
                  <a:pt x="120953" y="138444"/>
                </a:cubicBezTo>
                <a:cubicBezTo>
                  <a:pt x="114440" y="132233"/>
                  <a:pt x="111183" y="124313"/>
                  <a:pt x="111183" y="114684"/>
                </a:cubicBezTo>
                <a:cubicBezTo>
                  <a:pt x="111183" y="106797"/>
                  <a:pt x="112873" y="100415"/>
                  <a:pt x="116254" y="95540"/>
                </a:cubicBezTo>
                <a:cubicBezTo>
                  <a:pt x="119635" y="90662"/>
                  <a:pt x="124458" y="86827"/>
                  <a:pt x="130723" y="84034"/>
                </a:cubicBezTo>
                <a:cubicBezTo>
                  <a:pt x="137050" y="81238"/>
                  <a:pt x="144649" y="79344"/>
                  <a:pt x="153520" y="78349"/>
                </a:cubicBezTo>
                <a:cubicBezTo>
                  <a:pt x="162390" y="77355"/>
                  <a:pt x="171912" y="76609"/>
                  <a:pt x="182086" y="76113"/>
                </a:cubicBezTo>
                <a:lnTo>
                  <a:pt x="182086" y="73391"/>
                </a:lnTo>
                <a:cubicBezTo>
                  <a:pt x="182086" y="69388"/>
                  <a:pt x="181388" y="66074"/>
                  <a:pt x="179992" y="63447"/>
                </a:cubicBezTo>
                <a:cubicBezTo>
                  <a:pt x="178596" y="60820"/>
                  <a:pt x="176596" y="58756"/>
                  <a:pt x="173990" y="57253"/>
                </a:cubicBezTo>
                <a:cubicBezTo>
                  <a:pt x="171509" y="55815"/>
                  <a:pt x="168532" y="54846"/>
                  <a:pt x="165058" y="54346"/>
                </a:cubicBezTo>
                <a:cubicBezTo>
                  <a:pt x="161584" y="53846"/>
                  <a:pt x="157955" y="53596"/>
                  <a:pt x="154171" y="53596"/>
                </a:cubicBezTo>
                <a:cubicBezTo>
                  <a:pt x="149581" y="53596"/>
                  <a:pt x="144463" y="54217"/>
                  <a:pt x="138818" y="55459"/>
                </a:cubicBezTo>
                <a:cubicBezTo>
                  <a:pt x="133173" y="56700"/>
                  <a:pt x="127342" y="58498"/>
                  <a:pt x="121325" y="60853"/>
                </a:cubicBezTo>
                <a:lnTo>
                  <a:pt x="120395" y="60853"/>
                </a:lnTo>
                <a:lnTo>
                  <a:pt x="120395" y="43081"/>
                </a:lnTo>
                <a:cubicBezTo>
                  <a:pt x="123807" y="42151"/>
                  <a:pt x="128738" y="41127"/>
                  <a:pt x="135189" y="40011"/>
                </a:cubicBezTo>
                <a:cubicBezTo>
                  <a:pt x="141641" y="38894"/>
                  <a:pt x="147999" y="38336"/>
                  <a:pt x="154264" y="38336"/>
                </a:cubicBezTo>
                <a:cubicBezTo>
                  <a:pt x="161584" y="38336"/>
                  <a:pt x="167958" y="38941"/>
                  <a:pt x="173386" y="40150"/>
                </a:cubicBezTo>
                <a:cubicBezTo>
                  <a:pt x="178813" y="41360"/>
                  <a:pt x="183512" y="43422"/>
                  <a:pt x="187482" y="46338"/>
                </a:cubicBezTo>
                <a:cubicBezTo>
                  <a:pt x="191390" y="49191"/>
                  <a:pt x="194368" y="52882"/>
                  <a:pt x="196415" y="57410"/>
                </a:cubicBezTo>
                <a:cubicBezTo>
                  <a:pt x="198462" y="61939"/>
                  <a:pt x="199485" y="67553"/>
                  <a:pt x="199485" y="74252"/>
                </a:cubicBezTo>
                <a:lnTo>
                  <a:pt x="199485" y="144782"/>
                </a:lnTo>
                <a:moveTo>
                  <a:pt x="182086" y="119325"/>
                </a:moveTo>
                <a:lnTo>
                  <a:pt x="182086" y="90256"/>
                </a:lnTo>
                <a:cubicBezTo>
                  <a:pt x="176751" y="90568"/>
                  <a:pt x="170470" y="91037"/>
                  <a:pt x="163243" y="91661"/>
                </a:cubicBezTo>
                <a:cubicBezTo>
                  <a:pt x="156017" y="92283"/>
                  <a:pt x="150294" y="93185"/>
                  <a:pt x="146076" y="94368"/>
                </a:cubicBezTo>
                <a:cubicBezTo>
                  <a:pt x="141051" y="95802"/>
                  <a:pt x="136988" y="98031"/>
                  <a:pt x="133887" y="101053"/>
                </a:cubicBezTo>
                <a:cubicBezTo>
                  <a:pt x="130785" y="104075"/>
                  <a:pt x="129234" y="108234"/>
                  <a:pt x="129234" y="113530"/>
                </a:cubicBezTo>
                <a:cubicBezTo>
                  <a:pt x="129234" y="119512"/>
                  <a:pt x="131033" y="124014"/>
                  <a:pt x="134631" y="127036"/>
                </a:cubicBezTo>
                <a:cubicBezTo>
                  <a:pt x="138229" y="130059"/>
                  <a:pt x="143719" y="131570"/>
                  <a:pt x="151101" y="131570"/>
                </a:cubicBezTo>
                <a:cubicBezTo>
                  <a:pt x="157242" y="131570"/>
                  <a:pt x="162856" y="130371"/>
                  <a:pt x="167942" y="127973"/>
                </a:cubicBezTo>
                <a:cubicBezTo>
                  <a:pt x="173029" y="125573"/>
                  <a:pt x="177743" y="122690"/>
                  <a:pt x="182086" y="119325"/>
                </a:cubicBezTo>
                <a:close/>
                <a:moveTo>
                  <a:pt x="298102" y="59737"/>
                </a:moveTo>
                <a:lnTo>
                  <a:pt x="297171" y="59737"/>
                </a:lnTo>
                <a:cubicBezTo>
                  <a:pt x="294566" y="59149"/>
                  <a:pt x="292038" y="58724"/>
                  <a:pt x="289588" y="58460"/>
                </a:cubicBezTo>
                <a:cubicBezTo>
                  <a:pt x="287138" y="58195"/>
                  <a:pt x="284238" y="58062"/>
                  <a:pt x="280888" y="58062"/>
                </a:cubicBezTo>
                <a:cubicBezTo>
                  <a:pt x="275491" y="58062"/>
                  <a:pt x="270281" y="59258"/>
                  <a:pt x="265256" y="61650"/>
                </a:cubicBezTo>
                <a:cubicBezTo>
                  <a:pt x="260231" y="64040"/>
                  <a:pt x="255393" y="67129"/>
                  <a:pt x="250740" y="70917"/>
                </a:cubicBezTo>
                <a:lnTo>
                  <a:pt x="250740" y="144782"/>
                </a:lnTo>
                <a:lnTo>
                  <a:pt x="233247" y="144782"/>
                </a:lnTo>
                <a:lnTo>
                  <a:pt x="233247" y="40755"/>
                </a:lnTo>
                <a:lnTo>
                  <a:pt x="250740" y="40755"/>
                </a:lnTo>
                <a:lnTo>
                  <a:pt x="250740" y="56122"/>
                </a:lnTo>
                <a:cubicBezTo>
                  <a:pt x="257688" y="50534"/>
                  <a:pt x="263814" y="46575"/>
                  <a:pt x="269117" y="44247"/>
                </a:cubicBezTo>
                <a:cubicBezTo>
                  <a:pt x="274421" y="41919"/>
                  <a:pt x="279833" y="40755"/>
                  <a:pt x="285354" y="40755"/>
                </a:cubicBezTo>
                <a:cubicBezTo>
                  <a:pt x="288394" y="40755"/>
                  <a:pt x="290596" y="40832"/>
                  <a:pt x="291961" y="40988"/>
                </a:cubicBezTo>
                <a:cubicBezTo>
                  <a:pt x="293325" y="41141"/>
                  <a:pt x="295372" y="41433"/>
                  <a:pt x="298102" y="41866"/>
                </a:cubicBezTo>
                <a:lnTo>
                  <a:pt x="298102" y="59737"/>
                </a:lnTo>
                <a:close/>
                <a:moveTo>
                  <a:pt x="370260" y="183118"/>
                </a:moveTo>
                <a:lnTo>
                  <a:pt x="348952" y="183118"/>
                </a:lnTo>
                <a:cubicBezTo>
                  <a:pt x="337973" y="170526"/>
                  <a:pt x="329443" y="156786"/>
                  <a:pt x="323364" y="141898"/>
                </a:cubicBezTo>
                <a:cubicBezTo>
                  <a:pt x="317285" y="127010"/>
                  <a:pt x="314245" y="110231"/>
                  <a:pt x="314245" y="91559"/>
                </a:cubicBezTo>
                <a:cubicBezTo>
                  <a:pt x="314245" y="72887"/>
                  <a:pt x="317285" y="56108"/>
                  <a:pt x="323364" y="41220"/>
                </a:cubicBezTo>
                <a:cubicBezTo>
                  <a:pt x="329443" y="26333"/>
                  <a:pt x="337973" y="12592"/>
                  <a:pt x="348952" y="0"/>
                </a:cubicBezTo>
                <a:lnTo>
                  <a:pt x="370260" y="0"/>
                </a:lnTo>
                <a:lnTo>
                  <a:pt x="370260" y="930"/>
                </a:lnTo>
                <a:cubicBezTo>
                  <a:pt x="365236" y="5459"/>
                  <a:pt x="360444" y="10685"/>
                  <a:pt x="355884" y="16609"/>
                </a:cubicBezTo>
                <a:cubicBezTo>
                  <a:pt x="351325" y="22533"/>
                  <a:pt x="347091" y="29434"/>
                  <a:pt x="343183" y="37312"/>
                </a:cubicBezTo>
                <a:cubicBezTo>
                  <a:pt x="339461" y="44942"/>
                  <a:pt x="336437" y="53347"/>
                  <a:pt x="334111" y="62528"/>
                </a:cubicBezTo>
                <a:cubicBezTo>
                  <a:pt x="331785" y="71709"/>
                  <a:pt x="330622" y="81386"/>
                  <a:pt x="330622" y="91559"/>
                </a:cubicBezTo>
                <a:cubicBezTo>
                  <a:pt x="330622" y="102167"/>
                  <a:pt x="331754" y="111874"/>
                  <a:pt x="334018" y="120683"/>
                </a:cubicBezTo>
                <a:cubicBezTo>
                  <a:pt x="336282" y="129492"/>
                  <a:pt x="339337" y="137866"/>
                  <a:pt x="343183" y="145806"/>
                </a:cubicBezTo>
                <a:cubicBezTo>
                  <a:pt x="346905" y="153436"/>
                  <a:pt x="351154" y="160337"/>
                  <a:pt x="355931" y="166509"/>
                </a:cubicBezTo>
                <a:cubicBezTo>
                  <a:pt x="360707" y="172681"/>
                  <a:pt x="365484" y="177907"/>
                  <a:pt x="370260" y="182188"/>
                </a:cubicBezTo>
                <a:lnTo>
                  <a:pt x="370260" y="183118"/>
                </a:lnTo>
                <a:close/>
                <a:moveTo>
                  <a:pt x="485434" y="144782"/>
                </a:moveTo>
                <a:lnTo>
                  <a:pt x="467941" y="144782"/>
                </a:lnTo>
                <a:lnTo>
                  <a:pt x="467941" y="133954"/>
                </a:lnTo>
                <a:cubicBezTo>
                  <a:pt x="462916" y="138308"/>
                  <a:pt x="457675" y="141697"/>
                  <a:pt x="452216" y="144122"/>
                </a:cubicBezTo>
                <a:cubicBezTo>
                  <a:pt x="446757" y="146547"/>
                  <a:pt x="440833" y="147760"/>
                  <a:pt x="434444" y="147760"/>
                </a:cubicBezTo>
                <a:cubicBezTo>
                  <a:pt x="422037" y="147760"/>
                  <a:pt x="412190" y="142972"/>
                  <a:pt x="404901" y="133396"/>
                </a:cubicBezTo>
                <a:cubicBezTo>
                  <a:pt x="397612" y="123818"/>
                  <a:pt x="393968" y="110540"/>
                  <a:pt x="393968" y="93562"/>
                </a:cubicBezTo>
                <a:cubicBezTo>
                  <a:pt x="393968" y="84731"/>
                  <a:pt x="395224" y="76863"/>
                  <a:pt x="397736" y="69960"/>
                </a:cubicBezTo>
                <a:cubicBezTo>
                  <a:pt x="400249" y="63057"/>
                  <a:pt x="403645" y="57181"/>
                  <a:pt x="407925" y="52331"/>
                </a:cubicBezTo>
                <a:cubicBezTo>
                  <a:pt x="412143" y="47605"/>
                  <a:pt x="417059" y="43998"/>
                  <a:pt x="422673" y="41511"/>
                </a:cubicBezTo>
                <a:cubicBezTo>
                  <a:pt x="428287" y="39022"/>
                  <a:pt x="434103" y="37777"/>
                  <a:pt x="440120" y="37777"/>
                </a:cubicBezTo>
                <a:cubicBezTo>
                  <a:pt x="445578" y="37777"/>
                  <a:pt x="450417" y="38353"/>
                  <a:pt x="454635" y="39505"/>
                </a:cubicBezTo>
                <a:cubicBezTo>
                  <a:pt x="458853" y="40654"/>
                  <a:pt x="463289" y="42441"/>
                  <a:pt x="467941" y="44866"/>
                </a:cubicBezTo>
                <a:lnTo>
                  <a:pt x="467941" y="0"/>
                </a:lnTo>
                <a:lnTo>
                  <a:pt x="485434" y="0"/>
                </a:lnTo>
                <a:lnTo>
                  <a:pt x="485434" y="144782"/>
                </a:lnTo>
                <a:moveTo>
                  <a:pt x="467941" y="119194"/>
                </a:moveTo>
                <a:lnTo>
                  <a:pt x="467941" y="59551"/>
                </a:lnTo>
                <a:cubicBezTo>
                  <a:pt x="463227" y="57442"/>
                  <a:pt x="459008" y="55984"/>
                  <a:pt x="455286" y="55177"/>
                </a:cubicBezTo>
                <a:cubicBezTo>
                  <a:pt x="451565" y="54371"/>
                  <a:pt x="447501" y="53968"/>
                  <a:pt x="443097" y="53968"/>
                </a:cubicBezTo>
                <a:cubicBezTo>
                  <a:pt x="433296" y="53968"/>
                  <a:pt x="425666" y="57379"/>
                  <a:pt x="420207" y="64203"/>
                </a:cubicBezTo>
                <a:cubicBezTo>
                  <a:pt x="414749" y="71026"/>
                  <a:pt x="412019" y="80703"/>
                  <a:pt x="412019" y="93234"/>
                </a:cubicBezTo>
                <a:cubicBezTo>
                  <a:pt x="412019" y="105578"/>
                  <a:pt x="414128" y="114961"/>
                  <a:pt x="418346" y="121381"/>
                </a:cubicBezTo>
                <a:cubicBezTo>
                  <a:pt x="422565" y="127801"/>
                  <a:pt x="429326" y="131011"/>
                  <a:pt x="438631" y="131011"/>
                </a:cubicBezTo>
                <a:cubicBezTo>
                  <a:pt x="443593" y="131011"/>
                  <a:pt x="448618" y="129910"/>
                  <a:pt x="453705" y="127708"/>
                </a:cubicBezTo>
                <a:cubicBezTo>
                  <a:pt x="458791" y="125506"/>
                  <a:pt x="463537" y="122668"/>
                  <a:pt x="467941" y="119194"/>
                </a:cubicBezTo>
                <a:close/>
                <a:moveTo>
                  <a:pt x="572332" y="91559"/>
                </a:moveTo>
                <a:cubicBezTo>
                  <a:pt x="572332" y="110231"/>
                  <a:pt x="569292" y="127010"/>
                  <a:pt x="563213" y="141898"/>
                </a:cubicBezTo>
                <a:cubicBezTo>
                  <a:pt x="557134" y="156786"/>
                  <a:pt x="548604" y="170526"/>
                  <a:pt x="537625" y="183118"/>
                </a:cubicBezTo>
                <a:lnTo>
                  <a:pt x="516317" y="183118"/>
                </a:lnTo>
                <a:lnTo>
                  <a:pt x="516317" y="182188"/>
                </a:lnTo>
                <a:cubicBezTo>
                  <a:pt x="521093" y="177907"/>
                  <a:pt x="525885" y="172681"/>
                  <a:pt x="530693" y="166509"/>
                </a:cubicBezTo>
                <a:cubicBezTo>
                  <a:pt x="535500" y="160337"/>
                  <a:pt x="539734" y="153436"/>
                  <a:pt x="543394" y="145806"/>
                </a:cubicBezTo>
                <a:cubicBezTo>
                  <a:pt x="547240" y="137866"/>
                  <a:pt x="550295" y="129492"/>
                  <a:pt x="552559" y="120683"/>
                </a:cubicBezTo>
                <a:cubicBezTo>
                  <a:pt x="554823" y="111874"/>
                  <a:pt x="555955" y="102167"/>
                  <a:pt x="555955" y="91559"/>
                </a:cubicBezTo>
                <a:cubicBezTo>
                  <a:pt x="555955" y="81386"/>
                  <a:pt x="554808" y="71709"/>
                  <a:pt x="552512" y="62528"/>
                </a:cubicBezTo>
                <a:cubicBezTo>
                  <a:pt x="550217" y="53347"/>
                  <a:pt x="547178" y="44942"/>
                  <a:pt x="543394" y="37312"/>
                </a:cubicBezTo>
                <a:cubicBezTo>
                  <a:pt x="539486" y="29434"/>
                  <a:pt x="535252" y="22533"/>
                  <a:pt x="530693" y="16609"/>
                </a:cubicBezTo>
                <a:cubicBezTo>
                  <a:pt x="526133" y="10685"/>
                  <a:pt x="521341" y="5459"/>
                  <a:pt x="516317" y="930"/>
                </a:cubicBezTo>
                <a:lnTo>
                  <a:pt x="516317" y="0"/>
                </a:lnTo>
                <a:lnTo>
                  <a:pt x="537625" y="0"/>
                </a:lnTo>
                <a:cubicBezTo>
                  <a:pt x="548604" y="12592"/>
                  <a:pt x="557134" y="26333"/>
                  <a:pt x="563213" y="41220"/>
                </a:cubicBezTo>
                <a:cubicBezTo>
                  <a:pt x="569292" y="56108"/>
                  <a:pt x="572332" y="72887"/>
                  <a:pt x="572332" y="91559"/>
                </a:cubicBezTo>
                <a:close/>
                <a:moveTo>
                  <a:pt x="643587" y="67367"/>
                </a:moveTo>
                <a:lnTo>
                  <a:pt x="621349" y="67367"/>
                </a:lnTo>
                <a:lnTo>
                  <a:pt x="621349" y="40755"/>
                </a:lnTo>
                <a:lnTo>
                  <a:pt x="643587" y="40755"/>
                </a:lnTo>
                <a:lnTo>
                  <a:pt x="643587" y="67367"/>
                </a:lnTo>
                <a:moveTo>
                  <a:pt x="650380" y="118171"/>
                </a:moveTo>
                <a:lnTo>
                  <a:pt x="624140" y="179210"/>
                </a:lnTo>
                <a:lnTo>
                  <a:pt x="610555" y="179210"/>
                </a:lnTo>
                <a:lnTo>
                  <a:pt x="626746" y="118171"/>
                </a:lnTo>
                <a:lnTo>
                  <a:pt x="650380" y="1181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Text 10">
            <a:extLst xmlns:a="http://schemas.openxmlformats.org/drawingml/2006/main">
              <a:ext uri="{FF2B5EF4-FFF2-40B4-BE49-F238E27FC236}">
                <a16:creationId xmlns:a16="http://schemas.microsoft.com/office/drawing/2014/main" id="{3FB30B4D-50EE-4C64-A4CA-9228F12F6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42" y="4316838"/>
            <a:ext cx="154668" cy="114294"/>
          </a:xfrm>
          <a:custGeom xmlns:a="http://schemas.openxmlformats.org/drawingml/2006/main">
            <a:pathLst>
              <a:path w="154668" h="114294">
                <a:moveTo>
                  <a:pt x="0" y="32567"/>
                </a:moveTo>
                <a:lnTo>
                  <a:pt x="0" y="21866"/>
                </a:lnTo>
                <a:cubicBezTo>
                  <a:pt x="10080" y="20884"/>
                  <a:pt x="17110" y="19243"/>
                  <a:pt x="21091" y="16942"/>
                </a:cubicBezTo>
                <a:cubicBezTo>
                  <a:pt x="25071" y="14642"/>
                  <a:pt x="28044" y="9201"/>
                  <a:pt x="30008" y="620"/>
                </a:cubicBezTo>
                <a:lnTo>
                  <a:pt x="41019" y="620"/>
                </a:lnTo>
                <a:lnTo>
                  <a:pt x="41019" y="111192"/>
                </a:lnTo>
                <a:lnTo>
                  <a:pt x="26131" y="111192"/>
                </a:lnTo>
                <a:lnTo>
                  <a:pt x="26131" y="32567"/>
                </a:lnTo>
                <a:lnTo>
                  <a:pt x="0" y="32567"/>
                </a:lnTo>
                <a:close/>
                <a:moveTo>
                  <a:pt x="116053" y="0"/>
                </a:moveTo>
                <a:cubicBezTo>
                  <a:pt x="130424" y="0"/>
                  <a:pt x="140814" y="5931"/>
                  <a:pt x="147224" y="17793"/>
                </a:cubicBezTo>
                <a:cubicBezTo>
                  <a:pt x="152186" y="26960"/>
                  <a:pt x="154668" y="39522"/>
                  <a:pt x="154668" y="55477"/>
                </a:cubicBezTo>
                <a:cubicBezTo>
                  <a:pt x="154668" y="70602"/>
                  <a:pt x="152419" y="83111"/>
                  <a:pt x="147922" y="93004"/>
                </a:cubicBezTo>
                <a:cubicBezTo>
                  <a:pt x="141408" y="107197"/>
                  <a:pt x="130760" y="114294"/>
                  <a:pt x="115975" y="114294"/>
                </a:cubicBezTo>
                <a:cubicBezTo>
                  <a:pt x="102638" y="114294"/>
                  <a:pt x="92713" y="108492"/>
                  <a:pt x="86200" y="96888"/>
                </a:cubicBezTo>
                <a:cubicBezTo>
                  <a:pt x="80772" y="87202"/>
                  <a:pt x="78058" y="74202"/>
                  <a:pt x="78058" y="57886"/>
                </a:cubicBezTo>
                <a:cubicBezTo>
                  <a:pt x="78058" y="45247"/>
                  <a:pt x="79687" y="34395"/>
                  <a:pt x="82943" y="25329"/>
                </a:cubicBezTo>
                <a:cubicBezTo>
                  <a:pt x="89043" y="8443"/>
                  <a:pt x="100080" y="0"/>
                  <a:pt x="116053" y="0"/>
                </a:cubicBezTo>
                <a:moveTo>
                  <a:pt x="115898" y="101577"/>
                </a:moveTo>
                <a:cubicBezTo>
                  <a:pt x="123135" y="101577"/>
                  <a:pt x="128899" y="98370"/>
                  <a:pt x="133189" y="91955"/>
                </a:cubicBezTo>
                <a:cubicBezTo>
                  <a:pt x="137480" y="85539"/>
                  <a:pt x="139625" y="73587"/>
                  <a:pt x="139625" y="56100"/>
                </a:cubicBezTo>
                <a:cubicBezTo>
                  <a:pt x="139625" y="43476"/>
                  <a:pt x="138074" y="33089"/>
                  <a:pt x="134973" y="24941"/>
                </a:cubicBezTo>
                <a:cubicBezTo>
                  <a:pt x="131871" y="16791"/>
                  <a:pt x="125849" y="12717"/>
                  <a:pt x="116906" y="12717"/>
                </a:cubicBezTo>
                <a:cubicBezTo>
                  <a:pt x="108687" y="12717"/>
                  <a:pt x="102677" y="16584"/>
                  <a:pt x="98878" y="24318"/>
                </a:cubicBezTo>
                <a:cubicBezTo>
                  <a:pt x="95078" y="32053"/>
                  <a:pt x="93179" y="43448"/>
                  <a:pt x="93179" y="58504"/>
                </a:cubicBezTo>
                <a:cubicBezTo>
                  <a:pt x="93179" y="69836"/>
                  <a:pt x="94393" y="78942"/>
                  <a:pt x="96823" y="85822"/>
                </a:cubicBezTo>
                <a:cubicBezTo>
                  <a:pt x="100545" y="96325"/>
                  <a:pt x="106903" y="101577"/>
                  <a:pt x="115898" y="10157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952999-58A4-4898-897D-4A6DEBF3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841" y="4634474"/>
            <a:ext cx="3059578" cy="317603"/>
          </a:xfrm>
          <a:custGeom xmlns:a="http://schemas.openxmlformats.org/drawingml/2006/main">
            <a:pathLst>
              <a:path w="3059578" h="317603">
                <a:moveTo>
                  <a:pt x="0" y="0"/>
                </a:moveTo>
                <a:lnTo>
                  <a:pt x="3059578" y="0"/>
                </a:lnTo>
                <a:lnTo>
                  <a:pt x="3059578" y="317603"/>
                </a:lnTo>
                <a:lnTo>
                  <a:pt x="0" y="31760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0F0F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10CE75-28D1-4382-9761-F01C7EFD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841" y="4634474"/>
            <a:ext cx="3059578" cy="317603"/>
          </a:xfrm>
          <a:custGeom xmlns:a="http://schemas.openxmlformats.org/drawingml/2006/main">
            <a:pathLst>
              <a:path w="3059578" h="317603" fill="none">
                <a:moveTo>
                  <a:pt x="0" y="0"/>
                </a:moveTo>
                <a:lnTo>
                  <a:pt x="3059578" y="0"/>
                </a:lnTo>
                <a:lnTo>
                  <a:pt x="3059578" y="317603"/>
                </a:lnTo>
                <a:lnTo>
                  <a:pt x="0" y="31760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587" cap="flat">
            <a:solidFill>
              <a:srgbClr val="F0F0F0"/>
            </a:solidFill>
            <a:miter/>
          </a:ln>
        </p:spPr>
      </p:sp>
      <p:sp>
        <p:nvSpPr>
          <p:cNvPr id="39" name="Text return">
            <a:extLst xmlns:a="http://schemas.openxmlformats.org/drawingml/2006/main">
              <a:ext uri="{FF2B5EF4-FFF2-40B4-BE49-F238E27FC236}">
                <a16:creationId xmlns:a16="http://schemas.microsoft.com/office/drawing/2014/main" id="{1F71A392-3806-4C07-B17C-ED9C10A0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34" y="4728101"/>
            <a:ext cx="558929" cy="136966"/>
          </a:xfrm>
          <a:custGeom xmlns:a="http://schemas.openxmlformats.org/drawingml/2006/main">
            <a:pathLst>
              <a:path w="558929" h="136966">
                <a:moveTo>
                  <a:pt x="64854" y="48943"/>
                </a:moveTo>
                <a:lnTo>
                  <a:pt x="63924" y="48943"/>
                </a:lnTo>
                <a:cubicBezTo>
                  <a:pt x="61319" y="48356"/>
                  <a:pt x="58791" y="47930"/>
                  <a:pt x="56340" y="47667"/>
                </a:cubicBezTo>
                <a:cubicBezTo>
                  <a:pt x="53890" y="47401"/>
                  <a:pt x="50990" y="47268"/>
                  <a:pt x="47640" y="47268"/>
                </a:cubicBezTo>
                <a:cubicBezTo>
                  <a:pt x="42244" y="47268"/>
                  <a:pt x="37033" y="48464"/>
                  <a:pt x="32008" y="50856"/>
                </a:cubicBezTo>
                <a:cubicBezTo>
                  <a:pt x="26984" y="53247"/>
                  <a:pt x="22145" y="56336"/>
                  <a:pt x="17493" y="60123"/>
                </a:cubicBezTo>
                <a:lnTo>
                  <a:pt x="17493" y="133989"/>
                </a:lnTo>
                <a:lnTo>
                  <a:pt x="0" y="133989"/>
                </a:lnTo>
                <a:lnTo>
                  <a:pt x="0" y="29961"/>
                </a:lnTo>
                <a:lnTo>
                  <a:pt x="17493" y="29961"/>
                </a:lnTo>
                <a:lnTo>
                  <a:pt x="17493" y="45329"/>
                </a:lnTo>
                <a:cubicBezTo>
                  <a:pt x="24441" y="39740"/>
                  <a:pt x="30566" y="35782"/>
                  <a:pt x="35870" y="33454"/>
                </a:cubicBezTo>
                <a:cubicBezTo>
                  <a:pt x="41174" y="31125"/>
                  <a:pt x="46586" y="29961"/>
                  <a:pt x="52107" y="29961"/>
                </a:cubicBezTo>
                <a:cubicBezTo>
                  <a:pt x="55146" y="29961"/>
                  <a:pt x="57348" y="30039"/>
                  <a:pt x="58713" y="30194"/>
                </a:cubicBezTo>
                <a:cubicBezTo>
                  <a:pt x="60078" y="30347"/>
                  <a:pt x="62125" y="30640"/>
                  <a:pt x="64854" y="31072"/>
                </a:cubicBezTo>
                <a:lnTo>
                  <a:pt x="64854" y="48943"/>
                </a:lnTo>
                <a:close/>
                <a:moveTo>
                  <a:pt x="168370" y="83743"/>
                </a:moveTo>
                <a:lnTo>
                  <a:pt x="91791" y="83743"/>
                </a:lnTo>
                <a:cubicBezTo>
                  <a:pt x="91791" y="90148"/>
                  <a:pt x="92753" y="95729"/>
                  <a:pt x="94676" y="100486"/>
                </a:cubicBezTo>
                <a:cubicBezTo>
                  <a:pt x="96599" y="105243"/>
                  <a:pt x="99235" y="109145"/>
                  <a:pt x="102585" y="112192"/>
                </a:cubicBezTo>
                <a:cubicBezTo>
                  <a:pt x="105811" y="115178"/>
                  <a:pt x="109641" y="117417"/>
                  <a:pt x="114076" y="118909"/>
                </a:cubicBezTo>
                <a:cubicBezTo>
                  <a:pt x="118512" y="120402"/>
                  <a:pt x="123397" y="121148"/>
                  <a:pt x="128731" y="121148"/>
                </a:cubicBezTo>
                <a:cubicBezTo>
                  <a:pt x="135803" y="121148"/>
                  <a:pt x="142921" y="119726"/>
                  <a:pt x="150086" y="116883"/>
                </a:cubicBezTo>
                <a:cubicBezTo>
                  <a:pt x="157251" y="114039"/>
                  <a:pt x="162353" y="111243"/>
                  <a:pt x="165392" y="108494"/>
                </a:cubicBezTo>
                <a:lnTo>
                  <a:pt x="166323" y="108494"/>
                </a:lnTo>
                <a:lnTo>
                  <a:pt x="166323" y="127633"/>
                </a:lnTo>
                <a:cubicBezTo>
                  <a:pt x="160430" y="130122"/>
                  <a:pt x="154413" y="132206"/>
                  <a:pt x="148271" y="133887"/>
                </a:cubicBezTo>
                <a:cubicBezTo>
                  <a:pt x="142130" y="135568"/>
                  <a:pt x="135679" y="136408"/>
                  <a:pt x="128917" y="136408"/>
                </a:cubicBezTo>
                <a:cubicBezTo>
                  <a:pt x="111673" y="136408"/>
                  <a:pt x="98212" y="131732"/>
                  <a:pt x="88535" y="122381"/>
                </a:cubicBezTo>
                <a:cubicBezTo>
                  <a:pt x="78858" y="113030"/>
                  <a:pt x="74019" y="99747"/>
                  <a:pt x="74019" y="82533"/>
                </a:cubicBezTo>
                <a:cubicBezTo>
                  <a:pt x="74019" y="65510"/>
                  <a:pt x="78656" y="51995"/>
                  <a:pt x="87930" y="41991"/>
                </a:cubicBezTo>
                <a:cubicBezTo>
                  <a:pt x="97204" y="31986"/>
                  <a:pt x="109408" y="26984"/>
                  <a:pt x="124544" y="26984"/>
                </a:cubicBezTo>
                <a:cubicBezTo>
                  <a:pt x="138563" y="26984"/>
                  <a:pt x="149372" y="31085"/>
                  <a:pt x="156971" y="39287"/>
                </a:cubicBezTo>
                <a:cubicBezTo>
                  <a:pt x="164570" y="47488"/>
                  <a:pt x="168370" y="59139"/>
                  <a:pt x="168370" y="74238"/>
                </a:cubicBezTo>
                <a:lnTo>
                  <a:pt x="168370" y="83743"/>
                </a:lnTo>
                <a:moveTo>
                  <a:pt x="151342" y="70344"/>
                </a:moveTo>
                <a:cubicBezTo>
                  <a:pt x="151280" y="61163"/>
                  <a:pt x="148969" y="54061"/>
                  <a:pt x="144410" y="49036"/>
                </a:cubicBezTo>
                <a:cubicBezTo>
                  <a:pt x="139851" y="44012"/>
                  <a:pt x="132919" y="41499"/>
                  <a:pt x="123614" y="41499"/>
                </a:cubicBezTo>
                <a:cubicBezTo>
                  <a:pt x="114247" y="41499"/>
                  <a:pt x="106788" y="44260"/>
                  <a:pt x="101236" y="49781"/>
                </a:cubicBezTo>
                <a:cubicBezTo>
                  <a:pt x="95684" y="55301"/>
                  <a:pt x="92536" y="62156"/>
                  <a:pt x="91791" y="70344"/>
                </a:cubicBezTo>
                <a:lnTo>
                  <a:pt x="151342" y="70344"/>
                </a:lnTo>
                <a:close/>
                <a:moveTo>
                  <a:pt x="248913" y="133073"/>
                </a:moveTo>
                <a:cubicBezTo>
                  <a:pt x="245625" y="133937"/>
                  <a:pt x="242043" y="134647"/>
                  <a:pt x="238166" y="135201"/>
                </a:cubicBezTo>
                <a:cubicBezTo>
                  <a:pt x="234289" y="135758"/>
                  <a:pt x="230830" y="136036"/>
                  <a:pt x="227791" y="136036"/>
                </a:cubicBezTo>
                <a:cubicBezTo>
                  <a:pt x="217183" y="136036"/>
                  <a:pt x="209119" y="133180"/>
                  <a:pt x="203598" y="127467"/>
                </a:cubicBezTo>
                <a:cubicBezTo>
                  <a:pt x="198078" y="121754"/>
                  <a:pt x="195317" y="112595"/>
                  <a:pt x="195317" y="99989"/>
                </a:cubicBezTo>
                <a:lnTo>
                  <a:pt x="195317" y="44663"/>
                </a:lnTo>
                <a:lnTo>
                  <a:pt x="183500" y="44663"/>
                </a:lnTo>
                <a:lnTo>
                  <a:pt x="183500" y="29961"/>
                </a:lnTo>
                <a:lnTo>
                  <a:pt x="195317" y="29961"/>
                </a:lnTo>
                <a:lnTo>
                  <a:pt x="195317" y="0"/>
                </a:lnTo>
                <a:lnTo>
                  <a:pt x="212810" y="0"/>
                </a:lnTo>
                <a:lnTo>
                  <a:pt x="212810" y="29961"/>
                </a:lnTo>
                <a:lnTo>
                  <a:pt x="248913" y="29961"/>
                </a:lnTo>
                <a:lnTo>
                  <a:pt x="248913" y="44663"/>
                </a:lnTo>
                <a:lnTo>
                  <a:pt x="212810" y="44663"/>
                </a:lnTo>
                <a:lnTo>
                  <a:pt x="212810" y="92141"/>
                </a:lnTo>
                <a:cubicBezTo>
                  <a:pt x="212810" y="97613"/>
                  <a:pt x="212934" y="101888"/>
                  <a:pt x="213182" y="104967"/>
                </a:cubicBezTo>
                <a:cubicBezTo>
                  <a:pt x="213430" y="108045"/>
                  <a:pt x="214299" y="110921"/>
                  <a:pt x="215788" y="113594"/>
                </a:cubicBezTo>
                <a:cubicBezTo>
                  <a:pt x="217152" y="116081"/>
                  <a:pt x="219029" y="117900"/>
                  <a:pt x="221417" y="119052"/>
                </a:cubicBezTo>
                <a:cubicBezTo>
                  <a:pt x="223805" y="120201"/>
                  <a:pt x="227450" y="120776"/>
                  <a:pt x="232350" y="120776"/>
                </a:cubicBezTo>
                <a:cubicBezTo>
                  <a:pt x="235204" y="120776"/>
                  <a:pt x="238181" y="120357"/>
                  <a:pt x="241283" y="119520"/>
                </a:cubicBezTo>
                <a:cubicBezTo>
                  <a:pt x="244384" y="118682"/>
                  <a:pt x="246618" y="117985"/>
                  <a:pt x="247982" y="117426"/>
                </a:cubicBezTo>
                <a:lnTo>
                  <a:pt x="248913" y="117426"/>
                </a:lnTo>
                <a:lnTo>
                  <a:pt x="248913" y="133073"/>
                </a:lnTo>
                <a:close/>
                <a:moveTo>
                  <a:pt x="356189" y="133989"/>
                </a:moveTo>
                <a:lnTo>
                  <a:pt x="338696" y="133989"/>
                </a:lnTo>
                <a:lnTo>
                  <a:pt x="338696" y="122518"/>
                </a:lnTo>
                <a:cubicBezTo>
                  <a:pt x="332803" y="127178"/>
                  <a:pt x="327158" y="130752"/>
                  <a:pt x="321761" y="133239"/>
                </a:cubicBezTo>
                <a:cubicBezTo>
                  <a:pt x="316364" y="135724"/>
                  <a:pt x="310409" y="136966"/>
                  <a:pt x="303896" y="136966"/>
                </a:cubicBezTo>
                <a:cubicBezTo>
                  <a:pt x="292978" y="136966"/>
                  <a:pt x="284480" y="133626"/>
                  <a:pt x="278401" y="126946"/>
                </a:cubicBezTo>
                <a:cubicBezTo>
                  <a:pt x="272321" y="120266"/>
                  <a:pt x="269282" y="110463"/>
                  <a:pt x="269282" y="97537"/>
                </a:cubicBezTo>
                <a:lnTo>
                  <a:pt x="269282" y="29961"/>
                </a:lnTo>
                <a:lnTo>
                  <a:pt x="286775" y="29961"/>
                </a:lnTo>
                <a:lnTo>
                  <a:pt x="286775" y="89201"/>
                </a:lnTo>
                <a:cubicBezTo>
                  <a:pt x="286775" y="94479"/>
                  <a:pt x="287023" y="98997"/>
                  <a:pt x="287519" y="102754"/>
                </a:cubicBezTo>
                <a:cubicBezTo>
                  <a:pt x="288016" y="106511"/>
                  <a:pt x="289070" y="109724"/>
                  <a:pt x="290683" y="112393"/>
                </a:cubicBezTo>
                <a:cubicBezTo>
                  <a:pt x="292358" y="115126"/>
                  <a:pt x="294529" y="117114"/>
                  <a:pt x="297196" y="118357"/>
                </a:cubicBezTo>
                <a:cubicBezTo>
                  <a:pt x="299864" y="119597"/>
                  <a:pt x="303741" y="120218"/>
                  <a:pt x="308827" y="120218"/>
                </a:cubicBezTo>
                <a:cubicBezTo>
                  <a:pt x="313356" y="120218"/>
                  <a:pt x="318303" y="119038"/>
                  <a:pt x="323668" y="116679"/>
                </a:cubicBezTo>
                <a:cubicBezTo>
                  <a:pt x="329034" y="114318"/>
                  <a:pt x="334043" y="111307"/>
                  <a:pt x="338696" y="107645"/>
                </a:cubicBezTo>
                <a:lnTo>
                  <a:pt x="338696" y="29961"/>
                </a:lnTo>
                <a:lnTo>
                  <a:pt x="356189" y="29961"/>
                </a:lnTo>
                <a:lnTo>
                  <a:pt x="356189" y="133989"/>
                </a:lnTo>
                <a:close/>
                <a:moveTo>
                  <a:pt x="455507" y="48943"/>
                </a:moveTo>
                <a:lnTo>
                  <a:pt x="454576" y="48943"/>
                </a:lnTo>
                <a:cubicBezTo>
                  <a:pt x="451971" y="48356"/>
                  <a:pt x="449443" y="47930"/>
                  <a:pt x="446993" y="47667"/>
                </a:cubicBezTo>
                <a:cubicBezTo>
                  <a:pt x="444543" y="47401"/>
                  <a:pt x="441643" y="47268"/>
                  <a:pt x="438293" y="47268"/>
                </a:cubicBezTo>
                <a:cubicBezTo>
                  <a:pt x="432896" y="47268"/>
                  <a:pt x="427686" y="48464"/>
                  <a:pt x="422661" y="50856"/>
                </a:cubicBezTo>
                <a:cubicBezTo>
                  <a:pt x="417636" y="53247"/>
                  <a:pt x="412798" y="56336"/>
                  <a:pt x="408145" y="60123"/>
                </a:cubicBezTo>
                <a:lnTo>
                  <a:pt x="408145" y="133989"/>
                </a:lnTo>
                <a:lnTo>
                  <a:pt x="390652" y="133989"/>
                </a:lnTo>
                <a:lnTo>
                  <a:pt x="390652" y="29961"/>
                </a:lnTo>
                <a:lnTo>
                  <a:pt x="408145" y="29961"/>
                </a:lnTo>
                <a:lnTo>
                  <a:pt x="408145" y="45329"/>
                </a:lnTo>
                <a:cubicBezTo>
                  <a:pt x="415093" y="39740"/>
                  <a:pt x="421219" y="35782"/>
                  <a:pt x="426522" y="33454"/>
                </a:cubicBezTo>
                <a:cubicBezTo>
                  <a:pt x="431826" y="31125"/>
                  <a:pt x="437238" y="29961"/>
                  <a:pt x="442759" y="29961"/>
                </a:cubicBezTo>
                <a:cubicBezTo>
                  <a:pt x="445799" y="29961"/>
                  <a:pt x="448001" y="30039"/>
                  <a:pt x="449366" y="30194"/>
                </a:cubicBezTo>
                <a:cubicBezTo>
                  <a:pt x="450730" y="30347"/>
                  <a:pt x="452777" y="30640"/>
                  <a:pt x="455507" y="31072"/>
                </a:cubicBezTo>
                <a:lnTo>
                  <a:pt x="455507" y="48943"/>
                </a:lnTo>
                <a:close/>
                <a:moveTo>
                  <a:pt x="558929" y="133989"/>
                </a:moveTo>
                <a:lnTo>
                  <a:pt x="541436" y="133989"/>
                </a:lnTo>
                <a:lnTo>
                  <a:pt x="541436" y="74749"/>
                </a:lnTo>
                <a:cubicBezTo>
                  <a:pt x="541436" y="69967"/>
                  <a:pt x="541157" y="65480"/>
                  <a:pt x="540598" y="61289"/>
                </a:cubicBezTo>
                <a:cubicBezTo>
                  <a:pt x="540040" y="57098"/>
                  <a:pt x="539017" y="53823"/>
                  <a:pt x="537528" y="51464"/>
                </a:cubicBezTo>
                <a:cubicBezTo>
                  <a:pt x="535977" y="48855"/>
                  <a:pt x="533744" y="46915"/>
                  <a:pt x="530828" y="45643"/>
                </a:cubicBezTo>
                <a:cubicBezTo>
                  <a:pt x="527913" y="44369"/>
                  <a:pt x="524129" y="43732"/>
                  <a:pt x="519476" y="43732"/>
                </a:cubicBezTo>
                <a:cubicBezTo>
                  <a:pt x="514700" y="43732"/>
                  <a:pt x="509706" y="44913"/>
                  <a:pt x="504496" y="47274"/>
                </a:cubicBezTo>
                <a:cubicBezTo>
                  <a:pt x="499285" y="49633"/>
                  <a:pt x="494292" y="52644"/>
                  <a:pt x="489515" y="56306"/>
                </a:cubicBezTo>
                <a:lnTo>
                  <a:pt x="489515" y="133989"/>
                </a:lnTo>
                <a:lnTo>
                  <a:pt x="472022" y="133989"/>
                </a:lnTo>
                <a:lnTo>
                  <a:pt x="472022" y="29961"/>
                </a:lnTo>
                <a:lnTo>
                  <a:pt x="489515" y="29961"/>
                </a:lnTo>
                <a:lnTo>
                  <a:pt x="489515" y="41432"/>
                </a:lnTo>
                <a:cubicBezTo>
                  <a:pt x="494974" y="36896"/>
                  <a:pt x="500619" y="33355"/>
                  <a:pt x="506450" y="30808"/>
                </a:cubicBezTo>
                <a:cubicBezTo>
                  <a:pt x="512281" y="28258"/>
                  <a:pt x="518267" y="26984"/>
                  <a:pt x="524408" y="26984"/>
                </a:cubicBezTo>
                <a:cubicBezTo>
                  <a:pt x="535636" y="26984"/>
                  <a:pt x="544196" y="30370"/>
                  <a:pt x="550089" y="37144"/>
                </a:cubicBezTo>
                <a:cubicBezTo>
                  <a:pt x="555982" y="43917"/>
                  <a:pt x="558929" y="53673"/>
                  <a:pt x="558929" y="66413"/>
                </a:cubicBezTo>
                <a:lnTo>
                  <a:pt x="558929" y="133989"/>
                </a:lnTo>
                <a:close/>
              </a:path>
            </a:pathLst>
          </a:custGeom>
          <a:solidFill xmlns:a="http://schemas.openxmlformats.org/drawingml/2006/main">
            <a:srgbClr val="FF6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Text ;">
            <a:extLst xmlns:a="http://schemas.openxmlformats.org/drawingml/2006/main">
              <a:ext uri="{FF2B5EF4-FFF2-40B4-BE49-F238E27FC236}">
                <a16:creationId xmlns:a16="http://schemas.microsoft.com/office/drawing/2014/main" id="{7B9F2F13-5F11-416E-93FF-66319AFD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649" y="4758062"/>
            <a:ext cx="39824" cy="138455"/>
          </a:xfrm>
          <a:custGeom xmlns:a="http://schemas.openxmlformats.org/drawingml/2006/main">
            <a:pathLst>
              <a:path w="39824" h="138455">
                <a:moveTo>
                  <a:pt x="33032" y="26612"/>
                </a:moveTo>
                <a:lnTo>
                  <a:pt x="10794" y="26612"/>
                </a:lnTo>
                <a:lnTo>
                  <a:pt x="10794" y="0"/>
                </a:lnTo>
                <a:lnTo>
                  <a:pt x="33032" y="0"/>
                </a:lnTo>
                <a:lnTo>
                  <a:pt x="33032" y="26612"/>
                </a:lnTo>
                <a:moveTo>
                  <a:pt x="39824" y="77416"/>
                </a:moveTo>
                <a:lnTo>
                  <a:pt x="13585" y="138455"/>
                </a:lnTo>
                <a:lnTo>
                  <a:pt x="0" y="138455"/>
                </a:lnTo>
                <a:lnTo>
                  <a:pt x="16190" y="77416"/>
                </a:lnTo>
                <a:lnTo>
                  <a:pt x="39824" y="774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Text 11">
            <a:extLst xmlns:a="http://schemas.openxmlformats.org/drawingml/2006/main">
              <a:ext uri="{FF2B5EF4-FFF2-40B4-BE49-F238E27FC236}">
                <a16:creationId xmlns:a16="http://schemas.microsoft.com/office/drawing/2014/main" id="{69CE04AB-842B-433B-974A-CF72A424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32" y="4740931"/>
            <a:ext cx="117628" cy="110572"/>
          </a:xfrm>
          <a:custGeom xmlns:a="http://schemas.openxmlformats.org/drawingml/2006/main">
            <a:pathLst>
              <a:path w="117628" h="110572">
                <a:moveTo>
                  <a:pt x="0" y="31946"/>
                </a:moveTo>
                <a:lnTo>
                  <a:pt x="0" y="21246"/>
                </a:lnTo>
                <a:cubicBezTo>
                  <a:pt x="10080" y="20264"/>
                  <a:pt x="17110" y="18622"/>
                  <a:pt x="21091" y="16322"/>
                </a:cubicBezTo>
                <a:cubicBezTo>
                  <a:pt x="25071" y="14022"/>
                  <a:pt x="28044" y="8581"/>
                  <a:pt x="30008" y="0"/>
                </a:cubicBezTo>
                <a:lnTo>
                  <a:pt x="41019" y="0"/>
                </a:lnTo>
                <a:lnTo>
                  <a:pt x="41019" y="110572"/>
                </a:lnTo>
                <a:lnTo>
                  <a:pt x="26131" y="110572"/>
                </a:lnTo>
                <a:lnTo>
                  <a:pt x="26131" y="31946"/>
                </a:lnTo>
                <a:lnTo>
                  <a:pt x="0" y="31946"/>
                </a:lnTo>
                <a:close/>
                <a:moveTo>
                  <a:pt x="76609" y="31946"/>
                </a:moveTo>
                <a:lnTo>
                  <a:pt x="76609" y="21246"/>
                </a:lnTo>
                <a:cubicBezTo>
                  <a:pt x="86689" y="20264"/>
                  <a:pt x="93720" y="18622"/>
                  <a:pt x="97700" y="16322"/>
                </a:cubicBezTo>
                <a:cubicBezTo>
                  <a:pt x="101680" y="14022"/>
                  <a:pt x="104653" y="8581"/>
                  <a:pt x="106617" y="0"/>
                </a:cubicBezTo>
                <a:lnTo>
                  <a:pt x="117628" y="0"/>
                </a:lnTo>
                <a:lnTo>
                  <a:pt x="117628" y="110572"/>
                </a:lnTo>
                <a:lnTo>
                  <a:pt x="102740" y="110572"/>
                </a:lnTo>
                <a:lnTo>
                  <a:pt x="102740" y="31946"/>
                </a:lnTo>
                <a:lnTo>
                  <a:pt x="76609" y="319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452F0C-3941-4BD6-A837-4F6E19B6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254" y="3787532"/>
            <a:ext cx="3070165" cy="317603"/>
          </a:xfrm>
          <a:custGeom xmlns:a="http://schemas.openxmlformats.org/drawingml/2006/main">
            <a:pathLst>
              <a:path w="3070165" h="317603">
                <a:moveTo>
                  <a:pt x="0" y="0"/>
                </a:moveTo>
                <a:lnTo>
                  <a:pt x="3070165" y="0"/>
                </a:lnTo>
                <a:lnTo>
                  <a:pt x="3070165" y="317603"/>
                </a:lnTo>
                <a:lnTo>
                  <a:pt x="0" y="31760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0F0F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61FAAA-50AD-4E54-A723-8C65CA61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254" y="3787532"/>
            <a:ext cx="3070165" cy="317603"/>
          </a:xfrm>
          <a:custGeom xmlns:a="http://schemas.openxmlformats.org/drawingml/2006/main">
            <a:pathLst>
              <a:path w="3070165" h="317603" fill="none">
                <a:moveTo>
                  <a:pt x="0" y="0"/>
                </a:moveTo>
                <a:lnTo>
                  <a:pt x="3070165" y="0"/>
                </a:lnTo>
                <a:lnTo>
                  <a:pt x="3070165" y="317603"/>
                </a:lnTo>
                <a:lnTo>
                  <a:pt x="0" y="31760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587" cap="flat">
            <a:solidFill>
              <a:srgbClr val="F0F0F0"/>
            </a:solidFill>
            <a:miter/>
          </a:ln>
        </p:spPr>
      </p:sp>
      <p:sp>
        <p:nvSpPr>
          <p:cNvPr id="44" name="Text if">
            <a:extLst xmlns:a="http://schemas.openxmlformats.org/drawingml/2006/main">
              <a:ext uri="{FF2B5EF4-FFF2-40B4-BE49-F238E27FC236}">
                <a16:creationId xmlns:a16="http://schemas.microsoft.com/office/drawing/2014/main" id="{282236E5-4C3E-47B2-80DB-E7D26717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17" y="3869434"/>
            <a:ext cx="109066" cy="145713"/>
          </a:xfrm>
          <a:custGeom xmlns:a="http://schemas.openxmlformats.org/drawingml/2006/main">
            <a:pathLst>
              <a:path w="109066" h="145713">
                <a:moveTo>
                  <a:pt x="19726" y="24379"/>
                </a:moveTo>
                <a:lnTo>
                  <a:pt x="0" y="24379"/>
                </a:lnTo>
                <a:lnTo>
                  <a:pt x="0" y="6141"/>
                </a:lnTo>
                <a:lnTo>
                  <a:pt x="19726" y="6141"/>
                </a:lnTo>
                <a:lnTo>
                  <a:pt x="19726" y="24379"/>
                </a:lnTo>
                <a:moveTo>
                  <a:pt x="18610" y="145713"/>
                </a:moveTo>
                <a:lnTo>
                  <a:pt x="1117" y="145713"/>
                </a:lnTo>
                <a:lnTo>
                  <a:pt x="1117" y="41685"/>
                </a:lnTo>
                <a:lnTo>
                  <a:pt x="18610" y="41685"/>
                </a:lnTo>
                <a:lnTo>
                  <a:pt x="18610" y="145713"/>
                </a:lnTo>
                <a:close/>
                <a:moveTo>
                  <a:pt x="109066" y="17865"/>
                </a:moveTo>
                <a:lnTo>
                  <a:pt x="108136" y="17865"/>
                </a:lnTo>
                <a:cubicBezTo>
                  <a:pt x="106213" y="17307"/>
                  <a:pt x="103700" y="16733"/>
                  <a:pt x="100599" y="16144"/>
                </a:cubicBezTo>
                <a:cubicBezTo>
                  <a:pt x="97497" y="15554"/>
                  <a:pt x="94768" y="15260"/>
                  <a:pt x="92410" y="15260"/>
                </a:cubicBezTo>
                <a:cubicBezTo>
                  <a:pt x="84905" y="15260"/>
                  <a:pt x="79461" y="16913"/>
                  <a:pt x="76081" y="20220"/>
                </a:cubicBezTo>
                <a:cubicBezTo>
                  <a:pt x="72700" y="23528"/>
                  <a:pt x="71009" y="29508"/>
                  <a:pt x="71009" y="38161"/>
                </a:cubicBezTo>
                <a:lnTo>
                  <a:pt x="71009" y="41685"/>
                </a:lnTo>
                <a:lnTo>
                  <a:pt x="102553" y="41685"/>
                </a:lnTo>
                <a:lnTo>
                  <a:pt x="102553" y="56387"/>
                </a:lnTo>
                <a:lnTo>
                  <a:pt x="71568" y="56387"/>
                </a:lnTo>
                <a:lnTo>
                  <a:pt x="71568" y="145713"/>
                </a:lnTo>
                <a:lnTo>
                  <a:pt x="54075" y="145713"/>
                </a:lnTo>
                <a:lnTo>
                  <a:pt x="54075" y="56387"/>
                </a:lnTo>
                <a:lnTo>
                  <a:pt x="42258" y="56387"/>
                </a:lnTo>
                <a:lnTo>
                  <a:pt x="42258" y="41685"/>
                </a:lnTo>
                <a:lnTo>
                  <a:pt x="54075" y="41685"/>
                </a:lnTo>
                <a:lnTo>
                  <a:pt x="54075" y="38251"/>
                </a:lnTo>
                <a:cubicBezTo>
                  <a:pt x="54075" y="25934"/>
                  <a:pt x="57145" y="16480"/>
                  <a:pt x="63287" y="9889"/>
                </a:cubicBezTo>
                <a:cubicBezTo>
                  <a:pt x="69428" y="3296"/>
                  <a:pt x="78298" y="0"/>
                  <a:pt x="89898" y="0"/>
                </a:cubicBezTo>
                <a:cubicBezTo>
                  <a:pt x="93806" y="0"/>
                  <a:pt x="97326" y="186"/>
                  <a:pt x="100459" y="558"/>
                </a:cubicBezTo>
                <a:cubicBezTo>
                  <a:pt x="103592" y="930"/>
                  <a:pt x="106461" y="1365"/>
                  <a:pt x="109066" y="1861"/>
                </a:cubicBezTo>
                <a:lnTo>
                  <a:pt x="109066" y="17865"/>
                </a:lnTo>
                <a:close/>
              </a:path>
            </a:pathLst>
          </a:custGeom>
          <a:solidFill xmlns:a="http://schemas.openxmlformats.org/drawingml/2006/main">
            <a:srgbClr val="FF6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Text (d=='N')foo(0);">
            <a:extLst xmlns:a="http://schemas.openxmlformats.org/drawingml/2006/main">
              <a:ext uri="{FF2B5EF4-FFF2-40B4-BE49-F238E27FC236}">
                <a16:creationId xmlns:a16="http://schemas.microsoft.com/office/drawing/2014/main" id="{72C878BD-87F2-4541-BF23-234B69E8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485" y="3869434"/>
            <a:ext cx="1686528" cy="184049"/>
          </a:xfrm>
          <a:custGeom xmlns:a="http://schemas.openxmlformats.org/drawingml/2006/main">
            <a:pathLst>
              <a:path w="1686528" h="184049">
                <a:moveTo>
                  <a:pt x="56015" y="184049"/>
                </a:moveTo>
                <a:lnTo>
                  <a:pt x="34707" y="184049"/>
                </a:lnTo>
                <a:cubicBezTo>
                  <a:pt x="23727" y="171456"/>
                  <a:pt x="15198" y="157716"/>
                  <a:pt x="9119" y="142828"/>
                </a:cubicBezTo>
                <a:cubicBezTo>
                  <a:pt x="3040" y="127941"/>
                  <a:pt x="0" y="111161"/>
                  <a:pt x="0" y="92490"/>
                </a:cubicBezTo>
                <a:cubicBezTo>
                  <a:pt x="0" y="73818"/>
                  <a:pt x="3040" y="57038"/>
                  <a:pt x="9119" y="42151"/>
                </a:cubicBezTo>
                <a:cubicBezTo>
                  <a:pt x="15198" y="27263"/>
                  <a:pt x="23727" y="13523"/>
                  <a:pt x="34707" y="930"/>
                </a:cubicBezTo>
                <a:lnTo>
                  <a:pt x="56015" y="930"/>
                </a:lnTo>
                <a:lnTo>
                  <a:pt x="56015" y="1861"/>
                </a:lnTo>
                <a:cubicBezTo>
                  <a:pt x="50990" y="6389"/>
                  <a:pt x="46198" y="11615"/>
                  <a:pt x="41639" y="17540"/>
                </a:cubicBezTo>
                <a:cubicBezTo>
                  <a:pt x="37080" y="23464"/>
                  <a:pt x="32846" y="30365"/>
                  <a:pt x="28938" y="38243"/>
                </a:cubicBezTo>
                <a:cubicBezTo>
                  <a:pt x="25216" y="45873"/>
                  <a:pt x="22192" y="54278"/>
                  <a:pt x="19866" y="63459"/>
                </a:cubicBezTo>
                <a:cubicBezTo>
                  <a:pt x="17540" y="72639"/>
                  <a:pt x="16376" y="82316"/>
                  <a:pt x="16376" y="92490"/>
                </a:cubicBezTo>
                <a:cubicBezTo>
                  <a:pt x="16376" y="103097"/>
                  <a:pt x="17508" y="112805"/>
                  <a:pt x="19773" y="121614"/>
                </a:cubicBezTo>
                <a:cubicBezTo>
                  <a:pt x="22037" y="130422"/>
                  <a:pt x="25092" y="138796"/>
                  <a:pt x="28938" y="146736"/>
                </a:cubicBezTo>
                <a:cubicBezTo>
                  <a:pt x="32660" y="154366"/>
                  <a:pt x="36909" y="161267"/>
                  <a:pt x="41685" y="167440"/>
                </a:cubicBezTo>
                <a:cubicBezTo>
                  <a:pt x="46462" y="173612"/>
                  <a:pt x="51238" y="178838"/>
                  <a:pt x="56015" y="183118"/>
                </a:cubicBezTo>
                <a:lnTo>
                  <a:pt x="56015" y="184049"/>
                </a:lnTo>
                <a:close/>
                <a:moveTo>
                  <a:pt x="171189" y="145713"/>
                </a:moveTo>
                <a:lnTo>
                  <a:pt x="153696" y="145713"/>
                </a:lnTo>
                <a:lnTo>
                  <a:pt x="153696" y="134884"/>
                </a:lnTo>
                <a:cubicBezTo>
                  <a:pt x="148671" y="139238"/>
                  <a:pt x="143429" y="142628"/>
                  <a:pt x="137971" y="145053"/>
                </a:cubicBezTo>
                <a:cubicBezTo>
                  <a:pt x="132512" y="147478"/>
                  <a:pt x="126588" y="148690"/>
                  <a:pt x="120198" y="148690"/>
                </a:cubicBezTo>
                <a:cubicBezTo>
                  <a:pt x="107792" y="148690"/>
                  <a:pt x="97944" y="143902"/>
                  <a:pt x="90656" y="134326"/>
                </a:cubicBezTo>
                <a:cubicBezTo>
                  <a:pt x="83367" y="124748"/>
                  <a:pt x="79723" y="111470"/>
                  <a:pt x="79723" y="94493"/>
                </a:cubicBezTo>
                <a:cubicBezTo>
                  <a:pt x="79723" y="85661"/>
                  <a:pt x="80979" y="77794"/>
                  <a:pt x="83491" y="70891"/>
                </a:cubicBezTo>
                <a:cubicBezTo>
                  <a:pt x="86003" y="63988"/>
                  <a:pt x="89400" y="58111"/>
                  <a:pt x="93680" y="53261"/>
                </a:cubicBezTo>
                <a:cubicBezTo>
                  <a:pt x="97898" y="48535"/>
                  <a:pt x="102814" y="44929"/>
                  <a:pt x="108428" y="42441"/>
                </a:cubicBezTo>
                <a:cubicBezTo>
                  <a:pt x="114042" y="39952"/>
                  <a:pt x="119857" y="38708"/>
                  <a:pt x="125874" y="38708"/>
                </a:cubicBezTo>
                <a:cubicBezTo>
                  <a:pt x="131333" y="38708"/>
                  <a:pt x="136172" y="39284"/>
                  <a:pt x="140390" y="40435"/>
                </a:cubicBezTo>
                <a:cubicBezTo>
                  <a:pt x="144608" y="41585"/>
                  <a:pt x="149043" y="43372"/>
                  <a:pt x="153696" y="45797"/>
                </a:cubicBezTo>
                <a:lnTo>
                  <a:pt x="153696" y="930"/>
                </a:lnTo>
                <a:lnTo>
                  <a:pt x="171189" y="930"/>
                </a:lnTo>
                <a:lnTo>
                  <a:pt x="171189" y="145713"/>
                </a:lnTo>
                <a:moveTo>
                  <a:pt x="153696" y="120125"/>
                </a:moveTo>
                <a:lnTo>
                  <a:pt x="153696" y="60481"/>
                </a:lnTo>
                <a:cubicBezTo>
                  <a:pt x="148981" y="58372"/>
                  <a:pt x="144763" y="56914"/>
                  <a:pt x="141041" y="56108"/>
                </a:cubicBezTo>
                <a:cubicBezTo>
                  <a:pt x="137319" y="55301"/>
                  <a:pt x="133256" y="54898"/>
                  <a:pt x="128852" y="54898"/>
                </a:cubicBezTo>
                <a:cubicBezTo>
                  <a:pt x="119051" y="54898"/>
                  <a:pt x="111421" y="58310"/>
                  <a:pt x="105962" y="65133"/>
                </a:cubicBezTo>
                <a:cubicBezTo>
                  <a:pt x="100503" y="71957"/>
                  <a:pt x="97774" y="81634"/>
                  <a:pt x="97774" y="94164"/>
                </a:cubicBezTo>
                <a:cubicBezTo>
                  <a:pt x="97774" y="106509"/>
                  <a:pt x="99883" y="115891"/>
                  <a:pt x="104101" y="122311"/>
                </a:cubicBezTo>
                <a:cubicBezTo>
                  <a:pt x="108319" y="128732"/>
                  <a:pt x="115081" y="131942"/>
                  <a:pt x="124386" y="131942"/>
                </a:cubicBezTo>
                <a:cubicBezTo>
                  <a:pt x="129348" y="131942"/>
                  <a:pt x="134373" y="130841"/>
                  <a:pt x="139459" y="128639"/>
                </a:cubicBezTo>
                <a:cubicBezTo>
                  <a:pt x="144546" y="126436"/>
                  <a:pt x="149291" y="123599"/>
                  <a:pt x="153696" y="120125"/>
                </a:cubicBezTo>
                <a:close/>
                <a:moveTo>
                  <a:pt x="388622" y="72949"/>
                </a:moveTo>
                <a:lnTo>
                  <a:pt x="278268" y="72949"/>
                </a:lnTo>
                <a:lnTo>
                  <a:pt x="278268" y="58062"/>
                </a:lnTo>
                <a:lnTo>
                  <a:pt x="388622" y="58062"/>
                </a:lnTo>
                <a:lnTo>
                  <a:pt x="388622" y="72949"/>
                </a:lnTo>
                <a:moveTo>
                  <a:pt x="388622" y="112030"/>
                </a:moveTo>
                <a:lnTo>
                  <a:pt x="278268" y="112030"/>
                </a:lnTo>
                <a:lnTo>
                  <a:pt x="278268" y="97142"/>
                </a:lnTo>
                <a:lnTo>
                  <a:pt x="388622" y="97142"/>
                </a:lnTo>
                <a:lnTo>
                  <a:pt x="388622" y="112030"/>
                </a:lnTo>
                <a:close/>
                <a:moveTo>
                  <a:pt x="544502" y="72949"/>
                </a:moveTo>
                <a:lnTo>
                  <a:pt x="434148" y="72949"/>
                </a:lnTo>
                <a:lnTo>
                  <a:pt x="434148" y="58062"/>
                </a:lnTo>
                <a:lnTo>
                  <a:pt x="544502" y="58062"/>
                </a:lnTo>
                <a:lnTo>
                  <a:pt x="544502" y="72949"/>
                </a:lnTo>
                <a:moveTo>
                  <a:pt x="544502" y="112030"/>
                </a:moveTo>
                <a:lnTo>
                  <a:pt x="434148" y="112030"/>
                </a:lnTo>
                <a:lnTo>
                  <a:pt x="434148" y="97142"/>
                </a:lnTo>
                <a:lnTo>
                  <a:pt x="544502" y="97142"/>
                </a:lnTo>
                <a:lnTo>
                  <a:pt x="544502" y="112030"/>
                </a:lnTo>
                <a:close/>
                <a:moveTo>
                  <a:pt x="670225" y="930"/>
                </a:moveTo>
                <a:lnTo>
                  <a:pt x="666224" y="54712"/>
                </a:lnTo>
                <a:lnTo>
                  <a:pt x="653569" y="54712"/>
                </a:lnTo>
                <a:lnTo>
                  <a:pt x="649568" y="930"/>
                </a:lnTo>
                <a:lnTo>
                  <a:pt x="670225" y="930"/>
                </a:lnTo>
                <a:close/>
                <a:moveTo>
                  <a:pt x="809881" y="145713"/>
                </a:moveTo>
                <a:lnTo>
                  <a:pt x="787085" y="145713"/>
                </a:lnTo>
                <a:lnTo>
                  <a:pt x="721393" y="21689"/>
                </a:lnTo>
                <a:lnTo>
                  <a:pt x="721393" y="145713"/>
                </a:lnTo>
                <a:lnTo>
                  <a:pt x="704179" y="145713"/>
                </a:lnTo>
                <a:lnTo>
                  <a:pt x="704179" y="7072"/>
                </a:lnTo>
                <a:lnTo>
                  <a:pt x="732745" y="7072"/>
                </a:lnTo>
                <a:lnTo>
                  <a:pt x="792667" y="120293"/>
                </a:lnTo>
                <a:lnTo>
                  <a:pt x="792667" y="7072"/>
                </a:lnTo>
                <a:lnTo>
                  <a:pt x="809881" y="7072"/>
                </a:lnTo>
                <a:lnTo>
                  <a:pt x="809881" y="145713"/>
                </a:lnTo>
                <a:close/>
                <a:moveTo>
                  <a:pt x="864026" y="930"/>
                </a:moveTo>
                <a:lnTo>
                  <a:pt x="860025" y="54712"/>
                </a:lnTo>
                <a:lnTo>
                  <a:pt x="847370" y="54712"/>
                </a:lnTo>
                <a:lnTo>
                  <a:pt x="843369" y="930"/>
                </a:lnTo>
                <a:lnTo>
                  <a:pt x="864026" y="930"/>
                </a:lnTo>
                <a:close/>
                <a:moveTo>
                  <a:pt x="949064" y="92490"/>
                </a:moveTo>
                <a:cubicBezTo>
                  <a:pt x="949064" y="111161"/>
                  <a:pt x="946024" y="127941"/>
                  <a:pt x="939945" y="142828"/>
                </a:cubicBezTo>
                <a:cubicBezTo>
                  <a:pt x="933866" y="157716"/>
                  <a:pt x="925337" y="171456"/>
                  <a:pt x="914357" y="184049"/>
                </a:cubicBezTo>
                <a:lnTo>
                  <a:pt x="893049" y="184049"/>
                </a:lnTo>
                <a:lnTo>
                  <a:pt x="893049" y="183118"/>
                </a:lnTo>
                <a:cubicBezTo>
                  <a:pt x="897826" y="178838"/>
                  <a:pt x="902617" y="173612"/>
                  <a:pt x="907425" y="167440"/>
                </a:cubicBezTo>
                <a:cubicBezTo>
                  <a:pt x="912232" y="161267"/>
                  <a:pt x="916466" y="154366"/>
                  <a:pt x="920126" y="146736"/>
                </a:cubicBezTo>
                <a:cubicBezTo>
                  <a:pt x="923972" y="138796"/>
                  <a:pt x="927027" y="130422"/>
                  <a:pt x="929291" y="121614"/>
                </a:cubicBezTo>
                <a:cubicBezTo>
                  <a:pt x="931555" y="112805"/>
                  <a:pt x="932687" y="103097"/>
                  <a:pt x="932687" y="92490"/>
                </a:cubicBezTo>
                <a:cubicBezTo>
                  <a:pt x="932687" y="82316"/>
                  <a:pt x="931540" y="72639"/>
                  <a:pt x="929245" y="63459"/>
                </a:cubicBezTo>
                <a:cubicBezTo>
                  <a:pt x="926949" y="54278"/>
                  <a:pt x="923910" y="45873"/>
                  <a:pt x="920126" y="38243"/>
                </a:cubicBezTo>
                <a:cubicBezTo>
                  <a:pt x="916218" y="30365"/>
                  <a:pt x="911984" y="23464"/>
                  <a:pt x="907425" y="17540"/>
                </a:cubicBezTo>
                <a:cubicBezTo>
                  <a:pt x="902866" y="11615"/>
                  <a:pt x="898074" y="6389"/>
                  <a:pt x="893049" y="1861"/>
                </a:cubicBezTo>
                <a:lnTo>
                  <a:pt x="893049" y="930"/>
                </a:lnTo>
                <a:lnTo>
                  <a:pt x="914357" y="930"/>
                </a:lnTo>
                <a:cubicBezTo>
                  <a:pt x="925337" y="13523"/>
                  <a:pt x="933866" y="27263"/>
                  <a:pt x="939945" y="42151"/>
                </a:cubicBezTo>
                <a:cubicBezTo>
                  <a:pt x="946024" y="57038"/>
                  <a:pt x="949064" y="73818"/>
                  <a:pt x="949064" y="92490"/>
                </a:cubicBezTo>
                <a:close/>
                <a:moveTo>
                  <a:pt x="1105790" y="17865"/>
                </a:moveTo>
                <a:lnTo>
                  <a:pt x="1104859" y="17865"/>
                </a:lnTo>
                <a:cubicBezTo>
                  <a:pt x="1102936" y="17307"/>
                  <a:pt x="1100424" y="16733"/>
                  <a:pt x="1097323" y="16144"/>
                </a:cubicBezTo>
                <a:cubicBezTo>
                  <a:pt x="1094221" y="15554"/>
                  <a:pt x="1091492" y="15260"/>
                  <a:pt x="1089134" y="15260"/>
                </a:cubicBezTo>
                <a:cubicBezTo>
                  <a:pt x="1081629" y="15260"/>
                  <a:pt x="1076185" y="16913"/>
                  <a:pt x="1072804" y="20220"/>
                </a:cubicBezTo>
                <a:cubicBezTo>
                  <a:pt x="1069424" y="23528"/>
                  <a:pt x="1067733" y="29508"/>
                  <a:pt x="1067733" y="38161"/>
                </a:cubicBezTo>
                <a:lnTo>
                  <a:pt x="1067733" y="41685"/>
                </a:lnTo>
                <a:lnTo>
                  <a:pt x="1099277" y="41685"/>
                </a:lnTo>
                <a:lnTo>
                  <a:pt x="1099277" y="56387"/>
                </a:lnTo>
                <a:lnTo>
                  <a:pt x="1068292" y="56387"/>
                </a:lnTo>
                <a:lnTo>
                  <a:pt x="1068292" y="145713"/>
                </a:lnTo>
                <a:lnTo>
                  <a:pt x="1050799" y="145713"/>
                </a:lnTo>
                <a:lnTo>
                  <a:pt x="1050799" y="56387"/>
                </a:lnTo>
                <a:lnTo>
                  <a:pt x="1038982" y="56387"/>
                </a:lnTo>
                <a:lnTo>
                  <a:pt x="1038982" y="41685"/>
                </a:lnTo>
                <a:lnTo>
                  <a:pt x="1050799" y="41685"/>
                </a:lnTo>
                <a:lnTo>
                  <a:pt x="1050799" y="38251"/>
                </a:lnTo>
                <a:cubicBezTo>
                  <a:pt x="1050799" y="25934"/>
                  <a:pt x="1053869" y="16480"/>
                  <a:pt x="1060010" y="9889"/>
                </a:cubicBezTo>
                <a:cubicBezTo>
                  <a:pt x="1066152" y="3296"/>
                  <a:pt x="1075022" y="0"/>
                  <a:pt x="1086622" y="0"/>
                </a:cubicBezTo>
                <a:cubicBezTo>
                  <a:pt x="1090530" y="0"/>
                  <a:pt x="1094050" y="186"/>
                  <a:pt x="1097183" y="558"/>
                </a:cubicBezTo>
                <a:cubicBezTo>
                  <a:pt x="1100316" y="930"/>
                  <a:pt x="1103185" y="1365"/>
                  <a:pt x="1105790" y="1861"/>
                </a:cubicBezTo>
                <a:lnTo>
                  <a:pt x="1105790" y="17865"/>
                </a:lnTo>
                <a:close/>
                <a:moveTo>
                  <a:pt x="1205527" y="93746"/>
                </a:moveTo>
                <a:cubicBezTo>
                  <a:pt x="1205527" y="110723"/>
                  <a:pt x="1201185" y="124125"/>
                  <a:pt x="1192501" y="133951"/>
                </a:cubicBezTo>
                <a:cubicBezTo>
                  <a:pt x="1183816" y="143777"/>
                  <a:pt x="1172185" y="148690"/>
                  <a:pt x="1157608" y="148690"/>
                </a:cubicBezTo>
                <a:cubicBezTo>
                  <a:pt x="1142906" y="148690"/>
                  <a:pt x="1131229" y="143777"/>
                  <a:pt x="1122575" y="133951"/>
                </a:cubicBezTo>
                <a:cubicBezTo>
                  <a:pt x="1113922" y="124125"/>
                  <a:pt x="1109595" y="110723"/>
                  <a:pt x="1109595" y="93746"/>
                </a:cubicBezTo>
                <a:cubicBezTo>
                  <a:pt x="1109595" y="76768"/>
                  <a:pt x="1113922" y="63351"/>
                  <a:pt x="1122575" y="53494"/>
                </a:cubicBezTo>
                <a:cubicBezTo>
                  <a:pt x="1131229" y="43637"/>
                  <a:pt x="1142906" y="38708"/>
                  <a:pt x="1157608" y="38708"/>
                </a:cubicBezTo>
                <a:cubicBezTo>
                  <a:pt x="1172185" y="38708"/>
                  <a:pt x="1183816" y="43637"/>
                  <a:pt x="1192501" y="53494"/>
                </a:cubicBezTo>
                <a:cubicBezTo>
                  <a:pt x="1201185" y="63351"/>
                  <a:pt x="1205527" y="76768"/>
                  <a:pt x="1205527" y="93746"/>
                </a:cubicBezTo>
                <a:moveTo>
                  <a:pt x="1187476" y="93746"/>
                </a:moveTo>
                <a:cubicBezTo>
                  <a:pt x="1187476" y="80300"/>
                  <a:pt x="1184840" y="70309"/>
                  <a:pt x="1179567" y="63773"/>
                </a:cubicBezTo>
                <a:cubicBezTo>
                  <a:pt x="1174294" y="57236"/>
                  <a:pt x="1166975" y="53968"/>
                  <a:pt x="1157608" y="53968"/>
                </a:cubicBezTo>
                <a:cubicBezTo>
                  <a:pt x="1148117" y="53968"/>
                  <a:pt x="1140751" y="57236"/>
                  <a:pt x="1135509" y="63773"/>
                </a:cubicBezTo>
                <a:cubicBezTo>
                  <a:pt x="1130267" y="70309"/>
                  <a:pt x="1127646" y="80300"/>
                  <a:pt x="1127646" y="93746"/>
                </a:cubicBezTo>
                <a:cubicBezTo>
                  <a:pt x="1127646" y="106757"/>
                  <a:pt x="1130283" y="116624"/>
                  <a:pt x="1135555" y="123347"/>
                </a:cubicBezTo>
                <a:cubicBezTo>
                  <a:pt x="1140828" y="130069"/>
                  <a:pt x="1148179" y="133431"/>
                  <a:pt x="1157608" y="133431"/>
                </a:cubicBezTo>
                <a:cubicBezTo>
                  <a:pt x="1166913" y="133431"/>
                  <a:pt x="1174217" y="130100"/>
                  <a:pt x="1179521" y="123440"/>
                </a:cubicBezTo>
                <a:cubicBezTo>
                  <a:pt x="1184824" y="116779"/>
                  <a:pt x="1187476" y="106881"/>
                  <a:pt x="1187476" y="93746"/>
                </a:cubicBezTo>
                <a:close/>
                <a:moveTo>
                  <a:pt x="1321199" y="93746"/>
                </a:moveTo>
                <a:cubicBezTo>
                  <a:pt x="1321199" y="110723"/>
                  <a:pt x="1316856" y="124125"/>
                  <a:pt x="1308172" y="133951"/>
                </a:cubicBezTo>
                <a:cubicBezTo>
                  <a:pt x="1299488" y="143777"/>
                  <a:pt x="1287857" y="148690"/>
                  <a:pt x="1273279" y="148690"/>
                </a:cubicBezTo>
                <a:cubicBezTo>
                  <a:pt x="1258578" y="148690"/>
                  <a:pt x="1246900" y="143777"/>
                  <a:pt x="1238247" y="133951"/>
                </a:cubicBezTo>
                <a:cubicBezTo>
                  <a:pt x="1229593" y="124125"/>
                  <a:pt x="1225266" y="110723"/>
                  <a:pt x="1225266" y="93746"/>
                </a:cubicBezTo>
                <a:cubicBezTo>
                  <a:pt x="1225266" y="76768"/>
                  <a:pt x="1229593" y="63351"/>
                  <a:pt x="1238247" y="53494"/>
                </a:cubicBezTo>
                <a:cubicBezTo>
                  <a:pt x="1246900" y="43637"/>
                  <a:pt x="1258578" y="38708"/>
                  <a:pt x="1273279" y="38708"/>
                </a:cubicBezTo>
                <a:cubicBezTo>
                  <a:pt x="1287857" y="38708"/>
                  <a:pt x="1299488" y="43637"/>
                  <a:pt x="1308172" y="53494"/>
                </a:cubicBezTo>
                <a:cubicBezTo>
                  <a:pt x="1316856" y="63351"/>
                  <a:pt x="1321199" y="76768"/>
                  <a:pt x="1321199" y="93746"/>
                </a:cubicBezTo>
                <a:moveTo>
                  <a:pt x="1303147" y="93746"/>
                </a:moveTo>
                <a:cubicBezTo>
                  <a:pt x="1303147" y="80300"/>
                  <a:pt x="1300511" y="70309"/>
                  <a:pt x="1295238" y="63773"/>
                </a:cubicBezTo>
                <a:cubicBezTo>
                  <a:pt x="1289966" y="57236"/>
                  <a:pt x="1282646" y="53968"/>
                  <a:pt x="1273279" y="53968"/>
                </a:cubicBezTo>
                <a:cubicBezTo>
                  <a:pt x="1263788" y="53968"/>
                  <a:pt x="1256422" y="57236"/>
                  <a:pt x="1251180" y="63773"/>
                </a:cubicBezTo>
                <a:cubicBezTo>
                  <a:pt x="1245939" y="70309"/>
                  <a:pt x="1243318" y="80300"/>
                  <a:pt x="1243318" y="93746"/>
                </a:cubicBezTo>
                <a:cubicBezTo>
                  <a:pt x="1243318" y="106757"/>
                  <a:pt x="1245954" y="116624"/>
                  <a:pt x="1251227" y="123347"/>
                </a:cubicBezTo>
                <a:cubicBezTo>
                  <a:pt x="1256499" y="130069"/>
                  <a:pt x="1263850" y="133431"/>
                  <a:pt x="1273279" y="133431"/>
                </a:cubicBezTo>
                <a:cubicBezTo>
                  <a:pt x="1282584" y="133431"/>
                  <a:pt x="1289888" y="130100"/>
                  <a:pt x="1295192" y="123440"/>
                </a:cubicBezTo>
                <a:cubicBezTo>
                  <a:pt x="1300496" y="116779"/>
                  <a:pt x="1303147" y="106881"/>
                  <a:pt x="1303147" y="93746"/>
                </a:cubicBezTo>
                <a:close/>
                <a:moveTo>
                  <a:pt x="1403931" y="184049"/>
                </a:moveTo>
                <a:lnTo>
                  <a:pt x="1382623" y="184049"/>
                </a:lnTo>
                <a:cubicBezTo>
                  <a:pt x="1371644" y="171456"/>
                  <a:pt x="1363114" y="157716"/>
                  <a:pt x="1357035" y="142828"/>
                </a:cubicBezTo>
                <a:cubicBezTo>
                  <a:pt x="1350956" y="127941"/>
                  <a:pt x="1347917" y="111161"/>
                  <a:pt x="1347917" y="92490"/>
                </a:cubicBezTo>
                <a:cubicBezTo>
                  <a:pt x="1347917" y="73818"/>
                  <a:pt x="1350956" y="57038"/>
                  <a:pt x="1357035" y="42151"/>
                </a:cubicBezTo>
                <a:cubicBezTo>
                  <a:pt x="1363114" y="27263"/>
                  <a:pt x="1371644" y="13523"/>
                  <a:pt x="1382623" y="930"/>
                </a:cubicBezTo>
                <a:lnTo>
                  <a:pt x="1403931" y="930"/>
                </a:lnTo>
                <a:lnTo>
                  <a:pt x="1403931" y="1861"/>
                </a:lnTo>
                <a:cubicBezTo>
                  <a:pt x="1398907" y="6389"/>
                  <a:pt x="1394115" y="11615"/>
                  <a:pt x="1389555" y="17540"/>
                </a:cubicBezTo>
                <a:cubicBezTo>
                  <a:pt x="1384996" y="23464"/>
                  <a:pt x="1380762" y="30365"/>
                  <a:pt x="1376854" y="38243"/>
                </a:cubicBezTo>
                <a:cubicBezTo>
                  <a:pt x="1373133" y="45873"/>
                  <a:pt x="1370108" y="54278"/>
                  <a:pt x="1367782" y="63459"/>
                </a:cubicBezTo>
                <a:cubicBezTo>
                  <a:pt x="1365456" y="72639"/>
                  <a:pt x="1364293" y="82316"/>
                  <a:pt x="1364293" y="92490"/>
                </a:cubicBezTo>
                <a:cubicBezTo>
                  <a:pt x="1364293" y="103097"/>
                  <a:pt x="1365425" y="112805"/>
                  <a:pt x="1367689" y="121614"/>
                </a:cubicBezTo>
                <a:cubicBezTo>
                  <a:pt x="1369953" y="130422"/>
                  <a:pt x="1373008" y="138796"/>
                  <a:pt x="1376854" y="146736"/>
                </a:cubicBezTo>
                <a:cubicBezTo>
                  <a:pt x="1380576" y="154366"/>
                  <a:pt x="1384826" y="161267"/>
                  <a:pt x="1389602" y="167440"/>
                </a:cubicBezTo>
                <a:cubicBezTo>
                  <a:pt x="1394378" y="173612"/>
                  <a:pt x="1399155" y="178838"/>
                  <a:pt x="1403931" y="183118"/>
                </a:cubicBezTo>
                <a:lnTo>
                  <a:pt x="1403931" y="184049"/>
                </a:lnTo>
                <a:close/>
                <a:moveTo>
                  <a:pt x="1526177" y="76392"/>
                </a:moveTo>
                <a:cubicBezTo>
                  <a:pt x="1526177" y="101300"/>
                  <a:pt x="1522284" y="119577"/>
                  <a:pt x="1514499" y="131224"/>
                </a:cubicBezTo>
                <a:cubicBezTo>
                  <a:pt x="1506714" y="142868"/>
                  <a:pt x="1494634" y="148690"/>
                  <a:pt x="1478257" y="148690"/>
                </a:cubicBezTo>
                <a:cubicBezTo>
                  <a:pt x="1461633" y="148690"/>
                  <a:pt x="1449490" y="142790"/>
                  <a:pt x="1441829" y="130988"/>
                </a:cubicBezTo>
                <a:cubicBezTo>
                  <a:pt x="1434168" y="119187"/>
                  <a:pt x="1430338" y="101050"/>
                  <a:pt x="1430338" y="76578"/>
                </a:cubicBezTo>
                <a:cubicBezTo>
                  <a:pt x="1430338" y="51921"/>
                  <a:pt x="1434215" y="33707"/>
                  <a:pt x="1441969" y="21936"/>
                </a:cubicBezTo>
                <a:cubicBezTo>
                  <a:pt x="1449723" y="10165"/>
                  <a:pt x="1461819" y="4280"/>
                  <a:pt x="1478257" y="4280"/>
                </a:cubicBezTo>
                <a:cubicBezTo>
                  <a:pt x="1494882" y="4280"/>
                  <a:pt x="1507024" y="10259"/>
                  <a:pt x="1514685" y="22215"/>
                </a:cubicBezTo>
                <a:cubicBezTo>
                  <a:pt x="1522346" y="34172"/>
                  <a:pt x="1526177" y="52231"/>
                  <a:pt x="1526177" y="76392"/>
                </a:cubicBezTo>
                <a:moveTo>
                  <a:pt x="1501705" y="118636"/>
                </a:moveTo>
                <a:cubicBezTo>
                  <a:pt x="1503876" y="113611"/>
                  <a:pt x="1505350" y="107703"/>
                  <a:pt x="1506125" y="100910"/>
                </a:cubicBezTo>
                <a:cubicBezTo>
                  <a:pt x="1506900" y="94118"/>
                  <a:pt x="1507288" y="85945"/>
                  <a:pt x="1507288" y="76392"/>
                </a:cubicBezTo>
                <a:cubicBezTo>
                  <a:pt x="1507288" y="66963"/>
                  <a:pt x="1506900" y="58775"/>
                  <a:pt x="1506125" y="51828"/>
                </a:cubicBezTo>
                <a:cubicBezTo>
                  <a:pt x="1505350" y="44880"/>
                  <a:pt x="1503845" y="38987"/>
                  <a:pt x="1501612" y="34149"/>
                </a:cubicBezTo>
                <a:cubicBezTo>
                  <a:pt x="1499441" y="29372"/>
                  <a:pt x="1496479" y="25774"/>
                  <a:pt x="1492726" y="23355"/>
                </a:cubicBezTo>
                <a:cubicBezTo>
                  <a:pt x="1488973" y="20936"/>
                  <a:pt x="1484150" y="19726"/>
                  <a:pt x="1478257" y="19726"/>
                </a:cubicBezTo>
                <a:cubicBezTo>
                  <a:pt x="1472426" y="19726"/>
                  <a:pt x="1467603" y="20936"/>
                  <a:pt x="1463788" y="23355"/>
                </a:cubicBezTo>
                <a:cubicBezTo>
                  <a:pt x="1459973" y="25774"/>
                  <a:pt x="1456949" y="29434"/>
                  <a:pt x="1454716" y="34335"/>
                </a:cubicBezTo>
                <a:cubicBezTo>
                  <a:pt x="1452607" y="38925"/>
                  <a:pt x="1451165" y="44911"/>
                  <a:pt x="1450389" y="52293"/>
                </a:cubicBezTo>
                <a:cubicBezTo>
                  <a:pt x="1449614" y="59675"/>
                  <a:pt x="1449226" y="67770"/>
                  <a:pt x="1449226" y="76578"/>
                </a:cubicBezTo>
                <a:cubicBezTo>
                  <a:pt x="1449226" y="86255"/>
                  <a:pt x="1449567" y="94350"/>
                  <a:pt x="1450250" y="100864"/>
                </a:cubicBezTo>
                <a:cubicBezTo>
                  <a:pt x="1450932" y="107377"/>
                  <a:pt x="1452390" y="113208"/>
                  <a:pt x="1454623" y="118357"/>
                </a:cubicBezTo>
                <a:cubicBezTo>
                  <a:pt x="1456670" y="123195"/>
                  <a:pt x="1459570" y="126886"/>
                  <a:pt x="1463323" y="129430"/>
                </a:cubicBezTo>
                <a:cubicBezTo>
                  <a:pt x="1467076" y="131973"/>
                  <a:pt x="1472054" y="133244"/>
                  <a:pt x="1478257" y="133244"/>
                </a:cubicBezTo>
                <a:cubicBezTo>
                  <a:pt x="1484088" y="133244"/>
                  <a:pt x="1488927" y="132035"/>
                  <a:pt x="1492773" y="129616"/>
                </a:cubicBezTo>
                <a:cubicBezTo>
                  <a:pt x="1496619" y="127196"/>
                  <a:pt x="1499596" y="123536"/>
                  <a:pt x="1501705" y="118636"/>
                </a:cubicBezTo>
                <a:close/>
                <a:moveTo>
                  <a:pt x="1608480" y="92490"/>
                </a:moveTo>
                <a:cubicBezTo>
                  <a:pt x="1608480" y="111161"/>
                  <a:pt x="1605441" y="127941"/>
                  <a:pt x="1599362" y="142828"/>
                </a:cubicBezTo>
                <a:cubicBezTo>
                  <a:pt x="1593282" y="157716"/>
                  <a:pt x="1584753" y="171456"/>
                  <a:pt x="1573773" y="184049"/>
                </a:cubicBezTo>
                <a:lnTo>
                  <a:pt x="1552465" y="184049"/>
                </a:lnTo>
                <a:lnTo>
                  <a:pt x="1552465" y="183118"/>
                </a:lnTo>
                <a:cubicBezTo>
                  <a:pt x="1557242" y="178838"/>
                  <a:pt x="1562034" y="173612"/>
                  <a:pt x="1566841" y="167440"/>
                </a:cubicBezTo>
                <a:cubicBezTo>
                  <a:pt x="1571649" y="161267"/>
                  <a:pt x="1575883" y="154366"/>
                  <a:pt x="1579542" y="146736"/>
                </a:cubicBezTo>
                <a:cubicBezTo>
                  <a:pt x="1583388" y="138796"/>
                  <a:pt x="1586443" y="130422"/>
                  <a:pt x="1588708" y="121614"/>
                </a:cubicBezTo>
                <a:cubicBezTo>
                  <a:pt x="1590972" y="112805"/>
                  <a:pt x="1592104" y="103097"/>
                  <a:pt x="1592104" y="92490"/>
                </a:cubicBezTo>
                <a:cubicBezTo>
                  <a:pt x="1592104" y="82316"/>
                  <a:pt x="1590956" y="72639"/>
                  <a:pt x="1588661" y="63459"/>
                </a:cubicBezTo>
                <a:cubicBezTo>
                  <a:pt x="1586366" y="54278"/>
                  <a:pt x="1583326" y="45873"/>
                  <a:pt x="1579542" y="38243"/>
                </a:cubicBezTo>
                <a:cubicBezTo>
                  <a:pt x="1575634" y="30365"/>
                  <a:pt x="1571401" y="23464"/>
                  <a:pt x="1566841" y="17540"/>
                </a:cubicBezTo>
                <a:cubicBezTo>
                  <a:pt x="1562282" y="11615"/>
                  <a:pt x="1557490" y="6389"/>
                  <a:pt x="1552465" y="1861"/>
                </a:cubicBezTo>
                <a:lnTo>
                  <a:pt x="1552465" y="930"/>
                </a:lnTo>
                <a:lnTo>
                  <a:pt x="1573773" y="930"/>
                </a:lnTo>
                <a:cubicBezTo>
                  <a:pt x="1584753" y="13523"/>
                  <a:pt x="1593282" y="27263"/>
                  <a:pt x="1599362" y="42151"/>
                </a:cubicBezTo>
                <a:cubicBezTo>
                  <a:pt x="1605441" y="57038"/>
                  <a:pt x="1608480" y="73818"/>
                  <a:pt x="1608480" y="92490"/>
                </a:cubicBezTo>
                <a:close/>
                <a:moveTo>
                  <a:pt x="1679736" y="68297"/>
                </a:moveTo>
                <a:lnTo>
                  <a:pt x="1657497" y="68297"/>
                </a:lnTo>
                <a:lnTo>
                  <a:pt x="1657497" y="41685"/>
                </a:lnTo>
                <a:lnTo>
                  <a:pt x="1679736" y="41685"/>
                </a:lnTo>
                <a:lnTo>
                  <a:pt x="1679736" y="68297"/>
                </a:lnTo>
                <a:moveTo>
                  <a:pt x="1686528" y="119101"/>
                </a:moveTo>
                <a:lnTo>
                  <a:pt x="1660289" y="180141"/>
                </a:lnTo>
                <a:lnTo>
                  <a:pt x="1646704" y="180141"/>
                </a:lnTo>
                <a:lnTo>
                  <a:pt x="1662894" y="119101"/>
                </a:lnTo>
                <a:lnTo>
                  <a:pt x="1686528" y="1191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Text 9">
            <a:extLst xmlns:a="http://schemas.openxmlformats.org/drawingml/2006/main">
              <a:ext uri="{FF2B5EF4-FFF2-40B4-BE49-F238E27FC236}">
                <a16:creationId xmlns:a16="http://schemas.microsoft.com/office/drawing/2014/main" id="{AB768A02-7BF8-40AD-9F5D-D780BCD5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98" y="3893368"/>
            <a:ext cx="75059" cy="114294"/>
          </a:xfrm>
          <a:custGeom xmlns:a="http://schemas.openxmlformats.org/drawingml/2006/main">
            <a:pathLst>
              <a:path w="75059" h="114294">
                <a:moveTo>
                  <a:pt x="15430" y="84363"/>
                </a:moveTo>
                <a:cubicBezTo>
                  <a:pt x="15844" y="92066"/>
                  <a:pt x="18816" y="97390"/>
                  <a:pt x="24348" y="100337"/>
                </a:cubicBezTo>
                <a:cubicBezTo>
                  <a:pt x="27191" y="101887"/>
                  <a:pt x="30396" y="102663"/>
                  <a:pt x="33962" y="102663"/>
                </a:cubicBezTo>
                <a:cubicBezTo>
                  <a:pt x="40631" y="102663"/>
                  <a:pt x="46317" y="99884"/>
                  <a:pt x="51021" y="94327"/>
                </a:cubicBezTo>
                <a:cubicBezTo>
                  <a:pt x="55725" y="88770"/>
                  <a:pt x="59060" y="77488"/>
                  <a:pt x="61024" y="60481"/>
                </a:cubicBezTo>
                <a:cubicBezTo>
                  <a:pt x="57922" y="65392"/>
                  <a:pt x="54084" y="68842"/>
                  <a:pt x="49509" y="70833"/>
                </a:cubicBezTo>
                <a:cubicBezTo>
                  <a:pt x="44934" y="72823"/>
                  <a:pt x="40011" y="73818"/>
                  <a:pt x="34738" y="73818"/>
                </a:cubicBezTo>
                <a:cubicBezTo>
                  <a:pt x="24037" y="73818"/>
                  <a:pt x="15573" y="70484"/>
                  <a:pt x="9344" y="63815"/>
                </a:cubicBezTo>
                <a:cubicBezTo>
                  <a:pt x="3115" y="57147"/>
                  <a:pt x="0" y="48566"/>
                  <a:pt x="0" y="38072"/>
                </a:cubicBezTo>
                <a:cubicBezTo>
                  <a:pt x="0" y="27992"/>
                  <a:pt x="3076" y="19126"/>
                  <a:pt x="9227" y="11476"/>
                </a:cubicBezTo>
                <a:cubicBezTo>
                  <a:pt x="15379" y="3825"/>
                  <a:pt x="24451" y="0"/>
                  <a:pt x="36444" y="0"/>
                </a:cubicBezTo>
                <a:cubicBezTo>
                  <a:pt x="52624" y="0"/>
                  <a:pt x="63789" y="7289"/>
                  <a:pt x="69941" y="21866"/>
                </a:cubicBezTo>
                <a:cubicBezTo>
                  <a:pt x="73353" y="29879"/>
                  <a:pt x="75059" y="39907"/>
                  <a:pt x="75059" y="51952"/>
                </a:cubicBezTo>
                <a:cubicBezTo>
                  <a:pt x="75059" y="65547"/>
                  <a:pt x="73017" y="77592"/>
                  <a:pt x="68933" y="88085"/>
                </a:cubicBezTo>
                <a:cubicBezTo>
                  <a:pt x="62161" y="105558"/>
                  <a:pt x="50685" y="114294"/>
                  <a:pt x="34505" y="114294"/>
                </a:cubicBezTo>
                <a:cubicBezTo>
                  <a:pt x="23650" y="114294"/>
                  <a:pt x="15405" y="111451"/>
                  <a:pt x="9770" y="105764"/>
                </a:cubicBezTo>
                <a:cubicBezTo>
                  <a:pt x="4135" y="100078"/>
                  <a:pt x="1318" y="92944"/>
                  <a:pt x="1318" y="84363"/>
                </a:cubicBezTo>
                <a:lnTo>
                  <a:pt x="15430" y="84363"/>
                </a:lnTo>
                <a:moveTo>
                  <a:pt x="36599" y="61567"/>
                </a:moveTo>
                <a:cubicBezTo>
                  <a:pt x="42130" y="61567"/>
                  <a:pt x="47183" y="59744"/>
                  <a:pt x="51758" y="56100"/>
                </a:cubicBezTo>
                <a:cubicBezTo>
                  <a:pt x="56333" y="52456"/>
                  <a:pt x="58620" y="46085"/>
                  <a:pt x="58620" y="36987"/>
                </a:cubicBezTo>
                <a:cubicBezTo>
                  <a:pt x="58620" y="28819"/>
                  <a:pt x="56565" y="22732"/>
                  <a:pt x="52456" y="18726"/>
                </a:cubicBezTo>
                <a:cubicBezTo>
                  <a:pt x="48346" y="14720"/>
                  <a:pt x="43112" y="12717"/>
                  <a:pt x="36754" y="12717"/>
                </a:cubicBezTo>
                <a:cubicBezTo>
                  <a:pt x="29930" y="12717"/>
                  <a:pt x="24516" y="15004"/>
                  <a:pt x="20509" y="19579"/>
                </a:cubicBezTo>
                <a:cubicBezTo>
                  <a:pt x="16503" y="24154"/>
                  <a:pt x="14500" y="30266"/>
                  <a:pt x="14500" y="37917"/>
                </a:cubicBezTo>
                <a:cubicBezTo>
                  <a:pt x="14500" y="45154"/>
                  <a:pt x="16258" y="50905"/>
                  <a:pt x="19773" y="55170"/>
                </a:cubicBezTo>
                <a:cubicBezTo>
                  <a:pt x="23288" y="59434"/>
                  <a:pt x="28897" y="61567"/>
                  <a:pt x="36599" y="615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6C6CD3-88A2-4351-95E1-FF176B6D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254" y="2940590"/>
            <a:ext cx="3070165" cy="317603"/>
          </a:xfrm>
          <a:custGeom xmlns:a="http://schemas.openxmlformats.org/drawingml/2006/main">
            <a:pathLst>
              <a:path w="3070165" h="317603">
                <a:moveTo>
                  <a:pt x="0" y="0"/>
                </a:moveTo>
                <a:lnTo>
                  <a:pt x="3070165" y="0"/>
                </a:lnTo>
                <a:lnTo>
                  <a:pt x="3070165" y="317603"/>
                </a:lnTo>
                <a:lnTo>
                  <a:pt x="0" y="31760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0F0F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DEFFF4-D04B-462E-81BE-FF6FD30F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254" y="2940590"/>
            <a:ext cx="3070165" cy="317603"/>
          </a:xfrm>
          <a:custGeom xmlns:a="http://schemas.openxmlformats.org/drawingml/2006/main">
            <a:pathLst>
              <a:path w="3070165" h="317603" fill="none">
                <a:moveTo>
                  <a:pt x="0" y="0"/>
                </a:moveTo>
                <a:lnTo>
                  <a:pt x="3070165" y="0"/>
                </a:lnTo>
                <a:lnTo>
                  <a:pt x="3070165" y="317603"/>
                </a:lnTo>
                <a:lnTo>
                  <a:pt x="0" y="31760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587" cap="flat">
            <a:solidFill>
              <a:srgbClr val="F0F0F0"/>
            </a:solidFill>
            <a:miter/>
          </a:ln>
        </p:spPr>
      </p:sp>
      <p:sp>
        <p:nvSpPr>
          <p:cNvPr id="49" name="Text bar(c);">
            <a:extLst xmlns:a="http://schemas.openxmlformats.org/drawingml/2006/main">
              <a:ext uri="{FF2B5EF4-FFF2-40B4-BE49-F238E27FC236}">
                <a16:creationId xmlns:a16="http://schemas.microsoft.com/office/drawing/2014/main" id="{E7AE5CDF-D565-42C6-A056-DD9BF938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36" y="3023422"/>
            <a:ext cx="630942" cy="183118"/>
          </a:xfrm>
          <a:custGeom xmlns:a="http://schemas.openxmlformats.org/drawingml/2006/main">
            <a:pathLst>
              <a:path w="630942" h="183118">
                <a:moveTo>
                  <a:pt x="91466" y="91975"/>
                </a:moveTo>
                <a:cubicBezTo>
                  <a:pt x="91466" y="100683"/>
                  <a:pt x="90241" y="108519"/>
                  <a:pt x="87791" y="115484"/>
                </a:cubicBezTo>
                <a:cubicBezTo>
                  <a:pt x="85340" y="122449"/>
                  <a:pt x="82037" y="128295"/>
                  <a:pt x="77881" y="133021"/>
                </a:cubicBezTo>
                <a:cubicBezTo>
                  <a:pt x="73477" y="137935"/>
                  <a:pt x="68638" y="141620"/>
                  <a:pt x="63366" y="144076"/>
                </a:cubicBezTo>
                <a:cubicBezTo>
                  <a:pt x="58093" y="146532"/>
                  <a:pt x="52293" y="147760"/>
                  <a:pt x="45966" y="147760"/>
                </a:cubicBezTo>
                <a:cubicBezTo>
                  <a:pt x="40073" y="147760"/>
                  <a:pt x="34924" y="147060"/>
                  <a:pt x="30520" y="145661"/>
                </a:cubicBezTo>
                <a:cubicBezTo>
                  <a:pt x="26115" y="144261"/>
                  <a:pt x="21773" y="142380"/>
                  <a:pt x="17493" y="140017"/>
                </a:cubicBezTo>
                <a:lnTo>
                  <a:pt x="16376" y="144782"/>
                </a:lnTo>
                <a:lnTo>
                  <a:pt x="0" y="144782"/>
                </a:lnTo>
                <a:lnTo>
                  <a:pt x="0" y="0"/>
                </a:lnTo>
                <a:lnTo>
                  <a:pt x="17493" y="0"/>
                </a:lnTo>
                <a:lnTo>
                  <a:pt x="17493" y="51583"/>
                </a:lnTo>
                <a:cubicBezTo>
                  <a:pt x="22394" y="47542"/>
                  <a:pt x="27604" y="44231"/>
                  <a:pt x="33125" y="41651"/>
                </a:cubicBezTo>
                <a:cubicBezTo>
                  <a:pt x="38646" y="39068"/>
                  <a:pt x="44849" y="37777"/>
                  <a:pt x="51735" y="37777"/>
                </a:cubicBezTo>
                <a:cubicBezTo>
                  <a:pt x="64017" y="37777"/>
                  <a:pt x="73709" y="42504"/>
                  <a:pt x="80812" y="51958"/>
                </a:cubicBezTo>
                <a:cubicBezTo>
                  <a:pt x="87915" y="61411"/>
                  <a:pt x="91466" y="74749"/>
                  <a:pt x="91466" y="91975"/>
                </a:cubicBezTo>
                <a:moveTo>
                  <a:pt x="73415" y="92443"/>
                </a:moveTo>
                <a:cubicBezTo>
                  <a:pt x="73415" y="80021"/>
                  <a:pt x="71368" y="70596"/>
                  <a:pt x="67274" y="64168"/>
                </a:cubicBezTo>
                <a:cubicBezTo>
                  <a:pt x="63179" y="57740"/>
                  <a:pt x="56573" y="54526"/>
                  <a:pt x="47454" y="54526"/>
                </a:cubicBezTo>
                <a:cubicBezTo>
                  <a:pt x="42368" y="54526"/>
                  <a:pt x="37219" y="55629"/>
                  <a:pt x="32008" y="57835"/>
                </a:cubicBezTo>
                <a:cubicBezTo>
                  <a:pt x="26798" y="60039"/>
                  <a:pt x="21959" y="62880"/>
                  <a:pt x="17493" y="66358"/>
                </a:cubicBezTo>
                <a:lnTo>
                  <a:pt x="17493" y="125981"/>
                </a:lnTo>
                <a:cubicBezTo>
                  <a:pt x="22456" y="128216"/>
                  <a:pt x="26720" y="129769"/>
                  <a:pt x="30287" y="130639"/>
                </a:cubicBezTo>
                <a:cubicBezTo>
                  <a:pt x="33854" y="131508"/>
                  <a:pt x="37901" y="131942"/>
                  <a:pt x="42430" y="131942"/>
                </a:cubicBezTo>
                <a:cubicBezTo>
                  <a:pt x="52107" y="131942"/>
                  <a:pt x="59690" y="128759"/>
                  <a:pt x="65180" y="122393"/>
                </a:cubicBezTo>
                <a:cubicBezTo>
                  <a:pt x="70670" y="116027"/>
                  <a:pt x="73415" y="106043"/>
                  <a:pt x="73415" y="92443"/>
                </a:cubicBezTo>
                <a:close/>
                <a:moveTo>
                  <a:pt x="199486" y="144782"/>
                </a:moveTo>
                <a:lnTo>
                  <a:pt x="182086" y="144782"/>
                </a:lnTo>
                <a:lnTo>
                  <a:pt x="182086" y="133785"/>
                </a:lnTo>
                <a:cubicBezTo>
                  <a:pt x="180535" y="134842"/>
                  <a:pt x="178442" y="136317"/>
                  <a:pt x="175805" y="138211"/>
                </a:cubicBezTo>
                <a:cubicBezTo>
                  <a:pt x="173169" y="140105"/>
                  <a:pt x="170610" y="141611"/>
                  <a:pt x="168129" y="142730"/>
                </a:cubicBezTo>
                <a:cubicBezTo>
                  <a:pt x="165213" y="144158"/>
                  <a:pt x="161864" y="145353"/>
                  <a:pt x="158080" y="146315"/>
                </a:cubicBezTo>
                <a:cubicBezTo>
                  <a:pt x="154296" y="147278"/>
                  <a:pt x="149860" y="147760"/>
                  <a:pt x="144774" y="147760"/>
                </a:cubicBezTo>
                <a:cubicBezTo>
                  <a:pt x="135407" y="147760"/>
                  <a:pt x="127467" y="144654"/>
                  <a:pt x="120954" y="138444"/>
                </a:cubicBezTo>
                <a:cubicBezTo>
                  <a:pt x="114440" y="132233"/>
                  <a:pt x="111184" y="124313"/>
                  <a:pt x="111184" y="114684"/>
                </a:cubicBezTo>
                <a:cubicBezTo>
                  <a:pt x="111184" y="106797"/>
                  <a:pt x="112874" y="100415"/>
                  <a:pt x="116255" y="95540"/>
                </a:cubicBezTo>
                <a:cubicBezTo>
                  <a:pt x="119635" y="90662"/>
                  <a:pt x="124458" y="86827"/>
                  <a:pt x="130724" y="84034"/>
                </a:cubicBezTo>
                <a:cubicBezTo>
                  <a:pt x="137051" y="81238"/>
                  <a:pt x="144650" y="79344"/>
                  <a:pt x="153520" y="78349"/>
                </a:cubicBezTo>
                <a:cubicBezTo>
                  <a:pt x="162391" y="77355"/>
                  <a:pt x="171913" y="76609"/>
                  <a:pt x="182086" y="76113"/>
                </a:cubicBezTo>
                <a:lnTo>
                  <a:pt x="182086" y="73391"/>
                </a:lnTo>
                <a:cubicBezTo>
                  <a:pt x="182086" y="69388"/>
                  <a:pt x="181388" y="66074"/>
                  <a:pt x="179992" y="63447"/>
                </a:cubicBezTo>
                <a:cubicBezTo>
                  <a:pt x="178597" y="60820"/>
                  <a:pt x="176596" y="58756"/>
                  <a:pt x="173991" y="57253"/>
                </a:cubicBezTo>
                <a:cubicBezTo>
                  <a:pt x="171510" y="55815"/>
                  <a:pt x="168532" y="54846"/>
                  <a:pt x="165058" y="54346"/>
                </a:cubicBezTo>
                <a:cubicBezTo>
                  <a:pt x="161584" y="53846"/>
                  <a:pt x="157956" y="53596"/>
                  <a:pt x="154172" y="53596"/>
                </a:cubicBezTo>
                <a:cubicBezTo>
                  <a:pt x="149581" y="53596"/>
                  <a:pt x="144464" y="54217"/>
                  <a:pt x="138819" y="55459"/>
                </a:cubicBezTo>
                <a:cubicBezTo>
                  <a:pt x="133174" y="56700"/>
                  <a:pt x="127343" y="58498"/>
                  <a:pt x="121326" y="60853"/>
                </a:cubicBezTo>
                <a:lnTo>
                  <a:pt x="120395" y="60853"/>
                </a:lnTo>
                <a:lnTo>
                  <a:pt x="120395" y="43081"/>
                </a:lnTo>
                <a:cubicBezTo>
                  <a:pt x="123807" y="42151"/>
                  <a:pt x="128739" y="41127"/>
                  <a:pt x="135190" y="40011"/>
                </a:cubicBezTo>
                <a:cubicBezTo>
                  <a:pt x="141641" y="38894"/>
                  <a:pt x="147999" y="38336"/>
                  <a:pt x="154265" y="38336"/>
                </a:cubicBezTo>
                <a:cubicBezTo>
                  <a:pt x="161584" y="38336"/>
                  <a:pt x="167958" y="38941"/>
                  <a:pt x="173386" y="40150"/>
                </a:cubicBezTo>
                <a:cubicBezTo>
                  <a:pt x="178814" y="41360"/>
                  <a:pt x="183513" y="43422"/>
                  <a:pt x="187483" y="46338"/>
                </a:cubicBezTo>
                <a:cubicBezTo>
                  <a:pt x="191391" y="49191"/>
                  <a:pt x="194368" y="52882"/>
                  <a:pt x="196415" y="57410"/>
                </a:cubicBezTo>
                <a:cubicBezTo>
                  <a:pt x="198462" y="61939"/>
                  <a:pt x="199486" y="67553"/>
                  <a:pt x="199486" y="74252"/>
                </a:cubicBezTo>
                <a:lnTo>
                  <a:pt x="199486" y="144782"/>
                </a:lnTo>
                <a:moveTo>
                  <a:pt x="182086" y="119325"/>
                </a:moveTo>
                <a:lnTo>
                  <a:pt x="182086" y="90256"/>
                </a:lnTo>
                <a:cubicBezTo>
                  <a:pt x="176751" y="90568"/>
                  <a:pt x="170470" y="91037"/>
                  <a:pt x="163244" y="91661"/>
                </a:cubicBezTo>
                <a:cubicBezTo>
                  <a:pt x="156017" y="92283"/>
                  <a:pt x="150295" y="93185"/>
                  <a:pt x="146076" y="94368"/>
                </a:cubicBezTo>
                <a:cubicBezTo>
                  <a:pt x="141052" y="95802"/>
                  <a:pt x="136989" y="98031"/>
                  <a:pt x="133887" y="101053"/>
                </a:cubicBezTo>
                <a:cubicBezTo>
                  <a:pt x="130786" y="104075"/>
                  <a:pt x="129235" y="108234"/>
                  <a:pt x="129235" y="113530"/>
                </a:cubicBezTo>
                <a:cubicBezTo>
                  <a:pt x="129235" y="119512"/>
                  <a:pt x="131034" y="124014"/>
                  <a:pt x="134632" y="127036"/>
                </a:cubicBezTo>
                <a:cubicBezTo>
                  <a:pt x="138229" y="130059"/>
                  <a:pt x="143719" y="131570"/>
                  <a:pt x="151101" y="131570"/>
                </a:cubicBezTo>
                <a:cubicBezTo>
                  <a:pt x="157242" y="131570"/>
                  <a:pt x="162856" y="130371"/>
                  <a:pt x="167943" y="127973"/>
                </a:cubicBezTo>
                <a:cubicBezTo>
                  <a:pt x="173029" y="125573"/>
                  <a:pt x="177744" y="122690"/>
                  <a:pt x="182086" y="119325"/>
                </a:cubicBezTo>
                <a:close/>
                <a:moveTo>
                  <a:pt x="298102" y="59737"/>
                </a:moveTo>
                <a:lnTo>
                  <a:pt x="297172" y="59737"/>
                </a:lnTo>
                <a:cubicBezTo>
                  <a:pt x="294566" y="59149"/>
                  <a:pt x="292039" y="58724"/>
                  <a:pt x="289588" y="58460"/>
                </a:cubicBezTo>
                <a:cubicBezTo>
                  <a:pt x="287138" y="58195"/>
                  <a:pt x="284238" y="58062"/>
                  <a:pt x="280888" y="58062"/>
                </a:cubicBezTo>
                <a:cubicBezTo>
                  <a:pt x="275492" y="58062"/>
                  <a:pt x="270281" y="59258"/>
                  <a:pt x="265256" y="61650"/>
                </a:cubicBezTo>
                <a:cubicBezTo>
                  <a:pt x="260232" y="64040"/>
                  <a:pt x="255393" y="67129"/>
                  <a:pt x="250741" y="70917"/>
                </a:cubicBezTo>
                <a:lnTo>
                  <a:pt x="250741" y="144782"/>
                </a:lnTo>
                <a:lnTo>
                  <a:pt x="233248" y="144782"/>
                </a:lnTo>
                <a:lnTo>
                  <a:pt x="233248" y="40755"/>
                </a:lnTo>
                <a:lnTo>
                  <a:pt x="250741" y="40755"/>
                </a:lnTo>
                <a:lnTo>
                  <a:pt x="250741" y="56122"/>
                </a:lnTo>
                <a:cubicBezTo>
                  <a:pt x="257689" y="50534"/>
                  <a:pt x="263814" y="46575"/>
                  <a:pt x="269118" y="44247"/>
                </a:cubicBezTo>
                <a:cubicBezTo>
                  <a:pt x="274422" y="41919"/>
                  <a:pt x="279834" y="40755"/>
                  <a:pt x="285355" y="40755"/>
                </a:cubicBezTo>
                <a:cubicBezTo>
                  <a:pt x="288394" y="40755"/>
                  <a:pt x="290596" y="40832"/>
                  <a:pt x="291961" y="40988"/>
                </a:cubicBezTo>
                <a:cubicBezTo>
                  <a:pt x="293326" y="41141"/>
                  <a:pt x="295373" y="41433"/>
                  <a:pt x="298102" y="41866"/>
                </a:cubicBezTo>
                <a:lnTo>
                  <a:pt x="298102" y="59737"/>
                </a:lnTo>
                <a:close/>
                <a:moveTo>
                  <a:pt x="370261" y="183118"/>
                </a:moveTo>
                <a:lnTo>
                  <a:pt x="348953" y="183118"/>
                </a:lnTo>
                <a:cubicBezTo>
                  <a:pt x="337973" y="170526"/>
                  <a:pt x="329444" y="156786"/>
                  <a:pt x="323365" y="141898"/>
                </a:cubicBezTo>
                <a:cubicBezTo>
                  <a:pt x="317285" y="127010"/>
                  <a:pt x="314246" y="110231"/>
                  <a:pt x="314246" y="91559"/>
                </a:cubicBezTo>
                <a:cubicBezTo>
                  <a:pt x="314246" y="72887"/>
                  <a:pt x="317285" y="56108"/>
                  <a:pt x="323365" y="41220"/>
                </a:cubicBezTo>
                <a:cubicBezTo>
                  <a:pt x="329444" y="26333"/>
                  <a:pt x="337973" y="12592"/>
                  <a:pt x="348953" y="0"/>
                </a:cubicBezTo>
                <a:lnTo>
                  <a:pt x="370261" y="0"/>
                </a:lnTo>
                <a:lnTo>
                  <a:pt x="370261" y="930"/>
                </a:lnTo>
                <a:cubicBezTo>
                  <a:pt x="365236" y="5459"/>
                  <a:pt x="360444" y="10685"/>
                  <a:pt x="355885" y="16609"/>
                </a:cubicBezTo>
                <a:cubicBezTo>
                  <a:pt x="351325" y="22533"/>
                  <a:pt x="347092" y="29434"/>
                  <a:pt x="343184" y="37312"/>
                </a:cubicBezTo>
                <a:cubicBezTo>
                  <a:pt x="339462" y="44942"/>
                  <a:pt x="336438" y="53347"/>
                  <a:pt x="334112" y="62528"/>
                </a:cubicBezTo>
                <a:cubicBezTo>
                  <a:pt x="331785" y="71709"/>
                  <a:pt x="330622" y="81386"/>
                  <a:pt x="330622" y="91559"/>
                </a:cubicBezTo>
                <a:cubicBezTo>
                  <a:pt x="330622" y="102167"/>
                  <a:pt x="331754" y="111874"/>
                  <a:pt x="334018" y="120683"/>
                </a:cubicBezTo>
                <a:cubicBezTo>
                  <a:pt x="336283" y="129492"/>
                  <a:pt x="339338" y="137866"/>
                  <a:pt x="343184" y="145806"/>
                </a:cubicBezTo>
                <a:cubicBezTo>
                  <a:pt x="346906" y="153436"/>
                  <a:pt x="351155" y="160337"/>
                  <a:pt x="355931" y="166509"/>
                </a:cubicBezTo>
                <a:cubicBezTo>
                  <a:pt x="360708" y="172681"/>
                  <a:pt x="365484" y="177907"/>
                  <a:pt x="370261" y="182188"/>
                </a:cubicBezTo>
                <a:lnTo>
                  <a:pt x="370261" y="183118"/>
                </a:lnTo>
                <a:close/>
                <a:moveTo>
                  <a:pt x="477991" y="138362"/>
                </a:moveTo>
                <a:cubicBezTo>
                  <a:pt x="472160" y="141154"/>
                  <a:pt x="466623" y="143325"/>
                  <a:pt x="461382" y="144875"/>
                </a:cubicBezTo>
                <a:cubicBezTo>
                  <a:pt x="456140" y="146426"/>
                  <a:pt x="450573" y="147202"/>
                  <a:pt x="444679" y="147202"/>
                </a:cubicBezTo>
                <a:cubicBezTo>
                  <a:pt x="437174" y="147202"/>
                  <a:pt x="430288" y="146099"/>
                  <a:pt x="424023" y="143893"/>
                </a:cubicBezTo>
                <a:cubicBezTo>
                  <a:pt x="417758" y="141687"/>
                  <a:pt x="412392" y="138347"/>
                  <a:pt x="407926" y="133873"/>
                </a:cubicBezTo>
                <a:cubicBezTo>
                  <a:pt x="403397" y="129398"/>
                  <a:pt x="399892" y="123744"/>
                  <a:pt x="397411" y="116909"/>
                </a:cubicBezTo>
                <a:cubicBezTo>
                  <a:pt x="394930" y="110074"/>
                  <a:pt x="393689" y="102089"/>
                  <a:pt x="393689" y="92955"/>
                </a:cubicBezTo>
                <a:cubicBezTo>
                  <a:pt x="393689" y="75929"/>
                  <a:pt x="398357" y="62570"/>
                  <a:pt x="407693" y="52877"/>
                </a:cubicBezTo>
                <a:cubicBezTo>
                  <a:pt x="417029" y="43183"/>
                  <a:pt x="429358" y="38336"/>
                  <a:pt x="444679" y="38336"/>
                </a:cubicBezTo>
                <a:cubicBezTo>
                  <a:pt x="450635" y="38336"/>
                  <a:pt x="456481" y="39173"/>
                  <a:pt x="462219" y="40848"/>
                </a:cubicBezTo>
                <a:cubicBezTo>
                  <a:pt x="467957" y="42523"/>
                  <a:pt x="473214" y="44570"/>
                  <a:pt x="477991" y="46989"/>
                </a:cubicBezTo>
                <a:lnTo>
                  <a:pt x="477991" y="66436"/>
                </a:lnTo>
                <a:lnTo>
                  <a:pt x="477060" y="66436"/>
                </a:lnTo>
                <a:cubicBezTo>
                  <a:pt x="471725" y="62309"/>
                  <a:pt x="466220" y="59138"/>
                  <a:pt x="460544" y="56922"/>
                </a:cubicBezTo>
                <a:cubicBezTo>
                  <a:pt x="454868" y="54704"/>
                  <a:pt x="449332" y="53596"/>
                  <a:pt x="443935" y="53596"/>
                </a:cubicBezTo>
                <a:cubicBezTo>
                  <a:pt x="434010" y="53596"/>
                  <a:pt x="426178" y="56930"/>
                  <a:pt x="420441" y="63598"/>
                </a:cubicBezTo>
                <a:cubicBezTo>
                  <a:pt x="414703" y="70267"/>
                  <a:pt x="411834" y="80052"/>
                  <a:pt x="411834" y="92955"/>
                </a:cubicBezTo>
                <a:cubicBezTo>
                  <a:pt x="411834" y="105485"/>
                  <a:pt x="414641" y="115116"/>
                  <a:pt x="420254" y="121846"/>
                </a:cubicBezTo>
                <a:cubicBezTo>
                  <a:pt x="425868" y="128577"/>
                  <a:pt x="433762" y="131942"/>
                  <a:pt x="443935" y="131942"/>
                </a:cubicBezTo>
                <a:cubicBezTo>
                  <a:pt x="447471" y="131942"/>
                  <a:pt x="451069" y="131480"/>
                  <a:pt x="454729" y="130558"/>
                </a:cubicBezTo>
                <a:cubicBezTo>
                  <a:pt x="458389" y="129633"/>
                  <a:pt x="461676" y="128431"/>
                  <a:pt x="464592" y="126952"/>
                </a:cubicBezTo>
                <a:cubicBezTo>
                  <a:pt x="467135" y="125659"/>
                  <a:pt x="469523" y="124290"/>
                  <a:pt x="471756" y="122843"/>
                </a:cubicBezTo>
                <a:cubicBezTo>
                  <a:pt x="473990" y="121395"/>
                  <a:pt x="475757" y="120148"/>
                  <a:pt x="477060" y="119101"/>
                </a:cubicBezTo>
                <a:lnTo>
                  <a:pt x="477991" y="119101"/>
                </a:lnTo>
                <a:lnTo>
                  <a:pt x="477991" y="138362"/>
                </a:lnTo>
                <a:close/>
                <a:moveTo>
                  <a:pt x="552895" y="91559"/>
                </a:moveTo>
                <a:cubicBezTo>
                  <a:pt x="552895" y="110231"/>
                  <a:pt x="549855" y="127010"/>
                  <a:pt x="543776" y="141898"/>
                </a:cubicBezTo>
                <a:cubicBezTo>
                  <a:pt x="537697" y="156786"/>
                  <a:pt x="529167" y="170526"/>
                  <a:pt x="518188" y="183118"/>
                </a:cubicBezTo>
                <a:lnTo>
                  <a:pt x="496880" y="183118"/>
                </a:lnTo>
                <a:lnTo>
                  <a:pt x="496880" y="182188"/>
                </a:lnTo>
                <a:cubicBezTo>
                  <a:pt x="501656" y="177907"/>
                  <a:pt x="506448" y="172681"/>
                  <a:pt x="511256" y="166509"/>
                </a:cubicBezTo>
                <a:cubicBezTo>
                  <a:pt x="516063" y="160337"/>
                  <a:pt x="520297" y="153436"/>
                  <a:pt x="523957" y="145806"/>
                </a:cubicBezTo>
                <a:cubicBezTo>
                  <a:pt x="527803" y="137866"/>
                  <a:pt x="530858" y="129492"/>
                  <a:pt x="533122" y="120683"/>
                </a:cubicBezTo>
                <a:cubicBezTo>
                  <a:pt x="535386" y="111874"/>
                  <a:pt x="536518" y="102167"/>
                  <a:pt x="536518" y="91559"/>
                </a:cubicBezTo>
                <a:cubicBezTo>
                  <a:pt x="536518" y="81386"/>
                  <a:pt x="535371" y="71709"/>
                  <a:pt x="533076" y="62528"/>
                </a:cubicBezTo>
                <a:cubicBezTo>
                  <a:pt x="530780" y="53347"/>
                  <a:pt x="527741" y="44942"/>
                  <a:pt x="523957" y="37312"/>
                </a:cubicBezTo>
                <a:cubicBezTo>
                  <a:pt x="520049" y="29434"/>
                  <a:pt x="515815" y="22533"/>
                  <a:pt x="511256" y="16609"/>
                </a:cubicBezTo>
                <a:cubicBezTo>
                  <a:pt x="506696" y="10685"/>
                  <a:pt x="501904" y="5459"/>
                  <a:pt x="496880" y="930"/>
                </a:cubicBezTo>
                <a:lnTo>
                  <a:pt x="496880" y="0"/>
                </a:lnTo>
                <a:lnTo>
                  <a:pt x="518188" y="0"/>
                </a:lnTo>
                <a:cubicBezTo>
                  <a:pt x="529167" y="12592"/>
                  <a:pt x="537697" y="26333"/>
                  <a:pt x="543776" y="41220"/>
                </a:cubicBezTo>
                <a:cubicBezTo>
                  <a:pt x="549855" y="56108"/>
                  <a:pt x="552895" y="72887"/>
                  <a:pt x="552895" y="91559"/>
                </a:cubicBezTo>
                <a:close/>
                <a:moveTo>
                  <a:pt x="624150" y="67367"/>
                </a:moveTo>
                <a:lnTo>
                  <a:pt x="601911" y="67367"/>
                </a:lnTo>
                <a:lnTo>
                  <a:pt x="601911" y="40755"/>
                </a:lnTo>
                <a:lnTo>
                  <a:pt x="624150" y="40755"/>
                </a:lnTo>
                <a:lnTo>
                  <a:pt x="624150" y="67367"/>
                </a:lnTo>
                <a:moveTo>
                  <a:pt x="630942" y="118171"/>
                </a:moveTo>
                <a:lnTo>
                  <a:pt x="604703" y="179210"/>
                </a:lnTo>
                <a:lnTo>
                  <a:pt x="591118" y="179210"/>
                </a:lnTo>
                <a:lnTo>
                  <a:pt x="607308" y="118171"/>
                </a:lnTo>
                <a:lnTo>
                  <a:pt x="630942" y="1181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69D72A-5104-4127-8761-590EC763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841" y="3364061"/>
            <a:ext cx="3059578" cy="317603"/>
          </a:xfrm>
          <a:custGeom xmlns:a="http://schemas.openxmlformats.org/drawingml/2006/main">
            <a:pathLst>
              <a:path w="3059578" h="317603">
                <a:moveTo>
                  <a:pt x="0" y="0"/>
                </a:moveTo>
                <a:lnTo>
                  <a:pt x="3059578" y="0"/>
                </a:lnTo>
                <a:lnTo>
                  <a:pt x="3059578" y="317603"/>
                </a:lnTo>
                <a:lnTo>
                  <a:pt x="0" y="31760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0F0F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21B2D5-DC1C-41DE-91F4-7181ED28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841" y="3364061"/>
            <a:ext cx="3059578" cy="317603"/>
          </a:xfrm>
          <a:custGeom xmlns:a="http://schemas.openxmlformats.org/drawingml/2006/main">
            <a:pathLst>
              <a:path w="3059578" h="317603" fill="none">
                <a:moveTo>
                  <a:pt x="0" y="0"/>
                </a:moveTo>
                <a:lnTo>
                  <a:pt x="3059578" y="0"/>
                </a:lnTo>
                <a:lnTo>
                  <a:pt x="3059578" y="317603"/>
                </a:lnTo>
                <a:lnTo>
                  <a:pt x="0" y="31760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587" cap="flat">
            <a:solidFill>
              <a:srgbClr val="F0F0F0"/>
            </a:solidFill>
            <a:miter/>
          </a:ln>
        </p:spPr>
      </p:sp>
      <p:sp>
        <p:nvSpPr>
          <p:cNvPr id="52" name="Text }">
            <a:extLst xmlns:a="http://schemas.openxmlformats.org/drawingml/2006/main">
              <a:ext uri="{FF2B5EF4-FFF2-40B4-BE49-F238E27FC236}">
                <a16:creationId xmlns:a16="http://schemas.microsoft.com/office/drawing/2014/main" id="{F35C9E5E-CA0A-41A4-BD78-352A6B64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120" y="3446895"/>
            <a:ext cx="87465" cy="181257"/>
          </a:xfrm>
          <a:custGeom xmlns:a="http://schemas.openxmlformats.org/drawingml/2006/main">
            <a:pathLst>
              <a:path w="87465" h="181257">
                <a:moveTo>
                  <a:pt x="87465" y="97886"/>
                </a:moveTo>
                <a:lnTo>
                  <a:pt x="82720" y="97886"/>
                </a:lnTo>
                <a:cubicBezTo>
                  <a:pt x="72112" y="97886"/>
                  <a:pt x="64234" y="100848"/>
                  <a:pt x="59085" y="106772"/>
                </a:cubicBezTo>
                <a:cubicBezTo>
                  <a:pt x="53937" y="112696"/>
                  <a:pt x="51362" y="120900"/>
                  <a:pt x="51362" y="131384"/>
                </a:cubicBezTo>
                <a:lnTo>
                  <a:pt x="51362" y="145248"/>
                </a:lnTo>
                <a:cubicBezTo>
                  <a:pt x="51362" y="156910"/>
                  <a:pt x="47904" y="165827"/>
                  <a:pt x="40988" y="171999"/>
                </a:cubicBezTo>
                <a:cubicBezTo>
                  <a:pt x="34071" y="178171"/>
                  <a:pt x="25061" y="181257"/>
                  <a:pt x="13957" y="181257"/>
                </a:cubicBezTo>
                <a:lnTo>
                  <a:pt x="0" y="181257"/>
                </a:lnTo>
                <a:lnTo>
                  <a:pt x="0" y="168417"/>
                </a:lnTo>
                <a:lnTo>
                  <a:pt x="10607" y="168417"/>
                </a:lnTo>
                <a:cubicBezTo>
                  <a:pt x="19044" y="168417"/>
                  <a:pt x="25169" y="166463"/>
                  <a:pt x="28984" y="162555"/>
                </a:cubicBezTo>
                <a:cubicBezTo>
                  <a:pt x="32799" y="158647"/>
                  <a:pt x="34707" y="152350"/>
                  <a:pt x="34707" y="143666"/>
                </a:cubicBezTo>
                <a:lnTo>
                  <a:pt x="34707" y="127382"/>
                </a:lnTo>
                <a:cubicBezTo>
                  <a:pt x="34707" y="118760"/>
                  <a:pt x="37095" y="111518"/>
                  <a:pt x="41872" y="105656"/>
                </a:cubicBezTo>
                <a:cubicBezTo>
                  <a:pt x="46648" y="99794"/>
                  <a:pt x="53285" y="95157"/>
                  <a:pt x="61784" y="91745"/>
                </a:cubicBezTo>
                <a:lnTo>
                  <a:pt x="61784" y="89512"/>
                </a:lnTo>
                <a:cubicBezTo>
                  <a:pt x="53285" y="86100"/>
                  <a:pt x="46648" y="81463"/>
                  <a:pt x="41872" y="75601"/>
                </a:cubicBezTo>
                <a:cubicBezTo>
                  <a:pt x="37095" y="69739"/>
                  <a:pt x="34707" y="62497"/>
                  <a:pt x="34707" y="53875"/>
                </a:cubicBezTo>
                <a:lnTo>
                  <a:pt x="34707" y="37591"/>
                </a:lnTo>
                <a:cubicBezTo>
                  <a:pt x="34707" y="28907"/>
                  <a:pt x="32799" y="22611"/>
                  <a:pt x="28984" y="18703"/>
                </a:cubicBezTo>
                <a:cubicBezTo>
                  <a:pt x="25169" y="14795"/>
                  <a:pt x="19044" y="12841"/>
                  <a:pt x="10607" y="12841"/>
                </a:cubicBezTo>
                <a:lnTo>
                  <a:pt x="0" y="12841"/>
                </a:lnTo>
                <a:lnTo>
                  <a:pt x="0" y="0"/>
                </a:lnTo>
                <a:lnTo>
                  <a:pt x="13957" y="0"/>
                </a:lnTo>
                <a:cubicBezTo>
                  <a:pt x="25061" y="0"/>
                  <a:pt x="34071" y="3086"/>
                  <a:pt x="40988" y="9258"/>
                </a:cubicBezTo>
                <a:cubicBezTo>
                  <a:pt x="47904" y="15430"/>
                  <a:pt x="51362" y="24348"/>
                  <a:pt x="51362" y="36009"/>
                </a:cubicBezTo>
                <a:lnTo>
                  <a:pt x="51362" y="49874"/>
                </a:lnTo>
                <a:cubicBezTo>
                  <a:pt x="51362" y="60357"/>
                  <a:pt x="53937" y="68561"/>
                  <a:pt x="59085" y="74485"/>
                </a:cubicBezTo>
                <a:cubicBezTo>
                  <a:pt x="64234" y="80409"/>
                  <a:pt x="72112" y="83371"/>
                  <a:pt x="82720" y="83371"/>
                </a:cubicBezTo>
                <a:lnTo>
                  <a:pt x="87465" y="83371"/>
                </a:lnTo>
                <a:lnTo>
                  <a:pt x="87465" y="978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Text 7">
            <a:extLst xmlns:a="http://schemas.openxmlformats.org/drawingml/2006/main">
              <a:ext uri="{FF2B5EF4-FFF2-40B4-BE49-F238E27FC236}">
                <a16:creationId xmlns:a16="http://schemas.microsoft.com/office/drawing/2014/main" id="{D4F5F8AF-292D-4EF0-9920-5498C12F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53" y="3048442"/>
            <a:ext cx="77230" cy="109176"/>
          </a:xfrm>
          <a:custGeom xmlns:a="http://schemas.openxmlformats.org/drawingml/2006/main">
            <a:pathLst>
              <a:path w="77230" h="109176">
                <a:moveTo>
                  <a:pt x="77230" y="0"/>
                </a:moveTo>
                <a:lnTo>
                  <a:pt x="77230" y="12242"/>
                </a:lnTo>
                <a:cubicBezTo>
                  <a:pt x="73663" y="15660"/>
                  <a:pt x="68920" y="21659"/>
                  <a:pt x="63001" y="30241"/>
                </a:cubicBezTo>
                <a:cubicBezTo>
                  <a:pt x="57082" y="38822"/>
                  <a:pt x="51848" y="48075"/>
                  <a:pt x="47299" y="58000"/>
                </a:cubicBezTo>
                <a:cubicBezTo>
                  <a:pt x="42802" y="67666"/>
                  <a:pt x="39390" y="76480"/>
                  <a:pt x="37064" y="84441"/>
                </a:cubicBezTo>
                <a:cubicBezTo>
                  <a:pt x="35565" y="89559"/>
                  <a:pt x="33626" y="97804"/>
                  <a:pt x="31249" y="109176"/>
                </a:cubicBezTo>
                <a:lnTo>
                  <a:pt x="15818" y="109176"/>
                </a:lnTo>
                <a:cubicBezTo>
                  <a:pt x="19333" y="88000"/>
                  <a:pt x="27087" y="66926"/>
                  <a:pt x="39080" y="45954"/>
                </a:cubicBezTo>
                <a:cubicBezTo>
                  <a:pt x="46162" y="33661"/>
                  <a:pt x="53606" y="23047"/>
                  <a:pt x="61412" y="14112"/>
                </a:cubicBezTo>
                <a:lnTo>
                  <a:pt x="0" y="14112"/>
                </a:lnTo>
                <a:lnTo>
                  <a:pt x="0" y="0"/>
                </a:lnTo>
                <a:lnTo>
                  <a:pt x="7723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Text 8">
            <a:extLst xmlns:a="http://schemas.openxmlformats.org/drawingml/2006/main">
              <a:ext uri="{FF2B5EF4-FFF2-40B4-BE49-F238E27FC236}">
                <a16:creationId xmlns:a16="http://schemas.microsoft.com/office/drawing/2014/main" id="{C17737FA-9BCB-4540-A24D-04DC5B25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55" y="3469899"/>
            <a:ext cx="76299" cy="114294"/>
          </a:xfrm>
          <a:custGeom xmlns:a="http://schemas.openxmlformats.org/drawingml/2006/main">
            <a:pathLst>
              <a:path w="76299" h="114294">
                <a:moveTo>
                  <a:pt x="38072" y="46679"/>
                </a:moveTo>
                <a:cubicBezTo>
                  <a:pt x="44224" y="46679"/>
                  <a:pt x="49031" y="44964"/>
                  <a:pt x="52494" y="41535"/>
                </a:cubicBezTo>
                <a:cubicBezTo>
                  <a:pt x="55958" y="38105"/>
                  <a:pt x="57690" y="34017"/>
                  <a:pt x="57690" y="29271"/>
                </a:cubicBezTo>
                <a:cubicBezTo>
                  <a:pt x="57690" y="25146"/>
                  <a:pt x="56035" y="21355"/>
                  <a:pt x="52727" y="17900"/>
                </a:cubicBezTo>
                <a:cubicBezTo>
                  <a:pt x="49419" y="14444"/>
                  <a:pt x="44379" y="12717"/>
                  <a:pt x="37607" y="12717"/>
                </a:cubicBezTo>
                <a:cubicBezTo>
                  <a:pt x="30887" y="12717"/>
                  <a:pt x="26028" y="14444"/>
                  <a:pt x="23029" y="17900"/>
                </a:cubicBezTo>
                <a:cubicBezTo>
                  <a:pt x="20031" y="21355"/>
                  <a:pt x="18532" y="25404"/>
                  <a:pt x="18532" y="30047"/>
                </a:cubicBezTo>
                <a:cubicBezTo>
                  <a:pt x="18532" y="35255"/>
                  <a:pt x="20471" y="39329"/>
                  <a:pt x="24348" y="42269"/>
                </a:cubicBezTo>
                <a:cubicBezTo>
                  <a:pt x="28225" y="45209"/>
                  <a:pt x="32799" y="46679"/>
                  <a:pt x="38072" y="46679"/>
                </a:cubicBezTo>
                <a:moveTo>
                  <a:pt x="38925" y="101577"/>
                </a:moveTo>
                <a:cubicBezTo>
                  <a:pt x="45387" y="101577"/>
                  <a:pt x="50750" y="99839"/>
                  <a:pt x="55015" y="96363"/>
                </a:cubicBezTo>
                <a:cubicBezTo>
                  <a:pt x="59279" y="92886"/>
                  <a:pt x="61412" y="87697"/>
                  <a:pt x="61412" y="80794"/>
                </a:cubicBezTo>
                <a:cubicBezTo>
                  <a:pt x="61412" y="73635"/>
                  <a:pt x="59215" y="68201"/>
                  <a:pt x="54821" y="64494"/>
                </a:cubicBezTo>
                <a:cubicBezTo>
                  <a:pt x="50427" y="60785"/>
                  <a:pt x="44792" y="58930"/>
                  <a:pt x="37917" y="58930"/>
                </a:cubicBezTo>
                <a:cubicBezTo>
                  <a:pt x="31249" y="58930"/>
                  <a:pt x="25808" y="60824"/>
                  <a:pt x="21595" y="64610"/>
                </a:cubicBezTo>
                <a:cubicBezTo>
                  <a:pt x="17382" y="68395"/>
                  <a:pt x="15275" y="73635"/>
                  <a:pt x="15275" y="80331"/>
                </a:cubicBezTo>
                <a:cubicBezTo>
                  <a:pt x="15275" y="86100"/>
                  <a:pt x="17201" y="91083"/>
                  <a:pt x="21052" y="95282"/>
                </a:cubicBezTo>
                <a:cubicBezTo>
                  <a:pt x="24903" y="99479"/>
                  <a:pt x="30861" y="101577"/>
                  <a:pt x="38925" y="101577"/>
                </a:cubicBezTo>
                <a:moveTo>
                  <a:pt x="19075" y="52063"/>
                </a:moveTo>
                <a:cubicBezTo>
                  <a:pt x="15198" y="50412"/>
                  <a:pt x="12174" y="48479"/>
                  <a:pt x="10003" y="46262"/>
                </a:cubicBezTo>
                <a:cubicBezTo>
                  <a:pt x="5919" y="42136"/>
                  <a:pt x="3877" y="36772"/>
                  <a:pt x="3877" y="30170"/>
                </a:cubicBezTo>
                <a:cubicBezTo>
                  <a:pt x="3877" y="21919"/>
                  <a:pt x="6875" y="14828"/>
                  <a:pt x="12872" y="8898"/>
                </a:cubicBezTo>
                <a:cubicBezTo>
                  <a:pt x="18868" y="2966"/>
                  <a:pt x="27372" y="0"/>
                  <a:pt x="38382" y="0"/>
                </a:cubicBezTo>
                <a:cubicBezTo>
                  <a:pt x="49031" y="0"/>
                  <a:pt x="57379" y="2798"/>
                  <a:pt x="63428" y="8394"/>
                </a:cubicBezTo>
                <a:cubicBezTo>
                  <a:pt x="69476" y="13989"/>
                  <a:pt x="72500" y="20526"/>
                  <a:pt x="72500" y="28004"/>
                </a:cubicBezTo>
                <a:cubicBezTo>
                  <a:pt x="72500" y="34915"/>
                  <a:pt x="70742" y="40511"/>
                  <a:pt x="67227" y="44791"/>
                </a:cubicBezTo>
                <a:cubicBezTo>
                  <a:pt x="65263" y="47214"/>
                  <a:pt x="62213" y="49587"/>
                  <a:pt x="58077" y="51908"/>
                </a:cubicBezTo>
                <a:cubicBezTo>
                  <a:pt x="62678" y="54024"/>
                  <a:pt x="66297" y="56450"/>
                  <a:pt x="68933" y="59185"/>
                </a:cubicBezTo>
                <a:cubicBezTo>
                  <a:pt x="73844" y="64344"/>
                  <a:pt x="76299" y="71052"/>
                  <a:pt x="76299" y="79309"/>
                </a:cubicBezTo>
                <a:cubicBezTo>
                  <a:pt x="76299" y="89061"/>
                  <a:pt x="73017" y="97330"/>
                  <a:pt x="66452" y="104117"/>
                </a:cubicBezTo>
                <a:cubicBezTo>
                  <a:pt x="59887" y="110901"/>
                  <a:pt x="50608" y="114294"/>
                  <a:pt x="38615" y="114294"/>
                </a:cubicBezTo>
                <a:cubicBezTo>
                  <a:pt x="27811" y="114294"/>
                  <a:pt x="18674" y="111366"/>
                  <a:pt x="11205" y="105510"/>
                </a:cubicBezTo>
                <a:cubicBezTo>
                  <a:pt x="3735" y="99652"/>
                  <a:pt x="0" y="91151"/>
                  <a:pt x="0" y="80004"/>
                </a:cubicBezTo>
                <a:cubicBezTo>
                  <a:pt x="0" y="73452"/>
                  <a:pt x="1602" y="67789"/>
                  <a:pt x="4807" y="63016"/>
                </a:cubicBezTo>
                <a:cubicBezTo>
                  <a:pt x="8012" y="58242"/>
                  <a:pt x="12768" y="54591"/>
                  <a:pt x="19075" y="5206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Text (a)Samplecode.">
            <a:extLst xmlns:a="http://schemas.openxmlformats.org/drawingml/2006/main">
              <a:ext uri="{FF2B5EF4-FFF2-40B4-BE49-F238E27FC236}">
                <a16:creationId xmlns:a16="http://schemas.microsoft.com/office/drawing/2014/main" id="{AC150660-60D1-4116-BB6F-3658A1A8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889" y="5124584"/>
            <a:ext cx="1561570" cy="205693"/>
          </a:xfrm>
          <a:custGeom xmlns:a="http://schemas.openxmlformats.org/drawingml/2006/main">
            <a:pathLst>
              <a:path w="1561570" h="205693">
                <a:moveTo>
                  <a:pt x="56466" y="1650"/>
                </a:moveTo>
                <a:cubicBezTo>
                  <a:pt x="39549" y="12624"/>
                  <a:pt x="32691" y="18567"/>
                  <a:pt x="24232" y="29084"/>
                </a:cubicBezTo>
                <a:cubicBezTo>
                  <a:pt x="8002" y="48970"/>
                  <a:pt x="0" y="71832"/>
                  <a:pt x="0" y="98579"/>
                </a:cubicBezTo>
                <a:cubicBezTo>
                  <a:pt x="0" y="127611"/>
                  <a:pt x="8459" y="150012"/>
                  <a:pt x="28575" y="173330"/>
                </a:cubicBezTo>
                <a:cubicBezTo>
                  <a:pt x="37948" y="184304"/>
                  <a:pt x="43892" y="189334"/>
                  <a:pt x="55779" y="196648"/>
                </a:cubicBezTo>
                <a:lnTo>
                  <a:pt x="58521" y="192989"/>
                </a:lnTo>
                <a:cubicBezTo>
                  <a:pt x="40236" y="178587"/>
                  <a:pt x="33835" y="170588"/>
                  <a:pt x="27661" y="153441"/>
                </a:cubicBezTo>
                <a:cubicBezTo>
                  <a:pt x="22174" y="138128"/>
                  <a:pt x="19659" y="120753"/>
                  <a:pt x="19659" y="97892"/>
                </a:cubicBezTo>
                <a:cubicBezTo>
                  <a:pt x="19659" y="73890"/>
                  <a:pt x="22631" y="55144"/>
                  <a:pt x="28805" y="40972"/>
                </a:cubicBezTo>
                <a:cubicBezTo>
                  <a:pt x="35206" y="26796"/>
                  <a:pt x="42064" y="18567"/>
                  <a:pt x="58521" y="5309"/>
                </a:cubicBezTo>
                <a:lnTo>
                  <a:pt x="56466" y="1650"/>
                </a:lnTo>
                <a:close/>
                <a:moveTo>
                  <a:pt x="166192" y="140998"/>
                </a:moveTo>
                <a:cubicBezTo>
                  <a:pt x="162306" y="144194"/>
                  <a:pt x="159564" y="145338"/>
                  <a:pt x="156135" y="145338"/>
                </a:cubicBezTo>
                <a:cubicBezTo>
                  <a:pt x="150879" y="145338"/>
                  <a:pt x="149277" y="142139"/>
                  <a:pt x="149277" y="132090"/>
                </a:cubicBezTo>
                <a:lnTo>
                  <a:pt x="149277" y="87542"/>
                </a:lnTo>
                <a:cubicBezTo>
                  <a:pt x="149277" y="75662"/>
                  <a:pt x="148133" y="69038"/>
                  <a:pt x="144704" y="63554"/>
                </a:cubicBezTo>
                <a:cubicBezTo>
                  <a:pt x="139675" y="55333"/>
                  <a:pt x="129845" y="50986"/>
                  <a:pt x="116360" y="50986"/>
                </a:cubicBezTo>
                <a:cubicBezTo>
                  <a:pt x="94869" y="50986"/>
                  <a:pt x="77955" y="62183"/>
                  <a:pt x="77955" y="76576"/>
                </a:cubicBezTo>
                <a:cubicBezTo>
                  <a:pt x="77955" y="81832"/>
                  <a:pt x="82525" y="86398"/>
                  <a:pt x="87785" y="86398"/>
                </a:cubicBezTo>
                <a:cubicBezTo>
                  <a:pt x="93268" y="86398"/>
                  <a:pt x="98071" y="81832"/>
                  <a:pt x="98071" y="76806"/>
                </a:cubicBezTo>
                <a:cubicBezTo>
                  <a:pt x="98071" y="75892"/>
                  <a:pt x="97841" y="74748"/>
                  <a:pt x="97614" y="73150"/>
                </a:cubicBezTo>
                <a:cubicBezTo>
                  <a:pt x="97157" y="71096"/>
                  <a:pt x="96927" y="69268"/>
                  <a:pt x="96927" y="67667"/>
                </a:cubicBezTo>
                <a:cubicBezTo>
                  <a:pt x="96927" y="61500"/>
                  <a:pt x="104242" y="56473"/>
                  <a:pt x="113388" y="56473"/>
                </a:cubicBezTo>
                <a:cubicBezTo>
                  <a:pt x="124588" y="56473"/>
                  <a:pt x="130759" y="63097"/>
                  <a:pt x="130759" y="75435"/>
                </a:cubicBezTo>
                <a:lnTo>
                  <a:pt x="130759" y="89370"/>
                </a:lnTo>
                <a:cubicBezTo>
                  <a:pt x="95556" y="103532"/>
                  <a:pt x="91671" y="105360"/>
                  <a:pt x="81841" y="114042"/>
                </a:cubicBezTo>
                <a:cubicBezTo>
                  <a:pt x="76811" y="118611"/>
                  <a:pt x="73609" y="126376"/>
                  <a:pt x="73609" y="133914"/>
                </a:cubicBezTo>
                <a:cubicBezTo>
                  <a:pt x="73609" y="148310"/>
                  <a:pt x="83669" y="158366"/>
                  <a:pt x="97614" y="158366"/>
                </a:cubicBezTo>
                <a:cubicBezTo>
                  <a:pt x="107671" y="158366"/>
                  <a:pt x="117043" y="153566"/>
                  <a:pt x="130989" y="141679"/>
                </a:cubicBezTo>
                <a:cubicBezTo>
                  <a:pt x="132133" y="153566"/>
                  <a:pt x="136246" y="158366"/>
                  <a:pt x="145618" y="158366"/>
                </a:cubicBezTo>
                <a:cubicBezTo>
                  <a:pt x="153390" y="158366"/>
                  <a:pt x="158193" y="155624"/>
                  <a:pt x="166192" y="146939"/>
                </a:cubicBezTo>
                <a:lnTo>
                  <a:pt x="166192" y="140998"/>
                </a:lnTo>
                <a:moveTo>
                  <a:pt x="130759" y="127963"/>
                </a:moveTo>
                <a:cubicBezTo>
                  <a:pt x="130759" y="135051"/>
                  <a:pt x="129618" y="137109"/>
                  <a:pt x="124815" y="139851"/>
                </a:cubicBezTo>
                <a:cubicBezTo>
                  <a:pt x="119332" y="143053"/>
                  <a:pt x="112931" y="145107"/>
                  <a:pt x="108128" y="145107"/>
                </a:cubicBezTo>
                <a:cubicBezTo>
                  <a:pt x="100129" y="145107"/>
                  <a:pt x="93729" y="137336"/>
                  <a:pt x="93729" y="127506"/>
                </a:cubicBezTo>
                <a:lnTo>
                  <a:pt x="93729" y="126592"/>
                </a:lnTo>
                <a:cubicBezTo>
                  <a:pt x="93729" y="113104"/>
                  <a:pt x="103098" y="104875"/>
                  <a:pt x="130759" y="94815"/>
                </a:cubicBezTo>
                <a:lnTo>
                  <a:pt x="130759" y="127963"/>
                </a:lnTo>
                <a:close/>
                <a:moveTo>
                  <a:pt x="175338" y="196648"/>
                </a:moveTo>
                <a:cubicBezTo>
                  <a:pt x="192255" y="185675"/>
                  <a:pt x="199113" y="179731"/>
                  <a:pt x="207568" y="169214"/>
                </a:cubicBezTo>
                <a:cubicBezTo>
                  <a:pt x="223802" y="149328"/>
                  <a:pt x="231800" y="126467"/>
                  <a:pt x="231800" y="99723"/>
                </a:cubicBezTo>
                <a:cubicBezTo>
                  <a:pt x="231800" y="70461"/>
                  <a:pt x="223342" y="48287"/>
                  <a:pt x="203225" y="24968"/>
                </a:cubicBezTo>
                <a:cubicBezTo>
                  <a:pt x="193853" y="13994"/>
                  <a:pt x="187909" y="8968"/>
                  <a:pt x="176021" y="1650"/>
                </a:cubicBezTo>
                <a:lnTo>
                  <a:pt x="173280" y="5309"/>
                </a:lnTo>
                <a:cubicBezTo>
                  <a:pt x="191568" y="19712"/>
                  <a:pt x="197739" y="27713"/>
                  <a:pt x="204139" y="44858"/>
                </a:cubicBezTo>
                <a:cubicBezTo>
                  <a:pt x="209626" y="60174"/>
                  <a:pt x="212141" y="77545"/>
                  <a:pt x="212141" y="100407"/>
                </a:cubicBezTo>
                <a:cubicBezTo>
                  <a:pt x="212141" y="124182"/>
                  <a:pt x="209169" y="143154"/>
                  <a:pt x="202999" y="157100"/>
                </a:cubicBezTo>
                <a:cubicBezTo>
                  <a:pt x="196598" y="171502"/>
                  <a:pt x="189740" y="179731"/>
                  <a:pt x="173280" y="192989"/>
                </a:cubicBezTo>
                <a:lnTo>
                  <a:pt x="175338" y="196648"/>
                </a:lnTo>
                <a:close/>
                <a:moveTo>
                  <a:pt x="424968" y="1577"/>
                </a:moveTo>
                <a:lnTo>
                  <a:pt x="420168" y="1577"/>
                </a:lnTo>
                <a:cubicBezTo>
                  <a:pt x="419255" y="6833"/>
                  <a:pt x="416740" y="9348"/>
                  <a:pt x="412854" y="9348"/>
                </a:cubicBezTo>
                <a:cubicBezTo>
                  <a:pt x="410566" y="9348"/>
                  <a:pt x="406680" y="8434"/>
                  <a:pt x="402794" y="6607"/>
                </a:cubicBezTo>
                <a:cubicBezTo>
                  <a:pt x="394335" y="3481"/>
                  <a:pt x="385876" y="1650"/>
                  <a:pt x="378562" y="1650"/>
                </a:cubicBezTo>
                <a:cubicBezTo>
                  <a:pt x="368732" y="1650"/>
                  <a:pt x="358676" y="5539"/>
                  <a:pt x="351131" y="12167"/>
                </a:cubicBezTo>
                <a:cubicBezTo>
                  <a:pt x="343129" y="19248"/>
                  <a:pt x="339016" y="28840"/>
                  <a:pt x="339016" y="40717"/>
                </a:cubicBezTo>
                <a:cubicBezTo>
                  <a:pt x="339016" y="58988"/>
                  <a:pt x="349073" y="71776"/>
                  <a:pt x="374676" y="85254"/>
                </a:cubicBezTo>
                <a:cubicBezTo>
                  <a:pt x="391136" y="93933"/>
                  <a:pt x="403024" y="103295"/>
                  <a:pt x="408738" y="111977"/>
                </a:cubicBezTo>
                <a:cubicBezTo>
                  <a:pt x="410796" y="114945"/>
                  <a:pt x="411940" y="119742"/>
                  <a:pt x="411940" y="125221"/>
                </a:cubicBezTo>
                <a:cubicBezTo>
                  <a:pt x="411940" y="140524"/>
                  <a:pt x="400509" y="151030"/>
                  <a:pt x="383822" y="151030"/>
                </a:cubicBezTo>
                <a:cubicBezTo>
                  <a:pt x="363475" y="151030"/>
                  <a:pt x="349073" y="138469"/>
                  <a:pt x="337642" y="110606"/>
                </a:cubicBezTo>
                <a:lnTo>
                  <a:pt x="332385" y="110606"/>
                </a:lnTo>
                <a:lnTo>
                  <a:pt x="339243" y="159032"/>
                </a:lnTo>
                <a:lnTo>
                  <a:pt x="344273" y="159032"/>
                </a:lnTo>
                <a:cubicBezTo>
                  <a:pt x="344500" y="154763"/>
                  <a:pt x="347245" y="151564"/>
                  <a:pt x="350674" y="151564"/>
                </a:cubicBezTo>
                <a:cubicBezTo>
                  <a:pt x="353189" y="151564"/>
                  <a:pt x="357075" y="152478"/>
                  <a:pt x="361417" y="154079"/>
                </a:cubicBezTo>
                <a:cubicBezTo>
                  <a:pt x="370103" y="157431"/>
                  <a:pt x="379249" y="159259"/>
                  <a:pt x="388391" y="159259"/>
                </a:cubicBezTo>
                <a:cubicBezTo>
                  <a:pt x="414682" y="159259"/>
                  <a:pt x="435028" y="141211"/>
                  <a:pt x="435028" y="117684"/>
                </a:cubicBezTo>
                <a:cubicBezTo>
                  <a:pt x="435028" y="98956"/>
                  <a:pt x="422453" y="84110"/>
                  <a:pt x="392277" y="67894"/>
                </a:cubicBezTo>
                <a:cubicBezTo>
                  <a:pt x="368275" y="54649"/>
                  <a:pt x="358676" y="44600"/>
                  <a:pt x="358676" y="32265"/>
                </a:cubicBezTo>
                <a:cubicBezTo>
                  <a:pt x="358676" y="19705"/>
                  <a:pt x="368275" y="11023"/>
                  <a:pt x="382447" y="11023"/>
                </a:cubicBezTo>
                <a:cubicBezTo>
                  <a:pt x="392738" y="11023"/>
                  <a:pt x="402337" y="15365"/>
                  <a:pt x="410339" y="23587"/>
                </a:cubicBezTo>
                <a:cubicBezTo>
                  <a:pt x="417423" y="30895"/>
                  <a:pt x="420625" y="36831"/>
                  <a:pt x="424284" y="50310"/>
                </a:cubicBezTo>
                <a:lnTo>
                  <a:pt x="429998" y="50310"/>
                </a:lnTo>
                <a:lnTo>
                  <a:pt x="424968" y="1577"/>
                </a:lnTo>
                <a:close/>
                <a:moveTo>
                  <a:pt x="550926" y="140998"/>
                </a:moveTo>
                <a:cubicBezTo>
                  <a:pt x="547040" y="144194"/>
                  <a:pt x="544298" y="145338"/>
                  <a:pt x="540869" y="145338"/>
                </a:cubicBezTo>
                <a:cubicBezTo>
                  <a:pt x="535613" y="145338"/>
                  <a:pt x="534011" y="142139"/>
                  <a:pt x="534011" y="132090"/>
                </a:cubicBezTo>
                <a:lnTo>
                  <a:pt x="534011" y="87542"/>
                </a:lnTo>
                <a:cubicBezTo>
                  <a:pt x="534011" y="75662"/>
                  <a:pt x="532867" y="69038"/>
                  <a:pt x="529438" y="63554"/>
                </a:cubicBezTo>
                <a:cubicBezTo>
                  <a:pt x="524409" y="55333"/>
                  <a:pt x="514579" y="50986"/>
                  <a:pt x="501094" y="50986"/>
                </a:cubicBezTo>
                <a:cubicBezTo>
                  <a:pt x="479603" y="50986"/>
                  <a:pt x="462689" y="62183"/>
                  <a:pt x="462689" y="76576"/>
                </a:cubicBezTo>
                <a:cubicBezTo>
                  <a:pt x="462689" y="81832"/>
                  <a:pt x="467259" y="86398"/>
                  <a:pt x="472519" y="86398"/>
                </a:cubicBezTo>
                <a:cubicBezTo>
                  <a:pt x="478002" y="86398"/>
                  <a:pt x="482805" y="81832"/>
                  <a:pt x="482805" y="76806"/>
                </a:cubicBezTo>
                <a:cubicBezTo>
                  <a:pt x="482805" y="75892"/>
                  <a:pt x="482575" y="74748"/>
                  <a:pt x="482348" y="73150"/>
                </a:cubicBezTo>
                <a:cubicBezTo>
                  <a:pt x="481891" y="71096"/>
                  <a:pt x="481661" y="69268"/>
                  <a:pt x="481661" y="67667"/>
                </a:cubicBezTo>
                <a:cubicBezTo>
                  <a:pt x="481661" y="61500"/>
                  <a:pt x="488976" y="56473"/>
                  <a:pt x="498122" y="56473"/>
                </a:cubicBezTo>
                <a:cubicBezTo>
                  <a:pt x="509322" y="56473"/>
                  <a:pt x="515493" y="63097"/>
                  <a:pt x="515493" y="75435"/>
                </a:cubicBezTo>
                <a:lnTo>
                  <a:pt x="515493" y="89370"/>
                </a:lnTo>
                <a:cubicBezTo>
                  <a:pt x="480290" y="103532"/>
                  <a:pt x="476405" y="105360"/>
                  <a:pt x="466575" y="114042"/>
                </a:cubicBezTo>
                <a:cubicBezTo>
                  <a:pt x="461545" y="118611"/>
                  <a:pt x="458343" y="126376"/>
                  <a:pt x="458343" y="133914"/>
                </a:cubicBezTo>
                <a:cubicBezTo>
                  <a:pt x="458343" y="148310"/>
                  <a:pt x="468403" y="158366"/>
                  <a:pt x="482348" y="158366"/>
                </a:cubicBezTo>
                <a:cubicBezTo>
                  <a:pt x="492405" y="158366"/>
                  <a:pt x="501777" y="153566"/>
                  <a:pt x="515723" y="141679"/>
                </a:cubicBezTo>
                <a:cubicBezTo>
                  <a:pt x="516867" y="153566"/>
                  <a:pt x="520980" y="158366"/>
                  <a:pt x="530352" y="158366"/>
                </a:cubicBezTo>
                <a:cubicBezTo>
                  <a:pt x="538124" y="158366"/>
                  <a:pt x="542927" y="155624"/>
                  <a:pt x="550926" y="146939"/>
                </a:cubicBezTo>
                <a:lnTo>
                  <a:pt x="550926" y="140998"/>
                </a:lnTo>
                <a:moveTo>
                  <a:pt x="515493" y="127963"/>
                </a:moveTo>
                <a:cubicBezTo>
                  <a:pt x="515493" y="135051"/>
                  <a:pt x="514352" y="137109"/>
                  <a:pt x="509549" y="139851"/>
                </a:cubicBezTo>
                <a:cubicBezTo>
                  <a:pt x="504066" y="143053"/>
                  <a:pt x="497665" y="145107"/>
                  <a:pt x="492862" y="145107"/>
                </a:cubicBezTo>
                <a:cubicBezTo>
                  <a:pt x="484863" y="145107"/>
                  <a:pt x="478463" y="137336"/>
                  <a:pt x="478463" y="127506"/>
                </a:cubicBezTo>
                <a:lnTo>
                  <a:pt x="478463" y="126592"/>
                </a:lnTo>
                <a:cubicBezTo>
                  <a:pt x="478463" y="113104"/>
                  <a:pt x="487832" y="104875"/>
                  <a:pt x="515493" y="94815"/>
                </a:cubicBezTo>
                <a:lnTo>
                  <a:pt x="515493" y="127963"/>
                </a:lnTo>
                <a:close/>
                <a:moveTo>
                  <a:pt x="555729" y="65162"/>
                </a:moveTo>
                <a:cubicBezTo>
                  <a:pt x="558701" y="64475"/>
                  <a:pt x="560528" y="64248"/>
                  <a:pt x="563043" y="64248"/>
                </a:cubicBezTo>
                <a:cubicBezTo>
                  <a:pt x="568987" y="64248"/>
                  <a:pt x="571045" y="67904"/>
                  <a:pt x="571045" y="78874"/>
                </a:cubicBezTo>
                <a:lnTo>
                  <a:pt x="571045" y="136704"/>
                </a:lnTo>
                <a:cubicBezTo>
                  <a:pt x="571045" y="149049"/>
                  <a:pt x="567843" y="152478"/>
                  <a:pt x="555042" y="152705"/>
                </a:cubicBezTo>
                <a:lnTo>
                  <a:pt x="555042" y="156133"/>
                </a:lnTo>
                <a:lnTo>
                  <a:pt x="605791" y="156133"/>
                </a:lnTo>
                <a:lnTo>
                  <a:pt x="605791" y="152705"/>
                </a:lnTo>
                <a:cubicBezTo>
                  <a:pt x="593676" y="152248"/>
                  <a:pt x="590248" y="149736"/>
                  <a:pt x="590248" y="140820"/>
                </a:cubicBezTo>
                <a:lnTo>
                  <a:pt x="590248" y="76363"/>
                </a:lnTo>
                <a:cubicBezTo>
                  <a:pt x="590248" y="75906"/>
                  <a:pt x="592075" y="73618"/>
                  <a:pt x="593676" y="72020"/>
                </a:cubicBezTo>
                <a:cubicBezTo>
                  <a:pt x="599390" y="66760"/>
                  <a:pt x="609220" y="62874"/>
                  <a:pt x="617222" y="62874"/>
                </a:cubicBezTo>
                <a:cubicBezTo>
                  <a:pt x="627278" y="62874"/>
                  <a:pt x="632308" y="70876"/>
                  <a:pt x="632308" y="86876"/>
                </a:cubicBezTo>
                <a:lnTo>
                  <a:pt x="632308" y="136478"/>
                </a:lnTo>
                <a:cubicBezTo>
                  <a:pt x="632308" y="149279"/>
                  <a:pt x="629793" y="151791"/>
                  <a:pt x="616765" y="152705"/>
                </a:cubicBezTo>
                <a:lnTo>
                  <a:pt x="616765" y="156133"/>
                </a:lnTo>
                <a:lnTo>
                  <a:pt x="667971" y="156133"/>
                </a:lnTo>
                <a:lnTo>
                  <a:pt x="667971" y="152705"/>
                </a:lnTo>
                <a:cubicBezTo>
                  <a:pt x="654939" y="152478"/>
                  <a:pt x="651510" y="148592"/>
                  <a:pt x="651510" y="134420"/>
                </a:cubicBezTo>
                <a:lnTo>
                  <a:pt x="651510" y="76820"/>
                </a:lnTo>
                <a:cubicBezTo>
                  <a:pt x="658368" y="66990"/>
                  <a:pt x="665913" y="62874"/>
                  <a:pt x="676430" y="62874"/>
                </a:cubicBezTo>
                <a:cubicBezTo>
                  <a:pt x="689458" y="62874"/>
                  <a:pt x="693574" y="69048"/>
                  <a:pt x="693574" y="88020"/>
                </a:cubicBezTo>
                <a:lnTo>
                  <a:pt x="693574" y="136248"/>
                </a:lnTo>
                <a:cubicBezTo>
                  <a:pt x="693574" y="149279"/>
                  <a:pt x="691746" y="151107"/>
                  <a:pt x="678488" y="152705"/>
                </a:cubicBezTo>
                <a:lnTo>
                  <a:pt x="678488" y="156133"/>
                </a:lnTo>
                <a:lnTo>
                  <a:pt x="728550" y="156133"/>
                </a:lnTo>
                <a:lnTo>
                  <a:pt x="728550" y="152705"/>
                </a:lnTo>
                <a:lnTo>
                  <a:pt x="722606" y="152248"/>
                </a:lnTo>
                <a:cubicBezTo>
                  <a:pt x="715748" y="151791"/>
                  <a:pt x="712776" y="147678"/>
                  <a:pt x="712776" y="138762"/>
                </a:cubicBezTo>
                <a:lnTo>
                  <a:pt x="712776" y="91676"/>
                </a:lnTo>
                <a:cubicBezTo>
                  <a:pt x="712776" y="64705"/>
                  <a:pt x="703860" y="50986"/>
                  <a:pt x="686259" y="50986"/>
                </a:cubicBezTo>
                <a:cubicBezTo>
                  <a:pt x="673001" y="50986"/>
                  <a:pt x="661340" y="56930"/>
                  <a:pt x="648995" y="70189"/>
                </a:cubicBezTo>
                <a:cubicBezTo>
                  <a:pt x="644883" y="57160"/>
                  <a:pt x="637111" y="50986"/>
                  <a:pt x="624766" y="50986"/>
                </a:cubicBezTo>
                <a:cubicBezTo>
                  <a:pt x="614707" y="50986"/>
                  <a:pt x="608306" y="54189"/>
                  <a:pt x="589330" y="68591"/>
                </a:cubicBezTo>
                <a:lnTo>
                  <a:pt x="589330" y="51447"/>
                </a:lnTo>
                <a:lnTo>
                  <a:pt x="587733" y="50986"/>
                </a:lnTo>
                <a:cubicBezTo>
                  <a:pt x="576072" y="55333"/>
                  <a:pt x="568300" y="57848"/>
                  <a:pt x="555729" y="61276"/>
                </a:cubicBezTo>
                <a:lnTo>
                  <a:pt x="555729" y="65162"/>
                </a:lnTo>
                <a:close/>
                <a:moveTo>
                  <a:pt x="731291" y="66247"/>
                </a:moveTo>
                <a:cubicBezTo>
                  <a:pt x="733349" y="66020"/>
                  <a:pt x="734950" y="66020"/>
                  <a:pt x="737008" y="66020"/>
                </a:cubicBezTo>
                <a:cubicBezTo>
                  <a:pt x="744780" y="66020"/>
                  <a:pt x="746381" y="68305"/>
                  <a:pt x="746381" y="79049"/>
                </a:cubicBezTo>
                <a:lnTo>
                  <a:pt x="746381" y="186034"/>
                </a:lnTo>
                <a:cubicBezTo>
                  <a:pt x="746381" y="197922"/>
                  <a:pt x="743866" y="200437"/>
                  <a:pt x="730377" y="201807"/>
                </a:cubicBezTo>
                <a:lnTo>
                  <a:pt x="730377" y="205693"/>
                </a:lnTo>
                <a:lnTo>
                  <a:pt x="785700" y="205693"/>
                </a:lnTo>
                <a:lnTo>
                  <a:pt x="785700" y="201581"/>
                </a:lnTo>
                <a:cubicBezTo>
                  <a:pt x="768555" y="201351"/>
                  <a:pt x="765583" y="198836"/>
                  <a:pt x="765583" y="184433"/>
                </a:cubicBezTo>
                <a:lnTo>
                  <a:pt x="765583" y="148540"/>
                </a:lnTo>
                <a:cubicBezTo>
                  <a:pt x="773585" y="156081"/>
                  <a:pt x="779069" y="158366"/>
                  <a:pt x="788672" y="158366"/>
                </a:cubicBezTo>
                <a:cubicBezTo>
                  <a:pt x="815645" y="158366"/>
                  <a:pt x="836676" y="132777"/>
                  <a:pt x="836676" y="99653"/>
                </a:cubicBezTo>
                <a:cubicBezTo>
                  <a:pt x="836676" y="71329"/>
                  <a:pt x="820675" y="50986"/>
                  <a:pt x="798501" y="50986"/>
                </a:cubicBezTo>
                <a:cubicBezTo>
                  <a:pt x="785700" y="50986"/>
                  <a:pt x="775640" y="56704"/>
                  <a:pt x="765583" y="69045"/>
                </a:cubicBezTo>
                <a:lnTo>
                  <a:pt x="765583" y="51447"/>
                </a:lnTo>
                <a:lnTo>
                  <a:pt x="764213" y="50986"/>
                </a:lnTo>
                <a:cubicBezTo>
                  <a:pt x="751868" y="55790"/>
                  <a:pt x="743866" y="58762"/>
                  <a:pt x="731291" y="62647"/>
                </a:cubicBezTo>
                <a:lnTo>
                  <a:pt x="731291" y="66247"/>
                </a:lnTo>
                <a:moveTo>
                  <a:pt x="765583" y="79781"/>
                </a:moveTo>
                <a:cubicBezTo>
                  <a:pt x="765583" y="72927"/>
                  <a:pt x="778385" y="64705"/>
                  <a:pt x="788898" y="64705"/>
                </a:cubicBezTo>
                <a:cubicBezTo>
                  <a:pt x="805816" y="64705"/>
                  <a:pt x="817016" y="82066"/>
                  <a:pt x="817016" y="108565"/>
                </a:cubicBezTo>
                <a:cubicBezTo>
                  <a:pt x="817016" y="133921"/>
                  <a:pt x="805816" y="151051"/>
                  <a:pt x="789359" y="151051"/>
                </a:cubicBezTo>
                <a:cubicBezTo>
                  <a:pt x="778612" y="151051"/>
                  <a:pt x="765583" y="142830"/>
                  <a:pt x="765583" y="135975"/>
                </a:cubicBezTo>
                <a:lnTo>
                  <a:pt x="765583" y="79781"/>
                </a:lnTo>
                <a:close/>
                <a:moveTo>
                  <a:pt x="847880" y="13715"/>
                </a:moveTo>
                <a:lnTo>
                  <a:pt x="849250" y="13715"/>
                </a:lnTo>
                <a:cubicBezTo>
                  <a:pt x="851765" y="13489"/>
                  <a:pt x="854507" y="13258"/>
                  <a:pt x="856338" y="13258"/>
                </a:cubicBezTo>
                <a:cubicBezTo>
                  <a:pt x="863653" y="13258"/>
                  <a:pt x="865938" y="16461"/>
                  <a:pt x="865938" y="27204"/>
                </a:cubicBezTo>
                <a:lnTo>
                  <a:pt x="865938" y="136248"/>
                </a:lnTo>
                <a:cubicBezTo>
                  <a:pt x="865938" y="148592"/>
                  <a:pt x="862739" y="151564"/>
                  <a:pt x="848336" y="152705"/>
                </a:cubicBezTo>
                <a:lnTo>
                  <a:pt x="848336" y="156133"/>
                </a:lnTo>
                <a:lnTo>
                  <a:pt x="902284" y="156133"/>
                </a:lnTo>
                <a:lnTo>
                  <a:pt x="902284" y="152705"/>
                </a:lnTo>
                <a:cubicBezTo>
                  <a:pt x="887885" y="151791"/>
                  <a:pt x="885140" y="149506"/>
                  <a:pt x="885140" y="136931"/>
                </a:cubicBezTo>
                <a:lnTo>
                  <a:pt x="885140" y="457"/>
                </a:lnTo>
                <a:lnTo>
                  <a:pt x="884226" y="0"/>
                </a:lnTo>
                <a:cubicBezTo>
                  <a:pt x="872338" y="3886"/>
                  <a:pt x="863653" y="6174"/>
                  <a:pt x="847880" y="10060"/>
                </a:cubicBezTo>
                <a:lnTo>
                  <a:pt x="847880" y="13715"/>
                </a:lnTo>
                <a:close/>
                <a:moveTo>
                  <a:pt x="1000354" y="118580"/>
                </a:moveTo>
                <a:cubicBezTo>
                  <a:pt x="989384" y="135961"/>
                  <a:pt x="979551" y="142596"/>
                  <a:pt x="964921" y="142596"/>
                </a:cubicBezTo>
                <a:cubicBezTo>
                  <a:pt x="951893" y="142596"/>
                  <a:pt x="942063" y="135961"/>
                  <a:pt x="935432" y="122926"/>
                </a:cubicBezTo>
                <a:cubicBezTo>
                  <a:pt x="931316" y="114234"/>
                  <a:pt x="929719" y="106685"/>
                  <a:pt x="929262" y="92733"/>
                </a:cubicBezTo>
                <a:lnTo>
                  <a:pt x="999670" y="92733"/>
                </a:lnTo>
                <a:cubicBezTo>
                  <a:pt x="997839" y="77901"/>
                  <a:pt x="995554" y="71294"/>
                  <a:pt x="989841" y="64004"/>
                </a:cubicBezTo>
                <a:cubicBezTo>
                  <a:pt x="982980" y="55790"/>
                  <a:pt x="972466" y="50986"/>
                  <a:pt x="960579" y="50986"/>
                </a:cubicBezTo>
                <a:cubicBezTo>
                  <a:pt x="949148" y="50986"/>
                  <a:pt x="938404" y="55102"/>
                  <a:pt x="929719" y="62864"/>
                </a:cubicBezTo>
                <a:cubicBezTo>
                  <a:pt x="918972" y="72205"/>
                  <a:pt x="912801" y="88390"/>
                  <a:pt x="912801" y="107142"/>
                </a:cubicBezTo>
                <a:cubicBezTo>
                  <a:pt x="912801" y="138707"/>
                  <a:pt x="929262" y="158366"/>
                  <a:pt x="955549" y="158366"/>
                </a:cubicBezTo>
                <a:cubicBezTo>
                  <a:pt x="977266" y="158366"/>
                  <a:pt x="994410" y="144881"/>
                  <a:pt x="1004013" y="120181"/>
                </a:cubicBezTo>
                <a:lnTo>
                  <a:pt x="1000354" y="118580"/>
                </a:lnTo>
                <a:moveTo>
                  <a:pt x="929719" y="85418"/>
                </a:moveTo>
                <a:cubicBezTo>
                  <a:pt x="932230" y="67649"/>
                  <a:pt x="940005" y="59218"/>
                  <a:pt x="953948" y="59218"/>
                </a:cubicBezTo>
                <a:cubicBezTo>
                  <a:pt x="967893" y="59218"/>
                  <a:pt x="973380" y="65598"/>
                  <a:pt x="976352" y="85418"/>
                </a:cubicBezTo>
                <a:lnTo>
                  <a:pt x="929719" y="85418"/>
                </a:lnTo>
                <a:close/>
                <a:moveTo>
                  <a:pt x="1179578" y="120436"/>
                </a:moveTo>
                <a:cubicBezTo>
                  <a:pt x="1168604" y="136425"/>
                  <a:pt x="1160376" y="141909"/>
                  <a:pt x="1147344" y="141909"/>
                </a:cubicBezTo>
                <a:cubicBezTo>
                  <a:pt x="1126541" y="141909"/>
                  <a:pt x="1111911" y="123634"/>
                  <a:pt x="1111911" y="97365"/>
                </a:cubicBezTo>
                <a:cubicBezTo>
                  <a:pt x="1111911" y="73837"/>
                  <a:pt x="1124486" y="57617"/>
                  <a:pt x="1143001" y="57617"/>
                </a:cubicBezTo>
                <a:cubicBezTo>
                  <a:pt x="1151230" y="57617"/>
                  <a:pt x="1154202" y="60129"/>
                  <a:pt x="1156490" y="68581"/>
                </a:cubicBezTo>
                <a:lnTo>
                  <a:pt x="1157861" y="73607"/>
                </a:lnTo>
                <a:cubicBezTo>
                  <a:pt x="1159688" y="80004"/>
                  <a:pt x="1163805" y="84117"/>
                  <a:pt x="1168604" y="84117"/>
                </a:cubicBezTo>
                <a:cubicBezTo>
                  <a:pt x="1174548" y="84117"/>
                  <a:pt x="1179578" y="79774"/>
                  <a:pt x="1179578" y="74521"/>
                </a:cubicBezTo>
                <a:cubicBezTo>
                  <a:pt x="1179578" y="61730"/>
                  <a:pt x="1163574" y="50986"/>
                  <a:pt x="1144372" y="50986"/>
                </a:cubicBezTo>
                <a:cubicBezTo>
                  <a:pt x="1133171" y="50986"/>
                  <a:pt x="1121514" y="55559"/>
                  <a:pt x="1112141" y="63784"/>
                </a:cubicBezTo>
                <a:cubicBezTo>
                  <a:pt x="1100711" y="73837"/>
                  <a:pt x="1094310" y="89370"/>
                  <a:pt x="1094310" y="107414"/>
                </a:cubicBezTo>
                <a:cubicBezTo>
                  <a:pt x="1094310" y="137113"/>
                  <a:pt x="1112368" y="158366"/>
                  <a:pt x="1137744" y="158366"/>
                </a:cubicBezTo>
                <a:cubicBezTo>
                  <a:pt x="1148031" y="158366"/>
                  <a:pt x="1157174" y="154710"/>
                  <a:pt x="1165406" y="147622"/>
                </a:cubicBezTo>
                <a:cubicBezTo>
                  <a:pt x="1171576" y="142136"/>
                  <a:pt x="1175919" y="135968"/>
                  <a:pt x="1182777" y="122490"/>
                </a:cubicBezTo>
                <a:lnTo>
                  <a:pt x="1179578" y="120436"/>
                </a:lnTo>
                <a:close/>
                <a:moveTo>
                  <a:pt x="1247245" y="50986"/>
                </a:moveTo>
                <a:cubicBezTo>
                  <a:pt x="1217526" y="50986"/>
                  <a:pt x="1196722" y="72923"/>
                  <a:pt x="1196722" y="104449"/>
                </a:cubicBezTo>
                <a:cubicBezTo>
                  <a:pt x="1196722" y="135288"/>
                  <a:pt x="1217983" y="158366"/>
                  <a:pt x="1246784" y="158366"/>
                </a:cubicBezTo>
                <a:cubicBezTo>
                  <a:pt x="1275589" y="158366"/>
                  <a:pt x="1297534" y="134148"/>
                  <a:pt x="1297534" y="102622"/>
                </a:cubicBezTo>
                <a:cubicBezTo>
                  <a:pt x="1297534" y="72693"/>
                  <a:pt x="1276503" y="50986"/>
                  <a:pt x="1247245" y="50986"/>
                </a:cubicBezTo>
                <a:moveTo>
                  <a:pt x="1244273" y="57391"/>
                </a:moveTo>
                <a:cubicBezTo>
                  <a:pt x="1263475" y="57391"/>
                  <a:pt x="1276960" y="79321"/>
                  <a:pt x="1276960" y="110617"/>
                </a:cubicBezTo>
                <a:cubicBezTo>
                  <a:pt x="1276960" y="136432"/>
                  <a:pt x="1266674" y="151965"/>
                  <a:pt x="1249529" y="151965"/>
                </a:cubicBezTo>
                <a:cubicBezTo>
                  <a:pt x="1240614" y="151965"/>
                  <a:pt x="1232155" y="146485"/>
                  <a:pt x="1227355" y="137346"/>
                </a:cubicBezTo>
                <a:cubicBezTo>
                  <a:pt x="1220954" y="125466"/>
                  <a:pt x="1217295" y="109476"/>
                  <a:pt x="1217295" y="93256"/>
                </a:cubicBezTo>
                <a:cubicBezTo>
                  <a:pt x="1217295" y="71553"/>
                  <a:pt x="1228039" y="57391"/>
                  <a:pt x="1244273" y="57391"/>
                </a:cubicBezTo>
                <a:close/>
                <a:moveTo>
                  <a:pt x="1383032" y="158366"/>
                </a:moveTo>
                <a:lnTo>
                  <a:pt x="1416637" y="146482"/>
                </a:lnTo>
                <a:lnTo>
                  <a:pt x="1416637" y="142826"/>
                </a:lnTo>
                <a:cubicBezTo>
                  <a:pt x="1412521" y="143053"/>
                  <a:pt x="1412064" y="143053"/>
                  <a:pt x="1411377" y="143053"/>
                </a:cubicBezTo>
                <a:cubicBezTo>
                  <a:pt x="1403148" y="143053"/>
                  <a:pt x="1401320" y="140541"/>
                  <a:pt x="1401320" y="130032"/>
                </a:cubicBezTo>
                <a:lnTo>
                  <a:pt x="1401320" y="467"/>
                </a:lnTo>
                <a:lnTo>
                  <a:pt x="1400176" y="10"/>
                </a:lnTo>
                <a:cubicBezTo>
                  <a:pt x="1389202" y="3896"/>
                  <a:pt x="1381204" y="6181"/>
                  <a:pt x="1366571" y="10070"/>
                </a:cubicBezTo>
                <a:lnTo>
                  <a:pt x="1366571" y="13726"/>
                </a:lnTo>
                <a:cubicBezTo>
                  <a:pt x="1368402" y="13499"/>
                  <a:pt x="1369773" y="13499"/>
                  <a:pt x="1371601" y="13499"/>
                </a:cubicBezTo>
                <a:cubicBezTo>
                  <a:pt x="1380060" y="13499"/>
                  <a:pt x="1382118" y="15784"/>
                  <a:pt x="1382118" y="25157"/>
                </a:cubicBezTo>
                <a:lnTo>
                  <a:pt x="1382118" y="60816"/>
                </a:lnTo>
                <a:cubicBezTo>
                  <a:pt x="1373429" y="53501"/>
                  <a:pt x="1367258" y="50986"/>
                  <a:pt x="1358112" y="50986"/>
                </a:cubicBezTo>
                <a:cubicBezTo>
                  <a:pt x="1331826" y="50986"/>
                  <a:pt x="1310565" y="76806"/>
                  <a:pt x="1310565" y="109246"/>
                </a:cubicBezTo>
                <a:cubicBezTo>
                  <a:pt x="1310565" y="138483"/>
                  <a:pt x="1327710" y="158366"/>
                  <a:pt x="1352856" y="158366"/>
                </a:cubicBezTo>
                <a:cubicBezTo>
                  <a:pt x="1365657" y="158366"/>
                  <a:pt x="1374346" y="153796"/>
                  <a:pt x="1382118" y="143053"/>
                </a:cubicBezTo>
                <a:lnTo>
                  <a:pt x="1382118" y="157682"/>
                </a:lnTo>
                <a:lnTo>
                  <a:pt x="1383032" y="158366"/>
                </a:lnTo>
                <a:moveTo>
                  <a:pt x="1382118" y="132773"/>
                </a:moveTo>
                <a:cubicBezTo>
                  <a:pt x="1382118" y="134374"/>
                  <a:pt x="1380517" y="137116"/>
                  <a:pt x="1378232" y="139628"/>
                </a:cubicBezTo>
                <a:cubicBezTo>
                  <a:pt x="1374116" y="144197"/>
                  <a:pt x="1368402" y="146482"/>
                  <a:pt x="1361771" y="146482"/>
                </a:cubicBezTo>
                <a:cubicBezTo>
                  <a:pt x="1342799" y="146482"/>
                  <a:pt x="1330225" y="128204"/>
                  <a:pt x="1330225" y="100107"/>
                </a:cubicBezTo>
                <a:cubicBezTo>
                  <a:pt x="1330225" y="74294"/>
                  <a:pt x="1341425" y="57391"/>
                  <a:pt x="1358800" y="57391"/>
                </a:cubicBezTo>
                <a:cubicBezTo>
                  <a:pt x="1370917" y="57391"/>
                  <a:pt x="1382118" y="68124"/>
                  <a:pt x="1382118" y="80231"/>
                </a:cubicBezTo>
                <a:lnTo>
                  <a:pt x="1382118" y="132773"/>
                </a:lnTo>
                <a:close/>
                <a:moveTo>
                  <a:pt x="1511961" y="118580"/>
                </a:moveTo>
                <a:cubicBezTo>
                  <a:pt x="1500991" y="135961"/>
                  <a:pt x="1491158" y="142596"/>
                  <a:pt x="1476528" y="142596"/>
                </a:cubicBezTo>
                <a:cubicBezTo>
                  <a:pt x="1463500" y="142596"/>
                  <a:pt x="1453670" y="135961"/>
                  <a:pt x="1447039" y="122926"/>
                </a:cubicBezTo>
                <a:cubicBezTo>
                  <a:pt x="1442923" y="114234"/>
                  <a:pt x="1441326" y="106685"/>
                  <a:pt x="1440869" y="92733"/>
                </a:cubicBezTo>
                <a:lnTo>
                  <a:pt x="1511277" y="92733"/>
                </a:lnTo>
                <a:cubicBezTo>
                  <a:pt x="1509446" y="77901"/>
                  <a:pt x="1507161" y="71294"/>
                  <a:pt x="1501448" y="64004"/>
                </a:cubicBezTo>
                <a:cubicBezTo>
                  <a:pt x="1494587" y="55790"/>
                  <a:pt x="1484073" y="50986"/>
                  <a:pt x="1472186" y="50986"/>
                </a:cubicBezTo>
                <a:cubicBezTo>
                  <a:pt x="1460755" y="50986"/>
                  <a:pt x="1450011" y="55102"/>
                  <a:pt x="1441326" y="62864"/>
                </a:cubicBezTo>
                <a:cubicBezTo>
                  <a:pt x="1430579" y="72205"/>
                  <a:pt x="1424408" y="88390"/>
                  <a:pt x="1424408" y="107142"/>
                </a:cubicBezTo>
                <a:cubicBezTo>
                  <a:pt x="1424408" y="138707"/>
                  <a:pt x="1440869" y="158366"/>
                  <a:pt x="1467156" y="158366"/>
                </a:cubicBezTo>
                <a:cubicBezTo>
                  <a:pt x="1488873" y="158366"/>
                  <a:pt x="1506017" y="144881"/>
                  <a:pt x="1515620" y="120181"/>
                </a:cubicBezTo>
                <a:lnTo>
                  <a:pt x="1511961" y="118580"/>
                </a:lnTo>
                <a:moveTo>
                  <a:pt x="1441326" y="85418"/>
                </a:moveTo>
                <a:cubicBezTo>
                  <a:pt x="1443837" y="67649"/>
                  <a:pt x="1451612" y="59218"/>
                  <a:pt x="1465555" y="59218"/>
                </a:cubicBezTo>
                <a:cubicBezTo>
                  <a:pt x="1479500" y="59218"/>
                  <a:pt x="1484987" y="65598"/>
                  <a:pt x="1487959" y="85418"/>
                </a:cubicBezTo>
                <a:lnTo>
                  <a:pt x="1441326" y="85418"/>
                </a:lnTo>
                <a:close/>
                <a:moveTo>
                  <a:pt x="1548768" y="133216"/>
                </a:moveTo>
                <a:cubicBezTo>
                  <a:pt x="1541907" y="133216"/>
                  <a:pt x="1536193" y="139160"/>
                  <a:pt x="1536193" y="146248"/>
                </a:cubicBezTo>
                <a:cubicBezTo>
                  <a:pt x="1536193" y="152876"/>
                  <a:pt x="1541907" y="158589"/>
                  <a:pt x="1548538" y="158589"/>
                </a:cubicBezTo>
                <a:cubicBezTo>
                  <a:pt x="1555626" y="158589"/>
                  <a:pt x="1561570" y="152876"/>
                  <a:pt x="1561570" y="146248"/>
                </a:cubicBezTo>
                <a:cubicBezTo>
                  <a:pt x="1561570" y="139160"/>
                  <a:pt x="1555626" y="133216"/>
                  <a:pt x="1548768" y="13321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C3B1C6-4FFB-475E-AAF2-479D279F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0197" y="385111"/>
            <a:ext cx="739677" cy="295870"/>
          </a:xfrm>
          <a:custGeom xmlns:a="http://schemas.openxmlformats.org/drawingml/2006/main">
            <a:pathLst>
              <a:path w="739677" h="295870">
                <a:moveTo>
                  <a:pt x="44382" y="0"/>
                </a:moveTo>
                <a:lnTo>
                  <a:pt x="695297" y="0"/>
                </a:lnTo>
                <a:cubicBezTo>
                  <a:pt x="701181" y="0"/>
                  <a:pt x="706841" y="1126"/>
                  <a:pt x="712277" y="3378"/>
                </a:cubicBezTo>
                <a:cubicBezTo>
                  <a:pt x="717715" y="5630"/>
                  <a:pt x="722515" y="8837"/>
                  <a:pt x="726677" y="12999"/>
                </a:cubicBezTo>
                <a:cubicBezTo>
                  <a:pt x="730838" y="17160"/>
                  <a:pt x="734045" y="21959"/>
                  <a:pt x="736297" y="27397"/>
                </a:cubicBezTo>
                <a:cubicBezTo>
                  <a:pt x="738548" y="32834"/>
                  <a:pt x="739676" y="38495"/>
                  <a:pt x="739677" y="44381"/>
                </a:cubicBezTo>
                <a:lnTo>
                  <a:pt x="739677" y="251490"/>
                </a:lnTo>
                <a:cubicBezTo>
                  <a:pt x="739676" y="257375"/>
                  <a:pt x="738548" y="263036"/>
                  <a:pt x="736297" y="268473"/>
                </a:cubicBezTo>
                <a:cubicBezTo>
                  <a:pt x="734045" y="273911"/>
                  <a:pt x="730838" y="278710"/>
                  <a:pt x="726677" y="282871"/>
                </a:cubicBezTo>
                <a:cubicBezTo>
                  <a:pt x="722515" y="287033"/>
                  <a:pt x="717715" y="290240"/>
                  <a:pt x="712277" y="292492"/>
                </a:cubicBezTo>
                <a:cubicBezTo>
                  <a:pt x="706841" y="294744"/>
                  <a:pt x="701181" y="295870"/>
                  <a:pt x="695297" y="295870"/>
                </a:cubicBezTo>
                <a:lnTo>
                  <a:pt x="44382" y="295870"/>
                </a:lnTo>
                <a:cubicBezTo>
                  <a:pt x="38497" y="295870"/>
                  <a:pt x="32834" y="294744"/>
                  <a:pt x="27396" y="292492"/>
                </a:cubicBezTo>
                <a:cubicBezTo>
                  <a:pt x="21959" y="290240"/>
                  <a:pt x="17159" y="287033"/>
                  <a:pt x="12999" y="282871"/>
                </a:cubicBezTo>
                <a:cubicBezTo>
                  <a:pt x="8836" y="278710"/>
                  <a:pt x="5630" y="273911"/>
                  <a:pt x="3379" y="268473"/>
                </a:cubicBezTo>
                <a:cubicBezTo>
                  <a:pt x="1126" y="263036"/>
                  <a:pt x="0" y="257375"/>
                  <a:pt x="1" y="251490"/>
                </a:cubicBezTo>
                <a:lnTo>
                  <a:pt x="1" y="44381"/>
                </a:lnTo>
                <a:cubicBezTo>
                  <a:pt x="0" y="38495"/>
                  <a:pt x="1126" y="32834"/>
                  <a:pt x="3379" y="27397"/>
                </a:cubicBezTo>
                <a:cubicBezTo>
                  <a:pt x="5630" y="21959"/>
                  <a:pt x="8836" y="17160"/>
                  <a:pt x="12999" y="12999"/>
                </a:cubicBezTo>
                <a:cubicBezTo>
                  <a:pt x="17159" y="8837"/>
                  <a:pt x="21959" y="5630"/>
                  <a:pt x="27396" y="3378"/>
                </a:cubicBezTo>
                <a:cubicBezTo>
                  <a:pt x="32834" y="1126"/>
                  <a:pt x="38497" y="0"/>
                  <a:pt x="44382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1A3834-5D31-405C-8B19-C48C4F34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0197" y="385111"/>
            <a:ext cx="739677" cy="295870"/>
          </a:xfrm>
          <a:custGeom xmlns:a="http://schemas.openxmlformats.org/drawingml/2006/main">
            <a:pathLst>
              <a:path w="739677" h="295870" fill="none">
                <a:moveTo>
                  <a:pt x="44382" y="0"/>
                </a:moveTo>
                <a:lnTo>
                  <a:pt x="695297" y="0"/>
                </a:lnTo>
                <a:cubicBezTo>
                  <a:pt x="701181" y="0"/>
                  <a:pt x="706841" y="1126"/>
                  <a:pt x="712277" y="3378"/>
                </a:cubicBezTo>
                <a:cubicBezTo>
                  <a:pt x="717715" y="5630"/>
                  <a:pt x="722515" y="8837"/>
                  <a:pt x="726677" y="12999"/>
                </a:cubicBezTo>
                <a:cubicBezTo>
                  <a:pt x="730838" y="17160"/>
                  <a:pt x="734045" y="21959"/>
                  <a:pt x="736297" y="27397"/>
                </a:cubicBezTo>
                <a:cubicBezTo>
                  <a:pt x="738548" y="32834"/>
                  <a:pt x="739676" y="38495"/>
                  <a:pt x="739677" y="44381"/>
                </a:cubicBezTo>
                <a:lnTo>
                  <a:pt x="739677" y="251490"/>
                </a:lnTo>
                <a:cubicBezTo>
                  <a:pt x="739676" y="257375"/>
                  <a:pt x="738548" y="263036"/>
                  <a:pt x="736297" y="268473"/>
                </a:cubicBezTo>
                <a:cubicBezTo>
                  <a:pt x="734045" y="273911"/>
                  <a:pt x="730838" y="278710"/>
                  <a:pt x="726677" y="282871"/>
                </a:cubicBezTo>
                <a:cubicBezTo>
                  <a:pt x="722515" y="287033"/>
                  <a:pt x="717715" y="290240"/>
                  <a:pt x="712277" y="292492"/>
                </a:cubicBezTo>
                <a:cubicBezTo>
                  <a:pt x="706841" y="294744"/>
                  <a:pt x="701181" y="295870"/>
                  <a:pt x="695297" y="295870"/>
                </a:cubicBezTo>
                <a:lnTo>
                  <a:pt x="44382" y="295870"/>
                </a:lnTo>
                <a:cubicBezTo>
                  <a:pt x="38497" y="295870"/>
                  <a:pt x="32834" y="294744"/>
                  <a:pt x="27396" y="292492"/>
                </a:cubicBezTo>
                <a:cubicBezTo>
                  <a:pt x="21959" y="290240"/>
                  <a:pt x="17159" y="287033"/>
                  <a:pt x="12999" y="282871"/>
                </a:cubicBezTo>
                <a:cubicBezTo>
                  <a:pt x="8836" y="278710"/>
                  <a:pt x="5630" y="273911"/>
                  <a:pt x="3379" y="268473"/>
                </a:cubicBezTo>
                <a:cubicBezTo>
                  <a:pt x="1126" y="263036"/>
                  <a:pt x="0" y="257375"/>
                  <a:pt x="1" y="251490"/>
                </a:cubicBezTo>
                <a:lnTo>
                  <a:pt x="1" y="44381"/>
                </a:lnTo>
                <a:cubicBezTo>
                  <a:pt x="0" y="38495"/>
                  <a:pt x="1126" y="32834"/>
                  <a:pt x="3379" y="27397"/>
                </a:cubicBezTo>
                <a:cubicBezTo>
                  <a:pt x="5630" y="21959"/>
                  <a:pt x="8836" y="17160"/>
                  <a:pt x="12999" y="12999"/>
                </a:cubicBezTo>
                <a:cubicBezTo>
                  <a:pt x="17159" y="8837"/>
                  <a:pt x="21959" y="5630"/>
                  <a:pt x="27396" y="3378"/>
                </a:cubicBezTo>
                <a:cubicBezTo>
                  <a:pt x="32834" y="1126"/>
                  <a:pt x="38497" y="0"/>
                  <a:pt x="4438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794" cap="flat">
            <a:solidFill>
              <a:srgbClr val="000000"/>
            </a:solidFill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99C786-332E-4A19-B1CB-B01FAB3E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717" y="1864463"/>
            <a:ext cx="739676" cy="295870"/>
          </a:xfrm>
          <a:custGeom xmlns:a="http://schemas.openxmlformats.org/drawingml/2006/main">
            <a:pathLst>
              <a:path w="739676" h="295870">
                <a:moveTo>
                  <a:pt x="44381" y="0"/>
                </a:moveTo>
                <a:lnTo>
                  <a:pt x="695296" y="0"/>
                </a:lnTo>
                <a:cubicBezTo>
                  <a:pt x="701180" y="0"/>
                  <a:pt x="706841" y="1126"/>
                  <a:pt x="712277" y="3378"/>
                </a:cubicBezTo>
                <a:cubicBezTo>
                  <a:pt x="717715" y="5630"/>
                  <a:pt x="722514" y="8837"/>
                  <a:pt x="726676" y="12998"/>
                </a:cubicBezTo>
                <a:cubicBezTo>
                  <a:pt x="730837" y="17160"/>
                  <a:pt x="734044" y="21959"/>
                  <a:pt x="736296" y="27397"/>
                </a:cubicBezTo>
                <a:cubicBezTo>
                  <a:pt x="738548" y="32834"/>
                  <a:pt x="739675" y="38495"/>
                  <a:pt x="739676" y="44381"/>
                </a:cubicBezTo>
                <a:lnTo>
                  <a:pt x="739676" y="251490"/>
                </a:lnTo>
                <a:cubicBezTo>
                  <a:pt x="739675" y="257375"/>
                  <a:pt x="738548" y="263036"/>
                  <a:pt x="736294" y="268473"/>
                </a:cubicBezTo>
                <a:cubicBezTo>
                  <a:pt x="734044" y="273910"/>
                  <a:pt x="730837" y="278710"/>
                  <a:pt x="726676" y="282871"/>
                </a:cubicBezTo>
                <a:cubicBezTo>
                  <a:pt x="722514" y="287033"/>
                  <a:pt x="717715" y="290240"/>
                  <a:pt x="712278" y="292492"/>
                </a:cubicBezTo>
                <a:cubicBezTo>
                  <a:pt x="706841" y="294744"/>
                  <a:pt x="701180" y="295870"/>
                  <a:pt x="695296" y="295870"/>
                </a:cubicBezTo>
                <a:lnTo>
                  <a:pt x="44381" y="295870"/>
                </a:lnTo>
                <a:cubicBezTo>
                  <a:pt x="38495" y="295870"/>
                  <a:pt x="32833" y="294744"/>
                  <a:pt x="27395" y="292492"/>
                </a:cubicBezTo>
                <a:cubicBezTo>
                  <a:pt x="21959" y="290240"/>
                  <a:pt x="17160" y="287033"/>
                  <a:pt x="13000" y="282871"/>
                </a:cubicBezTo>
                <a:cubicBezTo>
                  <a:pt x="8837" y="278710"/>
                  <a:pt x="5630" y="273910"/>
                  <a:pt x="3378" y="268473"/>
                </a:cubicBezTo>
                <a:cubicBezTo>
                  <a:pt x="1126" y="263036"/>
                  <a:pt x="0" y="257375"/>
                  <a:pt x="1" y="251490"/>
                </a:cubicBezTo>
                <a:lnTo>
                  <a:pt x="1" y="44381"/>
                </a:lnTo>
                <a:cubicBezTo>
                  <a:pt x="0" y="38495"/>
                  <a:pt x="1126" y="32834"/>
                  <a:pt x="3378" y="27397"/>
                </a:cubicBezTo>
                <a:cubicBezTo>
                  <a:pt x="5630" y="21959"/>
                  <a:pt x="8837" y="17160"/>
                  <a:pt x="13000" y="12998"/>
                </a:cubicBezTo>
                <a:cubicBezTo>
                  <a:pt x="17160" y="8837"/>
                  <a:pt x="21959" y="5630"/>
                  <a:pt x="27397" y="3378"/>
                </a:cubicBezTo>
                <a:cubicBezTo>
                  <a:pt x="32833" y="1126"/>
                  <a:pt x="38495" y="0"/>
                  <a:pt x="44381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7BCC7A-8E41-42B3-8FCD-A6589900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717" y="1864463"/>
            <a:ext cx="739676" cy="295870"/>
          </a:xfrm>
          <a:custGeom xmlns:a="http://schemas.openxmlformats.org/drawingml/2006/main">
            <a:pathLst>
              <a:path w="739676" h="295870" fill="none">
                <a:moveTo>
                  <a:pt x="44381" y="0"/>
                </a:moveTo>
                <a:lnTo>
                  <a:pt x="695296" y="0"/>
                </a:lnTo>
                <a:cubicBezTo>
                  <a:pt x="701180" y="0"/>
                  <a:pt x="706841" y="1126"/>
                  <a:pt x="712277" y="3378"/>
                </a:cubicBezTo>
                <a:cubicBezTo>
                  <a:pt x="717715" y="5630"/>
                  <a:pt x="722514" y="8837"/>
                  <a:pt x="726676" y="12998"/>
                </a:cubicBezTo>
                <a:cubicBezTo>
                  <a:pt x="730837" y="17160"/>
                  <a:pt x="734044" y="21959"/>
                  <a:pt x="736296" y="27397"/>
                </a:cubicBezTo>
                <a:cubicBezTo>
                  <a:pt x="738548" y="32834"/>
                  <a:pt x="739675" y="38495"/>
                  <a:pt x="739676" y="44381"/>
                </a:cubicBezTo>
                <a:lnTo>
                  <a:pt x="739676" y="251490"/>
                </a:lnTo>
                <a:cubicBezTo>
                  <a:pt x="739675" y="257375"/>
                  <a:pt x="738548" y="263036"/>
                  <a:pt x="736294" y="268473"/>
                </a:cubicBezTo>
                <a:cubicBezTo>
                  <a:pt x="734044" y="273910"/>
                  <a:pt x="730837" y="278710"/>
                  <a:pt x="726676" y="282871"/>
                </a:cubicBezTo>
                <a:cubicBezTo>
                  <a:pt x="722514" y="287033"/>
                  <a:pt x="717715" y="290240"/>
                  <a:pt x="712278" y="292492"/>
                </a:cubicBezTo>
                <a:cubicBezTo>
                  <a:pt x="706841" y="294744"/>
                  <a:pt x="701180" y="295870"/>
                  <a:pt x="695296" y="295870"/>
                </a:cubicBezTo>
                <a:lnTo>
                  <a:pt x="44381" y="295870"/>
                </a:lnTo>
                <a:cubicBezTo>
                  <a:pt x="38495" y="295870"/>
                  <a:pt x="32833" y="294744"/>
                  <a:pt x="27395" y="292492"/>
                </a:cubicBezTo>
                <a:cubicBezTo>
                  <a:pt x="21959" y="290240"/>
                  <a:pt x="17160" y="287033"/>
                  <a:pt x="13000" y="282871"/>
                </a:cubicBezTo>
                <a:cubicBezTo>
                  <a:pt x="8837" y="278710"/>
                  <a:pt x="5630" y="273910"/>
                  <a:pt x="3378" y="268473"/>
                </a:cubicBezTo>
                <a:cubicBezTo>
                  <a:pt x="1126" y="263036"/>
                  <a:pt x="0" y="257375"/>
                  <a:pt x="1" y="251490"/>
                </a:cubicBezTo>
                <a:lnTo>
                  <a:pt x="1" y="44381"/>
                </a:lnTo>
                <a:cubicBezTo>
                  <a:pt x="0" y="38495"/>
                  <a:pt x="1126" y="32834"/>
                  <a:pt x="3378" y="27397"/>
                </a:cubicBezTo>
                <a:cubicBezTo>
                  <a:pt x="5630" y="21959"/>
                  <a:pt x="8837" y="17160"/>
                  <a:pt x="13000" y="12998"/>
                </a:cubicBezTo>
                <a:cubicBezTo>
                  <a:pt x="17160" y="8837"/>
                  <a:pt x="21959" y="5630"/>
                  <a:pt x="27397" y="3378"/>
                </a:cubicBezTo>
                <a:cubicBezTo>
                  <a:pt x="32833" y="1126"/>
                  <a:pt x="38495" y="0"/>
                  <a:pt x="4438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794" cap="flat">
            <a:solidFill>
              <a:srgbClr val="000000"/>
            </a:solidFill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30DEED-984E-4E0E-9D0C-A6EF8A94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2263" y="2012398"/>
            <a:ext cx="776660" cy="295870"/>
          </a:xfrm>
          <a:custGeom xmlns:a="http://schemas.openxmlformats.org/drawingml/2006/main">
            <a:pathLst>
              <a:path w="776660" h="295870">
                <a:moveTo>
                  <a:pt x="44381" y="0"/>
                </a:moveTo>
                <a:lnTo>
                  <a:pt x="732280" y="0"/>
                </a:lnTo>
                <a:cubicBezTo>
                  <a:pt x="738164" y="0"/>
                  <a:pt x="743824" y="1126"/>
                  <a:pt x="749262" y="3378"/>
                </a:cubicBezTo>
                <a:cubicBezTo>
                  <a:pt x="754699" y="5630"/>
                  <a:pt x="759500" y="8837"/>
                  <a:pt x="763661" y="12999"/>
                </a:cubicBezTo>
                <a:cubicBezTo>
                  <a:pt x="767822" y="17160"/>
                  <a:pt x="771028" y="21959"/>
                  <a:pt x="773280" y="27397"/>
                </a:cubicBezTo>
                <a:cubicBezTo>
                  <a:pt x="775531" y="32834"/>
                  <a:pt x="776659" y="38495"/>
                  <a:pt x="776660" y="44381"/>
                </a:cubicBezTo>
                <a:lnTo>
                  <a:pt x="776660" y="251490"/>
                </a:lnTo>
                <a:cubicBezTo>
                  <a:pt x="776659" y="257375"/>
                  <a:pt x="775531" y="263036"/>
                  <a:pt x="773280" y="268473"/>
                </a:cubicBezTo>
                <a:cubicBezTo>
                  <a:pt x="771028" y="273911"/>
                  <a:pt x="767822" y="278710"/>
                  <a:pt x="763661" y="282872"/>
                </a:cubicBezTo>
                <a:cubicBezTo>
                  <a:pt x="759500" y="287033"/>
                  <a:pt x="754699" y="290240"/>
                  <a:pt x="749262" y="292492"/>
                </a:cubicBezTo>
                <a:cubicBezTo>
                  <a:pt x="743824" y="294744"/>
                  <a:pt x="738164" y="295870"/>
                  <a:pt x="732280" y="295870"/>
                </a:cubicBezTo>
                <a:lnTo>
                  <a:pt x="44381" y="295870"/>
                </a:lnTo>
                <a:cubicBezTo>
                  <a:pt x="38495" y="295870"/>
                  <a:pt x="32833" y="294744"/>
                  <a:pt x="27397" y="292492"/>
                </a:cubicBezTo>
                <a:cubicBezTo>
                  <a:pt x="21958" y="290240"/>
                  <a:pt x="17159" y="287033"/>
                  <a:pt x="12998" y="282872"/>
                </a:cubicBezTo>
                <a:cubicBezTo>
                  <a:pt x="8837" y="278710"/>
                  <a:pt x="5630" y="273911"/>
                  <a:pt x="3376" y="268473"/>
                </a:cubicBezTo>
                <a:cubicBezTo>
                  <a:pt x="1126" y="263036"/>
                  <a:pt x="0" y="257375"/>
                  <a:pt x="1" y="251490"/>
                </a:cubicBezTo>
                <a:lnTo>
                  <a:pt x="1" y="44381"/>
                </a:lnTo>
                <a:cubicBezTo>
                  <a:pt x="0" y="38495"/>
                  <a:pt x="1126" y="32834"/>
                  <a:pt x="3378" y="27397"/>
                </a:cubicBezTo>
                <a:cubicBezTo>
                  <a:pt x="5630" y="21959"/>
                  <a:pt x="8837" y="17160"/>
                  <a:pt x="12998" y="12999"/>
                </a:cubicBezTo>
                <a:cubicBezTo>
                  <a:pt x="17159" y="8837"/>
                  <a:pt x="21958" y="5630"/>
                  <a:pt x="27395" y="3378"/>
                </a:cubicBezTo>
                <a:cubicBezTo>
                  <a:pt x="32833" y="1126"/>
                  <a:pt x="38495" y="0"/>
                  <a:pt x="44381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581ED7-C33F-464C-8431-AF0BDA62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2263" y="2012398"/>
            <a:ext cx="776660" cy="295870"/>
          </a:xfrm>
          <a:custGeom xmlns:a="http://schemas.openxmlformats.org/drawingml/2006/main">
            <a:pathLst>
              <a:path w="776660" h="295870" fill="none">
                <a:moveTo>
                  <a:pt x="44381" y="0"/>
                </a:moveTo>
                <a:lnTo>
                  <a:pt x="732280" y="0"/>
                </a:lnTo>
                <a:cubicBezTo>
                  <a:pt x="738164" y="0"/>
                  <a:pt x="743824" y="1126"/>
                  <a:pt x="749262" y="3378"/>
                </a:cubicBezTo>
                <a:cubicBezTo>
                  <a:pt x="754699" y="5630"/>
                  <a:pt x="759500" y="8837"/>
                  <a:pt x="763661" y="12999"/>
                </a:cubicBezTo>
                <a:cubicBezTo>
                  <a:pt x="767822" y="17160"/>
                  <a:pt x="771028" y="21959"/>
                  <a:pt x="773280" y="27397"/>
                </a:cubicBezTo>
                <a:cubicBezTo>
                  <a:pt x="775531" y="32834"/>
                  <a:pt x="776659" y="38495"/>
                  <a:pt x="776660" y="44381"/>
                </a:cubicBezTo>
                <a:lnTo>
                  <a:pt x="776660" y="251490"/>
                </a:lnTo>
                <a:cubicBezTo>
                  <a:pt x="776659" y="257375"/>
                  <a:pt x="775531" y="263036"/>
                  <a:pt x="773280" y="268473"/>
                </a:cubicBezTo>
                <a:cubicBezTo>
                  <a:pt x="771028" y="273911"/>
                  <a:pt x="767822" y="278710"/>
                  <a:pt x="763661" y="282872"/>
                </a:cubicBezTo>
                <a:cubicBezTo>
                  <a:pt x="759500" y="287033"/>
                  <a:pt x="754699" y="290240"/>
                  <a:pt x="749262" y="292492"/>
                </a:cubicBezTo>
                <a:cubicBezTo>
                  <a:pt x="743824" y="294744"/>
                  <a:pt x="738164" y="295870"/>
                  <a:pt x="732280" y="295870"/>
                </a:cubicBezTo>
                <a:lnTo>
                  <a:pt x="44381" y="295870"/>
                </a:lnTo>
                <a:cubicBezTo>
                  <a:pt x="38495" y="295870"/>
                  <a:pt x="32833" y="294744"/>
                  <a:pt x="27397" y="292492"/>
                </a:cubicBezTo>
                <a:cubicBezTo>
                  <a:pt x="21958" y="290240"/>
                  <a:pt x="17159" y="287033"/>
                  <a:pt x="12998" y="282872"/>
                </a:cubicBezTo>
                <a:cubicBezTo>
                  <a:pt x="8837" y="278710"/>
                  <a:pt x="5630" y="273911"/>
                  <a:pt x="3376" y="268473"/>
                </a:cubicBezTo>
                <a:cubicBezTo>
                  <a:pt x="1126" y="263036"/>
                  <a:pt x="0" y="257375"/>
                  <a:pt x="1" y="251490"/>
                </a:cubicBezTo>
                <a:lnTo>
                  <a:pt x="1" y="44381"/>
                </a:lnTo>
                <a:cubicBezTo>
                  <a:pt x="0" y="38495"/>
                  <a:pt x="1126" y="32834"/>
                  <a:pt x="3378" y="27397"/>
                </a:cubicBezTo>
                <a:cubicBezTo>
                  <a:pt x="5630" y="21959"/>
                  <a:pt x="8837" y="17160"/>
                  <a:pt x="12998" y="12999"/>
                </a:cubicBezTo>
                <a:cubicBezTo>
                  <a:pt x="17159" y="8837"/>
                  <a:pt x="21958" y="5630"/>
                  <a:pt x="27395" y="3378"/>
                </a:cubicBezTo>
                <a:cubicBezTo>
                  <a:pt x="32833" y="1126"/>
                  <a:pt x="38495" y="0"/>
                  <a:pt x="4438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794" cap="flat">
            <a:solidFill>
              <a:srgbClr val="000000"/>
            </a:solidFill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374D09-FB1D-4C7C-AB2D-57C0F564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678" y="2012398"/>
            <a:ext cx="739677" cy="295870"/>
          </a:xfrm>
          <a:custGeom xmlns:a="http://schemas.openxmlformats.org/drawingml/2006/main">
            <a:pathLst>
              <a:path w="739677" h="295870">
                <a:moveTo>
                  <a:pt x="44382" y="0"/>
                </a:moveTo>
                <a:lnTo>
                  <a:pt x="695297" y="0"/>
                </a:lnTo>
                <a:cubicBezTo>
                  <a:pt x="701181" y="0"/>
                  <a:pt x="706841" y="1126"/>
                  <a:pt x="712277" y="3378"/>
                </a:cubicBezTo>
                <a:cubicBezTo>
                  <a:pt x="717715" y="5630"/>
                  <a:pt x="722515" y="8837"/>
                  <a:pt x="726677" y="12999"/>
                </a:cubicBezTo>
                <a:cubicBezTo>
                  <a:pt x="730840" y="17160"/>
                  <a:pt x="734047" y="21959"/>
                  <a:pt x="736298" y="27397"/>
                </a:cubicBezTo>
                <a:cubicBezTo>
                  <a:pt x="738550" y="32834"/>
                  <a:pt x="739676" y="38495"/>
                  <a:pt x="739677" y="44381"/>
                </a:cubicBezTo>
                <a:lnTo>
                  <a:pt x="739677" y="251490"/>
                </a:lnTo>
                <a:cubicBezTo>
                  <a:pt x="739676" y="257375"/>
                  <a:pt x="738550" y="263036"/>
                  <a:pt x="736298" y="268473"/>
                </a:cubicBezTo>
                <a:cubicBezTo>
                  <a:pt x="734047" y="273911"/>
                  <a:pt x="730840" y="278710"/>
                  <a:pt x="726677" y="282872"/>
                </a:cubicBezTo>
                <a:cubicBezTo>
                  <a:pt x="722515" y="287033"/>
                  <a:pt x="717715" y="290240"/>
                  <a:pt x="712277" y="292492"/>
                </a:cubicBezTo>
                <a:cubicBezTo>
                  <a:pt x="706841" y="294744"/>
                  <a:pt x="701181" y="295870"/>
                  <a:pt x="695297" y="295870"/>
                </a:cubicBezTo>
                <a:lnTo>
                  <a:pt x="44382" y="295870"/>
                </a:lnTo>
                <a:cubicBezTo>
                  <a:pt x="38497" y="295870"/>
                  <a:pt x="32834" y="294744"/>
                  <a:pt x="27396" y="292492"/>
                </a:cubicBezTo>
                <a:cubicBezTo>
                  <a:pt x="21959" y="290240"/>
                  <a:pt x="17159" y="287033"/>
                  <a:pt x="12999" y="282872"/>
                </a:cubicBezTo>
                <a:cubicBezTo>
                  <a:pt x="8836" y="278710"/>
                  <a:pt x="5630" y="273911"/>
                  <a:pt x="3379" y="268473"/>
                </a:cubicBezTo>
                <a:cubicBezTo>
                  <a:pt x="1126" y="263036"/>
                  <a:pt x="0" y="257375"/>
                  <a:pt x="1" y="251490"/>
                </a:cubicBezTo>
                <a:lnTo>
                  <a:pt x="1" y="44381"/>
                </a:lnTo>
                <a:cubicBezTo>
                  <a:pt x="0" y="38495"/>
                  <a:pt x="1126" y="32834"/>
                  <a:pt x="3379" y="27397"/>
                </a:cubicBezTo>
                <a:cubicBezTo>
                  <a:pt x="5630" y="21959"/>
                  <a:pt x="8836" y="17160"/>
                  <a:pt x="12999" y="12999"/>
                </a:cubicBezTo>
                <a:cubicBezTo>
                  <a:pt x="17159" y="8837"/>
                  <a:pt x="21959" y="5630"/>
                  <a:pt x="27396" y="3378"/>
                </a:cubicBezTo>
                <a:cubicBezTo>
                  <a:pt x="32834" y="1126"/>
                  <a:pt x="38497" y="0"/>
                  <a:pt x="44382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4AD455-0468-4D75-8BB7-CDF31D26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678" y="2012398"/>
            <a:ext cx="739677" cy="295870"/>
          </a:xfrm>
          <a:custGeom xmlns:a="http://schemas.openxmlformats.org/drawingml/2006/main">
            <a:pathLst>
              <a:path w="739677" h="295870" fill="none">
                <a:moveTo>
                  <a:pt x="44382" y="0"/>
                </a:moveTo>
                <a:lnTo>
                  <a:pt x="695297" y="0"/>
                </a:lnTo>
                <a:cubicBezTo>
                  <a:pt x="701181" y="0"/>
                  <a:pt x="706841" y="1126"/>
                  <a:pt x="712277" y="3378"/>
                </a:cubicBezTo>
                <a:cubicBezTo>
                  <a:pt x="717715" y="5630"/>
                  <a:pt x="722515" y="8837"/>
                  <a:pt x="726677" y="12999"/>
                </a:cubicBezTo>
                <a:cubicBezTo>
                  <a:pt x="730840" y="17160"/>
                  <a:pt x="734047" y="21959"/>
                  <a:pt x="736298" y="27397"/>
                </a:cubicBezTo>
                <a:cubicBezTo>
                  <a:pt x="738550" y="32834"/>
                  <a:pt x="739676" y="38495"/>
                  <a:pt x="739677" y="44381"/>
                </a:cubicBezTo>
                <a:lnTo>
                  <a:pt x="739677" y="251490"/>
                </a:lnTo>
                <a:cubicBezTo>
                  <a:pt x="739676" y="257375"/>
                  <a:pt x="738550" y="263036"/>
                  <a:pt x="736298" y="268473"/>
                </a:cubicBezTo>
                <a:cubicBezTo>
                  <a:pt x="734047" y="273911"/>
                  <a:pt x="730840" y="278710"/>
                  <a:pt x="726677" y="282872"/>
                </a:cubicBezTo>
                <a:cubicBezTo>
                  <a:pt x="722515" y="287033"/>
                  <a:pt x="717715" y="290240"/>
                  <a:pt x="712277" y="292492"/>
                </a:cubicBezTo>
                <a:cubicBezTo>
                  <a:pt x="706841" y="294744"/>
                  <a:pt x="701181" y="295870"/>
                  <a:pt x="695297" y="295870"/>
                </a:cubicBezTo>
                <a:lnTo>
                  <a:pt x="44382" y="295870"/>
                </a:lnTo>
                <a:cubicBezTo>
                  <a:pt x="38497" y="295870"/>
                  <a:pt x="32834" y="294744"/>
                  <a:pt x="27396" y="292492"/>
                </a:cubicBezTo>
                <a:cubicBezTo>
                  <a:pt x="21959" y="290240"/>
                  <a:pt x="17159" y="287033"/>
                  <a:pt x="12999" y="282872"/>
                </a:cubicBezTo>
                <a:cubicBezTo>
                  <a:pt x="8836" y="278710"/>
                  <a:pt x="5630" y="273911"/>
                  <a:pt x="3379" y="268473"/>
                </a:cubicBezTo>
                <a:cubicBezTo>
                  <a:pt x="1126" y="263036"/>
                  <a:pt x="0" y="257375"/>
                  <a:pt x="1" y="251490"/>
                </a:cubicBezTo>
                <a:lnTo>
                  <a:pt x="1" y="44381"/>
                </a:lnTo>
                <a:cubicBezTo>
                  <a:pt x="0" y="38495"/>
                  <a:pt x="1126" y="32834"/>
                  <a:pt x="3379" y="27397"/>
                </a:cubicBezTo>
                <a:cubicBezTo>
                  <a:pt x="5630" y="21959"/>
                  <a:pt x="8836" y="17160"/>
                  <a:pt x="12999" y="12999"/>
                </a:cubicBezTo>
                <a:cubicBezTo>
                  <a:pt x="17159" y="8837"/>
                  <a:pt x="21959" y="5630"/>
                  <a:pt x="27396" y="3378"/>
                </a:cubicBezTo>
                <a:cubicBezTo>
                  <a:pt x="32834" y="1126"/>
                  <a:pt x="38497" y="0"/>
                  <a:pt x="4438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794" cap="flat">
            <a:solidFill>
              <a:srgbClr val="000000"/>
            </a:solidFill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788C63-814A-48EF-A9C2-AE3F00F8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0197" y="3047944"/>
            <a:ext cx="739677" cy="295870"/>
          </a:xfrm>
          <a:custGeom xmlns:a="http://schemas.openxmlformats.org/drawingml/2006/main">
            <a:pathLst>
              <a:path w="739677" h="295870">
                <a:moveTo>
                  <a:pt x="44382" y="0"/>
                </a:moveTo>
                <a:lnTo>
                  <a:pt x="695297" y="0"/>
                </a:lnTo>
                <a:cubicBezTo>
                  <a:pt x="701181" y="0"/>
                  <a:pt x="706841" y="1126"/>
                  <a:pt x="712277" y="3378"/>
                </a:cubicBezTo>
                <a:cubicBezTo>
                  <a:pt x="717715" y="5630"/>
                  <a:pt x="722515" y="8837"/>
                  <a:pt x="726677" y="12998"/>
                </a:cubicBezTo>
                <a:cubicBezTo>
                  <a:pt x="730838" y="17160"/>
                  <a:pt x="734045" y="21959"/>
                  <a:pt x="736297" y="27397"/>
                </a:cubicBezTo>
                <a:cubicBezTo>
                  <a:pt x="738548" y="32834"/>
                  <a:pt x="739676" y="38495"/>
                  <a:pt x="739677" y="44381"/>
                </a:cubicBezTo>
                <a:lnTo>
                  <a:pt x="739677" y="251490"/>
                </a:lnTo>
                <a:cubicBezTo>
                  <a:pt x="739676" y="257375"/>
                  <a:pt x="738548" y="263036"/>
                  <a:pt x="736297" y="268473"/>
                </a:cubicBezTo>
                <a:cubicBezTo>
                  <a:pt x="734045" y="273910"/>
                  <a:pt x="730838" y="278710"/>
                  <a:pt x="726677" y="282871"/>
                </a:cubicBezTo>
                <a:cubicBezTo>
                  <a:pt x="722515" y="287032"/>
                  <a:pt x="717715" y="290239"/>
                  <a:pt x="712277" y="292491"/>
                </a:cubicBezTo>
                <a:cubicBezTo>
                  <a:pt x="706841" y="294744"/>
                  <a:pt x="701181" y="295870"/>
                  <a:pt x="695297" y="295870"/>
                </a:cubicBezTo>
                <a:lnTo>
                  <a:pt x="44382" y="295870"/>
                </a:lnTo>
                <a:cubicBezTo>
                  <a:pt x="38497" y="295870"/>
                  <a:pt x="32834" y="294743"/>
                  <a:pt x="27396" y="292491"/>
                </a:cubicBezTo>
                <a:cubicBezTo>
                  <a:pt x="21959" y="290239"/>
                  <a:pt x="17159" y="287032"/>
                  <a:pt x="12999" y="282871"/>
                </a:cubicBezTo>
                <a:cubicBezTo>
                  <a:pt x="8836" y="278710"/>
                  <a:pt x="5630" y="273910"/>
                  <a:pt x="3379" y="268473"/>
                </a:cubicBezTo>
                <a:cubicBezTo>
                  <a:pt x="1126" y="263036"/>
                  <a:pt x="0" y="257375"/>
                  <a:pt x="1" y="251490"/>
                </a:cubicBezTo>
                <a:lnTo>
                  <a:pt x="1" y="44381"/>
                </a:lnTo>
                <a:cubicBezTo>
                  <a:pt x="0" y="38495"/>
                  <a:pt x="1126" y="32834"/>
                  <a:pt x="3379" y="27397"/>
                </a:cubicBezTo>
                <a:cubicBezTo>
                  <a:pt x="5630" y="21959"/>
                  <a:pt x="8836" y="17160"/>
                  <a:pt x="12999" y="12998"/>
                </a:cubicBezTo>
                <a:cubicBezTo>
                  <a:pt x="17159" y="8837"/>
                  <a:pt x="21959" y="5630"/>
                  <a:pt x="27396" y="3378"/>
                </a:cubicBezTo>
                <a:cubicBezTo>
                  <a:pt x="32834" y="1126"/>
                  <a:pt x="38497" y="0"/>
                  <a:pt x="44382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CA9231-4152-4E82-B408-AD066E10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0197" y="3047944"/>
            <a:ext cx="739677" cy="295870"/>
          </a:xfrm>
          <a:custGeom xmlns:a="http://schemas.openxmlformats.org/drawingml/2006/main">
            <a:pathLst>
              <a:path w="739677" h="295870" fill="none">
                <a:moveTo>
                  <a:pt x="44382" y="0"/>
                </a:moveTo>
                <a:lnTo>
                  <a:pt x="695297" y="0"/>
                </a:lnTo>
                <a:cubicBezTo>
                  <a:pt x="701181" y="0"/>
                  <a:pt x="706841" y="1126"/>
                  <a:pt x="712277" y="3378"/>
                </a:cubicBezTo>
                <a:cubicBezTo>
                  <a:pt x="717715" y="5630"/>
                  <a:pt x="722515" y="8837"/>
                  <a:pt x="726677" y="12998"/>
                </a:cubicBezTo>
                <a:cubicBezTo>
                  <a:pt x="730838" y="17160"/>
                  <a:pt x="734045" y="21959"/>
                  <a:pt x="736297" y="27397"/>
                </a:cubicBezTo>
                <a:cubicBezTo>
                  <a:pt x="738548" y="32834"/>
                  <a:pt x="739676" y="38495"/>
                  <a:pt x="739677" y="44381"/>
                </a:cubicBezTo>
                <a:lnTo>
                  <a:pt x="739677" y="251490"/>
                </a:lnTo>
                <a:cubicBezTo>
                  <a:pt x="739676" y="257375"/>
                  <a:pt x="738548" y="263036"/>
                  <a:pt x="736297" y="268473"/>
                </a:cubicBezTo>
                <a:cubicBezTo>
                  <a:pt x="734045" y="273910"/>
                  <a:pt x="730838" y="278710"/>
                  <a:pt x="726677" y="282871"/>
                </a:cubicBezTo>
                <a:cubicBezTo>
                  <a:pt x="722515" y="287032"/>
                  <a:pt x="717715" y="290239"/>
                  <a:pt x="712277" y="292491"/>
                </a:cubicBezTo>
                <a:cubicBezTo>
                  <a:pt x="706841" y="294744"/>
                  <a:pt x="701181" y="295870"/>
                  <a:pt x="695297" y="295870"/>
                </a:cubicBezTo>
                <a:lnTo>
                  <a:pt x="44382" y="295870"/>
                </a:lnTo>
                <a:cubicBezTo>
                  <a:pt x="38497" y="295870"/>
                  <a:pt x="32834" y="294743"/>
                  <a:pt x="27396" y="292491"/>
                </a:cubicBezTo>
                <a:cubicBezTo>
                  <a:pt x="21959" y="290239"/>
                  <a:pt x="17159" y="287032"/>
                  <a:pt x="12999" y="282871"/>
                </a:cubicBezTo>
                <a:cubicBezTo>
                  <a:pt x="8836" y="278710"/>
                  <a:pt x="5630" y="273910"/>
                  <a:pt x="3379" y="268473"/>
                </a:cubicBezTo>
                <a:cubicBezTo>
                  <a:pt x="1126" y="263036"/>
                  <a:pt x="0" y="257375"/>
                  <a:pt x="1" y="251490"/>
                </a:cubicBezTo>
                <a:lnTo>
                  <a:pt x="1" y="44381"/>
                </a:lnTo>
                <a:cubicBezTo>
                  <a:pt x="0" y="38495"/>
                  <a:pt x="1126" y="32834"/>
                  <a:pt x="3379" y="27397"/>
                </a:cubicBezTo>
                <a:cubicBezTo>
                  <a:pt x="5630" y="21959"/>
                  <a:pt x="8836" y="17160"/>
                  <a:pt x="12999" y="12998"/>
                </a:cubicBezTo>
                <a:cubicBezTo>
                  <a:pt x="17159" y="8837"/>
                  <a:pt x="21959" y="5630"/>
                  <a:pt x="27396" y="3378"/>
                </a:cubicBezTo>
                <a:cubicBezTo>
                  <a:pt x="32834" y="1126"/>
                  <a:pt x="38497" y="0"/>
                  <a:pt x="4438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794" cap="flat">
            <a:solidFill>
              <a:srgbClr val="000000"/>
            </a:solidFill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6AC097-F3ED-46F2-8830-1300E8E7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6392" y="3787620"/>
            <a:ext cx="628726" cy="295870"/>
          </a:xfrm>
          <a:custGeom xmlns:a="http://schemas.openxmlformats.org/drawingml/2006/main">
            <a:pathLst>
              <a:path w="628726" h="295870">
                <a:moveTo>
                  <a:pt x="44382" y="0"/>
                </a:moveTo>
                <a:lnTo>
                  <a:pt x="584345" y="0"/>
                </a:lnTo>
                <a:cubicBezTo>
                  <a:pt x="590229" y="0"/>
                  <a:pt x="595889" y="1126"/>
                  <a:pt x="601325" y="3378"/>
                </a:cubicBezTo>
                <a:cubicBezTo>
                  <a:pt x="606763" y="5630"/>
                  <a:pt x="611564" y="8837"/>
                  <a:pt x="615725" y="12999"/>
                </a:cubicBezTo>
                <a:cubicBezTo>
                  <a:pt x="619887" y="17160"/>
                  <a:pt x="623094" y="21959"/>
                  <a:pt x="625345" y="27397"/>
                </a:cubicBezTo>
                <a:cubicBezTo>
                  <a:pt x="627597" y="32834"/>
                  <a:pt x="628724" y="38495"/>
                  <a:pt x="628726" y="44381"/>
                </a:cubicBezTo>
                <a:lnTo>
                  <a:pt x="628726" y="251490"/>
                </a:lnTo>
                <a:cubicBezTo>
                  <a:pt x="628724" y="257375"/>
                  <a:pt x="627597" y="263036"/>
                  <a:pt x="625345" y="268473"/>
                </a:cubicBezTo>
                <a:cubicBezTo>
                  <a:pt x="623094" y="273910"/>
                  <a:pt x="619887" y="278710"/>
                  <a:pt x="615725" y="282871"/>
                </a:cubicBezTo>
                <a:cubicBezTo>
                  <a:pt x="611564" y="287033"/>
                  <a:pt x="606763" y="290239"/>
                  <a:pt x="601325" y="292491"/>
                </a:cubicBezTo>
                <a:cubicBezTo>
                  <a:pt x="595889" y="294744"/>
                  <a:pt x="590229" y="295870"/>
                  <a:pt x="584345" y="295870"/>
                </a:cubicBezTo>
                <a:lnTo>
                  <a:pt x="44382" y="295870"/>
                </a:lnTo>
                <a:cubicBezTo>
                  <a:pt x="38496" y="295870"/>
                  <a:pt x="32834" y="294744"/>
                  <a:pt x="27396" y="292491"/>
                </a:cubicBezTo>
                <a:cubicBezTo>
                  <a:pt x="21958" y="290239"/>
                  <a:pt x="17159" y="287033"/>
                  <a:pt x="12999" y="282871"/>
                </a:cubicBezTo>
                <a:cubicBezTo>
                  <a:pt x="8836" y="278710"/>
                  <a:pt x="5630" y="273910"/>
                  <a:pt x="3377" y="268473"/>
                </a:cubicBezTo>
                <a:cubicBezTo>
                  <a:pt x="1124" y="263036"/>
                  <a:pt x="0" y="257375"/>
                  <a:pt x="1" y="251490"/>
                </a:cubicBezTo>
                <a:lnTo>
                  <a:pt x="1" y="44381"/>
                </a:lnTo>
                <a:cubicBezTo>
                  <a:pt x="0" y="38495"/>
                  <a:pt x="1124" y="32834"/>
                  <a:pt x="3377" y="27397"/>
                </a:cubicBezTo>
                <a:cubicBezTo>
                  <a:pt x="5630" y="21959"/>
                  <a:pt x="8836" y="17160"/>
                  <a:pt x="12999" y="12999"/>
                </a:cubicBezTo>
                <a:cubicBezTo>
                  <a:pt x="17159" y="8837"/>
                  <a:pt x="21958" y="5630"/>
                  <a:pt x="27396" y="3378"/>
                </a:cubicBezTo>
                <a:cubicBezTo>
                  <a:pt x="32834" y="1126"/>
                  <a:pt x="38496" y="0"/>
                  <a:pt x="44382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F152CA-E222-4099-9939-89B3DFD0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6392" y="3787620"/>
            <a:ext cx="628726" cy="295870"/>
          </a:xfrm>
          <a:custGeom xmlns:a="http://schemas.openxmlformats.org/drawingml/2006/main">
            <a:pathLst>
              <a:path w="628726" h="295870" fill="none">
                <a:moveTo>
                  <a:pt x="44382" y="0"/>
                </a:moveTo>
                <a:lnTo>
                  <a:pt x="584345" y="0"/>
                </a:lnTo>
                <a:cubicBezTo>
                  <a:pt x="590229" y="0"/>
                  <a:pt x="595889" y="1126"/>
                  <a:pt x="601325" y="3378"/>
                </a:cubicBezTo>
                <a:cubicBezTo>
                  <a:pt x="606763" y="5630"/>
                  <a:pt x="611564" y="8837"/>
                  <a:pt x="615725" y="12999"/>
                </a:cubicBezTo>
                <a:cubicBezTo>
                  <a:pt x="619887" y="17160"/>
                  <a:pt x="623094" y="21959"/>
                  <a:pt x="625345" y="27397"/>
                </a:cubicBezTo>
                <a:cubicBezTo>
                  <a:pt x="627597" y="32834"/>
                  <a:pt x="628724" y="38495"/>
                  <a:pt x="628726" y="44381"/>
                </a:cubicBezTo>
                <a:lnTo>
                  <a:pt x="628726" y="251490"/>
                </a:lnTo>
                <a:cubicBezTo>
                  <a:pt x="628724" y="257375"/>
                  <a:pt x="627597" y="263036"/>
                  <a:pt x="625345" y="268473"/>
                </a:cubicBezTo>
                <a:cubicBezTo>
                  <a:pt x="623094" y="273910"/>
                  <a:pt x="619887" y="278710"/>
                  <a:pt x="615725" y="282871"/>
                </a:cubicBezTo>
                <a:cubicBezTo>
                  <a:pt x="611564" y="287033"/>
                  <a:pt x="606763" y="290239"/>
                  <a:pt x="601325" y="292491"/>
                </a:cubicBezTo>
                <a:cubicBezTo>
                  <a:pt x="595889" y="294744"/>
                  <a:pt x="590229" y="295870"/>
                  <a:pt x="584345" y="295870"/>
                </a:cubicBezTo>
                <a:lnTo>
                  <a:pt x="44382" y="295870"/>
                </a:lnTo>
                <a:cubicBezTo>
                  <a:pt x="38496" y="295870"/>
                  <a:pt x="32834" y="294744"/>
                  <a:pt x="27396" y="292491"/>
                </a:cubicBezTo>
                <a:cubicBezTo>
                  <a:pt x="21958" y="290239"/>
                  <a:pt x="17159" y="287033"/>
                  <a:pt x="12999" y="282871"/>
                </a:cubicBezTo>
                <a:cubicBezTo>
                  <a:pt x="8836" y="278710"/>
                  <a:pt x="5630" y="273910"/>
                  <a:pt x="3377" y="268473"/>
                </a:cubicBezTo>
                <a:cubicBezTo>
                  <a:pt x="1124" y="263036"/>
                  <a:pt x="0" y="257375"/>
                  <a:pt x="1" y="251490"/>
                </a:cubicBezTo>
                <a:lnTo>
                  <a:pt x="1" y="44381"/>
                </a:lnTo>
                <a:cubicBezTo>
                  <a:pt x="0" y="38495"/>
                  <a:pt x="1124" y="32834"/>
                  <a:pt x="3377" y="27397"/>
                </a:cubicBezTo>
                <a:cubicBezTo>
                  <a:pt x="5630" y="21959"/>
                  <a:pt x="8836" y="17160"/>
                  <a:pt x="12999" y="12999"/>
                </a:cubicBezTo>
                <a:cubicBezTo>
                  <a:pt x="17159" y="8837"/>
                  <a:pt x="21958" y="5630"/>
                  <a:pt x="27396" y="3378"/>
                </a:cubicBezTo>
                <a:cubicBezTo>
                  <a:pt x="32834" y="1126"/>
                  <a:pt x="38496" y="0"/>
                  <a:pt x="4438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794" cap="flat">
            <a:solidFill>
              <a:srgbClr val="000000"/>
            </a:solidFill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6ED962-2AA7-40D7-965D-335D9060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4954" y="3787620"/>
            <a:ext cx="628726" cy="295870"/>
          </a:xfrm>
          <a:custGeom xmlns:a="http://schemas.openxmlformats.org/drawingml/2006/main">
            <a:pathLst>
              <a:path w="628726" h="295870">
                <a:moveTo>
                  <a:pt x="44382" y="0"/>
                </a:moveTo>
                <a:lnTo>
                  <a:pt x="584345" y="0"/>
                </a:lnTo>
                <a:cubicBezTo>
                  <a:pt x="590229" y="0"/>
                  <a:pt x="595889" y="1126"/>
                  <a:pt x="601325" y="3378"/>
                </a:cubicBezTo>
                <a:cubicBezTo>
                  <a:pt x="606763" y="5630"/>
                  <a:pt x="611564" y="8837"/>
                  <a:pt x="615725" y="12999"/>
                </a:cubicBezTo>
                <a:cubicBezTo>
                  <a:pt x="619887" y="17160"/>
                  <a:pt x="623094" y="21959"/>
                  <a:pt x="625345" y="27397"/>
                </a:cubicBezTo>
                <a:cubicBezTo>
                  <a:pt x="627597" y="32834"/>
                  <a:pt x="628724" y="38495"/>
                  <a:pt x="628726" y="44381"/>
                </a:cubicBezTo>
                <a:lnTo>
                  <a:pt x="628726" y="251490"/>
                </a:lnTo>
                <a:cubicBezTo>
                  <a:pt x="628724" y="257375"/>
                  <a:pt x="627597" y="263036"/>
                  <a:pt x="625345" y="268473"/>
                </a:cubicBezTo>
                <a:cubicBezTo>
                  <a:pt x="623094" y="273910"/>
                  <a:pt x="619887" y="278710"/>
                  <a:pt x="615725" y="282871"/>
                </a:cubicBezTo>
                <a:cubicBezTo>
                  <a:pt x="611564" y="287033"/>
                  <a:pt x="606765" y="290239"/>
                  <a:pt x="601328" y="292491"/>
                </a:cubicBezTo>
                <a:cubicBezTo>
                  <a:pt x="595890" y="294744"/>
                  <a:pt x="590229" y="295870"/>
                  <a:pt x="584345" y="295870"/>
                </a:cubicBezTo>
                <a:lnTo>
                  <a:pt x="44382" y="295870"/>
                </a:lnTo>
                <a:cubicBezTo>
                  <a:pt x="38494" y="295870"/>
                  <a:pt x="32834" y="294744"/>
                  <a:pt x="27396" y="292491"/>
                </a:cubicBezTo>
                <a:cubicBezTo>
                  <a:pt x="21959" y="290239"/>
                  <a:pt x="17159" y="287033"/>
                  <a:pt x="12999" y="282871"/>
                </a:cubicBezTo>
                <a:cubicBezTo>
                  <a:pt x="8836" y="278710"/>
                  <a:pt x="5630" y="273910"/>
                  <a:pt x="3379" y="268473"/>
                </a:cubicBezTo>
                <a:cubicBezTo>
                  <a:pt x="1124" y="263036"/>
                  <a:pt x="0" y="257375"/>
                  <a:pt x="1" y="251490"/>
                </a:cubicBezTo>
                <a:lnTo>
                  <a:pt x="1" y="44381"/>
                </a:lnTo>
                <a:cubicBezTo>
                  <a:pt x="0" y="38495"/>
                  <a:pt x="1124" y="32834"/>
                  <a:pt x="3379" y="27397"/>
                </a:cubicBezTo>
                <a:cubicBezTo>
                  <a:pt x="5630" y="21959"/>
                  <a:pt x="8836" y="17160"/>
                  <a:pt x="12999" y="12999"/>
                </a:cubicBezTo>
                <a:cubicBezTo>
                  <a:pt x="17159" y="8837"/>
                  <a:pt x="21959" y="5630"/>
                  <a:pt x="27396" y="3378"/>
                </a:cubicBezTo>
                <a:cubicBezTo>
                  <a:pt x="32834" y="1126"/>
                  <a:pt x="38494" y="0"/>
                  <a:pt x="44382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AE5CE8-82A8-4A4E-8338-305CB40E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4954" y="3787620"/>
            <a:ext cx="628726" cy="295870"/>
          </a:xfrm>
          <a:custGeom xmlns:a="http://schemas.openxmlformats.org/drawingml/2006/main">
            <a:pathLst>
              <a:path w="628726" h="295870" fill="none">
                <a:moveTo>
                  <a:pt x="44382" y="0"/>
                </a:moveTo>
                <a:lnTo>
                  <a:pt x="584345" y="0"/>
                </a:lnTo>
                <a:cubicBezTo>
                  <a:pt x="590229" y="0"/>
                  <a:pt x="595889" y="1126"/>
                  <a:pt x="601325" y="3378"/>
                </a:cubicBezTo>
                <a:cubicBezTo>
                  <a:pt x="606763" y="5630"/>
                  <a:pt x="611564" y="8837"/>
                  <a:pt x="615725" y="12999"/>
                </a:cubicBezTo>
                <a:cubicBezTo>
                  <a:pt x="619887" y="17160"/>
                  <a:pt x="623094" y="21959"/>
                  <a:pt x="625345" y="27397"/>
                </a:cubicBezTo>
                <a:cubicBezTo>
                  <a:pt x="627597" y="32834"/>
                  <a:pt x="628724" y="38495"/>
                  <a:pt x="628726" y="44381"/>
                </a:cubicBezTo>
                <a:lnTo>
                  <a:pt x="628726" y="251490"/>
                </a:lnTo>
                <a:cubicBezTo>
                  <a:pt x="628724" y="257375"/>
                  <a:pt x="627597" y="263036"/>
                  <a:pt x="625345" y="268473"/>
                </a:cubicBezTo>
                <a:cubicBezTo>
                  <a:pt x="623094" y="273910"/>
                  <a:pt x="619887" y="278710"/>
                  <a:pt x="615725" y="282871"/>
                </a:cubicBezTo>
                <a:cubicBezTo>
                  <a:pt x="611564" y="287033"/>
                  <a:pt x="606765" y="290239"/>
                  <a:pt x="601328" y="292491"/>
                </a:cubicBezTo>
                <a:cubicBezTo>
                  <a:pt x="595890" y="294744"/>
                  <a:pt x="590229" y="295870"/>
                  <a:pt x="584345" y="295870"/>
                </a:cubicBezTo>
                <a:lnTo>
                  <a:pt x="44382" y="295870"/>
                </a:lnTo>
                <a:cubicBezTo>
                  <a:pt x="38494" y="295870"/>
                  <a:pt x="32834" y="294744"/>
                  <a:pt x="27396" y="292491"/>
                </a:cubicBezTo>
                <a:cubicBezTo>
                  <a:pt x="21959" y="290239"/>
                  <a:pt x="17159" y="287033"/>
                  <a:pt x="12999" y="282871"/>
                </a:cubicBezTo>
                <a:cubicBezTo>
                  <a:pt x="8836" y="278710"/>
                  <a:pt x="5630" y="273910"/>
                  <a:pt x="3379" y="268473"/>
                </a:cubicBezTo>
                <a:cubicBezTo>
                  <a:pt x="1124" y="263036"/>
                  <a:pt x="0" y="257375"/>
                  <a:pt x="1" y="251490"/>
                </a:cubicBezTo>
                <a:lnTo>
                  <a:pt x="1" y="44381"/>
                </a:lnTo>
                <a:cubicBezTo>
                  <a:pt x="0" y="38495"/>
                  <a:pt x="1124" y="32834"/>
                  <a:pt x="3379" y="27397"/>
                </a:cubicBezTo>
                <a:cubicBezTo>
                  <a:pt x="5630" y="21959"/>
                  <a:pt x="8836" y="17160"/>
                  <a:pt x="12999" y="12999"/>
                </a:cubicBezTo>
                <a:cubicBezTo>
                  <a:pt x="17159" y="8837"/>
                  <a:pt x="21959" y="5630"/>
                  <a:pt x="27396" y="3378"/>
                </a:cubicBezTo>
                <a:cubicBezTo>
                  <a:pt x="32834" y="1126"/>
                  <a:pt x="38494" y="0"/>
                  <a:pt x="4438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794" cap="flat">
            <a:solidFill>
              <a:srgbClr val="000000"/>
            </a:solidFill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30E8CF-4D28-43C9-8D7F-689798E8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0197" y="4527295"/>
            <a:ext cx="591742" cy="295870"/>
          </a:xfrm>
          <a:custGeom xmlns:a="http://schemas.openxmlformats.org/drawingml/2006/main">
            <a:pathLst>
              <a:path w="591742" h="295870">
                <a:moveTo>
                  <a:pt x="44382" y="0"/>
                </a:moveTo>
                <a:lnTo>
                  <a:pt x="547361" y="0"/>
                </a:lnTo>
                <a:cubicBezTo>
                  <a:pt x="553246" y="0"/>
                  <a:pt x="558906" y="1126"/>
                  <a:pt x="564341" y="3378"/>
                </a:cubicBezTo>
                <a:cubicBezTo>
                  <a:pt x="569780" y="5630"/>
                  <a:pt x="574580" y="8837"/>
                  <a:pt x="578741" y="12998"/>
                </a:cubicBezTo>
                <a:cubicBezTo>
                  <a:pt x="582904" y="17159"/>
                  <a:pt x="586110" y="21959"/>
                  <a:pt x="588362" y="27396"/>
                </a:cubicBezTo>
                <a:cubicBezTo>
                  <a:pt x="590613" y="32833"/>
                  <a:pt x="591741" y="38495"/>
                  <a:pt x="591742" y="44381"/>
                </a:cubicBezTo>
                <a:lnTo>
                  <a:pt x="591742" y="251490"/>
                </a:lnTo>
                <a:cubicBezTo>
                  <a:pt x="591741" y="257375"/>
                  <a:pt x="590613" y="263036"/>
                  <a:pt x="588362" y="268473"/>
                </a:cubicBezTo>
                <a:cubicBezTo>
                  <a:pt x="586110" y="273910"/>
                  <a:pt x="582904" y="278710"/>
                  <a:pt x="578741" y="282871"/>
                </a:cubicBezTo>
                <a:cubicBezTo>
                  <a:pt x="574580" y="287033"/>
                  <a:pt x="569780" y="290239"/>
                  <a:pt x="564341" y="292491"/>
                </a:cubicBezTo>
                <a:cubicBezTo>
                  <a:pt x="558906" y="294744"/>
                  <a:pt x="553246" y="295870"/>
                  <a:pt x="547361" y="295870"/>
                </a:cubicBezTo>
                <a:lnTo>
                  <a:pt x="44382" y="295870"/>
                </a:lnTo>
                <a:cubicBezTo>
                  <a:pt x="38497" y="295870"/>
                  <a:pt x="32834" y="294744"/>
                  <a:pt x="27396" y="292491"/>
                </a:cubicBezTo>
                <a:cubicBezTo>
                  <a:pt x="21959" y="290239"/>
                  <a:pt x="17159" y="287033"/>
                  <a:pt x="12999" y="282871"/>
                </a:cubicBezTo>
                <a:cubicBezTo>
                  <a:pt x="8836" y="278710"/>
                  <a:pt x="5630" y="273910"/>
                  <a:pt x="3379" y="268473"/>
                </a:cubicBezTo>
                <a:cubicBezTo>
                  <a:pt x="1126" y="263036"/>
                  <a:pt x="0" y="257375"/>
                  <a:pt x="1" y="251490"/>
                </a:cubicBezTo>
                <a:lnTo>
                  <a:pt x="1" y="44381"/>
                </a:lnTo>
                <a:cubicBezTo>
                  <a:pt x="0" y="38495"/>
                  <a:pt x="1126" y="32833"/>
                  <a:pt x="3379" y="27396"/>
                </a:cubicBezTo>
                <a:cubicBezTo>
                  <a:pt x="5630" y="21959"/>
                  <a:pt x="8836" y="17159"/>
                  <a:pt x="12999" y="12998"/>
                </a:cubicBezTo>
                <a:cubicBezTo>
                  <a:pt x="17159" y="8837"/>
                  <a:pt x="21959" y="5630"/>
                  <a:pt x="27396" y="3378"/>
                </a:cubicBezTo>
                <a:cubicBezTo>
                  <a:pt x="32834" y="1126"/>
                  <a:pt x="38497" y="0"/>
                  <a:pt x="44382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ECE80F-719A-462A-BD6F-8B7DAB8A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0197" y="4527295"/>
            <a:ext cx="591742" cy="295870"/>
          </a:xfrm>
          <a:custGeom xmlns:a="http://schemas.openxmlformats.org/drawingml/2006/main">
            <a:pathLst>
              <a:path w="591742" h="295870" fill="none">
                <a:moveTo>
                  <a:pt x="44382" y="0"/>
                </a:moveTo>
                <a:lnTo>
                  <a:pt x="547361" y="0"/>
                </a:lnTo>
                <a:cubicBezTo>
                  <a:pt x="553246" y="0"/>
                  <a:pt x="558906" y="1126"/>
                  <a:pt x="564341" y="3378"/>
                </a:cubicBezTo>
                <a:cubicBezTo>
                  <a:pt x="569780" y="5630"/>
                  <a:pt x="574580" y="8837"/>
                  <a:pt x="578741" y="12998"/>
                </a:cubicBezTo>
                <a:cubicBezTo>
                  <a:pt x="582904" y="17159"/>
                  <a:pt x="586110" y="21959"/>
                  <a:pt x="588362" y="27396"/>
                </a:cubicBezTo>
                <a:cubicBezTo>
                  <a:pt x="590613" y="32833"/>
                  <a:pt x="591741" y="38495"/>
                  <a:pt x="591742" y="44381"/>
                </a:cubicBezTo>
                <a:lnTo>
                  <a:pt x="591742" y="251490"/>
                </a:lnTo>
                <a:cubicBezTo>
                  <a:pt x="591741" y="257375"/>
                  <a:pt x="590613" y="263036"/>
                  <a:pt x="588362" y="268473"/>
                </a:cubicBezTo>
                <a:cubicBezTo>
                  <a:pt x="586110" y="273910"/>
                  <a:pt x="582904" y="278710"/>
                  <a:pt x="578741" y="282871"/>
                </a:cubicBezTo>
                <a:cubicBezTo>
                  <a:pt x="574580" y="287033"/>
                  <a:pt x="569780" y="290239"/>
                  <a:pt x="564341" y="292491"/>
                </a:cubicBezTo>
                <a:cubicBezTo>
                  <a:pt x="558906" y="294744"/>
                  <a:pt x="553246" y="295870"/>
                  <a:pt x="547361" y="295870"/>
                </a:cubicBezTo>
                <a:lnTo>
                  <a:pt x="44382" y="295870"/>
                </a:lnTo>
                <a:cubicBezTo>
                  <a:pt x="38497" y="295870"/>
                  <a:pt x="32834" y="294744"/>
                  <a:pt x="27396" y="292491"/>
                </a:cubicBezTo>
                <a:cubicBezTo>
                  <a:pt x="21959" y="290239"/>
                  <a:pt x="17159" y="287033"/>
                  <a:pt x="12999" y="282871"/>
                </a:cubicBezTo>
                <a:cubicBezTo>
                  <a:pt x="8836" y="278710"/>
                  <a:pt x="5630" y="273910"/>
                  <a:pt x="3379" y="268473"/>
                </a:cubicBezTo>
                <a:cubicBezTo>
                  <a:pt x="1126" y="263036"/>
                  <a:pt x="0" y="257375"/>
                  <a:pt x="1" y="251490"/>
                </a:cubicBezTo>
                <a:lnTo>
                  <a:pt x="1" y="44381"/>
                </a:lnTo>
                <a:cubicBezTo>
                  <a:pt x="0" y="38495"/>
                  <a:pt x="1126" y="32833"/>
                  <a:pt x="3379" y="27396"/>
                </a:cubicBezTo>
                <a:cubicBezTo>
                  <a:pt x="5630" y="21959"/>
                  <a:pt x="8836" y="17159"/>
                  <a:pt x="12999" y="12998"/>
                </a:cubicBezTo>
                <a:cubicBezTo>
                  <a:pt x="17159" y="8837"/>
                  <a:pt x="21959" y="5630"/>
                  <a:pt x="27396" y="3378"/>
                </a:cubicBezTo>
                <a:cubicBezTo>
                  <a:pt x="32834" y="1126"/>
                  <a:pt x="38497" y="0"/>
                  <a:pt x="4438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794" cap="flat">
            <a:solidFill>
              <a:srgbClr val="000000"/>
            </a:solidFill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2F15E9-BC6F-4F20-942B-4C22B76D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3126" y="680982"/>
            <a:ext cx="1116910" cy="1116910"/>
          </a:xfrm>
          <a:custGeom xmlns:a="http://schemas.openxmlformats.org/drawingml/2006/main">
            <a:pathLst>
              <a:path w="1116910" h="1116910" fill="none">
                <a:moveTo>
                  <a:pt x="1116910" y="0"/>
                </a:moveTo>
                <a:lnTo>
                  <a:pt x="0" y="1116910"/>
                </a:lnTo>
              </a:path>
            </a:pathLst>
          </a:custGeom>
          <a:noFill xmlns:a="http://schemas.openxmlformats.org/drawingml/2006/main"/>
          <a:ln xmlns:a="http://schemas.openxmlformats.org/drawingml/2006/main" w="14794" cap="flat">
            <a:solidFill>
              <a:srgbClr val="000000"/>
            </a:solidFill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637FC7-F44B-400C-A603-E73BDC7C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8242" y="1742860"/>
            <a:ext cx="109916" cy="109916"/>
          </a:xfrm>
          <a:custGeom xmlns:a="http://schemas.openxmlformats.org/drawingml/2006/main">
            <a:pathLst>
              <a:path w="109916" h="109916">
                <a:moveTo>
                  <a:pt x="0" y="109916"/>
                </a:moveTo>
                <a:lnTo>
                  <a:pt x="36688" y="0"/>
                </a:lnTo>
                <a:lnTo>
                  <a:pt x="54884" y="55032"/>
                </a:lnTo>
                <a:lnTo>
                  <a:pt x="109916" y="73228"/>
                </a:lnTo>
                <a:lnTo>
                  <a:pt x="0" y="1099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ED86E1-65BE-46EC-89A8-DFB2DECA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8242" y="1742860"/>
            <a:ext cx="109916" cy="109916"/>
          </a:xfrm>
          <a:custGeom xmlns:a="http://schemas.openxmlformats.org/drawingml/2006/main">
            <a:pathLst>
              <a:path w="109916" h="109916" fill="none">
                <a:moveTo>
                  <a:pt x="0" y="109916"/>
                </a:moveTo>
                <a:lnTo>
                  <a:pt x="36688" y="0"/>
                </a:lnTo>
                <a:lnTo>
                  <a:pt x="54884" y="55032"/>
                </a:lnTo>
                <a:lnTo>
                  <a:pt x="109916" y="73228"/>
                </a:lnTo>
                <a:lnTo>
                  <a:pt x="0" y="10991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94" cap="flat">
            <a:solidFill>
              <a:srgbClr val="000000"/>
            </a:solidFill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F0245F-B74C-423E-91EF-6457DC2A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6555" y="2160333"/>
            <a:ext cx="1108182" cy="831100"/>
          </a:xfrm>
          <a:custGeom xmlns:a="http://schemas.openxmlformats.org/drawingml/2006/main">
            <a:pathLst>
              <a:path w="1108182" h="831100" fill="none">
                <a:moveTo>
                  <a:pt x="0" y="0"/>
                </a:moveTo>
                <a:lnTo>
                  <a:pt x="1108182" y="831100"/>
                </a:lnTo>
              </a:path>
            </a:pathLst>
          </a:custGeom>
          <a:noFill xmlns:a="http://schemas.openxmlformats.org/drawingml/2006/main"/>
          <a:ln xmlns:a="http://schemas.openxmlformats.org/drawingml/2006/main" w="14794" cap="flat">
            <a:solidFill>
              <a:srgbClr val="000000"/>
            </a:solidFill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2B41B5-4453-4CED-B5EC-F55E276F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2960" y="2934478"/>
            <a:ext cx="113910" cy="103555"/>
          </a:xfrm>
          <a:custGeom xmlns:a="http://schemas.openxmlformats.org/drawingml/2006/main">
            <a:pathLst>
              <a:path w="113910" h="103555">
                <a:moveTo>
                  <a:pt x="113910" y="103555"/>
                </a:moveTo>
                <a:lnTo>
                  <a:pt x="0" y="82844"/>
                </a:lnTo>
                <a:lnTo>
                  <a:pt x="51777" y="56955"/>
                </a:lnTo>
                <a:lnTo>
                  <a:pt x="62133" y="0"/>
                </a:lnTo>
                <a:lnTo>
                  <a:pt x="113910" y="10355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32F9AF-2C89-4935-B6BF-8B47F288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2960" y="2934478"/>
            <a:ext cx="113910" cy="103555"/>
          </a:xfrm>
          <a:custGeom xmlns:a="http://schemas.openxmlformats.org/drawingml/2006/main">
            <a:pathLst>
              <a:path w="113910" h="103555" fill="none">
                <a:moveTo>
                  <a:pt x="113910" y="103555"/>
                </a:moveTo>
                <a:lnTo>
                  <a:pt x="0" y="82844"/>
                </a:lnTo>
                <a:lnTo>
                  <a:pt x="51777" y="56955"/>
                </a:lnTo>
                <a:lnTo>
                  <a:pt x="62133" y="0"/>
                </a:lnTo>
                <a:lnTo>
                  <a:pt x="113910" y="10355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94" cap="flat">
            <a:solidFill>
              <a:srgbClr val="000000"/>
            </a:solidFill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290F6C-4501-4D12-BE84-90F82C6F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6129" y="1420657"/>
            <a:ext cx="507713" cy="524134"/>
          </a:xfrm>
          <a:custGeom xmlns:a="http://schemas.openxmlformats.org/drawingml/2006/main">
            <a:pathLst>
              <a:path w="507713" h="524134" fill="none">
                <a:moveTo>
                  <a:pt x="507713" y="0"/>
                </a:moveTo>
                <a:lnTo>
                  <a:pt x="0" y="524134"/>
                </a:lnTo>
              </a:path>
            </a:pathLst>
          </a:custGeom>
          <a:noFill xmlns:a="http://schemas.openxmlformats.org/drawingml/2006/main"/>
          <a:ln xmlns:a="http://schemas.openxmlformats.org/drawingml/2006/main" w="14794" cap="flat">
            <a:solidFill>
              <a:srgbClr val="000000"/>
            </a:solidFill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C52ED9-61E0-4EE3-8E04-E2370657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2132" y="1890056"/>
            <a:ext cx="109176" cy="110508"/>
          </a:xfrm>
          <a:custGeom xmlns:a="http://schemas.openxmlformats.org/drawingml/2006/main">
            <a:pathLst>
              <a:path w="109176" h="110508">
                <a:moveTo>
                  <a:pt x="0" y="110508"/>
                </a:moveTo>
                <a:lnTo>
                  <a:pt x="34765" y="0"/>
                </a:lnTo>
                <a:lnTo>
                  <a:pt x="53996" y="54736"/>
                </a:lnTo>
                <a:lnTo>
                  <a:pt x="109176" y="72044"/>
                </a:lnTo>
                <a:lnTo>
                  <a:pt x="0" y="1105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6A03B3-2F7A-47F4-9130-7EF24844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2132" y="1890056"/>
            <a:ext cx="109176" cy="110508"/>
          </a:xfrm>
          <a:custGeom xmlns:a="http://schemas.openxmlformats.org/drawingml/2006/main">
            <a:pathLst>
              <a:path w="109176" h="110508" fill="none">
                <a:moveTo>
                  <a:pt x="0" y="110508"/>
                </a:moveTo>
                <a:lnTo>
                  <a:pt x="34765" y="0"/>
                </a:lnTo>
                <a:lnTo>
                  <a:pt x="53996" y="54736"/>
                </a:lnTo>
                <a:lnTo>
                  <a:pt x="109176" y="72044"/>
                </a:lnTo>
                <a:lnTo>
                  <a:pt x="0" y="11050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94" cap="flat">
            <a:solidFill>
              <a:srgbClr val="000000"/>
            </a:solidFill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AD12E9-1FF1-414A-9901-B318F024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3842" y="1420657"/>
            <a:ext cx="666152" cy="532862"/>
          </a:xfrm>
          <a:custGeom xmlns:a="http://schemas.openxmlformats.org/drawingml/2006/main">
            <a:pathLst>
              <a:path w="666152" h="532862" fill="none">
                <a:moveTo>
                  <a:pt x="0" y="0"/>
                </a:moveTo>
                <a:lnTo>
                  <a:pt x="666152" y="532862"/>
                </a:lnTo>
              </a:path>
            </a:pathLst>
          </a:custGeom>
          <a:noFill xmlns:a="http://schemas.openxmlformats.org/drawingml/2006/main"/>
          <a:ln xmlns:a="http://schemas.openxmlformats.org/drawingml/2006/main" w="14794" cap="flat">
            <a:solidFill>
              <a:srgbClr val="000000"/>
            </a:solidFill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284060-D21A-40F2-96E4-93E16B9C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7329" y="1897008"/>
            <a:ext cx="113318" cy="105034"/>
          </a:xfrm>
          <a:custGeom xmlns:a="http://schemas.openxmlformats.org/drawingml/2006/main">
            <a:pathLst>
              <a:path w="113318" h="105034">
                <a:moveTo>
                  <a:pt x="113318" y="105034"/>
                </a:moveTo>
                <a:lnTo>
                  <a:pt x="0" y="80773"/>
                </a:lnTo>
                <a:lnTo>
                  <a:pt x="52665" y="56511"/>
                </a:lnTo>
                <a:lnTo>
                  <a:pt x="64796" y="0"/>
                </a:lnTo>
                <a:lnTo>
                  <a:pt x="113318" y="1050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DC4718-70C2-4D47-AF02-08BC58C7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7329" y="1897008"/>
            <a:ext cx="113318" cy="105034"/>
          </a:xfrm>
          <a:custGeom xmlns:a="http://schemas.openxmlformats.org/drawingml/2006/main">
            <a:pathLst>
              <a:path w="113318" h="105034" fill="none">
                <a:moveTo>
                  <a:pt x="113318" y="105034"/>
                </a:moveTo>
                <a:lnTo>
                  <a:pt x="0" y="80773"/>
                </a:lnTo>
                <a:lnTo>
                  <a:pt x="52665" y="56511"/>
                </a:lnTo>
                <a:lnTo>
                  <a:pt x="64796" y="0"/>
                </a:lnTo>
                <a:lnTo>
                  <a:pt x="113318" y="10503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94" cap="flat">
            <a:solidFill>
              <a:srgbClr val="000000"/>
            </a:solidFill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33F448-FB30-43F9-BE8E-B280761A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0593" y="2308268"/>
            <a:ext cx="113170" cy="646920"/>
          </a:xfrm>
          <a:custGeom xmlns:a="http://schemas.openxmlformats.org/drawingml/2006/main">
            <a:pathLst>
              <a:path w="113170" h="646920" fill="none">
                <a:moveTo>
                  <a:pt x="0" y="0"/>
                </a:moveTo>
                <a:lnTo>
                  <a:pt x="113170" y="646920"/>
                </a:lnTo>
              </a:path>
            </a:pathLst>
          </a:custGeom>
          <a:noFill xmlns:a="http://schemas.openxmlformats.org/drawingml/2006/main"/>
          <a:ln xmlns:a="http://schemas.openxmlformats.org/drawingml/2006/main" w="14794" cap="flat">
            <a:solidFill>
              <a:srgbClr val="000000"/>
            </a:solidFill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90985E-4B66-46E7-86C7-D00B4400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8288" y="2920720"/>
            <a:ext cx="102075" cy="110951"/>
          </a:xfrm>
          <a:custGeom xmlns:a="http://schemas.openxmlformats.org/drawingml/2006/main">
            <a:pathLst>
              <a:path w="102075" h="110951">
                <a:moveTo>
                  <a:pt x="68938" y="110951"/>
                </a:moveTo>
                <a:lnTo>
                  <a:pt x="0" y="17900"/>
                </a:lnTo>
                <a:lnTo>
                  <a:pt x="55476" y="34469"/>
                </a:lnTo>
                <a:lnTo>
                  <a:pt x="102075" y="0"/>
                </a:lnTo>
                <a:lnTo>
                  <a:pt x="68938" y="1109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3B59F0-DA4C-4CFD-BF9D-6B894BA9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8288" y="2920720"/>
            <a:ext cx="102075" cy="110951"/>
          </a:xfrm>
          <a:custGeom xmlns:a="http://schemas.openxmlformats.org/drawingml/2006/main">
            <a:pathLst>
              <a:path w="102075" h="110951" fill="none">
                <a:moveTo>
                  <a:pt x="68938" y="110951"/>
                </a:moveTo>
                <a:lnTo>
                  <a:pt x="0" y="17900"/>
                </a:lnTo>
                <a:lnTo>
                  <a:pt x="55476" y="34469"/>
                </a:lnTo>
                <a:lnTo>
                  <a:pt x="102075" y="0"/>
                </a:lnTo>
                <a:lnTo>
                  <a:pt x="68938" y="11095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94" cap="flat">
            <a:solidFill>
              <a:srgbClr val="000000"/>
            </a:solidFill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C1E6C2-CE81-4EB4-927C-DA11D5B6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9921" y="2308268"/>
            <a:ext cx="1103596" cy="689674"/>
          </a:xfrm>
          <a:custGeom xmlns:a="http://schemas.openxmlformats.org/drawingml/2006/main">
            <a:pathLst>
              <a:path w="1103596" h="689674" fill="none">
                <a:moveTo>
                  <a:pt x="1103596" y="0"/>
                </a:moveTo>
                <a:lnTo>
                  <a:pt x="0" y="689674"/>
                </a:lnTo>
              </a:path>
            </a:pathLst>
          </a:custGeom>
          <a:noFill xmlns:a="http://schemas.openxmlformats.org/drawingml/2006/main"/>
          <a:ln xmlns:a="http://schemas.openxmlformats.org/drawingml/2006/main" w="14794" cap="flat">
            <a:solidFill>
              <a:srgbClr val="000000"/>
            </a:solidFill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0D1672-8C64-4363-B8F4-FDAA473F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4090" y="2940395"/>
            <a:ext cx="115241" cy="98821"/>
          </a:xfrm>
          <a:custGeom xmlns:a="http://schemas.openxmlformats.org/drawingml/2006/main">
            <a:pathLst>
              <a:path w="115241" h="98821">
                <a:moveTo>
                  <a:pt x="0" y="98821"/>
                </a:moveTo>
                <a:lnTo>
                  <a:pt x="60358" y="0"/>
                </a:lnTo>
                <a:lnTo>
                  <a:pt x="65831" y="57547"/>
                </a:lnTo>
                <a:lnTo>
                  <a:pt x="115241" y="87873"/>
                </a:lnTo>
                <a:lnTo>
                  <a:pt x="0" y="988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985EB9-4A16-4677-B667-031EB773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4090" y="2940395"/>
            <a:ext cx="115241" cy="98821"/>
          </a:xfrm>
          <a:custGeom xmlns:a="http://schemas.openxmlformats.org/drawingml/2006/main">
            <a:pathLst>
              <a:path w="115241" h="98821" fill="none">
                <a:moveTo>
                  <a:pt x="0" y="98821"/>
                </a:moveTo>
                <a:lnTo>
                  <a:pt x="60358" y="0"/>
                </a:lnTo>
                <a:lnTo>
                  <a:pt x="65831" y="57547"/>
                </a:lnTo>
                <a:lnTo>
                  <a:pt x="115241" y="87873"/>
                </a:lnTo>
                <a:lnTo>
                  <a:pt x="0" y="9882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94" cap="flat">
            <a:solidFill>
              <a:srgbClr val="000000"/>
            </a:solidFill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F61A56-D27B-44A4-898B-CAB98DFD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1173" y="3343814"/>
            <a:ext cx="428864" cy="381229"/>
          </a:xfrm>
          <a:custGeom xmlns:a="http://schemas.openxmlformats.org/drawingml/2006/main">
            <a:pathLst>
              <a:path w="428864" h="381229" fill="none">
                <a:moveTo>
                  <a:pt x="428864" y="0"/>
                </a:moveTo>
                <a:lnTo>
                  <a:pt x="0" y="381229"/>
                </a:lnTo>
              </a:path>
            </a:pathLst>
          </a:custGeom>
          <a:noFill xmlns:a="http://schemas.openxmlformats.org/drawingml/2006/main"/>
          <a:ln xmlns:a="http://schemas.openxmlformats.org/drawingml/2006/main" w="14794" cap="flat">
            <a:solidFill>
              <a:srgbClr val="000000"/>
            </a:solidFill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879CE2-D1C7-4628-9029-30706359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3182" y="3669123"/>
            <a:ext cx="111691" cy="107549"/>
          </a:xfrm>
          <a:custGeom xmlns:a="http://schemas.openxmlformats.org/drawingml/2006/main">
            <a:pathLst>
              <a:path w="111691" h="107549">
                <a:moveTo>
                  <a:pt x="0" y="107549"/>
                </a:moveTo>
                <a:lnTo>
                  <a:pt x="42901" y="0"/>
                </a:lnTo>
                <a:lnTo>
                  <a:pt x="57991" y="55919"/>
                </a:lnTo>
                <a:lnTo>
                  <a:pt x="111691" y="77370"/>
                </a:lnTo>
                <a:lnTo>
                  <a:pt x="0" y="1075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1FD10D-37A8-45DB-B3E7-F5C41424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3182" y="3669123"/>
            <a:ext cx="111691" cy="107549"/>
          </a:xfrm>
          <a:custGeom xmlns:a="http://schemas.openxmlformats.org/drawingml/2006/main">
            <a:pathLst>
              <a:path w="111691" h="107549" fill="none">
                <a:moveTo>
                  <a:pt x="0" y="107549"/>
                </a:moveTo>
                <a:lnTo>
                  <a:pt x="42901" y="0"/>
                </a:lnTo>
                <a:lnTo>
                  <a:pt x="57991" y="55919"/>
                </a:lnTo>
                <a:lnTo>
                  <a:pt x="111691" y="77370"/>
                </a:lnTo>
                <a:lnTo>
                  <a:pt x="0" y="10754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94" cap="flat">
            <a:solidFill>
              <a:srgbClr val="000000"/>
            </a:solidFill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552500-3339-4D47-A786-79415BB6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0036" y="3343814"/>
            <a:ext cx="428864" cy="381229"/>
          </a:xfrm>
          <a:custGeom xmlns:a="http://schemas.openxmlformats.org/drawingml/2006/main">
            <a:pathLst>
              <a:path w="428864" h="381229" fill="none">
                <a:moveTo>
                  <a:pt x="0" y="0"/>
                </a:moveTo>
                <a:lnTo>
                  <a:pt x="428864" y="381229"/>
                </a:lnTo>
              </a:path>
            </a:pathLst>
          </a:custGeom>
          <a:noFill xmlns:a="http://schemas.openxmlformats.org/drawingml/2006/main"/>
          <a:ln xmlns:a="http://schemas.openxmlformats.org/drawingml/2006/main" w="14794" cap="flat">
            <a:solidFill>
              <a:srgbClr val="000000"/>
            </a:solidFill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21C1D9-0FAB-4E08-8CC6-B531C6F6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5200" y="3669123"/>
            <a:ext cx="111691" cy="107549"/>
          </a:xfrm>
          <a:custGeom xmlns:a="http://schemas.openxmlformats.org/drawingml/2006/main">
            <a:pathLst>
              <a:path w="111691" h="107549">
                <a:moveTo>
                  <a:pt x="111691" y="107549"/>
                </a:moveTo>
                <a:lnTo>
                  <a:pt x="0" y="77370"/>
                </a:lnTo>
                <a:lnTo>
                  <a:pt x="53700" y="55919"/>
                </a:lnTo>
                <a:lnTo>
                  <a:pt x="68790" y="0"/>
                </a:lnTo>
                <a:lnTo>
                  <a:pt x="111691" y="1075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079035-D040-450B-9D46-26350BA8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5200" y="3669123"/>
            <a:ext cx="111691" cy="107549"/>
          </a:xfrm>
          <a:custGeom xmlns:a="http://schemas.openxmlformats.org/drawingml/2006/main">
            <a:pathLst>
              <a:path w="111691" h="107549" fill="none">
                <a:moveTo>
                  <a:pt x="111691" y="107549"/>
                </a:moveTo>
                <a:lnTo>
                  <a:pt x="0" y="77370"/>
                </a:lnTo>
                <a:lnTo>
                  <a:pt x="53700" y="55919"/>
                </a:lnTo>
                <a:lnTo>
                  <a:pt x="68790" y="0"/>
                </a:lnTo>
                <a:lnTo>
                  <a:pt x="111691" y="10754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94" cap="flat">
            <a:solidFill>
              <a:srgbClr val="000000"/>
            </a:solidFill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1A3590-F335-4F16-AF4A-4E367FAD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0755" y="4083490"/>
            <a:ext cx="360074" cy="375755"/>
          </a:xfrm>
          <a:custGeom xmlns:a="http://schemas.openxmlformats.org/drawingml/2006/main">
            <a:pathLst>
              <a:path w="360074" h="375755" fill="none">
                <a:moveTo>
                  <a:pt x="0" y="0"/>
                </a:moveTo>
                <a:lnTo>
                  <a:pt x="360074" y="375755"/>
                </a:lnTo>
              </a:path>
            </a:pathLst>
          </a:custGeom>
          <a:noFill xmlns:a="http://schemas.openxmlformats.org/drawingml/2006/main"/>
          <a:ln xmlns:a="http://schemas.openxmlformats.org/drawingml/2006/main" w="14794" cap="flat">
            <a:solidFill>
              <a:srgbClr val="000000"/>
            </a:solidFill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6CA77B-BAE7-41E5-9803-23B5B206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5650" y="4404805"/>
            <a:ext cx="109028" cy="110508"/>
          </a:xfrm>
          <a:custGeom xmlns:a="http://schemas.openxmlformats.org/drawingml/2006/main">
            <a:pathLst>
              <a:path w="109028" h="110508">
                <a:moveTo>
                  <a:pt x="109028" y="110508"/>
                </a:moveTo>
                <a:lnTo>
                  <a:pt x="0" y="71601"/>
                </a:lnTo>
                <a:lnTo>
                  <a:pt x="55180" y="54440"/>
                </a:lnTo>
                <a:lnTo>
                  <a:pt x="74707" y="0"/>
                </a:lnTo>
                <a:lnTo>
                  <a:pt x="109028" y="1105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173DEB-7EDE-4BD4-9F02-829EFC4F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5650" y="4404805"/>
            <a:ext cx="109028" cy="110508"/>
          </a:xfrm>
          <a:custGeom xmlns:a="http://schemas.openxmlformats.org/drawingml/2006/main">
            <a:pathLst>
              <a:path w="109028" h="110508" fill="none">
                <a:moveTo>
                  <a:pt x="109028" y="110508"/>
                </a:moveTo>
                <a:lnTo>
                  <a:pt x="0" y="71601"/>
                </a:lnTo>
                <a:lnTo>
                  <a:pt x="55180" y="54440"/>
                </a:lnTo>
                <a:lnTo>
                  <a:pt x="74707" y="0"/>
                </a:lnTo>
                <a:lnTo>
                  <a:pt x="109028" y="11050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94" cap="flat">
            <a:solidFill>
              <a:srgbClr val="000000"/>
            </a:solidFill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44AE54-8679-4630-B52E-102AF9E1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0628" y="4083490"/>
            <a:ext cx="498689" cy="386111"/>
          </a:xfrm>
          <a:custGeom xmlns:a="http://schemas.openxmlformats.org/drawingml/2006/main">
            <a:pathLst>
              <a:path w="498689" h="386111" fill="none">
                <a:moveTo>
                  <a:pt x="498689" y="0"/>
                </a:moveTo>
                <a:lnTo>
                  <a:pt x="0" y="386111"/>
                </a:lnTo>
              </a:path>
            </a:pathLst>
          </a:custGeom>
          <a:noFill xmlns:a="http://schemas.openxmlformats.org/drawingml/2006/main"/>
          <a:ln xmlns:a="http://schemas.openxmlformats.org/drawingml/2006/main" w="14794" cap="flat">
            <a:solidFill>
              <a:srgbClr val="000000"/>
            </a:solidFill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02E132-D902-4847-8C9B-3B118A4B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9087" y="4412793"/>
            <a:ext cx="113614" cy="104442"/>
          </a:xfrm>
          <a:custGeom xmlns:a="http://schemas.openxmlformats.org/drawingml/2006/main">
            <a:pathLst>
              <a:path w="113614" h="104442">
                <a:moveTo>
                  <a:pt x="0" y="104442"/>
                </a:moveTo>
                <a:lnTo>
                  <a:pt x="50298" y="0"/>
                </a:lnTo>
                <a:lnTo>
                  <a:pt x="61541" y="56807"/>
                </a:lnTo>
                <a:lnTo>
                  <a:pt x="113614" y="81956"/>
                </a:lnTo>
                <a:lnTo>
                  <a:pt x="0" y="10444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B6C71D-9340-4300-B385-C3DE4A35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9087" y="4412793"/>
            <a:ext cx="113614" cy="104442"/>
          </a:xfrm>
          <a:custGeom xmlns:a="http://schemas.openxmlformats.org/drawingml/2006/main">
            <a:pathLst>
              <a:path w="113614" h="104442" fill="none">
                <a:moveTo>
                  <a:pt x="0" y="104442"/>
                </a:moveTo>
                <a:lnTo>
                  <a:pt x="50298" y="0"/>
                </a:lnTo>
                <a:lnTo>
                  <a:pt x="61541" y="56807"/>
                </a:lnTo>
                <a:lnTo>
                  <a:pt x="113614" y="81956"/>
                </a:lnTo>
                <a:lnTo>
                  <a:pt x="0" y="10444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94" cap="flat">
            <a:solidFill>
              <a:srgbClr val="000000"/>
            </a:solidFill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0B04CB-9F7F-4AD3-BF7E-DF6B9F9F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003" y="1124787"/>
            <a:ext cx="739677" cy="295870"/>
          </a:xfrm>
          <a:custGeom xmlns:a="http://schemas.openxmlformats.org/drawingml/2006/main">
            <a:pathLst>
              <a:path w="739677" h="295870">
                <a:moveTo>
                  <a:pt x="44382" y="0"/>
                </a:moveTo>
                <a:lnTo>
                  <a:pt x="695297" y="0"/>
                </a:lnTo>
                <a:cubicBezTo>
                  <a:pt x="701180" y="0"/>
                  <a:pt x="706840" y="1126"/>
                  <a:pt x="712277" y="3378"/>
                </a:cubicBezTo>
                <a:cubicBezTo>
                  <a:pt x="717715" y="5630"/>
                  <a:pt x="722515" y="8837"/>
                  <a:pt x="726677" y="12999"/>
                </a:cubicBezTo>
                <a:cubicBezTo>
                  <a:pt x="730838" y="17160"/>
                  <a:pt x="734045" y="21959"/>
                  <a:pt x="736297" y="27397"/>
                </a:cubicBezTo>
                <a:cubicBezTo>
                  <a:pt x="738548" y="32834"/>
                  <a:pt x="739676" y="38495"/>
                  <a:pt x="739677" y="44381"/>
                </a:cubicBezTo>
                <a:lnTo>
                  <a:pt x="739677" y="251490"/>
                </a:lnTo>
                <a:cubicBezTo>
                  <a:pt x="739676" y="257375"/>
                  <a:pt x="738548" y="263036"/>
                  <a:pt x="736297" y="268473"/>
                </a:cubicBezTo>
                <a:cubicBezTo>
                  <a:pt x="734045" y="273910"/>
                  <a:pt x="730838" y="278710"/>
                  <a:pt x="726677" y="282871"/>
                </a:cubicBezTo>
                <a:cubicBezTo>
                  <a:pt x="722515" y="287033"/>
                  <a:pt x="717716" y="290240"/>
                  <a:pt x="712280" y="292492"/>
                </a:cubicBezTo>
                <a:cubicBezTo>
                  <a:pt x="706841" y="294744"/>
                  <a:pt x="701180" y="295870"/>
                  <a:pt x="695297" y="295870"/>
                </a:cubicBezTo>
                <a:lnTo>
                  <a:pt x="44382" y="295870"/>
                </a:lnTo>
                <a:cubicBezTo>
                  <a:pt x="38497" y="295870"/>
                  <a:pt x="32834" y="294744"/>
                  <a:pt x="27396" y="292492"/>
                </a:cubicBezTo>
                <a:cubicBezTo>
                  <a:pt x="21959" y="290240"/>
                  <a:pt x="17160" y="287033"/>
                  <a:pt x="13001" y="282871"/>
                </a:cubicBezTo>
                <a:cubicBezTo>
                  <a:pt x="8838" y="278710"/>
                  <a:pt x="5630" y="273910"/>
                  <a:pt x="3379" y="268473"/>
                </a:cubicBezTo>
                <a:cubicBezTo>
                  <a:pt x="1126" y="263036"/>
                  <a:pt x="0" y="257375"/>
                  <a:pt x="1" y="251490"/>
                </a:cubicBezTo>
                <a:lnTo>
                  <a:pt x="1" y="44381"/>
                </a:lnTo>
                <a:cubicBezTo>
                  <a:pt x="0" y="38495"/>
                  <a:pt x="1126" y="32834"/>
                  <a:pt x="3379" y="27397"/>
                </a:cubicBezTo>
                <a:cubicBezTo>
                  <a:pt x="5630" y="21959"/>
                  <a:pt x="8838" y="17160"/>
                  <a:pt x="13001" y="12999"/>
                </a:cubicBezTo>
                <a:cubicBezTo>
                  <a:pt x="17160" y="8837"/>
                  <a:pt x="21959" y="5630"/>
                  <a:pt x="27396" y="3378"/>
                </a:cubicBezTo>
                <a:cubicBezTo>
                  <a:pt x="32834" y="1126"/>
                  <a:pt x="38497" y="0"/>
                  <a:pt x="44382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A2916C-18AC-4047-B3A2-F1872067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003" y="1124787"/>
            <a:ext cx="739677" cy="295870"/>
          </a:xfrm>
          <a:custGeom xmlns:a="http://schemas.openxmlformats.org/drawingml/2006/main">
            <a:pathLst>
              <a:path w="739677" h="295870" fill="none">
                <a:moveTo>
                  <a:pt x="44382" y="0"/>
                </a:moveTo>
                <a:lnTo>
                  <a:pt x="695297" y="0"/>
                </a:lnTo>
                <a:cubicBezTo>
                  <a:pt x="701180" y="0"/>
                  <a:pt x="706840" y="1126"/>
                  <a:pt x="712277" y="3378"/>
                </a:cubicBezTo>
                <a:cubicBezTo>
                  <a:pt x="717715" y="5630"/>
                  <a:pt x="722515" y="8837"/>
                  <a:pt x="726677" y="12999"/>
                </a:cubicBezTo>
                <a:cubicBezTo>
                  <a:pt x="730838" y="17160"/>
                  <a:pt x="734045" y="21959"/>
                  <a:pt x="736297" y="27397"/>
                </a:cubicBezTo>
                <a:cubicBezTo>
                  <a:pt x="738548" y="32834"/>
                  <a:pt x="739676" y="38495"/>
                  <a:pt x="739677" y="44381"/>
                </a:cubicBezTo>
                <a:lnTo>
                  <a:pt x="739677" y="251490"/>
                </a:lnTo>
                <a:cubicBezTo>
                  <a:pt x="739676" y="257375"/>
                  <a:pt x="738548" y="263036"/>
                  <a:pt x="736297" y="268473"/>
                </a:cubicBezTo>
                <a:cubicBezTo>
                  <a:pt x="734045" y="273910"/>
                  <a:pt x="730838" y="278710"/>
                  <a:pt x="726677" y="282871"/>
                </a:cubicBezTo>
                <a:cubicBezTo>
                  <a:pt x="722515" y="287033"/>
                  <a:pt x="717716" y="290240"/>
                  <a:pt x="712280" y="292492"/>
                </a:cubicBezTo>
                <a:cubicBezTo>
                  <a:pt x="706841" y="294744"/>
                  <a:pt x="701180" y="295870"/>
                  <a:pt x="695297" y="295870"/>
                </a:cubicBezTo>
                <a:lnTo>
                  <a:pt x="44382" y="295870"/>
                </a:lnTo>
                <a:cubicBezTo>
                  <a:pt x="38497" y="295870"/>
                  <a:pt x="32834" y="294744"/>
                  <a:pt x="27396" y="292492"/>
                </a:cubicBezTo>
                <a:cubicBezTo>
                  <a:pt x="21959" y="290240"/>
                  <a:pt x="17160" y="287033"/>
                  <a:pt x="13001" y="282871"/>
                </a:cubicBezTo>
                <a:cubicBezTo>
                  <a:pt x="8838" y="278710"/>
                  <a:pt x="5630" y="273910"/>
                  <a:pt x="3379" y="268473"/>
                </a:cubicBezTo>
                <a:cubicBezTo>
                  <a:pt x="1126" y="263036"/>
                  <a:pt x="0" y="257375"/>
                  <a:pt x="1" y="251490"/>
                </a:cubicBezTo>
                <a:lnTo>
                  <a:pt x="1" y="44381"/>
                </a:lnTo>
                <a:cubicBezTo>
                  <a:pt x="0" y="38495"/>
                  <a:pt x="1126" y="32834"/>
                  <a:pt x="3379" y="27397"/>
                </a:cubicBezTo>
                <a:cubicBezTo>
                  <a:pt x="5630" y="21959"/>
                  <a:pt x="8838" y="17160"/>
                  <a:pt x="13001" y="12999"/>
                </a:cubicBezTo>
                <a:cubicBezTo>
                  <a:pt x="17160" y="8837"/>
                  <a:pt x="21959" y="5630"/>
                  <a:pt x="27396" y="3378"/>
                </a:cubicBezTo>
                <a:cubicBezTo>
                  <a:pt x="32834" y="1126"/>
                  <a:pt x="38497" y="0"/>
                  <a:pt x="4438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794" cap="flat">
            <a:solidFill>
              <a:srgbClr val="000000"/>
            </a:solidFill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D4910E-31E0-4BAF-8A88-02363E1E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0036" y="680982"/>
            <a:ext cx="377235" cy="377235"/>
          </a:xfrm>
          <a:custGeom xmlns:a="http://schemas.openxmlformats.org/drawingml/2006/main">
            <a:pathLst>
              <a:path w="377235" h="377235" fill="none">
                <a:moveTo>
                  <a:pt x="0" y="0"/>
                </a:moveTo>
                <a:lnTo>
                  <a:pt x="377235" y="377235"/>
                </a:lnTo>
              </a:path>
            </a:pathLst>
          </a:custGeom>
          <a:noFill xmlns:a="http://schemas.openxmlformats.org/drawingml/2006/main"/>
          <a:ln xmlns:a="http://schemas.openxmlformats.org/drawingml/2006/main" w="14794" cap="flat">
            <a:solidFill>
              <a:srgbClr val="000000"/>
            </a:solidFill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E29A3C-BC63-4B0E-A006-04A4A8CB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239" y="1003184"/>
            <a:ext cx="109916" cy="109916"/>
          </a:xfrm>
          <a:custGeom xmlns:a="http://schemas.openxmlformats.org/drawingml/2006/main">
            <a:pathLst>
              <a:path w="109916" h="109916">
                <a:moveTo>
                  <a:pt x="109916" y="109916"/>
                </a:moveTo>
                <a:lnTo>
                  <a:pt x="0" y="73228"/>
                </a:lnTo>
                <a:lnTo>
                  <a:pt x="55032" y="55032"/>
                </a:lnTo>
                <a:lnTo>
                  <a:pt x="73228" y="0"/>
                </a:lnTo>
                <a:lnTo>
                  <a:pt x="109916" y="1099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9346BA-81FC-4A1B-8D18-C3556EB7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239" y="1003184"/>
            <a:ext cx="109916" cy="109916"/>
          </a:xfrm>
          <a:custGeom xmlns:a="http://schemas.openxmlformats.org/drawingml/2006/main">
            <a:pathLst>
              <a:path w="109916" h="109916" fill="none">
                <a:moveTo>
                  <a:pt x="109916" y="109916"/>
                </a:moveTo>
                <a:lnTo>
                  <a:pt x="0" y="73228"/>
                </a:lnTo>
                <a:lnTo>
                  <a:pt x="55032" y="55032"/>
                </a:lnTo>
                <a:lnTo>
                  <a:pt x="73228" y="0"/>
                </a:lnTo>
                <a:lnTo>
                  <a:pt x="109916" y="10991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94" cap="flat">
            <a:solidFill>
              <a:srgbClr val="000000"/>
            </a:solidFill>
            <a:miter/>
          </a:ln>
        </p:spPr>
      </p:sp>
      <p:sp>
        <p:nvSpPr>
          <p:cNvPr id="107" name="Text (b)ProgramCFG.">
            <a:extLst xmlns:a="http://schemas.openxmlformats.org/drawingml/2006/main">
              <a:ext uri="{FF2B5EF4-FFF2-40B4-BE49-F238E27FC236}">
                <a16:creationId xmlns:a16="http://schemas.microsoft.com/office/drawing/2014/main" id="{5F498AC4-4992-44C4-A1C2-5860132F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3689" y="5124594"/>
            <a:ext cx="1688900" cy="205990"/>
          </a:xfrm>
          <a:custGeom xmlns:a="http://schemas.openxmlformats.org/drawingml/2006/main">
            <a:pathLst>
              <a:path w="1688900" h="205990">
                <a:moveTo>
                  <a:pt x="56466" y="1639"/>
                </a:moveTo>
                <a:cubicBezTo>
                  <a:pt x="39549" y="12613"/>
                  <a:pt x="32691" y="18557"/>
                  <a:pt x="24232" y="29074"/>
                </a:cubicBezTo>
                <a:cubicBezTo>
                  <a:pt x="8002" y="48960"/>
                  <a:pt x="0" y="71821"/>
                  <a:pt x="0" y="98568"/>
                </a:cubicBezTo>
                <a:cubicBezTo>
                  <a:pt x="0" y="127600"/>
                  <a:pt x="8459" y="150001"/>
                  <a:pt x="28575" y="173320"/>
                </a:cubicBezTo>
                <a:cubicBezTo>
                  <a:pt x="37948" y="184293"/>
                  <a:pt x="43892" y="189323"/>
                  <a:pt x="55779" y="196638"/>
                </a:cubicBezTo>
                <a:lnTo>
                  <a:pt x="58521" y="192979"/>
                </a:lnTo>
                <a:cubicBezTo>
                  <a:pt x="40236" y="178576"/>
                  <a:pt x="33835" y="170578"/>
                  <a:pt x="27661" y="153430"/>
                </a:cubicBezTo>
                <a:cubicBezTo>
                  <a:pt x="22174" y="138117"/>
                  <a:pt x="19659" y="120743"/>
                  <a:pt x="19659" y="97881"/>
                </a:cubicBezTo>
                <a:cubicBezTo>
                  <a:pt x="19659" y="73879"/>
                  <a:pt x="22631" y="55134"/>
                  <a:pt x="28805" y="40961"/>
                </a:cubicBezTo>
                <a:cubicBezTo>
                  <a:pt x="35206" y="26786"/>
                  <a:pt x="42064" y="18557"/>
                  <a:pt x="58521" y="5299"/>
                </a:cubicBezTo>
                <a:lnTo>
                  <a:pt x="56466" y="1639"/>
                </a:lnTo>
                <a:close/>
                <a:moveTo>
                  <a:pt x="100130" y="457"/>
                </a:moveTo>
                <a:lnTo>
                  <a:pt x="98985" y="0"/>
                </a:lnTo>
                <a:cubicBezTo>
                  <a:pt x="89383" y="3429"/>
                  <a:pt x="83212" y="5257"/>
                  <a:pt x="72468" y="8229"/>
                </a:cubicBezTo>
                <a:lnTo>
                  <a:pt x="65838" y="10060"/>
                </a:lnTo>
                <a:lnTo>
                  <a:pt x="65838" y="13715"/>
                </a:lnTo>
                <a:cubicBezTo>
                  <a:pt x="67208" y="13489"/>
                  <a:pt x="68122" y="13489"/>
                  <a:pt x="69723" y="13489"/>
                </a:cubicBezTo>
                <a:cubicBezTo>
                  <a:pt x="78869" y="13489"/>
                  <a:pt x="80924" y="15543"/>
                  <a:pt x="80924" y="25146"/>
                </a:cubicBezTo>
                <a:lnTo>
                  <a:pt x="80924" y="143733"/>
                </a:lnTo>
                <a:cubicBezTo>
                  <a:pt x="80924" y="150814"/>
                  <a:pt x="100356" y="158355"/>
                  <a:pt x="118645" y="158355"/>
                </a:cubicBezTo>
                <a:cubicBezTo>
                  <a:pt x="148821" y="158355"/>
                  <a:pt x="172136" y="133223"/>
                  <a:pt x="172136" y="100557"/>
                </a:cubicBezTo>
                <a:cubicBezTo>
                  <a:pt x="172136" y="72460"/>
                  <a:pt x="154765" y="50976"/>
                  <a:pt x="131903" y="50976"/>
                </a:cubicBezTo>
                <a:cubicBezTo>
                  <a:pt x="117958" y="50976"/>
                  <a:pt x="104699" y="59208"/>
                  <a:pt x="100130" y="70405"/>
                </a:cubicBezTo>
                <a:lnTo>
                  <a:pt x="100130" y="457"/>
                </a:lnTo>
                <a:moveTo>
                  <a:pt x="100130" y="82512"/>
                </a:moveTo>
                <a:cubicBezTo>
                  <a:pt x="100130" y="73604"/>
                  <a:pt x="110873" y="65379"/>
                  <a:pt x="122761" y="65379"/>
                </a:cubicBezTo>
                <a:cubicBezTo>
                  <a:pt x="140589" y="65379"/>
                  <a:pt x="152019" y="83196"/>
                  <a:pt x="152019" y="111066"/>
                </a:cubicBezTo>
                <a:cubicBezTo>
                  <a:pt x="152019" y="136422"/>
                  <a:pt x="141046" y="151041"/>
                  <a:pt x="122304" y="151041"/>
                </a:cubicBezTo>
                <a:cubicBezTo>
                  <a:pt x="110416" y="151041"/>
                  <a:pt x="100130" y="145788"/>
                  <a:pt x="100130" y="140078"/>
                </a:cubicBezTo>
                <a:lnTo>
                  <a:pt x="100130" y="82512"/>
                </a:lnTo>
                <a:close/>
                <a:moveTo>
                  <a:pt x="188139" y="196638"/>
                </a:moveTo>
                <a:cubicBezTo>
                  <a:pt x="205057" y="185664"/>
                  <a:pt x="211915" y="179720"/>
                  <a:pt x="220370" y="169204"/>
                </a:cubicBezTo>
                <a:cubicBezTo>
                  <a:pt x="236604" y="149318"/>
                  <a:pt x="244602" y="126456"/>
                  <a:pt x="244602" y="99713"/>
                </a:cubicBezTo>
                <a:cubicBezTo>
                  <a:pt x="244602" y="70450"/>
                  <a:pt x="236143" y="48276"/>
                  <a:pt x="216027" y="24958"/>
                </a:cubicBezTo>
                <a:cubicBezTo>
                  <a:pt x="206654" y="13984"/>
                  <a:pt x="200711" y="8958"/>
                  <a:pt x="188823" y="1639"/>
                </a:cubicBezTo>
                <a:lnTo>
                  <a:pt x="186081" y="5299"/>
                </a:lnTo>
                <a:cubicBezTo>
                  <a:pt x="204370" y="19701"/>
                  <a:pt x="210540" y="27703"/>
                  <a:pt x="216941" y="44847"/>
                </a:cubicBezTo>
                <a:cubicBezTo>
                  <a:pt x="222428" y="60164"/>
                  <a:pt x="224943" y="77535"/>
                  <a:pt x="224943" y="100396"/>
                </a:cubicBezTo>
                <a:cubicBezTo>
                  <a:pt x="224943" y="124171"/>
                  <a:pt x="221971" y="143144"/>
                  <a:pt x="215800" y="157089"/>
                </a:cubicBezTo>
                <a:cubicBezTo>
                  <a:pt x="209400" y="171492"/>
                  <a:pt x="202542" y="179720"/>
                  <a:pt x="186081" y="192979"/>
                </a:cubicBezTo>
                <a:lnTo>
                  <a:pt x="188139" y="196638"/>
                </a:lnTo>
                <a:close/>
                <a:moveTo>
                  <a:pt x="381764" y="89583"/>
                </a:moveTo>
                <a:cubicBezTo>
                  <a:pt x="387708" y="90040"/>
                  <a:pt x="391594" y="90267"/>
                  <a:pt x="397538" y="90267"/>
                </a:cubicBezTo>
                <a:cubicBezTo>
                  <a:pt x="415369" y="90267"/>
                  <a:pt x="427714" y="87982"/>
                  <a:pt x="437543" y="82495"/>
                </a:cubicBezTo>
                <a:cubicBezTo>
                  <a:pt x="451259" y="75180"/>
                  <a:pt x="459487" y="61235"/>
                  <a:pt x="459487" y="46145"/>
                </a:cubicBezTo>
                <a:cubicBezTo>
                  <a:pt x="459487" y="36545"/>
                  <a:pt x="456289" y="27856"/>
                  <a:pt x="450115" y="21225"/>
                </a:cubicBezTo>
                <a:cubicBezTo>
                  <a:pt x="440972" y="11169"/>
                  <a:pt x="421083" y="4765"/>
                  <a:pt x="399596" y="4765"/>
                </a:cubicBezTo>
                <a:lnTo>
                  <a:pt x="339244" y="4765"/>
                </a:lnTo>
                <a:lnTo>
                  <a:pt x="339244" y="9111"/>
                </a:lnTo>
                <a:cubicBezTo>
                  <a:pt x="356161" y="10939"/>
                  <a:pt x="358446" y="13224"/>
                  <a:pt x="358446" y="29688"/>
                </a:cubicBezTo>
                <a:lnTo>
                  <a:pt x="358446" y="128689"/>
                </a:lnTo>
                <a:cubicBezTo>
                  <a:pt x="358446" y="147894"/>
                  <a:pt x="356618" y="150179"/>
                  <a:pt x="339244" y="151780"/>
                </a:cubicBezTo>
                <a:lnTo>
                  <a:pt x="339244" y="156123"/>
                </a:lnTo>
                <a:lnTo>
                  <a:pt x="403251" y="156123"/>
                </a:lnTo>
                <a:lnTo>
                  <a:pt x="403251" y="151780"/>
                </a:lnTo>
                <a:cubicBezTo>
                  <a:pt x="385193" y="151097"/>
                  <a:pt x="381764" y="147894"/>
                  <a:pt x="381764" y="131204"/>
                </a:cubicBezTo>
                <a:lnTo>
                  <a:pt x="381764" y="89583"/>
                </a:lnTo>
                <a:moveTo>
                  <a:pt x="381764" y="20999"/>
                </a:moveTo>
                <a:cubicBezTo>
                  <a:pt x="381764" y="14825"/>
                  <a:pt x="383365" y="13224"/>
                  <a:pt x="389536" y="13224"/>
                </a:cubicBezTo>
                <a:cubicBezTo>
                  <a:pt x="420396" y="13224"/>
                  <a:pt x="434571" y="23971"/>
                  <a:pt x="434571" y="47519"/>
                </a:cubicBezTo>
                <a:cubicBezTo>
                  <a:pt x="434571" y="69693"/>
                  <a:pt x="421083" y="81124"/>
                  <a:pt x="394792" y="81124"/>
                </a:cubicBezTo>
                <a:cubicBezTo>
                  <a:pt x="390223" y="81124"/>
                  <a:pt x="387021" y="80897"/>
                  <a:pt x="381764" y="80437"/>
                </a:cubicBezTo>
                <a:lnTo>
                  <a:pt x="381764" y="20999"/>
                </a:lnTo>
                <a:close/>
                <a:moveTo>
                  <a:pt x="464287" y="66980"/>
                </a:moveTo>
                <a:cubicBezTo>
                  <a:pt x="467489" y="66292"/>
                  <a:pt x="469547" y="66062"/>
                  <a:pt x="472289" y="66062"/>
                </a:cubicBezTo>
                <a:cubicBezTo>
                  <a:pt x="478002" y="66062"/>
                  <a:pt x="480060" y="69721"/>
                  <a:pt x="480060" y="79778"/>
                </a:cubicBezTo>
                <a:lnTo>
                  <a:pt x="480060" y="136924"/>
                </a:lnTo>
                <a:cubicBezTo>
                  <a:pt x="480060" y="148351"/>
                  <a:pt x="478459" y="149952"/>
                  <a:pt x="463830" y="152694"/>
                </a:cubicBezTo>
                <a:lnTo>
                  <a:pt x="463830" y="156123"/>
                </a:lnTo>
                <a:lnTo>
                  <a:pt x="518695" y="156123"/>
                </a:lnTo>
                <a:lnTo>
                  <a:pt x="518695" y="152694"/>
                </a:lnTo>
                <a:cubicBezTo>
                  <a:pt x="503148" y="152010"/>
                  <a:pt x="499263" y="148582"/>
                  <a:pt x="499263" y="135553"/>
                </a:cubicBezTo>
                <a:lnTo>
                  <a:pt x="499263" y="84120"/>
                </a:lnTo>
                <a:cubicBezTo>
                  <a:pt x="499263" y="76806"/>
                  <a:pt x="509092" y="65379"/>
                  <a:pt x="515266" y="65379"/>
                </a:cubicBezTo>
                <a:cubicBezTo>
                  <a:pt x="516637" y="65379"/>
                  <a:pt x="518695" y="66523"/>
                  <a:pt x="521210" y="68807"/>
                </a:cubicBezTo>
                <a:cubicBezTo>
                  <a:pt x="524866" y="72006"/>
                  <a:pt x="527381" y="73377"/>
                  <a:pt x="530353" y="73377"/>
                </a:cubicBezTo>
                <a:cubicBezTo>
                  <a:pt x="535839" y="73377"/>
                  <a:pt x="539268" y="69491"/>
                  <a:pt x="539268" y="63094"/>
                </a:cubicBezTo>
                <a:cubicBezTo>
                  <a:pt x="539268" y="55549"/>
                  <a:pt x="534469" y="50976"/>
                  <a:pt x="526697" y="50976"/>
                </a:cubicBezTo>
                <a:cubicBezTo>
                  <a:pt x="517094" y="50976"/>
                  <a:pt x="510467" y="56236"/>
                  <a:pt x="499263" y="72463"/>
                </a:cubicBezTo>
                <a:lnTo>
                  <a:pt x="499263" y="51436"/>
                </a:lnTo>
                <a:lnTo>
                  <a:pt x="498122" y="50976"/>
                </a:lnTo>
                <a:cubicBezTo>
                  <a:pt x="486004" y="56006"/>
                  <a:pt x="477776" y="58978"/>
                  <a:pt x="464287" y="63321"/>
                </a:cubicBezTo>
                <a:lnTo>
                  <a:pt x="464287" y="66980"/>
                </a:lnTo>
                <a:close/>
                <a:moveTo>
                  <a:pt x="595963" y="50976"/>
                </a:moveTo>
                <a:cubicBezTo>
                  <a:pt x="566244" y="50976"/>
                  <a:pt x="545441" y="72913"/>
                  <a:pt x="545441" y="104439"/>
                </a:cubicBezTo>
                <a:cubicBezTo>
                  <a:pt x="545441" y="135278"/>
                  <a:pt x="566701" y="158355"/>
                  <a:pt x="595503" y="158355"/>
                </a:cubicBezTo>
                <a:cubicBezTo>
                  <a:pt x="624308" y="158355"/>
                  <a:pt x="646252" y="134137"/>
                  <a:pt x="646252" y="102611"/>
                </a:cubicBezTo>
                <a:cubicBezTo>
                  <a:pt x="646252" y="72683"/>
                  <a:pt x="625222" y="50976"/>
                  <a:pt x="595963" y="50976"/>
                </a:cubicBezTo>
                <a:moveTo>
                  <a:pt x="592991" y="57380"/>
                </a:moveTo>
                <a:cubicBezTo>
                  <a:pt x="612194" y="57380"/>
                  <a:pt x="625679" y="79310"/>
                  <a:pt x="625679" y="110606"/>
                </a:cubicBezTo>
                <a:cubicBezTo>
                  <a:pt x="625679" y="136422"/>
                  <a:pt x="615392" y="151955"/>
                  <a:pt x="598248" y="151955"/>
                </a:cubicBezTo>
                <a:cubicBezTo>
                  <a:pt x="589332" y="151955"/>
                  <a:pt x="580874" y="146475"/>
                  <a:pt x="576074" y="137336"/>
                </a:cubicBezTo>
                <a:cubicBezTo>
                  <a:pt x="569673" y="125455"/>
                  <a:pt x="566014" y="109465"/>
                  <a:pt x="566014" y="93245"/>
                </a:cubicBezTo>
                <a:cubicBezTo>
                  <a:pt x="566014" y="71542"/>
                  <a:pt x="576758" y="57380"/>
                  <a:pt x="592991" y="57380"/>
                </a:cubicBezTo>
                <a:close/>
                <a:moveTo>
                  <a:pt x="760552" y="67482"/>
                </a:moveTo>
                <a:lnTo>
                  <a:pt x="760552" y="58566"/>
                </a:lnTo>
                <a:lnTo>
                  <a:pt x="742951" y="58566"/>
                </a:lnTo>
                <a:cubicBezTo>
                  <a:pt x="738378" y="58566"/>
                  <a:pt x="734949" y="57855"/>
                  <a:pt x="730380" y="56236"/>
                </a:cubicBezTo>
                <a:lnTo>
                  <a:pt x="725350" y="54408"/>
                </a:lnTo>
                <a:cubicBezTo>
                  <a:pt x="719176" y="52120"/>
                  <a:pt x="713005" y="50976"/>
                  <a:pt x="707061" y="50976"/>
                </a:cubicBezTo>
                <a:cubicBezTo>
                  <a:pt x="685801" y="50976"/>
                  <a:pt x="668883" y="67482"/>
                  <a:pt x="668883" y="88278"/>
                </a:cubicBezTo>
                <a:cubicBezTo>
                  <a:pt x="668883" y="102677"/>
                  <a:pt x="675057" y="111359"/>
                  <a:pt x="690144" y="118901"/>
                </a:cubicBezTo>
                <a:cubicBezTo>
                  <a:pt x="685801" y="123017"/>
                  <a:pt x="681688" y="126896"/>
                  <a:pt x="680314" y="128036"/>
                </a:cubicBezTo>
                <a:cubicBezTo>
                  <a:pt x="672773" y="134653"/>
                  <a:pt x="669801" y="139219"/>
                  <a:pt x="669801" y="143782"/>
                </a:cubicBezTo>
                <a:cubicBezTo>
                  <a:pt x="669801" y="148575"/>
                  <a:pt x="672542" y="151313"/>
                  <a:pt x="681915" y="155886"/>
                </a:cubicBezTo>
                <a:cubicBezTo>
                  <a:pt x="665685" y="167784"/>
                  <a:pt x="659514" y="175339"/>
                  <a:pt x="659514" y="183805"/>
                </a:cubicBezTo>
                <a:cubicBezTo>
                  <a:pt x="659514" y="195930"/>
                  <a:pt x="677342" y="205990"/>
                  <a:pt x="699059" y="205990"/>
                </a:cubicBezTo>
                <a:cubicBezTo>
                  <a:pt x="716204" y="205990"/>
                  <a:pt x="734035" y="200046"/>
                  <a:pt x="745923" y="190443"/>
                </a:cubicBezTo>
                <a:cubicBezTo>
                  <a:pt x="754612" y="183348"/>
                  <a:pt x="758498" y="176023"/>
                  <a:pt x="758498" y="167327"/>
                </a:cubicBezTo>
                <a:cubicBezTo>
                  <a:pt x="758498" y="153141"/>
                  <a:pt x="747751" y="143555"/>
                  <a:pt x="730836" y="142872"/>
                </a:cubicBezTo>
                <a:lnTo>
                  <a:pt x="701348" y="141501"/>
                </a:lnTo>
                <a:cubicBezTo>
                  <a:pt x="689230" y="141044"/>
                  <a:pt x="683516" y="138989"/>
                  <a:pt x="683516" y="135341"/>
                </a:cubicBezTo>
                <a:cubicBezTo>
                  <a:pt x="683516" y="130775"/>
                  <a:pt x="691058" y="122787"/>
                  <a:pt x="697232" y="120959"/>
                </a:cubicBezTo>
                <a:cubicBezTo>
                  <a:pt x="699290" y="121189"/>
                  <a:pt x="700891" y="121416"/>
                  <a:pt x="701574" y="121416"/>
                </a:cubicBezTo>
                <a:cubicBezTo>
                  <a:pt x="705917" y="121873"/>
                  <a:pt x="708889" y="122103"/>
                  <a:pt x="710263" y="122103"/>
                </a:cubicBezTo>
                <a:cubicBezTo>
                  <a:pt x="718719" y="122103"/>
                  <a:pt x="727865" y="118674"/>
                  <a:pt x="734949" y="112504"/>
                </a:cubicBezTo>
                <a:cubicBezTo>
                  <a:pt x="742494" y="106103"/>
                  <a:pt x="745923" y="98104"/>
                  <a:pt x="745923" y="86681"/>
                </a:cubicBezTo>
                <a:cubicBezTo>
                  <a:pt x="745923" y="80053"/>
                  <a:pt x="744779" y="74797"/>
                  <a:pt x="741580" y="67482"/>
                </a:cubicBezTo>
                <a:lnTo>
                  <a:pt x="760552" y="67482"/>
                </a:lnTo>
                <a:moveTo>
                  <a:pt x="686715" y="156570"/>
                </a:moveTo>
                <a:cubicBezTo>
                  <a:pt x="694260" y="158174"/>
                  <a:pt x="712548" y="159545"/>
                  <a:pt x="723749" y="159545"/>
                </a:cubicBezTo>
                <a:cubicBezTo>
                  <a:pt x="744552" y="159545"/>
                  <a:pt x="752097" y="162520"/>
                  <a:pt x="752097" y="170759"/>
                </a:cubicBezTo>
                <a:cubicBezTo>
                  <a:pt x="752097" y="184035"/>
                  <a:pt x="734722" y="192958"/>
                  <a:pt x="708889" y="192958"/>
                </a:cubicBezTo>
                <a:cubicBezTo>
                  <a:pt x="688773" y="192958"/>
                  <a:pt x="675514" y="186324"/>
                  <a:pt x="675514" y="176253"/>
                </a:cubicBezTo>
                <a:cubicBezTo>
                  <a:pt x="675514" y="170990"/>
                  <a:pt x="677115" y="168014"/>
                  <a:pt x="686715" y="156570"/>
                </a:cubicBezTo>
                <a:moveTo>
                  <a:pt x="687859" y="78909"/>
                </a:moveTo>
                <a:cubicBezTo>
                  <a:pt x="687859" y="65427"/>
                  <a:pt x="694260" y="57380"/>
                  <a:pt x="704776" y="57380"/>
                </a:cubicBezTo>
                <a:cubicBezTo>
                  <a:pt x="711861" y="57380"/>
                  <a:pt x="717805" y="61311"/>
                  <a:pt x="721464" y="68169"/>
                </a:cubicBezTo>
                <a:cubicBezTo>
                  <a:pt x="725576" y="76167"/>
                  <a:pt x="728322" y="86681"/>
                  <a:pt x="728322" y="95593"/>
                </a:cubicBezTo>
                <a:cubicBezTo>
                  <a:pt x="728322" y="108388"/>
                  <a:pt x="721691" y="116386"/>
                  <a:pt x="711177" y="116386"/>
                </a:cubicBezTo>
                <a:cubicBezTo>
                  <a:pt x="697462" y="116386"/>
                  <a:pt x="687859" y="101533"/>
                  <a:pt x="687859" y="79596"/>
                </a:cubicBezTo>
                <a:lnTo>
                  <a:pt x="687859" y="78909"/>
                </a:lnTo>
                <a:close/>
                <a:moveTo>
                  <a:pt x="769011" y="66980"/>
                </a:moveTo>
                <a:cubicBezTo>
                  <a:pt x="772213" y="66292"/>
                  <a:pt x="774271" y="66062"/>
                  <a:pt x="777013" y="66062"/>
                </a:cubicBezTo>
                <a:cubicBezTo>
                  <a:pt x="782726" y="66062"/>
                  <a:pt x="784784" y="69721"/>
                  <a:pt x="784784" y="79778"/>
                </a:cubicBezTo>
                <a:lnTo>
                  <a:pt x="784784" y="136924"/>
                </a:lnTo>
                <a:cubicBezTo>
                  <a:pt x="784784" y="148351"/>
                  <a:pt x="783183" y="149952"/>
                  <a:pt x="768554" y="152694"/>
                </a:cubicBezTo>
                <a:lnTo>
                  <a:pt x="768554" y="156123"/>
                </a:lnTo>
                <a:lnTo>
                  <a:pt x="823419" y="156123"/>
                </a:lnTo>
                <a:lnTo>
                  <a:pt x="823419" y="152694"/>
                </a:lnTo>
                <a:cubicBezTo>
                  <a:pt x="807872" y="152010"/>
                  <a:pt x="803987" y="148582"/>
                  <a:pt x="803987" y="135553"/>
                </a:cubicBezTo>
                <a:lnTo>
                  <a:pt x="803987" y="84120"/>
                </a:lnTo>
                <a:cubicBezTo>
                  <a:pt x="803987" y="76806"/>
                  <a:pt x="813816" y="65379"/>
                  <a:pt x="819990" y="65379"/>
                </a:cubicBezTo>
                <a:cubicBezTo>
                  <a:pt x="821361" y="65379"/>
                  <a:pt x="823419" y="66523"/>
                  <a:pt x="825934" y="68807"/>
                </a:cubicBezTo>
                <a:cubicBezTo>
                  <a:pt x="829590" y="72006"/>
                  <a:pt x="832105" y="73377"/>
                  <a:pt x="835077" y="73377"/>
                </a:cubicBezTo>
                <a:cubicBezTo>
                  <a:pt x="840564" y="73377"/>
                  <a:pt x="843992" y="69491"/>
                  <a:pt x="843992" y="63094"/>
                </a:cubicBezTo>
                <a:cubicBezTo>
                  <a:pt x="843992" y="55549"/>
                  <a:pt x="839193" y="50976"/>
                  <a:pt x="831421" y="50976"/>
                </a:cubicBezTo>
                <a:cubicBezTo>
                  <a:pt x="821818" y="50976"/>
                  <a:pt x="815191" y="56236"/>
                  <a:pt x="803987" y="72463"/>
                </a:cubicBezTo>
                <a:lnTo>
                  <a:pt x="803987" y="51436"/>
                </a:lnTo>
                <a:lnTo>
                  <a:pt x="802846" y="50976"/>
                </a:lnTo>
                <a:cubicBezTo>
                  <a:pt x="790728" y="56006"/>
                  <a:pt x="782500" y="58978"/>
                  <a:pt x="769011" y="63321"/>
                </a:cubicBezTo>
                <a:lnTo>
                  <a:pt x="769011" y="66980"/>
                </a:lnTo>
                <a:close/>
                <a:moveTo>
                  <a:pt x="944575" y="140988"/>
                </a:moveTo>
                <a:cubicBezTo>
                  <a:pt x="940689" y="144183"/>
                  <a:pt x="937948" y="145327"/>
                  <a:pt x="934519" y="145327"/>
                </a:cubicBezTo>
                <a:cubicBezTo>
                  <a:pt x="929262" y="145327"/>
                  <a:pt x="927661" y="142129"/>
                  <a:pt x="927661" y="132079"/>
                </a:cubicBezTo>
                <a:lnTo>
                  <a:pt x="927661" y="87532"/>
                </a:lnTo>
                <a:cubicBezTo>
                  <a:pt x="927661" y="75651"/>
                  <a:pt x="926517" y="69027"/>
                  <a:pt x="923088" y="63544"/>
                </a:cubicBezTo>
                <a:cubicBezTo>
                  <a:pt x="918058" y="55322"/>
                  <a:pt x="908229" y="50976"/>
                  <a:pt x="894743" y="50976"/>
                </a:cubicBezTo>
                <a:cubicBezTo>
                  <a:pt x="873253" y="50976"/>
                  <a:pt x="856339" y="62173"/>
                  <a:pt x="856339" y="76565"/>
                </a:cubicBezTo>
                <a:cubicBezTo>
                  <a:pt x="856339" y="81822"/>
                  <a:pt x="860908" y="86388"/>
                  <a:pt x="866168" y="86388"/>
                </a:cubicBezTo>
                <a:cubicBezTo>
                  <a:pt x="871652" y="86388"/>
                  <a:pt x="876455" y="81822"/>
                  <a:pt x="876455" y="76795"/>
                </a:cubicBezTo>
                <a:cubicBezTo>
                  <a:pt x="876455" y="75881"/>
                  <a:pt x="876225" y="74737"/>
                  <a:pt x="875998" y="73140"/>
                </a:cubicBezTo>
                <a:cubicBezTo>
                  <a:pt x="875541" y="71085"/>
                  <a:pt x="875311" y="69257"/>
                  <a:pt x="875311" y="67656"/>
                </a:cubicBezTo>
                <a:cubicBezTo>
                  <a:pt x="875311" y="61489"/>
                  <a:pt x="882625" y="56463"/>
                  <a:pt x="891771" y="56463"/>
                </a:cubicBezTo>
                <a:cubicBezTo>
                  <a:pt x="902972" y="56463"/>
                  <a:pt x="909142" y="63087"/>
                  <a:pt x="909142" y="75424"/>
                </a:cubicBezTo>
                <a:lnTo>
                  <a:pt x="909142" y="89360"/>
                </a:lnTo>
                <a:cubicBezTo>
                  <a:pt x="873940" y="103522"/>
                  <a:pt x="870054" y="105349"/>
                  <a:pt x="860224" y="114031"/>
                </a:cubicBezTo>
                <a:cubicBezTo>
                  <a:pt x="855195" y="118601"/>
                  <a:pt x="851992" y="126366"/>
                  <a:pt x="851992" y="133903"/>
                </a:cubicBezTo>
                <a:cubicBezTo>
                  <a:pt x="851992" y="148299"/>
                  <a:pt x="862052" y="158355"/>
                  <a:pt x="875998" y="158355"/>
                </a:cubicBezTo>
                <a:cubicBezTo>
                  <a:pt x="886054" y="158355"/>
                  <a:pt x="895427" y="153556"/>
                  <a:pt x="909373" y="141668"/>
                </a:cubicBezTo>
                <a:cubicBezTo>
                  <a:pt x="910517" y="153556"/>
                  <a:pt x="914629" y="158355"/>
                  <a:pt x="924002" y="158355"/>
                </a:cubicBezTo>
                <a:cubicBezTo>
                  <a:pt x="931774" y="158355"/>
                  <a:pt x="936577" y="155614"/>
                  <a:pt x="944575" y="146928"/>
                </a:cubicBezTo>
                <a:lnTo>
                  <a:pt x="944575" y="140988"/>
                </a:lnTo>
                <a:moveTo>
                  <a:pt x="909142" y="127953"/>
                </a:moveTo>
                <a:cubicBezTo>
                  <a:pt x="909142" y="135041"/>
                  <a:pt x="908002" y="137099"/>
                  <a:pt x="903199" y="139840"/>
                </a:cubicBezTo>
                <a:cubicBezTo>
                  <a:pt x="897715" y="143042"/>
                  <a:pt x="891314" y="145097"/>
                  <a:pt x="886511" y="145097"/>
                </a:cubicBezTo>
                <a:cubicBezTo>
                  <a:pt x="878513" y="145097"/>
                  <a:pt x="872112" y="137325"/>
                  <a:pt x="872112" y="127496"/>
                </a:cubicBezTo>
                <a:lnTo>
                  <a:pt x="872112" y="126582"/>
                </a:lnTo>
                <a:cubicBezTo>
                  <a:pt x="872112" y="113093"/>
                  <a:pt x="881481" y="104865"/>
                  <a:pt x="909142" y="94805"/>
                </a:cubicBezTo>
                <a:lnTo>
                  <a:pt x="909142" y="127953"/>
                </a:lnTo>
                <a:close/>
                <a:moveTo>
                  <a:pt x="949378" y="65152"/>
                </a:moveTo>
                <a:cubicBezTo>
                  <a:pt x="952350" y="64465"/>
                  <a:pt x="954178" y="64238"/>
                  <a:pt x="956693" y="64238"/>
                </a:cubicBezTo>
                <a:cubicBezTo>
                  <a:pt x="962637" y="64238"/>
                  <a:pt x="964695" y="67894"/>
                  <a:pt x="964695" y="78864"/>
                </a:cubicBezTo>
                <a:lnTo>
                  <a:pt x="964695" y="136694"/>
                </a:lnTo>
                <a:cubicBezTo>
                  <a:pt x="964695" y="149039"/>
                  <a:pt x="961493" y="152467"/>
                  <a:pt x="948691" y="152694"/>
                </a:cubicBezTo>
                <a:lnTo>
                  <a:pt x="948691" y="156123"/>
                </a:lnTo>
                <a:lnTo>
                  <a:pt x="999440" y="156123"/>
                </a:lnTo>
                <a:lnTo>
                  <a:pt x="999440" y="152694"/>
                </a:lnTo>
                <a:cubicBezTo>
                  <a:pt x="987326" y="152237"/>
                  <a:pt x="983897" y="149726"/>
                  <a:pt x="983897" y="140810"/>
                </a:cubicBezTo>
                <a:lnTo>
                  <a:pt x="983897" y="76352"/>
                </a:lnTo>
                <a:cubicBezTo>
                  <a:pt x="983897" y="75895"/>
                  <a:pt x="985725" y="73607"/>
                  <a:pt x="987326" y="72010"/>
                </a:cubicBezTo>
                <a:cubicBezTo>
                  <a:pt x="993040" y="66749"/>
                  <a:pt x="1002869" y="62864"/>
                  <a:pt x="1010871" y="62864"/>
                </a:cubicBezTo>
                <a:cubicBezTo>
                  <a:pt x="1020927" y="62864"/>
                  <a:pt x="1025957" y="70865"/>
                  <a:pt x="1025957" y="86866"/>
                </a:cubicBezTo>
                <a:lnTo>
                  <a:pt x="1025957" y="136467"/>
                </a:lnTo>
                <a:cubicBezTo>
                  <a:pt x="1025957" y="149269"/>
                  <a:pt x="1023442" y="151780"/>
                  <a:pt x="1010414" y="152694"/>
                </a:cubicBezTo>
                <a:lnTo>
                  <a:pt x="1010414" y="156123"/>
                </a:lnTo>
                <a:lnTo>
                  <a:pt x="1061620" y="156123"/>
                </a:lnTo>
                <a:lnTo>
                  <a:pt x="1061620" y="152694"/>
                </a:lnTo>
                <a:cubicBezTo>
                  <a:pt x="1048588" y="152467"/>
                  <a:pt x="1045160" y="148582"/>
                  <a:pt x="1045160" y="134409"/>
                </a:cubicBezTo>
                <a:lnTo>
                  <a:pt x="1045160" y="76809"/>
                </a:lnTo>
                <a:cubicBezTo>
                  <a:pt x="1052017" y="66980"/>
                  <a:pt x="1059562" y="62864"/>
                  <a:pt x="1070079" y="62864"/>
                </a:cubicBezTo>
                <a:cubicBezTo>
                  <a:pt x="1083107" y="62864"/>
                  <a:pt x="1087223" y="69038"/>
                  <a:pt x="1087223" y="88010"/>
                </a:cubicBezTo>
                <a:lnTo>
                  <a:pt x="1087223" y="136237"/>
                </a:lnTo>
                <a:cubicBezTo>
                  <a:pt x="1087223" y="149269"/>
                  <a:pt x="1085396" y="151097"/>
                  <a:pt x="1072137" y="152694"/>
                </a:cubicBezTo>
                <a:lnTo>
                  <a:pt x="1072137" y="156123"/>
                </a:lnTo>
                <a:lnTo>
                  <a:pt x="1122199" y="156123"/>
                </a:lnTo>
                <a:lnTo>
                  <a:pt x="1122199" y="152694"/>
                </a:lnTo>
                <a:lnTo>
                  <a:pt x="1116255" y="152237"/>
                </a:lnTo>
                <a:cubicBezTo>
                  <a:pt x="1109398" y="151780"/>
                  <a:pt x="1106426" y="147668"/>
                  <a:pt x="1106426" y="138752"/>
                </a:cubicBezTo>
                <a:lnTo>
                  <a:pt x="1106426" y="91665"/>
                </a:lnTo>
                <a:cubicBezTo>
                  <a:pt x="1106426" y="64695"/>
                  <a:pt x="1097510" y="50976"/>
                  <a:pt x="1079909" y="50976"/>
                </a:cubicBezTo>
                <a:cubicBezTo>
                  <a:pt x="1066650" y="50976"/>
                  <a:pt x="1054989" y="56920"/>
                  <a:pt x="1042645" y="70178"/>
                </a:cubicBezTo>
                <a:cubicBezTo>
                  <a:pt x="1038532" y="57150"/>
                  <a:pt x="1030761" y="50976"/>
                  <a:pt x="1018416" y="50976"/>
                </a:cubicBezTo>
                <a:cubicBezTo>
                  <a:pt x="1008356" y="50976"/>
                  <a:pt x="1001955" y="54178"/>
                  <a:pt x="982980" y="68581"/>
                </a:cubicBezTo>
                <a:lnTo>
                  <a:pt x="982980" y="51436"/>
                </a:lnTo>
                <a:lnTo>
                  <a:pt x="981382" y="50976"/>
                </a:lnTo>
                <a:cubicBezTo>
                  <a:pt x="969721" y="55322"/>
                  <a:pt x="961950" y="57837"/>
                  <a:pt x="949378" y="61266"/>
                </a:cubicBezTo>
                <a:lnTo>
                  <a:pt x="949378" y="65152"/>
                </a:lnTo>
                <a:close/>
                <a:moveTo>
                  <a:pt x="1344627" y="53268"/>
                </a:moveTo>
                <a:lnTo>
                  <a:pt x="1342569" y="1639"/>
                </a:lnTo>
                <a:lnTo>
                  <a:pt x="1337769" y="1639"/>
                </a:lnTo>
                <a:cubicBezTo>
                  <a:pt x="1336399" y="6443"/>
                  <a:pt x="1332740" y="9184"/>
                  <a:pt x="1328167" y="9184"/>
                </a:cubicBezTo>
                <a:cubicBezTo>
                  <a:pt x="1326109" y="9184"/>
                  <a:pt x="1322680" y="8501"/>
                  <a:pt x="1319251" y="7126"/>
                </a:cubicBezTo>
                <a:cubicBezTo>
                  <a:pt x="1308050" y="3471"/>
                  <a:pt x="1296620" y="1639"/>
                  <a:pt x="1285876" y="1639"/>
                </a:cubicBezTo>
                <a:cubicBezTo>
                  <a:pt x="1267131" y="1639"/>
                  <a:pt x="1248159" y="8727"/>
                  <a:pt x="1233983" y="21292"/>
                </a:cubicBezTo>
                <a:cubicBezTo>
                  <a:pt x="1217983" y="35454"/>
                  <a:pt x="1209297" y="56693"/>
                  <a:pt x="1209297" y="81815"/>
                </a:cubicBezTo>
                <a:cubicBezTo>
                  <a:pt x="1209297" y="103058"/>
                  <a:pt x="1216155" y="122699"/>
                  <a:pt x="1227812" y="135717"/>
                </a:cubicBezTo>
                <a:cubicBezTo>
                  <a:pt x="1241528" y="150563"/>
                  <a:pt x="1262558" y="159248"/>
                  <a:pt x="1285192" y="159248"/>
                </a:cubicBezTo>
                <a:cubicBezTo>
                  <a:pt x="1311022" y="159248"/>
                  <a:pt x="1333653" y="148735"/>
                  <a:pt x="1347599" y="130234"/>
                </a:cubicBezTo>
                <a:lnTo>
                  <a:pt x="1343483" y="126125"/>
                </a:lnTo>
                <a:cubicBezTo>
                  <a:pt x="1326569" y="142341"/>
                  <a:pt x="1311479" y="149192"/>
                  <a:pt x="1292507" y="149192"/>
                </a:cubicBezTo>
                <a:cubicBezTo>
                  <a:pt x="1278105" y="149192"/>
                  <a:pt x="1265303" y="144623"/>
                  <a:pt x="1255473" y="135944"/>
                </a:cubicBezTo>
                <a:cubicBezTo>
                  <a:pt x="1242899" y="124754"/>
                  <a:pt x="1235814" y="104198"/>
                  <a:pt x="1235814" y="78846"/>
                </a:cubicBezTo>
                <a:cubicBezTo>
                  <a:pt x="1235814" y="37508"/>
                  <a:pt x="1257074" y="10785"/>
                  <a:pt x="1290219" y="10785"/>
                </a:cubicBezTo>
                <a:cubicBezTo>
                  <a:pt x="1303251" y="10785"/>
                  <a:pt x="1315138" y="15582"/>
                  <a:pt x="1324281" y="24717"/>
                </a:cubicBezTo>
                <a:cubicBezTo>
                  <a:pt x="1331595" y="32025"/>
                  <a:pt x="1335024" y="38422"/>
                  <a:pt x="1339371" y="53268"/>
                </a:cubicBezTo>
                <a:lnTo>
                  <a:pt x="1344627" y="53268"/>
                </a:lnTo>
                <a:close/>
                <a:moveTo>
                  <a:pt x="1464869" y="103284"/>
                </a:moveTo>
                <a:lnTo>
                  <a:pt x="1464869" y="50254"/>
                </a:lnTo>
                <a:lnTo>
                  <a:pt x="1459613" y="50254"/>
                </a:lnTo>
                <a:cubicBezTo>
                  <a:pt x="1456871" y="68539"/>
                  <a:pt x="1452755" y="71968"/>
                  <a:pt x="1434467" y="71968"/>
                </a:cubicBezTo>
                <a:lnTo>
                  <a:pt x="1401319" y="71968"/>
                </a:lnTo>
                <a:lnTo>
                  <a:pt x="1401319" y="21225"/>
                </a:lnTo>
                <a:cubicBezTo>
                  <a:pt x="1401319" y="14825"/>
                  <a:pt x="1402463" y="13454"/>
                  <a:pt x="1408633" y="13454"/>
                </a:cubicBezTo>
                <a:lnTo>
                  <a:pt x="1439723" y="13454"/>
                </a:lnTo>
                <a:cubicBezTo>
                  <a:pt x="1465556" y="13454"/>
                  <a:pt x="1470586" y="16883"/>
                  <a:pt x="1474472" y="37452"/>
                </a:cubicBezTo>
                <a:lnTo>
                  <a:pt x="1480186" y="37452"/>
                </a:lnTo>
                <a:lnTo>
                  <a:pt x="1479502" y="4765"/>
                </a:lnTo>
                <a:lnTo>
                  <a:pt x="1358114" y="4765"/>
                </a:lnTo>
                <a:lnTo>
                  <a:pt x="1358114" y="9111"/>
                </a:lnTo>
                <a:cubicBezTo>
                  <a:pt x="1375032" y="10482"/>
                  <a:pt x="1378004" y="13681"/>
                  <a:pt x="1378004" y="29681"/>
                </a:cubicBezTo>
                <a:lnTo>
                  <a:pt x="1378004" y="128682"/>
                </a:lnTo>
                <a:cubicBezTo>
                  <a:pt x="1378004" y="147664"/>
                  <a:pt x="1375489" y="150636"/>
                  <a:pt x="1358114" y="151780"/>
                </a:cubicBezTo>
                <a:lnTo>
                  <a:pt x="1358114" y="156123"/>
                </a:lnTo>
                <a:lnTo>
                  <a:pt x="1422122" y="156123"/>
                </a:lnTo>
                <a:lnTo>
                  <a:pt x="1422122" y="151780"/>
                </a:lnTo>
                <a:cubicBezTo>
                  <a:pt x="1404521" y="150866"/>
                  <a:pt x="1401319" y="147664"/>
                  <a:pt x="1401319" y="131197"/>
                </a:cubicBezTo>
                <a:lnTo>
                  <a:pt x="1401319" y="81337"/>
                </a:lnTo>
                <a:lnTo>
                  <a:pt x="1434467" y="81337"/>
                </a:lnTo>
                <a:cubicBezTo>
                  <a:pt x="1452982" y="81337"/>
                  <a:pt x="1456871" y="84769"/>
                  <a:pt x="1459613" y="103295"/>
                </a:cubicBezTo>
                <a:lnTo>
                  <a:pt x="1464869" y="103284"/>
                </a:lnTo>
                <a:close/>
                <a:moveTo>
                  <a:pt x="1644551" y="75191"/>
                </a:moveTo>
                <a:lnTo>
                  <a:pt x="1586257" y="75191"/>
                </a:lnTo>
                <a:lnTo>
                  <a:pt x="1586257" y="79303"/>
                </a:lnTo>
                <a:cubicBezTo>
                  <a:pt x="1596087" y="79987"/>
                  <a:pt x="1598829" y="80674"/>
                  <a:pt x="1601574" y="82502"/>
                </a:cubicBezTo>
                <a:cubicBezTo>
                  <a:pt x="1605003" y="84556"/>
                  <a:pt x="1606374" y="89810"/>
                  <a:pt x="1606374" y="99632"/>
                </a:cubicBezTo>
                <a:lnTo>
                  <a:pt x="1606374" y="136631"/>
                </a:lnTo>
                <a:cubicBezTo>
                  <a:pt x="1606374" y="143939"/>
                  <a:pt x="1592428" y="150106"/>
                  <a:pt x="1575971" y="150106"/>
                </a:cubicBezTo>
                <a:cubicBezTo>
                  <a:pt x="1538707" y="150106"/>
                  <a:pt x="1515849" y="124070"/>
                  <a:pt x="1515849" y="81588"/>
                </a:cubicBezTo>
                <a:cubicBezTo>
                  <a:pt x="1515849" y="60118"/>
                  <a:pt x="1522250" y="39332"/>
                  <a:pt x="1532306" y="28142"/>
                </a:cubicBezTo>
                <a:cubicBezTo>
                  <a:pt x="1542366" y="16952"/>
                  <a:pt x="1556538" y="10785"/>
                  <a:pt x="1572085" y="10785"/>
                </a:cubicBezTo>
                <a:cubicBezTo>
                  <a:pt x="1584886" y="10785"/>
                  <a:pt x="1596087" y="15125"/>
                  <a:pt x="1605003" y="23346"/>
                </a:cubicBezTo>
                <a:cubicBezTo>
                  <a:pt x="1611860" y="29740"/>
                  <a:pt x="1615519" y="35907"/>
                  <a:pt x="1621233" y="49839"/>
                </a:cubicBezTo>
                <a:lnTo>
                  <a:pt x="1626490" y="49839"/>
                </a:lnTo>
                <a:lnTo>
                  <a:pt x="1624662" y="1639"/>
                </a:lnTo>
                <a:lnTo>
                  <a:pt x="1619632" y="1639"/>
                </a:lnTo>
                <a:cubicBezTo>
                  <a:pt x="1618261" y="5986"/>
                  <a:pt x="1614145" y="9184"/>
                  <a:pt x="1609345" y="9184"/>
                </a:cubicBezTo>
                <a:cubicBezTo>
                  <a:pt x="1607061" y="9184"/>
                  <a:pt x="1603402" y="8501"/>
                  <a:pt x="1599286" y="6900"/>
                </a:cubicBezTo>
                <a:cubicBezTo>
                  <a:pt x="1588999" y="3471"/>
                  <a:pt x="1578486" y="1639"/>
                  <a:pt x="1568199" y="1639"/>
                </a:cubicBezTo>
                <a:cubicBezTo>
                  <a:pt x="1522476" y="1639"/>
                  <a:pt x="1489789" y="35223"/>
                  <a:pt x="1489789" y="81815"/>
                </a:cubicBezTo>
                <a:cubicBezTo>
                  <a:pt x="1489789" y="104198"/>
                  <a:pt x="1495959" y="121329"/>
                  <a:pt x="1508761" y="134803"/>
                </a:cubicBezTo>
                <a:cubicBezTo>
                  <a:pt x="1524077" y="150563"/>
                  <a:pt x="1546025" y="159248"/>
                  <a:pt x="1571171" y="159248"/>
                </a:cubicBezTo>
                <a:cubicBezTo>
                  <a:pt x="1590830" y="159248"/>
                  <a:pt x="1619405" y="151250"/>
                  <a:pt x="1628548" y="143255"/>
                </a:cubicBezTo>
                <a:lnTo>
                  <a:pt x="1628548" y="96891"/>
                </a:lnTo>
                <a:cubicBezTo>
                  <a:pt x="1628548" y="83416"/>
                  <a:pt x="1631293" y="80444"/>
                  <a:pt x="1644551" y="79303"/>
                </a:cubicBezTo>
                <a:lnTo>
                  <a:pt x="1644551" y="75191"/>
                </a:lnTo>
                <a:close/>
                <a:moveTo>
                  <a:pt x="1676098" y="133206"/>
                </a:moveTo>
                <a:cubicBezTo>
                  <a:pt x="1669237" y="133206"/>
                  <a:pt x="1663523" y="139150"/>
                  <a:pt x="1663523" y="146238"/>
                </a:cubicBezTo>
                <a:cubicBezTo>
                  <a:pt x="1663523" y="152865"/>
                  <a:pt x="1669237" y="158579"/>
                  <a:pt x="1675868" y="158579"/>
                </a:cubicBezTo>
                <a:cubicBezTo>
                  <a:pt x="1682956" y="158579"/>
                  <a:pt x="1688900" y="152865"/>
                  <a:pt x="1688900" y="146238"/>
                </a:cubicBezTo>
                <a:cubicBezTo>
                  <a:pt x="1688900" y="139150"/>
                  <a:pt x="1682956" y="133206"/>
                  <a:pt x="1676098" y="13320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FB1102-E210-4620-A809-46DE0DC1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886" y="926105"/>
            <a:ext cx="802930" cy="321171"/>
          </a:xfrm>
          <a:custGeom xmlns:a="http://schemas.openxmlformats.org/drawingml/2006/main">
            <a:pathLst>
              <a:path w="802930" h="321171">
                <a:moveTo>
                  <a:pt x="48177" y="0"/>
                </a:moveTo>
                <a:lnTo>
                  <a:pt x="754754" y="0"/>
                </a:lnTo>
                <a:cubicBezTo>
                  <a:pt x="761140" y="0"/>
                  <a:pt x="767286" y="1222"/>
                  <a:pt x="773189" y="3667"/>
                </a:cubicBezTo>
                <a:cubicBezTo>
                  <a:pt x="779091" y="6112"/>
                  <a:pt x="784302" y="9593"/>
                  <a:pt x="788819" y="14110"/>
                </a:cubicBezTo>
                <a:cubicBezTo>
                  <a:pt x="793336" y="18627"/>
                  <a:pt x="796816" y="23837"/>
                  <a:pt x="799260" y="29740"/>
                </a:cubicBezTo>
                <a:cubicBezTo>
                  <a:pt x="801704" y="35642"/>
                  <a:pt x="802928" y="41787"/>
                  <a:pt x="802930" y="48176"/>
                </a:cubicBezTo>
                <a:lnTo>
                  <a:pt x="802930" y="272996"/>
                </a:lnTo>
                <a:cubicBezTo>
                  <a:pt x="802928" y="279384"/>
                  <a:pt x="801704" y="285529"/>
                  <a:pt x="799260" y="291431"/>
                </a:cubicBezTo>
                <a:cubicBezTo>
                  <a:pt x="796816" y="297334"/>
                  <a:pt x="793336" y="302543"/>
                  <a:pt x="788819" y="307061"/>
                </a:cubicBezTo>
                <a:cubicBezTo>
                  <a:pt x="784302" y="311578"/>
                  <a:pt x="779091" y="315059"/>
                  <a:pt x="773189" y="317504"/>
                </a:cubicBezTo>
                <a:cubicBezTo>
                  <a:pt x="767286" y="319949"/>
                  <a:pt x="761140" y="321171"/>
                  <a:pt x="754754" y="321171"/>
                </a:cubicBezTo>
                <a:lnTo>
                  <a:pt x="48177" y="321171"/>
                </a:lnTo>
                <a:cubicBezTo>
                  <a:pt x="41786" y="321171"/>
                  <a:pt x="35639" y="319949"/>
                  <a:pt x="29737" y="317504"/>
                </a:cubicBezTo>
                <a:cubicBezTo>
                  <a:pt x="23834" y="315059"/>
                  <a:pt x="18626" y="311578"/>
                  <a:pt x="14111" y="307061"/>
                </a:cubicBezTo>
                <a:cubicBezTo>
                  <a:pt x="9592" y="302543"/>
                  <a:pt x="6110" y="297334"/>
                  <a:pt x="3666" y="291431"/>
                </a:cubicBezTo>
                <a:cubicBezTo>
                  <a:pt x="1220" y="285529"/>
                  <a:pt x="0" y="279384"/>
                  <a:pt x="2" y="272996"/>
                </a:cubicBezTo>
                <a:lnTo>
                  <a:pt x="2" y="48176"/>
                </a:lnTo>
                <a:cubicBezTo>
                  <a:pt x="0" y="41787"/>
                  <a:pt x="1220" y="35642"/>
                  <a:pt x="3666" y="29739"/>
                </a:cubicBezTo>
                <a:cubicBezTo>
                  <a:pt x="6110" y="23837"/>
                  <a:pt x="9592" y="18627"/>
                  <a:pt x="14111" y="14110"/>
                </a:cubicBezTo>
                <a:cubicBezTo>
                  <a:pt x="18626" y="9593"/>
                  <a:pt x="23834" y="6112"/>
                  <a:pt x="29737" y="3667"/>
                </a:cubicBezTo>
                <a:cubicBezTo>
                  <a:pt x="35639" y="1222"/>
                  <a:pt x="41786" y="0"/>
                  <a:pt x="48177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E551DD-7552-40F5-8964-81B319EC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886" y="926105"/>
            <a:ext cx="802930" cy="321171"/>
          </a:xfrm>
          <a:custGeom xmlns:a="http://schemas.openxmlformats.org/drawingml/2006/main">
            <a:pathLst>
              <a:path w="802930" h="321171" fill="none">
                <a:moveTo>
                  <a:pt x="48177" y="0"/>
                </a:moveTo>
                <a:lnTo>
                  <a:pt x="754754" y="0"/>
                </a:lnTo>
                <a:cubicBezTo>
                  <a:pt x="761140" y="0"/>
                  <a:pt x="767286" y="1222"/>
                  <a:pt x="773189" y="3667"/>
                </a:cubicBezTo>
                <a:cubicBezTo>
                  <a:pt x="779091" y="6112"/>
                  <a:pt x="784302" y="9593"/>
                  <a:pt x="788819" y="14110"/>
                </a:cubicBezTo>
                <a:cubicBezTo>
                  <a:pt x="793336" y="18627"/>
                  <a:pt x="796816" y="23837"/>
                  <a:pt x="799260" y="29740"/>
                </a:cubicBezTo>
                <a:cubicBezTo>
                  <a:pt x="801704" y="35642"/>
                  <a:pt x="802928" y="41787"/>
                  <a:pt x="802930" y="48176"/>
                </a:cubicBezTo>
                <a:lnTo>
                  <a:pt x="802930" y="272996"/>
                </a:lnTo>
                <a:cubicBezTo>
                  <a:pt x="802928" y="279384"/>
                  <a:pt x="801704" y="285529"/>
                  <a:pt x="799260" y="291431"/>
                </a:cubicBezTo>
                <a:cubicBezTo>
                  <a:pt x="796816" y="297334"/>
                  <a:pt x="793336" y="302543"/>
                  <a:pt x="788819" y="307061"/>
                </a:cubicBezTo>
                <a:cubicBezTo>
                  <a:pt x="784302" y="311578"/>
                  <a:pt x="779091" y="315059"/>
                  <a:pt x="773189" y="317504"/>
                </a:cubicBezTo>
                <a:cubicBezTo>
                  <a:pt x="767286" y="319949"/>
                  <a:pt x="761140" y="321171"/>
                  <a:pt x="754754" y="321171"/>
                </a:cubicBezTo>
                <a:lnTo>
                  <a:pt x="48177" y="321171"/>
                </a:lnTo>
                <a:cubicBezTo>
                  <a:pt x="41786" y="321171"/>
                  <a:pt x="35639" y="319949"/>
                  <a:pt x="29737" y="317504"/>
                </a:cubicBezTo>
                <a:cubicBezTo>
                  <a:pt x="23834" y="315059"/>
                  <a:pt x="18626" y="311578"/>
                  <a:pt x="14111" y="307061"/>
                </a:cubicBezTo>
                <a:cubicBezTo>
                  <a:pt x="9592" y="302543"/>
                  <a:pt x="6110" y="297334"/>
                  <a:pt x="3666" y="291431"/>
                </a:cubicBezTo>
                <a:cubicBezTo>
                  <a:pt x="1220" y="285529"/>
                  <a:pt x="0" y="279384"/>
                  <a:pt x="2" y="272996"/>
                </a:cubicBezTo>
                <a:lnTo>
                  <a:pt x="2" y="48176"/>
                </a:lnTo>
                <a:cubicBezTo>
                  <a:pt x="0" y="41787"/>
                  <a:pt x="1220" y="35642"/>
                  <a:pt x="3666" y="29739"/>
                </a:cubicBezTo>
                <a:cubicBezTo>
                  <a:pt x="6110" y="23837"/>
                  <a:pt x="9592" y="18627"/>
                  <a:pt x="14111" y="14110"/>
                </a:cubicBezTo>
                <a:cubicBezTo>
                  <a:pt x="18626" y="9593"/>
                  <a:pt x="23834" y="6112"/>
                  <a:pt x="29737" y="3667"/>
                </a:cubicBezTo>
                <a:cubicBezTo>
                  <a:pt x="35639" y="1222"/>
                  <a:pt x="41786" y="0"/>
                  <a:pt x="48177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059" cap="flat">
            <a:solidFill>
              <a:srgbClr val="000000"/>
            </a:solidFill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30D887-3FEA-4976-929F-315D5AC2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786" y="2050204"/>
            <a:ext cx="754754" cy="321171"/>
          </a:xfrm>
          <a:custGeom xmlns:a="http://schemas.openxmlformats.org/drawingml/2006/main">
            <a:pathLst>
              <a:path w="754754" h="321171">
                <a:moveTo>
                  <a:pt x="48177" y="0"/>
                </a:moveTo>
                <a:lnTo>
                  <a:pt x="706578" y="0"/>
                </a:lnTo>
                <a:cubicBezTo>
                  <a:pt x="712965" y="0"/>
                  <a:pt x="719109" y="1222"/>
                  <a:pt x="725010" y="3667"/>
                </a:cubicBezTo>
                <a:cubicBezTo>
                  <a:pt x="730913" y="6112"/>
                  <a:pt x="736124" y="9593"/>
                  <a:pt x="740642" y="14110"/>
                </a:cubicBezTo>
                <a:cubicBezTo>
                  <a:pt x="745157" y="18628"/>
                  <a:pt x="748639" y="23837"/>
                  <a:pt x="751083" y="29739"/>
                </a:cubicBezTo>
                <a:cubicBezTo>
                  <a:pt x="753529" y="35641"/>
                  <a:pt x="754752" y="41787"/>
                  <a:pt x="754754" y="48176"/>
                </a:cubicBezTo>
                <a:lnTo>
                  <a:pt x="754754" y="272996"/>
                </a:lnTo>
                <a:cubicBezTo>
                  <a:pt x="754752" y="279384"/>
                  <a:pt x="753529" y="285529"/>
                  <a:pt x="751083" y="291431"/>
                </a:cubicBezTo>
                <a:cubicBezTo>
                  <a:pt x="748639" y="297334"/>
                  <a:pt x="745157" y="302543"/>
                  <a:pt x="740642" y="307061"/>
                </a:cubicBezTo>
                <a:cubicBezTo>
                  <a:pt x="736124" y="311578"/>
                  <a:pt x="730913" y="315059"/>
                  <a:pt x="725010" y="317504"/>
                </a:cubicBezTo>
                <a:cubicBezTo>
                  <a:pt x="719109" y="319949"/>
                  <a:pt x="712965" y="321171"/>
                  <a:pt x="706578" y="321171"/>
                </a:cubicBezTo>
                <a:lnTo>
                  <a:pt x="48177" y="321171"/>
                </a:lnTo>
                <a:cubicBezTo>
                  <a:pt x="41786" y="321171"/>
                  <a:pt x="35639" y="319949"/>
                  <a:pt x="29737" y="317504"/>
                </a:cubicBezTo>
                <a:cubicBezTo>
                  <a:pt x="23834" y="315059"/>
                  <a:pt x="18625" y="311578"/>
                  <a:pt x="14111" y="307061"/>
                </a:cubicBezTo>
                <a:cubicBezTo>
                  <a:pt x="9592" y="302543"/>
                  <a:pt x="6110" y="297334"/>
                  <a:pt x="3666" y="291431"/>
                </a:cubicBezTo>
                <a:cubicBezTo>
                  <a:pt x="1220" y="285529"/>
                  <a:pt x="0" y="279384"/>
                  <a:pt x="2" y="272996"/>
                </a:cubicBezTo>
                <a:lnTo>
                  <a:pt x="2" y="48176"/>
                </a:lnTo>
                <a:cubicBezTo>
                  <a:pt x="0" y="41787"/>
                  <a:pt x="1220" y="35641"/>
                  <a:pt x="3666" y="29739"/>
                </a:cubicBezTo>
                <a:cubicBezTo>
                  <a:pt x="6110" y="23837"/>
                  <a:pt x="9592" y="18628"/>
                  <a:pt x="14111" y="14110"/>
                </a:cubicBezTo>
                <a:cubicBezTo>
                  <a:pt x="18625" y="9593"/>
                  <a:pt x="23834" y="6112"/>
                  <a:pt x="29737" y="3667"/>
                </a:cubicBezTo>
                <a:cubicBezTo>
                  <a:pt x="35639" y="1222"/>
                  <a:pt x="41786" y="0"/>
                  <a:pt x="48177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788712-F8E1-4667-BFF0-F91BBB577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786" y="2050204"/>
            <a:ext cx="754754" cy="321171"/>
          </a:xfrm>
          <a:custGeom xmlns:a="http://schemas.openxmlformats.org/drawingml/2006/main">
            <a:pathLst>
              <a:path w="754754" h="321171" fill="none">
                <a:moveTo>
                  <a:pt x="48177" y="0"/>
                </a:moveTo>
                <a:lnTo>
                  <a:pt x="706578" y="0"/>
                </a:lnTo>
                <a:cubicBezTo>
                  <a:pt x="712965" y="0"/>
                  <a:pt x="719109" y="1222"/>
                  <a:pt x="725010" y="3667"/>
                </a:cubicBezTo>
                <a:cubicBezTo>
                  <a:pt x="730913" y="6112"/>
                  <a:pt x="736124" y="9593"/>
                  <a:pt x="740642" y="14110"/>
                </a:cubicBezTo>
                <a:cubicBezTo>
                  <a:pt x="745157" y="18628"/>
                  <a:pt x="748639" y="23837"/>
                  <a:pt x="751083" y="29739"/>
                </a:cubicBezTo>
                <a:cubicBezTo>
                  <a:pt x="753529" y="35641"/>
                  <a:pt x="754752" y="41787"/>
                  <a:pt x="754754" y="48176"/>
                </a:cubicBezTo>
                <a:lnTo>
                  <a:pt x="754754" y="272996"/>
                </a:lnTo>
                <a:cubicBezTo>
                  <a:pt x="754752" y="279384"/>
                  <a:pt x="753529" y="285529"/>
                  <a:pt x="751083" y="291431"/>
                </a:cubicBezTo>
                <a:cubicBezTo>
                  <a:pt x="748639" y="297334"/>
                  <a:pt x="745157" y="302543"/>
                  <a:pt x="740642" y="307061"/>
                </a:cubicBezTo>
                <a:cubicBezTo>
                  <a:pt x="736124" y="311578"/>
                  <a:pt x="730913" y="315059"/>
                  <a:pt x="725010" y="317504"/>
                </a:cubicBezTo>
                <a:cubicBezTo>
                  <a:pt x="719109" y="319949"/>
                  <a:pt x="712965" y="321171"/>
                  <a:pt x="706578" y="321171"/>
                </a:cubicBezTo>
                <a:lnTo>
                  <a:pt x="48177" y="321171"/>
                </a:lnTo>
                <a:cubicBezTo>
                  <a:pt x="41786" y="321171"/>
                  <a:pt x="35639" y="319949"/>
                  <a:pt x="29737" y="317504"/>
                </a:cubicBezTo>
                <a:cubicBezTo>
                  <a:pt x="23834" y="315059"/>
                  <a:pt x="18625" y="311578"/>
                  <a:pt x="14111" y="307061"/>
                </a:cubicBezTo>
                <a:cubicBezTo>
                  <a:pt x="9592" y="302543"/>
                  <a:pt x="6110" y="297334"/>
                  <a:pt x="3666" y="291431"/>
                </a:cubicBezTo>
                <a:cubicBezTo>
                  <a:pt x="1220" y="285529"/>
                  <a:pt x="0" y="279384"/>
                  <a:pt x="2" y="272996"/>
                </a:cubicBezTo>
                <a:lnTo>
                  <a:pt x="2" y="48176"/>
                </a:lnTo>
                <a:cubicBezTo>
                  <a:pt x="0" y="41787"/>
                  <a:pt x="1220" y="35641"/>
                  <a:pt x="3666" y="29739"/>
                </a:cubicBezTo>
                <a:cubicBezTo>
                  <a:pt x="6110" y="23837"/>
                  <a:pt x="9592" y="18628"/>
                  <a:pt x="14111" y="14110"/>
                </a:cubicBezTo>
                <a:cubicBezTo>
                  <a:pt x="18625" y="9593"/>
                  <a:pt x="23834" y="6112"/>
                  <a:pt x="29737" y="3667"/>
                </a:cubicBezTo>
                <a:cubicBezTo>
                  <a:pt x="35639" y="1222"/>
                  <a:pt x="41786" y="0"/>
                  <a:pt x="48177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059" cap="flat">
            <a:solidFill>
              <a:srgbClr val="000000"/>
            </a:solidFill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2E8951-790C-4449-94C9-21EB2900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2300" y="2210790"/>
            <a:ext cx="802930" cy="321171"/>
          </a:xfrm>
          <a:custGeom xmlns:a="http://schemas.openxmlformats.org/drawingml/2006/main">
            <a:pathLst>
              <a:path w="802930" h="321171">
                <a:moveTo>
                  <a:pt x="48177" y="0"/>
                </a:moveTo>
                <a:lnTo>
                  <a:pt x="754754" y="0"/>
                </a:lnTo>
                <a:cubicBezTo>
                  <a:pt x="761139" y="0"/>
                  <a:pt x="767283" y="1222"/>
                  <a:pt x="773184" y="3667"/>
                </a:cubicBezTo>
                <a:cubicBezTo>
                  <a:pt x="779088" y="6112"/>
                  <a:pt x="784297" y="9593"/>
                  <a:pt x="788816" y="14110"/>
                </a:cubicBezTo>
                <a:cubicBezTo>
                  <a:pt x="793333" y="18628"/>
                  <a:pt x="796815" y="23837"/>
                  <a:pt x="799259" y="29739"/>
                </a:cubicBezTo>
                <a:cubicBezTo>
                  <a:pt x="801703" y="35641"/>
                  <a:pt x="802928" y="41787"/>
                  <a:pt x="802930" y="48176"/>
                </a:cubicBezTo>
                <a:lnTo>
                  <a:pt x="802930" y="272996"/>
                </a:lnTo>
                <a:cubicBezTo>
                  <a:pt x="802928" y="279384"/>
                  <a:pt x="801703" y="285529"/>
                  <a:pt x="799259" y="291431"/>
                </a:cubicBezTo>
                <a:cubicBezTo>
                  <a:pt x="796815" y="297333"/>
                  <a:pt x="793333" y="302543"/>
                  <a:pt x="788816" y="307061"/>
                </a:cubicBezTo>
                <a:cubicBezTo>
                  <a:pt x="784297" y="311578"/>
                  <a:pt x="779088" y="315059"/>
                  <a:pt x="773184" y="317503"/>
                </a:cubicBezTo>
                <a:cubicBezTo>
                  <a:pt x="767283" y="319948"/>
                  <a:pt x="761139" y="321171"/>
                  <a:pt x="754754" y="321171"/>
                </a:cubicBezTo>
                <a:lnTo>
                  <a:pt x="48177" y="321171"/>
                </a:lnTo>
                <a:cubicBezTo>
                  <a:pt x="41784" y="321171"/>
                  <a:pt x="35637" y="319948"/>
                  <a:pt x="29736" y="317503"/>
                </a:cubicBezTo>
                <a:cubicBezTo>
                  <a:pt x="23833" y="315059"/>
                  <a:pt x="18625" y="311578"/>
                  <a:pt x="14111" y="307061"/>
                </a:cubicBezTo>
                <a:cubicBezTo>
                  <a:pt x="9592" y="302543"/>
                  <a:pt x="6110" y="297333"/>
                  <a:pt x="3666" y="291431"/>
                </a:cubicBezTo>
                <a:cubicBezTo>
                  <a:pt x="1220" y="285529"/>
                  <a:pt x="0" y="279384"/>
                  <a:pt x="2" y="272996"/>
                </a:cubicBezTo>
                <a:lnTo>
                  <a:pt x="2" y="48176"/>
                </a:lnTo>
                <a:cubicBezTo>
                  <a:pt x="0" y="41787"/>
                  <a:pt x="1219" y="35641"/>
                  <a:pt x="3663" y="29739"/>
                </a:cubicBezTo>
                <a:cubicBezTo>
                  <a:pt x="6109" y="23837"/>
                  <a:pt x="9592" y="18628"/>
                  <a:pt x="14111" y="14110"/>
                </a:cubicBezTo>
                <a:cubicBezTo>
                  <a:pt x="18625" y="9593"/>
                  <a:pt x="23834" y="6112"/>
                  <a:pt x="29737" y="3667"/>
                </a:cubicBezTo>
                <a:cubicBezTo>
                  <a:pt x="35639" y="1222"/>
                  <a:pt x="41784" y="0"/>
                  <a:pt x="48177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2BAFE3-D7C2-41CB-A2E5-CFB30087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2300" y="2210790"/>
            <a:ext cx="802930" cy="321171"/>
          </a:xfrm>
          <a:custGeom xmlns:a="http://schemas.openxmlformats.org/drawingml/2006/main">
            <a:pathLst>
              <a:path w="802930" h="321171" fill="none">
                <a:moveTo>
                  <a:pt x="48177" y="0"/>
                </a:moveTo>
                <a:lnTo>
                  <a:pt x="754754" y="0"/>
                </a:lnTo>
                <a:cubicBezTo>
                  <a:pt x="761139" y="0"/>
                  <a:pt x="767283" y="1222"/>
                  <a:pt x="773184" y="3667"/>
                </a:cubicBezTo>
                <a:cubicBezTo>
                  <a:pt x="779088" y="6112"/>
                  <a:pt x="784297" y="9593"/>
                  <a:pt x="788816" y="14110"/>
                </a:cubicBezTo>
                <a:cubicBezTo>
                  <a:pt x="793333" y="18628"/>
                  <a:pt x="796815" y="23837"/>
                  <a:pt x="799259" y="29739"/>
                </a:cubicBezTo>
                <a:cubicBezTo>
                  <a:pt x="801703" y="35641"/>
                  <a:pt x="802928" y="41787"/>
                  <a:pt x="802930" y="48176"/>
                </a:cubicBezTo>
                <a:lnTo>
                  <a:pt x="802930" y="272996"/>
                </a:lnTo>
                <a:cubicBezTo>
                  <a:pt x="802928" y="279384"/>
                  <a:pt x="801703" y="285529"/>
                  <a:pt x="799259" y="291431"/>
                </a:cubicBezTo>
                <a:cubicBezTo>
                  <a:pt x="796815" y="297333"/>
                  <a:pt x="793333" y="302543"/>
                  <a:pt x="788816" y="307061"/>
                </a:cubicBezTo>
                <a:cubicBezTo>
                  <a:pt x="784297" y="311578"/>
                  <a:pt x="779088" y="315059"/>
                  <a:pt x="773184" y="317503"/>
                </a:cubicBezTo>
                <a:cubicBezTo>
                  <a:pt x="767283" y="319948"/>
                  <a:pt x="761139" y="321171"/>
                  <a:pt x="754754" y="321171"/>
                </a:cubicBezTo>
                <a:lnTo>
                  <a:pt x="48177" y="321171"/>
                </a:lnTo>
                <a:cubicBezTo>
                  <a:pt x="41784" y="321171"/>
                  <a:pt x="35637" y="319948"/>
                  <a:pt x="29736" y="317503"/>
                </a:cubicBezTo>
                <a:cubicBezTo>
                  <a:pt x="23833" y="315059"/>
                  <a:pt x="18625" y="311578"/>
                  <a:pt x="14111" y="307061"/>
                </a:cubicBezTo>
                <a:cubicBezTo>
                  <a:pt x="9592" y="302543"/>
                  <a:pt x="6110" y="297333"/>
                  <a:pt x="3666" y="291431"/>
                </a:cubicBezTo>
                <a:cubicBezTo>
                  <a:pt x="1220" y="285529"/>
                  <a:pt x="0" y="279384"/>
                  <a:pt x="2" y="272996"/>
                </a:cubicBezTo>
                <a:lnTo>
                  <a:pt x="2" y="48176"/>
                </a:lnTo>
                <a:cubicBezTo>
                  <a:pt x="0" y="41787"/>
                  <a:pt x="1219" y="35641"/>
                  <a:pt x="3663" y="29739"/>
                </a:cubicBezTo>
                <a:cubicBezTo>
                  <a:pt x="6109" y="23837"/>
                  <a:pt x="9592" y="18628"/>
                  <a:pt x="14111" y="14110"/>
                </a:cubicBezTo>
                <a:cubicBezTo>
                  <a:pt x="18625" y="9593"/>
                  <a:pt x="23834" y="6112"/>
                  <a:pt x="29737" y="3667"/>
                </a:cubicBezTo>
                <a:cubicBezTo>
                  <a:pt x="35639" y="1222"/>
                  <a:pt x="41784" y="0"/>
                  <a:pt x="48177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059" cap="flat">
            <a:solidFill>
              <a:srgbClr val="000000"/>
            </a:solidFill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124C78-9ABB-4724-850E-71E2E164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5814" y="2210790"/>
            <a:ext cx="883222" cy="321171"/>
          </a:xfrm>
          <a:custGeom xmlns:a="http://schemas.openxmlformats.org/drawingml/2006/main">
            <a:pathLst>
              <a:path w="883222" h="321171">
                <a:moveTo>
                  <a:pt x="48177" y="0"/>
                </a:moveTo>
                <a:lnTo>
                  <a:pt x="835047" y="0"/>
                </a:lnTo>
                <a:cubicBezTo>
                  <a:pt x="841432" y="0"/>
                  <a:pt x="847576" y="1222"/>
                  <a:pt x="853477" y="3667"/>
                </a:cubicBezTo>
                <a:cubicBezTo>
                  <a:pt x="859380" y="6112"/>
                  <a:pt x="864590" y="9593"/>
                  <a:pt x="869109" y="14110"/>
                </a:cubicBezTo>
                <a:cubicBezTo>
                  <a:pt x="873623" y="18628"/>
                  <a:pt x="877104" y="23837"/>
                  <a:pt x="879550" y="29739"/>
                </a:cubicBezTo>
                <a:cubicBezTo>
                  <a:pt x="881996" y="35641"/>
                  <a:pt x="883221" y="41787"/>
                  <a:pt x="883222" y="48176"/>
                </a:cubicBezTo>
                <a:lnTo>
                  <a:pt x="883222" y="272996"/>
                </a:lnTo>
                <a:cubicBezTo>
                  <a:pt x="883221" y="279384"/>
                  <a:pt x="881996" y="285529"/>
                  <a:pt x="879550" y="291431"/>
                </a:cubicBezTo>
                <a:cubicBezTo>
                  <a:pt x="877104" y="297333"/>
                  <a:pt x="873623" y="302543"/>
                  <a:pt x="869109" y="307061"/>
                </a:cubicBezTo>
                <a:cubicBezTo>
                  <a:pt x="864590" y="311578"/>
                  <a:pt x="859380" y="315059"/>
                  <a:pt x="853477" y="317503"/>
                </a:cubicBezTo>
                <a:cubicBezTo>
                  <a:pt x="847576" y="319948"/>
                  <a:pt x="841432" y="321171"/>
                  <a:pt x="835047" y="321171"/>
                </a:cubicBezTo>
                <a:lnTo>
                  <a:pt x="48177" y="321171"/>
                </a:lnTo>
                <a:cubicBezTo>
                  <a:pt x="41789" y="321171"/>
                  <a:pt x="35644" y="319948"/>
                  <a:pt x="29740" y="317503"/>
                </a:cubicBezTo>
                <a:cubicBezTo>
                  <a:pt x="23839" y="315059"/>
                  <a:pt x="18628" y="311578"/>
                  <a:pt x="14112" y="307061"/>
                </a:cubicBezTo>
                <a:cubicBezTo>
                  <a:pt x="9593" y="302543"/>
                  <a:pt x="6113" y="297333"/>
                  <a:pt x="3669" y="291431"/>
                </a:cubicBezTo>
                <a:cubicBezTo>
                  <a:pt x="1222" y="285529"/>
                  <a:pt x="0" y="279384"/>
                  <a:pt x="2" y="272996"/>
                </a:cubicBezTo>
                <a:lnTo>
                  <a:pt x="2" y="48176"/>
                </a:lnTo>
                <a:cubicBezTo>
                  <a:pt x="0" y="41787"/>
                  <a:pt x="1222" y="35641"/>
                  <a:pt x="3669" y="29739"/>
                </a:cubicBezTo>
                <a:cubicBezTo>
                  <a:pt x="6113" y="23837"/>
                  <a:pt x="9593" y="18628"/>
                  <a:pt x="14112" y="14110"/>
                </a:cubicBezTo>
                <a:cubicBezTo>
                  <a:pt x="18628" y="9593"/>
                  <a:pt x="23839" y="6112"/>
                  <a:pt x="29740" y="3667"/>
                </a:cubicBezTo>
                <a:cubicBezTo>
                  <a:pt x="35644" y="1222"/>
                  <a:pt x="41789" y="0"/>
                  <a:pt x="48177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F65974-EF0C-42AC-94E7-4BAE86D2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5814" y="2210790"/>
            <a:ext cx="883222" cy="321171"/>
          </a:xfrm>
          <a:custGeom xmlns:a="http://schemas.openxmlformats.org/drawingml/2006/main">
            <a:pathLst>
              <a:path w="883222" h="321171" fill="none">
                <a:moveTo>
                  <a:pt x="48177" y="0"/>
                </a:moveTo>
                <a:lnTo>
                  <a:pt x="835047" y="0"/>
                </a:lnTo>
                <a:cubicBezTo>
                  <a:pt x="841432" y="0"/>
                  <a:pt x="847576" y="1222"/>
                  <a:pt x="853477" y="3667"/>
                </a:cubicBezTo>
                <a:cubicBezTo>
                  <a:pt x="859380" y="6112"/>
                  <a:pt x="864590" y="9593"/>
                  <a:pt x="869109" y="14110"/>
                </a:cubicBezTo>
                <a:cubicBezTo>
                  <a:pt x="873623" y="18628"/>
                  <a:pt x="877104" y="23837"/>
                  <a:pt x="879550" y="29739"/>
                </a:cubicBezTo>
                <a:cubicBezTo>
                  <a:pt x="881996" y="35641"/>
                  <a:pt x="883221" y="41787"/>
                  <a:pt x="883222" y="48176"/>
                </a:cubicBezTo>
                <a:lnTo>
                  <a:pt x="883222" y="272996"/>
                </a:lnTo>
                <a:cubicBezTo>
                  <a:pt x="883221" y="279384"/>
                  <a:pt x="881996" y="285529"/>
                  <a:pt x="879550" y="291431"/>
                </a:cubicBezTo>
                <a:cubicBezTo>
                  <a:pt x="877104" y="297333"/>
                  <a:pt x="873623" y="302543"/>
                  <a:pt x="869109" y="307061"/>
                </a:cubicBezTo>
                <a:cubicBezTo>
                  <a:pt x="864590" y="311578"/>
                  <a:pt x="859380" y="315059"/>
                  <a:pt x="853477" y="317503"/>
                </a:cubicBezTo>
                <a:cubicBezTo>
                  <a:pt x="847576" y="319948"/>
                  <a:pt x="841432" y="321171"/>
                  <a:pt x="835047" y="321171"/>
                </a:cubicBezTo>
                <a:lnTo>
                  <a:pt x="48177" y="321171"/>
                </a:lnTo>
                <a:cubicBezTo>
                  <a:pt x="41789" y="321171"/>
                  <a:pt x="35644" y="319948"/>
                  <a:pt x="29740" y="317503"/>
                </a:cubicBezTo>
                <a:cubicBezTo>
                  <a:pt x="23839" y="315059"/>
                  <a:pt x="18628" y="311578"/>
                  <a:pt x="14112" y="307061"/>
                </a:cubicBezTo>
                <a:cubicBezTo>
                  <a:pt x="9593" y="302543"/>
                  <a:pt x="6113" y="297333"/>
                  <a:pt x="3669" y="291431"/>
                </a:cubicBezTo>
                <a:cubicBezTo>
                  <a:pt x="1222" y="285529"/>
                  <a:pt x="0" y="279384"/>
                  <a:pt x="2" y="272996"/>
                </a:cubicBezTo>
                <a:lnTo>
                  <a:pt x="2" y="48176"/>
                </a:lnTo>
                <a:cubicBezTo>
                  <a:pt x="0" y="41787"/>
                  <a:pt x="1222" y="35641"/>
                  <a:pt x="3669" y="29739"/>
                </a:cubicBezTo>
                <a:cubicBezTo>
                  <a:pt x="6113" y="23837"/>
                  <a:pt x="9593" y="18628"/>
                  <a:pt x="14112" y="14110"/>
                </a:cubicBezTo>
                <a:cubicBezTo>
                  <a:pt x="18628" y="9593"/>
                  <a:pt x="23839" y="6112"/>
                  <a:pt x="29740" y="3667"/>
                </a:cubicBezTo>
                <a:cubicBezTo>
                  <a:pt x="35644" y="1222"/>
                  <a:pt x="41789" y="0"/>
                  <a:pt x="48177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059" cap="flat">
            <a:solidFill>
              <a:srgbClr val="000000"/>
            </a:solidFill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009094-63A8-464D-9250-7AD6EBE5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886" y="2853132"/>
            <a:ext cx="802930" cy="321171"/>
          </a:xfrm>
          <a:custGeom xmlns:a="http://schemas.openxmlformats.org/drawingml/2006/main">
            <a:pathLst>
              <a:path w="802930" h="321171">
                <a:moveTo>
                  <a:pt x="48177" y="0"/>
                </a:moveTo>
                <a:lnTo>
                  <a:pt x="754754" y="0"/>
                </a:lnTo>
                <a:cubicBezTo>
                  <a:pt x="761140" y="0"/>
                  <a:pt x="767286" y="1222"/>
                  <a:pt x="773189" y="3667"/>
                </a:cubicBezTo>
                <a:cubicBezTo>
                  <a:pt x="779091" y="6112"/>
                  <a:pt x="784302" y="9593"/>
                  <a:pt x="788819" y="14110"/>
                </a:cubicBezTo>
                <a:cubicBezTo>
                  <a:pt x="793336" y="18627"/>
                  <a:pt x="796816" y="23837"/>
                  <a:pt x="799260" y="29739"/>
                </a:cubicBezTo>
                <a:cubicBezTo>
                  <a:pt x="801704" y="35641"/>
                  <a:pt x="802928" y="41787"/>
                  <a:pt x="802930" y="48176"/>
                </a:cubicBezTo>
                <a:lnTo>
                  <a:pt x="802930" y="272996"/>
                </a:lnTo>
                <a:cubicBezTo>
                  <a:pt x="802928" y="279384"/>
                  <a:pt x="801704" y="285529"/>
                  <a:pt x="799260" y="291431"/>
                </a:cubicBezTo>
                <a:cubicBezTo>
                  <a:pt x="796816" y="297333"/>
                  <a:pt x="793336" y="302543"/>
                  <a:pt x="788819" y="307061"/>
                </a:cubicBezTo>
                <a:cubicBezTo>
                  <a:pt x="784302" y="311578"/>
                  <a:pt x="779091" y="315059"/>
                  <a:pt x="773189" y="317504"/>
                </a:cubicBezTo>
                <a:cubicBezTo>
                  <a:pt x="767286" y="319949"/>
                  <a:pt x="761140" y="321171"/>
                  <a:pt x="754754" y="321171"/>
                </a:cubicBezTo>
                <a:lnTo>
                  <a:pt x="48177" y="321171"/>
                </a:lnTo>
                <a:cubicBezTo>
                  <a:pt x="41786" y="321171"/>
                  <a:pt x="35639" y="319949"/>
                  <a:pt x="29737" y="317504"/>
                </a:cubicBezTo>
                <a:cubicBezTo>
                  <a:pt x="23834" y="315059"/>
                  <a:pt x="18626" y="311578"/>
                  <a:pt x="14111" y="307061"/>
                </a:cubicBezTo>
                <a:cubicBezTo>
                  <a:pt x="9592" y="302543"/>
                  <a:pt x="6110" y="297333"/>
                  <a:pt x="3666" y="291431"/>
                </a:cubicBezTo>
                <a:cubicBezTo>
                  <a:pt x="1220" y="285529"/>
                  <a:pt x="0" y="279384"/>
                  <a:pt x="2" y="272996"/>
                </a:cubicBezTo>
                <a:lnTo>
                  <a:pt x="2" y="48176"/>
                </a:lnTo>
                <a:cubicBezTo>
                  <a:pt x="0" y="41787"/>
                  <a:pt x="1220" y="35641"/>
                  <a:pt x="3666" y="29739"/>
                </a:cubicBezTo>
                <a:cubicBezTo>
                  <a:pt x="6110" y="23837"/>
                  <a:pt x="9592" y="18627"/>
                  <a:pt x="14111" y="14110"/>
                </a:cubicBezTo>
                <a:cubicBezTo>
                  <a:pt x="18626" y="9593"/>
                  <a:pt x="23834" y="6112"/>
                  <a:pt x="29737" y="3667"/>
                </a:cubicBezTo>
                <a:cubicBezTo>
                  <a:pt x="35639" y="1222"/>
                  <a:pt x="41786" y="0"/>
                  <a:pt x="48177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AA0359-9507-4A7F-910F-2EF985D9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886" y="2853132"/>
            <a:ext cx="802930" cy="321171"/>
          </a:xfrm>
          <a:custGeom xmlns:a="http://schemas.openxmlformats.org/drawingml/2006/main">
            <a:pathLst>
              <a:path w="802930" h="321171" fill="none">
                <a:moveTo>
                  <a:pt x="48177" y="0"/>
                </a:moveTo>
                <a:lnTo>
                  <a:pt x="754754" y="0"/>
                </a:lnTo>
                <a:cubicBezTo>
                  <a:pt x="761140" y="0"/>
                  <a:pt x="767286" y="1222"/>
                  <a:pt x="773189" y="3667"/>
                </a:cubicBezTo>
                <a:cubicBezTo>
                  <a:pt x="779091" y="6112"/>
                  <a:pt x="784302" y="9593"/>
                  <a:pt x="788819" y="14110"/>
                </a:cubicBezTo>
                <a:cubicBezTo>
                  <a:pt x="793336" y="18627"/>
                  <a:pt x="796816" y="23837"/>
                  <a:pt x="799260" y="29739"/>
                </a:cubicBezTo>
                <a:cubicBezTo>
                  <a:pt x="801704" y="35641"/>
                  <a:pt x="802928" y="41787"/>
                  <a:pt x="802930" y="48176"/>
                </a:cubicBezTo>
                <a:lnTo>
                  <a:pt x="802930" y="272996"/>
                </a:lnTo>
                <a:cubicBezTo>
                  <a:pt x="802928" y="279384"/>
                  <a:pt x="801704" y="285529"/>
                  <a:pt x="799260" y="291431"/>
                </a:cubicBezTo>
                <a:cubicBezTo>
                  <a:pt x="796816" y="297333"/>
                  <a:pt x="793336" y="302543"/>
                  <a:pt x="788819" y="307061"/>
                </a:cubicBezTo>
                <a:cubicBezTo>
                  <a:pt x="784302" y="311578"/>
                  <a:pt x="779091" y="315059"/>
                  <a:pt x="773189" y="317504"/>
                </a:cubicBezTo>
                <a:cubicBezTo>
                  <a:pt x="767286" y="319949"/>
                  <a:pt x="761140" y="321171"/>
                  <a:pt x="754754" y="321171"/>
                </a:cubicBezTo>
                <a:lnTo>
                  <a:pt x="48177" y="321171"/>
                </a:lnTo>
                <a:cubicBezTo>
                  <a:pt x="41786" y="321171"/>
                  <a:pt x="35639" y="319949"/>
                  <a:pt x="29737" y="317504"/>
                </a:cubicBezTo>
                <a:cubicBezTo>
                  <a:pt x="23834" y="315059"/>
                  <a:pt x="18626" y="311578"/>
                  <a:pt x="14111" y="307061"/>
                </a:cubicBezTo>
                <a:cubicBezTo>
                  <a:pt x="9592" y="302543"/>
                  <a:pt x="6110" y="297333"/>
                  <a:pt x="3666" y="291431"/>
                </a:cubicBezTo>
                <a:cubicBezTo>
                  <a:pt x="1220" y="285529"/>
                  <a:pt x="0" y="279384"/>
                  <a:pt x="2" y="272996"/>
                </a:cubicBezTo>
                <a:lnTo>
                  <a:pt x="2" y="48176"/>
                </a:lnTo>
                <a:cubicBezTo>
                  <a:pt x="0" y="41787"/>
                  <a:pt x="1220" y="35641"/>
                  <a:pt x="3666" y="29739"/>
                </a:cubicBezTo>
                <a:cubicBezTo>
                  <a:pt x="6110" y="23837"/>
                  <a:pt x="9592" y="18627"/>
                  <a:pt x="14111" y="14110"/>
                </a:cubicBezTo>
                <a:cubicBezTo>
                  <a:pt x="18626" y="9593"/>
                  <a:pt x="23834" y="6112"/>
                  <a:pt x="29737" y="3667"/>
                </a:cubicBezTo>
                <a:cubicBezTo>
                  <a:pt x="35639" y="1222"/>
                  <a:pt x="41786" y="0"/>
                  <a:pt x="48177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059" cap="flat">
            <a:solidFill>
              <a:srgbClr val="000000"/>
            </a:solidFill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D77F04-9F4D-408F-BFB8-EDA39469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1129" y="3495475"/>
            <a:ext cx="802930" cy="321171"/>
          </a:xfrm>
          <a:custGeom xmlns:a="http://schemas.openxmlformats.org/drawingml/2006/main">
            <a:pathLst>
              <a:path w="802930" h="321171">
                <a:moveTo>
                  <a:pt x="48177" y="0"/>
                </a:moveTo>
                <a:lnTo>
                  <a:pt x="754754" y="0"/>
                </a:lnTo>
                <a:cubicBezTo>
                  <a:pt x="761140" y="0"/>
                  <a:pt x="767284" y="1222"/>
                  <a:pt x="773186" y="3667"/>
                </a:cubicBezTo>
                <a:cubicBezTo>
                  <a:pt x="779089" y="6112"/>
                  <a:pt x="784300" y="9593"/>
                  <a:pt x="788817" y="14110"/>
                </a:cubicBezTo>
                <a:cubicBezTo>
                  <a:pt x="793335" y="18627"/>
                  <a:pt x="796815" y="23837"/>
                  <a:pt x="799259" y="29739"/>
                </a:cubicBezTo>
                <a:cubicBezTo>
                  <a:pt x="801704" y="35642"/>
                  <a:pt x="802928" y="41787"/>
                  <a:pt x="802930" y="48176"/>
                </a:cubicBezTo>
                <a:lnTo>
                  <a:pt x="802930" y="272996"/>
                </a:lnTo>
                <a:cubicBezTo>
                  <a:pt x="802928" y="279384"/>
                  <a:pt x="801704" y="285529"/>
                  <a:pt x="799259" y="291431"/>
                </a:cubicBezTo>
                <a:cubicBezTo>
                  <a:pt x="796815" y="297333"/>
                  <a:pt x="793335" y="302543"/>
                  <a:pt x="788817" y="307061"/>
                </a:cubicBezTo>
                <a:cubicBezTo>
                  <a:pt x="784300" y="311578"/>
                  <a:pt x="779089" y="315059"/>
                  <a:pt x="773186" y="317503"/>
                </a:cubicBezTo>
                <a:cubicBezTo>
                  <a:pt x="767284" y="319949"/>
                  <a:pt x="761140" y="321171"/>
                  <a:pt x="754754" y="321171"/>
                </a:cubicBezTo>
                <a:lnTo>
                  <a:pt x="48177" y="321171"/>
                </a:lnTo>
                <a:cubicBezTo>
                  <a:pt x="41784" y="321171"/>
                  <a:pt x="35639" y="319949"/>
                  <a:pt x="29737" y="317503"/>
                </a:cubicBezTo>
                <a:cubicBezTo>
                  <a:pt x="23834" y="315059"/>
                  <a:pt x="18625" y="311578"/>
                  <a:pt x="14107" y="307061"/>
                </a:cubicBezTo>
                <a:cubicBezTo>
                  <a:pt x="9589" y="302543"/>
                  <a:pt x="6109" y="297333"/>
                  <a:pt x="3663" y="291431"/>
                </a:cubicBezTo>
                <a:cubicBezTo>
                  <a:pt x="1219" y="285529"/>
                  <a:pt x="0" y="279384"/>
                  <a:pt x="2" y="272996"/>
                </a:cubicBezTo>
                <a:lnTo>
                  <a:pt x="2" y="48176"/>
                </a:lnTo>
                <a:cubicBezTo>
                  <a:pt x="0" y="41787"/>
                  <a:pt x="1219" y="35642"/>
                  <a:pt x="3663" y="29739"/>
                </a:cubicBezTo>
                <a:cubicBezTo>
                  <a:pt x="6109" y="23837"/>
                  <a:pt x="9589" y="18627"/>
                  <a:pt x="14107" y="14110"/>
                </a:cubicBezTo>
                <a:cubicBezTo>
                  <a:pt x="18625" y="9593"/>
                  <a:pt x="23834" y="6112"/>
                  <a:pt x="29739" y="3667"/>
                </a:cubicBezTo>
                <a:cubicBezTo>
                  <a:pt x="35639" y="1222"/>
                  <a:pt x="41784" y="0"/>
                  <a:pt x="48177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86B6E3-F718-46EC-8F8E-C607B1008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1129" y="3495475"/>
            <a:ext cx="802930" cy="321171"/>
          </a:xfrm>
          <a:custGeom xmlns:a="http://schemas.openxmlformats.org/drawingml/2006/main">
            <a:pathLst>
              <a:path w="802930" h="321171" fill="none">
                <a:moveTo>
                  <a:pt x="48177" y="0"/>
                </a:moveTo>
                <a:lnTo>
                  <a:pt x="754754" y="0"/>
                </a:lnTo>
                <a:cubicBezTo>
                  <a:pt x="761140" y="0"/>
                  <a:pt x="767284" y="1222"/>
                  <a:pt x="773186" y="3667"/>
                </a:cubicBezTo>
                <a:cubicBezTo>
                  <a:pt x="779089" y="6112"/>
                  <a:pt x="784300" y="9593"/>
                  <a:pt x="788817" y="14110"/>
                </a:cubicBezTo>
                <a:cubicBezTo>
                  <a:pt x="793335" y="18627"/>
                  <a:pt x="796815" y="23837"/>
                  <a:pt x="799259" y="29739"/>
                </a:cubicBezTo>
                <a:cubicBezTo>
                  <a:pt x="801704" y="35642"/>
                  <a:pt x="802928" y="41787"/>
                  <a:pt x="802930" y="48176"/>
                </a:cubicBezTo>
                <a:lnTo>
                  <a:pt x="802930" y="272996"/>
                </a:lnTo>
                <a:cubicBezTo>
                  <a:pt x="802928" y="279384"/>
                  <a:pt x="801704" y="285529"/>
                  <a:pt x="799259" y="291431"/>
                </a:cubicBezTo>
                <a:cubicBezTo>
                  <a:pt x="796815" y="297333"/>
                  <a:pt x="793335" y="302543"/>
                  <a:pt x="788817" y="307061"/>
                </a:cubicBezTo>
                <a:cubicBezTo>
                  <a:pt x="784300" y="311578"/>
                  <a:pt x="779089" y="315059"/>
                  <a:pt x="773186" y="317503"/>
                </a:cubicBezTo>
                <a:cubicBezTo>
                  <a:pt x="767284" y="319949"/>
                  <a:pt x="761140" y="321171"/>
                  <a:pt x="754754" y="321171"/>
                </a:cubicBezTo>
                <a:lnTo>
                  <a:pt x="48177" y="321171"/>
                </a:lnTo>
                <a:cubicBezTo>
                  <a:pt x="41784" y="321171"/>
                  <a:pt x="35639" y="319949"/>
                  <a:pt x="29737" y="317503"/>
                </a:cubicBezTo>
                <a:cubicBezTo>
                  <a:pt x="23834" y="315059"/>
                  <a:pt x="18625" y="311578"/>
                  <a:pt x="14107" y="307061"/>
                </a:cubicBezTo>
                <a:cubicBezTo>
                  <a:pt x="9589" y="302543"/>
                  <a:pt x="6109" y="297333"/>
                  <a:pt x="3663" y="291431"/>
                </a:cubicBezTo>
                <a:cubicBezTo>
                  <a:pt x="1219" y="285529"/>
                  <a:pt x="0" y="279384"/>
                  <a:pt x="2" y="272996"/>
                </a:cubicBezTo>
                <a:lnTo>
                  <a:pt x="2" y="48176"/>
                </a:lnTo>
                <a:cubicBezTo>
                  <a:pt x="0" y="41787"/>
                  <a:pt x="1219" y="35642"/>
                  <a:pt x="3663" y="29739"/>
                </a:cubicBezTo>
                <a:cubicBezTo>
                  <a:pt x="6109" y="23837"/>
                  <a:pt x="9589" y="18627"/>
                  <a:pt x="14107" y="14110"/>
                </a:cubicBezTo>
                <a:cubicBezTo>
                  <a:pt x="18625" y="9593"/>
                  <a:pt x="23834" y="6112"/>
                  <a:pt x="29739" y="3667"/>
                </a:cubicBezTo>
                <a:cubicBezTo>
                  <a:pt x="35639" y="1222"/>
                  <a:pt x="41784" y="0"/>
                  <a:pt x="48177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059" cap="flat">
            <a:solidFill>
              <a:srgbClr val="000000"/>
            </a:solidFill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3896C0-DF77-4B7F-84ED-7AC55A54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228" y="3495475"/>
            <a:ext cx="802930" cy="321171"/>
          </a:xfrm>
          <a:custGeom xmlns:a="http://schemas.openxmlformats.org/drawingml/2006/main">
            <a:pathLst>
              <a:path w="802930" h="321171">
                <a:moveTo>
                  <a:pt x="48177" y="0"/>
                </a:moveTo>
                <a:lnTo>
                  <a:pt x="754754" y="0"/>
                </a:lnTo>
                <a:cubicBezTo>
                  <a:pt x="761142" y="0"/>
                  <a:pt x="767286" y="1222"/>
                  <a:pt x="773186" y="3667"/>
                </a:cubicBezTo>
                <a:cubicBezTo>
                  <a:pt x="779089" y="6112"/>
                  <a:pt x="784300" y="9593"/>
                  <a:pt x="788817" y="14110"/>
                </a:cubicBezTo>
                <a:cubicBezTo>
                  <a:pt x="793333" y="18627"/>
                  <a:pt x="796815" y="23837"/>
                  <a:pt x="799260" y="29739"/>
                </a:cubicBezTo>
                <a:cubicBezTo>
                  <a:pt x="801704" y="35642"/>
                  <a:pt x="802928" y="41787"/>
                  <a:pt x="802930" y="48176"/>
                </a:cubicBezTo>
                <a:lnTo>
                  <a:pt x="802930" y="272996"/>
                </a:lnTo>
                <a:cubicBezTo>
                  <a:pt x="802928" y="279384"/>
                  <a:pt x="801704" y="285529"/>
                  <a:pt x="799260" y="291431"/>
                </a:cubicBezTo>
                <a:cubicBezTo>
                  <a:pt x="796815" y="297333"/>
                  <a:pt x="793333" y="302543"/>
                  <a:pt x="788817" y="307061"/>
                </a:cubicBezTo>
                <a:cubicBezTo>
                  <a:pt x="784300" y="311578"/>
                  <a:pt x="779089" y="315059"/>
                  <a:pt x="773186" y="317503"/>
                </a:cubicBezTo>
                <a:cubicBezTo>
                  <a:pt x="767286" y="319949"/>
                  <a:pt x="761142" y="321171"/>
                  <a:pt x="754754" y="321171"/>
                </a:cubicBezTo>
                <a:lnTo>
                  <a:pt x="48177" y="321171"/>
                </a:lnTo>
                <a:cubicBezTo>
                  <a:pt x="41789" y="321171"/>
                  <a:pt x="35642" y="319949"/>
                  <a:pt x="29739" y="317503"/>
                </a:cubicBezTo>
                <a:cubicBezTo>
                  <a:pt x="23837" y="315059"/>
                  <a:pt x="18626" y="311578"/>
                  <a:pt x="14111" y="307061"/>
                </a:cubicBezTo>
                <a:cubicBezTo>
                  <a:pt x="9592" y="302543"/>
                  <a:pt x="6110" y="297333"/>
                  <a:pt x="3666" y="291431"/>
                </a:cubicBezTo>
                <a:cubicBezTo>
                  <a:pt x="1220" y="285529"/>
                  <a:pt x="0" y="279384"/>
                  <a:pt x="2" y="272996"/>
                </a:cubicBezTo>
                <a:lnTo>
                  <a:pt x="2" y="48176"/>
                </a:lnTo>
                <a:cubicBezTo>
                  <a:pt x="0" y="41787"/>
                  <a:pt x="1220" y="35642"/>
                  <a:pt x="3666" y="29739"/>
                </a:cubicBezTo>
                <a:cubicBezTo>
                  <a:pt x="6110" y="23837"/>
                  <a:pt x="9592" y="18627"/>
                  <a:pt x="14111" y="14110"/>
                </a:cubicBezTo>
                <a:cubicBezTo>
                  <a:pt x="18626" y="9593"/>
                  <a:pt x="23837" y="6112"/>
                  <a:pt x="29739" y="3667"/>
                </a:cubicBezTo>
                <a:cubicBezTo>
                  <a:pt x="35642" y="1222"/>
                  <a:pt x="41789" y="0"/>
                  <a:pt x="48177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B0527B-7C3D-498E-936F-67DA1AE4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228" y="3495475"/>
            <a:ext cx="802930" cy="321171"/>
          </a:xfrm>
          <a:custGeom xmlns:a="http://schemas.openxmlformats.org/drawingml/2006/main">
            <a:pathLst>
              <a:path w="802930" h="321171" fill="none">
                <a:moveTo>
                  <a:pt x="48177" y="0"/>
                </a:moveTo>
                <a:lnTo>
                  <a:pt x="754754" y="0"/>
                </a:lnTo>
                <a:cubicBezTo>
                  <a:pt x="761142" y="0"/>
                  <a:pt x="767286" y="1222"/>
                  <a:pt x="773186" y="3667"/>
                </a:cubicBezTo>
                <a:cubicBezTo>
                  <a:pt x="779089" y="6112"/>
                  <a:pt x="784300" y="9593"/>
                  <a:pt x="788817" y="14110"/>
                </a:cubicBezTo>
                <a:cubicBezTo>
                  <a:pt x="793333" y="18627"/>
                  <a:pt x="796815" y="23837"/>
                  <a:pt x="799260" y="29739"/>
                </a:cubicBezTo>
                <a:cubicBezTo>
                  <a:pt x="801704" y="35642"/>
                  <a:pt x="802928" y="41787"/>
                  <a:pt x="802930" y="48176"/>
                </a:cubicBezTo>
                <a:lnTo>
                  <a:pt x="802930" y="272996"/>
                </a:lnTo>
                <a:cubicBezTo>
                  <a:pt x="802928" y="279384"/>
                  <a:pt x="801704" y="285529"/>
                  <a:pt x="799260" y="291431"/>
                </a:cubicBezTo>
                <a:cubicBezTo>
                  <a:pt x="796815" y="297333"/>
                  <a:pt x="793333" y="302543"/>
                  <a:pt x="788817" y="307061"/>
                </a:cubicBezTo>
                <a:cubicBezTo>
                  <a:pt x="784300" y="311578"/>
                  <a:pt x="779089" y="315059"/>
                  <a:pt x="773186" y="317503"/>
                </a:cubicBezTo>
                <a:cubicBezTo>
                  <a:pt x="767286" y="319949"/>
                  <a:pt x="761142" y="321171"/>
                  <a:pt x="754754" y="321171"/>
                </a:cubicBezTo>
                <a:lnTo>
                  <a:pt x="48177" y="321171"/>
                </a:lnTo>
                <a:cubicBezTo>
                  <a:pt x="41789" y="321171"/>
                  <a:pt x="35642" y="319949"/>
                  <a:pt x="29739" y="317503"/>
                </a:cubicBezTo>
                <a:cubicBezTo>
                  <a:pt x="23837" y="315059"/>
                  <a:pt x="18626" y="311578"/>
                  <a:pt x="14111" y="307061"/>
                </a:cubicBezTo>
                <a:cubicBezTo>
                  <a:pt x="9592" y="302543"/>
                  <a:pt x="6110" y="297333"/>
                  <a:pt x="3666" y="291431"/>
                </a:cubicBezTo>
                <a:cubicBezTo>
                  <a:pt x="1220" y="285529"/>
                  <a:pt x="0" y="279384"/>
                  <a:pt x="2" y="272996"/>
                </a:cubicBezTo>
                <a:lnTo>
                  <a:pt x="2" y="48176"/>
                </a:lnTo>
                <a:cubicBezTo>
                  <a:pt x="0" y="41787"/>
                  <a:pt x="1220" y="35642"/>
                  <a:pt x="3666" y="29739"/>
                </a:cubicBezTo>
                <a:cubicBezTo>
                  <a:pt x="6110" y="23837"/>
                  <a:pt x="9592" y="18627"/>
                  <a:pt x="14111" y="14110"/>
                </a:cubicBezTo>
                <a:cubicBezTo>
                  <a:pt x="18626" y="9593"/>
                  <a:pt x="23837" y="6112"/>
                  <a:pt x="29739" y="3667"/>
                </a:cubicBezTo>
                <a:cubicBezTo>
                  <a:pt x="35642" y="1222"/>
                  <a:pt x="41789" y="0"/>
                  <a:pt x="48177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059" cap="flat">
            <a:solidFill>
              <a:srgbClr val="000000"/>
            </a:solidFill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BDE7A5-7356-466D-9363-6358B5A5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886" y="4137817"/>
            <a:ext cx="802930" cy="321171"/>
          </a:xfrm>
          <a:custGeom xmlns:a="http://schemas.openxmlformats.org/drawingml/2006/main">
            <a:pathLst>
              <a:path w="802930" h="321171">
                <a:moveTo>
                  <a:pt x="48177" y="0"/>
                </a:moveTo>
                <a:lnTo>
                  <a:pt x="754754" y="0"/>
                </a:lnTo>
                <a:cubicBezTo>
                  <a:pt x="761140" y="0"/>
                  <a:pt x="767286" y="1222"/>
                  <a:pt x="773189" y="3667"/>
                </a:cubicBezTo>
                <a:cubicBezTo>
                  <a:pt x="779091" y="6112"/>
                  <a:pt x="784302" y="9593"/>
                  <a:pt x="788819" y="14110"/>
                </a:cubicBezTo>
                <a:cubicBezTo>
                  <a:pt x="793336" y="18627"/>
                  <a:pt x="796816" y="23837"/>
                  <a:pt x="799260" y="29739"/>
                </a:cubicBezTo>
                <a:cubicBezTo>
                  <a:pt x="801704" y="35641"/>
                  <a:pt x="802928" y="41787"/>
                  <a:pt x="802930" y="48176"/>
                </a:cubicBezTo>
                <a:lnTo>
                  <a:pt x="802930" y="272996"/>
                </a:lnTo>
                <a:cubicBezTo>
                  <a:pt x="802928" y="279384"/>
                  <a:pt x="801704" y="285529"/>
                  <a:pt x="799260" y="291431"/>
                </a:cubicBezTo>
                <a:cubicBezTo>
                  <a:pt x="796816" y="297333"/>
                  <a:pt x="793336" y="302543"/>
                  <a:pt x="788819" y="307061"/>
                </a:cubicBezTo>
                <a:cubicBezTo>
                  <a:pt x="784302" y="311578"/>
                  <a:pt x="779091" y="315059"/>
                  <a:pt x="773189" y="317503"/>
                </a:cubicBezTo>
                <a:cubicBezTo>
                  <a:pt x="767286" y="319949"/>
                  <a:pt x="761140" y="321171"/>
                  <a:pt x="754754" y="321171"/>
                </a:cubicBezTo>
                <a:lnTo>
                  <a:pt x="48177" y="321171"/>
                </a:lnTo>
                <a:cubicBezTo>
                  <a:pt x="41786" y="321171"/>
                  <a:pt x="35639" y="319949"/>
                  <a:pt x="29737" y="317503"/>
                </a:cubicBezTo>
                <a:cubicBezTo>
                  <a:pt x="23834" y="315059"/>
                  <a:pt x="18626" y="311578"/>
                  <a:pt x="14111" y="307061"/>
                </a:cubicBezTo>
                <a:cubicBezTo>
                  <a:pt x="9592" y="302543"/>
                  <a:pt x="6110" y="297333"/>
                  <a:pt x="3666" y="291431"/>
                </a:cubicBezTo>
                <a:cubicBezTo>
                  <a:pt x="1220" y="285529"/>
                  <a:pt x="0" y="279384"/>
                  <a:pt x="2" y="272996"/>
                </a:cubicBezTo>
                <a:lnTo>
                  <a:pt x="2" y="48176"/>
                </a:lnTo>
                <a:cubicBezTo>
                  <a:pt x="0" y="41787"/>
                  <a:pt x="1220" y="35641"/>
                  <a:pt x="3666" y="29739"/>
                </a:cubicBezTo>
                <a:cubicBezTo>
                  <a:pt x="6110" y="23837"/>
                  <a:pt x="9592" y="18627"/>
                  <a:pt x="14111" y="14110"/>
                </a:cubicBezTo>
                <a:cubicBezTo>
                  <a:pt x="18626" y="9593"/>
                  <a:pt x="23834" y="6112"/>
                  <a:pt x="29737" y="3667"/>
                </a:cubicBezTo>
                <a:cubicBezTo>
                  <a:pt x="35639" y="1222"/>
                  <a:pt x="41786" y="0"/>
                  <a:pt x="48177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88E8E4-5156-4E5A-83A8-1EB8E039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886" y="4137817"/>
            <a:ext cx="802930" cy="321171"/>
          </a:xfrm>
          <a:custGeom xmlns:a="http://schemas.openxmlformats.org/drawingml/2006/main">
            <a:pathLst>
              <a:path w="802930" h="321171" fill="none">
                <a:moveTo>
                  <a:pt x="48177" y="0"/>
                </a:moveTo>
                <a:lnTo>
                  <a:pt x="754754" y="0"/>
                </a:lnTo>
                <a:cubicBezTo>
                  <a:pt x="761140" y="0"/>
                  <a:pt x="767286" y="1222"/>
                  <a:pt x="773189" y="3667"/>
                </a:cubicBezTo>
                <a:cubicBezTo>
                  <a:pt x="779091" y="6112"/>
                  <a:pt x="784302" y="9593"/>
                  <a:pt x="788819" y="14110"/>
                </a:cubicBezTo>
                <a:cubicBezTo>
                  <a:pt x="793336" y="18627"/>
                  <a:pt x="796816" y="23837"/>
                  <a:pt x="799260" y="29739"/>
                </a:cubicBezTo>
                <a:cubicBezTo>
                  <a:pt x="801704" y="35641"/>
                  <a:pt x="802928" y="41787"/>
                  <a:pt x="802930" y="48176"/>
                </a:cubicBezTo>
                <a:lnTo>
                  <a:pt x="802930" y="272996"/>
                </a:lnTo>
                <a:cubicBezTo>
                  <a:pt x="802928" y="279384"/>
                  <a:pt x="801704" y="285529"/>
                  <a:pt x="799260" y="291431"/>
                </a:cubicBezTo>
                <a:cubicBezTo>
                  <a:pt x="796816" y="297333"/>
                  <a:pt x="793336" y="302543"/>
                  <a:pt x="788819" y="307061"/>
                </a:cubicBezTo>
                <a:cubicBezTo>
                  <a:pt x="784302" y="311578"/>
                  <a:pt x="779091" y="315059"/>
                  <a:pt x="773189" y="317503"/>
                </a:cubicBezTo>
                <a:cubicBezTo>
                  <a:pt x="767286" y="319949"/>
                  <a:pt x="761140" y="321171"/>
                  <a:pt x="754754" y="321171"/>
                </a:cubicBezTo>
                <a:lnTo>
                  <a:pt x="48177" y="321171"/>
                </a:lnTo>
                <a:cubicBezTo>
                  <a:pt x="41786" y="321171"/>
                  <a:pt x="35639" y="319949"/>
                  <a:pt x="29737" y="317503"/>
                </a:cubicBezTo>
                <a:cubicBezTo>
                  <a:pt x="23834" y="315059"/>
                  <a:pt x="18626" y="311578"/>
                  <a:pt x="14111" y="307061"/>
                </a:cubicBezTo>
                <a:cubicBezTo>
                  <a:pt x="9592" y="302543"/>
                  <a:pt x="6110" y="297333"/>
                  <a:pt x="3666" y="291431"/>
                </a:cubicBezTo>
                <a:cubicBezTo>
                  <a:pt x="1220" y="285529"/>
                  <a:pt x="0" y="279384"/>
                  <a:pt x="2" y="272996"/>
                </a:cubicBezTo>
                <a:lnTo>
                  <a:pt x="2" y="48176"/>
                </a:lnTo>
                <a:cubicBezTo>
                  <a:pt x="0" y="41787"/>
                  <a:pt x="1220" y="35641"/>
                  <a:pt x="3666" y="29739"/>
                </a:cubicBezTo>
                <a:cubicBezTo>
                  <a:pt x="6110" y="23837"/>
                  <a:pt x="9592" y="18627"/>
                  <a:pt x="14111" y="14110"/>
                </a:cubicBezTo>
                <a:cubicBezTo>
                  <a:pt x="18626" y="9593"/>
                  <a:pt x="23834" y="6112"/>
                  <a:pt x="29737" y="3667"/>
                </a:cubicBezTo>
                <a:cubicBezTo>
                  <a:pt x="35639" y="1222"/>
                  <a:pt x="41786" y="0"/>
                  <a:pt x="48177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059" cap="flat">
            <a:solidFill>
              <a:srgbClr val="000000"/>
            </a:solidFill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CABC71-96FD-470C-9F3B-92C89F83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9990" y="1247276"/>
            <a:ext cx="1064361" cy="744314"/>
          </a:xfrm>
          <a:custGeom xmlns:a="http://schemas.openxmlformats.org/drawingml/2006/main">
            <a:pathLst>
              <a:path w="1064361" h="744314" fill="none">
                <a:moveTo>
                  <a:pt x="1064361" y="0"/>
                </a:moveTo>
                <a:lnTo>
                  <a:pt x="0" y="744314"/>
                </a:lnTo>
              </a:path>
            </a:pathLst>
          </a:custGeom>
          <a:noFill xmlns:a="http://schemas.openxmlformats.org/drawingml/2006/main"/>
          <a:ln xmlns:a="http://schemas.openxmlformats.org/drawingml/2006/main" w="16059" cap="flat">
            <a:solidFill>
              <a:srgbClr val="000000"/>
            </a:solidFill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9F7BF9-2579-4670-BCD5-3A6204D8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938" y="1929444"/>
            <a:ext cx="124293" cy="110483"/>
          </a:xfrm>
          <a:custGeom xmlns:a="http://schemas.openxmlformats.org/drawingml/2006/main">
            <a:pathLst>
              <a:path w="124293" h="110483">
                <a:moveTo>
                  <a:pt x="0" y="110483"/>
                </a:moveTo>
                <a:lnTo>
                  <a:pt x="59898" y="0"/>
                </a:lnTo>
                <a:lnTo>
                  <a:pt x="69052" y="62147"/>
                </a:lnTo>
                <a:lnTo>
                  <a:pt x="124293" y="92176"/>
                </a:lnTo>
                <a:lnTo>
                  <a:pt x="0" y="1104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39DE37-45F4-4EEB-A563-AC95F23F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938" y="1929444"/>
            <a:ext cx="124293" cy="110483"/>
          </a:xfrm>
          <a:custGeom xmlns:a="http://schemas.openxmlformats.org/drawingml/2006/main">
            <a:pathLst>
              <a:path w="124293" h="110483" fill="none">
                <a:moveTo>
                  <a:pt x="0" y="110483"/>
                </a:moveTo>
                <a:lnTo>
                  <a:pt x="59898" y="0"/>
                </a:lnTo>
                <a:lnTo>
                  <a:pt x="69052" y="62147"/>
                </a:lnTo>
                <a:lnTo>
                  <a:pt x="124293" y="92176"/>
                </a:lnTo>
                <a:lnTo>
                  <a:pt x="0" y="11048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059" cap="flat">
            <a:solidFill>
              <a:srgbClr val="000000"/>
            </a:solidFill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F1B3DF-BC0D-47D7-B9BF-7319CC9F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6164" y="2371375"/>
            <a:ext cx="1053923" cy="442253"/>
          </a:xfrm>
          <a:custGeom xmlns:a="http://schemas.openxmlformats.org/drawingml/2006/main">
            <a:pathLst>
              <a:path w="1053923" h="442253" fill="none">
                <a:moveTo>
                  <a:pt x="0" y="0"/>
                </a:moveTo>
                <a:lnTo>
                  <a:pt x="1053923" y="442253"/>
                </a:lnTo>
              </a:path>
            </a:pathLst>
          </a:custGeom>
          <a:noFill xmlns:a="http://schemas.openxmlformats.org/drawingml/2006/main"/>
          <a:ln xmlns:a="http://schemas.openxmlformats.org/drawingml/2006/main" w="16059" cap="flat">
            <a:solidFill>
              <a:srgbClr val="000000"/>
            </a:solidFill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03A2B9-799B-465C-BD14-7F3D43A3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2394" y="2750839"/>
            <a:ext cx="125417" cy="103738"/>
          </a:xfrm>
          <a:custGeom xmlns:a="http://schemas.openxmlformats.org/drawingml/2006/main">
            <a:pathLst>
              <a:path w="125417" h="103738">
                <a:moveTo>
                  <a:pt x="125417" y="95388"/>
                </a:moveTo>
                <a:lnTo>
                  <a:pt x="0" y="103738"/>
                </a:lnTo>
                <a:lnTo>
                  <a:pt x="47694" y="62789"/>
                </a:lnTo>
                <a:lnTo>
                  <a:pt x="43519" y="0"/>
                </a:lnTo>
                <a:lnTo>
                  <a:pt x="125417" y="953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6D54F2-D0BF-400E-A14E-3EE6A6F9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2394" y="2750839"/>
            <a:ext cx="125417" cy="103738"/>
          </a:xfrm>
          <a:custGeom xmlns:a="http://schemas.openxmlformats.org/drawingml/2006/main">
            <a:pathLst>
              <a:path w="125417" h="103738" fill="none">
                <a:moveTo>
                  <a:pt x="125417" y="95388"/>
                </a:moveTo>
                <a:lnTo>
                  <a:pt x="0" y="103738"/>
                </a:lnTo>
                <a:lnTo>
                  <a:pt x="47694" y="62789"/>
                </a:lnTo>
                <a:lnTo>
                  <a:pt x="43519" y="0"/>
                </a:lnTo>
                <a:lnTo>
                  <a:pt x="125417" y="9538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059" cap="flat">
            <a:solidFill>
              <a:srgbClr val="000000"/>
            </a:solidFill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C30726-21CA-40D8-8057-F78B1F0D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8672" y="1889618"/>
            <a:ext cx="708022" cy="283112"/>
          </a:xfrm>
          <a:custGeom xmlns:a="http://schemas.openxmlformats.org/drawingml/2006/main">
            <a:pathLst>
              <a:path w="708022" h="283112" fill="none">
                <a:moveTo>
                  <a:pt x="708022" y="0"/>
                </a:moveTo>
                <a:lnTo>
                  <a:pt x="0" y="283112"/>
                </a:lnTo>
              </a:path>
            </a:pathLst>
          </a:custGeom>
          <a:noFill xmlns:a="http://schemas.openxmlformats.org/drawingml/2006/main"/>
          <a:ln xmlns:a="http://schemas.openxmlformats.org/drawingml/2006/main" w="16059" cap="flat">
            <a:solidFill>
              <a:srgbClr val="000000"/>
            </a:solidFill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A59AE9-7D60-4CE7-9E16-A15DBCEC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467" y="2110263"/>
            <a:ext cx="125257" cy="104220"/>
          </a:xfrm>
          <a:custGeom xmlns:a="http://schemas.openxmlformats.org/drawingml/2006/main">
            <a:pathLst>
              <a:path w="125257" h="104220">
                <a:moveTo>
                  <a:pt x="0" y="93782"/>
                </a:moveTo>
                <a:lnTo>
                  <a:pt x="83505" y="0"/>
                </a:lnTo>
                <a:lnTo>
                  <a:pt x="78205" y="62468"/>
                </a:lnTo>
                <a:lnTo>
                  <a:pt x="125257" y="104220"/>
                </a:lnTo>
                <a:lnTo>
                  <a:pt x="0" y="9378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8DC33D-2150-43AB-BC85-7F6B373F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467" y="2110263"/>
            <a:ext cx="125257" cy="104220"/>
          </a:xfrm>
          <a:custGeom xmlns:a="http://schemas.openxmlformats.org/drawingml/2006/main">
            <a:pathLst>
              <a:path w="125257" h="104220" fill="none">
                <a:moveTo>
                  <a:pt x="0" y="93782"/>
                </a:moveTo>
                <a:lnTo>
                  <a:pt x="83505" y="0"/>
                </a:lnTo>
                <a:lnTo>
                  <a:pt x="78205" y="62468"/>
                </a:lnTo>
                <a:lnTo>
                  <a:pt x="125257" y="104220"/>
                </a:lnTo>
                <a:lnTo>
                  <a:pt x="0" y="9378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059" cap="flat">
            <a:solidFill>
              <a:srgbClr val="000000"/>
            </a:solidFill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FB9AC8-FFB3-486F-9D05-E0C25732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6694" y="1889618"/>
            <a:ext cx="146454" cy="234455"/>
          </a:xfrm>
          <a:custGeom xmlns:a="http://schemas.openxmlformats.org/drawingml/2006/main">
            <a:pathLst>
              <a:path w="146454" h="234455" fill="none">
                <a:moveTo>
                  <a:pt x="0" y="0"/>
                </a:moveTo>
                <a:lnTo>
                  <a:pt x="146454" y="234455"/>
                </a:lnTo>
              </a:path>
            </a:pathLst>
          </a:custGeom>
          <a:noFill xmlns:a="http://schemas.openxmlformats.org/drawingml/2006/main"/>
          <a:ln xmlns:a="http://schemas.openxmlformats.org/drawingml/2006/main" w="16059" cap="flat">
            <a:solidFill>
              <a:srgbClr val="000000"/>
            </a:solidFill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17EF0F-CF46-4F54-85F2-DAF53558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680" y="2070438"/>
            <a:ext cx="107271" cy="125096"/>
          </a:xfrm>
          <a:custGeom xmlns:a="http://schemas.openxmlformats.org/drawingml/2006/main">
            <a:pathLst>
              <a:path w="107271" h="125096">
                <a:moveTo>
                  <a:pt x="107271" y="125096"/>
                </a:moveTo>
                <a:lnTo>
                  <a:pt x="0" y="59577"/>
                </a:lnTo>
                <a:lnTo>
                  <a:pt x="62468" y="53636"/>
                </a:lnTo>
                <a:lnTo>
                  <a:pt x="95388" y="0"/>
                </a:lnTo>
                <a:lnTo>
                  <a:pt x="107271" y="1250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CF6327-3A68-4A69-9933-500A3D4C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680" y="2070438"/>
            <a:ext cx="107271" cy="125096"/>
          </a:xfrm>
          <a:custGeom xmlns:a="http://schemas.openxmlformats.org/drawingml/2006/main">
            <a:pathLst>
              <a:path w="107271" h="125096" fill="none">
                <a:moveTo>
                  <a:pt x="107271" y="125096"/>
                </a:moveTo>
                <a:lnTo>
                  <a:pt x="0" y="59577"/>
                </a:lnTo>
                <a:lnTo>
                  <a:pt x="62468" y="53636"/>
                </a:lnTo>
                <a:lnTo>
                  <a:pt x="95388" y="0"/>
                </a:lnTo>
                <a:lnTo>
                  <a:pt x="107271" y="12509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059" cap="flat">
            <a:solidFill>
              <a:srgbClr val="000000"/>
            </a:solidFill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EBEBB0-270C-4530-82F9-47485AA9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766" y="2531961"/>
            <a:ext cx="114819" cy="229637"/>
          </a:xfrm>
          <a:custGeom xmlns:a="http://schemas.openxmlformats.org/drawingml/2006/main">
            <a:pathLst>
              <a:path w="114819" h="229637" fill="none">
                <a:moveTo>
                  <a:pt x="0" y="0"/>
                </a:moveTo>
                <a:lnTo>
                  <a:pt x="114819" y="229637"/>
                </a:lnTo>
              </a:path>
            </a:pathLst>
          </a:custGeom>
          <a:noFill xmlns:a="http://schemas.openxmlformats.org/drawingml/2006/main"/>
          <a:ln xmlns:a="http://schemas.openxmlformats.org/drawingml/2006/main" w="16059" cap="flat">
            <a:solidFill>
              <a:srgbClr val="000000"/>
            </a:solidFill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095506-DD2E-4F95-B4A7-59E9D970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795" y="2711335"/>
            <a:ext cx="100527" cy="125739"/>
          </a:xfrm>
          <a:custGeom xmlns:a="http://schemas.openxmlformats.org/drawingml/2006/main">
            <a:pathLst>
              <a:path w="100527" h="125739">
                <a:moveTo>
                  <a:pt x="100527" y="125739"/>
                </a:moveTo>
                <a:lnTo>
                  <a:pt x="0" y="50263"/>
                </a:lnTo>
                <a:lnTo>
                  <a:pt x="62789" y="50263"/>
                </a:lnTo>
                <a:lnTo>
                  <a:pt x="100527" y="0"/>
                </a:lnTo>
                <a:lnTo>
                  <a:pt x="100527" y="1257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56CECA-4341-4BEC-B29F-99495D5F4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795" y="2711335"/>
            <a:ext cx="100527" cy="125739"/>
          </a:xfrm>
          <a:custGeom xmlns:a="http://schemas.openxmlformats.org/drawingml/2006/main">
            <a:pathLst>
              <a:path w="100527" h="125739" fill="none">
                <a:moveTo>
                  <a:pt x="100527" y="125739"/>
                </a:moveTo>
                <a:lnTo>
                  <a:pt x="0" y="50263"/>
                </a:lnTo>
                <a:lnTo>
                  <a:pt x="62789" y="50263"/>
                </a:lnTo>
                <a:lnTo>
                  <a:pt x="100527" y="0"/>
                </a:lnTo>
                <a:lnTo>
                  <a:pt x="100527" y="12573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059" cap="flat">
            <a:solidFill>
              <a:srgbClr val="000000"/>
            </a:solidFill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3F6198-350D-4BCD-AB53-7FB503F2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900" y="2531961"/>
            <a:ext cx="747526" cy="284718"/>
          </a:xfrm>
          <a:custGeom xmlns:a="http://schemas.openxmlformats.org/drawingml/2006/main">
            <a:pathLst>
              <a:path w="747526" h="284718" fill="none">
                <a:moveTo>
                  <a:pt x="747526" y="0"/>
                </a:moveTo>
                <a:lnTo>
                  <a:pt x="0" y="284718"/>
                </a:lnTo>
              </a:path>
            </a:pathLst>
          </a:custGeom>
          <a:noFill xmlns:a="http://schemas.openxmlformats.org/drawingml/2006/main"/>
          <a:ln xmlns:a="http://schemas.openxmlformats.org/drawingml/2006/main" w="16059" cap="flat">
            <a:solidFill>
              <a:srgbClr val="000000"/>
            </a:solidFill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304FAD-B8B1-4D35-ACC4-EA4CA90B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1052" y="2754211"/>
            <a:ext cx="125096" cy="105023"/>
          </a:xfrm>
          <a:custGeom xmlns:a="http://schemas.openxmlformats.org/drawingml/2006/main">
            <a:pathLst>
              <a:path w="125096" h="105023">
                <a:moveTo>
                  <a:pt x="0" y="92497"/>
                </a:moveTo>
                <a:lnTo>
                  <a:pt x="85110" y="0"/>
                </a:lnTo>
                <a:lnTo>
                  <a:pt x="78848" y="62468"/>
                </a:lnTo>
                <a:lnTo>
                  <a:pt x="125096" y="105023"/>
                </a:lnTo>
                <a:lnTo>
                  <a:pt x="0" y="924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DCCE84-BA9F-44B8-A074-96F9F419B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1052" y="2754211"/>
            <a:ext cx="125096" cy="105023"/>
          </a:xfrm>
          <a:custGeom xmlns:a="http://schemas.openxmlformats.org/drawingml/2006/main">
            <a:pathLst>
              <a:path w="125096" h="105023" fill="none">
                <a:moveTo>
                  <a:pt x="0" y="92497"/>
                </a:moveTo>
                <a:lnTo>
                  <a:pt x="85110" y="0"/>
                </a:lnTo>
                <a:lnTo>
                  <a:pt x="78848" y="62468"/>
                </a:lnTo>
                <a:lnTo>
                  <a:pt x="125096" y="105023"/>
                </a:lnTo>
                <a:lnTo>
                  <a:pt x="0" y="9249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059" cap="flat">
            <a:solidFill>
              <a:srgbClr val="000000"/>
            </a:solidFill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E302AA-B743-4E51-A46B-83F77338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7705" y="3174303"/>
            <a:ext cx="396646" cy="264485"/>
          </a:xfrm>
          <a:custGeom xmlns:a="http://schemas.openxmlformats.org/drawingml/2006/main">
            <a:pathLst>
              <a:path w="396646" h="264485" fill="none">
                <a:moveTo>
                  <a:pt x="396646" y="0"/>
                </a:moveTo>
                <a:lnTo>
                  <a:pt x="0" y="264485"/>
                </a:lnTo>
              </a:path>
            </a:pathLst>
          </a:custGeom>
          <a:noFill xmlns:a="http://schemas.openxmlformats.org/drawingml/2006/main"/>
          <a:ln xmlns:a="http://schemas.openxmlformats.org/drawingml/2006/main" w="16059" cap="flat">
            <a:solidFill>
              <a:srgbClr val="000000"/>
            </a:solidFill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F7CE0C-7EA7-4E64-B481-D12F0CD8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7529" y="3376320"/>
            <a:ext cx="124775" cy="109198"/>
          </a:xfrm>
          <a:custGeom xmlns:a="http://schemas.openxmlformats.org/drawingml/2006/main">
            <a:pathLst>
              <a:path w="124775" h="109198">
                <a:moveTo>
                  <a:pt x="0" y="109198"/>
                </a:moveTo>
                <a:lnTo>
                  <a:pt x="62307" y="0"/>
                </a:lnTo>
                <a:lnTo>
                  <a:pt x="70176" y="62468"/>
                </a:lnTo>
                <a:lnTo>
                  <a:pt x="124775" y="93621"/>
                </a:lnTo>
                <a:lnTo>
                  <a:pt x="0" y="1091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47B71E-9C8D-47DD-BDFA-C74D479A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7529" y="3376320"/>
            <a:ext cx="124775" cy="109198"/>
          </a:xfrm>
          <a:custGeom xmlns:a="http://schemas.openxmlformats.org/drawingml/2006/main">
            <a:pathLst>
              <a:path w="124775" h="109198" fill="none">
                <a:moveTo>
                  <a:pt x="0" y="109198"/>
                </a:moveTo>
                <a:lnTo>
                  <a:pt x="62307" y="0"/>
                </a:lnTo>
                <a:lnTo>
                  <a:pt x="70176" y="62468"/>
                </a:lnTo>
                <a:lnTo>
                  <a:pt x="124775" y="93621"/>
                </a:lnTo>
                <a:lnTo>
                  <a:pt x="0" y="10919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059" cap="flat">
            <a:solidFill>
              <a:srgbClr val="000000"/>
            </a:solidFill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51A734-F868-448C-B237-D96E3131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4351" y="3174303"/>
            <a:ext cx="550809" cy="275404"/>
          </a:xfrm>
          <a:custGeom xmlns:a="http://schemas.openxmlformats.org/drawingml/2006/main">
            <a:pathLst>
              <a:path w="550809" h="275404" fill="none">
                <a:moveTo>
                  <a:pt x="0" y="0"/>
                </a:moveTo>
                <a:lnTo>
                  <a:pt x="550809" y="275404"/>
                </a:lnTo>
              </a:path>
            </a:pathLst>
          </a:custGeom>
          <a:noFill xmlns:a="http://schemas.openxmlformats.org/drawingml/2006/main"/>
          <a:ln xmlns:a="http://schemas.openxmlformats.org/drawingml/2006/main" w="16059" cap="flat">
            <a:solidFill>
              <a:srgbClr val="000000"/>
            </a:solidFill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534CF9-1393-4422-A5BD-58590F92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897" y="3386919"/>
            <a:ext cx="125739" cy="100527"/>
          </a:xfrm>
          <a:custGeom xmlns:a="http://schemas.openxmlformats.org/drawingml/2006/main">
            <a:pathLst>
              <a:path w="125739" h="100527">
                <a:moveTo>
                  <a:pt x="125739" y="100527"/>
                </a:moveTo>
                <a:lnTo>
                  <a:pt x="0" y="100527"/>
                </a:lnTo>
                <a:lnTo>
                  <a:pt x="50263" y="62789"/>
                </a:lnTo>
                <a:lnTo>
                  <a:pt x="50263" y="0"/>
                </a:lnTo>
                <a:lnTo>
                  <a:pt x="125739" y="1005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8691F8-48D2-4756-AF47-5FEACB273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897" y="3386919"/>
            <a:ext cx="125739" cy="100527"/>
          </a:xfrm>
          <a:custGeom xmlns:a="http://schemas.openxmlformats.org/drawingml/2006/main">
            <a:pathLst>
              <a:path w="125739" h="100527" fill="none">
                <a:moveTo>
                  <a:pt x="125739" y="100527"/>
                </a:moveTo>
                <a:lnTo>
                  <a:pt x="0" y="100527"/>
                </a:lnTo>
                <a:lnTo>
                  <a:pt x="50263" y="62789"/>
                </a:lnTo>
                <a:lnTo>
                  <a:pt x="50263" y="0"/>
                </a:lnTo>
                <a:lnTo>
                  <a:pt x="125739" y="10052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059" cap="flat">
            <a:solidFill>
              <a:srgbClr val="000000"/>
            </a:solidFill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2D6B6B-6161-4652-9F48-1EBB6F7A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594" y="3816646"/>
            <a:ext cx="396646" cy="264485"/>
          </a:xfrm>
          <a:custGeom xmlns:a="http://schemas.openxmlformats.org/drawingml/2006/main">
            <a:pathLst>
              <a:path w="396646" h="264485" fill="none">
                <a:moveTo>
                  <a:pt x="0" y="0"/>
                </a:moveTo>
                <a:lnTo>
                  <a:pt x="396646" y="264485"/>
                </a:lnTo>
              </a:path>
            </a:pathLst>
          </a:custGeom>
          <a:noFill xmlns:a="http://schemas.openxmlformats.org/drawingml/2006/main"/>
          <a:ln xmlns:a="http://schemas.openxmlformats.org/drawingml/2006/main" w="16059" cap="flat">
            <a:solidFill>
              <a:srgbClr val="000000"/>
            </a:solidFill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81E1A2-7B80-41CC-8843-80E7665B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4642" y="4018662"/>
            <a:ext cx="124775" cy="109198"/>
          </a:xfrm>
          <a:custGeom xmlns:a="http://schemas.openxmlformats.org/drawingml/2006/main">
            <a:pathLst>
              <a:path w="124775" h="109198">
                <a:moveTo>
                  <a:pt x="124775" y="109198"/>
                </a:moveTo>
                <a:lnTo>
                  <a:pt x="0" y="93621"/>
                </a:lnTo>
                <a:lnTo>
                  <a:pt x="54599" y="62468"/>
                </a:lnTo>
                <a:lnTo>
                  <a:pt x="62468" y="0"/>
                </a:lnTo>
                <a:lnTo>
                  <a:pt x="124775" y="1091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96DA67-8373-400B-8F88-C447E4FC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4642" y="4018662"/>
            <a:ext cx="124775" cy="109198"/>
          </a:xfrm>
          <a:custGeom xmlns:a="http://schemas.openxmlformats.org/drawingml/2006/main">
            <a:pathLst>
              <a:path w="124775" h="109198" fill="none">
                <a:moveTo>
                  <a:pt x="124775" y="109198"/>
                </a:moveTo>
                <a:lnTo>
                  <a:pt x="0" y="93621"/>
                </a:lnTo>
                <a:lnTo>
                  <a:pt x="54599" y="62468"/>
                </a:lnTo>
                <a:lnTo>
                  <a:pt x="62468" y="0"/>
                </a:lnTo>
                <a:lnTo>
                  <a:pt x="124775" y="10919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059" cap="flat">
            <a:solidFill>
              <a:srgbClr val="000000"/>
            </a:solidFill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267053-B344-4B02-B0E3-1C02E925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5885" y="3816646"/>
            <a:ext cx="550809" cy="275404"/>
          </a:xfrm>
          <a:custGeom xmlns:a="http://schemas.openxmlformats.org/drawingml/2006/main">
            <a:pathLst>
              <a:path w="550809" h="275404" fill="none">
                <a:moveTo>
                  <a:pt x="550809" y="0"/>
                </a:moveTo>
                <a:lnTo>
                  <a:pt x="0" y="275404"/>
                </a:lnTo>
              </a:path>
            </a:pathLst>
          </a:custGeom>
          <a:noFill xmlns:a="http://schemas.openxmlformats.org/drawingml/2006/main"/>
          <a:ln xmlns:a="http://schemas.openxmlformats.org/drawingml/2006/main" w="16059" cap="flat">
            <a:solidFill>
              <a:srgbClr val="000000"/>
            </a:solidFill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824ABF-FF06-426F-8B89-7F1C2A26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0410" y="4029261"/>
            <a:ext cx="125739" cy="100527"/>
          </a:xfrm>
          <a:custGeom xmlns:a="http://schemas.openxmlformats.org/drawingml/2006/main">
            <a:pathLst>
              <a:path w="125739" h="100527">
                <a:moveTo>
                  <a:pt x="0" y="100527"/>
                </a:moveTo>
                <a:lnTo>
                  <a:pt x="75475" y="0"/>
                </a:lnTo>
                <a:lnTo>
                  <a:pt x="75475" y="62789"/>
                </a:lnTo>
                <a:lnTo>
                  <a:pt x="125739" y="100527"/>
                </a:lnTo>
                <a:lnTo>
                  <a:pt x="0" y="1005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3E1391-A4AD-49AD-9408-083096ED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0410" y="4029261"/>
            <a:ext cx="125739" cy="100527"/>
          </a:xfrm>
          <a:custGeom xmlns:a="http://schemas.openxmlformats.org/drawingml/2006/main">
            <a:pathLst>
              <a:path w="125739" h="100527" fill="none">
                <a:moveTo>
                  <a:pt x="0" y="100527"/>
                </a:moveTo>
                <a:lnTo>
                  <a:pt x="75475" y="0"/>
                </a:lnTo>
                <a:lnTo>
                  <a:pt x="75475" y="62789"/>
                </a:lnTo>
                <a:lnTo>
                  <a:pt x="125739" y="100527"/>
                </a:lnTo>
                <a:lnTo>
                  <a:pt x="0" y="10052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059" cap="flat">
            <a:solidFill>
              <a:srgbClr val="000000"/>
            </a:solidFill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D8A725-4781-41A9-BEEB-E86B7AC2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228" y="1568447"/>
            <a:ext cx="802930" cy="321171"/>
          </a:xfrm>
          <a:custGeom xmlns:a="http://schemas.openxmlformats.org/drawingml/2006/main">
            <a:pathLst>
              <a:path w="802930" h="321171">
                <a:moveTo>
                  <a:pt x="48177" y="0"/>
                </a:moveTo>
                <a:lnTo>
                  <a:pt x="754754" y="0"/>
                </a:lnTo>
                <a:cubicBezTo>
                  <a:pt x="761142" y="0"/>
                  <a:pt x="767286" y="1222"/>
                  <a:pt x="773186" y="3667"/>
                </a:cubicBezTo>
                <a:cubicBezTo>
                  <a:pt x="779089" y="6112"/>
                  <a:pt x="784300" y="9593"/>
                  <a:pt x="788817" y="14110"/>
                </a:cubicBezTo>
                <a:cubicBezTo>
                  <a:pt x="793333" y="18628"/>
                  <a:pt x="796815" y="23837"/>
                  <a:pt x="799260" y="29740"/>
                </a:cubicBezTo>
                <a:cubicBezTo>
                  <a:pt x="801704" y="35642"/>
                  <a:pt x="802928" y="41787"/>
                  <a:pt x="802930" y="48176"/>
                </a:cubicBezTo>
                <a:lnTo>
                  <a:pt x="802930" y="272996"/>
                </a:lnTo>
                <a:cubicBezTo>
                  <a:pt x="802928" y="279384"/>
                  <a:pt x="801704" y="285529"/>
                  <a:pt x="799260" y="291431"/>
                </a:cubicBezTo>
                <a:cubicBezTo>
                  <a:pt x="796815" y="297333"/>
                  <a:pt x="793333" y="302543"/>
                  <a:pt x="788817" y="307061"/>
                </a:cubicBezTo>
                <a:cubicBezTo>
                  <a:pt x="784300" y="311578"/>
                  <a:pt x="779089" y="315059"/>
                  <a:pt x="773186" y="317503"/>
                </a:cubicBezTo>
                <a:cubicBezTo>
                  <a:pt x="767286" y="319949"/>
                  <a:pt x="761142" y="321171"/>
                  <a:pt x="754754" y="321171"/>
                </a:cubicBezTo>
                <a:lnTo>
                  <a:pt x="48177" y="321171"/>
                </a:lnTo>
                <a:cubicBezTo>
                  <a:pt x="41789" y="321171"/>
                  <a:pt x="35642" y="319949"/>
                  <a:pt x="29739" y="317503"/>
                </a:cubicBezTo>
                <a:cubicBezTo>
                  <a:pt x="23837" y="315059"/>
                  <a:pt x="18626" y="311578"/>
                  <a:pt x="14111" y="307061"/>
                </a:cubicBezTo>
                <a:cubicBezTo>
                  <a:pt x="9592" y="302543"/>
                  <a:pt x="6110" y="297333"/>
                  <a:pt x="3666" y="291431"/>
                </a:cubicBezTo>
                <a:cubicBezTo>
                  <a:pt x="1220" y="285529"/>
                  <a:pt x="0" y="279384"/>
                  <a:pt x="2" y="272996"/>
                </a:cubicBezTo>
                <a:lnTo>
                  <a:pt x="2" y="48176"/>
                </a:lnTo>
                <a:cubicBezTo>
                  <a:pt x="0" y="41787"/>
                  <a:pt x="1220" y="35642"/>
                  <a:pt x="3666" y="29740"/>
                </a:cubicBezTo>
                <a:cubicBezTo>
                  <a:pt x="6110" y="23837"/>
                  <a:pt x="9592" y="18628"/>
                  <a:pt x="14111" y="14110"/>
                </a:cubicBezTo>
                <a:cubicBezTo>
                  <a:pt x="18626" y="9593"/>
                  <a:pt x="23837" y="6112"/>
                  <a:pt x="29739" y="3667"/>
                </a:cubicBezTo>
                <a:cubicBezTo>
                  <a:pt x="35642" y="1222"/>
                  <a:pt x="41789" y="0"/>
                  <a:pt x="48177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7476B4-CF5C-4D6C-83E6-A44C0E84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228" y="1568447"/>
            <a:ext cx="802930" cy="321171"/>
          </a:xfrm>
          <a:custGeom xmlns:a="http://schemas.openxmlformats.org/drawingml/2006/main">
            <a:pathLst>
              <a:path w="802930" h="321171" fill="none">
                <a:moveTo>
                  <a:pt x="48177" y="0"/>
                </a:moveTo>
                <a:lnTo>
                  <a:pt x="754754" y="0"/>
                </a:lnTo>
                <a:cubicBezTo>
                  <a:pt x="761142" y="0"/>
                  <a:pt x="767286" y="1222"/>
                  <a:pt x="773186" y="3667"/>
                </a:cubicBezTo>
                <a:cubicBezTo>
                  <a:pt x="779089" y="6112"/>
                  <a:pt x="784300" y="9593"/>
                  <a:pt x="788817" y="14110"/>
                </a:cubicBezTo>
                <a:cubicBezTo>
                  <a:pt x="793333" y="18628"/>
                  <a:pt x="796815" y="23837"/>
                  <a:pt x="799260" y="29740"/>
                </a:cubicBezTo>
                <a:cubicBezTo>
                  <a:pt x="801704" y="35642"/>
                  <a:pt x="802928" y="41787"/>
                  <a:pt x="802930" y="48176"/>
                </a:cubicBezTo>
                <a:lnTo>
                  <a:pt x="802930" y="272996"/>
                </a:lnTo>
                <a:cubicBezTo>
                  <a:pt x="802928" y="279384"/>
                  <a:pt x="801704" y="285529"/>
                  <a:pt x="799260" y="291431"/>
                </a:cubicBezTo>
                <a:cubicBezTo>
                  <a:pt x="796815" y="297333"/>
                  <a:pt x="793333" y="302543"/>
                  <a:pt x="788817" y="307061"/>
                </a:cubicBezTo>
                <a:cubicBezTo>
                  <a:pt x="784300" y="311578"/>
                  <a:pt x="779089" y="315059"/>
                  <a:pt x="773186" y="317503"/>
                </a:cubicBezTo>
                <a:cubicBezTo>
                  <a:pt x="767286" y="319949"/>
                  <a:pt x="761142" y="321171"/>
                  <a:pt x="754754" y="321171"/>
                </a:cubicBezTo>
                <a:lnTo>
                  <a:pt x="48177" y="321171"/>
                </a:lnTo>
                <a:cubicBezTo>
                  <a:pt x="41789" y="321171"/>
                  <a:pt x="35642" y="319949"/>
                  <a:pt x="29739" y="317503"/>
                </a:cubicBezTo>
                <a:cubicBezTo>
                  <a:pt x="23837" y="315059"/>
                  <a:pt x="18626" y="311578"/>
                  <a:pt x="14111" y="307061"/>
                </a:cubicBezTo>
                <a:cubicBezTo>
                  <a:pt x="9592" y="302543"/>
                  <a:pt x="6110" y="297333"/>
                  <a:pt x="3666" y="291431"/>
                </a:cubicBezTo>
                <a:cubicBezTo>
                  <a:pt x="1220" y="285529"/>
                  <a:pt x="0" y="279384"/>
                  <a:pt x="2" y="272996"/>
                </a:cubicBezTo>
                <a:lnTo>
                  <a:pt x="2" y="48176"/>
                </a:lnTo>
                <a:cubicBezTo>
                  <a:pt x="0" y="41787"/>
                  <a:pt x="1220" y="35642"/>
                  <a:pt x="3666" y="29740"/>
                </a:cubicBezTo>
                <a:cubicBezTo>
                  <a:pt x="6110" y="23837"/>
                  <a:pt x="9592" y="18628"/>
                  <a:pt x="14111" y="14110"/>
                </a:cubicBezTo>
                <a:cubicBezTo>
                  <a:pt x="18626" y="9593"/>
                  <a:pt x="23837" y="6112"/>
                  <a:pt x="29739" y="3667"/>
                </a:cubicBezTo>
                <a:cubicBezTo>
                  <a:pt x="35642" y="1222"/>
                  <a:pt x="41789" y="0"/>
                  <a:pt x="48177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059" cap="flat">
            <a:solidFill>
              <a:srgbClr val="000000"/>
            </a:solidFill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B359D7-B925-40B5-B758-482B8245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4351" y="1247276"/>
            <a:ext cx="550809" cy="275404"/>
          </a:xfrm>
          <a:custGeom xmlns:a="http://schemas.openxmlformats.org/drawingml/2006/main">
            <a:pathLst>
              <a:path w="550809" h="275404" fill="none">
                <a:moveTo>
                  <a:pt x="0" y="0"/>
                </a:moveTo>
                <a:lnTo>
                  <a:pt x="550809" y="275404"/>
                </a:lnTo>
              </a:path>
            </a:pathLst>
          </a:custGeom>
          <a:noFill xmlns:a="http://schemas.openxmlformats.org/drawingml/2006/main"/>
          <a:ln xmlns:a="http://schemas.openxmlformats.org/drawingml/2006/main" w="16059" cap="flat">
            <a:solidFill>
              <a:srgbClr val="000000"/>
            </a:solidFill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8D0B0E-0AAF-4CC8-AFE2-809F6E57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897" y="1459891"/>
            <a:ext cx="125739" cy="100527"/>
          </a:xfrm>
          <a:custGeom xmlns:a="http://schemas.openxmlformats.org/drawingml/2006/main">
            <a:pathLst>
              <a:path w="125739" h="100527">
                <a:moveTo>
                  <a:pt x="125739" y="100527"/>
                </a:moveTo>
                <a:lnTo>
                  <a:pt x="0" y="100527"/>
                </a:lnTo>
                <a:lnTo>
                  <a:pt x="50263" y="62789"/>
                </a:lnTo>
                <a:lnTo>
                  <a:pt x="50263" y="0"/>
                </a:lnTo>
                <a:lnTo>
                  <a:pt x="125739" y="1005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47F407-51CC-4BC7-956D-2793D87F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897" y="1459891"/>
            <a:ext cx="125739" cy="100527"/>
          </a:xfrm>
          <a:custGeom xmlns:a="http://schemas.openxmlformats.org/drawingml/2006/main">
            <a:pathLst>
              <a:path w="125739" h="100527" fill="none">
                <a:moveTo>
                  <a:pt x="125739" y="100527"/>
                </a:moveTo>
                <a:lnTo>
                  <a:pt x="0" y="100527"/>
                </a:lnTo>
                <a:lnTo>
                  <a:pt x="50263" y="62789"/>
                </a:lnTo>
                <a:lnTo>
                  <a:pt x="50263" y="0"/>
                </a:lnTo>
                <a:lnTo>
                  <a:pt x="125739" y="10052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059" cap="flat">
            <a:solidFill>
              <a:srgbClr val="000000"/>
            </a:solidFill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9D1764-0880-43BD-8CFD-0497848F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1130" y="123177"/>
            <a:ext cx="1927029" cy="481757"/>
          </a:xfrm>
          <a:custGeom xmlns:a="http://schemas.openxmlformats.org/drawingml/2006/main">
            <a:pathLst>
              <a:path w="1927029" h="481757">
                <a:moveTo>
                  <a:pt x="1927027" y="240878"/>
                </a:moveTo>
                <a:cubicBezTo>
                  <a:pt x="1927029" y="248767"/>
                  <a:pt x="1925483" y="256637"/>
                  <a:pt x="1922390" y="264489"/>
                </a:cubicBezTo>
                <a:cubicBezTo>
                  <a:pt x="1919297" y="272340"/>
                  <a:pt x="1914670" y="280134"/>
                  <a:pt x="1908512" y="287871"/>
                </a:cubicBezTo>
                <a:cubicBezTo>
                  <a:pt x="1902358" y="295609"/>
                  <a:pt x="1894698" y="303252"/>
                  <a:pt x="1885538" y="310802"/>
                </a:cubicBezTo>
                <a:cubicBezTo>
                  <a:pt x="1876379" y="318351"/>
                  <a:pt x="1865759" y="325770"/>
                  <a:pt x="1853681" y="333058"/>
                </a:cubicBezTo>
                <a:cubicBezTo>
                  <a:pt x="1841607" y="340347"/>
                  <a:pt x="1828132" y="347470"/>
                  <a:pt x="1813257" y="354428"/>
                </a:cubicBezTo>
                <a:cubicBezTo>
                  <a:pt x="1798381" y="361385"/>
                  <a:pt x="1782178" y="368144"/>
                  <a:pt x="1764645" y="374703"/>
                </a:cubicBezTo>
                <a:cubicBezTo>
                  <a:pt x="1747114" y="381263"/>
                  <a:pt x="1728340" y="387592"/>
                  <a:pt x="1708319" y="393690"/>
                </a:cubicBezTo>
                <a:cubicBezTo>
                  <a:pt x="1688299" y="399788"/>
                  <a:pt x="1667132" y="405627"/>
                  <a:pt x="1644819" y="411205"/>
                </a:cubicBezTo>
                <a:cubicBezTo>
                  <a:pt x="1622507" y="416784"/>
                  <a:pt x="1599155" y="422075"/>
                  <a:pt x="1574759" y="427080"/>
                </a:cubicBezTo>
                <a:cubicBezTo>
                  <a:pt x="1550364" y="432085"/>
                  <a:pt x="1525048" y="436779"/>
                  <a:pt x="1498808" y="441161"/>
                </a:cubicBezTo>
                <a:cubicBezTo>
                  <a:pt x="1472570" y="445544"/>
                  <a:pt x="1445537" y="449595"/>
                  <a:pt x="1417708" y="453314"/>
                </a:cubicBezTo>
                <a:cubicBezTo>
                  <a:pt x="1389877" y="457033"/>
                  <a:pt x="1361385" y="460402"/>
                  <a:pt x="1332229" y="463421"/>
                </a:cubicBezTo>
                <a:cubicBezTo>
                  <a:pt x="1303077" y="466440"/>
                  <a:pt x="1273402" y="469095"/>
                  <a:pt x="1243204" y="471385"/>
                </a:cubicBezTo>
                <a:cubicBezTo>
                  <a:pt x="1213008" y="473675"/>
                  <a:pt x="1182434" y="475589"/>
                  <a:pt x="1151482" y="477128"/>
                </a:cubicBezTo>
                <a:cubicBezTo>
                  <a:pt x="1120534" y="478667"/>
                  <a:pt x="1089358" y="479824"/>
                  <a:pt x="1057954" y="480597"/>
                </a:cubicBezTo>
                <a:cubicBezTo>
                  <a:pt x="1026550" y="481370"/>
                  <a:pt x="995070" y="481757"/>
                  <a:pt x="963514" y="481757"/>
                </a:cubicBezTo>
                <a:cubicBezTo>
                  <a:pt x="931957" y="481757"/>
                  <a:pt x="900477" y="481370"/>
                  <a:pt x="869072" y="480597"/>
                </a:cubicBezTo>
                <a:cubicBezTo>
                  <a:pt x="837666" y="479824"/>
                  <a:pt x="806488" y="478667"/>
                  <a:pt x="775537" y="477128"/>
                </a:cubicBezTo>
                <a:cubicBezTo>
                  <a:pt x="744589" y="475589"/>
                  <a:pt x="714017" y="473675"/>
                  <a:pt x="683819" y="471385"/>
                </a:cubicBezTo>
                <a:cubicBezTo>
                  <a:pt x="653620" y="469095"/>
                  <a:pt x="623941" y="466440"/>
                  <a:pt x="594787" y="463421"/>
                </a:cubicBezTo>
                <a:cubicBezTo>
                  <a:pt x="565636" y="460402"/>
                  <a:pt x="537143" y="457033"/>
                  <a:pt x="509310" y="453314"/>
                </a:cubicBezTo>
                <a:cubicBezTo>
                  <a:pt x="481482" y="449595"/>
                  <a:pt x="454448" y="445544"/>
                  <a:pt x="428210" y="441161"/>
                </a:cubicBezTo>
                <a:cubicBezTo>
                  <a:pt x="401971" y="436779"/>
                  <a:pt x="376657" y="432085"/>
                  <a:pt x="352264" y="427080"/>
                </a:cubicBezTo>
                <a:cubicBezTo>
                  <a:pt x="327869" y="422075"/>
                  <a:pt x="304517" y="416784"/>
                  <a:pt x="282204" y="411205"/>
                </a:cubicBezTo>
                <a:cubicBezTo>
                  <a:pt x="259889" y="405627"/>
                  <a:pt x="238725" y="399788"/>
                  <a:pt x="218705" y="393690"/>
                </a:cubicBezTo>
                <a:cubicBezTo>
                  <a:pt x="198683" y="387592"/>
                  <a:pt x="179909" y="381263"/>
                  <a:pt x="162376" y="374703"/>
                </a:cubicBezTo>
                <a:cubicBezTo>
                  <a:pt x="144845" y="368144"/>
                  <a:pt x="128644" y="361385"/>
                  <a:pt x="113767" y="354428"/>
                </a:cubicBezTo>
                <a:cubicBezTo>
                  <a:pt x="98892" y="347470"/>
                  <a:pt x="85415" y="340347"/>
                  <a:pt x="73338" y="333058"/>
                </a:cubicBezTo>
                <a:cubicBezTo>
                  <a:pt x="61265" y="325770"/>
                  <a:pt x="50645" y="318351"/>
                  <a:pt x="41486" y="310802"/>
                </a:cubicBezTo>
                <a:cubicBezTo>
                  <a:pt x="32326" y="303252"/>
                  <a:pt x="24666" y="295609"/>
                  <a:pt x="18509" y="287871"/>
                </a:cubicBezTo>
                <a:cubicBezTo>
                  <a:pt x="12355" y="280134"/>
                  <a:pt x="7732" y="272340"/>
                  <a:pt x="4638" y="264489"/>
                </a:cubicBezTo>
                <a:cubicBezTo>
                  <a:pt x="1546" y="256637"/>
                  <a:pt x="0" y="248767"/>
                  <a:pt x="0" y="240878"/>
                </a:cubicBezTo>
                <a:cubicBezTo>
                  <a:pt x="0" y="232989"/>
                  <a:pt x="1546" y="225119"/>
                  <a:pt x="4638" y="217268"/>
                </a:cubicBezTo>
                <a:cubicBezTo>
                  <a:pt x="7732" y="209417"/>
                  <a:pt x="12355" y="201623"/>
                  <a:pt x="18511" y="193885"/>
                </a:cubicBezTo>
                <a:cubicBezTo>
                  <a:pt x="24668" y="186148"/>
                  <a:pt x="32327" y="178505"/>
                  <a:pt x="41487" y="170955"/>
                </a:cubicBezTo>
                <a:cubicBezTo>
                  <a:pt x="50647" y="163406"/>
                  <a:pt x="61265" y="155987"/>
                  <a:pt x="73338" y="148698"/>
                </a:cubicBezTo>
                <a:cubicBezTo>
                  <a:pt x="85415" y="141410"/>
                  <a:pt x="98892" y="134287"/>
                  <a:pt x="113765" y="127329"/>
                </a:cubicBezTo>
                <a:cubicBezTo>
                  <a:pt x="128642" y="120372"/>
                  <a:pt x="144845" y="113613"/>
                  <a:pt x="162376" y="107053"/>
                </a:cubicBezTo>
                <a:cubicBezTo>
                  <a:pt x="179909" y="100494"/>
                  <a:pt x="198683" y="94165"/>
                  <a:pt x="218705" y="88067"/>
                </a:cubicBezTo>
                <a:cubicBezTo>
                  <a:pt x="238725" y="81968"/>
                  <a:pt x="259889" y="76130"/>
                  <a:pt x="282204" y="70552"/>
                </a:cubicBezTo>
                <a:cubicBezTo>
                  <a:pt x="304517" y="64973"/>
                  <a:pt x="327869" y="59682"/>
                  <a:pt x="352264" y="54677"/>
                </a:cubicBezTo>
                <a:cubicBezTo>
                  <a:pt x="376657" y="49672"/>
                  <a:pt x="401971" y="44978"/>
                  <a:pt x="428210" y="40595"/>
                </a:cubicBezTo>
                <a:cubicBezTo>
                  <a:pt x="454448" y="36212"/>
                  <a:pt x="481482" y="32161"/>
                  <a:pt x="509313" y="28443"/>
                </a:cubicBezTo>
                <a:cubicBezTo>
                  <a:pt x="537143" y="24724"/>
                  <a:pt x="565636" y="21355"/>
                  <a:pt x="594788" y="18336"/>
                </a:cubicBezTo>
                <a:cubicBezTo>
                  <a:pt x="623944" y="15317"/>
                  <a:pt x="653620" y="12662"/>
                  <a:pt x="683819" y="10372"/>
                </a:cubicBezTo>
                <a:cubicBezTo>
                  <a:pt x="714017" y="8082"/>
                  <a:pt x="744589" y="6168"/>
                  <a:pt x="775537" y="4628"/>
                </a:cubicBezTo>
                <a:cubicBezTo>
                  <a:pt x="806488" y="3089"/>
                  <a:pt x="837666" y="1933"/>
                  <a:pt x="869072" y="1160"/>
                </a:cubicBezTo>
                <a:cubicBezTo>
                  <a:pt x="900477" y="387"/>
                  <a:pt x="931957" y="0"/>
                  <a:pt x="963514" y="0"/>
                </a:cubicBezTo>
                <a:cubicBezTo>
                  <a:pt x="995070" y="0"/>
                  <a:pt x="1026550" y="387"/>
                  <a:pt x="1057954" y="1160"/>
                </a:cubicBezTo>
                <a:cubicBezTo>
                  <a:pt x="1089358" y="1933"/>
                  <a:pt x="1120534" y="3089"/>
                  <a:pt x="1151482" y="4628"/>
                </a:cubicBezTo>
                <a:cubicBezTo>
                  <a:pt x="1182434" y="6167"/>
                  <a:pt x="1213008" y="8082"/>
                  <a:pt x="1243204" y="10372"/>
                </a:cubicBezTo>
                <a:cubicBezTo>
                  <a:pt x="1273402" y="12662"/>
                  <a:pt x="1303077" y="15317"/>
                  <a:pt x="1332229" y="18336"/>
                </a:cubicBezTo>
                <a:cubicBezTo>
                  <a:pt x="1361385" y="21355"/>
                  <a:pt x="1389877" y="24724"/>
                  <a:pt x="1417708" y="28443"/>
                </a:cubicBezTo>
                <a:cubicBezTo>
                  <a:pt x="1445537" y="32161"/>
                  <a:pt x="1472572" y="36212"/>
                  <a:pt x="1498810" y="40595"/>
                </a:cubicBezTo>
                <a:cubicBezTo>
                  <a:pt x="1525049" y="44978"/>
                  <a:pt x="1550367" y="49672"/>
                  <a:pt x="1574760" y="54677"/>
                </a:cubicBezTo>
                <a:cubicBezTo>
                  <a:pt x="1599155" y="59682"/>
                  <a:pt x="1622507" y="64973"/>
                  <a:pt x="1644819" y="70552"/>
                </a:cubicBezTo>
                <a:cubicBezTo>
                  <a:pt x="1667132" y="76130"/>
                  <a:pt x="1688299" y="81968"/>
                  <a:pt x="1708319" y="88067"/>
                </a:cubicBezTo>
                <a:cubicBezTo>
                  <a:pt x="1728338" y="94165"/>
                  <a:pt x="1747112" y="100494"/>
                  <a:pt x="1764643" y="107053"/>
                </a:cubicBezTo>
                <a:cubicBezTo>
                  <a:pt x="1782173" y="113613"/>
                  <a:pt x="1798379" y="120372"/>
                  <a:pt x="1813256" y="127329"/>
                </a:cubicBezTo>
                <a:cubicBezTo>
                  <a:pt x="1828129" y="134287"/>
                  <a:pt x="1841605" y="141410"/>
                  <a:pt x="1853680" y="148698"/>
                </a:cubicBezTo>
                <a:cubicBezTo>
                  <a:pt x="1865758" y="155987"/>
                  <a:pt x="1876379" y="163406"/>
                  <a:pt x="1885538" y="170955"/>
                </a:cubicBezTo>
                <a:cubicBezTo>
                  <a:pt x="1894698" y="178504"/>
                  <a:pt x="1902358" y="186148"/>
                  <a:pt x="1908512" y="193885"/>
                </a:cubicBezTo>
                <a:cubicBezTo>
                  <a:pt x="1914670" y="201623"/>
                  <a:pt x="1919297" y="209417"/>
                  <a:pt x="1922390" y="217268"/>
                </a:cubicBezTo>
                <a:cubicBezTo>
                  <a:pt x="1925483" y="225119"/>
                  <a:pt x="1927029" y="232989"/>
                  <a:pt x="1927027" y="240878"/>
                </a:cubicBez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23005D-0370-4C78-93FE-D91B3A09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1130" y="123177"/>
            <a:ext cx="1927029" cy="481757"/>
          </a:xfrm>
          <a:custGeom xmlns:a="http://schemas.openxmlformats.org/drawingml/2006/main">
            <a:pathLst>
              <a:path w="1927029" h="481757" fill="none">
                <a:moveTo>
                  <a:pt x="1927027" y="240878"/>
                </a:moveTo>
                <a:cubicBezTo>
                  <a:pt x="1927029" y="248767"/>
                  <a:pt x="1925483" y="256637"/>
                  <a:pt x="1922390" y="264489"/>
                </a:cubicBezTo>
                <a:cubicBezTo>
                  <a:pt x="1919297" y="272340"/>
                  <a:pt x="1914670" y="280134"/>
                  <a:pt x="1908512" y="287871"/>
                </a:cubicBezTo>
                <a:cubicBezTo>
                  <a:pt x="1902358" y="295609"/>
                  <a:pt x="1894698" y="303252"/>
                  <a:pt x="1885538" y="310802"/>
                </a:cubicBezTo>
                <a:cubicBezTo>
                  <a:pt x="1876379" y="318351"/>
                  <a:pt x="1865759" y="325770"/>
                  <a:pt x="1853681" y="333058"/>
                </a:cubicBezTo>
                <a:cubicBezTo>
                  <a:pt x="1841607" y="340347"/>
                  <a:pt x="1828132" y="347470"/>
                  <a:pt x="1813257" y="354428"/>
                </a:cubicBezTo>
                <a:cubicBezTo>
                  <a:pt x="1798381" y="361385"/>
                  <a:pt x="1782178" y="368144"/>
                  <a:pt x="1764645" y="374703"/>
                </a:cubicBezTo>
                <a:cubicBezTo>
                  <a:pt x="1747114" y="381263"/>
                  <a:pt x="1728340" y="387592"/>
                  <a:pt x="1708319" y="393690"/>
                </a:cubicBezTo>
                <a:cubicBezTo>
                  <a:pt x="1688299" y="399788"/>
                  <a:pt x="1667132" y="405627"/>
                  <a:pt x="1644819" y="411205"/>
                </a:cubicBezTo>
                <a:cubicBezTo>
                  <a:pt x="1622507" y="416784"/>
                  <a:pt x="1599155" y="422075"/>
                  <a:pt x="1574759" y="427080"/>
                </a:cubicBezTo>
                <a:cubicBezTo>
                  <a:pt x="1550364" y="432085"/>
                  <a:pt x="1525048" y="436779"/>
                  <a:pt x="1498808" y="441161"/>
                </a:cubicBezTo>
                <a:cubicBezTo>
                  <a:pt x="1472570" y="445544"/>
                  <a:pt x="1445537" y="449595"/>
                  <a:pt x="1417708" y="453314"/>
                </a:cubicBezTo>
                <a:cubicBezTo>
                  <a:pt x="1389877" y="457033"/>
                  <a:pt x="1361385" y="460402"/>
                  <a:pt x="1332229" y="463421"/>
                </a:cubicBezTo>
                <a:cubicBezTo>
                  <a:pt x="1303077" y="466440"/>
                  <a:pt x="1273402" y="469095"/>
                  <a:pt x="1243204" y="471385"/>
                </a:cubicBezTo>
                <a:cubicBezTo>
                  <a:pt x="1213008" y="473675"/>
                  <a:pt x="1182434" y="475589"/>
                  <a:pt x="1151482" y="477128"/>
                </a:cubicBezTo>
                <a:cubicBezTo>
                  <a:pt x="1120534" y="478667"/>
                  <a:pt x="1089358" y="479824"/>
                  <a:pt x="1057954" y="480597"/>
                </a:cubicBezTo>
                <a:cubicBezTo>
                  <a:pt x="1026550" y="481370"/>
                  <a:pt x="995070" y="481757"/>
                  <a:pt x="963514" y="481757"/>
                </a:cubicBezTo>
                <a:cubicBezTo>
                  <a:pt x="931957" y="481757"/>
                  <a:pt x="900477" y="481370"/>
                  <a:pt x="869072" y="480597"/>
                </a:cubicBezTo>
                <a:cubicBezTo>
                  <a:pt x="837666" y="479824"/>
                  <a:pt x="806488" y="478667"/>
                  <a:pt x="775537" y="477128"/>
                </a:cubicBezTo>
                <a:cubicBezTo>
                  <a:pt x="744589" y="475589"/>
                  <a:pt x="714017" y="473675"/>
                  <a:pt x="683819" y="471385"/>
                </a:cubicBezTo>
                <a:cubicBezTo>
                  <a:pt x="653620" y="469095"/>
                  <a:pt x="623941" y="466440"/>
                  <a:pt x="594787" y="463421"/>
                </a:cubicBezTo>
                <a:cubicBezTo>
                  <a:pt x="565636" y="460402"/>
                  <a:pt x="537143" y="457033"/>
                  <a:pt x="509310" y="453314"/>
                </a:cubicBezTo>
                <a:cubicBezTo>
                  <a:pt x="481482" y="449595"/>
                  <a:pt x="454448" y="445544"/>
                  <a:pt x="428210" y="441161"/>
                </a:cubicBezTo>
                <a:cubicBezTo>
                  <a:pt x="401971" y="436779"/>
                  <a:pt x="376657" y="432085"/>
                  <a:pt x="352264" y="427080"/>
                </a:cubicBezTo>
                <a:cubicBezTo>
                  <a:pt x="327869" y="422075"/>
                  <a:pt x="304517" y="416784"/>
                  <a:pt x="282204" y="411205"/>
                </a:cubicBezTo>
                <a:cubicBezTo>
                  <a:pt x="259889" y="405627"/>
                  <a:pt x="238725" y="399788"/>
                  <a:pt x="218705" y="393690"/>
                </a:cubicBezTo>
                <a:cubicBezTo>
                  <a:pt x="198683" y="387592"/>
                  <a:pt x="179909" y="381263"/>
                  <a:pt x="162376" y="374703"/>
                </a:cubicBezTo>
                <a:cubicBezTo>
                  <a:pt x="144845" y="368144"/>
                  <a:pt x="128644" y="361385"/>
                  <a:pt x="113767" y="354428"/>
                </a:cubicBezTo>
                <a:cubicBezTo>
                  <a:pt x="98892" y="347470"/>
                  <a:pt x="85415" y="340347"/>
                  <a:pt x="73338" y="333058"/>
                </a:cubicBezTo>
                <a:cubicBezTo>
                  <a:pt x="61265" y="325770"/>
                  <a:pt x="50645" y="318351"/>
                  <a:pt x="41486" y="310802"/>
                </a:cubicBezTo>
                <a:cubicBezTo>
                  <a:pt x="32326" y="303252"/>
                  <a:pt x="24666" y="295609"/>
                  <a:pt x="18509" y="287871"/>
                </a:cubicBezTo>
                <a:cubicBezTo>
                  <a:pt x="12355" y="280134"/>
                  <a:pt x="7732" y="272340"/>
                  <a:pt x="4638" y="264489"/>
                </a:cubicBezTo>
                <a:cubicBezTo>
                  <a:pt x="1546" y="256637"/>
                  <a:pt x="0" y="248767"/>
                  <a:pt x="0" y="240878"/>
                </a:cubicBezTo>
                <a:cubicBezTo>
                  <a:pt x="0" y="232989"/>
                  <a:pt x="1546" y="225119"/>
                  <a:pt x="4638" y="217268"/>
                </a:cubicBezTo>
                <a:cubicBezTo>
                  <a:pt x="7732" y="209417"/>
                  <a:pt x="12355" y="201623"/>
                  <a:pt x="18511" y="193885"/>
                </a:cubicBezTo>
                <a:cubicBezTo>
                  <a:pt x="24668" y="186148"/>
                  <a:pt x="32327" y="178505"/>
                  <a:pt x="41487" y="170955"/>
                </a:cubicBezTo>
                <a:cubicBezTo>
                  <a:pt x="50647" y="163406"/>
                  <a:pt x="61265" y="155987"/>
                  <a:pt x="73338" y="148698"/>
                </a:cubicBezTo>
                <a:cubicBezTo>
                  <a:pt x="85415" y="141410"/>
                  <a:pt x="98892" y="134287"/>
                  <a:pt x="113765" y="127329"/>
                </a:cubicBezTo>
                <a:cubicBezTo>
                  <a:pt x="128642" y="120372"/>
                  <a:pt x="144845" y="113613"/>
                  <a:pt x="162376" y="107053"/>
                </a:cubicBezTo>
                <a:cubicBezTo>
                  <a:pt x="179909" y="100494"/>
                  <a:pt x="198683" y="94165"/>
                  <a:pt x="218705" y="88067"/>
                </a:cubicBezTo>
                <a:cubicBezTo>
                  <a:pt x="238725" y="81968"/>
                  <a:pt x="259889" y="76130"/>
                  <a:pt x="282204" y="70552"/>
                </a:cubicBezTo>
                <a:cubicBezTo>
                  <a:pt x="304517" y="64973"/>
                  <a:pt x="327869" y="59682"/>
                  <a:pt x="352264" y="54677"/>
                </a:cubicBezTo>
                <a:cubicBezTo>
                  <a:pt x="376657" y="49672"/>
                  <a:pt x="401971" y="44978"/>
                  <a:pt x="428210" y="40595"/>
                </a:cubicBezTo>
                <a:cubicBezTo>
                  <a:pt x="454448" y="36212"/>
                  <a:pt x="481482" y="32161"/>
                  <a:pt x="509313" y="28443"/>
                </a:cubicBezTo>
                <a:cubicBezTo>
                  <a:pt x="537143" y="24724"/>
                  <a:pt x="565636" y="21355"/>
                  <a:pt x="594788" y="18336"/>
                </a:cubicBezTo>
                <a:cubicBezTo>
                  <a:pt x="623944" y="15317"/>
                  <a:pt x="653620" y="12662"/>
                  <a:pt x="683819" y="10372"/>
                </a:cubicBezTo>
                <a:cubicBezTo>
                  <a:pt x="714017" y="8082"/>
                  <a:pt x="744589" y="6168"/>
                  <a:pt x="775537" y="4628"/>
                </a:cubicBezTo>
                <a:cubicBezTo>
                  <a:pt x="806488" y="3089"/>
                  <a:pt x="837666" y="1933"/>
                  <a:pt x="869072" y="1160"/>
                </a:cubicBezTo>
                <a:cubicBezTo>
                  <a:pt x="900477" y="387"/>
                  <a:pt x="931957" y="0"/>
                  <a:pt x="963514" y="0"/>
                </a:cubicBezTo>
                <a:cubicBezTo>
                  <a:pt x="995070" y="0"/>
                  <a:pt x="1026550" y="387"/>
                  <a:pt x="1057954" y="1160"/>
                </a:cubicBezTo>
                <a:cubicBezTo>
                  <a:pt x="1089358" y="1933"/>
                  <a:pt x="1120534" y="3089"/>
                  <a:pt x="1151482" y="4628"/>
                </a:cubicBezTo>
                <a:cubicBezTo>
                  <a:pt x="1182434" y="6167"/>
                  <a:pt x="1213008" y="8082"/>
                  <a:pt x="1243204" y="10372"/>
                </a:cubicBezTo>
                <a:cubicBezTo>
                  <a:pt x="1273402" y="12662"/>
                  <a:pt x="1303077" y="15317"/>
                  <a:pt x="1332229" y="18336"/>
                </a:cubicBezTo>
                <a:cubicBezTo>
                  <a:pt x="1361385" y="21355"/>
                  <a:pt x="1389877" y="24724"/>
                  <a:pt x="1417708" y="28443"/>
                </a:cubicBezTo>
                <a:cubicBezTo>
                  <a:pt x="1445537" y="32161"/>
                  <a:pt x="1472572" y="36212"/>
                  <a:pt x="1498810" y="40595"/>
                </a:cubicBezTo>
                <a:cubicBezTo>
                  <a:pt x="1525049" y="44978"/>
                  <a:pt x="1550367" y="49672"/>
                  <a:pt x="1574760" y="54677"/>
                </a:cubicBezTo>
                <a:cubicBezTo>
                  <a:pt x="1599155" y="59682"/>
                  <a:pt x="1622507" y="64973"/>
                  <a:pt x="1644819" y="70552"/>
                </a:cubicBezTo>
                <a:cubicBezTo>
                  <a:pt x="1667132" y="76130"/>
                  <a:pt x="1688299" y="81968"/>
                  <a:pt x="1708319" y="88067"/>
                </a:cubicBezTo>
                <a:cubicBezTo>
                  <a:pt x="1728338" y="94165"/>
                  <a:pt x="1747112" y="100494"/>
                  <a:pt x="1764643" y="107053"/>
                </a:cubicBezTo>
                <a:cubicBezTo>
                  <a:pt x="1782173" y="113613"/>
                  <a:pt x="1798379" y="120372"/>
                  <a:pt x="1813256" y="127329"/>
                </a:cubicBezTo>
                <a:cubicBezTo>
                  <a:pt x="1828129" y="134287"/>
                  <a:pt x="1841605" y="141410"/>
                  <a:pt x="1853680" y="148698"/>
                </a:cubicBezTo>
                <a:cubicBezTo>
                  <a:pt x="1865758" y="155987"/>
                  <a:pt x="1876379" y="163406"/>
                  <a:pt x="1885538" y="170955"/>
                </a:cubicBezTo>
                <a:cubicBezTo>
                  <a:pt x="1894698" y="178504"/>
                  <a:pt x="1902358" y="186148"/>
                  <a:pt x="1908512" y="193885"/>
                </a:cubicBezTo>
                <a:cubicBezTo>
                  <a:pt x="1914670" y="201623"/>
                  <a:pt x="1919297" y="209417"/>
                  <a:pt x="1922390" y="217268"/>
                </a:cubicBezTo>
                <a:cubicBezTo>
                  <a:pt x="1925483" y="225119"/>
                  <a:pt x="1927029" y="232989"/>
                  <a:pt x="1927027" y="24087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059" cap="flat">
            <a:solidFill>
              <a:srgbClr val="6C8EBF"/>
            </a:solidFill>
            <a:miter/>
          </a:ln>
        </p:spPr>
      </p:sp>
      <p:sp>
        <p:nvSpPr>
          <p:cNvPr id="161" name="Text symbolicinput">
            <a:extLst xmlns:a="http://schemas.openxmlformats.org/drawingml/2006/main">
              <a:ext uri="{FF2B5EF4-FFF2-40B4-BE49-F238E27FC236}">
                <a16:creationId xmlns:a16="http://schemas.microsoft.com/office/drawing/2014/main" id="{23110535-21A0-48D2-B27C-A45B14F6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4156" y="273851"/>
            <a:ext cx="1391276" cy="185175"/>
          </a:xfrm>
          <a:custGeom xmlns:a="http://schemas.openxmlformats.org/drawingml/2006/main">
            <a:pathLst>
              <a:path w="1391276" h="185175">
                <a:moveTo>
                  <a:pt x="82143" y="116046"/>
                </a:moveTo>
                <a:cubicBezTo>
                  <a:pt x="82143" y="125636"/>
                  <a:pt x="78176" y="133501"/>
                  <a:pt x="70241" y="139643"/>
                </a:cubicBezTo>
                <a:cubicBezTo>
                  <a:pt x="62305" y="145785"/>
                  <a:pt x="51469" y="148855"/>
                  <a:pt x="37731" y="148855"/>
                </a:cubicBezTo>
                <a:cubicBezTo>
                  <a:pt x="29953" y="148855"/>
                  <a:pt x="22818" y="147927"/>
                  <a:pt x="16325" y="146071"/>
                </a:cubicBezTo>
                <a:cubicBezTo>
                  <a:pt x="9833" y="144214"/>
                  <a:pt x="4391" y="142185"/>
                  <a:pt x="0" y="139981"/>
                </a:cubicBezTo>
                <a:lnTo>
                  <a:pt x="0" y="120063"/>
                </a:lnTo>
                <a:lnTo>
                  <a:pt x="941" y="120063"/>
                </a:lnTo>
                <a:cubicBezTo>
                  <a:pt x="6524" y="124323"/>
                  <a:pt x="12734" y="127709"/>
                  <a:pt x="19571" y="130222"/>
                </a:cubicBezTo>
                <a:cubicBezTo>
                  <a:pt x="26409" y="132733"/>
                  <a:pt x="32964" y="133989"/>
                  <a:pt x="39237" y="133989"/>
                </a:cubicBezTo>
                <a:cubicBezTo>
                  <a:pt x="47015" y="133989"/>
                  <a:pt x="53100" y="132729"/>
                  <a:pt x="57491" y="130210"/>
                </a:cubicBezTo>
                <a:cubicBezTo>
                  <a:pt x="61882" y="127689"/>
                  <a:pt x="64077" y="123720"/>
                  <a:pt x="64077" y="118302"/>
                </a:cubicBezTo>
                <a:cubicBezTo>
                  <a:pt x="64077" y="114165"/>
                  <a:pt x="62886" y="111032"/>
                  <a:pt x="60502" y="108901"/>
                </a:cubicBezTo>
                <a:cubicBezTo>
                  <a:pt x="58118" y="106770"/>
                  <a:pt x="53539" y="104952"/>
                  <a:pt x="46764" y="103447"/>
                </a:cubicBezTo>
                <a:cubicBezTo>
                  <a:pt x="44255" y="102884"/>
                  <a:pt x="40978" y="102226"/>
                  <a:pt x="36932" y="101474"/>
                </a:cubicBezTo>
                <a:cubicBezTo>
                  <a:pt x="32886" y="100721"/>
                  <a:pt x="29200" y="99906"/>
                  <a:pt x="25876" y="99030"/>
                </a:cubicBezTo>
                <a:cubicBezTo>
                  <a:pt x="16654" y="96586"/>
                  <a:pt x="10115" y="92997"/>
                  <a:pt x="6257" y="88265"/>
                </a:cubicBezTo>
                <a:cubicBezTo>
                  <a:pt x="2399" y="83533"/>
                  <a:pt x="470" y="77720"/>
                  <a:pt x="470" y="70826"/>
                </a:cubicBezTo>
                <a:cubicBezTo>
                  <a:pt x="470" y="66501"/>
                  <a:pt x="1364" y="62428"/>
                  <a:pt x="3152" y="58605"/>
                </a:cubicBezTo>
                <a:cubicBezTo>
                  <a:pt x="4940" y="54781"/>
                  <a:pt x="7653" y="51364"/>
                  <a:pt x="11291" y="48355"/>
                </a:cubicBezTo>
                <a:cubicBezTo>
                  <a:pt x="14804" y="45411"/>
                  <a:pt x="19273" y="43077"/>
                  <a:pt x="24699" y="41354"/>
                </a:cubicBezTo>
                <a:cubicBezTo>
                  <a:pt x="30125" y="39629"/>
                  <a:pt x="36194" y="38766"/>
                  <a:pt x="42906" y="38766"/>
                </a:cubicBezTo>
                <a:cubicBezTo>
                  <a:pt x="49179" y="38766"/>
                  <a:pt x="55531" y="39532"/>
                  <a:pt x="61960" y="41063"/>
                </a:cubicBezTo>
                <a:cubicBezTo>
                  <a:pt x="68390" y="42594"/>
                  <a:pt x="73738" y="44454"/>
                  <a:pt x="78003" y="46644"/>
                </a:cubicBezTo>
                <a:lnTo>
                  <a:pt x="78003" y="65489"/>
                </a:lnTo>
                <a:lnTo>
                  <a:pt x="77062" y="65489"/>
                </a:lnTo>
                <a:cubicBezTo>
                  <a:pt x="72546" y="62164"/>
                  <a:pt x="67057" y="59357"/>
                  <a:pt x="60596" y="57067"/>
                </a:cubicBezTo>
                <a:cubicBezTo>
                  <a:pt x="54135" y="54778"/>
                  <a:pt x="47799" y="53633"/>
                  <a:pt x="41589" y="53633"/>
                </a:cubicBezTo>
                <a:cubicBezTo>
                  <a:pt x="35128" y="53633"/>
                  <a:pt x="29671" y="54878"/>
                  <a:pt x="25217" y="57367"/>
                </a:cubicBezTo>
                <a:cubicBezTo>
                  <a:pt x="20763" y="59857"/>
                  <a:pt x="18536" y="63559"/>
                  <a:pt x="18536" y="68473"/>
                </a:cubicBezTo>
                <a:cubicBezTo>
                  <a:pt x="18536" y="72798"/>
                  <a:pt x="19885" y="76057"/>
                  <a:pt x="22582" y="78250"/>
                </a:cubicBezTo>
                <a:cubicBezTo>
                  <a:pt x="25217" y="80444"/>
                  <a:pt x="29483" y="82231"/>
                  <a:pt x="35379" y="83611"/>
                </a:cubicBezTo>
                <a:cubicBezTo>
                  <a:pt x="38641" y="84363"/>
                  <a:pt x="42295" y="85116"/>
                  <a:pt x="46341" y="85869"/>
                </a:cubicBezTo>
                <a:cubicBezTo>
                  <a:pt x="50387" y="86620"/>
                  <a:pt x="53759" y="87309"/>
                  <a:pt x="56456" y="87936"/>
                </a:cubicBezTo>
                <a:cubicBezTo>
                  <a:pt x="64673" y="89816"/>
                  <a:pt x="71009" y="93043"/>
                  <a:pt x="75463" y="97619"/>
                </a:cubicBezTo>
                <a:cubicBezTo>
                  <a:pt x="79916" y="102257"/>
                  <a:pt x="82143" y="108399"/>
                  <a:pt x="82143" y="116046"/>
                </a:cubicBezTo>
                <a:close/>
                <a:moveTo>
                  <a:pt x="198349" y="41213"/>
                </a:moveTo>
                <a:lnTo>
                  <a:pt x="137000" y="185175"/>
                </a:lnTo>
                <a:lnTo>
                  <a:pt x="118088" y="185175"/>
                </a:lnTo>
                <a:lnTo>
                  <a:pt x="137659" y="141298"/>
                </a:lnTo>
                <a:lnTo>
                  <a:pt x="95788" y="41213"/>
                </a:lnTo>
                <a:lnTo>
                  <a:pt x="114983" y="41213"/>
                </a:lnTo>
                <a:lnTo>
                  <a:pt x="147257" y="119122"/>
                </a:lnTo>
                <a:lnTo>
                  <a:pt x="179813" y="41213"/>
                </a:lnTo>
                <a:lnTo>
                  <a:pt x="198349" y="41213"/>
                </a:lnTo>
                <a:close/>
                <a:moveTo>
                  <a:pt x="374907" y="146409"/>
                </a:moveTo>
                <a:lnTo>
                  <a:pt x="357218" y="146409"/>
                </a:lnTo>
                <a:lnTo>
                  <a:pt x="357218" y="86504"/>
                </a:lnTo>
                <a:cubicBezTo>
                  <a:pt x="357218" y="81984"/>
                  <a:pt x="357014" y="77620"/>
                  <a:pt x="356606" y="73413"/>
                </a:cubicBezTo>
                <a:cubicBezTo>
                  <a:pt x="356198" y="69205"/>
                  <a:pt x="355336" y="65845"/>
                  <a:pt x="354018" y="63333"/>
                </a:cubicBezTo>
                <a:cubicBezTo>
                  <a:pt x="352576" y="60632"/>
                  <a:pt x="350506" y="58592"/>
                  <a:pt x="347808" y="57212"/>
                </a:cubicBezTo>
                <a:cubicBezTo>
                  <a:pt x="345111" y="55830"/>
                  <a:pt x="341222" y="55139"/>
                  <a:pt x="336141" y="55139"/>
                </a:cubicBezTo>
                <a:cubicBezTo>
                  <a:pt x="331185" y="55139"/>
                  <a:pt x="326230" y="56379"/>
                  <a:pt x="321274" y="58861"/>
                </a:cubicBezTo>
                <a:cubicBezTo>
                  <a:pt x="316318" y="61341"/>
                  <a:pt x="311363" y="64496"/>
                  <a:pt x="306407" y="68326"/>
                </a:cubicBezTo>
                <a:cubicBezTo>
                  <a:pt x="306595" y="69769"/>
                  <a:pt x="306752" y="71448"/>
                  <a:pt x="306878" y="73363"/>
                </a:cubicBezTo>
                <a:cubicBezTo>
                  <a:pt x="307003" y="75278"/>
                  <a:pt x="307066" y="77178"/>
                  <a:pt x="307066" y="79062"/>
                </a:cubicBezTo>
                <a:lnTo>
                  <a:pt x="307066" y="146409"/>
                </a:lnTo>
                <a:lnTo>
                  <a:pt x="289376" y="146409"/>
                </a:lnTo>
                <a:lnTo>
                  <a:pt x="289376" y="86504"/>
                </a:lnTo>
                <a:cubicBezTo>
                  <a:pt x="289376" y="81858"/>
                  <a:pt x="289173" y="77447"/>
                  <a:pt x="288765" y="73272"/>
                </a:cubicBezTo>
                <a:cubicBezTo>
                  <a:pt x="288357" y="69095"/>
                  <a:pt x="287495" y="65751"/>
                  <a:pt x="286177" y="63239"/>
                </a:cubicBezTo>
                <a:cubicBezTo>
                  <a:pt x="284734" y="60538"/>
                  <a:pt x="282664" y="58513"/>
                  <a:pt x="279967" y="57165"/>
                </a:cubicBezTo>
                <a:cubicBezTo>
                  <a:pt x="277270" y="55814"/>
                  <a:pt x="273381" y="55139"/>
                  <a:pt x="268300" y="55139"/>
                </a:cubicBezTo>
                <a:cubicBezTo>
                  <a:pt x="263469" y="55139"/>
                  <a:pt x="258624" y="56332"/>
                  <a:pt x="253762" y="58720"/>
                </a:cubicBezTo>
                <a:cubicBezTo>
                  <a:pt x="248901" y="61106"/>
                  <a:pt x="244055" y="64150"/>
                  <a:pt x="239225" y="67853"/>
                </a:cubicBezTo>
                <a:lnTo>
                  <a:pt x="239225" y="146409"/>
                </a:lnTo>
                <a:lnTo>
                  <a:pt x="221535" y="146409"/>
                </a:lnTo>
                <a:lnTo>
                  <a:pt x="221535" y="41213"/>
                </a:lnTo>
                <a:lnTo>
                  <a:pt x="239225" y="41213"/>
                </a:lnTo>
                <a:lnTo>
                  <a:pt x="239225" y="52892"/>
                </a:lnTo>
                <a:cubicBezTo>
                  <a:pt x="244745" y="48280"/>
                  <a:pt x="250249" y="44679"/>
                  <a:pt x="255738" y="42089"/>
                </a:cubicBezTo>
                <a:cubicBezTo>
                  <a:pt x="261227" y="39498"/>
                  <a:pt x="267076" y="38202"/>
                  <a:pt x="273286" y="38202"/>
                </a:cubicBezTo>
                <a:cubicBezTo>
                  <a:pt x="280438" y="38202"/>
                  <a:pt x="286507" y="39717"/>
                  <a:pt x="291493" y="42748"/>
                </a:cubicBezTo>
                <a:cubicBezTo>
                  <a:pt x="296480" y="45776"/>
                  <a:pt x="300197" y="49973"/>
                  <a:pt x="302644" y="55339"/>
                </a:cubicBezTo>
                <a:cubicBezTo>
                  <a:pt x="309795" y="49279"/>
                  <a:pt x="316318" y="44909"/>
                  <a:pt x="322215" y="42227"/>
                </a:cubicBezTo>
                <a:cubicBezTo>
                  <a:pt x="328111" y="39544"/>
                  <a:pt x="334416" y="38202"/>
                  <a:pt x="341128" y="38202"/>
                </a:cubicBezTo>
                <a:cubicBezTo>
                  <a:pt x="352670" y="38202"/>
                  <a:pt x="361185" y="41705"/>
                  <a:pt x="366674" y="48711"/>
                </a:cubicBezTo>
                <a:cubicBezTo>
                  <a:pt x="372163" y="55717"/>
                  <a:pt x="374907" y="65505"/>
                  <a:pt x="374907" y="78074"/>
                </a:cubicBezTo>
                <a:lnTo>
                  <a:pt x="374907" y="146409"/>
                </a:lnTo>
                <a:close/>
                <a:moveTo>
                  <a:pt x="501528" y="93008"/>
                </a:moveTo>
                <a:cubicBezTo>
                  <a:pt x="501528" y="101814"/>
                  <a:pt x="500289" y="109738"/>
                  <a:pt x="497811" y="116781"/>
                </a:cubicBezTo>
                <a:cubicBezTo>
                  <a:pt x="495333" y="123825"/>
                  <a:pt x="491993" y="129736"/>
                  <a:pt x="487790" y="134515"/>
                </a:cubicBezTo>
                <a:cubicBezTo>
                  <a:pt x="483337" y="139484"/>
                  <a:pt x="478444" y="143211"/>
                  <a:pt x="473112" y="145694"/>
                </a:cubicBezTo>
                <a:cubicBezTo>
                  <a:pt x="467780" y="148178"/>
                  <a:pt x="461915" y="149420"/>
                  <a:pt x="455516" y="149420"/>
                </a:cubicBezTo>
                <a:cubicBezTo>
                  <a:pt x="449557" y="149420"/>
                  <a:pt x="444351" y="148712"/>
                  <a:pt x="439897" y="147297"/>
                </a:cubicBezTo>
                <a:cubicBezTo>
                  <a:pt x="435443" y="145882"/>
                  <a:pt x="431052" y="143979"/>
                  <a:pt x="426724" y="141590"/>
                </a:cubicBezTo>
                <a:lnTo>
                  <a:pt x="425595" y="146409"/>
                </a:lnTo>
                <a:lnTo>
                  <a:pt x="409034" y="146409"/>
                </a:lnTo>
                <a:lnTo>
                  <a:pt x="409034" y="0"/>
                </a:lnTo>
                <a:lnTo>
                  <a:pt x="426724" y="0"/>
                </a:lnTo>
                <a:lnTo>
                  <a:pt x="426724" y="52163"/>
                </a:lnTo>
                <a:cubicBezTo>
                  <a:pt x="431679" y="48076"/>
                  <a:pt x="436949" y="44728"/>
                  <a:pt x="442532" y="42118"/>
                </a:cubicBezTo>
                <a:cubicBezTo>
                  <a:pt x="448114" y="39507"/>
                  <a:pt x="454387" y="38202"/>
                  <a:pt x="461350" y="38202"/>
                </a:cubicBezTo>
                <a:cubicBezTo>
                  <a:pt x="473770" y="38202"/>
                  <a:pt x="483572" y="42982"/>
                  <a:pt x="490754" y="52542"/>
                </a:cubicBezTo>
                <a:cubicBezTo>
                  <a:pt x="497937" y="62100"/>
                  <a:pt x="501528" y="75589"/>
                  <a:pt x="501528" y="93008"/>
                </a:cubicBezTo>
                <a:moveTo>
                  <a:pt x="483274" y="93482"/>
                </a:moveTo>
                <a:cubicBezTo>
                  <a:pt x="483274" y="80920"/>
                  <a:pt x="481204" y="71389"/>
                  <a:pt x="477064" y="64889"/>
                </a:cubicBezTo>
                <a:cubicBezTo>
                  <a:pt x="472924" y="58389"/>
                  <a:pt x="466243" y="55139"/>
                  <a:pt x="457022" y="55139"/>
                </a:cubicBezTo>
                <a:cubicBezTo>
                  <a:pt x="451878" y="55139"/>
                  <a:pt x="446672" y="56254"/>
                  <a:pt x="441402" y="58485"/>
                </a:cubicBezTo>
                <a:cubicBezTo>
                  <a:pt x="436133" y="60714"/>
                  <a:pt x="431240" y="63586"/>
                  <a:pt x="426724" y="67103"/>
                </a:cubicBezTo>
                <a:lnTo>
                  <a:pt x="426724" y="127396"/>
                </a:lnTo>
                <a:cubicBezTo>
                  <a:pt x="431742" y="129656"/>
                  <a:pt x="436055" y="131227"/>
                  <a:pt x="439662" y="132107"/>
                </a:cubicBezTo>
                <a:cubicBezTo>
                  <a:pt x="443269" y="132985"/>
                  <a:pt x="447362" y="133424"/>
                  <a:pt x="451941" y="133424"/>
                </a:cubicBezTo>
                <a:cubicBezTo>
                  <a:pt x="461727" y="133424"/>
                  <a:pt x="469395" y="130205"/>
                  <a:pt x="474947" y="123768"/>
                </a:cubicBezTo>
                <a:cubicBezTo>
                  <a:pt x="480498" y="117330"/>
                  <a:pt x="483274" y="107235"/>
                  <a:pt x="483274" y="93482"/>
                </a:cubicBezTo>
                <a:close/>
                <a:moveTo>
                  <a:pt x="618665" y="93858"/>
                </a:moveTo>
                <a:cubicBezTo>
                  <a:pt x="618665" y="111026"/>
                  <a:pt x="614274" y="124578"/>
                  <a:pt x="605492" y="134515"/>
                </a:cubicBezTo>
                <a:cubicBezTo>
                  <a:pt x="596710" y="144452"/>
                  <a:pt x="584948" y="149420"/>
                  <a:pt x="570207" y="149420"/>
                </a:cubicBezTo>
                <a:cubicBezTo>
                  <a:pt x="555340" y="149420"/>
                  <a:pt x="543531" y="144452"/>
                  <a:pt x="534781" y="134515"/>
                </a:cubicBezTo>
                <a:cubicBezTo>
                  <a:pt x="526030" y="124578"/>
                  <a:pt x="521655" y="111026"/>
                  <a:pt x="521655" y="93858"/>
                </a:cubicBezTo>
                <a:cubicBezTo>
                  <a:pt x="521655" y="76690"/>
                  <a:pt x="526030" y="63122"/>
                  <a:pt x="534781" y="53154"/>
                </a:cubicBezTo>
                <a:cubicBezTo>
                  <a:pt x="543531" y="43186"/>
                  <a:pt x="555340" y="38202"/>
                  <a:pt x="570207" y="38202"/>
                </a:cubicBezTo>
                <a:cubicBezTo>
                  <a:pt x="584948" y="38202"/>
                  <a:pt x="596710" y="43186"/>
                  <a:pt x="605492" y="53154"/>
                </a:cubicBezTo>
                <a:cubicBezTo>
                  <a:pt x="614274" y="63122"/>
                  <a:pt x="618665" y="76690"/>
                  <a:pt x="618665" y="93858"/>
                </a:cubicBezTo>
                <a:moveTo>
                  <a:pt x="600411" y="93858"/>
                </a:moveTo>
                <a:cubicBezTo>
                  <a:pt x="600411" y="80261"/>
                  <a:pt x="597745" y="70158"/>
                  <a:pt x="592413" y="63548"/>
                </a:cubicBezTo>
                <a:cubicBezTo>
                  <a:pt x="587081" y="56938"/>
                  <a:pt x="579679" y="53633"/>
                  <a:pt x="570207" y="53633"/>
                </a:cubicBezTo>
                <a:cubicBezTo>
                  <a:pt x="560609" y="53633"/>
                  <a:pt x="553160" y="56938"/>
                  <a:pt x="547860" y="63548"/>
                </a:cubicBezTo>
                <a:cubicBezTo>
                  <a:pt x="542559" y="70158"/>
                  <a:pt x="539909" y="80261"/>
                  <a:pt x="539909" y="93858"/>
                </a:cubicBezTo>
                <a:cubicBezTo>
                  <a:pt x="539909" y="107015"/>
                  <a:pt x="542575" y="116993"/>
                  <a:pt x="547907" y="123791"/>
                </a:cubicBezTo>
                <a:cubicBezTo>
                  <a:pt x="553239" y="130590"/>
                  <a:pt x="560672" y="133989"/>
                  <a:pt x="570207" y="133989"/>
                </a:cubicBezTo>
                <a:cubicBezTo>
                  <a:pt x="579616" y="133989"/>
                  <a:pt x="587002" y="130621"/>
                  <a:pt x="592366" y="123885"/>
                </a:cubicBezTo>
                <a:cubicBezTo>
                  <a:pt x="597729" y="117150"/>
                  <a:pt x="600411" y="107141"/>
                  <a:pt x="600411" y="93858"/>
                </a:cubicBezTo>
                <a:close/>
                <a:moveTo>
                  <a:pt x="663937" y="146409"/>
                </a:moveTo>
                <a:lnTo>
                  <a:pt x="646248" y="146409"/>
                </a:lnTo>
                <a:lnTo>
                  <a:pt x="646248" y="0"/>
                </a:lnTo>
                <a:lnTo>
                  <a:pt x="663937" y="0"/>
                </a:lnTo>
                <a:lnTo>
                  <a:pt x="663937" y="146409"/>
                </a:lnTo>
                <a:close/>
                <a:moveTo>
                  <a:pt x="717867" y="23711"/>
                </a:moveTo>
                <a:lnTo>
                  <a:pt x="697919" y="23711"/>
                </a:lnTo>
                <a:lnTo>
                  <a:pt x="697919" y="5269"/>
                </a:lnTo>
                <a:lnTo>
                  <a:pt x="717867" y="5269"/>
                </a:lnTo>
                <a:lnTo>
                  <a:pt x="717867" y="23711"/>
                </a:lnTo>
                <a:moveTo>
                  <a:pt x="716738" y="146409"/>
                </a:moveTo>
                <a:lnTo>
                  <a:pt x="699048" y="146409"/>
                </a:lnTo>
                <a:lnTo>
                  <a:pt x="699048" y="41213"/>
                </a:lnTo>
                <a:lnTo>
                  <a:pt x="716738" y="41213"/>
                </a:lnTo>
                <a:lnTo>
                  <a:pt x="716738" y="146409"/>
                </a:lnTo>
                <a:close/>
                <a:moveTo>
                  <a:pt x="829382" y="139916"/>
                </a:moveTo>
                <a:cubicBezTo>
                  <a:pt x="823485" y="142739"/>
                  <a:pt x="817887" y="144935"/>
                  <a:pt x="812586" y="146503"/>
                </a:cubicBezTo>
                <a:cubicBezTo>
                  <a:pt x="807285" y="148071"/>
                  <a:pt x="801655" y="148855"/>
                  <a:pt x="795696" y="148855"/>
                </a:cubicBezTo>
                <a:cubicBezTo>
                  <a:pt x="788106" y="148855"/>
                  <a:pt x="781143" y="147740"/>
                  <a:pt x="774808" y="145509"/>
                </a:cubicBezTo>
                <a:cubicBezTo>
                  <a:pt x="768472" y="143278"/>
                  <a:pt x="763046" y="139901"/>
                  <a:pt x="758529" y="135376"/>
                </a:cubicBezTo>
                <a:cubicBezTo>
                  <a:pt x="753950" y="130852"/>
                  <a:pt x="750406" y="125134"/>
                  <a:pt x="747897" y="118222"/>
                </a:cubicBezTo>
                <a:cubicBezTo>
                  <a:pt x="745388" y="111310"/>
                  <a:pt x="744133" y="103236"/>
                  <a:pt x="744133" y="93999"/>
                </a:cubicBezTo>
                <a:cubicBezTo>
                  <a:pt x="744133" y="76782"/>
                  <a:pt x="748854" y="63273"/>
                  <a:pt x="758294" y="53471"/>
                </a:cubicBezTo>
                <a:cubicBezTo>
                  <a:pt x="767735" y="43668"/>
                  <a:pt x="780202" y="38766"/>
                  <a:pt x="795696" y="38766"/>
                </a:cubicBezTo>
                <a:cubicBezTo>
                  <a:pt x="801718" y="38766"/>
                  <a:pt x="807630" y="39613"/>
                  <a:pt x="813433" y="41307"/>
                </a:cubicBezTo>
                <a:cubicBezTo>
                  <a:pt x="819235" y="43001"/>
                  <a:pt x="824551" y="45071"/>
                  <a:pt x="829382" y="47517"/>
                </a:cubicBezTo>
                <a:lnTo>
                  <a:pt x="829382" y="67182"/>
                </a:lnTo>
                <a:lnTo>
                  <a:pt x="828441" y="67182"/>
                </a:lnTo>
                <a:cubicBezTo>
                  <a:pt x="823046" y="63009"/>
                  <a:pt x="817479" y="59802"/>
                  <a:pt x="811739" y="57561"/>
                </a:cubicBezTo>
                <a:cubicBezTo>
                  <a:pt x="805999" y="55319"/>
                  <a:pt x="800401" y="54198"/>
                  <a:pt x="794943" y="54198"/>
                </a:cubicBezTo>
                <a:cubicBezTo>
                  <a:pt x="784907" y="54198"/>
                  <a:pt x="776987" y="57569"/>
                  <a:pt x="771185" y="64313"/>
                </a:cubicBezTo>
                <a:cubicBezTo>
                  <a:pt x="765383" y="71056"/>
                  <a:pt x="762481" y="80951"/>
                  <a:pt x="762481" y="93999"/>
                </a:cubicBezTo>
                <a:cubicBezTo>
                  <a:pt x="762481" y="106670"/>
                  <a:pt x="765320" y="116409"/>
                  <a:pt x="770997" y="123215"/>
                </a:cubicBezTo>
                <a:cubicBezTo>
                  <a:pt x="776674" y="130021"/>
                  <a:pt x="784656" y="133424"/>
                  <a:pt x="794943" y="133424"/>
                </a:cubicBezTo>
                <a:cubicBezTo>
                  <a:pt x="798519" y="133424"/>
                  <a:pt x="802157" y="132958"/>
                  <a:pt x="805858" y="132024"/>
                </a:cubicBezTo>
                <a:cubicBezTo>
                  <a:pt x="809559" y="131089"/>
                  <a:pt x="812884" y="129874"/>
                  <a:pt x="815832" y="128378"/>
                </a:cubicBezTo>
                <a:cubicBezTo>
                  <a:pt x="818404" y="127071"/>
                  <a:pt x="820819" y="125686"/>
                  <a:pt x="823077" y="124224"/>
                </a:cubicBezTo>
                <a:cubicBezTo>
                  <a:pt x="825336" y="122759"/>
                  <a:pt x="827123" y="121498"/>
                  <a:pt x="828441" y="120439"/>
                </a:cubicBezTo>
                <a:lnTo>
                  <a:pt x="829382" y="120439"/>
                </a:lnTo>
                <a:lnTo>
                  <a:pt x="829382" y="139916"/>
                </a:lnTo>
                <a:close/>
                <a:moveTo>
                  <a:pt x="938896" y="23711"/>
                </a:moveTo>
                <a:lnTo>
                  <a:pt x="918948" y="23711"/>
                </a:lnTo>
                <a:lnTo>
                  <a:pt x="918948" y="5269"/>
                </a:lnTo>
                <a:lnTo>
                  <a:pt x="938896" y="5269"/>
                </a:lnTo>
                <a:lnTo>
                  <a:pt x="938896" y="23711"/>
                </a:lnTo>
                <a:moveTo>
                  <a:pt x="937767" y="146409"/>
                </a:moveTo>
                <a:lnTo>
                  <a:pt x="920078" y="146409"/>
                </a:lnTo>
                <a:lnTo>
                  <a:pt x="920078" y="41213"/>
                </a:lnTo>
                <a:lnTo>
                  <a:pt x="937767" y="41213"/>
                </a:lnTo>
                <a:lnTo>
                  <a:pt x="937767" y="146409"/>
                </a:lnTo>
                <a:close/>
                <a:moveTo>
                  <a:pt x="1060571" y="146409"/>
                </a:moveTo>
                <a:lnTo>
                  <a:pt x="1042881" y="146409"/>
                </a:lnTo>
                <a:lnTo>
                  <a:pt x="1042881" y="86504"/>
                </a:lnTo>
                <a:cubicBezTo>
                  <a:pt x="1042881" y="81668"/>
                  <a:pt x="1042599" y="77131"/>
                  <a:pt x="1042035" y="72893"/>
                </a:cubicBezTo>
                <a:cubicBezTo>
                  <a:pt x="1041470" y="68655"/>
                  <a:pt x="1040435" y="65343"/>
                  <a:pt x="1038930" y="62957"/>
                </a:cubicBezTo>
                <a:cubicBezTo>
                  <a:pt x="1037361" y="60319"/>
                  <a:pt x="1035103" y="58356"/>
                  <a:pt x="1032155" y="57070"/>
                </a:cubicBezTo>
                <a:cubicBezTo>
                  <a:pt x="1029207" y="55783"/>
                  <a:pt x="1025380" y="55139"/>
                  <a:pt x="1020675" y="55139"/>
                </a:cubicBezTo>
                <a:cubicBezTo>
                  <a:pt x="1015845" y="55139"/>
                  <a:pt x="1010796" y="56332"/>
                  <a:pt x="1005526" y="58720"/>
                </a:cubicBezTo>
                <a:cubicBezTo>
                  <a:pt x="1000257" y="61106"/>
                  <a:pt x="995208" y="64150"/>
                  <a:pt x="990377" y="67853"/>
                </a:cubicBezTo>
                <a:lnTo>
                  <a:pt x="990377" y="146409"/>
                </a:lnTo>
                <a:lnTo>
                  <a:pt x="972688" y="146409"/>
                </a:lnTo>
                <a:lnTo>
                  <a:pt x="972688" y="41213"/>
                </a:lnTo>
                <a:lnTo>
                  <a:pt x="990377" y="41213"/>
                </a:lnTo>
                <a:lnTo>
                  <a:pt x="990377" y="52813"/>
                </a:lnTo>
                <a:cubicBezTo>
                  <a:pt x="995898" y="48226"/>
                  <a:pt x="1001606" y="44644"/>
                  <a:pt x="1007502" y="42068"/>
                </a:cubicBezTo>
                <a:cubicBezTo>
                  <a:pt x="1013399" y="39491"/>
                  <a:pt x="1019452" y="38202"/>
                  <a:pt x="1025662" y="38202"/>
                </a:cubicBezTo>
                <a:cubicBezTo>
                  <a:pt x="1037016" y="38202"/>
                  <a:pt x="1045673" y="41626"/>
                  <a:pt x="1051632" y="48476"/>
                </a:cubicBezTo>
                <a:cubicBezTo>
                  <a:pt x="1057591" y="55325"/>
                  <a:pt x="1060571" y="65191"/>
                  <a:pt x="1060571" y="78074"/>
                </a:cubicBezTo>
                <a:lnTo>
                  <a:pt x="1060571" y="146409"/>
                </a:lnTo>
                <a:close/>
                <a:moveTo>
                  <a:pt x="1187162" y="92494"/>
                </a:moveTo>
                <a:cubicBezTo>
                  <a:pt x="1187162" y="101038"/>
                  <a:pt x="1185939" y="108845"/>
                  <a:pt x="1183493" y="115914"/>
                </a:cubicBezTo>
                <a:cubicBezTo>
                  <a:pt x="1181046" y="122983"/>
                  <a:pt x="1177596" y="128968"/>
                  <a:pt x="1173142" y="133871"/>
                </a:cubicBezTo>
                <a:cubicBezTo>
                  <a:pt x="1169002" y="138521"/>
                  <a:pt x="1164125" y="142118"/>
                  <a:pt x="1158511" y="144662"/>
                </a:cubicBezTo>
                <a:cubicBezTo>
                  <a:pt x="1152897" y="147207"/>
                  <a:pt x="1146953" y="148479"/>
                  <a:pt x="1140680" y="148479"/>
                </a:cubicBezTo>
                <a:cubicBezTo>
                  <a:pt x="1135223" y="148479"/>
                  <a:pt x="1130283" y="147882"/>
                  <a:pt x="1125861" y="146688"/>
                </a:cubicBezTo>
                <a:cubicBezTo>
                  <a:pt x="1121438" y="145494"/>
                  <a:pt x="1116937" y="143641"/>
                  <a:pt x="1112358" y="141128"/>
                </a:cubicBezTo>
                <a:lnTo>
                  <a:pt x="1112358" y="185175"/>
                </a:lnTo>
                <a:lnTo>
                  <a:pt x="1094669" y="185175"/>
                </a:lnTo>
                <a:lnTo>
                  <a:pt x="1094669" y="41213"/>
                </a:lnTo>
                <a:lnTo>
                  <a:pt x="1112358" y="41213"/>
                </a:lnTo>
                <a:lnTo>
                  <a:pt x="1112358" y="52151"/>
                </a:lnTo>
                <a:cubicBezTo>
                  <a:pt x="1117063" y="48193"/>
                  <a:pt x="1122348" y="44879"/>
                  <a:pt x="1128213" y="42210"/>
                </a:cubicBezTo>
                <a:cubicBezTo>
                  <a:pt x="1134078" y="39538"/>
                  <a:pt x="1140335" y="38202"/>
                  <a:pt x="1146984" y="38202"/>
                </a:cubicBezTo>
                <a:cubicBezTo>
                  <a:pt x="1159656" y="38202"/>
                  <a:pt x="1169520" y="42994"/>
                  <a:pt x="1176577" y="52577"/>
                </a:cubicBezTo>
                <a:cubicBezTo>
                  <a:pt x="1183634" y="62159"/>
                  <a:pt x="1187162" y="75465"/>
                  <a:pt x="1187162" y="92494"/>
                </a:cubicBezTo>
                <a:moveTo>
                  <a:pt x="1168908" y="92964"/>
                </a:moveTo>
                <a:cubicBezTo>
                  <a:pt x="1168908" y="80293"/>
                  <a:pt x="1166744" y="70821"/>
                  <a:pt x="1162416" y="64548"/>
                </a:cubicBezTo>
                <a:cubicBezTo>
                  <a:pt x="1158087" y="58275"/>
                  <a:pt x="1151438" y="55139"/>
                  <a:pt x="1142468" y="55139"/>
                </a:cubicBezTo>
                <a:cubicBezTo>
                  <a:pt x="1137387" y="55139"/>
                  <a:pt x="1132275" y="56236"/>
                  <a:pt x="1127131" y="58432"/>
                </a:cubicBezTo>
                <a:cubicBezTo>
                  <a:pt x="1121987" y="60627"/>
                  <a:pt x="1117063" y="63513"/>
                  <a:pt x="1112358" y="67088"/>
                </a:cubicBezTo>
                <a:lnTo>
                  <a:pt x="1112358" y="126649"/>
                </a:lnTo>
                <a:cubicBezTo>
                  <a:pt x="1117376" y="128908"/>
                  <a:pt x="1121689" y="130444"/>
                  <a:pt x="1125296" y="131260"/>
                </a:cubicBezTo>
                <a:cubicBezTo>
                  <a:pt x="1128903" y="132075"/>
                  <a:pt x="1132996" y="132483"/>
                  <a:pt x="1137575" y="132483"/>
                </a:cubicBezTo>
                <a:cubicBezTo>
                  <a:pt x="1147424" y="132483"/>
                  <a:pt x="1155108" y="129159"/>
                  <a:pt x="1160628" y="122509"/>
                </a:cubicBezTo>
                <a:cubicBezTo>
                  <a:pt x="1166148" y="115860"/>
                  <a:pt x="1168908" y="106012"/>
                  <a:pt x="1168908" y="92964"/>
                </a:cubicBezTo>
                <a:close/>
                <a:moveTo>
                  <a:pt x="1301851" y="146409"/>
                </a:moveTo>
                <a:lnTo>
                  <a:pt x="1284162" y="146409"/>
                </a:lnTo>
                <a:lnTo>
                  <a:pt x="1284162" y="134809"/>
                </a:lnTo>
                <a:cubicBezTo>
                  <a:pt x="1278202" y="139521"/>
                  <a:pt x="1272494" y="143135"/>
                  <a:pt x="1267037" y="145650"/>
                </a:cubicBezTo>
                <a:cubicBezTo>
                  <a:pt x="1261579" y="148163"/>
                  <a:pt x="1255557" y="149420"/>
                  <a:pt x="1248971" y="149420"/>
                </a:cubicBezTo>
                <a:cubicBezTo>
                  <a:pt x="1237930" y="149420"/>
                  <a:pt x="1229337" y="146042"/>
                  <a:pt x="1223189" y="139287"/>
                </a:cubicBezTo>
                <a:cubicBezTo>
                  <a:pt x="1217042" y="132532"/>
                  <a:pt x="1213968" y="122619"/>
                  <a:pt x="1213968" y="109548"/>
                </a:cubicBezTo>
                <a:lnTo>
                  <a:pt x="1213968" y="41213"/>
                </a:lnTo>
                <a:lnTo>
                  <a:pt x="1231658" y="41213"/>
                </a:lnTo>
                <a:lnTo>
                  <a:pt x="1231658" y="101118"/>
                </a:lnTo>
                <a:cubicBezTo>
                  <a:pt x="1231658" y="106456"/>
                  <a:pt x="1231908" y="111024"/>
                  <a:pt x="1232410" y="114823"/>
                </a:cubicBezTo>
                <a:cubicBezTo>
                  <a:pt x="1232912" y="118622"/>
                  <a:pt x="1233979" y="121871"/>
                  <a:pt x="1235609" y="124570"/>
                </a:cubicBezTo>
                <a:cubicBezTo>
                  <a:pt x="1237303" y="127334"/>
                  <a:pt x="1239499" y="129345"/>
                  <a:pt x="1242196" y="130601"/>
                </a:cubicBezTo>
                <a:cubicBezTo>
                  <a:pt x="1244893" y="131856"/>
                  <a:pt x="1248814" y="132483"/>
                  <a:pt x="1253958" y="132483"/>
                </a:cubicBezTo>
                <a:cubicBezTo>
                  <a:pt x="1258537" y="132483"/>
                  <a:pt x="1263539" y="131290"/>
                  <a:pt x="1268965" y="128905"/>
                </a:cubicBezTo>
                <a:cubicBezTo>
                  <a:pt x="1274392" y="126517"/>
                  <a:pt x="1279457" y="123472"/>
                  <a:pt x="1284162" y="119769"/>
                </a:cubicBezTo>
                <a:lnTo>
                  <a:pt x="1284162" y="41213"/>
                </a:lnTo>
                <a:lnTo>
                  <a:pt x="1301851" y="41213"/>
                </a:lnTo>
                <a:lnTo>
                  <a:pt x="1301851" y="146409"/>
                </a:lnTo>
                <a:close/>
                <a:moveTo>
                  <a:pt x="1391276" y="145483"/>
                </a:moveTo>
                <a:cubicBezTo>
                  <a:pt x="1387951" y="146357"/>
                  <a:pt x="1384329" y="147074"/>
                  <a:pt x="1380408" y="147635"/>
                </a:cubicBezTo>
                <a:cubicBezTo>
                  <a:pt x="1376487" y="148198"/>
                  <a:pt x="1372990" y="148479"/>
                  <a:pt x="1369917" y="148479"/>
                </a:cubicBezTo>
                <a:cubicBezTo>
                  <a:pt x="1359190" y="148479"/>
                  <a:pt x="1351035" y="145591"/>
                  <a:pt x="1345452" y="139814"/>
                </a:cubicBezTo>
                <a:cubicBezTo>
                  <a:pt x="1339870" y="134037"/>
                  <a:pt x="1337078" y="124774"/>
                  <a:pt x="1337078" y="112027"/>
                </a:cubicBezTo>
                <a:lnTo>
                  <a:pt x="1337078" y="56080"/>
                </a:lnTo>
                <a:lnTo>
                  <a:pt x="1325128" y="56080"/>
                </a:lnTo>
                <a:lnTo>
                  <a:pt x="1325128" y="41213"/>
                </a:lnTo>
                <a:lnTo>
                  <a:pt x="1337078" y="41213"/>
                </a:lnTo>
                <a:lnTo>
                  <a:pt x="1337078" y="10915"/>
                </a:lnTo>
                <a:lnTo>
                  <a:pt x="1354768" y="10915"/>
                </a:lnTo>
                <a:lnTo>
                  <a:pt x="1354768" y="41213"/>
                </a:lnTo>
                <a:lnTo>
                  <a:pt x="1391276" y="41213"/>
                </a:lnTo>
                <a:lnTo>
                  <a:pt x="1391276" y="56080"/>
                </a:lnTo>
                <a:lnTo>
                  <a:pt x="1354768" y="56080"/>
                </a:lnTo>
                <a:lnTo>
                  <a:pt x="1354768" y="104091"/>
                </a:lnTo>
                <a:cubicBezTo>
                  <a:pt x="1354768" y="109624"/>
                  <a:pt x="1354893" y="113948"/>
                  <a:pt x="1355144" y="117061"/>
                </a:cubicBezTo>
                <a:cubicBezTo>
                  <a:pt x="1355395" y="120174"/>
                  <a:pt x="1356273" y="123082"/>
                  <a:pt x="1357779" y="125785"/>
                </a:cubicBezTo>
                <a:cubicBezTo>
                  <a:pt x="1359159" y="128300"/>
                  <a:pt x="1361056" y="130140"/>
                  <a:pt x="1363471" y="131304"/>
                </a:cubicBezTo>
                <a:cubicBezTo>
                  <a:pt x="1365886" y="132466"/>
                  <a:pt x="1369572" y="133048"/>
                  <a:pt x="1374527" y="133048"/>
                </a:cubicBezTo>
                <a:cubicBezTo>
                  <a:pt x="1377413" y="133048"/>
                  <a:pt x="1380424" y="132624"/>
                  <a:pt x="1383560" y="131777"/>
                </a:cubicBezTo>
                <a:cubicBezTo>
                  <a:pt x="1386697" y="130931"/>
                  <a:pt x="1388955" y="130225"/>
                  <a:pt x="1390335" y="129660"/>
                </a:cubicBezTo>
                <a:lnTo>
                  <a:pt x="1391276" y="129660"/>
                </a:lnTo>
                <a:lnTo>
                  <a:pt x="1391276" y="1454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7A37C8-7C69-463D-BE21-0CCC9440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249" y="4298403"/>
            <a:ext cx="317638" cy="226907"/>
          </a:xfrm>
          <a:custGeom xmlns:a="http://schemas.openxmlformats.org/drawingml/2006/main">
            <a:pathLst>
              <a:path w="317638" h="226907" fill="none">
                <a:moveTo>
                  <a:pt x="317638" y="0"/>
                </a:moveTo>
                <a:lnTo>
                  <a:pt x="0" y="226907"/>
                </a:lnTo>
              </a:path>
            </a:pathLst>
          </a:custGeom>
          <a:noFill xmlns:a="http://schemas.openxmlformats.org/drawingml/2006/main"/>
          <a:ln xmlns:a="http://schemas.openxmlformats.org/drawingml/2006/main" w="48176" cap="flat">
            <a:solidFill>
              <a:srgbClr val="82B366"/>
            </a:solidFill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DBCF80-96A2-407D-8C65-8EA34BD4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7087" y="4445499"/>
            <a:ext cx="159622" cy="142761"/>
          </a:xfrm>
          <a:custGeom xmlns:a="http://schemas.openxmlformats.org/drawingml/2006/main">
            <a:pathLst>
              <a:path w="159622" h="142761">
                <a:moveTo>
                  <a:pt x="0" y="142761"/>
                </a:moveTo>
                <a:lnTo>
                  <a:pt x="75636" y="0"/>
                </a:lnTo>
                <a:lnTo>
                  <a:pt x="88162" y="79811"/>
                </a:lnTo>
                <a:lnTo>
                  <a:pt x="159622" y="117549"/>
                </a:lnTo>
                <a:lnTo>
                  <a:pt x="0" y="142761"/>
                </a:lnTo>
                <a:close/>
              </a:path>
            </a:pathLst>
          </a:custGeom>
          <a:solidFill xmlns:a="http://schemas.openxmlformats.org/drawingml/2006/main">
            <a:srgbClr val="82B3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DAD610-36EC-42C2-975A-A271E950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7087" y="4445499"/>
            <a:ext cx="159622" cy="142761"/>
          </a:xfrm>
          <a:custGeom xmlns:a="http://schemas.openxmlformats.org/drawingml/2006/main">
            <a:pathLst>
              <a:path w="159622" h="142761" fill="none">
                <a:moveTo>
                  <a:pt x="0" y="142761"/>
                </a:moveTo>
                <a:lnTo>
                  <a:pt x="75636" y="0"/>
                </a:lnTo>
                <a:lnTo>
                  <a:pt x="88162" y="79811"/>
                </a:lnTo>
                <a:lnTo>
                  <a:pt x="159622" y="117549"/>
                </a:lnTo>
                <a:lnTo>
                  <a:pt x="0" y="14276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176" cap="flat">
            <a:solidFill>
              <a:srgbClr val="82B366"/>
            </a:solidFill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D3F536-D797-4DAB-B2C4-1EB187CB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6819" y="4137817"/>
            <a:ext cx="138264" cy="331930"/>
          </a:xfrm>
          <a:custGeom xmlns:a="http://schemas.openxmlformats.org/drawingml/2006/main">
            <a:pathLst>
              <a:path w="138264" h="331930" fill="none">
                <a:moveTo>
                  <a:pt x="138264" y="0"/>
                </a:moveTo>
                <a:lnTo>
                  <a:pt x="0" y="331930"/>
                </a:lnTo>
              </a:path>
            </a:pathLst>
          </a:custGeom>
          <a:noFill xmlns:a="http://schemas.openxmlformats.org/drawingml/2006/main"/>
          <a:ln xmlns:a="http://schemas.openxmlformats.org/drawingml/2006/main" w="48176" cap="flat">
            <a:solidFill>
              <a:srgbClr val="D79B00"/>
            </a:solidFill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A3D885-2EE6-47A9-B235-2E6978B5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3986" y="4408725"/>
            <a:ext cx="133447" cy="161067"/>
          </a:xfrm>
          <a:custGeom xmlns:a="http://schemas.openxmlformats.org/drawingml/2006/main">
            <a:pathLst>
              <a:path w="133447" h="161067">
                <a:moveTo>
                  <a:pt x="11080" y="161067"/>
                </a:moveTo>
                <a:lnTo>
                  <a:pt x="0" y="0"/>
                </a:lnTo>
                <a:lnTo>
                  <a:pt x="52833" y="61023"/>
                </a:lnTo>
                <a:lnTo>
                  <a:pt x="133447" y="55563"/>
                </a:lnTo>
                <a:lnTo>
                  <a:pt x="11080" y="161067"/>
                </a:lnTo>
                <a:close/>
              </a:path>
            </a:pathLst>
          </a:custGeom>
          <a:solidFill xmlns:a="http://schemas.openxmlformats.org/drawingml/2006/main">
            <a:srgbClr val="D79B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2146E8-E71B-44E2-A4E5-411CBCB5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3986" y="4408725"/>
            <a:ext cx="133447" cy="161067"/>
          </a:xfrm>
          <a:custGeom xmlns:a="http://schemas.openxmlformats.org/drawingml/2006/main">
            <a:pathLst>
              <a:path w="133447" h="161067" fill="none">
                <a:moveTo>
                  <a:pt x="11080" y="161067"/>
                </a:moveTo>
                <a:lnTo>
                  <a:pt x="0" y="0"/>
                </a:lnTo>
                <a:lnTo>
                  <a:pt x="52833" y="61023"/>
                </a:lnTo>
                <a:lnTo>
                  <a:pt x="133447" y="55563"/>
                </a:lnTo>
                <a:lnTo>
                  <a:pt x="11080" y="16106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176" cap="flat">
            <a:solidFill>
              <a:srgbClr val="D79B00"/>
            </a:solidFill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84C0A6-9108-44C6-B7E9-A69C850F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5815" y="4298403"/>
            <a:ext cx="233170" cy="211973"/>
          </a:xfrm>
          <a:custGeom xmlns:a="http://schemas.openxmlformats.org/drawingml/2006/main">
            <a:pathLst>
              <a:path w="233170" h="211973" fill="none">
                <a:moveTo>
                  <a:pt x="0" y="0"/>
                </a:moveTo>
                <a:lnTo>
                  <a:pt x="233170" y="211973"/>
                </a:lnTo>
              </a:path>
            </a:pathLst>
          </a:custGeom>
          <a:noFill xmlns:a="http://schemas.openxmlformats.org/drawingml/2006/main"/>
          <a:ln xmlns:a="http://schemas.openxmlformats.org/drawingml/2006/main" w="48176" cap="flat">
            <a:solidFill>
              <a:srgbClr val="9673A6"/>
            </a:solidFill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F44C6D-0D08-499F-9754-26EC43B7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3671" y="4432652"/>
            <a:ext cx="155607" cy="150629"/>
          </a:xfrm>
          <a:custGeom xmlns:a="http://schemas.openxmlformats.org/drawingml/2006/main">
            <a:pathLst>
              <a:path w="155607" h="150629">
                <a:moveTo>
                  <a:pt x="155607" y="150629"/>
                </a:moveTo>
                <a:lnTo>
                  <a:pt x="0" y="106950"/>
                </a:lnTo>
                <a:lnTo>
                  <a:pt x="75315" y="77723"/>
                </a:lnTo>
                <a:lnTo>
                  <a:pt x="97315" y="0"/>
                </a:lnTo>
                <a:lnTo>
                  <a:pt x="155607" y="150629"/>
                </a:lnTo>
                <a:close/>
              </a:path>
            </a:pathLst>
          </a:custGeom>
          <a:solidFill xmlns:a="http://schemas.openxmlformats.org/drawingml/2006/main">
            <a:srgbClr val="9673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6A579B-4482-4C33-87C4-095B272C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3671" y="4432652"/>
            <a:ext cx="155607" cy="150629"/>
          </a:xfrm>
          <a:custGeom xmlns:a="http://schemas.openxmlformats.org/drawingml/2006/main">
            <a:pathLst>
              <a:path w="155607" h="150629" fill="none">
                <a:moveTo>
                  <a:pt x="155607" y="150629"/>
                </a:moveTo>
                <a:lnTo>
                  <a:pt x="0" y="106950"/>
                </a:lnTo>
                <a:lnTo>
                  <a:pt x="75315" y="77723"/>
                </a:lnTo>
                <a:lnTo>
                  <a:pt x="97315" y="0"/>
                </a:lnTo>
                <a:lnTo>
                  <a:pt x="155607" y="1506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176" cap="flat">
            <a:solidFill>
              <a:srgbClr val="9673A6"/>
            </a:solidFill>
            <a:miter/>
          </a:ln>
        </p:spPr>
      </p:sp>
      <p:sp>
        <p:nvSpPr>
          <p:cNvPr id="171" name="Text p">
            <a:extLst xmlns:a="http://schemas.openxmlformats.org/drawingml/2006/main">
              <a:ext uri="{FF2B5EF4-FFF2-40B4-BE49-F238E27FC236}">
                <a16:creationId xmlns:a16="http://schemas.microsoft.com/office/drawing/2014/main" id="{598099FE-AE0B-4761-88A3-1F127103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2216" y="4701623"/>
            <a:ext cx="119561" cy="174637"/>
          </a:xfrm>
          <a:custGeom xmlns:a="http://schemas.openxmlformats.org/drawingml/2006/main">
            <a:pathLst>
              <a:path w="119561" h="174637">
                <a:moveTo>
                  <a:pt x="39895" y="95289"/>
                </a:moveTo>
                <a:cubicBezTo>
                  <a:pt x="42070" y="100953"/>
                  <a:pt x="45311" y="105180"/>
                  <a:pt x="49618" y="107972"/>
                </a:cubicBezTo>
                <a:cubicBezTo>
                  <a:pt x="53926" y="110763"/>
                  <a:pt x="59007" y="112159"/>
                  <a:pt x="64862" y="112159"/>
                </a:cubicBezTo>
                <a:cubicBezTo>
                  <a:pt x="73894" y="112159"/>
                  <a:pt x="81610" y="107682"/>
                  <a:pt x="88008" y="98727"/>
                </a:cubicBezTo>
                <a:cubicBezTo>
                  <a:pt x="94407" y="89770"/>
                  <a:pt x="97606" y="77294"/>
                  <a:pt x="97606" y="61298"/>
                </a:cubicBezTo>
                <a:cubicBezTo>
                  <a:pt x="97606" y="45966"/>
                  <a:pt x="94281" y="34510"/>
                  <a:pt x="87632" y="26930"/>
                </a:cubicBezTo>
                <a:cubicBezTo>
                  <a:pt x="80983" y="19348"/>
                  <a:pt x="73267" y="15557"/>
                  <a:pt x="64485" y="15557"/>
                </a:cubicBezTo>
                <a:cubicBezTo>
                  <a:pt x="58296" y="15557"/>
                  <a:pt x="52650" y="17453"/>
                  <a:pt x="47548" y="21245"/>
                </a:cubicBezTo>
                <a:cubicBezTo>
                  <a:pt x="42446" y="25035"/>
                  <a:pt x="39895" y="28764"/>
                  <a:pt x="39895" y="32431"/>
                </a:cubicBezTo>
                <a:lnTo>
                  <a:pt x="39895" y="95289"/>
                </a:lnTo>
                <a:moveTo>
                  <a:pt x="0" y="170371"/>
                </a:moveTo>
                <a:cubicBezTo>
                  <a:pt x="7862" y="169872"/>
                  <a:pt x="12859" y="168210"/>
                  <a:pt x="14992" y="165384"/>
                </a:cubicBezTo>
                <a:cubicBezTo>
                  <a:pt x="17125" y="162562"/>
                  <a:pt x="18191" y="158118"/>
                  <a:pt x="18191" y="152055"/>
                </a:cubicBezTo>
                <a:lnTo>
                  <a:pt x="18191" y="31615"/>
                </a:lnTo>
                <a:cubicBezTo>
                  <a:pt x="18191" y="25259"/>
                  <a:pt x="17418" y="21181"/>
                  <a:pt x="15870" y="19383"/>
                </a:cubicBezTo>
                <a:cubicBezTo>
                  <a:pt x="14323" y="17585"/>
                  <a:pt x="11417" y="16686"/>
                  <a:pt x="7151" y="16686"/>
                </a:cubicBezTo>
                <a:cubicBezTo>
                  <a:pt x="6231" y="16686"/>
                  <a:pt x="5374" y="16728"/>
                  <a:pt x="4579" y="16811"/>
                </a:cubicBezTo>
                <a:cubicBezTo>
                  <a:pt x="3785" y="16895"/>
                  <a:pt x="2635" y="17062"/>
                  <a:pt x="1129" y="17313"/>
                </a:cubicBezTo>
                <a:lnTo>
                  <a:pt x="1129" y="13048"/>
                </a:lnTo>
                <a:lnTo>
                  <a:pt x="13048" y="9158"/>
                </a:lnTo>
                <a:cubicBezTo>
                  <a:pt x="13466" y="9075"/>
                  <a:pt x="21871" y="6189"/>
                  <a:pt x="38265" y="502"/>
                </a:cubicBezTo>
                <a:cubicBezTo>
                  <a:pt x="38683" y="502"/>
                  <a:pt x="38996" y="691"/>
                  <a:pt x="39205" y="1070"/>
                </a:cubicBezTo>
                <a:cubicBezTo>
                  <a:pt x="39415" y="1449"/>
                  <a:pt x="39519" y="1892"/>
                  <a:pt x="39519" y="2399"/>
                </a:cubicBezTo>
                <a:lnTo>
                  <a:pt x="39519" y="19430"/>
                </a:lnTo>
                <a:cubicBezTo>
                  <a:pt x="45039" y="13879"/>
                  <a:pt x="49890" y="9757"/>
                  <a:pt x="54072" y="7065"/>
                </a:cubicBezTo>
                <a:cubicBezTo>
                  <a:pt x="61600" y="2355"/>
                  <a:pt x="69336" y="0"/>
                  <a:pt x="77282" y="0"/>
                </a:cubicBezTo>
                <a:cubicBezTo>
                  <a:pt x="88824" y="0"/>
                  <a:pt x="98756" y="4909"/>
                  <a:pt x="107078" y="14726"/>
                </a:cubicBezTo>
                <a:cubicBezTo>
                  <a:pt x="115400" y="24543"/>
                  <a:pt x="119561" y="37973"/>
                  <a:pt x="119561" y="55017"/>
                </a:cubicBezTo>
                <a:cubicBezTo>
                  <a:pt x="119561" y="71729"/>
                  <a:pt x="114564" y="86895"/>
                  <a:pt x="104569" y="100515"/>
                </a:cubicBezTo>
                <a:cubicBezTo>
                  <a:pt x="94574" y="114132"/>
                  <a:pt x="82007" y="120941"/>
                  <a:pt x="66869" y="120941"/>
                </a:cubicBezTo>
                <a:cubicBezTo>
                  <a:pt x="62185" y="120941"/>
                  <a:pt x="58129" y="120350"/>
                  <a:pt x="54699" y="119169"/>
                </a:cubicBezTo>
                <a:cubicBezTo>
                  <a:pt x="49347" y="117394"/>
                  <a:pt x="44412" y="114142"/>
                  <a:pt x="39895" y="109411"/>
                </a:cubicBezTo>
                <a:lnTo>
                  <a:pt x="39895" y="150800"/>
                </a:lnTo>
                <a:cubicBezTo>
                  <a:pt x="39895" y="159193"/>
                  <a:pt x="41276" y="164344"/>
                  <a:pt x="44036" y="166255"/>
                </a:cubicBezTo>
                <a:cubicBezTo>
                  <a:pt x="46796" y="168168"/>
                  <a:pt x="52818" y="169457"/>
                  <a:pt x="62101" y="170120"/>
                </a:cubicBezTo>
                <a:lnTo>
                  <a:pt x="62101" y="174637"/>
                </a:lnTo>
                <a:lnTo>
                  <a:pt x="0" y="174637"/>
                </a:lnTo>
                <a:lnTo>
                  <a:pt x="0" y="1703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Text 1">
            <a:extLst xmlns:a="http://schemas.openxmlformats.org/drawingml/2006/main">
              <a:ext uri="{FF2B5EF4-FFF2-40B4-BE49-F238E27FC236}">
                <a16:creationId xmlns:a16="http://schemas.microsoft.com/office/drawing/2014/main" id="{068EAEE1-2CAE-4CE1-9235-3C87CB85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3283" y="4743938"/>
            <a:ext cx="60414" cy="143613"/>
          </a:xfrm>
          <a:custGeom xmlns:a="http://schemas.openxmlformats.org/drawingml/2006/main">
            <a:pathLst>
              <a:path w="60414" h="143613">
                <a:moveTo>
                  <a:pt x="39614" y="0"/>
                </a:moveTo>
                <a:cubicBezTo>
                  <a:pt x="39892" y="348"/>
                  <a:pt x="40049" y="610"/>
                  <a:pt x="40084" y="784"/>
                </a:cubicBezTo>
                <a:cubicBezTo>
                  <a:pt x="40119" y="958"/>
                  <a:pt x="40136" y="1359"/>
                  <a:pt x="40136" y="1986"/>
                </a:cubicBezTo>
                <a:lnTo>
                  <a:pt x="40136" y="127726"/>
                </a:lnTo>
                <a:cubicBezTo>
                  <a:pt x="40136" y="133135"/>
                  <a:pt x="41565" y="136577"/>
                  <a:pt x="44422" y="138054"/>
                </a:cubicBezTo>
                <a:cubicBezTo>
                  <a:pt x="47279" y="139528"/>
                  <a:pt x="52609" y="140405"/>
                  <a:pt x="60414" y="140686"/>
                </a:cubicBezTo>
                <a:lnTo>
                  <a:pt x="60414" y="143613"/>
                </a:lnTo>
                <a:lnTo>
                  <a:pt x="1463" y="143613"/>
                </a:lnTo>
                <a:lnTo>
                  <a:pt x="1463" y="140477"/>
                </a:lnTo>
                <a:cubicBezTo>
                  <a:pt x="9895" y="140053"/>
                  <a:pt x="15400" y="138888"/>
                  <a:pt x="17978" y="136982"/>
                </a:cubicBezTo>
                <a:cubicBezTo>
                  <a:pt x="20556" y="135075"/>
                  <a:pt x="21845" y="130944"/>
                  <a:pt x="21845" y="124590"/>
                </a:cubicBezTo>
                <a:lnTo>
                  <a:pt x="21845" y="28012"/>
                </a:lnTo>
                <a:cubicBezTo>
                  <a:pt x="21845" y="24604"/>
                  <a:pt x="21427" y="22028"/>
                  <a:pt x="20591" y="20284"/>
                </a:cubicBezTo>
                <a:cubicBezTo>
                  <a:pt x="19755" y="18537"/>
                  <a:pt x="17943" y="17664"/>
                  <a:pt x="15156" y="17664"/>
                </a:cubicBezTo>
                <a:cubicBezTo>
                  <a:pt x="13344" y="17664"/>
                  <a:pt x="10992" y="18169"/>
                  <a:pt x="8100" y="19180"/>
                </a:cubicBezTo>
                <a:cubicBezTo>
                  <a:pt x="5209" y="20190"/>
                  <a:pt x="2509" y="21253"/>
                  <a:pt x="0" y="22368"/>
                </a:cubicBezTo>
                <a:lnTo>
                  <a:pt x="0" y="19441"/>
                </a:lnTo>
                <a:lnTo>
                  <a:pt x="38359" y="0"/>
                </a:lnTo>
                <a:lnTo>
                  <a:pt x="3961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Text p">
            <a:extLst xmlns:a="http://schemas.openxmlformats.org/drawingml/2006/main">
              <a:ext uri="{FF2B5EF4-FFF2-40B4-BE49-F238E27FC236}">
                <a16:creationId xmlns:a16="http://schemas.microsoft.com/office/drawing/2014/main" id="{AA2DCB22-1BD2-4CFE-8F4C-350F314BC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509" y="4701623"/>
            <a:ext cx="119561" cy="174637"/>
          </a:xfrm>
          <a:custGeom xmlns:a="http://schemas.openxmlformats.org/drawingml/2006/main">
            <a:pathLst>
              <a:path w="119561" h="174637">
                <a:moveTo>
                  <a:pt x="39895" y="95289"/>
                </a:moveTo>
                <a:cubicBezTo>
                  <a:pt x="42070" y="100953"/>
                  <a:pt x="45311" y="105180"/>
                  <a:pt x="49618" y="107972"/>
                </a:cubicBezTo>
                <a:cubicBezTo>
                  <a:pt x="53926" y="110763"/>
                  <a:pt x="59007" y="112159"/>
                  <a:pt x="64862" y="112159"/>
                </a:cubicBezTo>
                <a:cubicBezTo>
                  <a:pt x="73894" y="112159"/>
                  <a:pt x="81610" y="107682"/>
                  <a:pt x="88008" y="98727"/>
                </a:cubicBezTo>
                <a:cubicBezTo>
                  <a:pt x="94407" y="89770"/>
                  <a:pt x="97606" y="77294"/>
                  <a:pt x="97606" y="61298"/>
                </a:cubicBezTo>
                <a:cubicBezTo>
                  <a:pt x="97606" y="45966"/>
                  <a:pt x="94281" y="34510"/>
                  <a:pt x="87632" y="26930"/>
                </a:cubicBezTo>
                <a:cubicBezTo>
                  <a:pt x="80983" y="19348"/>
                  <a:pt x="73267" y="15557"/>
                  <a:pt x="64485" y="15557"/>
                </a:cubicBezTo>
                <a:cubicBezTo>
                  <a:pt x="58296" y="15557"/>
                  <a:pt x="52650" y="17453"/>
                  <a:pt x="47548" y="21245"/>
                </a:cubicBezTo>
                <a:cubicBezTo>
                  <a:pt x="42446" y="25035"/>
                  <a:pt x="39895" y="28764"/>
                  <a:pt x="39895" y="32431"/>
                </a:cubicBezTo>
                <a:lnTo>
                  <a:pt x="39895" y="95289"/>
                </a:lnTo>
                <a:moveTo>
                  <a:pt x="0" y="170371"/>
                </a:moveTo>
                <a:cubicBezTo>
                  <a:pt x="7862" y="169872"/>
                  <a:pt x="12859" y="168210"/>
                  <a:pt x="14992" y="165384"/>
                </a:cubicBezTo>
                <a:cubicBezTo>
                  <a:pt x="17125" y="162562"/>
                  <a:pt x="18191" y="158118"/>
                  <a:pt x="18191" y="152055"/>
                </a:cubicBezTo>
                <a:lnTo>
                  <a:pt x="18191" y="31615"/>
                </a:lnTo>
                <a:cubicBezTo>
                  <a:pt x="18191" y="25259"/>
                  <a:pt x="17418" y="21181"/>
                  <a:pt x="15870" y="19383"/>
                </a:cubicBezTo>
                <a:cubicBezTo>
                  <a:pt x="14323" y="17585"/>
                  <a:pt x="11417" y="16686"/>
                  <a:pt x="7151" y="16686"/>
                </a:cubicBezTo>
                <a:cubicBezTo>
                  <a:pt x="6231" y="16686"/>
                  <a:pt x="5374" y="16728"/>
                  <a:pt x="4579" y="16811"/>
                </a:cubicBezTo>
                <a:cubicBezTo>
                  <a:pt x="3785" y="16895"/>
                  <a:pt x="2635" y="17062"/>
                  <a:pt x="1129" y="17313"/>
                </a:cubicBezTo>
                <a:lnTo>
                  <a:pt x="1129" y="13048"/>
                </a:lnTo>
                <a:lnTo>
                  <a:pt x="13048" y="9158"/>
                </a:lnTo>
                <a:cubicBezTo>
                  <a:pt x="13466" y="9075"/>
                  <a:pt x="21871" y="6189"/>
                  <a:pt x="38265" y="502"/>
                </a:cubicBezTo>
                <a:cubicBezTo>
                  <a:pt x="38683" y="502"/>
                  <a:pt x="38996" y="691"/>
                  <a:pt x="39205" y="1070"/>
                </a:cubicBezTo>
                <a:cubicBezTo>
                  <a:pt x="39415" y="1449"/>
                  <a:pt x="39519" y="1892"/>
                  <a:pt x="39519" y="2399"/>
                </a:cubicBezTo>
                <a:lnTo>
                  <a:pt x="39519" y="19430"/>
                </a:lnTo>
                <a:cubicBezTo>
                  <a:pt x="45039" y="13879"/>
                  <a:pt x="49890" y="9757"/>
                  <a:pt x="54072" y="7065"/>
                </a:cubicBezTo>
                <a:cubicBezTo>
                  <a:pt x="61600" y="2355"/>
                  <a:pt x="69336" y="0"/>
                  <a:pt x="77282" y="0"/>
                </a:cubicBezTo>
                <a:cubicBezTo>
                  <a:pt x="88824" y="0"/>
                  <a:pt x="98756" y="4909"/>
                  <a:pt x="107078" y="14726"/>
                </a:cubicBezTo>
                <a:cubicBezTo>
                  <a:pt x="115400" y="24543"/>
                  <a:pt x="119561" y="37973"/>
                  <a:pt x="119561" y="55017"/>
                </a:cubicBezTo>
                <a:cubicBezTo>
                  <a:pt x="119561" y="71729"/>
                  <a:pt x="114564" y="86895"/>
                  <a:pt x="104569" y="100515"/>
                </a:cubicBezTo>
                <a:cubicBezTo>
                  <a:pt x="94574" y="114132"/>
                  <a:pt x="82007" y="120941"/>
                  <a:pt x="66869" y="120941"/>
                </a:cubicBezTo>
                <a:cubicBezTo>
                  <a:pt x="62185" y="120941"/>
                  <a:pt x="58129" y="120350"/>
                  <a:pt x="54699" y="119169"/>
                </a:cubicBezTo>
                <a:cubicBezTo>
                  <a:pt x="49347" y="117394"/>
                  <a:pt x="44412" y="114142"/>
                  <a:pt x="39895" y="109411"/>
                </a:cubicBezTo>
                <a:lnTo>
                  <a:pt x="39895" y="150800"/>
                </a:lnTo>
                <a:cubicBezTo>
                  <a:pt x="39895" y="159193"/>
                  <a:pt x="41276" y="164344"/>
                  <a:pt x="44036" y="166255"/>
                </a:cubicBezTo>
                <a:cubicBezTo>
                  <a:pt x="46796" y="168168"/>
                  <a:pt x="52818" y="169457"/>
                  <a:pt x="62101" y="170120"/>
                </a:cubicBezTo>
                <a:lnTo>
                  <a:pt x="62101" y="174637"/>
                </a:lnTo>
                <a:lnTo>
                  <a:pt x="0" y="174637"/>
                </a:lnTo>
                <a:lnTo>
                  <a:pt x="0" y="1703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Text i">
            <a:extLst xmlns:a="http://schemas.openxmlformats.org/drawingml/2006/main">
              <a:ext uri="{FF2B5EF4-FFF2-40B4-BE49-F238E27FC236}">
                <a16:creationId xmlns:a16="http://schemas.microsoft.com/office/drawing/2014/main" id="{00EF33A6-4E22-4E72-A49E-4093CB0F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5029" y="4741639"/>
            <a:ext cx="50798" cy="145912"/>
          </a:xfrm>
          <a:custGeom xmlns:a="http://schemas.openxmlformats.org/drawingml/2006/main">
            <a:pathLst>
              <a:path w="50798" h="145912">
                <a:moveTo>
                  <a:pt x="13379" y="10923"/>
                </a:moveTo>
                <a:cubicBezTo>
                  <a:pt x="13379" y="7941"/>
                  <a:pt x="14424" y="5376"/>
                  <a:pt x="16514" y="3227"/>
                </a:cubicBezTo>
                <a:cubicBezTo>
                  <a:pt x="18605" y="1076"/>
                  <a:pt x="21183" y="0"/>
                  <a:pt x="24249" y="0"/>
                </a:cubicBezTo>
                <a:cubicBezTo>
                  <a:pt x="27245" y="0"/>
                  <a:pt x="29806" y="1058"/>
                  <a:pt x="31931" y="3175"/>
                </a:cubicBezTo>
                <a:cubicBezTo>
                  <a:pt x="34057" y="5289"/>
                  <a:pt x="35119" y="7872"/>
                  <a:pt x="35119" y="10923"/>
                </a:cubicBezTo>
                <a:cubicBezTo>
                  <a:pt x="35119" y="13904"/>
                  <a:pt x="34057" y="16452"/>
                  <a:pt x="31931" y="18569"/>
                </a:cubicBezTo>
                <a:cubicBezTo>
                  <a:pt x="29806" y="20683"/>
                  <a:pt x="27245" y="21741"/>
                  <a:pt x="24249" y="21741"/>
                </a:cubicBezTo>
                <a:cubicBezTo>
                  <a:pt x="21183" y="21741"/>
                  <a:pt x="18605" y="20683"/>
                  <a:pt x="16514" y="18569"/>
                </a:cubicBezTo>
                <a:cubicBezTo>
                  <a:pt x="14424" y="16452"/>
                  <a:pt x="13379" y="13904"/>
                  <a:pt x="13379" y="10923"/>
                </a:cubicBezTo>
                <a:moveTo>
                  <a:pt x="0" y="142986"/>
                </a:moveTo>
                <a:cubicBezTo>
                  <a:pt x="7456" y="142289"/>
                  <a:pt x="12159" y="141017"/>
                  <a:pt x="14110" y="139171"/>
                </a:cubicBezTo>
                <a:cubicBezTo>
                  <a:pt x="16062" y="137324"/>
                  <a:pt x="17037" y="132325"/>
                  <a:pt x="17037" y="124172"/>
                </a:cubicBezTo>
                <a:lnTo>
                  <a:pt x="17037" y="74210"/>
                </a:lnTo>
                <a:cubicBezTo>
                  <a:pt x="17037" y="69720"/>
                  <a:pt x="16723" y="66612"/>
                  <a:pt x="16096" y="64885"/>
                </a:cubicBezTo>
                <a:cubicBezTo>
                  <a:pt x="15051" y="62043"/>
                  <a:pt x="12856" y="60623"/>
                  <a:pt x="9511" y="60623"/>
                </a:cubicBezTo>
                <a:cubicBezTo>
                  <a:pt x="8745" y="60623"/>
                  <a:pt x="7996" y="60692"/>
                  <a:pt x="7264" y="60832"/>
                </a:cubicBezTo>
                <a:cubicBezTo>
                  <a:pt x="6533" y="60971"/>
                  <a:pt x="4425" y="61528"/>
                  <a:pt x="941" y="62504"/>
                </a:cubicBezTo>
                <a:lnTo>
                  <a:pt x="941" y="59159"/>
                </a:lnTo>
                <a:lnTo>
                  <a:pt x="5435" y="57696"/>
                </a:lnTo>
                <a:cubicBezTo>
                  <a:pt x="17629" y="53724"/>
                  <a:pt x="26130" y="50728"/>
                  <a:pt x="30938" y="48707"/>
                </a:cubicBezTo>
                <a:cubicBezTo>
                  <a:pt x="32890" y="47871"/>
                  <a:pt x="34144" y="47453"/>
                  <a:pt x="34701" y="47453"/>
                </a:cubicBezTo>
                <a:cubicBezTo>
                  <a:pt x="34841" y="47941"/>
                  <a:pt x="34910" y="48464"/>
                  <a:pt x="34910" y="49024"/>
                </a:cubicBezTo>
                <a:lnTo>
                  <a:pt x="34910" y="124149"/>
                </a:lnTo>
                <a:cubicBezTo>
                  <a:pt x="34910" y="132101"/>
                  <a:pt x="35868" y="137090"/>
                  <a:pt x="37785" y="139115"/>
                </a:cubicBezTo>
                <a:cubicBezTo>
                  <a:pt x="39701" y="141138"/>
                  <a:pt x="44039" y="142428"/>
                  <a:pt x="50798" y="142986"/>
                </a:cubicBezTo>
                <a:lnTo>
                  <a:pt x="50798" y="145912"/>
                </a:lnTo>
                <a:lnTo>
                  <a:pt x="0" y="145912"/>
                </a:lnTo>
                <a:lnTo>
                  <a:pt x="0" y="1429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Text p">
            <a:extLst xmlns:a="http://schemas.openxmlformats.org/drawingml/2006/main">
              <a:ext uri="{FF2B5EF4-FFF2-40B4-BE49-F238E27FC236}">
                <a16:creationId xmlns:a16="http://schemas.microsoft.com/office/drawing/2014/main" id="{68029DF4-22F7-4EB2-88C7-0F1EB336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8367" y="4701623"/>
            <a:ext cx="119561" cy="174637"/>
          </a:xfrm>
          <a:custGeom xmlns:a="http://schemas.openxmlformats.org/drawingml/2006/main">
            <a:pathLst>
              <a:path w="119561" h="174637">
                <a:moveTo>
                  <a:pt x="39895" y="95289"/>
                </a:moveTo>
                <a:cubicBezTo>
                  <a:pt x="42070" y="100953"/>
                  <a:pt x="45311" y="105180"/>
                  <a:pt x="49618" y="107972"/>
                </a:cubicBezTo>
                <a:cubicBezTo>
                  <a:pt x="53926" y="110763"/>
                  <a:pt x="59007" y="112159"/>
                  <a:pt x="64862" y="112159"/>
                </a:cubicBezTo>
                <a:cubicBezTo>
                  <a:pt x="73894" y="112159"/>
                  <a:pt x="81610" y="107682"/>
                  <a:pt x="88008" y="98727"/>
                </a:cubicBezTo>
                <a:cubicBezTo>
                  <a:pt x="94407" y="89770"/>
                  <a:pt x="97606" y="77294"/>
                  <a:pt x="97606" y="61298"/>
                </a:cubicBezTo>
                <a:cubicBezTo>
                  <a:pt x="97606" y="45966"/>
                  <a:pt x="94281" y="34510"/>
                  <a:pt x="87632" y="26930"/>
                </a:cubicBezTo>
                <a:cubicBezTo>
                  <a:pt x="80983" y="19348"/>
                  <a:pt x="73267" y="15557"/>
                  <a:pt x="64485" y="15557"/>
                </a:cubicBezTo>
                <a:cubicBezTo>
                  <a:pt x="58296" y="15557"/>
                  <a:pt x="52650" y="17453"/>
                  <a:pt x="47548" y="21245"/>
                </a:cubicBezTo>
                <a:cubicBezTo>
                  <a:pt x="42446" y="25035"/>
                  <a:pt x="39895" y="28764"/>
                  <a:pt x="39895" y="32431"/>
                </a:cubicBezTo>
                <a:lnTo>
                  <a:pt x="39895" y="95289"/>
                </a:lnTo>
                <a:moveTo>
                  <a:pt x="0" y="170371"/>
                </a:moveTo>
                <a:cubicBezTo>
                  <a:pt x="7862" y="169872"/>
                  <a:pt x="12859" y="168210"/>
                  <a:pt x="14992" y="165384"/>
                </a:cubicBezTo>
                <a:cubicBezTo>
                  <a:pt x="17125" y="162562"/>
                  <a:pt x="18191" y="158118"/>
                  <a:pt x="18191" y="152055"/>
                </a:cubicBezTo>
                <a:lnTo>
                  <a:pt x="18191" y="31615"/>
                </a:lnTo>
                <a:cubicBezTo>
                  <a:pt x="18191" y="25259"/>
                  <a:pt x="17418" y="21181"/>
                  <a:pt x="15870" y="19383"/>
                </a:cubicBezTo>
                <a:cubicBezTo>
                  <a:pt x="14323" y="17585"/>
                  <a:pt x="11417" y="16686"/>
                  <a:pt x="7151" y="16686"/>
                </a:cubicBezTo>
                <a:cubicBezTo>
                  <a:pt x="6231" y="16686"/>
                  <a:pt x="5374" y="16728"/>
                  <a:pt x="4579" y="16811"/>
                </a:cubicBezTo>
                <a:cubicBezTo>
                  <a:pt x="3785" y="16895"/>
                  <a:pt x="2635" y="17062"/>
                  <a:pt x="1129" y="17313"/>
                </a:cubicBezTo>
                <a:lnTo>
                  <a:pt x="1129" y="13048"/>
                </a:lnTo>
                <a:lnTo>
                  <a:pt x="13048" y="9158"/>
                </a:lnTo>
                <a:cubicBezTo>
                  <a:pt x="13466" y="9075"/>
                  <a:pt x="21871" y="6189"/>
                  <a:pt x="38265" y="502"/>
                </a:cubicBezTo>
                <a:cubicBezTo>
                  <a:pt x="38683" y="502"/>
                  <a:pt x="38996" y="691"/>
                  <a:pt x="39205" y="1070"/>
                </a:cubicBezTo>
                <a:cubicBezTo>
                  <a:pt x="39415" y="1449"/>
                  <a:pt x="39519" y="1892"/>
                  <a:pt x="39519" y="2399"/>
                </a:cubicBezTo>
                <a:lnTo>
                  <a:pt x="39519" y="19430"/>
                </a:lnTo>
                <a:cubicBezTo>
                  <a:pt x="45039" y="13879"/>
                  <a:pt x="49890" y="9757"/>
                  <a:pt x="54072" y="7065"/>
                </a:cubicBezTo>
                <a:cubicBezTo>
                  <a:pt x="61600" y="2355"/>
                  <a:pt x="69336" y="0"/>
                  <a:pt x="77282" y="0"/>
                </a:cubicBezTo>
                <a:cubicBezTo>
                  <a:pt x="88824" y="0"/>
                  <a:pt x="98756" y="4909"/>
                  <a:pt x="107078" y="14726"/>
                </a:cubicBezTo>
                <a:cubicBezTo>
                  <a:pt x="115400" y="24543"/>
                  <a:pt x="119561" y="37973"/>
                  <a:pt x="119561" y="55017"/>
                </a:cubicBezTo>
                <a:cubicBezTo>
                  <a:pt x="119561" y="71729"/>
                  <a:pt x="114564" y="86895"/>
                  <a:pt x="104569" y="100515"/>
                </a:cubicBezTo>
                <a:cubicBezTo>
                  <a:pt x="94574" y="114132"/>
                  <a:pt x="82007" y="120941"/>
                  <a:pt x="66869" y="120941"/>
                </a:cubicBezTo>
                <a:cubicBezTo>
                  <a:pt x="62185" y="120941"/>
                  <a:pt x="58129" y="120350"/>
                  <a:pt x="54699" y="119169"/>
                </a:cubicBezTo>
                <a:cubicBezTo>
                  <a:pt x="49347" y="117394"/>
                  <a:pt x="44412" y="114142"/>
                  <a:pt x="39895" y="109411"/>
                </a:cubicBezTo>
                <a:lnTo>
                  <a:pt x="39895" y="150800"/>
                </a:lnTo>
                <a:cubicBezTo>
                  <a:pt x="39895" y="159193"/>
                  <a:pt x="41276" y="164344"/>
                  <a:pt x="44036" y="166255"/>
                </a:cubicBezTo>
                <a:cubicBezTo>
                  <a:pt x="46796" y="168168"/>
                  <a:pt x="52818" y="169457"/>
                  <a:pt x="62101" y="170120"/>
                </a:cubicBezTo>
                <a:lnTo>
                  <a:pt x="62101" y="174637"/>
                </a:lnTo>
                <a:lnTo>
                  <a:pt x="0" y="174637"/>
                </a:lnTo>
                <a:lnTo>
                  <a:pt x="0" y="1703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Text 6">
            <a:extLst xmlns:a="http://schemas.openxmlformats.org/drawingml/2006/main">
              <a:ext uri="{FF2B5EF4-FFF2-40B4-BE49-F238E27FC236}">
                <a16:creationId xmlns:a16="http://schemas.microsoft.com/office/drawing/2014/main" id="{73DC7B2F-678A-4983-935E-5851FAD38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021" y="4741221"/>
            <a:ext cx="92815" cy="148630"/>
          </a:xfrm>
          <a:custGeom xmlns:a="http://schemas.openxmlformats.org/drawingml/2006/main">
            <a:pathLst>
              <a:path w="92815" h="148630">
                <a:moveTo>
                  <a:pt x="92815" y="98718"/>
                </a:moveTo>
                <a:cubicBezTo>
                  <a:pt x="92815" y="111484"/>
                  <a:pt x="88722" y="122995"/>
                  <a:pt x="80534" y="133249"/>
                </a:cubicBezTo>
                <a:cubicBezTo>
                  <a:pt x="72347" y="143503"/>
                  <a:pt x="61703" y="148630"/>
                  <a:pt x="48603" y="148630"/>
                </a:cubicBezTo>
                <a:cubicBezTo>
                  <a:pt x="36339" y="148630"/>
                  <a:pt x="25172" y="142881"/>
                  <a:pt x="15103" y="131384"/>
                </a:cubicBezTo>
                <a:cubicBezTo>
                  <a:pt x="5034" y="119887"/>
                  <a:pt x="0" y="104591"/>
                  <a:pt x="0" y="85499"/>
                </a:cubicBezTo>
                <a:cubicBezTo>
                  <a:pt x="0" y="60901"/>
                  <a:pt x="9755" y="39788"/>
                  <a:pt x="29266" y="22159"/>
                </a:cubicBezTo>
                <a:cubicBezTo>
                  <a:pt x="46686" y="7386"/>
                  <a:pt x="66267" y="0"/>
                  <a:pt x="88007" y="0"/>
                </a:cubicBezTo>
                <a:lnTo>
                  <a:pt x="88530" y="3449"/>
                </a:lnTo>
                <a:cubicBezTo>
                  <a:pt x="79820" y="5052"/>
                  <a:pt x="72312" y="7229"/>
                  <a:pt x="66006" y="9982"/>
                </a:cubicBezTo>
                <a:cubicBezTo>
                  <a:pt x="59699" y="12734"/>
                  <a:pt x="54073" y="16583"/>
                  <a:pt x="49125" y="21528"/>
                </a:cubicBezTo>
                <a:cubicBezTo>
                  <a:pt x="44039" y="26545"/>
                  <a:pt x="39265" y="32921"/>
                  <a:pt x="34806" y="40656"/>
                </a:cubicBezTo>
                <a:cubicBezTo>
                  <a:pt x="30346" y="48388"/>
                  <a:pt x="27280" y="56052"/>
                  <a:pt x="25608" y="63647"/>
                </a:cubicBezTo>
                <a:cubicBezTo>
                  <a:pt x="29928" y="60971"/>
                  <a:pt x="33656" y="58999"/>
                  <a:pt x="36792" y="57732"/>
                </a:cubicBezTo>
                <a:cubicBezTo>
                  <a:pt x="42366" y="55478"/>
                  <a:pt x="47976" y="54351"/>
                  <a:pt x="53620" y="54351"/>
                </a:cubicBezTo>
                <a:cubicBezTo>
                  <a:pt x="64699" y="54351"/>
                  <a:pt x="74001" y="58188"/>
                  <a:pt x="81527" y="65862"/>
                </a:cubicBezTo>
                <a:cubicBezTo>
                  <a:pt x="89053" y="73535"/>
                  <a:pt x="92815" y="84487"/>
                  <a:pt x="92815" y="98718"/>
                </a:cubicBezTo>
                <a:moveTo>
                  <a:pt x="73688" y="106766"/>
                </a:moveTo>
                <a:cubicBezTo>
                  <a:pt x="73688" y="97509"/>
                  <a:pt x="72225" y="89298"/>
                  <a:pt x="69298" y="82131"/>
                </a:cubicBezTo>
                <a:cubicBezTo>
                  <a:pt x="64420" y="70161"/>
                  <a:pt x="56128" y="64176"/>
                  <a:pt x="44422" y="64176"/>
                </a:cubicBezTo>
                <a:cubicBezTo>
                  <a:pt x="33621" y="64176"/>
                  <a:pt x="26444" y="67377"/>
                  <a:pt x="22890" y="73779"/>
                </a:cubicBezTo>
                <a:cubicBezTo>
                  <a:pt x="20800" y="77538"/>
                  <a:pt x="19755" y="83800"/>
                  <a:pt x="19755" y="92567"/>
                </a:cubicBezTo>
                <a:cubicBezTo>
                  <a:pt x="19755" y="103910"/>
                  <a:pt x="22176" y="115010"/>
                  <a:pt x="27019" y="125867"/>
                </a:cubicBezTo>
                <a:cubicBezTo>
                  <a:pt x="31862" y="136722"/>
                  <a:pt x="39509" y="142150"/>
                  <a:pt x="49961" y="142150"/>
                </a:cubicBezTo>
                <a:cubicBezTo>
                  <a:pt x="58253" y="142150"/>
                  <a:pt x="64281" y="138619"/>
                  <a:pt x="68044" y="131557"/>
                </a:cubicBezTo>
                <a:cubicBezTo>
                  <a:pt x="71806" y="124493"/>
                  <a:pt x="73688" y="116229"/>
                  <a:pt x="73688" y="10676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CD52C3-DD7B-42B1-88EA-85BAE578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3695" y="604934"/>
            <a:ext cx="40949" cy="163797"/>
          </a:xfrm>
          <a:custGeom xmlns:a="http://schemas.openxmlformats.org/drawingml/2006/main">
            <a:pathLst>
              <a:path w="40949" h="163797" fill="none">
                <a:moveTo>
                  <a:pt x="40949" y="0"/>
                </a:moveTo>
                <a:lnTo>
                  <a:pt x="0" y="163797"/>
                </a:lnTo>
              </a:path>
            </a:pathLst>
          </a:custGeom>
          <a:noFill xmlns:a="http://schemas.openxmlformats.org/drawingml/2006/main"/>
          <a:ln xmlns:a="http://schemas.openxmlformats.org/drawingml/2006/main" w="48176" cap="flat">
            <a:solidFill>
              <a:srgbClr val="82B366"/>
            </a:solidFill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E09885-BA95-4B57-BE8E-434B1E8E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2351" y="716059"/>
            <a:ext cx="140191" cy="157856"/>
          </a:xfrm>
          <a:custGeom xmlns:a="http://schemas.openxmlformats.org/drawingml/2006/main">
            <a:pathLst>
              <a:path w="140191" h="157856">
                <a:moveTo>
                  <a:pt x="35008" y="157856"/>
                </a:moveTo>
                <a:lnTo>
                  <a:pt x="0" y="0"/>
                </a:lnTo>
                <a:lnTo>
                  <a:pt x="61344" y="52672"/>
                </a:lnTo>
                <a:lnTo>
                  <a:pt x="140191" y="35168"/>
                </a:lnTo>
                <a:lnTo>
                  <a:pt x="35008" y="157856"/>
                </a:lnTo>
                <a:close/>
              </a:path>
            </a:pathLst>
          </a:custGeom>
          <a:solidFill xmlns:a="http://schemas.openxmlformats.org/drawingml/2006/main">
            <a:srgbClr val="82B3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97647F-40DB-4704-A18F-5F41AB28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2351" y="716059"/>
            <a:ext cx="140191" cy="157856"/>
          </a:xfrm>
          <a:custGeom xmlns:a="http://schemas.openxmlformats.org/drawingml/2006/main">
            <a:pathLst>
              <a:path w="140191" h="157856" fill="none">
                <a:moveTo>
                  <a:pt x="35008" y="157856"/>
                </a:moveTo>
                <a:lnTo>
                  <a:pt x="0" y="0"/>
                </a:lnTo>
                <a:lnTo>
                  <a:pt x="61344" y="52672"/>
                </a:lnTo>
                <a:lnTo>
                  <a:pt x="140191" y="35168"/>
                </a:lnTo>
                <a:lnTo>
                  <a:pt x="35008" y="15785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176" cap="flat">
            <a:solidFill>
              <a:srgbClr val="82B366"/>
            </a:solidFill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872065-4F1B-46F8-BA3B-9F356714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0866" y="1247276"/>
            <a:ext cx="1043485" cy="139067"/>
          </a:xfrm>
          <a:custGeom xmlns:a="http://schemas.openxmlformats.org/drawingml/2006/main">
            <a:pathLst>
              <a:path w="1043485" h="139067" fill="none">
                <a:moveTo>
                  <a:pt x="1043485" y="0"/>
                </a:moveTo>
                <a:lnTo>
                  <a:pt x="0" y="139067"/>
                </a:lnTo>
              </a:path>
            </a:pathLst>
          </a:custGeom>
          <a:noFill xmlns:a="http://schemas.openxmlformats.org/drawingml/2006/main"/>
          <a:ln xmlns:a="http://schemas.openxmlformats.org/drawingml/2006/main" w="48176" cap="flat">
            <a:solidFill>
              <a:srgbClr val="82B366"/>
            </a:solidFill>
            <a:miter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9C89D9-95A0-4C50-8738-6AD7750F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3274" y="1310065"/>
            <a:ext cx="152878" cy="143242"/>
          </a:xfrm>
          <a:custGeom xmlns:a="http://schemas.openxmlformats.org/drawingml/2006/main">
            <a:pathLst>
              <a:path w="152878" h="143242">
                <a:moveTo>
                  <a:pt x="0" y="90731"/>
                </a:moveTo>
                <a:lnTo>
                  <a:pt x="133768" y="0"/>
                </a:lnTo>
                <a:lnTo>
                  <a:pt x="107592" y="76278"/>
                </a:lnTo>
                <a:lnTo>
                  <a:pt x="152878" y="143242"/>
                </a:lnTo>
                <a:lnTo>
                  <a:pt x="0" y="90731"/>
                </a:lnTo>
                <a:close/>
              </a:path>
            </a:pathLst>
          </a:custGeom>
          <a:solidFill xmlns:a="http://schemas.openxmlformats.org/drawingml/2006/main">
            <a:srgbClr val="82B3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BC2966-E901-4542-87B0-E3B6492F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3274" y="1310065"/>
            <a:ext cx="152878" cy="143242"/>
          </a:xfrm>
          <a:custGeom xmlns:a="http://schemas.openxmlformats.org/drawingml/2006/main">
            <a:pathLst>
              <a:path w="152878" h="143242" fill="none">
                <a:moveTo>
                  <a:pt x="0" y="90731"/>
                </a:moveTo>
                <a:lnTo>
                  <a:pt x="133768" y="0"/>
                </a:lnTo>
                <a:lnTo>
                  <a:pt x="107592" y="76278"/>
                </a:lnTo>
                <a:lnTo>
                  <a:pt x="152878" y="143242"/>
                </a:lnTo>
                <a:lnTo>
                  <a:pt x="0" y="9073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176" cap="flat">
            <a:solidFill>
              <a:srgbClr val="82B366"/>
            </a:solidFill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E9979A-1F5E-4CC5-B491-4196A785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3208" y="1889618"/>
            <a:ext cx="1043485" cy="139067"/>
          </a:xfrm>
          <a:custGeom xmlns:a="http://schemas.openxmlformats.org/drawingml/2006/main">
            <a:pathLst>
              <a:path w="1043485" h="139067" fill="none">
                <a:moveTo>
                  <a:pt x="1043485" y="0"/>
                </a:moveTo>
                <a:lnTo>
                  <a:pt x="0" y="139067"/>
                </a:lnTo>
              </a:path>
            </a:pathLst>
          </a:custGeom>
          <a:noFill xmlns:a="http://schemas.openxmlformats.org/drawingml/2006/main"/>
          <a:ln xmlns:a="http://schemas.openxmlformats.org/drawingml/2006/main" w="48176" cap="flat">
            <a:solidFill>
              <a:srgbClr val="6C8EBF"/>
            </a:solidFill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988A60-1162-482D-A592-246E028A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5616" y="1952407"/>
            <a:ext cx="152878" cy="143242"/>
          </a:xfrm>
          <a:custGeom xmlns:a="http://schemas.openxmlformats.org/drawingml/2006/main">
            <a:pathLst>
              <a:path w="152878" h="143242">
                <a:moveTo>
                  <a:pt x="0" y="90731"/>
                </a:moveTo>
                <a:lnTo>
                  <a:pt x="133768" y="0"/>
                </a:lnTo>
                <a:lnTo>
                  <a:pt x="107592" y="76278"/>
                </a:lnTo>
                <a:lnTo>
                  <a:pt x="152878" y="143242"/>
                </a:lnTo>
                <a:lnTo>
                  <a:pt x="0" y="90731"/>
                </a:lnTo>
                <a:close/>
              </a:path>
            </a:pathLst>
          </a:custGeom>
          <a:solidFill xmlns:a="http://schemas.openxmlformats.org/drawingml/2006/main">
            <a:srgbClr val="6C8E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12B226-48D6-40A9-B612-C0173D88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5616" y="1952407"/>
            <a:ext cx="152878" cy="143242"/>
          </a:xfrm>
          <a:custGeom xmlns:a="http://schemas.openxmlformats.org/drawingml/2006/main">
            <a:pathLst>
              <a:path w="152878" h="143242" fill="none">
                <a:moveTo>
                  <a:pt x="0" y="90731"/>
                </a:moveTo>
                <a:lnTo>
                  <a:pt x="133768" y="0"/>
                </a:lnTo>
                <a:lnTo>
                  <a:pt x="107592" y="76278"/>
                </a:lnTo>
                <a:lnTo>
                  <a:pt x="152878" y="143242"/>
                </a:lnTo>
                <a:lnTo>
                  <a:pt x="0" y="9073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176" cap="flat">
            <a:solidFill>
              <a:srgbClr val="6C8EBF"/>
            </a:solidFill>
            <a:miter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6E2F6A-862D-4D6D-846B-64778287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6694" y="1889618"/>
            <a:ext cx="1203910" cy="141637"/>
          </a:xfrm>
          <a:custGeom xmlns:a="http://schemas.openxmlformats.org/drawingml/2006/main">
            <a:pathLst>
              <a:path w="1203910" h="141637" fill="none">
                <a:moveTo>
                  <a:pt x="0" y="0"/>
                </a:moveTo>
                <a:lnTo>
                  <a:pt x="1203910" y="141637"/>
                </a:lnTo>
              </a:path>
            </a:pathLst>
          </a:custGeom>
          <a:noFill xmlns:a="http://schemas.openxmlformats.org/drawingml/2006/main"/>
          <a:ln xmlns:a="http://schemas.openxmlformats.org/drawingml/2006/main" w="48176" cap="flat">
            <a:solidFill>
              <a:srgbClr val="6C8EBF"/>
            </a:solidFill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8CB28E-592F-4A77-BB82-7DD73944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6122" y="1955298"/>
            <a:ext cx="152075" cy="143564"/>
          </a:xfrm>
          <a:custGeom xmlns:a="http://schemas.openxmlformats.org/drawingml/2006/main">
            <a:pathLst>
              <a:path w="152075" h="143564">
                <a:moveTo>
                  <a:pt x="152075" y="88643"/>
                </a:moveTo>
                <a:lnTo>
                  <a:pt x="0" y="143564"/>
                </a:lnTo>
                <a:lnTo>
                  <a:pt x="44482" y="75957"/>
                </a:lnTo>
                <a:lnTo>
                  <a:pt x="17022" y="0"/>
                </a:lnTo>
                <a:lnTo>
                  <a:pt x="152075" y="88643"/>
                </a:lnTo>
                <a:close/>
              </a:path>
            </a:pathLst>
          </a:custGeom>
          <a:solidFill xmlns:a="http://schemas.openxmlformats.org/drawingml/2006/main">
            <a:srgbClr val="6C8E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88C6FE-80A6-4A38-9E2A-753EA23C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6122" y="1955298"/>
            <a:ext cx="152075" cy="143564"/>
          </a:xfrm>
          <a:custGeom xmlns:a="http://schemas.openxmlformats.org/drawingml/2006/main">
            <a:pathLst>
              <a:path w="152075" h="143564" fill="none">
                <a:moveTo>
                  <a:pt x="152075" y="88643"/>
                </a:moveTo>
                <a:lnTo>
                  <a:pt x="0" y="143564"/>
                </a:lnTo>
                <a:lnTo>
                  <a:pt x="44482" y="75957"/>
                </a:lnTo>
                <a:lnTo>
                  <a:pt x="17022" y="0"/>
                </a:lnTo>
                <a:lnTo>
                  <a:pt x="152075" y="8864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176" cap="flat">
            <a:solidFill>
              <a:srgbClr val="6C8EBF"/>
            </a:solidFill>
            <a:miter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0B2F13-FA01-4EAF-BF15-2F1C9729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0866" y="3174303"/>
            <a:ext cx="1043485" cy="139067"/>
          </a:xfrm>
          <a:custGeom xmlns:a="http://schemas.openxmlformats.org/drawingml/2006/main">
            <a:pathLst>
              <a:path w="1043485" h="139067" fill="none">
                <a:moveTo>
                  <a:pt x="1043485" y="0"/>
                </a:moveTo>
                <a:lnTo>
                  <a:pt x="0" y="139067"/>
                </a:lnTo>
              </a:path>
            </a:pathLst>
          </a:custGeom>
          <a:noFill xmlns:a="http://schemas.openxmlformats.org/drawingml/2006/main"/>
          <a:ln xmlns:a="http://schemas.openxmlformats.org/drawingml/2006/main" w="48176" cap="flat">
            <a:solidFill>
              <a:srgbClr val="9673A6"/>
            </a:solidFill>
            <a:miter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E835EA-AB7F-4D65-947F-76143EE9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3274" y="3237092"/>
            <a:ext cx="152878" cy="143242"/>
          </a:xfrm>
          <a:custGeom xmlns:a="http://schemas.openxmlformats.org/drawingml/2006/main">
            <a:pathLst>
              <a:path w="152878" h="143242">
                <a:moveTo>
                  <a:pt x="0" y="90731"/>
                </a:moveTo>
                <a:lnTo>
                  <a:pt x="133768" y="0"/>
                </a:lnTo>
                <a:lnTo>
                  <a:pt x="107592" y="76278"/>
                </a:lnTo>
                <a:lnTo>
                  <a:pt x="152878" y="143242"/>
                </a:lnTo>
                <a:lnTo>
                  <a:pt x="0" y="90731"/>
                </a:lnTo>
                <a:close/>
              </a:path>
            </a:pathLst>
          </a:custGeom>
          <a:solidFill xmlns:a="http://schemas.openxmlformats.org/drawingml/2006/main">
            <a:srgbClr val="9673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8669FF-C47F-41AE-AB97-32B63A6B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3274" y="3237092"/>
            <a:ext cx="152878" cy="143242"/>
          </a:xfrm>
          <a:custGeom xmlns:a="http://schemas.openxmlformats.org/drawingml/2006/main">
            <a:pathLst>
              <a:path w="152878" h="143242" fill="none">
                <a:moveTo>
                  <a:pt x="0" y="90731"/>
                </a:moveTo>
                <a:lnTo>
                  <a:pt x="133768" y="0"/>
                </a:lnTo>
                <a:lnTo>
                  <a:pt x="107592" y="76278"/>
                </a:lnTo>
                <a:lnTo>
                  <a:pt x="152878" y="143242"/>
                </a:lnTo>
                <a:lnTo>
                  <a:pt x="0" y="9073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176" cap="flat">
            <a:solidFill>
              <a:srgbClr val="9673A6"/>
            </a:solidFill>
            <a:miter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06ABE6-AD19-4526-B53D-076CB47C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4351" y="3174303"/>
            <a:ext cx="1203910" cy="141637"/>
          </a:xfrm>
          <a:custGeom xmlns:a="http://schemas.openxmlformats.org/drawingml/2006/main">
            <a:pathLst>
              <a:path w="1203910" h="141637" fill="none">
                <a:moveTo>
                  <a:pt x="0" y="0"/>
                </a:moveTo>
                <a:lnTo>
                  <a:pt x="1203910" y="141637"/>
                </a:lnTo>
              </a:path>
            </a:pathLst>
          </a:custGeom>
          <a:noFill xmlns:a="http://schemas.openxmlformats.org/drawingml/2006/main"/>
          <a:ln xmlns:a="http://schemas.openxmlformats.org/drawingml/2006/main" w="48176" cap="flat">
            <a:solidFill>
              <a:srgbClr val="9673A6"/>
            </a:solidFill>
            <a:miter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66F6E8-9795-466F-925D-1BFA4E60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3779" y="3239983"/>
            <a:ext cx="152075" cy="143564"/>
          </a:xfrm>
          <a:custGeom xmlns:a="http://schemas.openxmlformats.org/drawingml/2006/main">
            <a:pathLst>
              <a:path w="152075" h="143564">
                <a:moveTo>
                  <a:pt x="152075" y="88643"/>
                </a:moveTo>
                <a:lnTo>
                  <a:pt x="0" y="143564"/>
                </a:lnTo>
                <a:lnTo>
                  <a:pt x="44482" y="75957"/>
                </a:lnTo>
                <a:lnTo>
                  <a:pt x="17022" y="0"/>
                </a:lnTo>
                <a:lnTo>
                  <a:pt x="152075" y="88643"/>
                </a:lnTo>
                <a:close/>
              </a:path>
            </a:pathLst>
          </a:custGeom>
          <a:solidFill xmlns:a="http://schemas.openxmlformats.org/drawingml/2006/main">
            <a:srgbClr val="9673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D373CC-DC98-4A6D-8E64-1633CA9F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3779" y="3239983"/>
            <a:ext cx="152075" cy="143564"/>
          </a:xfrm>
          <a:custGeom xmlns:a="http://schemas.openxmlformats.org/drawingml/2006/main">
            <a:pathLst>
              <a:path w="152075" h="143564" fill="none">
                <a:moveTo>
                  <a:pt x="152075" y="88643"/>
                </a:moveTo>
                <a:lnTo>
                  <a:pt x="0" y="143564"/>
                </a:lnTo>
                <a:lnTo>
                  <a:pt x="44482" y="75957"/>
                </a:lnTo>
                <a:lnTo>
                  <a:pt x="17022" y="0"/>
                </a:lnTo>
                <a:lnTo>
                  <a:pt x="152075" y="8864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176" cap="flat">
            <a:solidFill>
              <a:srgbClr val="9673A6"/>
            </a:solidFill>
            <a:miter/>
          </a:ln>
        </p:spPr>
      </p:sp>
      <p:sp>
        <p:nvSpPr>
          <p:cNvPr id="195" name="Text fork">
            <a:extLst xmlns:a="http://schemas.openxmlformats.org/drawingml/2006/main">
              <a:ext uri="{FF2B5EF4-FFF2-40B4-BE49-F238E27FC236}">
                <a16:creationId xmlns:a16="http://schemas.microsoft.com/office/drawing/2014/main" id="{029F27F1-5FB6-48CA-9E07-1F0E01176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025" y="1002179"/>
            <a:ext cx="482424" cy="207711"/>
          </a:xfrm>
          <a:custGeom xmlns:a="http://schemas.openxmlformats.org/drawingml/2006/main">
            <a:pathLst>
              <a:path w="482424" h="207711">
                <a:moveTo>
                  <a:pt x="86566" y="23523"/>
                </a:moveTo>
                <a:cubicBezTo>
                  <a:pt x="67590" y="23523"/>
                  <a:pt x="56966" y="36630"/>
                  <a:pt x="54692" y="62844"/>
                </a:cubicBezTo>
                <a:lnTo>
                  <a:pt x="54339" y="70099"/>
                </a:lnTo>
                <a:cubicBezTo>
                  <a:pt x="67669" y="69158"/>
                  <a:pt x="76294" y="68688"/>
                  <a:pt x="80214" y="68688"/>
                </a:cubicBezTo>
                <a:cubicBezTo>
                  <a:pt x="92682" y="68688"/>
                  <a:pt x="98915" y="72627"/>
                  <a:pt x="98915" y="80505"/>
                </a:cubicBezTo>
                <a:cubicBezTo>
                  <a:pt x="98915" y="86258"/>
                  <a:pt x="95857" y="89686"/>
                  <a:pt x="89741" y="90789"/>
                </a:cubicBezTo>
                <a:cubicBezTo>
                  <a:pt x="87075" y="91262"/>
                  <a:pt x="83959" y="91439"/>
                  <a:pt x="80391" y="91322"/>
                </a:cubicBezTo>
                <a:cubicBezTo>
                  <a:pt x="76823" y="91204"/>
                  <a:pt x="67786" y="91736"/>
                  <a:pt x="53280" y="92917"/>
                </a:cubicBezTo>
                <a:lnTo>
                  <a:pt x="52339" y="119759"/>
                </a:lnTo>
                <a:cubicBezTo>
                  <a:pt x="52339" y="124628"/>
                  <a:pt x="52496" y="131929"/>
                  <a:pt x="52810" y="141662"/>
                </a:cubicBezTo>
                <a:cubicBezTo>
                  <a:pt x="53123" y="151394"/>
                  <a:pt x="53280" y="158655"/>
                  <a:pt x="53280" y="163443"/>
                </a:cubicBezTo>
                <a:cubicBezTo>
                  <a:pt x="53280" y="178355"/>
                  <a:pt x="52418" y="189971"/>
                  <a:pt x="50693" y="198290"/>
                </a:cubicBezTo>
                <a:cubicBezTo>
                  <a:pt x="49360" y="204570"/>
                  <a:pt x="45714" y="207711"/>
                  <a:pt x="39754" y="207711"/>
                </a:cubicBezTo>
                <a:cubicBezTo>
                  <a:pt x="36539" y="207711"/>
                  <a:pt x="33795" y="206670"/>
                  <a:pt x="31521" y="204590"/>
                </a:cubicBezTo>
                <a:cubicBezTo>
                  <a:pt x="29247" y="202510"/>
                  <a:pt x="28110" y="199900"/>
                  <a:pt x="28110" y="196761"/>
                </a:cubicBezTo>
                <a:cubicBezTo>
                  <a:pt x="28110" y="196134"/>
                  <a:pt x="28189" y="195349"/>
                  <a:pt x="28346" y="194405"/>
                </a:cubicBezTo>
                <a:cubicBezTo>
                  <a:pt x="29992" y="184202"/>
                  <a:pt x="30816" y="173096"/>
                  <a:pt x="30816" y="161087"/>
                </a:cubicBezTo>
                <a:lnTo>
                  <a:pt x="30463" y="128944"/>
                </a:lnTo>
                <a:lnTo>
                  <a:pt x="30463" y="94799"/>
                </a:lnTo>
                <a:cubicBezTo>
                  <a:pt x="20661" y="95583"/>
                  <a:pt x="14467" y="95975"/>
                  <a:pt x="11879" y="95975"/>
                </a:cubicBezTo>
                <a:cubicBezTo>
                  <a:pt x="3960" y="95975"/>
                  <a:pt x="0" y="92172"/>
                  <a:pt x="0" y="84566"/>
                </a:cubicBezTo>
                <a:cubicBezTo>
                  <a:pt x="0" y="76804"/>
                  <a:pt x="6861" y="72726"/>
                  <a:pt x="20583" y="72334"/>
                </a:cubicBezTo>
                <a:lnTo>
                  <a:pt x="31874" y="71981"/>
                </a:lnTo>
                <a:cubicBezTo>
                  <a:pt x="32109" y="67590"/>
                  <a:pt x="32697" y="61631"/>
                  <a:pt x="33638" y="54104"/>
                </a:cubicBezTo>
                <a:cubicBezTo>
                  <a:pt x="35677" y="36696"/>
                  <a:pt x="40068" y="23876"/>
                  <a:pt x="46811" y="15643"/>
                </a:cubicBezTo>
                <a:cubicBezTo>
                  <a:pt x="54966" y="5685"/>
                  <a:pt x="67708" y="706"/>
                  <a:pt x="85037" y="706"/>
                </a:cubicBezTo>
                <a:cubicBezTo>
                  <a:pt x="96249" y="706"/>
                  <a:pt x="101856" y="4528"/>
                  <a:pt x="101856" y="12173"/>
                </a:cubicBezTo>
                <a:cubicBezTo>
                  <a:pt x="101856" y="19740"/>
                  <a:pt x="96759" y="23523"/>
                  <a:pt x="86566" y="23523"/>
                </a:cubicBezTo>
                <a:close/>
                <a:moveTo>
                  <a:pt x="173999" y="195949"/>
                </a:moveTo>
                <a:cubicBezTo>
                  <a:pt x="160826" y="195949"/>
                  <a:pt x="149496" y="191079"/>
                  <a:pt x="140008" y="181339"/>
                </a:cubicBezTo>
                <a:cubicBezTo>
                  <a:pt x="129423" y="170498"/>
                  <a:pt x="123855" y="155926"/>
                  <a:pt x="123307" y="137622"/>
                </a:cubicBezTo>
                <a:cubicBezTo>
                  <a:pt x="122836" y="119870"/>
                  <a:pt x="127305" y="104238"/>
                  <a:pt x="136715" y="90726"/>
                </a:cubicBezTo>
                <a:cubicBezTo>
                  <a:pt x="147692" y="74780"/>
                  <a:pt x="162982" y="66806"/>
                  <a:pt x="182585" y="66806"/>
                </a:cubicBezTo>
                <a:cubicBezTo>
                  <a:pt x="198267" y="66806"/>
                  <a:pt x="210147" y="73994"/>
                  <a:pt x="218223" y="88370"/>
                </a:cubicBezTo>
                <a:cubicBezTo>
                  <a:pt x="224653" y="99995"/>
                  <a:pt x="227750" y="113976"/>
                  <a:pt x="227515" y="130315"/>
                </a:cubicBezTo>
                <a:cubicBezTo>
                  <a:pt x="227279" y="147754"/>
                  <a:pt x="222732" y="162641"/>
                  <a:pt x="213871" y="174976"/>
                </a:cubicBezTo>
                <a:cubicBezTo>
                  <a:pt x="203835" y="188958"/>
                  <a:pt x="190544" y="195949"/>
                  <a:pt x="173999" y="195949"/>
                </a:cubicBezTo>
                <a:moveTo>
                  <a:pt x="181056" y="90800"/>
                </a:moveTo>
                <a:cubicBezTo>
                  <a:pt x="169530" y="90721"/>
                  <a:pt x="160552" y="96218"/>
                  <a:pt x="154122" y="107288"/>
                </a:cubicBezTo>
                <a:cubicBezTo>
                  <a:pt x="149025" y="116163"/>
                  <a:pt x="146477" y="126293"/>
                  <a:pt x="146477" y="137677"/>
                </a:cubicBezTo>
                <a:cubicBezTo>
                  <a:pt x="146477" y="149064"/>
                  <a:pt x="149574" y="157938"/>
                  <a:pt x="155769" y="164299"/>
                </a:cubicBezTo>
                <a:cubicBezTo>
                  <a:pt x="160944" y="169560"/>
                  <a:pt x="167021" y="172190"/>
                  <a:pt x="173999" y="172190"/>
                </a:cubicBezTo>
                <a:cubicBezTo>
                  <a:pt x="182154" y="172190"/>
                  <a:pt x="189172" y="169206"/>
                  <a:pt x="195053" y="163237"/>
                </a:cubicBezTo>
                <a:cubicBezTo>
                  <a:pt x="201717" y="156643"/>
                  <a:pt x="205246" y="147731"/>
                  <a:pt x="205638" y="136501"/>
                </a:cubicBezTo>
                <a:cubicBezTo>
                  <a:pt x="206736" y="106112"/>
                  <a:pt x="198542" y="90878"/>
                  <a:pt x="181056" y="90800"/>
                </a:cubicBezTo>
                <a:close/>
                <a:moveTo>
                  <a:pt x="348102" y="101738"/>
                </a:moveTo>
                <a:cubicBezTo>
                  <a:pt x="347553" y="111540"/>
                  <a:pt x="343632" y="116440"/>
                  <a:pt x="336340" y="116440"/>
                </a:cubicBezTo>
                <a:cubicBezTo>
                  <a:pt x="329597" y="116440"/>
                  <a:pt x="326225" y="112575"/>
                  <a:pt x="326225" y="104844"/>
                </a:cubicBezTo>
                <a:cubicBezTo>
                  <a:pt x="326225" y="103359"/>
                  <a:pt x="326107" y="100625"/>
                  <a:pt x="325872" y="96640"/>
                </a:cubicBezTo>
                <a:lnTo>
                  <a:pt x="325519" y="86801"/>
                </a:lnTo>
                <a:cubicBezTo>
                  <a:pt x="313130" y="88293"/>
                  <a:pt x="303211" y="91790"/>
                  <a:pt x="295762" y="97291"/>
                </a:cubicBezTo>
                <a:cubicBezTo>
                  <a:pt x="288784" y="102400"/>
                  <a:pt x="282981" y="110101"/>
                  <a:pt x="278355" y="120395"/>
                </a:cubicBezTo>
                <a:lnTo>
                  <a:pt x="278590" y="184985"/>
                </a:lnTo>
                <a:cubicBezTo>
                  <a:pt x="278590" y="192922"/>
                  <a:pt x="274709" y="196890"/>
                  <a:pt x="266946" y="196890"/>
                </a:cubicBezTo>
                <a:cubicBezTo>
                  <a:pt x="260046" y="196890"/>
                  <a:pt x="256596" y="192923"/>
                  <a:pt x="256596" y="184989"/>
                </a:cubicBezTo>
                <a:lnTo>
                  <a:pt x="256596" y="102271"/>
                </a:lnTo>
                <a:cubicBezTo>
                  <a:pt x="256596" y="99679"/>
                  <a:pt x="256694" y="95791"/>
                  <a:pt x="256890" y="90609"/>
                </a:cubicBezTo>
                <a:cubicBezTo>
                  <a:pt x="257086" y="85424"/>
                  <a:pt x="257184" y="81535"/>
                  <a:pt x="257184" y="78943"/>
                </a:cubicBezTo>
                <a:cubicBezTo>
                  <a:pt x="257184" y="71008"/>
                  <a:pt x="260634" y="67041"/>
                  <a:pt x="267534" y="67041"/>
                </a:cubicBezTo>
                <a:cubicBezTo>
                  <a:pt x="275219" y="67041"/>
                  <a:pt x="279100" y="73549"/>
                  <a:pt x="279178" y="86566"/>
                </a:cubicBezTo>
                <a:cubicBezTo>
                  <a:pt x="294233" y="71981"/>
                  <a:pt x="310935" y="64689"/>
                  <a:pt x="329283" y="64689"/>
                </a:cubicBezTo>
                <a:cubicBezTo>
                  <a:pt x="335634" y="64689"/>
                  <a:pt x="340378" y="67081"/>
                  <a:pt x="343515" y="71864"/>
                </a:cubicBezTo>
                <a:cubicBezTo>
                  <a:pt x="346651" y="76647"/>
                  <a:pt x="348219" y="83861"/>
                  <a:pt x="348219" y="93505"/>
                </a:cubicBezTo>
                <a:cubicBezTo>
                  <a:pt x="348219" y="97582"/>
                  <a:pt x="348180" y="100327"/>
                  <a:pt x="348102" y="101738"/>
                </a:cubicBezTo>
                <a:close/>
                <a:moveTo>
                  <a:pt x="470192" y="193597"/>
                </a:moveTo>
                <a:cubicBezTo>
                  <a:pt x="465879" y="193597"/>
                  <a:pt x="462547" y="191323"/>
                  <a:pt x="460195" y="186775"/>
                </a:cubicBezTo>
                <a:cubicBezTo>
                  <a:pt x="456117" y="178850"/>
                  <a:pt x="449962" y="169474"/>
                  <a:pt x="441729" y="158646"/>
                </a:cubicBezTo>
                <a:lnTo>
                  <a:pt x="420911" y="130282"/>
                </a:lnTo>
                <a:cubicBezTo>
                  <a:pt x="416363" y="133892"/>
                  <a:pt x="409306" y="138953"/>
                  <a:pt x="399740" y="145466"/>
                </a:cubicBezTo>
                <a:cubicBezTo>
                  <a:pt x="398877" y="157627"/>
                  <a:pt x="398446" y="169473"/>
                  <a:pt x="398446" y="181004"/>
                </a:cubicBezTo>
                <a:cubicBezTo>
                  <a:pt x="398446" y="184535"/>
                  <a:pt x="397368" y="187398"/>
                  <a:pt x="395212" y="189594"/>
                </a:cubicBezTo>
                <a:cubicBezTo>
                  <a:pt x="393055" y="191792"/>
                  <a:pt x="390291" y="192891"/>
                  <a:pt x="386920" y="192891"/>
                </a:cubicBezTo>
                <a:cubicBezTo>
                  <a:pt x="379000" y="192891"/>
                  <a:pt x="375040" y="187555"/>
                  <a:pt x="375040" y="176884"/>
                </a:cubicBezTo>
                <a:cubicBezTo>
                  <a:pt x="375040" y="170374"/>
                  <a:pt x="375491" y="160626"/>
                  <a:pt x="376393" y="147642"/>
                </a:cubicBezTo>
                <a:cubicBezTo>
                  <a:pt x="377295" y="134655"/>
                  <a:pt x="377746" y="124906"/>
                  <a:pt x="377746" y="118396"/>
                </a:cubicBezTo>
                <a:cubicBezTo>
                  <a:pt x="377746" y="106470"/>
                  <a:pt x="377922" y="92837"/>
                  <a:pt x="378275" y="77498"/>
                </a:cubicBezTo>
                <a:cubicBezTo>
                  <a:pt x="378628" y="62159"/>
                  <a:pt x="378804" y="48605"/>
                  <a:pt x="378804" y="36836"/>
                </a:cubicBezTo>
                <a:cubicBezTo>
                  <a:pt x="378804" y="33305"/>
                  <a:pt x="378628" y="29147"/>
                  <a:pt x="378275" y="24361"/>
                </a:cubicBezTo>
                <a:cubicBezTo>
                  <a:pt x="377922" y="19576"/>
                  <a:pt x="377746" y="15418"/>
                  <a:pt x="377746" y="11887"/>
                </a:cubicBezTo>
                <a:cubicBezTo>
                  <a:pt x="377746" y="8356"/>
                  <a:pt x="378824" y="5492"/>
                  <a:pt x="380980" y="3297"/>
                </a:cubicBezTo>
                <a:cubicBezTo>
                  <a:pt x="383136" y="1099"/>
                  <a:pt x="385900" y="0"/>
                  <a:pt x="389272" y="0"/>
                </a:cubicBezTo>
                <a:cubicBezTo>
                  <a:pt x="392644" y="0"/>
                  <a:pt x="395408" y="1099"/>
                  <a:pt x="397564" y="3297"/>
                </a:cubicBezTo>
                <a:cubicBezTo>
                  <a:pt x="399720" y="5492"/>
                  <a:pt x="400798" y="8356"/>
                  <a:pt x="400798" y="11887"/>
                </a:cubicBezTo>
                <a:cubicBezTo>
                  <a:pt x="400798" y="15496"/>
                  <a:pt x="400994" y="19753"/>
                  <a:pt x="401386" y="24659"/>
                </a:cubicBezTo>
                <a:cubicBezTo>
                  <a:pt x="401779" y="29562"/>
                  <a:pt x="401975" y="33817"/>
                  <a:pt x="401975" y="37424"/>
                </a:cubicBezTo>
                <a:lnTo>
                  <a:pt x="401151" y="75322"/>
                </a:lnTo>
                <a:cubicBezTo>
                  <a:pt x="400759" y="88973"/>
                  <a:pt x="400642" y="102625"/>
                  <a:pt x="400798" y="116279"/>
                </a:cubicBezTo>
                <a:cubicBezTo>
                  <a:pt x="411462" y="108119"/>
                  <a:pt x="421734" y="99174"/>
                  <a:pt x="431614" y="89444"/>
                </a:cubicBezTo>
                <a:lnTo>
                  <a:pt x="457490" y="62730"/>
                </a:lnTo>
                <a:cubicBezTo>
                  <a:pt x="460077" y="60064"/>
                  <a:pt x="462861" y="58731"/>
                  <a:pt x="465840" y="58731"/>
                </a:cubicBezTo>
                <a:cubicBezTo>
                  <a:pt x="468898" y="58731"/>
                  <a:pt x="471662" y="59946"/>
                  <a:pt x="474132" y="62377"/>
                </a:cubicBezTo>
                <a:cubicBezTo>
                  <a:pt x="476602" y="64808"/>
                  <a:pt x="477837" y="67632"/>
                  <a:pt x="477837" y="70849"/>
                </a:cubicBezTo>
                <a:cubicBezTo>
                  <a:pt x="477837" y="73518"/>
                  <a:pt x="476700" y="76146"/>
                  <a:pt x="474426" y="78733"/>
                </a:cubicBezTo>
                <a:cubicBezTo>
                  <a:pt x="464782" y="90015"/>
                  <a:pt x="452902" y="102118"/>
                  <a:pt x="438788" y="115044"/>
                </a:cubicBezTo>
                <a:lnTo>
                  <a:pt x="464429" y="150056"/>
                </a:lnTo>
                <a:cubicBezTo>
                  <a:pt x="476426" y="166454"/>
                  <a:pt x="482424" y="177124"/>
                  <a:pt x="482424" y="182067"/>
                </a:cubicBezTo>
                <a:cubicBezTo>
                  <a:pt x="482424" y="185205"/>
                  <a:pt x="481189" y="187912"/>
                  <a:pt x="478719" y="190186"/>
                </a:cubicBezTo>
                <a:cubicBezTo>
                  <a:pt x="476249" y="192460"/>
                  <a:pt x="473407" y="193597"/>
                  <a:pt x="470192" y="1935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Text fork">
            <a:extLst xmlns:a="http://schemas.openxmlformats.org/drawingml/2006/main">
              <a:ext uri="{FF2B5EF4-FFF2-40B4-BE49-F238E27FC236}">
                <a16:creationId xmlns:a16="http://schemas.microsoft.com/office/drawing/2014/main" id="{F88175E1-C37F-4989-83B6-97CDA486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0245" y="1628463"/>
            <a:ext cx="482425" cy="207711"/>
          </a:xfrm>
          <a:custGeom xmlns:a="http://schemas.openxmlformats.org/drawingml/2006/main">
            <a:pathLst>
              <a:path w="482425" h="207711">
                <a:moveTo>
                  <a:pt x="86566" y="23523"/>
                </a:moveTo>
                <a:cubicBezTo>
                  <a:pt x="67590" y="23523"/>
                  <a:pt x="56966" y="36630"/>
                  <a:pt x="54692" y="62844"/>
                </a:cubicBezTo>
                <a:lnTo>
                  <a:pt x="54339" y="70099"/>
                </a:lnTo>
                <a:cubicBezTo>
                  <a:pt x="67669" y="69158"/>
                  <a:pt x="76294" y="68688"/>
                  <a:pt x="80214" y="68688"/>
                </a:cubicBezTo>
                <a:cubicBezTo>
                  <a:pt x="92682" y="68688"/>
                  <a:pt x="98915" y="72627"/>
                  <a:pt x="98915" y="80505"/>
                </a:cubicBezTo>
                <a:cubicBezTo>
                  <a:pt x="98915" y="86258"/>
                  <a:pt x="95857" y="89686"/>
                  <a:pt x="89741" y="90789"/>
                </a:cubicBezTo>
                <a:cubicBezTo>
                  <a:pt x="87075" y="91262"/>
                  <a:pt x="83959" y="91439"/>
                  <a:pt x="80391" y="91322"/>
                </a:cubicBezTo>
                <a:cubicBezTo>
                  <a:pt x="76823" y="91204"/>
                  <a:pt x="67786" y="91736"/>
                  <a:pt x="53280" y="92917"/>
                </a:cubicBezTo>
                <a:lnTo>
                  <a:pt x="52339" y="119759"/>
                </a:lnTo>
                <a:cubicBezTo>
                  <a:pt x="52339" y="124628"/>
                  <a:pt x="52496" y="131929"/>
                  <a:pt x="52810" y="141662"/>
                </a:cubicBezTo>
                <a:cubicBezTo>
                  <a:pt x="53123" y="151394"/>
                  <a:pt x="53280" y="158655"/>
                  <a:pt x="53280" y="163443"/>
                </a:cubicBezTo>
                <a:cubicBezTo>
                  <a:pt x="53280" y="178355"/>
                  <a:pt x="52418" y="189971"/>
                  <a:pt x="50693" y="198290"/>
                </a:cubicBezTo>
                <a:cubicBezTo>
                  <a:pt x="49360" y="204570"/>
                  <a:pt x="45714" y="207711"/>
                  <a:pt x="39754" y="207711"/>
                </a:cubicBezTo>
                <a:cubicBezTo>
                  <a:pt x="36539" y="207711"/>
                  <a:pt x="33795" y="206670"/>
                  <a:pt x="31521" y="204590"/>
                </a:cubicBezTo>
                <a:cubicBezTo>
                  <a:pt x="29247" y="202510"/>
                  <a:pt x="28110" y="199900"/>
                  <a:pt x="28110" y="196761"/>
                </a:cubicBezTo>
                <a:cubicBezTo>
                  <a:pt x="28110" y="196134"/>
                  <a:pt x="28189" y="195349"/>
                  <a:pt x="28346" y="194405"/>
                </a:cubicBezTo>
                <a:cubicBezTo>
                  <a:pt x="29992" y="184202"/>
                  <a:pt x="30816" y="173096"/>
                  <a:pt x="30816" y="161087"/>
                </a:cubicBezTo>
                <a:lnTo>
                  <a:pt x="30463" y="128944"/>
                </a:lnTo>
                <a:lnTo>
                  <a:pt x="30463" y="94799"/>
                </a:lnTo>
                <a:cubicBezTo>
                  <a:pt x="20661" y="95583"/>
                  <a:pt x="14467" y="95975"/>
                  <a:pt x="11879" y="95975"/>
                </a:cubicBezTo>
                <a:cubicBezTo>
                  <a:pt x="3960" y="95975"/>
                  <a:pt x="0" y="92172"/>
                  <a:pt x="0" y="84566"/>
                </a:cubicBezTo>
                <a:cubicBezTo>
                  <a:pt x="0" y="76804"/>
                  <a:pt x="6861" y="72726"/>
                  <a:pt x="20583" y="72334"/>
                </a:cubicBezTo>
                <a:lnTo>
                  <a:pt x="31874" y="71981"/>
                </a:lnTo>
                <a:cubicBezTo>
                  <a:pt x="32109" y="67590"/>
                  <a:pt x="32697" y="61631"/>
                  <a:pt x="33638" y="54104"/>
                </a:cubicBezTo>
                <a:cubicBezTo>
                  <a:pt x="35677" y="36696"/>
                  <a:pt x="40068" y="23876"/>
                  <a:pt x="46811" y="15643"/>
                </a:cubicBezTo>
                <a:cubicBezTo>
                  <a:pt x="54966" y="5685"/>
                  <a:pt x="67708" y="706"/>
                  <a:pt x="85037" y="706"/>
                </a:cubicBezTo>
                <a:cubicBezTo>
                  <a:pt x="96249" y="706"/>
                  <a:pt x="101856" y="4528"/>
                  <a:pt x="101856" y="12173"/>
                </a:cubicBezTo>
                <a:cubicBezTo>
                  <a:pt x="101856" y="19740"/>
                  <a:pt x="96759" y="23523"/>
                  <a:pt x="86566" y="23523"/>
                </a:cubicBezTo>
                <a:close/>
                <a:moveTo>
                  <a:pt x="174000" y="195949"/>
                </a:moveTo>
                <a:cubicBezTo>
                  <a:pt x="160827" y="195949"/>
                  <a:pt x="149497" y="191079"/>
                  <a:pt x="140009" y="181339"/>
                </a:cubicBezTo>
                <a:cubicBezTo>
                  <a:pt x="129424" y="170498"/>
                  <a:pt x="123857" y="155926"/>
                  <a:pt x="123308" y="137622"/>
                </a:cubicBezTo>
                <a:cubicBezTo>
                  <a:pt x="122837" y="119870"/>
                  <a:pt x="127307" y="104238"/>
                  <a:pt x="136716" y="90726"/>
                </a:cubicBezTo>
                <a:cubicBezTo>
                  <a:pt x="147693" y="74780"/>
                  <a:pt x="162984" y="66806"/>
                  <a:pt x="182586" y="66806"/>
                </a:cubicBezTo>
                <a:cubicBezTo>
                  <a:pt x="198269" y="66806"/>
                  <a:pt x="210148" y="73994"/>
                  <a:pt x="218224" y="88370"/>
                </a:cubicBezTo>
                <a:cubicBezTo>
                  <a:pt x="224654" y="99995"/>
                  <a:pt x="227751" y="113976"/>
                  <a:pt x="227516" y="130315"/>
                </a:cubicBezTo>
                <a:cubicBezTo>
                  <a:pt x="227281" y="147754"/>
                  <a:pt x="222733" y="162641"/>
                  <a:pt x="213872" y="174976"/>
                </a:cubicBezTo>
                <a:cubicBezTo>
                  <a:pt x="203836" y="188958"/>
                  <a:pt x="190545" y="195949"/>
                  <a:pt x="174000" y="195949"/>
                </a:cubicBezTo>
                <a:moveTo>
                  <a:pt x="181057" y="90800"/>
                </a:moveTo>
                <a:cubicBezTo>
                  <a:pt x="169531" y="90721"/>
                  <a:pt x="160553" y="96218"/>
                  <a:pt x="154123" y="107288"/>
                </a:cubicBezTo>
                <a:cubicBezTo>
                  <a:pt x="149026" y="116163"/>
                  <a:pt x="146478" y="126293"/>
                  <a:pt x="146478" y="137677"/>
                </a:cubicBezTo>
                <a:cubicBezTo>
                  <a:pt x="146478" y="149064"/>
                  <a:pt x="149575" y="157938"/>
                  <a:pt x="155770" y="164299"/>
                </a:cubicBezTo>
                <a:cubicBezTo>
                  <a:pt x="160945" y="169560"/>
                  <a:pt x="167022" y="172190"/>
                  <a:pt x="174000" y="172190"/>
                </a:cubicBezTo>
                <a:cubicBezTo>
                  <a:pt x="182155" y="172190"/>
                  <a:pt x="189173" y="169206"/>
                  <a:pt x="195054" y="163237"/>
                </a:cubicBezTo>
                <a:cubicBezTo>
                  <a:pt x="201719" y="156643"/>
                  <a:pt x="205247" y="147731"/>
                  <a:pt x="205639" y="136501"/>
                </a:cubicBezTo>
                <a:cubicBezTo>
                  <a:pt x="206737" y="106112"/>
                  <a:pt x="198543" y="90878"/>
                  <a:pt x="181057" y="90800"/>
                </a:cubicBezTo>
                <a:close/>
                <a:moveTo>
                  <a:pt x="348101" y="101738"/>
                </a:moveTo>
                <a:cubicBezTo>
                  <a:pt x="347552" y="111540"/>
                  <a:pt x="343632" y="116440"/>
                  <a:pt x="336340" y="116440"/>
                </a:cubicBezTo>
                <a:cubicBezTo>
                  <a:pt x="329596" y="116440"/>
                  <a:pt x="326225" y="112575"/>
                  <a:pt x="326225" y="104844"/>
                </a:cubicBezTo>
                <a:cubicBezTo>
                  <a:pt x="326225" y="103359"/>
                  <a:pt x="326107" y="100625"/>
                  <a:pt x="325872" y="96640"/>
                </a:cubicBezTo>
                <a:lnTo>
                  <a:pt x="325519" y="86801"/>
                </a:lnTo>
                <a:cubicBezTo>
                  <a:pt x="313130" y="88293"/>
                  <a:pt x="303211" y="91790"/>
                  <a:pt x="295762" y="97291"/>
                </a:cubicBezTo>
                <a:cubicBezTo>
                  <a:pt x="288783" y="102400"/>
                  <a:pt x="282981" y="110101"/>
                  <a:pt x="278355" y="120395"/>
                </a:cubicBezTo>
                <a:lnTo>
                  <a:pt x="278590" y="184985"/>
                </a:lnTo>
                <a:cubicBezTo>
                  <a:pt x="278590" y="192922"/>
                  <a:pt x="274709" y="196890"/>
                  <a:pt x="266946" y="196890"/>
                </a:cubicBezTo>
                <a:cubicBezTo>
                  <a:pt x="260046" y="196890"/>
                  <a:pt x="256596" y="192923"/>
                  <a:pt x="256596" y="184989"/>
                </a:cubicBezTo>
                <a:lnTo>
                  <a:pt x="256596" y="102271"/>
                </a:lnTo>
                <a:cubicBezTo>
                  <a:pt x="256596" y="99679"/>
                  <a:pt x="256694" y="95791"/>
                  <a:pt x="256890" y="90609"/>
                </a:cubicBezTo>
                <a:cubicBezTo>
                  <a:pt x="257086" y="85424"/>
                  <a:pt x="257184" y="81535"/>
                  <a:pt x="257184" y="78943"/>
                </a:cubicBezTo>
                <a:cubicBezTo>
                  <a:pt x="257184" y="71008"/>
                  <a:pt x="260634" y="67041"/>
                  <a:pt x="267534" y="67041"/>
                </a:cubicBezTo>
                <a:cubicBezTo>
                  <a:pt x="275218" y="67041"/>
                  <a:pt x="279100" y="73549"/>
                  <a:pt x="279178" y="86566"/>
                </a:cubicBezTo>
                <a:cubicBezTo>
                  <a:pt x="294233" y="71981"/>
                  <a:pt x="310935" y="64689"/>
                  <a:pt x="329283" y="64689"/>
                </a:cubicBezTo>
                <a:cubicBezTo>
                  <a:pt x="335634" y="64689"/>
                  <a:pt x="340378" y="67081"/>
                  <a:pt x="343514" y="71864"/>
                </a:cubicBezTo>
                <a:cubicBezTo>
                  <a:pt x="346651" y="76647"/>
                  <a:pt x="348219" y="83861"/>
                  <a:pt x="348219" y="93505"/>
                </a:cubicBezTo>
                <a:cubicBezTo>
                  <a:pt x="348219" y="97582"/>
                  <a:pt x="348180" y="100327"/>
                  <a:pt x="348101" y="101738"/>
                </a:cubicBezTo>
                <a:close/>
                <a:moveTo>
                  <a:pt x="470193" y="193597"/>
                </a:moveTo>
                <a:cubicBezTo>
                  <a:pt x="465880" y="193597"/>
                  <a:pt x="462548" y="191323"/>
                  <a:pt x="460195" y="186775"/>
                </a:cubicBezTo>
                <a:cubicBezTo>
                  <a:pt x="456118" y="178850"/>
                  <a:pt x="449963" y="169474"/>
                  <a:pt x="441729" y="158646"/>
                </a:cubicBezTo>
                <a:lnTo>
                  <a:pt x="420911" y="130282"/>
                </a:lnTo>
                <a:cubicBezTo>
                  <a:pt x="416364" y="133892"/>
                  <a:pt x="409307" y="138953"/>
                  <a:pt x="399740" y="145466"/>
                </a:cubicBezTo>
                <a:cubicBezTo>
                  <a:pt x="398878" y="157627"/>
                  <a:pt x="398447" y="169473"/>
                  <a:pt x="398447" y="181004"/>
                </a:cubicBezTo>
                <a:cubicBezTo>
                  <a:pt x="398447" y="184535"/>
                  <a:pt x="397368" y="187398"/>
                  <a:pt x="395212" y="189594"/>
                </a:cubicBezTo>
                <a:cubicBezTo>
                  <a:pt x="393056" y="191792"/>
                  <a:pt x="390292" y="192891"/>
                  <a:pt x="386920" y="192891"/>
                </a:cubicBezTo>
                <a:cubicBezTo>
                  <a:pt x="379001" y="192891"/>
                  <a:pt x="375041" y="187555"/>
                  <a:pt x="375041" y="176884"/>
                </a:cubicBezTo>
                <a:cubicBezTo>
                  <a:pt x="375041" y="170374"/>
                  <a:pt x="375492" y="160626"/>
                  <a:pt x="376394" y="147642"/>
                </a:cubicBezTo>
                <a:cubicBezTo>
                  <a:pt x="377295" y="134655"/>
                  <a:pt x="377746" y="124906"/>
                  <a:pt x="377746" y="118396"/>
                </a:cubicBezTo>
                <a:cubicBezTo>
                  <a:pt x="377746" y="106470"/>
                  <a:pt x="377923" y="92837"/>
                  <a:pt x="378275" y="77498"/>
                </a:cubicBezTo>
                <a:cubicBezTo>
                  <a:pt x="378628" y="62159"/>
                  <a:pt x="378805" y="48605"/>
                  <a:pt x="378805" y="36836"/>
                </a:cubicBezTo>
                <a:cubicBezTo>
                  <a:pt x="378805" y="33305"/>
                  <a:pt x="378628" y="29147"/>
                  <a:pt x="378275" y="24361"/>
                </a:cubicBezTo>
                <a:cubicBezTo>
                  <a:pt x="377923" y="19576"/>
                  <a:pt x="377746" y="15418"/>
                  <a:pt x="377746" y="11887"/>
                </a:cubicBezTo>
                <a:cubicBezTo>
                  <a:pt x="377746" y="8356"/>
                  <a:pt x="378824" y="5492"/>
                  <a:pt x="380981" y="3297"/>
                </a:cubicBezTo>
                <a:cubicBezTo>
                  <a:pt x="383137" y="1099"/>
                  <a:pt x="385901" y="0"/>
                  <a:pt x="389273" y="0"/>
                </a:cubicBezTo>
                <a:cubicBezTo>
                  <a:pt x="392644" y="0"/>
                  <a:pt x="395408" y="1099"/>
                  <a:pt x="397565" y="3297"/>
                </a:cubicBezTo>
                <a:cubicBezTo>
                  <a:pt x="399721" y="5492"/>
                  <a:pt x="400799" y="8356"/>
                  <a:pt x="400799" y="11887"/>
                </a:cubicBezTo>
                <a:cubicBezTo>
                  <a:pt x="400799" y="15496"/>
                  <a:pt x="400995" y="19753"/>
                  <a:pt x="401387" y="24659"/>
                </a:cubicBezTo>
                <a:cubicBezTo>
                  <a:pt x="401779" y="29562"/>
                  <a:pt x="401975" y="33817"/>
                  <a:pt x="401975" y="37424"/>
                </a:cubicBezTo>
                <a:lnTo>
                  <a:pt x="401152" y="75322"/>
                </a:lnTo>
                <a:cubicBezTo>
                  <a:pt x="400760" y="88973"/>
                  <a:pt x="400642" y="102625"/>
                  <a:pt x="400799" y="116279"/>
                </a:cubicBezTo>
                <a:cubicBezTo>
                  <a:pt x="411463" y="108119"/>
                  <a:pt x="421735" y="99174"/>
                  <a:pt x="431614" y="89444"/>
                </a:cubicBezTo>
                <a:lnTo>
                  <a:pt x="457490" y="62730"/>
                </a:lnTo>
                <a:cubicBezTo>
                  <a:pt x="460078" y="60064"/>
                  <a:pt x="462861" y="58731"/>
                  <a:pt x="465841" y="58731"/>
                </a:cubicBezTo>
                <a:cubicBezTo>
                  <a:pt x="468899" y="58731"/>
                  <a:pt x="471663" y="59946"/>
                  <a:pt x="474133" y="62377"/>
                </a:cubicBezTo>
                <a:cubicBezTo>
                  <a:pt x="476603" y="64808"/>
                  <a:pt x="477838" y="67632"/>
                  <a:pt x="477838" y="70849"/>
                </a:cubicBezTo>
                <a:cubicBezTo>
                  <a:pt x="477838" y="73518"/>
                  <a:pt x="476701" y="76146"/>
                  <a:pt x="474427" y="78733"/>
                </a:cubicBezTo>
                <a:cubicBezTo>
                  <a:pt x="464782" y="90015"/>
                  <a:pt x="452903" y="102118"/>
                  <a:pt x="438789" y="115044"/>
                </a:cubicBezTo>
                <a:lnTo>
                  <a:pt x="464429" y="150056"/>
                </a:lnTo>
                <a:cubicBezTo>
                  <a:pt x="476426" y="166454"/>
                  <a:pt x="482425" y="177124"/>
                  <a:pt x="482425" y="182067"/>
                </a:cubicBezTo>
                <a:cubicBezTo>
                  <a:pt x="482425" y="185205"/>
                  <a:pt x="481190" y="187912"/>
                  <a:pt x="478720" y="190186"/>
                </a:cubicBezTo>
                <a:cubicBezTo>
                  <a:pt x="476250" y="192460"/>
                  <a:pt x="473407" y="193597"/>
                  <a:pt x="470193" y="1935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" name="Text fork">
            <a:extLst xmlns:a="http://schemas.openxmlformats.org/drawingml/2006/main">
              <a:ext uri="{FF2B5EF4-FFF2-40B4-BE49-F238E27FC236}">
                <a16:creationId xmlns:a16="http://schemas.microsoft.com/office/drawing/2014/main" id="{597052A9-27FE-4DC6-9021-6A492734E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025" y="2993441"/>
            <a:ext cx="482424" cy="207711"/>
          </a:xfrm>
          <a:custGeom xmlns:a="http://schemas.openxmlformats.org/drawingml/2006/main">
            <a:pathLst>
              <a:path w="482424" h="207711">
                <a:moveTo>
                  <a:pt x="86566" y="23523"/>
                </a:moveTo>
                <a:cubicBezTo>
                  <a:pt x="67590" y="23523"/>
                  <a:pt x="56966" y="36630"/>
                  <a:pt x="54692" y="62844"/>
                </a:cubicBezTo>
                <a:lnTo>
                  <a:pt x="54339" y="70099"/>
                </a:lnTo>
                <a:cubicBezTo>
                  <a:pt x="67669" y="69158"/>
                  <a:pt x="76294" y="68688"/>
                  <a:pt x="80214" y="68688"/>
                </a:cubicBezTo>
                <a:cubicBezTo>
                  <a:pt x="92682" y="68688"/>
                  <a:pt x="98915" y="72627"/>
                  <a:pt x="98915" y="80505"/>
                </a:cubicBezTo>
                <a:cubicBezTo>
                  <a:pt x="98915" y="86258"/>
                  <a:pt x="95857" y="89686"/>
                  <a:pt x="89741" y="90789"/>
                </a:cubicBezTo>
                <a:cubicBezTo>
                  <a:pt x="87075" y="91262"/>
                  <a:pt x="83959" y="91439"/>
                  <a:pt x="80391" y="91322"/>
                </a:cubicBezTo>
                <a:cubicBezTo>
                  <a:pt x="76823" y="91204"/>
                  <a:pt x="67786" y="91736"/>
                  <a:pt x="53280" y="92917"/>
                </a:cubicBezTo>
                <a:lnTo>
                  <a:pt x="52339" y="119759"/>
                </a:lnTo>
                <a:cubicBezTo>
                  <a:pt x="52339" y="124628"/>
                  <a:pt x="52496" y="131929"/>
                  <a:pt x="52810" y="141662"/>
                </a:cubicBezTo>
                <a:cubicBezTo>
                  <a:pt x="53123" y="151394"/>
                  <a:pt x="53280" y="158655"/>
                  <a:pt x="53280" y="163443"/>
                </a:cubicBezTo>
                <a:cubicBezTo>
                  <a:pt x="53280" y="178355"/>
                  <a:pt x="52418" y="189971"/>
                  <a:pt x="50693" y="198290"/>
                </a:cubicBezTo>
                <a:cubicBezTo>
                  <a:pt x="49360" y="204570"/>
                  <a:pt x="45714" y="207711"/>
                  <a:pt x="39754" y="207711"/>
                </a:cubicBezTo>
                <a:cubicBezTo>
                  <a:pt x="36539" y="207711"/>
                  <a:pt x="33795" y="206670"/>
                  <a:pt x="31521" y="204590"/>
                </a:cubicBezTo>
                <a:cubicBezTo>
                  <a:pt x="29247" y="202510"/>
                  <a:pt x="28110" y="199900"/>
                  <a:pt x="28110" y="196761"/>
                </a:cubicBezTo>
                <a:cubicBezTo>
                  <a:pt x="28110" y="196134"/>
                  <a:pt x="28189" y="195349"/>
                  <a:pt x="28346" y="194405"/>
                </a:cubicBezTo>
                <a:cubicBezTo>
                  <a:pt x="29992" y="184202"/>
                  <a:pt x="30816" y="173096"/>
                  <a:pt x="30816" y="161087"/>
                </a:cubicBezTo>
                <a:lnTo>
                  <a:pt x="30463" y="128944"/>
                </a:lnTo>
                <a:lnTo>
                  <a:pt x="30463" y="94799"/>
                </a:lnTo>
                <a:cubicBezTo>
                  <a:pt x="20661" y="95583"/>
                  <a:pt x="14467" y="95975"/>
                  <a:pt x="11879" y="95975"/>
                </a:cubicBezTo>
                <a:cubicBezTo>
                  <a:pt x="3960" y="95975"/>
                  <a:pt x="0" y="92172"/>
                  <a:pt x="0" y="84566"/>
                </a:cubicBezTo>
                <a:cubicBezTo>
                  <a:pt x="0" y="76804"/>
                  <a:pt x="6861" y="72726"/>
                  <a:pt x="20583" y="72334"/>
                </a:cubicBezTo>
                <a:lnTo>
                  <a:pt x="31874" y="71981"/>
                </a:lnTo>
                <a:cubicBezTo>
                  <a:pt x="32109" y="67590"/>
                  <a:pt x="32697" y="61631"/>
                  <a:pt x="33638" y="54104"/>
                </a:cubicBezTo>
                <a:cubicBezTo>
                  <a:pt x="35677" y="36696"/>
                  <a:pt x="40068" y="23876"/>
                  <a:pt x="46811" y="15643"/>
                </a:cubicBezTo>
                <a:cubicBezTo>
                  <a:pt x="54966" y="5685"/>
                  <a:pt x="67708" y="706"/>
                  <a:pt x="85037" y="706"/>
                </a:cubicBezTo>
                <a:cubicBezTo>
                  <a:pt x="96249" y="706"/>
                  <a:pt x="101856" y="4528"/>
                  <a:pt x="101856" y="12173"/>
                </a:cubicBezTo>
                <a:cubicBezTo>
                  <a:pt x="101856" y="19740"/>
                  <a:pt x="96759" y="23523"/>
                  <a:pt x="86566" y="23523"/>
                </a:cubicBezTo>
                <a:close/>
                <a:moveTo>
                  <a:pt x="173999" y="195949"/>
                </a:moveTo>
                <a:cubicBezTo>
                  <a:pt x="160826" y="195949"/>
                  <a:pt x="149496" y="191079"/>
                  <a:pt x="140008" y="181339"/>
                </a:cubicBezTo>
                <a:cubicBezTo>
                  <a:pt x="129423" y="170498"/>
                  <a:pt x="123855" y="155926"/>
                  <a:pt x="123307" y="137622"/>
                </a:cubicBezTo>
                <a:cubicBezTo>
                  <a:pt x="122836" y="119870"/>
                  <a:pt x="127305" y="104238"/>
                  <a:pt x="136715" y="90726"/>
                </a:cubicBezTo>
                <a:cubicBezTo>
                  <a:pt x="147692" y="74780"/>
                  <a:pt x="162982" y="66806"/>
                  <a:pt x="182585" y="66806"/>
                </a:cubicBezTo>
                <a:cubicBezTo>
                  <a:pt x="198267" y="66806"/>
                  <a:pt x="210147" y="73994"/>
                  <a:pt x="218223" y="88370"/>
                </a:cubicBezTo>
                <a:cubicBezTo>
                  <a:pt x="224653" y="99995"/>
                  <a:pt x="227750" y="113976"/>
                  <a:pt x="227515" y="130315"/>
                </a:cubicBezTo>
                <a:cubicBezTo>
                  <a:pt x="227279" y="147754"/>
                  <a:pt x="222732" y="162641"/>
                  <a:pt x="213871" y="174976"/>
                </a:cubicBezTo>
                <a:cubicBezTo>
                  <a:pt x="203835" y="188958"/>
                  <a:pt x="190544" y="195949"/>
                  <a:pt x="173999" y="195949"/>
                </a:cubicBezTo>
                <a:moveTo>
                  <a:pt x="181056" y="90800"/>
                </a:moveTo>
                <a:cubicBezTo>
                  <a:pt x="169530" y="90721"/>
                  <a:pt x="160552" y="96218"/>
                  <a:pt x="154122" y="107288"/>
                </a:cubicBezTo>
                <a:cubicBezTo>
                  <a:pt x="149025" y="116163"/>
                  <a:pt x="146477" y="126293"/>
                  <a:pt x="146477" y="137677"/>
                </a:cubicBezTo>
                <a:cubicBezTo>
                  <a:pt x="146477" y="149064"/>
                  <a:pt x="149574" y="157938"/>
                  <a:pt x="155769" y="164299"/>
                </a:cubicBezTo>
                <a:cubicBezTo>
                  <a:pt x="160944" y="169560"/>
                  <a:pt x="167021" y="172190"/>
                  <a:pt x="173999" y="172190"/>
                </a:cubicBezTo>
                <a:cubicBezTo>
                  <a:pt x="182154" y="172190"/>
                  <a:pt x="189172" y="169206"/>
                  <a:pt x="195053" y="163237"/>
                </a:cubicBezTo>
                <a:cubicBezTo>
                  <a:pt x="201717" y="156643"/>
                  <a:pt x="205246" y="147731"/>
                  <a:pt x="205638" y="136501"/>
                </a:cubicBezTo>
                <a:cubicBezTo>
                  <a:pt x="206736" y="106112"/>
                  <a:pt x="198542" y="90878"/>
                  <a:pt x="181056" y="90800"/>
                </a:cubicBezTo>
                <a:close/>
                <a:moveTo>
                  <a:pt x="348102" y="101738"/>
                </a:moveTo>
                <a:cubicBezTo>
                  <a:pt x="347553" y="111540"/>
                  <a:pt x="343632" y="116440"/>
                  <a:pt x="336340" y="116440"/>
                </a:cubicBezTo>
                <a:cubicBezTo>
                  <a:pt x="329597" y="116440"/>
                  <a:pt x="326225" y="112575"/>
                  <a:pt x="326225" y="104844"/>
                </a:cubicBezTo>
                <a:cubicBezTo>
                  <a:pt x="326225" y="103359"/>
                  <a:pt x="326107" y="100625"/>
                  <a:pt x="325872" y="96640"/>
                </a:cubicBezTo>
                <a:lnTo>
                  <a:pt x="325519" y="86801"/>
                </a:lnTo>
                <a:cubicBezTo>
                  <a:pt x="313130" y="88293"/>
                  <a:pt x="303211" y="91790"/>
                  <a:pt x="295762" y="97291"/>
                </a:cubicBezTo>
                <a:cubicBezTo>
                  <a:pt x="288784" y="102400"/>
                  <a:pt x="282981" y="110101"/>
                  <a:pt x="278355" y="120395"/>
                </a:cubicBezTo>
                <a:lnTo>
                  <a:pt x="278590" y="184985"/>
                </a:lnTo>
                <a:cubicBezTo>
                  <a:pt x="278590" y="192922"/>
                  <a:pt x="274709" y="196890"/>
                  <a:pt x="266946" y="196890"/>
                </a:cubicBezTo>
                <a:cubicBezTo>
                  <a:pt x="260046" y="196890"/>
                  <a:pt x="256596" y="192923"/>
                  <a:pt x="256596" y="184989"/>
                </a:cubicBezTo>
                <a:lnTo>
                  <a:pt x="256596" y="102271"/>
                </a:lnTo>
                <a:cubicBezTo>
                  <a:pt x="256596" y="99679"/>
                  <a:pt x="256694" y="95791"/>
                  <a:pt x="256890" y="90609"/>
                </a:cubicBezTo>
                <a:cubicBezTo>
                  <a:pt x="257086" y="85424"/>
                  <a:pt x="257184" y="81535"/>
                  <a:pt x="257184" y="78943"/>
                </a:cubicBezTo>
                <a:cubicBezTo>
                  <a:pt x="257184" y="71008"/>
                  <a:pt x="260634" y="67041"/>
                  <a:pt x="267534" y="67041"/>
                </a:cubicBezTo>
                <a:cubicBezTo>
                  <a:pt x="275219" y="67041"/>
                  <a:pt x="279100" y="73549"/>
                  <a:pt x="279178" y="86566"/>
                </a:cubicBezTo>
                <a:cubicBezTo>
                  <a:pt x="294233" y="71981"/>
                  <a:pt x="310935" y="64689"/>
                  <a:pt x="329283" y="64689"/>
                </a:cubicBezTo>
                <a:cubicBezTo>
                  <a:pt x="335634" y="64689"/>
                  <a:pt x="340378" y="67081"/>
                  <a:pt x="343515" y="71864"/>
                </a:cubicBezTo>
                <a:cubicBezTo>
                  <a:pt x="346651" y="76647"/>
                  <a:pt x="348219" y="83861"/>
                  <a:pt x="348219" y="93505"/>
                </a:cubicBezTo>
                <a:cubicBezTo>
                  <a:pt x="348219" y="97582"/>
                  <a:pt x="348180" y="100327"/>
                  <a:pt x="348102" y="101738"/>
                </a:cubicBezTo>
                <a:close/>
                <a:moveTo>
                  <a:pt x="470192" y="193597"/>
                </a:moveTo>
                <a:cubicBezTo>
                  <a:pt x="465879" y="193597"/>
                  <a:pt x="462547" y="191323"/>
                  <a:pt x="460195" y="186775"/>
                </a:cubicBezTo>
                <a:cubicBezTo>
                  <a:pt x="456117" y="178850"/>
                  <a:pt x="449962" y="169474"/>
                  <a:pt x="441729" y="158646"/>
                </a:cubicBezTo>
                <a:lnTo>
                  <a:pt x="420911" y="130282"/>
                </a:lnTo>
                <a:cubicBezTo>
                  <a:pt x="416363" y="133892"/>
                  <a:pt x="409306" y="138953"/>
                  <a:pt x="399740" y="145466"/>
                </a:cubicBezTo>
                <a:cubicBezTo>
                  <a:pt x="398877" y="157627"/>
                  <a:pt x="398446" y="169473"/>
                  <a:pt x="398446" y="181004"/>
                </a:cubicBezTo>
                <a:cubicBezTo>
                  <a:pt x="398446" y="184535"/>
                  <a:pt x="397368" y="187398"/>
                  <a:pt x="395212" y="189594"/>
                </a:cubicBezTo>
                <a:cubicBezTo>
                  <a:pt x="393055" y="191792"/>
                  <a:pt x="390291" y="192891"/>
                  <a:pt x="386920" y="192891"/>
                </a:cubicBezTo>
                <a:cubicBezTo>
                  <a:pt x="379000" y="192891"/>
                  <a:pt x="375040" y="187555"/>
                  <a:pt x="375040" y="176884"/>
                </a:cubicBezTo>
                <a:cubicBezTo>
                  <a:pt x="375040" y="170374"/>
                  <a:pt x="375491" y="160626"/>
                  <a:pt x="376393" y="147642"/>
                </a:cubicBezTo>
                <a:cubicBezTo>
                  <a:pt x="377295" y="134655"/>
                  <a:pt x="377746" y="124906"/>
                  <a:pt x="377746" y="118396"/>
                </a:cubicBezTo>
                <a:cubicBezTo>
                  <a:pt x="377746" y="106470"/>
                  <a:pt x="377922" y="92837"/>
                  <a:pt x="378275" y="77498"/>
                </a:cubicBezTo>
                <a:cubicBezTo>
                  <a:pt x="378628" y="62159"/>
                  <a:pt x="378804" y="48605"/>
                  <a:pt x="378804" y="36836"/>
                </a:cubicBezTo>
                <a:cubicBezTo>
                  <a:pt x="378804" y="33305"/>
                  <a:pt x="378628" y="29147"/>
                  <a:pt x="378275" y="24361"/>
                </a:cubicBezTo>
                <a:cubicBezTo>
                  <a:pt x="377922" y="19576"/>
                  <a:pt x="377746" y="15418"/>
                  <a:pt x="377746" y="11887"/>
                </a:cubicBezTo>
                <a:cubicBezTo>
                  <a:pt x="377746" y="8356"/>
                  <a:pt x="378824" y="5492"/>
                  <a:pt x="380980" y="3297"/>
                </a:cubicBezTo>
                <a:cubicBezTo>
                  <a:pt x="383136" y="1099"/>
                  <a:pt x="385900" y="0"/>
                  <a:pt x="389272" y="0"/>
                </a:cubicBezTo>
                <a:cubicBezTo>
                  <a:pt x="392644" y="0"/>
                  <a:pt x="395408" y="1099"/>
                  <a:pt x="397564" y="3297"/>
                </a:cubicBezTo>
                <a:cubicBezTo>
                  <a:pt x="399720" y="5492"/>
                  <a:pt x="400798" y="8356"/>
                  <a:pt x="400798" y="11887"/>
                </a:cubicBezTo>
                <a:cubicBezTo>
                  <a:pt x="400798" y="15496"/>
                  <a:pt x="400994" y="19753"/>
                  <a:pt x="401386" y="24659"/>
                </a:cubicBezTo>
                <a:cubicBezTo>
                  <a:pt x="401779" y="29562"/>
                  <a:pt x="401975" y="33817"/>
                  <a:pt x="401975" y="37424"/>
                </a:cubicBezTo>
                <a:lnTo>
                  <a:pt x="401151" y="75322"/>
                </a:lnTo>
                <a:cubicBezTo>
                  <a:pt x="400759" y="88973"/>
                  <a:pt x="400642" y="102625"/>
                  <a:pt x="400798" y="116279"/>
                </a:cubicBezTo>
                <a:cubicBezTo>
                  <a:pt x="411462" y="108119"/>
                  <a:pt x="421734" y="99174"/>
                  <a:pt x="431614" y="89444"/>
                </a:cubicBezTo>
                <a:lnTo>
                  <a:pt x="457490" y="62730"/>
                </a:lnTo>
                <a:cubicBezTo>
                  <a:pt x="460077" y="60064"/>
                  <a:pt x="462861" y="58731"/>
                  <a:pt x="465840" y="58731"/>
                </a:cubicBezTo>
                <a:cubicBezTo>
                  <a:pt x="468898" y="58731"/>
                  <a:pt x="471662" y="59946"/>
                  <a:pt x="474132" y="62377"/>
                </a:cubicBezTo>
                <a:cubicBezTo>
                  <a:pt x="476602" y="64808"/>
                  <a:pt x="477837" y="67632"/>
                  <a:pt x="477837" y="70849"/>
                </a:cubicBezTo>
                <a:cubicBezTo>
                  <a:pt x="477837" y="73518"/>
                  <a:pt x="476700" y="76146"/>
                  <a:pt x="474426" y="78733"/>
                </a:cubicBezTo>
                <a:cubicBezTo>
                  <a:pt x="464782" y="90015"/>
                  <a:pt x="452902" y="102118"/>
                  <a:pt x="438788" y="115044"/>
                </a:cubicBezTo>
                <a:lnTo>
                  <a:pt x="464429" y="150056"/>
                </a:lnTo>
                <a:cubicBezTo>
                  <a:pt x="476426" y="166454"/>
                  <a:pt x="482424" y="177124"/>
                  <a:pt x="482424" y="182067"/>
                </a:cubicBezTo>
                <a:cubicBezTo>
                  <a:pt x="482424" y="185205"/>
                  <a:pt x="481189" y="187912"/>
                  <a:pt x="478719" y="190186"/>
                </a:cubicBezTo>
                <a:cubicBezTo>
                  <a:pt x="476249" y="192460"/>
                  <a:pt x="473407" y="193597"/>
                  <a:pt x="470192" y="1935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DE1FCC-F4C6-41E6-ADF6-8CD46A9DB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4351" y="1247276"/>
            <a:ext cx="1043485" cy="139067"/>
          </a:xfrm>
          <a:custGeom xmlns:a="http://schemas.openxmlformats.org/drawingml/2006/main">
            <a:pathLst>
              <a:path w="1043485" h="139067" fill="none">
                <a:moveTo>
                  <a:pt x="0" y="0"/>
                </a:moveTo>
                <a:lnTo>
                  <a:pt x="1043485" y="139067"/>
                </a:lnTo>
              </a:path>
            </a:pathLst>
          </a:custGeom>
          <a:noFill xmlns:a="http://schemas.openxmlformats.org/drawingml/2006/main"/>
          <a:ln xmlns:a="http://schemas.openxmlformats.org/drawingml/2006/main" w="48176" cap="flat">
            <a:solidFill>
              <a:srgbClr val="82B366"/>
            </a:solidFill>
            <a:miter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494B4F-B739-4F93-8E1E-6549045A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2551" y="1310065"/>
            <a:ext cx="152878" cy="143242"/>
          </a:xfrm>
          <a:custGeom xmlns:a="http://schemas.openxmlformats.org/drawingml/2006/main">
            <a:pathLst>
              <a:path w="152878" h="143242">
                <a:moveTo>
                  <a:pt x="152878" y="90731"/>
                </a:moveTo>
                <a:lnTo>
                  <a:pt x="0" y="143242"/>
                </a:lnTo>
                <a:lnTo>
                  <a:pt x="45285" y="76278"/>
                </a:lnTo>
                <a:lnTo>
                  <a:pt x="19110" y="0"/>
                </a:lnTo>
                <a:lnTo>
                  <a:pt x="152878" y="90731"/>
                </a:lnTo>
                <a:close/>
              </a:path>
            </a:pathLst>
          </a:custGeom>
          <a:solidFill xmlns:a="http://schemas.openxmlformats.org/drawingml/2006/main">
            <a:srgbClr val="82B3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FE5B74-4442-4304-9A97-532C3329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2551" y="1310065"/>
            <a:ext cx="152878" cy="143242"/>
          </a:xfrm>
          <a:custGeom xmlns:a="http://schemas.openxmlformats.org/drawingml/2006/main">
            <a:pathLst>
              <a:path w="152878" h="143242" fill="none">
                <a:moveTo>
                  <a:pt x="152878" y="90731"/>
                </a:moveTo>
                <a:lnTo>
                  <a:pt x="0" y="143242"/>
                </a:lnTo>
                <a:lnTo>
                  <a:pt x="45285" y="76278"/>
                </a:lnTo>
                <a:lnTo>
                  <a:pt x="19110" y="0"/>
                </a:lnTo>
                <a:lnTo>
                  <a:pt x="152878" y="9073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176" cap="flat">
            <a:solidFill>
              <a:srgbClr val="82B366"/>
            </a:solidFill>
            <a:miter/>
          </a:ln>
        </p:spPr>
      </p:sp>
      <p:sp>
        <p:nvSpPr>
          <p:cNvPr id="201" name="Text ...">
            <a:extLst xmlns:a="http://schemas.openxmlformats.org/drawingml/2006/main">
              <a:ext uri="{FF2B5EF4-FFF2-40B4-BE49-F238E27FC236}">
                <a16:creationId xmlns:a16="http://schemas.microsoft.com/office/drawing/2014/main" id="{85BEDFD8-FBB3-414D-9619-BA94AAE6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2025" y="4826830"/>
            <a:ext cx="156948" cy="28604"/>
          </a:xfrm>
          <a:custGeom xmlns:a="http://schemas.openxmlformats.org/drawingml/2006/main">
            <a:pathLst>
              <a:path w="156948" h="28604">
                <a:moveTo>
                  <a:pt x="14302" y="28604"/>
                </a:moveTo>
                <a:cubicBezTo>
                  <a:pt x="10288" y="28604"/>
                  <a:pt x="6900" y="27198"/>
                  <a:pt x="4140" y="24386"/>
                </a:cubicBezTo>
                <a:cubicBezTo>
                  <a:pt x="1380" y="21571"/>
                  <a:pt x="0" y="18189"/>
                  <a:pt x="0" y="14239"/>
                </a:cubicBezTo>
                <a:cubicBezTo>
                  <a:pt x="0" y="10290"/>
                  <a:pt x="1401" y="6930"/>
                  <a:pt x="4203" y="4160"/>
                </a:cubicBezTo>
                <a:cubicBezTo>
                  <a:pt x="7005" y="1387"/>
                  <a:pt x="10371" y="0"/>
                  <a:pt x="14302" y="0"/>
                </a:cubicBezTo>
                <a:cubicBezTo>
                  <a:pt x="18233" y="0"/>
                  <a:pt x="21579" y="1387"/>
                  <a:pt x="24339" y="4160"/>
                </a:cubicBezTo>
                <a:cubicBezTo>
                  <a:pt x="27099" y="6930"/>
                  <a:pt x="28479" y="10290"/>
                  <a:pt x="28479" y="14239"/>
                </a:cubicBezTo>
                <a:cubicBezTo>
                  <a:pt x="28479" y="18189"/>
                  <a:pt x="27120" y="21571"/>
                  <a:pt x="24401" y="24386"/>
                </a:cubicBezTo>
                <a:cubicBezTo>
                  <a:pt x="21683" y="27198"/>
                  <a:pt x="18317" y="28604"/>
                  <a:pt x="14302" y="28604"/>
                </a:cubicBezTo>
                <a:close/>
                <a:moveTo>
                  <a:pt x="78536" y="28604"/>
                </a:moveTo>
                <a:cubicBezTo>
                  <a:pt x="74522" y="28604"/>
                  <a:pt x="71134" y="27198"/>
                  <a:pt x="68374" y="24386"/>
                </a:cubicBezTo>
                <a:cubicBezTo>
                  <a:pt x="65614" y="21571"/>
                  <a:pt x="64234" y="18189"/>
                  <a:pt x="64234" y="14239"/>
                </a:cubicBezTo>
                <a:cubicBezTo>
                  <a:pt x="64234" y="10290"/>
                  <a:pt x="65635" y="6930"/>
                  <a:pt x="68437" y="4160"/>
                </a:cubicBezTo>
                <a:cubicBezTo>
                  <a:pt x="71239" y="1387"/>
                  <a:pt x="74605" y="0"/>
                  <a:pt x="78536" y="0"/>
                </a:cubicBezTo>
                <a:cubicBezTo>
                  <a:pt x="82467" y="0"/>
                  <a:pt x="85813" y="1387"/>
                  <a:pt x="88573" y="4160"/>
                </a:cubicBezTo>
                <a:cubicBezTo>
                  <a:pt x="91333" y="6930"/>
                  <a:pt x="92713" y="10290"/>
                  <a:pt x="92713" y="14239"/>
                </a:cubicBezTo>
                <a:cubicBezTo>
                  <a:pt x="92713" y="18189"/>
                  <a:pt x="91354" y="21571"/>
                  <a:pt x="88636" y="24386"/>
                </a:cubicBezTo>
                <a:cubicBezTo>
                  <a:pt x="85917" y="27198"/>
                  <a:pt x="82551" y="28604"/>
                  <a:pt x="78536" y="28604"/>
                </a:cubicBezTo>
                <a:close/>
                <a:moveTo>
                  <a:pt x="142771" y="28604"/>
                </a:moveTo>
                <a:cubicBezTo>
                  <a:pt x="138756" y="28604"/>
                  <a:pt x="135369" y="27198"/>
                  <a:pt x="132609" y="24386"/>
                </a:cubicBezTo>
                <a:cubicBezTo>
                  <a:pt x="129849" y="21571"/>
                  <a:pt x="128469" y="18189"/>
                  <a:pt x="128469" y="14239"/>
                </a:cubicBezTo>
                <a:cubicBezTo>
                  <a:pt x="128469" y="10290"/>
                  <a:pt x="129870" y="6930"/>
                  <a:pt x="132672" y="4160"/>
                </a:cubicBezTo>
                <a:cubicBezTo>
                  <a:pt x="135474" y="1387"/>
                  <a:pt x="138840" y="0"/>
                  <a:pt x="142771" y="0"/>
                </a:cubicBezTo>
                <a:cubicBezTo>
                  <a:pt x="146702" y="0"/>
                  <a:pt x="150048" y="1387"/>
                  <a:pt x="152808" y="4160"/>
                </a:cubicBezTo>
                <a:cubicBezTo>
                  <a:pt x="155568" y="6930"/>
                  <a:pt x="156948" y="10290"/>
                  <a:pt x="156948" y="14239"/>
                </a:cubicBezTo>
                <a:cubicBezTo>
                  <a:pt x="156948" y="18189"/>
                  <a:pt x="155589" y="21571"/>
                  <a:pt x="152870" y="24386"/>
                </a:cubicBezTo>
                <a:cubicBezTo>
                  <a:pt x="150152" y="27198"/>
                  <a:pt x="146786" y="28604"/>
                  <a:pt x="142771" y="2860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Text ...">
            <a:extLst xmlns:a="http://schemas.openxmlformats.org/drawingml/2006/main">
              <a:ext uri="{FF2B5EF4-FFF2-40B4-BE49-F238E27FC236}">
                <a16:creationId xmlns:a16="http://schemas.microsoft.com/office/drawing/2014/main" id="{591BE553-0F37-413D-A2B3-9A642AB1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952" y="4826830"/>
            <a:ext cx="156948" cy="28604"/>
          </a:xfrm>
          <a:custGeom xmlns:a="http://schemas.openxmlformats.org/drawingml/2006/main">
            <a:pathLst>
              <a:path w="156948" h="28604">
                <a:moveTo>
                  <a:pt x="14302" y="28604"/>
                </a:moveTo>
                <a:cubicBezTo>
                  <a:pt x="10288" y="28604"/>
                  <a:pt x="6900" y="27198"/>
                  <a:pt x="4140" y="24386"/>
                </a:cubicBezTo>
                <a:cubicBezTo>
                  <a:pt x="1380" y="21571"/>
                  <a:pt x="0" y="18189"/>
                  <a:pt x="0" y="14239"/>
                </a:cubicBezTo>
                <a:cubicBezTo>
                  <a:pt x="0" y="10290"/>
                  <a:pt x="1401" y="6930"/>
                  <a:pt x="4203" y="4160"/>
                </a:cubicBezTo>
                <a:cubicBezTo>
                  <a:pt x="7005" y="1387"/>
                  <a:pt x="10371" y="0"/>
                  <a:pt x="14302" y="0"/>
                </a:cubicBezTo>
                <a:cubicBezTo>
                  <a:pt x="18233" y="0"/>
                  <a:pt x="21579" y="1387"/>
                  <a:pt x="24339" y="4160"/>
                </a:cubicBezTo>
                <a:cubicBezTo>
                  <a:pt x="27099" y="6930"/>
                  <a:pt x="28479" y="10290"/>
                  <a:pt x="28479" y="14239"/>
                </a:cubicBezTo>
                <a:cubicBezTo>
                  <a:pt x="28479" y="18189"/>
                  <a:pt x="27120" y="21571"/>
                  <a:pt x="24401" y="24386"/>
                </a:cubicBezTo>
                <a:cubicBezTo>
                  <a:pt x="21683" y="27198"/>
                  <a:pt x="18317" y="28604"/>
                  <a:pt x="14302" y="28604"/>
                </a:cubicBezTo>
                <a:close/>
                <a:moveTo>
                  <a:pt x="78536" y="28604"/>
                </a:moveTo>
                <a:cubicBezTo>
                  <a:pt x="74522" y="28604"/>
                  <a:pt x="71134" y="27198"/>
                  <a:pt x="68374" y="24386"/>
                </a:cubicBezTo>
                <a:cubicBezTo>
                  <a:pt x="65614" y="21571"/>
                  <a:pt x="64234" y="18189"/>
                  <a:pt x="64234" y="14239"/>
                </a:cubicBezTo>
                <a:cubicBezTo>
                  <a:pt x="64234" y="10290"/>
                  <a:pt x="65635" y="6930"/>
                  <a:pt x="68437" y="4160"/>
                </a:cubicBezTo>
                <a:cubicBezTo>
                  <a:pt x="71239" y="1387"/>
                  <a:pt x="74605" y="0"/>
                  <a:pt x="78536" y="0"/>
                </a:cubicBezTo>
                <a:cubicBezTo>
                  <a:pt x="82467" y="0"/>
                  <a:pt x="85813" y="1387"/>
                  <a:pt x="88573" y="4160"/>
                </a:cubicBezTo>
                <a:cubicBezTo>
                  <a:pt x="91333" y="6930"/>
                  <a:pt x="92713" y="10290"/>
                  <a:pt x="92713" y="14239"/>
                </a:cubicBezTo>
                <a:cubicBezTo>
                  <a:pt x="92713" y="18189"/>
                  <a:pt x="91354" y="21571"/>
                  <a:pt x="88636" y="24386"/>
                </a:cubicBezTo>
                <a:cubicBezTo>
                  <a:pt x="85918" y="27198"/>
                  <a:pt x="82551" y="28604"/>
                  <a:pt x="78536" y="28604"/>
                </a:cubicBezTo>
                <a:close/>
                <a:moveTo>
                  <a:pt x="142771" y="28604"/>
                </a:moveTo>
                <a:cubicBezTo>
                  <a:pt x="138756" y="28604"/>
                  <a:pt x="135369" y="27198"/>
                  <a:pt x="132609" y="24386"/>
                </a:cubicBezTo>
                <a:cubicBezTo>
                  <a:pt x="129849" y="21571"/>
                  <a:pt x="128469" y="18189"/>
                  <a:pt x="128469" y="14239"/>
                </a:cubicBezTo>
                <a:cubicBezTo>
                  <a:pt x="128469" y="10290"/>
                  <a:pt x="129870" y="6930"/>
                  <a:pt x="132672" y="4160"/>
                </a:cubicBezTo>
                <a:cubicBezTo>
                  <a:pt x="135474" y="1387"/>
                  <a:pt x="138840" y="0"/>
                  <a:pt x="142771" y="0"/>
                </a:cubicBezTo>
                <a:cubicBezTo>
                  <a:pt x="146702" y="0"/>
                  <a:pt x="150048" y="1387"/>
                  <a:pt x="152808" y="4160"/>
                </a:cubicBezTo>
                <a:cubicBezTo>
                  <a:pt x="155568" y="6930"/>
                  <a:pt x="156948" y="10290"/>
                  <a:pt x="156948" y="14239"/>
                </a:cubicBezTo>
                <a:cubicBezTo>
                  <a:pt x="156948" y="18189"/>
                  <a:pt x="155589" y="21571"/>
                  <a:pt x="152870" y="24386"/>
                </a:cubicBezTo>
                <a:cubicBezTo>
                  <a:pt x="150152" y="27198"/>
                  <a:pt x="146786" y="28604"/>
                  <a:pt x="142771" y="2860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" name="Text (c)Pathexplosion.">
            <a:extLst xmlns:a="http://schemas.openxmlformats.org/drawingml/2006/main">
              <a:ext uri="{FF2B5EF4-FFF2-40B4-BE49-F238E27FC236}">
                <a16:creationId xmlns:a16="http://schemas.microsoft.com/office/drawing/2014/main" id="{DC0CB3AC-75CF-4B6C-8B5D-BB315DCE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9170" y="5124584"/>
            <a:ext cx="1732790" cy="205693"/>
          </a:xfrm>
          <a:custGeom xmlns:a="http://schemas.openxmlformats.org/drawingml/2006/main">
            <a:pathLst>
              <a:path w="1732790" h="205693">
                <a:moveTo>
                  <a:pt x="56466" y="1650"/>
                </a:moveTo>
                <a:cubicBezTo>
                  <a:pt x="39549" y="12624"/>
                  <a:pt x="32691" y="18567"/>
                  <a:pt x="24232" y="29084"/>
                </a:cubicBezTo>
                <a:cubicBezTo>
                  <a:pt x="8002" y="48970"/>
                  <a:pt x="0" y="71832"/>
                  <a:pt x="0" y="98579"/>
                </a:cubicBezTo>
                <a:cubicBezTo>
                  <a:pt x="0" y="127611"/>
                  <a:pt x="8459" y="150012"/>
                  <a:pt x="28575" y="173330"/>
                </a:cubicBezTo>
                <a:cubicBezTo>
                  <a:pt x="37948" y="184304"/>
                  <a:pt x="43892" y="189334"/>
                  <a:pt x="55779" y="196648"/>
                </a:cubicBezTo>
                <a:lnTo>
                  <a:pt x="58521" y="192989"/>
                </a:lnTo>
                <a:cubicBezTo>
                  <a:pt x="40236" y="178587"/>
                  <a:pt x="33835" y="170588"/>
                  <a:pt x="27661" y="153441"/>
                </a:cubicBezTo>
                <a:cubicBezTo>
                  <a:pt x="22174" y="138128"/>
                  <a:pt x="19659" y="120753"/>
                  <a:pt x="19659" y="97892"/>
                </a:cubicBezTo>
                <a:cubicBezTo>
                  <a:pt x="19659" y="73890"/>
                  <a:pt x="22631" y="55144"/>
                  <a:pt x="28805" y="40972"/>
                </a:cubicBezTo>
                <a:cubicBezTo>
                  <a:pt x="35206" y="26796"/>
                  <a:pt x="42064" y="18567"/>
                  <a:pt x="58521" y="5309"/>
                </a:cubicBezTo>
                <a:lnTo>
                  <a:pt x="56466" y="1650"/>
                </a:lnTo>
                <a:close/>
                <a:moveTo>
                  <a:pt x="156135" y="120436"/>
                </a:moveTo>
                <a:cubicBezTo>
                  <a:pt x="145161" y="136425"/>
                  <a:pt x="136933" y="141909"/>
                  <a:pt x="123901" y="141909"/>
                </a:cubicBezTo>
                <a:cubicBezTo>
                  <a:pt x="103098" y="141909"/>
                  <a:pt x="88468" y="123634"/>
                  <a:pt x="88468" y="97365"/>
                </a:cubicBezTo>
                <a:cubicBezTo>
                  <a:pt x="88468" y="73837"/>
                  <a:pt x="101043" y="57617"/>
                  <a:pt x="119558" y="57617"/>
                </a:cubicBezTo>
                <a:cubicBezTo>
                  <a:pt x="127787" y="57617"/>
                  <a:pt x="130759" y="60129"/>
                  <a:pt x="133047" y="68581"/>
                </a:cubicBezTo>
                <a:lnTo>
                  <a:pt x="134418" y="73607"/>
                </a:lnTo>
                <a:cubicBezTo>
                  <a:pt x="136246" y="80004"/>
                  <a:pt x="140362" y="84117"/>
                  <a:pt x="145161" y="84117"/>
                </a:cubicBezTo>
                <a:cubicBezTo>
                  <a:pt x="151105" y="84117"/>
                  <a:pt x="156135" y="79774"/>
                  <a:pt x="156135" y="74521"/>
                </a:cubicBezTo>
                <a:cubicBezTo>
                  <a:pt x="156135" y="61730"/>
                  <a:pt x="140132" y="50986"/>
                  <a:pt x="120929" y="50986"/>
                </a:cubicBezTo>
                <a:cubicBezTo>
                  <a:pt x="109729" y="50986"/>
                  <a:pt x="98071" y="55559"/>
                  <a:pt x="88699" y="63784"/>
                </a:cubicBezTo>
                <a:cubicBezTo>
                  <a:pt x="77268" y="73837"/>
                  <a:pt x="70867" y="89370"/>
                  <a:pt x="70867" y="107414"/>
                </a:cubicBezTo>
                <a:cubicBezTo>
                  <a:pt x="70867" y="137113"/>
                  <a:pt x="88925" y="158366"/>
                  <a:pt x="114302" y="158366"/>
                </a:cubicBezTo>
                <a:cubicBezTo>
                  <a:pt x="124588" y="158366"/>
                  <a:pt x="133731" y="154710"/>
                  <a:pt x="141963" y="147622"/>
                </a:cubicBezTo>
                <a:cubicBezTo>
                  <a:pt x="148133" y="142136"/>
                  <a:pt x="152476" y="135968"/>
                  <a:pt x="159334" y="122490"/>
                </a:cubicBezTo>
                <a:lnTo>
                  <a:pt x="156135" y="120436"/>
                </a:lnTo>
                <a:close/>
                <a:moveTo>
                  <a:pt x="175337" y="196648"/>
                </a:moveTo>
                <a:cubicBezTo>
                  <a:pt x="192255" y="185675"/>
                  <a:pt x="199113" y="179731"/>
                  <a:pt x="207568" y="169214"/>
                </a:cubicBezTo>
                <a:cubicBezTo>
                  <a:pt x="223802" y="149328"/>
                  <a:pt x="231800" y="126467"/>
                  <a:pt x="231800" y="99723"/>
                </a:cubicBezTo>
                <a:cubicBezTo>
                  <a:pt x="231800" y="70461"/>
                  <a:pt x="223342" y="48287"/>
                  <a:pt x="203225" y="24968"/>
                </a:cubicBezTo>
                <a:cubicBezTo>
                  <a:pt x="193853" y="13994"/>
                  <a:pt x="187909" y="8968"/>
                  <a:pt x="176021" y="1650"/>
                </a:cubicBezTo>
                <a:lnTo>
                  <a:pt x="173279" y="5309"/>
                </a:lnTo>
                <a:cubicBezTo>
                  <a:pt x="191568" y="19712"/>
                  <a:pt x="197738" y="27713"/>
                  <a:pt x="204139" y="44858"/>
                </a:cubicBezTo>
                <a:cubicBezTo>
                  <a:pt x="209626" y="60174"/>
                  <a:pt x="212141" y="77545"/>
                  <a:pt x="212141" y="100407"/>
                </a:cubicBezTo>
                <a:cubicBezTo>
                  <a:pt x="212141" y="124182"/>
                  <a:pt x="209169" y="143154"/>
                  <a:pt x="202999" y="157100"/>
                </a:cubicBezTo>
                <a:cubicBezTo>
                  <a:pt x="196598" y="171502"/>
                  <a:pt x="189740" y="179731"/>
                  <a:pt x="173279" y="192989"/>
                </a:cubicBezTo>
                <a:lnTo>
                  <a:pt x="175337" y="196648"/>
                </a:lnTo>
                <a:close/>
                <a:moveTo>
                  <a:pt x="368962" y="89593"/>
                </a:moveTo>
                <a:cubicBezTo>
                  <a:pt x="374906" y="90050"/>
                  <a:pt x="378792" y="90277"/>
                  <a:pt x="384735" y="90277"/>
                </a:cubicBezTo>
                <a:cubicBezTo>
                  <a:pt x="402567" y="90277"/>
                  <a:pt x="414912" y="87992"/>
                  <a:pt x="424741" y="82505"/>
                </a:cubicBezTo>
                <a:cubicBezTo>
                  <a:pt x="438457" y="75191"/>
                  <a:pt x="446685" y="61245"/>
                  <a:pt x="446685" y="46155"/>
                </a:cubicBezTo>
                <a:cubicBezTo>
                  <a:pt x="446685" y="36556"/>
                  <a:pt x="443487" y="27867"/>
                  <a:pt x="437312" y="21236"/>
                </a:cubicBezTo>
                <a:cubicBezTo>
                  <a:pt x="428170" y="11180"/>
                  <a:pt x="408281" y="4775"/>
                  <a:pt x="386793" y="4775"/>
                </a:cubicBezTo>
                <a:lnTo>
                  <a:pt x="326441" y="4775"/>
                </a:lnTo>
                <a:lnTo>
                  <a:pt x="326441" y="9122"/>
                </a:lnTo>
                <a:cubicBezTo>
                  <a:pt x="343359" y="10949"/>
                  <a:pt x="345644" y="13234"/>
                  <a:pt x="345644" y="29698"/>
                </a:cubicBezTo>
                <a:lnTo>
                  <a:pt x="345644" y="128699"/>
                </a:lnTo>
                <a:cubicBezTo>
                  <a:pt x="345644" y="147905"/>
                  <a:pt x="343816" y="150190"/>
                  <a:pt x="326441" y="151791"/>
                </a:cubicBezTo>
                <a:lnTo>
                  <a:pt x="326441" y="156133"/>
                </a:lnTo>
                <a:lnTo>
                  <a:pt x="390449" y="156133"/>
                </a:lnTo>
                <a:lnTo>
                  <a:pt x="390449" y="151791"/>
                </a:lnTo>
                <a:cubicBezTo>
                  <a:pt x="372391" y="151107"/>
                  <a:pt x="368962" y="147905"/>
                  <a:pt x="368962" y="131214"/>
                </a:cubicBezTo>
                <a:lnTo>
                  <a:pt x="368962" y="89593"/>
                </a:lnTo>
                <a:moveTo>
                  <a:pt x="368962" y="21009"/>
                </a:moveTo>
                <a:cubicBezTo>
                  <a:pt x="368962" y="14835"/>
                  <a:pt x="370563" y="13234"/>
                  <a:pt x="376734" y="13234"/>
                </a:cubicBezTo>
                <a:cubicBezTo>
                  <a:pt x="407593" y="13234"/>
                  <a:pt x="421769" y="23981"/>
                  <a:pt x="421769" y="47530"/>
                </a:cubicBezTo>
                <a:cubicBezTo>
                  <a:pt x="421769" y="69704"/>
                  <a:pt x="408281" y="81135"/>
                  <a:pt x="381990" y="81135"/>
                </a:cubicBezTo>
                <a:cubicBezTo>
                  <a:pt x="377421" y="81135"/>
                  <a:pt x="374219" y="80908"/>
                  <a:pt x="368962" y="80447"/>
                </a:cubicBezTo>
                <a:lnTo>
                  <a:pt x="368962" y="21009"/>
                </a:lnTo>
                <a:close/>
                <a:moveTo>
                  <a:pt x="547496" y="140998"/>
                </a:moveTo>
                <a:cubicBezTo>
                  <a:pt x="543611" y="144194"/>
                  <a:pt x="540869" y="145338"/>
                  <a:pt x="537440" y="145338"/>
                </a:cubicBezTo>
                <a:cubicBezTo>
                  <a:pt x="532183" y="145338"/>
                  <a:pt x="530582" y="142139"/>
                  <a:pt x="530582" y="132090"/>
                </a:cubicBezTo>
                <a:lnTo>
                  <a:pt x="530582" y="87542"/>
                </a:lnTo>
                <a:cubicBezTo>
                  <a:pt x="530582" y="75662"/>
                  <a:pt x="529438" y="69038"/>
                  <a:pt x="526009" y="63554"/>
                </a:cubicBezTo>
                <a:cubicBezTo>
                  <a:pt x="520979" y="55333"/>
                  <a:pt x="511150" y="50986"/>
                  <a:pt x="497665" y="50986"/>
                </a:cubicBezTo>
                <a:cubicBezTo>
                  <a:pt x="476174" y="50986"/>
                  <a:pt x="459260" y="62183"/>
                  <a:pt x="459260" y="76576"/>
                </a:cubicBezTo>
                <a:cubicBezTo>
                  <a:pt x="459260" y="81832"/>
                  <a:pt x="463829" y="86398"/>
                  <a:pt x="469090" y="86398"/>
                </a:cubicBezTo>
                <a:cubicBezTo>
                  <a:pt x="474573" y="86398"/>
                  <a:pt x="479376" y="81832"/>
                  <a:pt x="479376" y="76806"/>
                </a:cubicBezTo>
                <a:cubicBezTo>
                  <a:pt x="479376" y="75892"/>
                  <a:pt x="479146" y="74748"/>
                  <a:pt x="478919" y="73150"/>
                </a:cubicBezTo>
                <a:cubicBezTo>
                  <a:pt x="478462" y="71096"/>
                  <a:pt x="478232" y="69268"/>
                  <a:pt x="478232" y="67667"/>
                </a:cubicBezTo>
                <a:cubicBezTo>
                  <a:pt x="478232" y="61500"/>
                  <a:pt x="485547" y="56473"/>
                  <a:pt x="494693" y="56473"/>
                </a:cubicBezTo>
                <a:cubicBezTo>
                  <a:pt x="505893" y="56473"/>
                  <a:pt x="512064" y="63097"/>
                  <a:pt x="512064" y="75435"/>
                </a:cubicBezTo>
                <a:lnTo>
                  <a:pt x="512064" y="89370"/>
                </a:lnTo>
                <a:cubicBezTo>
                  <a:pt x="476861" y="103532"/>
                  <a:pt x="472975" y="105360"/>
                  <a:pt x="463146" y="114042"/>
                </a:cubicBezTo>
                <a:cubicBezTo>
                  <a:pt x="458116" y="118611"/>
                  <a:pt x="454914" y="126376"/>
                  <a:pt x="454914" y="133914"/>
                </a:cubicBezTo>
                <a:cubicBezTo>
                  <a:pt x="454914" y="148310"/>
                  <a:pt x="464973" y="158366"/>
                  <a:pt x="478919" y="158366"/>
                </a:cubicBezTo>
                <a:cubicBezTo>
                  <a:pt x="488976" y="158366"/>
                  <a:pt x="498348" y="153566"/>
                  <a:pt x="512294" y="141679"/>
                </a:cubicBezTo>
                <a:cubicBezTo>
                  <a:pt x="513438" y="153566"/>
                  <a:pt x="517551" y="158366"/>
                  <a:pt x="526923" y="158366"/>
                </a:cubicBezTo>
                <a:cubicBezTo>
                  <a:pt x="534695" y="158366"/>
                  <a:pt x="539498" y="155624"/>
                  <a:pt x="547496" y="146939"/>
                </a:cubicBezTo>
                <a:lnTo>
                  <a:pt x="547496" y="140998"/>
                </a:lnTo>
                <a:moveTo>
                  <a:pt x="512064" y="127963"/>
                </a:moveTo>
                <a:cubicBezTo>
                  <a:pt x="512064" y="135051"/>
                  <a:pt x="510923" y="137109"/>
                  <a:pt x="506120" y="139851"/>
                </a:cubicBezTo>
                <a:cubicBezTo>
                  <a:pt x="500636" y="143053"/>
                  <a:pt x="494236" y="145107"/>
                  <a:pt x="489432" y="145107"/>
                </a:cubicBezTo>
                <a:cubicBezTo>
                  <a:pt x="481434" y="145107"/>
                  <a:pt x="475033" y="137336"/>
                  <a:pt x="475033" y="127506"/>
                </a:cubicBezTo>
                <a:lnTo>
                  <a:pt x="475033" y="126592"/>
                </a:lnTo>
                <a:cubicBezTo>
                  <a:pt x="475033" y="113104"/>
                  <a:pt x="484403" y="104875"/>
                  <a:pt x="512064" y="94815"/>
                </a:cubicBezTo>
                <a:lnTo>
                  <a:pt x="512064" y="127963"/>
                </a:lnTo>
                <a:close/>
                <a:moveTo>
                  <a:pt x="606247" y="53219"/>
                </a:moveTo>
                <a:lnTo>
                  <a:pt x="583159" y="53219"/>
                </a:lnTo>
                <a:lnTo>
                  <a:pt x="583159" y="26702"/>
                </a:lnTo>
                <a:cubicBezTo>
                  <a:pt x="583159" y="24417"/>
                  <a:pt x="582933" y="23730"/>
                  <a:pt x="581558" y="23730"/>
                </a:cubicBezTo>
                <a:cubicBezTo>
                  <a:pt x="579961" y="25788"/>
                  <a:pt x="578586" y="27846"/>
                  <a:pt x="576989" y="30131"/>
                </a:cubicBezTo>
                <a:cubicBezTo>
                  <a:pt x="568300" y="42706"/>
                  <a:pt x="558470" y="53679"/>
                  <a:pt x="554814" y="54593"/>
                </a:cubicBezTo>
                <a:cubicBezTo>
                  <a:pt x="552299" y="56191"/>
                  <a:pt x="550925" y="57792"/>
                  <a:pt x="550925" y="58936"/>
                </a:cubicBezTo>
                <a:cubicBezTo>
                  <a:pt x="550925" y="59623"/>
                  <a:pt x="551155" y="60080"/>
                  <a:pt x="551843" y="60537"/>
                </a:cubicBezTo>
                <a:lnTo>
                  <a:pt x="563957" y="60537"/>
                </a:lnTo>
                <a:lnTo>
                  <a:pt x="563957" y="129337"/>
                </a:lnTo>
                <a:cubicBezTo>
                  <a:pt x="563957" y="148536"/>
                  <a:pt x="570815" y="158366"/>
                  <a:pt x="584303" y="158366"/>
                </a:cubicBezTo>
                <a:cubicBezTo>
                  <a:pt x="595504" y="158366"/>
                  <a:pt x="604189" y="152883"/>
                  <a:pt x="611734" y="140995"/>
                </a:cubicBezTo>
                <a:lnTo>
                  <a:pt x="608762" y="138480"/>
                </a:lnTo>
                <a:cubicBezTo>
                  <a:pt x="603963" y="144194"/>
                  <a:pt x="600077" y="146482"/>
                  <a:pt x="595047" y="146482"/>
                </a:cubicBezTo>
                <a:cubicBezTo>
                  <a:pt x="586588" y="146482"/>
                  <a:pt x="583159" y="140308"/>
                  <a:pt x="583159" y="125909"/>
                </a:cubicBezTo>
                <a:lnTo>
                  <a:pt x="583159" y="60537"/>
                </a:lnTo>
                <a:lnTo>
                  <a:pt x="606247" y="60537"/>
                </a:lnTo>
                <a:lnTo>
                  <a:pt x="606247" y="53219"/>
                </a:lnTo>
                <a:close/>
                <a:moveTo>
                  <a:pt x="647397" y="77734"/>
                </a:moveTo>
                <a:cubicBezTo>
                  <a:pt x="656997" y="67220"/>
                  <a:pt x="663854" y="63331"/>
                  <a:pt x="672770" y="63331"/>
                </a:cubicBezTo>
                <a:cubicBezTo>
                  <a:pt x="684201" y="63331"/>
                  <a:pt x="689914" y="71563"/>
                  <a:pt x="689914" y="87563"/>
                </a:cubicBezTo>
                <a:lnTo>
                  <a:pt x="689914" y="132819"/>
                </a:lnTo>
                <a:cubicBezTo>
                  <a:pt x="689914" y="148362"/>
                  <a:pt x="687630" y="151334"/>
                  <a:pt x="674371" y="152705"/>
                </a:cubicBezTo>
                <a:lnTo>
                  <a:pt x="674371" y="156133"/>
                </a:lnTo>
                <a:lnTo>
                  <a:pt x="722836" y="156133"/>
                </a:lnTo>
                <a:lnTo>
                  <a:pt x="722836" y="152705"/>
                </a:lnTo>
                <a:cubicBezTo>
                  <a:pt x="710491" y="150420"/>
                  <a:pt x="709117" y="148592"/>
                  <a:pt x="709117" y="132819"/>
                </a:cubicBezTo>
                <a:lnTo>
                  <a:pt x="709117" y="87333"/>
                </a:lnTo>
                <a:cubicBezTo>
                  <a:pt x="709117" y="63331"/>
                  <a:pt x="699517" y="50986"/>
                  <a:pt x="680999" y="50986"/>
                </a:cubicBezTo>
                <a:cubicBezTo>
                  <a:pt x="667513" y="50986"/>
                  <a:pt x="657911" y="56473"/>
                  <a:pt x="647397" y="70189"/>
                </a:cubicBezTo>
                <a:lnTo>
                  <a:pt x="647397" y="698"/>
                </a:lnTo>
                <a:lnTo>
                  <a:pt x="646253" y="10"/>
                </a:lnTo>
                <a:cubicBezTo>
                  <a:pt x="638481" y="2752"/>
                  <a:pt x="632764" y="4583"/>
                  <a:pt x="619963" y="8239"/>
                </a:cubicBezTo>
                <a:lnTo>
                  <a:pt x="613792" y="10070"/>
                </a:lnTo>
                <a:lnTo>
                  <a:pt x="613792" y="13726"/>
                </a:lnTo>
                <a:cubicBezTo>
                  <a:pt x="614706" y="13499"/>
                  <a:pt x="615393" y="13499"/>
                  <a:pt x="616534" y="13499"/>
                </a:cubicBezTo>
                <a:cubicBezTo>
                  <a:pt x="626364" y="13499"/>
                  <a:pt x="628195" y="15327"/>
                  <a:pt x="628195" y="25157"/>
                </a:cubicBezTo>
                <a:lnTo>
                  <a:pt x="628195" y="132819"/>
                </a:lnTo>
                <a:cubicBezTo>
                  <a:pt x="628195" y="148819"/>
                  <a:pt x="626821" y="150877"/>
                  <a:pt x="613562" y="152705"/>
                </a:cubicBezTo>
                <a:lnTo>
                  <a:pt x="613562" y="156133"/>
                </a:lnTo>
                <a:lnTo>
                  <a:pt x="662940" y="156133"/>
                </a:lnTo>
                <a:lnTo>
                  <a:pt x="662940" y="152705"/>
                </a:lnTo>
                <a:cubicBezTo>
                  <a:pt x="649682" y="151334"/>
                  <a:pt x="647397" y="148592"/>
                  <a:pt x="647397" y="132819"/>
                </a:cubicBezTo>
                <a:lnTo>
                  <a:pt x="647397" y="77734"/>
                </a:lnTo>
                <a:close/>
                <a:moveTo>
                  <a:pt x="899084" y="118580"/>
                </a:moveTo>
                <a:cubicBezTo>
                  <a:pt x="888114" y="135961"/>
                  <a:pt x="878281" y="142596"/>
                  <a:pt x="863651" y="142596"/>
                </a:cubicBezTo>
                <a:cubicBezTo>
                  <a:pt x="850623" y="142596"/>
                  <a:pt x="840793" y="135961"/>
                  <a:pt x="834162" y="122926"/>
                </a:cubicBezTo>
                <a:cubicBezTo>
                  <a:pt x="830046" y="114234"/>
                  <a:pt x="828449" y="106685"/>
                  <a:pt x="827992" y="92733"/>
                </a:cubicBezTo>
                <a:lnTo>
                  <a:pt x="898400" y="92733"/>
                </a:lnTo>
                <a:cubicBezTo>
                  <a:pt x="896569" y="77901"/>
                  <a:pt x="894284" y="71294"/>
                  <a:pt x="888571" y="64004"/>
                </a:cubicBezTo>
                <a:cubicBezTo>
                  <a:pt x="881709" y="55790"/>
                  <a:pt x="871196" y="50986"/>
                  <a:pt x="859308" y="50986"/>
                </a:cubicBezTo>
                <a:cubicBezTo>
                  <a:pt x="847878" y="50986"/>
                  <a:pt x="837134" y="55102"/>
                  <a:pt x="828449" y="62864"/>
                </a:cubicBezTo>
                <a:cubicBezTo>
                  <a:pt x="817702" y="72205"/>
                  <a:pt x="811531" y="88390"/>
                  <a:pt x="811531" y="107142"/>
                </a:cubicBezTo>
                <a:cubicBezTo>
                  <a:pt x="811531" y="138707"/>
                  <a:pt x="827992" y="158366"/>
                  <a:pt x="854279" y="158366"/>
                </a:cubicBezTo>
                <a:cubicBezTo>
                  <a:pt x="875996" y="158366"/>
                  <a:pt x="893140" y="144881"/>
                  <a:pt x="902743" y="120181"/>
                </a:cubicBezTo>
                <a:lnTo>
                  <a:pt x="899084" y="118580"/>
                </a:lnTo>
                <a:moveTo>
                  <a:pt x="828449" y="85418"/>
                </a:moveTo>
                <a:cubicBezTo>
                  <a:pt x="830960" y="67649"/>
                  <a:pt x="838735" y="59218"/>
                  <a:pt x="852677" y="59218"/>
                </a:cubicBezTo>
                <a:cubicBezTo>
                  <a:pt x="866623" y="59218"/>
                  <a:pt x="872110" y="65598"/>
                  <a:pt x="875082" y="85418"/>
                </a:cubicBezTo>
                <a:lnTo>
                  <a:pt x="828449" y="85418"/>
                </a:lnTo>
                <a:close/>
                <a:moveTo>
                  <a:pt x="967438" y="156133"/>
                </a:moveTo>
                <a:lnTo>
                  <a:pt x="1013384" y="156133"/>
                </a:lnTo>
                <a:lnTo>
                  <a:pt x="1013384" y="152705"/>
                </a:lnTo>
                <a:cubicBezTo>
                  <a:pt x="1006299" y="152705"/>
                  <a:pt x="1001726" y="149049"/>
                  <a:pt x="994638" y="138986"/>
                </a:cubicBezTo>
                <a:lnTo>
                  <a:pt x="965380" y="94159"/>
                </a:lnTo>
                <a:lnTo>
                  <a:pt x="984352" y="66715"/>
                </a:lnTo>
                <a:cubicBezTo>
                  <a:pt x="988695" y="60537"/>
                  <a:pt x="995552" y="56878"/>
                  <a:pt x="1002870" y="56651"/>
                </a:cubicBezTo>
                <a:lnTo>
                  <a:pt x="1002870" y="53219"/>
                </a:lnTo>
                <a:lnTo>
                  <a:pt x="966751" y="53219"/>
                </a:lnTo>
                <a:lnTo>
                  <a:pt x="966751" y="56651"/>
                </a:lnTo>
                <a:cubicBezTo>
                  <a:pt x="973608" y="57108"/>
                  <a:pt x="975893" y="58479"/>
                  <a:pt x="975893" y="61681"/>
                </a:cubicBezTo>
                <a:cubicBezTo>
                  <a:pt x="975893" y="64426"/>
                  <a:pt x="973151" y="69456"/>
                  <a:pt x="967438" y="76548"/>
                </a:cubicBezTo>
                <a:cubicBezTo>
                  <a:pt x="966294" y="77919"/>
                  <a:pt x="963548" y="82038"/>
                  <a:pt x="960577" y="86611"/>
                </a:cubicBezTo>
                <a:lnTo>
                  <a:pt x="957378" y="82038"/>
                </a:lnTo>
                <a:cubicBezTo>
                  <a:pt x="950977" y="72432"/>
                  <a:pt x="946861" y="64657"/>
                  <a:pt x="946861" y="61681"/>
                </a:cubicBezTo>
                <a:cubicBezTo>
                  <a:pt x="946861" y="58479"/>
                  <a:pt x="949833" y="56878"/>
                  <a:pt x="956691" y="56651"/>
                </a:cubicBezTo>
                <a:lnTo>
                  <a:pt x="956691" y="53219"/>
                </a:lnTo>
                <a:lnTo>
                  <a:pt x="909370" y="53219"/>
                </a:lnTo>
                <a:lnTo>
                  <a:pt x="909370" y="56651"/>
                </a:lnTo>
                <a:lnTo>
                  <a:pt x="911428" y="56651"/>
                </a:lnTo>
                <a:cubicBezTo>
                  <a:pt x="918286" y="56651"/>
                  <a:pt x="921945" y="59623"/>
                  <a:pt x="929030" y="70374"/>
                </a:cubicBezTo>
                <a:lnTo>
                  <a:pt x="950520" y="103305"/>
                </a:lnTo>
                <a:lnTo>
                  <a:pt x="924460" y="141044"/>
                </a:lnTo>
                <a:cubicBezTo>
                  <a:pt x="917602" y="150420"/>
                  <a:pt x="915314" y="152021"/>
                  <a:pt x="907773" y="152705"/>
                </a:cubicBezTo>
                <a:lnTo>
                  <a:pt x="907773" y="156133"/>
                </a:lnTo>
                <a:lnTo>
                  <a:pt x="940917" y="156133"/>
                </a:lnTo>
                <a:lnTo>
                  <a:pt x="940917" y="152705"/>
                </a:lnTo>
                <a:cubicBezTo>
                  <a:pt x="934516" y="152705"/>
                  <a:pt x="931775" y="151564"/>
                  <a:pt x="931775" y="148589"/>
                </a:cubicBezTo>
                <a:cubicBezTo>
                  <a:pt x="931775" y="147218"/>
                  <a:pt x="933376" y="143789"/>
                  <a:pt x="936348" y="139212"/>
                </a:cubicBezTo>
                <a:lnTo>
                  <a:pt x="954406" y="111084"/>
                </a:lnTo>
                <a:lnTo>
                  <a:pt x="975209" y="143102"/>
                </a:lnTo>
                <a:cubicBezTo>
                  <a:pt x="976123" y="144473"/>
                  <a:pt x="976580" y="145847"/>
                  <a:pt x="976580" y="147218"/>
                </a:cubicBezTo>
                <a:cubicBezTo>
                  <a:pt x="976580" y="151334"/>
                  <a:pt x="974979" y="152248"/>
                  <a:pt x="967438" y="152705"/>
                </a:cubicBezTo>
                <a:lnTo>
                  <a:pt x="967438" y="156133"/>
                </a:lnTo>
                <a:close/>
                <a:moveTo>
                  <a:pt x="1020241" y="66247"/>
                </a:moveTo>
                <a:cubicBezTo>
                  <a:pt x="1022299" y="66020"/>
                  <a:pt x="1023901" y="66020"/>
                  <a:pt x="1025959" y="66020"/>
                </a:cubicBezTo>
                <a:cubicBezTo>
                  <a:pt x="1033730" y="66020"/>
                  <a:pt x="1035331" y="68305"/>
                  <a:pt x="1035331" y="79049"/>
                </a:cubicBezTo>
                <a:lnTo>
                  <a:pt x="1035331" y="186034"/>
                </a:lnTo>
                <a:cubicBezTo>
                  <a:pt x="1035331" y="197922"/>
                  <a:pt x="1032816" y="200437"/>
                  <a:pt x="1019328" y="201807"/>
                </a:cubicBezTo>
                <a:lnTo>
                  <a:pt x="1019328" y="205693"/>
                </a:lnTo>
                <a:lnTo>
                  <a:pt x="1074650" y="205693"/>
                </a:lnTo>
                <a:lnTo>
                  <a:pt x="1074650" y="201581"/>
                </a:lnTo>
                <a:cubicBezTo>
                  <a:pt x="1057505" y="201351"/>
                  <a:pt x="1054534" y="198836"/>
                  <a:pt x="1054534" y="184433"/>
                </a:cubicBezTo>
                <a:lnTo>
                  <a:pt x="1054534" y="148540"/>
                </a:lnTo>
                <a:cubicBezTo>
                  <a:pt x="1062535" y="156081"/>
                  <a:pt x="1068019" y="158366"/>
                  <a:pt x="1077622" y="158366"/>
                </a:cubicBezTo>
                <a:cubicBezTo>
                  <a:pt x="1104596" y="158366"/>
                  <a:pt x="1125626" y="132777"/>
                  <a:pt x="1125626" y="99653"/>
                </a:cubicBezTo>
                <a:cubicBezTo>
                  <a:pt x="1125626" y="71329"/>
                  <a:pt x="1109626" y="50986"/>
                  <a:pt x="1087451" y="50986"/>
                </a:cubicBezTo>
                <a:cubicBezTo>
                  <a:pt x="1074650" y="50986"/>
                  <a:pt x="1064590" y="56704"/>
                  <a:pt x="1054534" y="69045"/>
                </a:cubicBezTo>
                <a:lnTo>
                  <a:pt x="1054534" y="51447"/>
                </a:lnTo>
                <a:lnTo>
                  <a:pt x="1053163" y="50986"/>
                </a:lnTo>
                <a:cubicBezTo>
                  <a:pt x="1040818" y="55790"/>
                  <a:pt x="1032816" y="58762"/>
                  <a:pt x="1020241" y="62647"/>
                </a:cubicBezTo>
                <a:lnTo>
                  <a:pt x="1020241" y="66247"/>
                </a:lnTo>
                <a:moveTo>
                  <a:pt x="1054534" y="79781"/>
                </a:moveTo>
                <a:cubicBezTo>
                  <a:pt x="1054534" y="72927"/>
                  <a:pt x="1067335" y="64705"/>
                  <a:pt x="1077848" y="64705"/>
                </a:cubicBezTo>
                <a:cubicBezTo>
                  <a:pt x="1094766" y="64705"/>
                  <a:pt x="1105966" y="82066"/>
                  <a:pt x="1105966" y="108565"/>
                </a:cubicBezTo>
                <a:cubicBezTo>
                  <a:pt x="1105966" y="133921"/>
                  <a:pt x="1094766" y="151051"/>
                  <a:pt x="1078309" y="151051"/>
                </a:cubicBezTo>
                <a:cubicBezTo>
                  <a:pt x="1067562" y="151051"/>
                  <a:pt x="1054534" y="142830"/>
                  <a:pt x="1054534" y="135975"/>
                </a:cubicBezTo>
                <a:lnTo>
                  <a:pt x="1054534" y="79781"/>
                </a:lnTo>
                <a:close/>
                <a:moveTo>
                  <a:pt x="1136830" y="13715"/>
                </a:moveTo>
                <a:lnTo>
                  <a:pt x="1138201" y="13715"/>
                </a:lnTo>
                <a:cubicBezTo>
                  <a:pt x="1140716" y="13489"/>
                  <a:pt x="1143457" y="13258"/>
                  <a:pt x="1145288" y="13258"/>
                </a:cubicBezTo>
                <a:cubicBezTo>
                  <a:pt x="1152603" y="13258"/>
                  <a:pt x="1154888" y="16461"/>
                  <a:pt x="1154888" y="27204"/>
                </a:cubicBezTo>
                <a:lnTo>
                  <a:pt x="1154888" y="136248"/>
                </a:lnTo>
                <a:cubicBezTo>
                  <a:pt x="1154888" y="148592"/>
                  <a:pt x="1151689" y="151564"/>
                  <a:pt x="1137287" y="152705"/>
                </a:cubicBezTo>
                <a:lnTo>
                  <a:pt x="1137287" y="156133"/>
                </a:lnTo>
                <a:lnTo>
                  <a:pt x="1191235" y="156133"/>
                </a:lnTo>
                <a:lnTo>
                  <a:pt x="1191235" y="152705"/>
                </a:lnTo>
                <a:cubicBezTo>
                  <a:pt x="1176835" y="151791"/>
                  <a:pt x="1174090" y="149506"/>
                  <a:pt x="1174090" y="136931"/>
                </a:cubicBezTo>
                <a:lnTo>
                  <a:pt x="1174090" y="457"/>
                </a:lnTo>
                <a:lnTo>
                  <a:pt x="1173176" y="0"/>
                </a:lnTo>
                <a:cubicBezTo>
                  <a:pt x="1161289" y="3886"/>
                  <a:pt x="1152603" y="6174"/>
                  <a:pt x="1136830" y="10060"/>
                </a:cubicBezTo>
                <a:lnTo>
                  <a:pt x="1136830" y="13715"/>
                </a:lnTo>
                <a:close/>
                <a:moveTo>
                  <a:pt x="1253188" y="50986"/>
                </a:moveTo>
                <a:cubicBezTo>
                  <a:pt x="1223469" y="50986"/>
                  <a:pt x="1202665" y="72923"/>
                  <a:pt x="1202665" y="104449"/>
                </a:cubicBezTo>
                <a:cubicBezTo>
                  <a:pt x="1202665" y="135288"/>
                  <a:pt x="1223926" y="158366"/>
                  <a:pt x="1252727" y="158366"/>
                </a:cubicBezTo>
                <a:cubicBezTo>
                  <a:pt x="1281533" y="158366"/>
                  <a:pt x="1303477" y="134148"/>
                  <a:pt x="1303477" y="102622"/>
                </a:cubicBezTo>
                <a:cubicBezTo>
                  <a:pt x="1303477" y="72693"/>
                  <a:pt x="1282446" y="50986"/>
                  <a:pt x="1253188" y="50986"/>
                </a:cubicBezTo>
                <a:moveTo>
                  <a:pt x="1250216" y="57391"/>
                </a:moveTo>
                <a:cubicBezTo>
                  <a:pt x="1269418" y="57391"/>
                  <a:pt x="1282903" y="79321"/>
                  <a:pt x="1282903" y="110617"/>
                </a:cubicBezTo>
                <a:cubicBezTo>
                  <a:pt x="1282903" y="136432"/>
                  <a:pt x="1272617" y="151965"/>
                  <a:pt x="1255472" y="151965"/>
                </a:cubicBezTo>
                <a:cubicBezTo>
                  <a:pt x="1246557" y="151965"/>
                  <a:pt x="1238098" y="146485"/>
                  <a:pt x="1233298" y="137346"/>
                </a:cubicBezTo>
                <a:cubicBezTo>
                  <a:pt x="1226897" y="125466"/>
                  <a:pt x="1223238" y="109476"/>
                  <a:pt x="1223238" y="93256"/>
                </a:cubicBezTo>
                <a:cubicBezTo>
                  <a:pt x="1223238" y="71553"/>
                  <a:pt x="1233982" y="57391"/>
                  <a:pt x="1250216" y="57391"/>
                </a:cubicBezTo>
                <a:close/>
                <a:moveTo>
                  <a:pt x="1382344" y="84309"/>
                </a:moveTo>
                <a:lnTo>
                  <a:pt x="1381430" y="53219"/>
                </a:lnTo>
                <a:lnTo>
                  <a:pt x="1378915" y="53219"/>
                </a:lnTo>
                <a:lnTo>
                  <a:pt x="1378458" y="53679"/>
                </a:lnTo>
                <a:cubicBezTo>
                  <a:pt x="1376400" y="55277"/>
                  <a:pt x="1376173" y="55507"/>
                  <a:pt x="1375259" y="55507"/>
                </a:cubicBezTo>
                <a:cubicBezTo>
                  <a:pt x="1373889" y="55507"/>
                  <a:pt x="1371600" y="55050"/>
                  <a:pt x="1369085" y="53906"/>
                </a:cubicBezTo>
                <a:cubicBezTo>
                  <a:pt x="1364055" y="52127"/>
                  <a:pt x="1359029" y="51210"/>
                  <a:pt x="1353085" y="51210"/>
                </a:cubicBezTo>
                <a:cubicBezTo>
                  <a:pt x="1335023" y="51210"/>
                  <a:pt x="1321995" y="62867"/>
                  <a:pt x="1321995" y="79317"/>
                </a:cubicBezTo>
                <a:cubicBezTo>
                  <a:pt x="1321995" y="92108"/>
                  <a:pt x="1329310" y="101247"/>
                  <a:pt x="1348742" y="112214"/>
                </a:cubicBezTo>
                <a:lnTo>
                  <a:pt x="1362001" y="119755"/>
                </a:lnTo>
                <a:cubicBezTo>
                  <a:pt x="1369999" y="124325"/>
                  <a:pt x="1373889" y="129808"/>
                  <a:pt x="1373889" y="136889"/>
                </a:cubicBezTo>
                <a:cubicBezTo>
                  <a:pt x="1373889" y="146942"/>
                  <a:pt x="1366570" y="153339"/>
                  <a:pt x="1354913" y="153339"/>
                </a:cubicBezTo>
                <a:cubicBezTo>
                  <a:pt x="1347141" y="153339"/>
                  <a:pt x="1340053" y="150368"/>
                  <a:pt x="1335711" y="145341"/>
                </a:cubicBezTo>
                <a:cubicBezTo>
                  <a:pt x="1330911" y="139631"/>
                  <a:pt x="1328853" y="134374"/>
                  <a:pt x="1325881" y="121353"/>
                </a:cubicBezTo>
                <a:lnTo>
                  <a:pt x="1322222" y="121353"/>
                </a:lnTo>
                <a:lnTo>
                  <a:pt x="1322222" y="156995"/>
                </a:lnTo>
                <a:lnTo>
                  <a:pt x="1325194" y="156995"/>
                </a:lnTo>
                <a:cubicBezTo>
                  <a:pt x="1326795" y="154710"/>
                  <a:pt x="1327709" y="154253"/>
                  <a:pt x="1330454" y="154253"/>
                </a:cubicBezTo>
                <a:cubicBezTo>
                  <a:pt x="1332512" y="154306"/>
                  <a:pt x="1335711" y="154763"/>
                  <a:pt x="1340967" y="156133"/>
                </a:cubicBezTo>
                <a:cubicBezTo>
                  <a:pt x="1347368" y="157452"/>
                  <a:pt x="1353542" y="158366"/>
                  <a:pt x="1357655" y="158366"/>
                </a:cubicBezTo>
                <a:cubicBezTo>
                  <a:pt x="1375259" y="158366"/>
                  <a:pt x="1389889" y="145114"/>
                  <a:pt x="1389889" y="129121"/>
                </a:cubicBezTo>
                <a:cubicBezTo>
                  <a:pt x="1389889" y="117697"/>
                  <a:pt x="1384402" y="110160"/>
                  <a:pt x="1370686" y="101934"/>
                </a:cubicBezTo>
                <a:lnTo>
                  <a:pt x="1345997" y="87312"/>
                </a:lnTo>
                <a:cubicBezTo>
                  <a:pt x="1339596" y="83657"/>
                  <a:pt x="1336168" y="77946"/>
                  <a:pt x="1336168" y="71776"/>
                </a:cubicBezTo>
                <a:cubicBezTo>
                  <a:pt x="1336168" y="62637"/>
                  <a:pt x="1343255" y="56240"/>
                  <a:pt x="1353769" y="56240"/>
                </a:cubicBezTo>
                <a:cubicBezTo>
                  <a:pt x="1366801" y="56240"/>
                  <a:pt x="1373658" y="64008"/>
                  <a:pt x="1378915" y="84344"/>
                </a:cubicBezTo>
                <a:lnTo>
                  <a:pt x="1382344" y="84309"/>
                </a:lnTo>
                <a:close/>
                <a:moveTo>
                  <a:pt x="1439265" y="50986"/>
                </a:moveTo>
                <a:lnTo>
                  <a:pt x="1403833" y="63488"/>
                </a:lnTo>
                <a:lnTo>
                  <a:pt x="1403833" y="66920"/>
                </a:lnTo>
                <a:lnTo>
                  <a:pt x="1405664" y="66690"/>
                </a:lnTo>
                <a:cubicBezTo>
                  <a:pt x="1408406" y="66233"/>
                  <a:pt x="1411378" y="66003"/>
                  <a:pt x="1413436" y="66003"/>
                </a:cubicBezTo>
                <a:cubicBezTo>
                  <a:pt x="1418922" y="66003"/>
                  <a:pt x="1420977" y="69662"/>
                  <a:pt x="1420977" y="79729"/>
                </a:cubicBezTo>
                <a:lnTo>
                  <a:pt x="1420977" y="132805"/>
                </a:lnTo>
                <a:cubicBezTo>
                  <a:pt x="1420977" y="149276"/>
                  <a:pt x="1418692" y="151791"/>
                  <a:pt x="1402919" y="152705"/>
                </a:cubicBezTo>
                <a:lnTo>
                  <a:pt x="1402919" y="156133"/>
                </a:lnTo>
                <a:lnTo>
                  <a:pt x="1457097" y="156133"/>
                </a:lnTo>
                <a:lnTo>
                  <a:pt x="1457097" y="152705"/>
                </a:lnTo>
                <a:cubicBezTo>
                  <a:pt x="1442011" y="151564"/>
                  <a:pt x="1440179" y="149276"/>
                  <a:pt x="1440179" y="132805"/>
                </a:cubicBezTo>
                <a:lnTo>
                  <a:pt x="1440179" y="51674"/>
                </a:lnTo>
                <a:lnTo>
                  <a:pt x="1439265" y="50986"/>
                </a:lnTo>
                <a:moveTo>
                  <a:pt x="1428522" y="87"/>
                </a:moveTo>
                <a:cubicBezTo>
                  <a:pt x="1422351" y="87"/>
                  <a:pt x="1417091" y="5347"/>
                  <a:pt x="1417091" y="11748"/>
                </a:cubicBezTo>
                <a:cubicBezTo>
                  <a:pt x="1417091" y="18149"/>
                  <a:pt x="1422121" y="23406"/>
                  <a:pt x="1428522" y="23406"/>
                </a:cubicBezTo>
                <a:cubicBezTo>
                  <a:pt x="1435153" y="23406"/>
                  <a:pt x="1440409" y="18376"/>
                  <a:pt x="1440409" y="11748"/>
                </a:cubicBezTo>
                <a:cubicBezTo>
                  <a:pt x="1440409" y="5347"/>
                  <a:pt x="1435153" y="87"/>
                  <a:pt x="1428522" y="87"/>
                </a:cubicBezTo>
                <a:close/>
                <a:moveTo>
                  <a:pt x="1519964" y="50986"/>
                </a:moveTo>
                <a:cubicBezTo>
                  <a:pt x="1490245" y="50986"/>
                  <a:pt x="1469441" y="72923"/>
                  <a:pt x="1469441" y="104449"/>
                </a:cubicBezTo>
                <a:cubicBezTo>
                  <a:pt x="1469441" y="135288"/>
                  <a:pt x="1490702" y="158366"/>
                  <a:pt x="1519504" y="158366"/>
                </a:cubicBezTo>
                <a:cubicBezTo>
                  <a:pt x="1548309" y="158366"/>
                  <a:pt x="1570253" y="134148"/>
                  <a:pt x="1570253" y="102622"/>
                </a:cubicBezTo>
                <a:cubicBezTo>
                  <a:pt x="1570253" y="72693"/>
                  <a:pt x="1549223" y="50986"/>
                  <a:pt x="1519964" y="50986"/>
                </a:cubicBezTo>
                <a:moveTo>
                  <a:pt x="1516992" y="57391"/>
                </a:moveTo>
                <a:cubicBezTo>
                  <a:pt x="1536194" y="57391"/>
                  <a:pt x="1549680" y="79321"/>
                  <a:pt x="1549680" y="110617"/>
                </a:cubicBezTo>
                <a:cubicBezTo>
                  <a:pt x="1549680" y="136432"/>
                  <a:pt x="1539393" y="151965"/>
                  <a:pt x="1522249" y="151965"/>
                </a:cubicBezTo>
                <a:cubicBezTo>
                  <a:pt x="1513333" y="151965"/>
                  <a:pt x="1504874" y="146485"/>
                  <a:pt x="1500074" y="137346"/>
                </a:cubicBezTo>
                <a:cubicBezTo>
                  <a:pt x="1493674" y="125466"/>
                  <a:pt x="1490015" y="109476"/>
                  <a:pt x="1490015" y="93256"/>
                </a:cubicBezTo>
                <a:cubicBezTo>
                  <a:pt x="1490015" y="71553"/>
                  <a:pt x="1500758" y="57391"/>
                  <a:pt x="1516992" y="57391"/>
                </a:cubicBezTo>
                <a:close/>
                <a:moveTo>
                  <a:pt x="1580770" y="65162"/>
                </a:moveTo>
                <a:cubicBezTo>
                  <a:pt x="1582140" y="64475"/>
                  <a:pt x="1584429" y="64248"/>
                  <a:pt x="1586944" y="64248"/>
                </a:cubicBezTo>
                <a:cubicBezTo>
                  <a:pt x="1593344" y="64248"/>
                  <a:pt x="1595399" y="67677"/>
                  <a:pt x="1595399" y="78874"/>
                </a:cubicBezTo>
                <a:lnTo>
                  <a:pt x="1595399" y="135564"/>
                </a:lnTo>
                <a:cubicBezTo>
                  <a:pt x="1595399" y="148592"/>
                  <a:pt x="1592884" y="151791"/>
                  <a:pt x="1581226" y="152705"/>
                </a:cubicBezTo>
                <a:lnTo>
                  <a:pt x="1581226" y="156133"/>
                </a:lnTo>
                <a:lnTo>
                  <a:pt x="1629691" y="156133"/>
                </a:lnTo>
                <a:lnTo>
                  <a:pt x="1629691" y="152705"/>
                </a:lnTo>
                <a:cubicBezTo>
                  <a:pt x="1618030" y="151791"/>
                  <a:pt x="1614601" y="149049"/>
                  <a:pt x="1614601" y="140820"/>
                </a:cubicBezTo>
                <a:lnTo>
                  <a:pt x="1614601" y="76590"/>
                </a:lnTo>
                <a:cubicBezTo>
                  <a:pt x="1625575" y="66303"/>
                  <a:pt x="1630605" y="63561"/>
                  <a:pt x="1638150" y="63561"/>
                </a:cubicBezTo>
                <a:cubicBezTo>
                  <a:pt x="1649350" y="63561"/>
                  <a:pt x="1654837" y="70646"/>
                  <a:pt x="1654837" y="85732"/>
                </a:cubicBezTo>
                <a:lnTo>
                  <a:pt x="1654837" y="133506"/>
                </a:lnTo>
                <a:cubicBezTo>
                  <a:pt x="1654837" y="147905"/>
                  <a:pt x="1651865" y="151791"/>
                  <a:pt x="1640434" y="152705"/>
                </a:cubicBezTo>
                <a:lnTo>
                  <a:pt x="1640434" y="156133"/>
                </a:lnTo>
                <a:lnTo>
                  <a:pt x="1687985" y="156133"/>
                </a:lnTo>
                <a:lnTo>
                  <a:pt x="1687985" y="152705"/>
                </a:lnTo>
                <a:cubicBezTo>
                  <a:pt x="1676781" y="151564"/>
                  <a:pt x="1674039" y="148819"/>
                  <a:pt x="1674039" y="137622"/>
                </a:cubicBezTo>
                <a:lnTo>
                  <a:pt x="1674039" y="85275"/>
                </a:lnTo>
                <a:cubicBezTo>
                  <a:pt x="1674039" y="63791"/>
                  <a:pt x="1663980" y="50986"/>
                  <a:pt x="1647065" y="50986"/>
                </a:cubicBezTo>
                <a:cubicBezTo>
                  <a:pt x="1636549" y="50986"/>
                  <a:pt x="1629461" y="54876"/>
                  <a:pt x="1613918" y="69505"/>
                </a:cubicBezTo>
                <a:lnTo>
                  <a:pt x="1613918" y="51447"/>
                </a:lnTo>
                <a:lnTo>
                  <a:pt x="1612316" y="50986"/>
                </a:lnTo>
                <a:cubicBezTo>
                  <a:pt x="1601116" y="55102"/>
                  <a:pt x="1593344" y="57617"/>
                  <a:pt x="1580770" y="61276"/>
                </a:cubicBezTo>
                <a:lnTo>
                  <a:pt x="1580770" y="65162"/>
                </a:lnTo>
                <a:close/>
                <a:moveTo>
                  <a:pt x="1719989" y="133216"/>
                </a:moveTo>
                <a:cubicBezTo>
                  <a:pt x="1713128" y="133216"/>
                  <a:pt x="1707414" y="139160"/>
                  <a:pt x="1707414" y="146248"/>
                </a:cubicBezTo>
                <a:cubicBezTo>
                  <a:pt x="1707414" y="152876"/>
                  <a:pt x="1713128" y="158589"/>
                  <a:pt x="1719759" y="158589"/>
                </a:cubicBezTo>
                <a:cubicBezTo>
                  <a:pt x="1726847" y="158589"/>
                  <a:pt x="1732790" y="152876"/>
                  <a:pt x="1732790" y="146248"/>
                </a:cubicBezTo>
                <a:cubicBezTo>
                  <a:pt x="1732790" y="139160"/>
                  <a:pt x="1726847" y="133216"/>
                  <a:pt x="1719989" y="13321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62F704-54D6-4953-B5BA-3D4DD82D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4342" y="866964"/>
            <a:ext cx="811277" cy="324510"/>
          </a:xfrm>
          <a:custGeom xmlns:a="http://schemas.openxmlformats.org/drawingml/2006/main">
            <a:pathLst>
              <a:path w="811277" h="324510">
                <a:moveTo>
                  <a:pt x="48678" y="0"/>
                </a:moveTo>
                <a:lnTo>
                  <a:pt x="762600" y="0"/>
                </a:lnTo>
                <a:cubicBezTo>
                  <a:pt x="769053" y="0"/>
                  <a:pt x="775261" y="1235"/>
                  <a:pt x="781224" y="3705"/>
                </a:cubicBezTo>
                <a:cubicBezTo>
                  <a:pt x="787189" y="6175"/>
                  <a:pt x="792454" y="9693"/>
                  <a:pt x="797018" y="14257"/>
                </a:cubicBezTo>
                <a:cubicBezTo>
                  <a:pt x="801582" y="18821"/>
                  <a:pt x="805100" y="24085"/>
                  <a:pt x="807569" y="30049"/>
                </a:cubicBezTo>
                <a:cubicBezTo>
                  <a:pt x="810039" y="36012"/>
                  <a:pt x="811275" y="42222"/>
                  <a:pt x="811277" y="48677"/>
                </a:cubicBezTo>
                <a:lnTo>
                  <a:pt x="811277" y="275834"/>
                </a:lnTo>
                <a:cubicBezTo>
                  <a:pt x="811275" y="282288"/>
                  <a:pt x="810039" y="288497"/>
                  <a:pt x="807569" y="294461"/>
                </a:cubicBezTo>
                <a:cubicBezTo>
                  <a:pt x="805100" y="300425"/>
                  <a:pt x="801582" y="305689"/>
                  <a:pt x="797018" y="310253"/>
                </a:cubicBezTo>
                <a:cubicBezTo>
                  <a:pt x="792454" y="314817"/>
                  <a:pt x="787189" y="318334"/>
                  <a:pt x="781224" y="320805"/>
                </a:cubicBezTo>
                <a:cubicBezTo>
                  <a:pt x="775261" y="323275"/>
                  <a:pt x="769053" y="324510"/>
                  <a:pt x="762600" y="324510"/>
                </a:cubicBezTo>
                <a:lnTo>
                  <a:pt x="48678" y="324510"/>
                </a:lnTo>
                <a:cubicBezTo>
                  <a:pt x="42220" y="324510"/>
                  <a:pt x="36013" y="323275"/>
                  <a:pt x="30048" y="320805"/>
                </a:cubicBezTo>
                <a:cubicBezTo>
                  <a:pt x="24085" y="318334"/>
                  <a:pt x="18820" y="314817"/>
                  <a:pt x="14257" y="310253"/>
                </a:cubicBezTo>
                <a:cubicBezTo>
                  <a:pt x="9691" y="305689"/>
                  <a:pt x="6174" y="300425"/>
                  <a:pt x="3704" y="294461"/>
                </a:cubicBezTo>
                <a:cubicBezTo>
                  <a:pt x="1233" y="288498"/>
                  <a:pt x="0" y="282288"/>
                  <a:pt x="2" y="275834"/>
                </a:cubicBezTo>
                <a:lnTo>
                  <a:pt x="2" y="48677"/>
                </a:lnTo>
                <a:cubicBezTo>
                  <a:pt x="0" y="42222"/>
                  <a:pt x="1233" y="36012"/>
                  <a:pt x="3704" y="30049"/>
                </a:cubicBezTo>
                <a:cubicBezTo>
                  <a:pt x="6174" y="24085"/>
                  <a:pt x="9691" y="18821"/>
                  <a:pt x="14257" y="14257"/>
                </a:cubicBezTo>
                <a:cubicBezTo>
                  <a:pt x="18820" y="9693"/>
                  <a:pt x="24085" y="6175"/>
                  <a:pt x="30048" y="3705"/>
                </a:cubicBezTo>
                <a:cubicBezTo>
                  <a:pt x="36013" y="1235"/>
                  <a:pt x="42220" y="0"/>
                  <a:pt x="48678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35127D-2D57-48FD-94F0-5D501221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4342" y="866964"/>
            <a:ext cx="811277" cy="324510"/>
          </a:xfrm>
          <a:custGeom xmlns:a="http://schemas.openxmlformats.org/drawingml/2006/main">
            <a:pathLst>
              <a:path w="811277" h="324510" fill="none">
                <a:moveTo>
                  <a:pt x="48678" y="0"/>
                </a:moveTo>
                <a:lnTo>
                  <a:pt x="762600" y="0"/>
                </a:lnTo>
                <a:cubicBezTo>
                  <a:pt x="769053" y="0"/>
                  <a:pt x="775261" y="1235"/>
                  <a:pt x="781224" y="3705"/>
                </a:cubicBezTo>
                <a:cubicBezTo>
                  <a:pt x="787189" y="6175"/>
                  <a:pt x="792454" y="9693"/>
                  <a:pt x="797018" y="14257"/>
                </a:cubicBezTo>
                <a:cubicBezTo>
                  <a:pt x="801582" y="18821"/>
                  <a:pt x="805100" y="24085"/>
                  <a:pt x="807569" y="30049"/>
                </a:cubicBezTo>
                <a:cubicBezTo>
                  <a:pt x="810039" y="36012"/>
                  <a:pt x="811275" y="42222"/>
                  <a:pt x="811277" y="48677"/>
                </a:cubicBezTo>
                <a:lnTo>
                  <a:pt x="811277" y="275834"/>
                </a:lnTo>
                <a:cubicBezTo>
                  <a:pt x="811275" y="282288"/>
                  <a:pt x="810039" y="288497"/>
                  <a:pt x="807569" y="294461"/>
                </a:cubicBezTo>
                <a:cubicBezTo>
                  <a:pt x="805100" y="300425"/>
                  <a:pt x="801582" y="305689"/>
                  <a:pt x="797018" y="310253"/>
                </a:cubicBezTo>
                <a:cubicBezTo>
                  <a:pt x="792454" y="314817"/>
                  <a:pt x="787189" y="318334"/>
                  <a:pt x="781224" y="320805"/>
                </a:cubicBezTo>
                <a:cubicBezTo>
                  <a:pt x="775261" y="323275"/>
                  <a:pt x="769053" y="324510"/>
                  <a:pt x="762600" y="324510"/>
                </a:cubicBezTo>
                <a:lnTo>
                  <a:pt x="48678" y="324510"/>
                </a:lnTo>
                <a:cubicBezTo>
                  <a:pt x="42220" y="324510"/>
                  <a:pt x="36013" y="323275"/>
                  <a:pt x="30048" y="320805"/>
                </a:cubicBezTo>
                <a:cubicBezTo>
                  <a:pt x="24085" y="318334"/>
                  <a:pt x="18820" y="314817"/>
                  <a:pt x="14257" y="310253"/>
                </a:cubicBezTo>
                <a:cubicBezTo>
                  <a:pt x="9691" y="305689"/>
                  <a:pt x="6174" y="300425"/>
                  <a:pt x="3704" y="294461"/>
                </a:cubicBezTo>
                <a:cubicBezTo>
                  <a:pt x="1233" y="288498"/>
                  <a:pt x="0" y="282288"/>
                  <a:pt x="2" y="275834"/>
                </a:cubicBezTo>
                <a:lnTo>
                  <a:pt x="2" y="48677"/>
                </a:lnTo>
                <a:cubicBezTo>
                  <a:pt x="0" y="42222"/>
                  <a:pt x="1233" y="36012"/>
                  <a:pt x="3704" y="30049"/>
                </a:cubicBezTo>
                <a:cubicBezTo>
                  <a:pt x="6174" y="24085"/>
                  <a:pt x="9691" y="18821"/>
                  <a:pt x="14257" y="14257"/>
                </a:cubicBezTo>
                <a:cubicBezTo>
                  <a:pt x="18820" y="9693"/>
                  <a:pt x="24085" y="6175"/>
                  <a:pt x="30048" y="3705"/>
                </a:cubicBezTo>
                <a:cubicBezTo>
                  <a:pt x="36013" y="1235"/>
                  <a:pt x="42220" y="0"/>
                  <a:pt x="48678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226" cap="flat">
            <a:solidFill>
              <a:srgbClr val="000000"/>
            </a:solidFill>
            <a:miter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F990EA-0111-4A40-9B21-3A298AFA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0814" y="2002749"/>
            <a:ext cx="762599" cy="324510"/>
          </a:xfrm>
          <a:custGeom xmlns:a="http://schemas.openxmlformats.org/drawingml/2006/main">
            <a:pathLst>
              <a:path w="762599" h="324510">
                <a:moveTo>
                  <a:pt x="48677" y="0"/>
                </a:moveTo>
                <a:lnTo>
                  <a:pt x="713922" y="0"/>
                </a:lnTo>
                <a:cubicBezTo>
                  <a:pt x="720377" y="0"/>
                  <a:pt x="726585" y="1235"/>
                  <a:pt x="732546" y="3705"/>
                </a:cubicBezTo>
                <a:cubicBezTo>
                  <a:pt x="738510" y="6175"/>
                  <a:pt x="743776" y="9693"/>
                  <a:pt x="748340" y="14257"/>
                </a:cubicBezTo>
                <a:cubicBezTo>
                  <a:pt x="752904" y="18821"/>
                  <a:pt x="756422" y="24085"/>
                  <a:pt x="758891" y="30049"/>
                </a:cubicBezTo>
                <a:cubicBezTo>
                  <a:pt x="761361" y="36012"/>
                  <a:pt x="762597" y="42221"/>
                  <a:pt x="762599" y="48677"/>
                </a:cubicBezTo>
                <a:lnTo>
                  <a:pt x="762599" y="275834"/>
                </a:lnTo>
                <a:cubicBezTo>
                  <a:pt x="762597" y="282288"/>
                  <a:pt x="761361" y="288497"/>
                  <a:pt x="758891" y="294461"/>
                </a:cubicBezTo>
                <a:cubicBezTo>
                  <a:pt x="756422" y="300425"/>
                  <a:pt x="752904" y="305689"/>
                  <a:pt x="748340" y="310253"/>
                </a:cubicBezTo>
                <a:cubicBezTo>
                  <a:pt x="743776" y="314817"/>
                  <a:pt x="738510" y="318335"/>
                  <a:pt x="732546" y="320805"/>
                </a:cubicBezTo>
                <a:cubicBezTo>
                  <a:pt x="726585" y="323275"/>
                  <a:pt x="720377" y="324510"/>
                  <a:pt x="713922" y="324510"/>
                </a:cubicBezTo>
                <a:lnTo>
                  <a:pt x="48677" y="324510"/>
                </a:lnTo>
                <a:cubicBezTo>
                  <a:pt x="42222" y="324510"/>
                  <a:pt x="36011" y="323275"/>
                  <a:pt x="30046" y="320805"/>
                </a:cubicBezTo>
                <a:cubicBezTo>
                  <a:pt x="24084" y="318335"/>
                  <a:pt x="18818" y="314817"/>
                  <a:pt x="14257" y="310253"/>
                </a:cubicBezTo>
                <a:cubicBezTo>
                  <a:pt x="9691" y="305689"/>
                  <a:pt x="6174" y="300425"/>
                  <a:pt x="3704" y="294461"/>
                </a:cubicBezTo>
                <a:cubicBezTo>
                  <a:pt x="1233" y="288497"/>
                  <a:pt x="0" y="282288"/>
                  <a:pt x="0" y="275834"/>
                </a:cubicBezTo>
                <a:lnTo>
                  <a:pt x="0" y="48677"/>
                </a:lnTo>
                <a:cubicBezTo>
                  <a:pt x="0" y="42221"/>
                  <a:pt x="1233" y="36012"/>
                  <a:pt x="3704" y="30049"/>
                </a:cubicBezTo>
                <a:cubicBezTo>
                  <a:pt x="6174" y="24085"/>
                  <a:pt x="9691" y="18821"/>
                  <a:pt x="14257" y="14257"/>
                </a:cubicBezTo>
                <a:cubicBezTo>
                  <a:pt x="18818" y="9693"/>
                  <a:pt x="24084" y="6175"/>
                  <a:pt x="30046" y="3705"/>
                </a:cubicBezTo>
                <a:cubicBezTo>
                  <a:pt x="36011" y="1235"/>
                  <a:pt x="42222" y="0"/>
                  <a:pt x="48677" y="0"/>
                </a:cubicBezTo>
                <a:close/>
              </a:path>
            </a:pathLst>
          </a:custGeom>
          <a:solidFill xmlns:a="http://schemas.openxmlformats.org/drawingml/2006/main">
            <a:srgbClr val="82B3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84717D-12D9-401B-BBCF-E6AF01CE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0814" y="2002749"/>
            <a:ext cx="762599" cy="324510"/>
          </a:xfrm>
          <a:custGeom xmlns:a="http://schemas.openxmlformats.org/drawingml/2006/main">
            <a:pathLst>
              <a:path w="762599" h="324510" fill="none">
                <a:moveTo>
                  <a:pt x="48677" y="0"/>
                </a:moveTo>
                <a:lnTo>
                  <a:pt x="713922" y="0"/>
                </a:lnTo>
                <a:cubicBezTo>
                  <a:pt x="720377" y="0"/>
                  <a:pt x="726585" y="1235"/>
                  <a:pt x="732546" y="3705"/>
                </a:cubicBezTo>
                <a:cubicBezTo>
                  <a:pt x="738510" y="6175"/>
                  <a:pt x="743776" y="9693"/>
                  <a:pt x="748340" y="14257"/>
                </a:cubicBezTo>
                <a:cubicBezTo>
                  <a:pt x="752904" y="18821"/>
                  <a:pt x="756422" y="24085"/>
                  <a:pt x="758891" y="30049"/>
                </a:cubicBezTo>
                <a:cubicBezTo>
                  <a:pt x="761361" y="36012"/>
                  <a:pt x="762597" y="42221"/>
                  <a:pt x="762599" y="48677"/>
                </a:cubicBezTo>
                <a:lnTo>
                  <a:pt x="762599" y="275834"/>
                </a:lnTo>
                <a:cubicBezTo>
                  <a:pt x="762597" y="282288"/>
                  <a:pt x="761361" y="288497"/>
                  <a:pt x="758891" y="294461"/>
                </a:cubicBezTo>
                <a:cubicBezTo>
                  <a:pt x="756422" y="300425"/>
                  <a:pt x="752904" y="305689"/>
                  <a:pt x="748340" y="310253"/>
                </a:cubicBezTo>
                <a:cubicBezTo>
                  <a:pt x="743776" y="314817"/>
                  <a:pt x="738510" y="318335"/>
                  <a:pt x="732546" y="320805"/>
                </a:cubicBezTo>
                <a:cubicBezTo>
                  <a:pt x="726585" y="323275"/>
                  <a:pt x="720377" y="324510"/>
                  <a:pt x="713922" y="324510"/>
                </a:cubicBezTo>
                <a:lnTo>
                  <a:pt x="48677" y="324510"/>
                </a:lnTo>
                <a:cubicBezTo>
                  <a:pt x="42222" y="324510"/>
                  <a:pt x="36011" y="323275"/>
                  <a:pt x="30046" y="320805"/>
                </a:cubicBezTo>
                <a:cubicBezTo>
                  <a:pt x="24084" y="318335"/>
                  <a:pt x="18818" y="314817"/>
                  <a:pt x="14257" y="310253"/>
                </a:cubicBezTo>
                <a:cubicBezTo>
                  <a:pt x="9691" y="305689"/>
                  <a:pt x="6174" y="300425"/>
                  <a:pt x="3704" y="294461"/>
                </a:cubicBezTo>
                <a:cubicBezTo>
                  <a:pt x="1233" y="288497"/>
                  <a:pt x="0" y="282288"/>
                  <a:pt x="0" y="275834"/>
                </a:cubicBezTo>
                <a:lnTo>
                  <a:pt x="0" y="48677"/>
                </a:lnTo>
                <a:cubicBezTo>
                  <a:pt x="0" y="42221"/>
                  <a:pt x="1233" y="36012"/>
                  <a:pt x="3704" y="30049"/>
                </a:cubicBezTo>
                <a:cubicBezTo>
                  <a:pt x="6174" y="24085"/>
                  <a:pt x="9691" y="18821"/>
                  <a:pt x="14257" y="14257"/>
                </a:cubicBezTo>
                <a:cubicBezTo>
                  <a:pt x="18818" y="9693"/>
                  <a:pt x="24084" y="6175"/>
                  <a:pt x="30046" y="3705"/>
                </a:cubicBezTo>
                <a:cubicBezTo>
                  <a:pt x="36011" y="1235"/>
                  <a:pt x="42222" y="0"/>
                  <a:pt x="48677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226" cap="flat">
            <a:solidFill>
              <a:srgbClr val="000000"/>
            </a:solidFill>
            <a:miter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4318AD-8EE8-4D17-9B0C-70ACD64A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4342" y="2165004"/>
            <a:ext cx="811277" cy="324510"/>
          </a:xfrm>
          <a:custGeom xmlns:a="http://schemas.openxmlformats.org/drawingml/2006/main">
            <a:pathLst>
              <a:path w="811277" h="324510">
                <a:moveTo>
                  <a:pt x="48678" y="0"/>
                </a:moveTo>
                <a:lnTo>
                  <a:pt x="762600" y="0"/>
                </a:lnTo>
                <a:cubicBezTo>
                  <a:pt x="769053" y="0"/>
                  <a:pt x="775261" y="1235"/>
                  <a:pt x="781224" y="3705"/>
                </a:cubicBezTo>
                <a:cubicBezTo>
                  <a:pt x="787189" y="6175"/>
                  <a:pt x="792454" y="9693"/>
                  <a:pt x="797018" y="14257"/>
                </a:cubicBezTo>
                <a:cubicBezTo>
                  <a:pt x="801582" y="18821"/>
                  <a:pt x="805100" y="24085"/>
                  <a:pt x="807569" y="30049"/>
                </a:cubicBezTo>
                <a:cubicBezTo>
                  <a:pt x="810039" y="36012"/>
                  <a:pt x="811275" y="42221"/>
                  <a:pt x="811277" y="48677"/>
                </a:cubicBezTo>
                <a:lnTo>
                  <a:pt x="811277" y="275834"/>
                </a:lnTo>
                <a:cubicBezTo>
                  <a:pt x="811275" y="282288"/>
                  <a:pt x="810039" y="288497"/>
                  <a:pt x="807569" y="294461"/>
                </a:cubicBezTo>
                <a:cubicBezTo>
                  <a:pt x="805100" y="300425"/>
                  <a:pt x="801582" y="305689"/>
                  <a:pt x="797018" y="310253"/>
                </a:cubicBezTo>
                <a:cubicBezTo>
                  <a:pt x="792454" y="314817"/>
                  <a:pt x="787189" y="318334"/>
                  <a:pt x="781224" y="320804"/>
                </a:cubicBezTo>
                <a:cubicBezTo>
                  <a:pt x="775261" y="323275"/>
                  <a:pt x="769053" y="324510"/>
                  <a:pt x="762600" y="324510"/>
                </a:cubicBezTo>
                <a:lnTo>
                  <a:pt x="48678" y="324510"/>
                </a:lnTo>
                <a:cubicBezTo>
                  <a:pt x="42220" y="324510"/>
                  <a:pt x="36013" y="323275"/>
                  <a:pt x="30048" y="320804"/>
                </a:cubicBezTo>
                <a:cubicBezTo>
                  <a:pt x="24085" y="318334"/>
                  <a:pt x="18820" y="314817"/>
                  <a:pt x="14257" y="310253"/>
                </a:cubicBezTo>
                <a:cubicBezTo>
                  <a:pt x="9691" y="305689"/>
                  <a:pt x="6174" y="300425"/>
                  <a:pt x="3704" y="294461"/>
                </a:cubicBezTo>
                <a:cubicBezTo>
                  <a:pt x="1233" y="288497"/>
                  <a:pt x="0" y="282288"/>
                  <a:pt x="2" y="275834"/>
                </a:cubicBezTo>
                <a:lnTo>
                  <a:pt x="2" y="48677"/>
                </a:lnTo>
                <a:cubicBezTo>
                  <a:pt x="0" y="42221"/>
                  <a:pt x="1233" y="36012"/>
                  <a:pt x="3704" y="30049"/>
                </a:cubicBezTo>
                <a:cubicBezTo>
                  <a:pt x="6174" y="24085"/>
                  <a:pt x="9691" y="18821"/>
                  <a:pt x="14257" y="14257"/>
                </a:cubicBezTo>
                <a:cubicBezTo>
                  <a:pt x="18820" y="9693"/>
                  <a:pt x="24085" y="6175"/>
                  <a:pt x="30048" y="3705"/>
                </a:cubicBezTo>
                <a:cubicBezTo>
                  <a:pt x="36013" y="1235"/>
                  <a:pt x="42220" y="0"/>
                  <a:pt x="48678" y="0"/>
                </a:cubicBezTo>
                <a:close/>
              </a:path>
            </a:pathLst>
          </a:custGeom>
          <a:solidFill xmlns:a="http://schemas.openxmlformats.org/drawingml/2006/main">
            <a:srgbClr val="D79B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36C073-E074-41E1-A7F3-27FADCB8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4342" y="2165004"/>
            <a:ext cx="811277" cy="324510"/>
          </a:xfrm>
          <a:custGeom xmlns:a="http://schemas.openxmlformats.org/drawingml/2006/main">
            <a:pathLst>
              <a:path w="811277" h="324510" fill="none">
                <a:moveTo>
                  <a:pt x="48678" y="0"/>
                </a:moveTo>
                <a:lnTo>
                  <a:pt x="762600" y="0"/>
                </a:lnTo>
                <a:cubicBezTo>
                  <a:pt x="769053" y="0"/>
                  <a:pt x="775261" y="1235"/>
                  <a:pt x="781224" y="3705"/>
                </a:cubicBezTo>
                <a:cubicBezTo>
                  <a:pt x="787189" y="6175"/>
                  <a:pt x="792454" y="9693"/>
                  <a:pt x="797018" y="14257"/>
                </a:cubicBezTo>
                <a:cubicBezTo>
                  <a:pt x="801582" y="18821"/>
                  <a:pt x="805100" y="24085"/>
                  <a:pt x="807569" y="30049"/>
                </a:cubicBezTo>
                <a:cubicBezTo>
                  <a:pt x="810039" y="36012"/>
                  <a:pt x="811275" y="42221"/>
                  <a:pt x="811277" y="48677"/>
                </a:cubicBezTo>
                <a:lnTo>
                  <a:pt x="811277" y="275834"/>
                </a:lnTo>
                <a:cubicBezTo>
                  <a:pt x="811275" y="282288"/>
                  <a:pt x="810039" y="288497"/>
                  <a:pt x="807569" y="294461"/>
                </a:cubicBezTo>
                <a:cubicBezTo>
                  <a:pt x="805100" y="300425"/>
                  <a:pt x="801582" y="305689"/>
                  <a:pt x="797018" y="310253"/>
                </a:cubicBezTo>
                <a:cubicBezTo>
                  <a:pt x="792454" y="314817"/>
                  <a:pt x="787189" y="318334"/>
                  <a:pt x="781224" y="320804"/>
                </a:cubicBezTo>
                <a:cubicBezTo>
                  <a:pt x="775261" y="323275"/>
                  <a:pt x="769053" y="324510"/>
                  <a:pt x="762600" y="324510"/>
                </a:cubicBezTo>
                <a:lnTo>
                  <a:pt x="48678" y="324510"/>
                </a:lnTo>
                <a:cubicBezTo>
                  <a:pt x="42220" y="324510"/>
                  <a:pt x="36013" y="323275"/>
                  <a:pt x="30048" y="320804"/>
                </a:cubicBezTo>
                <a:cubicBezTo>
                  <a:pt x="24085" y="318334"/>
                  <a:pt x="18820" y="314817"/>
                  <a:pt x="14257" y="310253"/>
                </a:cubicBezTo>
                <a:cubicBezTo>
                  <a:pt x="9691" y="305689"/>
                  <a:pt x="6174" y="300425"/>
                  <a:pt x="3704" y="294461"/>
                </a:cubicBezTo>
                <a:cubicBezTo>
                  <a:pt x="1233" y="288497"/>
                  <a:pt x="0" y="282288"/>
                  <a:pt x="2" y="275834"/>
                </a:cubicBezTo>
                <a:lnTo>
                  <a:pt x="2" y="48677"/>
                </a:lnTo>
                <a:cubicBezTo>
                  <a:pt x="0" y="42221"/>
                  <a:pt x="1233" y="36012"/>
                  <a:pt x="3704" y="30049"/>
                </a:cubicBezTo>
                <a:cubicBezTo>
                  <a:pt x="6174" y="24085"/>
                  <a:pt x="9691" y="18821"/>
                  <a:pt x="14257" y="14257"/>
                </a:cubicBezTo>
                <a:cubicBezTo>
                  <a:pt x="18820" y="9693"/>
                  <a:pt x="24085" y="6175"/>
                  <a:pt x="30048" y="3705"/>
                </a:cubicBezTo>
                <a:cubicBezTo>
                  <a:pt x="36013" y="1235"/>
                  <a:pt x="42220" y="0"/>
                  <a:pt x="48678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226" cap="flat">
            <a:solidFill>
              <a:srgbClr val="000000"/>
            </a:solidFill>
            <a:miter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37F2EE-A989-4FBE-A8D8-E4A9D430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5422" y="2165004"/>
            <a:ext cx="843728" cy="324510"/>
          </a:xfrm>
          <a:custGeom xmlns:a="http://schemas.openxmlformats.org/drawingml/2006/main">
            <a:pathLst>
              <a:path w="843728" h="324510">
                <a:moveTo>
                  <a:pt x="48678" y="0"/>
                </a:moveTo>
                <a:lnTo>
                  <a:pt x="795052" y="0"/>
                </a:lnTo>
                <a:cubicBezTo>
                  <a:pt x="801504" y="0"/>
                  <a:pt x="807712" y="1235"/>
                  <a:pt x="813675" y="3705"/>
                </a:cubicBezTo>
                <a:cubicBezTo>
                  <a:pt x="819640" y="6175"/>
                  <a:pt x="824905" y="9693"/>
                  <a:pt x="829469" y="14257"/>
                </a:cubicBezTo>
                <a:cubicBezTo>
                  <a:pt x="834033" y="18821"/>
                  <a:pt x="837551" y="24085"/>
                  <a:pt x="840021" y="30049"/>
                </a:cubicBezTo>
                <a:cubicBezTo>
                  <a:pt x="842490" y="36012"/>
                  <a:pt x="843726" y="42221"/>
                  <a:pt x="843728" y="48677"/>
                </a:cubicBezTo>
                <a:lnTo>
                  <a:pt x="843728" y="275834"/>
                </a:lnTo>
                <a:cubicBezTo>
                  <a:pt x="843726" y="282288"/>
                  <a:pt x="842490" y="288497"/>
                  <a:pt x="840021" y="294461"/>
                </a:cubicBezTo>
                <a:cubicBezTo>
                  <a:pt x="837551" y="300425"/>
                  <a:pt x="834033" y="305689"/>
                  <a:pt x="829469" y="310253"/>
                </a:cubicBezTo>
                <a:cubicBezTo>
                  <a:pt x="824905" y="314817"/>
                  <a:pt x="819640" y="318334"/>
                  <a:pt x="813675" y="320804"/>
                </a:cubicBezTo>
                <a:cubicBezTo>
                  <a:pt x="807712" y="323275"/>
                  <a:pt x="801504" y="324510"/>
                  <a:pt x="795052" y="324510"/>
                </a:cubicBezTo>
                <a:lnTo>
                  <a:pt x="48678" y="324510"/>
                </a:lnTo>
                <a:cubicBezTo>
                  <a:pt x="42220" y="324510"/>
                  <a:pt x="36009" y="323275"/>
                  <a:pt x="30046" y="320804"/>
                </a:cubicBezTo>
                <a:cubicBezTo>
                  <a:pt x="24082" y="318334"/>
                  <a:pt x="18818" y="314817"/>
                  <a:pt x="14257" y="310253"/>
                </a:cubicBezTo>
                <a:cubicBezTo>
                  <a:pt x="9691" y="305689"/>
                  <a:pt x="6174" y="300425"/>
                  <a:pt x="3704" y="294461"/>
                </a:cubicBezTo>
                <a:cubicBezTo>
                  <a:pt x="1233" y="288497"/>
                  <a:pt x="0" y="282288"/>
                  <a:pt x="2" y="275834"/>
                </a:cubicBezTo>
                <a:lnTo>
                  <a:pt x="2" y="48677"/>
                </a:lnTo>
                <a:cubicBezTo>
                  <a:pt x="0" y="42221"/>
                  <a:pt x="1233" y="36012"/>
                  <a:pt x="3704" y="30049"/>
                </a:cubicBezTo>
                <a:cubicBezTo>
                  <a:pt x="6174" y="24085"/>
                  <a:pt x="9691" y="18821"/>
                  <a:pt x="14257" y="14257"/>
                </a:cubicBezTo>
                <a:cubicBezTo>
                  <a:pt x="18818" y="9693"/>
                  <a:pt x="24082" y="6175"/>
                  <a:pt x="30046" y="3705"/>
                </a:cubicBezTo>
                <a:cubicBezTo>
                  <a:pt x="36009" y="1235"/>
                  <a:pt x="42220" y="0"/>
                  <a:pt x="48678" y="0"/>
                </a:cubicBezTo>
                <a:close/>
              </a:path>
            </a:pathLst>
          </a:custGeom>
          <a:solidFill xmlns:a="http://schemas.openxmlformats.org/drawingml/2006/main">
            <a:srgbClr val="9673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F5EC6A-4426-4654-B31B-D94C3F4C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5422" y="2165004"/>
            <a:ext cx="843728" cy="324510"/>
          </a:xfrm>
          <a:custGeom xmlns:a="http://schemas.openxmlformats.org/drawingml/2006/main">
            <a:pathLst>
              <a:path w="843728" h="324510" fill="none">
                <a:moveTo>
                  <a:pt x="48678" y="0"/>
                </a:moveTo>
                <a:lnTo>
                  <a:pt x="795052" y="0"/>
                </a:lnTo>
                <a:cubicBezTo>
                  <a:pt x="801504" y="0"/>
                  <a:pt x="807712" y="1235"/>
                  <a:pt x="813675" y="3705"/>
                </a:cubicBezTo>
                <a:cubicBezTo>
                  <a:pt x="819640" y="6175"/>
                  <a:pt x="824905" y="9693"/>
                  <a:pt x="829469" y="14257"/>
                </a:cubicBezTo>
                <a:cubicBezTo>
                  <a:pt x="834033" y="18821"/>
                  <a:pt x="837551" y="24085"/>
                  <a:pt x="840021" y="30049"/>
                </a:cubicBezTo>
                <a:cubicBezTo>
                  <a:pt x="842490" y="36012"/>
                  <a:pt x="843726" y="42221"/>
                  <a:pt x="843728" y="48677"/>
                </a:cubicBezTo>
                <a:lnTo>
                  <a:pt x="843728" y="275834"/>
                </a:lnTo>
                <a:cubicBezTo>
                  <a:pt x="843726" y="282288"/>
                  <a:pt x="842490" y="288497"/>
                  <a:pt x="840021" y="294461"/>
                </a:cubicBezTo>
                <a:cubicBezTo>
                  <a:pt x="837551" y="300425"/>
                  <a:pt x="834033" y="305689"/>
                  <a:pt x="829469" y="310253"/>
                </a:cubicBezTo>
                <a:cubicBezTo>
                  <a:pt x="824905" y="314817"/>
                  <a:pt x="819640" y="318334"/>
                  <a:pt x="813675" y="320804"/>
                </a:cubicBezTo>
                <a:cubicBezTo>
                  <a:pt x="807712" y="323275"/>
                  <a:pt x="801504" y="324510"/>
                  <a:pt x="795052" y="324510"/>
                </a:cubicBezTo>
                <a:lnTo>
                  <a:pt x="48678" y="324510"/>
                </a:lnTo>
                <a:cubicBezTo>
                  <a:pt x="42220" y="324510"/>
                  <a:pt x="36009" y="323275"/>
                  <a:pt x="30046" y="320804"/>
                </a:cubicBezTo>
                <a:cubicBezTo>
                  <a:pt x="24082" y="318334"/>
                  <a:pt x="18818" y="314817"/>
                  <a:pt x="14257" y="310253"/>
                </a:cubicBezTo>
                <a:cubicBezTo>
                  <a:pt x="9691" y="305689"/>
                  <a:pt x="6174" y="300425"/>
                  <a:pt x="3704" y="294461"/>
                </a:cubicBezTo>
                <a:cubicBezTo>
                  <a:pt x="1233" y="288497"/>
                  <a:pt x="0" y="282288"/>
                  <a:pt x="2" y="275834"/>
                </a:cubicBezTo>
                <a:lnTo>
                  <a:pt x="2" y="48677"/>
                </a:lnTo>
                <a:cubicBezTo>
                  <a:pt x="0" y="42221"/>
                  <a:pt x="1233" y="36012"/>
                  <a:pt x="3704" y="30049"/>
                </a:cubicBezTo>
                <a:cubicBezTo>
                  <a:pt x="6174" y="24085"/>
                  <a:pt x="9691" y="18821"/>
                  <a:pt x="14257" y="14257"/>
                </a:cubicBezTo>
                <a:cubicBezTo>
                  <a:pt x="18818" y="9693"/>
                  <a:pt x="24082" y="6175"/>
                  <a:pt x="30046" y="3705"/>
                </a:cubicBezTo>
                <a:cubicBezTo>
                  <a:pt x="36009" y="1235"/>
                  <a:pt x="42220" y="0"/>
                  <a:pt x="48678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226" cap="flat">
            <a:solidFill>
              <a:srgbClr val="000000"/>
            </a:solidFill>
            <a:miter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916514-332E-465C-99AF-48FF3007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4342" y="2814025"/>
            <a:ext cx="811277" cy="324510"/>
          </a:xfrm>
          <a:custGeom xmlns:a="http://schemas.openxmlformats.org/drawingml/2006/main">
            <a:pathLst>
              <a:path w="811277" h="324510">
                <a:moveTo>
                  <a:pt x="48678" y="0"/>
                </a:moveTo>
                <a:lnTo>
                  <a:pt x="762600" y="0"/>
                </a:lnTo>
                <a:cubicBezTo>
                  <a:pt x="769053" y="0"/>
                  <a:pt x="775261" y="1235"/>
                  <a:pt x="781224" y="3705"/>
                </a:cubicBezTo>
                <a:cubicBezTo>
                  <a:pt x="787189" y="6175"/>
                  <a:pt x="792454" y="9692"/>
                  <a:pt x="797018" y="14257"/>
                </a:cubicBezTo>
                <a:cubicBezTo>
                  <a:pt x="801582" y="18821"/>
                  <a:pt x="805100" y="24085"/>
                  <a:pt x="807569" y="30048"/>
                </a:cubicBezTo>
                <a:cubicBezTo>
                  <a:pt x="810039" y="36012"/>
                  <a:pt x="811275" y="42221"/>
                  <a:pt x="811277" y="48677"/>
                </a:cubicBezTo>
                <a:lnTo>
                  <a:pt x="811277" y="275834"/>
                </a:lnTo>
                <a:cubicBezTo>
                  <a:pt x="811275" y="282288"/>
                  <a:pt x="810039" y="288497"/>
                  <a:pt x="807569" y="294461"/>
                </a:cubicBezTo>
                <a:cubicBezTo>
                  <a:pt x="805100" y="300425"/>
                  <a:pt x="801582" y="305689"/>
                  <a:pt x="797018" y="310253"/>
                </a:cubicBezTo>
                <a:cubicBezTo>
                  <a:pt x="792454" y="314817"/>
                  <a:pt x="787189" y="318334"/>
                  <a:pt x="781224" y="320805"/>
                </a:cubicBezTo>
                <a:cubicBezTo>
                  <a:pt x="775261" y="323275"/>
                  <a:pt x="769053" y="324510"/>
                  <a:pt x="762600" y="324510"/>
                </a:cubicBezTo>
                <a:lnTo>
                  <a:pt x="48678" y="324510"/>
                </a:lnTo>
                <a:cubicBezTo>
                  <a:pt x="42220" y="324510"/>
                  <a:pt x="36013" y="323275"/>
                  <a:pt x="30048" y="320805"/>
                </a:cubicBezTo>
                <a:cubicBezTo>
                  <a:pt x="24085" y="318334"/>
                  <a:pt x="18820" y="314817"/>
                  <a:pt x="14257" y="310253"/>
                </a:cubicBezTo>
                <a:cubicBezTo>
                  <a:pt x="9691" y="305689"/>
                  <a:pt x="6174" y="300425"/>
                  <a:pt x="3704" y="294461"/>
                </a:cubicBezTo>
                <a:cubicBezTo>
                  <a:pt x="1233" y="288497"/>
                  <a:pt x="0" y="282288"/>
                  <a:pt x="2" y="275834"/>
                </a:cubicBezTo>
                <a:lnTo>
                  <a:pt x="2" y="48677"/>
                </a:lnTo>
                <a:cubicBezTo>
                  <a:pt x="0" y="42221"/>
                  <a:pt x="1233" y="36012"/>
                  <a:pt x="3704" y="30048"/>
                </a:cubicBezTo>
                <a:cubicBezTo>
                  <a:pt x="6174" y="24085"/>
                  <a:pt x="9691" y="18821"/>
                  <a:pt x="14257" y="14257"/>
                </a:cubicBezTo>
                <a:cubicBezTo>
                  <a:pt x="18820" y="9692"/>
                  <a:pt x="24085" y="6175"/>
                  <a:pt x="30048" y="3705"/>
                </a:cubicBezTo>
                <a:cubicBezTo>
                  <a:pt x="36013" y="1235"/>
                  <a:pt x="42220" y="0"/>
                  <a:pt x="48678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C92226-D02B-4A95-8C27-276C3DD8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4342" y="2814025"/>
            <a:ext cx="811277" cy="324510"/>
          </a:xfrm>
          <a:custGeom xmlns:a="http://schemas.openxmlformats.org/drawingml/2006/main">
            <a:pathLst>
              <a:path w="811277" h="324510" fill="none">
                <a:moveTo>
                  <a:pt x="48678" y="0"/>
                </a:moveTo>
                <a:lnTo>
                  <a:pt x="762600" y="0"/>
                </a:lnTo>
                <a:cubicBezTo>
                  <a:pt x="769053" y="0"/>
                  <a:pt x="775261" y="1235"/>
                  <a:pt x="781224" y="3705"/>
                </a:cubicBezTo>
                <a:cubicBezTo>
                  <a:pt x="787189" y="6175"/>
                  <a:pt x="792454" y="9692"/>
                  <a:pt x="797018" y="14257"/>
                </a:cubicBezTo>
                <a:cubicBezTo>
                  <a:pt x="801582" y="18821"/>
                  <a:pt x="805100" y="24085"/>
                  <a:pt x="807569" y="30048"/>
                </a:cubicBezTo>
                <a:cubicBezTo>
                  <a:pt x="810039" y="36012"/>
                  <a:pt x="811275" y="42221"/>
                  <a:pt x="811277" y="48677"/>
                </a:cubicBezTo>
                <a:lnTo>
                  <a:pt x="811277" y="275834"/>
                </a:lnTo>
                <a:cubicBezTo>
                  <a:pt x="811275" y="282288"/>
                  <a:pt x="810039" y="288497"/>
                  <a:pt x="807569" y="294461"/>
                </a:cubicBezTo>
                <a:cubicBezTo>
                  <a:pt x="805100" y="300425"/>
                  <a:pt x="801582" y="305689"/>
                  <a:pt x="797018" y="310253"/>
                </a:cubicBezTo>
                <a:cubicBezTo>
                  <a:pt x="792454" y="314817"/>
                  <a:pt x="787189" y="318334"/>
                  <a:pt x="781224" y="320805"/>
                </a:cubicBezTo>
                <a:cubicBezTo>
                  <a:pt x="775261" y="323275"/>
                  <a:pt x="769053" y="324510"/>
                  <a:pt x="762600" y="324510"/>
                </a:cubicBezTo>
                <a:lnTo>
                  <a:pt x="48678" y="324510"/>
                </a:lnTo>
                <a:cubicBezTo>
                  <a:pt x="42220" y="324510"/>
                  <a:pt x="36013" y="323275"/>
                  <a:pt x="30048" y="320805"/>
                </a:cubicBezTo>
                <a:cubicBezTo>
                  <a:pt x="24085" y="318334"/>
                  <a:pt x="18820" y="314817"/>
                  <a:pt x="14257" y="310253"/>
                </a:cubicBezTo>
                <a:cubicBezTo>
                  <a:pt x="9691" y="305689"/>
                  <a:pt x="6174" y="300425"/>
                  <a:pt x="3704" y="294461"/>
                </a:cubicBezTo>
                <a:cubicBezTo>
                  <a:pt x="1233" y="288497"/>
                  <a:pt x="0" y="282288"/>
                  <a:pt x="2" y="275834"/>
                </a:cubicBezTo>
                <a:lnTo>
                  <a:pt x="2" y="48677"/>
                </a:lnTo>
                <a:cubicBezTo>
                  <a:pt x="0" y="42221"/>
                  <a:pt x="1233" y="36012"/>
                  <a:pt x="3704" y="30048"/>
                </a:cubicBezTo>
                <a:cubicBezTo>
                  <a:pt x="6174" y="24085"/>
                  <a:pt x="9691" y="18821"/>
                  <a:pt x="14257" y="14257"/>
                </a:cubicBezTo>
                <a:cubicBezTo>
                  <a:pt x="18820" y="9692"/>
                  <a:pt x="24085" y="6175"/>
                  <a:pt x="30048" y="3705"/>
                </a:cubicBezTo>
                <a:cubicBezTo>
                  <a:pt x="36013" y="1235"/>
                  <a:pt x="42220" y="0"/>
                  <a:pt x="48678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226" cap="flat">
            <a:solidFill>
              <a:srgbClr val="000000"/>
            </a:solidFill>
            <a:miter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E5F990-DED4-460C-A87B-575F6EBF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7577" y="3463045"/>
            <a:ext cx="811277" cy="324510"/>
          </a:xfrm>
          <a:custGeom xmlns:a="http://schemas.openxmlformats.org/drawingml/2006/main">
            <a:pathLst>
              <a:path w="811277" h="324510">
                <a:moveTo>
                  <a:pt x="48678" y="0"/>
                </a:moveTo>
                <a:lnTo>
                  <a:pt x="762600" y="0"/>
                </a:lnTo>
                <a:cubicBezTo>
                  <a:pt x="769055" y="0"/>
                  <a:pt x="775263" y="1235"/>
                  <a:pt x="781224" y="3705"/>
                </a:cubicBezTo>
                <a:cubicBezTo>
                  <a:pt x="787189" y="6175"/>
                  <a:pt x="792454" y="9692"/>
                  <a:pt x="797018" y="14257"/>
                </a:cubicBezTo>
                <a:cubicBezTo>
                  <a:pt x="801581" y="18821"/>
                  <a:pt x="805098" y="24085"/>
                  <a:pt x="807569" y="30049"/>
                </a:cubicBezTo>
                <a:cubicBezTo>
                  <a:pt x="810039" y="36012"/>
                  <a:pt x="811275" y="42222"/>
                  <a:pt x="811277" y="48677"/>
                </a:cubicBezTo>
                <a:lnTo>
                  <a:pt x="811277" y="275834"/>
                </a:lnTo>
                <a:cubicBezTo>
                  <a:pt x="811275" y="282288"/>
                  <a:pt x="810039" y="288497"/>
                  <a:pt x="807569" y="294461"/>
                </a:cubicBezTo>
                <a:cubicBezTo>
                  <a:pt x="805098" y="300424"/>
                  <a:pt x="801581" y="305688"/>
                  <a:pt x="797018" y="310253"/>
                </a:cubicBezTo>
                <a:cubicBezTo>
                  <a:pt x="792454" y="314817"/>
                  <a:pt x="787189" y="318334"/>
                  <a:pt x="781224" y="320804"/>
                </a:cubicBezTo>
                <a:cubicBezTo>
                  <a:pt x="775263" y="323275"/>
                  <a:pt x="769055" y="324510"/>
                  <a:pt x="762600" y="324510"/>
                </a:cubicBezTo>
                <a:lnTo>
                  <a:pt x="48678" y="324510"/>
                </a:lnTo>
                <a:cubicBezTo>
                  <a:pt x="42224" y="324510"/>
                  <a:pt x="36013" y="323275"/>
                  <a:pt x="30048" y="320804"/>
                </a:cubicBezTo>
                <a:cubicBezTo>
                  <a:pt x="24085" y="318334"/>
                  <a:pt x="18820" y="314817"/>
                  <a:pt x="14257" y="310253"/>
                </a:cubicBezTo>
                <a:cubicBezTo>
                  <a:pt x="9691" y="305688"/>
                  <a:pt x="6175" y="300424"/>
                  <a:pt x="3706" y="294461"/>
                </a:cubicBezTo>
                <a:cubicBezTo>
                  <a:pt x="1235" y="288497"/>
                  <a:pt x="0" y="282288"/>
                  <a:pt x="2" y="275834"/>
                </a:cubicBezTo>
                <a:lnTo>
                  <a:pt x="2" y="48677"/>
                </a:lnTo>
                <a:cubicBezTo>
                  <a:pt x="0" y="42222"/>
                  <a:pt x="1235" y="36012"/>
                  <a:pt x="3706" y="30049"/>
                </a:cubicBezTo>
                <a:cubicBezTo>
                  <a:pt x="6175" y="24085"/>
                  <a:pt x="9691" y="18821"/>
                  <a:pt x="14257" y="14257"/>
                </a:cubicBezTo>
                <a:cubicBezTo>
                  <a:pt x="18820" y="9692"/>
                  <a:pt x="24085" y="6175"/>
                  <a:pt x="30048" y="3705"/>
                </a:cubicBezTo>
                <a:cubicBezTo>
                  <a:pt x="36013" y="1235"/>
                  <a:pt x="42224" y="0"/>
                  <a:pt x="48678" y="0"/>
                </a:cubicBezTo>
                <a:close/>
              </a:path>
            </a:pathLst>
          </a:custGeom>
          <a:solidFill xmlns:a="http://schemas.openxmlformats.org/drawingml/2006/main">
            <a:srgbClr val="82B3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3D9604-9DCD-48EE-B4E0-756B1BC8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7577" y="3463045"/>
            <a:ext cx="811277" cy="324510"/>
          </a:xfrm>
          <a:custGeom xmlns:a="http://schemas.openxmlformats.org/drawingml/2006/main">
            <a:pathLst>
              <a:path w="811277" h="324510" fill="none">
                <a:moveTo>
                  <a:pt x="48678" y="0"/>
                </a:moveTo>
                <a:lnTo>
                  <a:pt x="762600" y="0"/>
                </a:lnTo>
                <a:cubicBezTo>
                  <a:pt x="769055" y="0"/>
                  <a:pt x="775263" y="1235"/>
                  <a:pt x="781224" y="3705"/>
                </a:cubicBezTo>
                <a:cubicBezTo>
                  <a:pt x="787189" y="6175"/>
                  <a:pt x="792454" y="9692"/>
                  <a:pt x="797018" y="14257"/>
                </a:cubicBezTo>
                <a:cubicBezTo>
                  <a:pt x="801581" y="18821"/>
                  <a:pt x="805098" y="24085"/>
                  <a:pt x="807569" y="30049"/>
                </a:cubicBezTo>
                <a:cubicBezTo>
                  <a:pt x="810039" y="36012"/>
                  <a:pt x="811275" y="42222"/>
                  <a:pt x="811277" y="48677"/>
                </a:cubicBezTo>
                <a:lnTo>
                  <a:pt x="811277" y="275834"/>
                </a:lnTo>
                <a:cubicBezTo>
                  <a:pt x="811275" y="282288"/>
                  <a:pt x="810039" y="288497"/>
                  <a:pt x="807569" y="294461"/>
                </a:cubicBezTo>
                <a:cubicBezTo>
                  <a:pt x="805098" y="300424"/>
                  <a:pt x="801581" y="305688"/>
                  <a:pt x="797018" y="310253"/>
                </a:cubicBezTo>
                <a:cubicBezTo>
                  <a:pt x="792454" y="314817"/>
                  <a:pt x="787189" y="318334"/>
                  <a:pt x="781224" y="320804"/>
                </a:cubicBezTo>
                <a:cubicBezTo>
                  <a:pt x="775263" y="323275"/>
                  <a:pt x="769055" y="324510"/>
                  <a:pt x="762600" y="324510"/>
                </a:cubicBezTo>
                <a:lnTo>
                  <a:pt x="48678" y="324510"/>
                </a:lnTo>
                <a:cubicBezTo>
                  <a:pt x="42224" y="324510"/>
                  <a:pt x="36013" y="323275"/>
                  <a:pt x="30048" y="320804"/>
                </a:cubicBezTo>
                <a:cubicBezTo>
                  <a:pt x="24085" y="318334"/>
                  <a:pt x="18820" y="314817"/>
                  <a:pt x="14257" y="310253"/>
                </a:cubicBezTo>
                <a:cubicBezTo>
                  <a:pt x="9691" y="305688"/>
                  <a:pt x="6175" y="300424"/>
                  <a:pt x="3706" y="294461"/>
                </a:cubicBezTo>
                <a:cubicBezTo>
                  <a:pt x="1235" y="288497"/>
                  <a:pt x="0" y="282288"/>
                  <a:pt x="2" y="275834"/>
                </a:cubicBezTo>
                <a:lnTo>
                  <a:pt x="2" y="48677"/>
                </a:lnTo>
                <a:cubicBezTo>
                  <a:pt x="0" y="42222"/>
                  <a:pt x="1235" y="36012"/>
                  <a:pt x="3706" y="30049"/>
                </a:cubicBezTo>
                <a:cubicBezTo>
                  <a:pt x="6175" y="24085"/>
                  <a:pt x="9691" y="18821"/>
                  <a:pt x="14257" y="14257"/>
                </a:cubicBezTo>
                <a:cubicBezTo>
                  <a:pt x="18820" y="9692"/>
                  <a:pt x="24085" y="6175"/>
                  <a:pt x="30048" y="3705"/>
                </a:cubicBezTo>
                <a:cubicBezTo>
                  <a:pt x="36013" y="1235"/>
                  <a:pt x="42224" y="0"/>
                  <a:pt x="48678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226" cap="flat">
            <a:solidFill>
              <a:srgbClr val="000000"/>
            </a:solidFill>
            <a:miter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1E9620-A69E-486C-A9B0-0313FE55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3363" y="3463045"/>
            <a:ext cx="811277" cy="324510"/>
          </a:xfrm>
          <a:custGeom xmlns:a="http://schemas.openxmlformats.org/drawingml/2006/main">
            <a:pathLst>
              <a:path w="811277" h="324510">
                <a:moveTo>
                  <a:pt x="48678" y="0"/>
                </a:moveTo>
                <a:lnTo>
                  <a:pt x="762600" y="0"/>
                </a:lnTo>
                <a:cubicBezTo>
                  <a:pt x="769053" y="0"/>
                  <a:pt x="775263" y="1235"/>
                  <a:pt x="781227" y="3705"/>
                </a:cubicBezTo>
                <a:cubicBezTo>
                  <a:pt x="787190" y="6175"/>
                  <a:pt x="792454" y="9692"/>
                  <a:pt x="797018" y="14257"/>
                </a:cubicBezTo>
                <a:cubicBezTo>
                  <a:pt x="801582" y="18821"/>
                  <a:pt x="805100" y="24085"/>
                  <a:pt x="807569" y="30049"/>
                </a:cubicBezTo>
                <a:cubicBezTo>
                  <a:pt x="810039" y="36012"/>
                  <a:pt x="811275" y="42222"/>
                  <a:pt x="811277" y="48677"/>
                </a:cubicBezTo>
                <a:lnTo>
                  <a:pt x="811277" y="275834"/>
                </a:lnTo>
                <a:cubicBezTo>
                  <a:pt x="811275" y="282288"/>
                  <a:pt x="810039" y="288497"/>
                  <a:pt x="807569" y="294461"/>
                </a:cubicBezTo>
                <a:cubicBezTo>
                  <a:pt x="805100" y="300424"/>
                  <a:pt x="801582" y="305688"/>
                  <a:pt x="797018" y="310253"/>
                </a:cubicBezTo>
                <a:cubicBezTo>
                  <a:pt x="792454" y="314817"/>
                  <a:pt x="787190" y="318334"/>
                  <a:pt x="781227" y="320804"/>
                </a:cubicBezTo>
                <a:cubicBezTo>
                  <a:pt x="775263" y="323275"/>
                  <a:pt x="769053" y="324510"/>
                  <a:pt x="762600" y="324510"/>
                </a:cubicBezTo>
                <a:lnTo>
                  <a:pt x="48678" y="324510"/>
                </a:lnTo>
                <a:cubicBezTo>
                  <a:pt x="42220" y="324510"/>
                  <a:pt x="36013" y="323275"/>
                  <a:pt x="30048" y="320804"/>
                </a:cubicBezTo>
                <a:cubicBezTo>
                  <a:pt x="24085" y="318334"/>
                  <a:pt x="18822" y="314817"/>
                  <a:pt x="14259" y="310253"/>
                </a:cubicBezTo>
                <a:cubicBezTo>
                  <a:pt x="9693" y="305688"/>
                  <a:pt x="6175" y="300424"/>
                  <a:pt x="3706" y="294461"/>
                </a:cubicBezTo>
                <a:cubicBezTo>
                  <a:pt x="1235" y="288497"/>
                  <a:pt x="0" y="282288"/>
                  <a:pt x="2" y="275834"/>
                </a:cubicBezTo>
                <a:lnTo>
                  <a:pt x="2" y="48677"/>
                </a:lnTo>
                <a:cubicBezTo>
                  <a:pt x="0" y="42222"/>
                  <a:pt x="1235" y="36012"/>
                  <a:pt x="3706" y="30049"/>
                </a:cubicBezTo>
                <a:cubicBezTo>
                  <a:pt x="6175" y="24085"/>
                  <a:pt x="9693" y="18821"/>
                  <a:pt x="14259" y="14257"/>
                </a:cubicBezTo>
                <a:cubicBezTo>
                  <a:pt x="18822" y="9692"/>
                  <a:pt x="24085" y="6175"/>
                  <a:pt x="30048" y="3705"/>
                </a:cubicBezTo>
                <a:cubicBezTo>
                  <a:pt x="36013" y="1235"/>
                  <a:pt x="42220" y="0"/>
                  <a:pt x="48678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743B5B-33F0-4F8B-9448-69E370F8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3363" y="3463045"/>
            <a:ext cx="811277" cy="324510"/>
          </a:xfrm>
          <a:custGeom xmlns:a="http://schemas.openxmlformats.org/drawingml/2006/main">
            <a:pathLst>
              <a:path w="811277" h="324510" fill="none">
                <a:moveTo>
                  <a:pt x="48678" y="0"/>
                </a:moveTo>
                <a:lnTo>
                  <a:pt x="762600" y="0"/>
                </a:lnTo>
                <a:cubicBezTo>
                  <a:pt x="769053" y="0"/>
                  <a:pt x="775263" y="1235"/>
                  <a:pt x="781227" y="3705"/>
                </a:cubicBezTo>
                <a:cubicBezTo>
                  <a:pt x="787190" y="6175"/>
                  <a:pt x="792454" y="9692"/>
                  <a:pt x="797018" y="14257"/>
                </a:cubicBezTo>
                <a:cubicBezTo>
                  <a:pt x="801582" y="18821"/>
                  <a:pt x="805100" y="24085"/>
                  <a:pt x="807569" y="30049"/>
                </a:cubicBezTo>
                <a:cubicBezTo>
                  <a:pt x="810039" y="36012"/>
                  <a:pt x="811275" y="42222"/>
                  <a:pt x="811277" y="48677"/>
                </a:cubicBezTo>
                <a:lnTo>
                  <a:pt x="811277" y="275834"/>
                </a:lnTo>
                <a:cubicBezTo>
                  <a:pt x="811275" y="282288"/>
                  <a:pt x="810039" y="288497"/>
                  <a:pt x="807569" y="294461"/>
                </a:cubicBezTo>
                <a:cubicBezTo>
                  <a:pt x="805100" y="300424"/>
                  <a:pt x="801582" y="305688"/>
                  <a:pt x="797018" y="310253"/>
                </a:cubicBezTo>
                <a:cubicBezTo>
                  <a:pt x="792454" y="314817"/>
                  <a:pt x="787190" y="318334"/>
                  <a:pt x="781227" y="320804"/>
                </a:cubicBezTo>
                <a:cubicBezTo>
                  <a:pt x="775263" y="323275"/>
                  <a:pt x="769053" y="324510"/>
                  <a:pt x="762600" y="324510"/>
                </a:cubicBezTo>
                <a:lnTo>
                  <a:pt x="48678" y="324510"/>
                </a:lnTo>
                <a:cubicBezTo>
                  <a:pt x="42220" y="324510"/>
                  <a:pt x="36013" y="323275"/>
                  <a:pt x="30048" y="320804"/>
                </a:cubicBezTo>
                <a:cubicBezTo>
                  <a:pt x="24085" y="318334"/>
                  <a:pt x="18822" y="314817"/>
                  <a:pt x="14259" y="310253"/>
                </a:cubicBezTo>
                <a:cubicBezTo>
                  <a:pt x="9693" y="305688"/>
                  <a:pt x="6175" y="300424"/>
                  <a:pt x="3706" y="294461"/>
                </a:cubicBezTo>
                <a:cubicBezTo>
                  <a:pt x="1235" y="288497"/>
                  <a:pt x="0" y="282288"/>
                  <a:pt x="2" y="275834"/>
                </a:cubicBezTo>
                <a:lnTo>
                  <a:pt x="2" y="48677"/>
                </a:lnTo>
                <a:cubicBezTo>
                  <a:pt x="0" y="42222"/>
                  <a:pt x="1235" y="36012"/>
                  <a:pt x="3706" y="30049"/>
                </a:cubicBezTo>
                <a:cubicBezTo>
                  <a:pt x="6175" y="24085"/>
                  <a:pt x="9693" y="18821"/>
                  <a:pt x="14259" y="14257"/>
                </a:cubicBezTo>
                <a:cubicBezTo>
                  <a:pt x="18822" y="9692"/>
                  <a:pt x="24085" y="6175"/>
                  <a:pt x="30048" y="3705"/>
                </a:cubicBezTo>
                <a:cubicBezTo>
                  <a:pt x="36013" y="1235"/>
                  <a:pt x="42220" y="0"/>
                  <a:pt x="48678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226" cap="flat">
            <a:solidFill>
              <a:srgbClr val="000000"/>
            </a:solidFill>
            <a:miter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32CEDD-6154-4DD5-97F6-A790A1CB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4342" y="4112065"/>
            <a:ext cx="811277" cy="324510"/>
          </a:xfrm>
          <a:custGeom xmlns:a="http://schemas.openxmlformats.org/drawingml/2006/main">
            <a:pathLst>
              <a:path w="811277" h="324510">
                <a:moveTo>
                  <a:pt x="48678" y="0"/>
                </a:moveTo>
                <a:lnTo>
                  <a:pt x="762600" y="0"/>
                </a:lnTo>
                <a:cubicBezTo>
                  <a:pt x="769053" y="0"/>
                  <a:pt x="775261" y="1235"/>
                  <a:pt x="781224" y="3705"/>
                </a:cubicBezTo>
                <a:cubicBezTo>
                  <a:pt x="787189" y="6175"/>
                  <a:pt x="792454" y="9692"/>
                  <a:pt x="797018" y="14257"/>
                </a:cubicBezTo>
                <a:cubicBezTo>
                  <a:pt x="801582" y="18821"/>
                  <a:pt x="805100" y="24085"/>
                  <a:pt x="807569" y="30048"/>
                </a:cubicBezTo>
                <a:cubicBezTo>
                  <a:pt x="810039" y="36012"/>
                  <a:pt x="811275" y="42221"/>
                  <a:pt x="811277" y="48677"/>
                </a:cubicBezTo>
                <a:lnTo>
                  <a:pt x="811277" y="275834"/>
                </a:lnTo>
                <a:cubicBezTo>
                  <a:pt x="811275" y="282288"/>
                  <a:pt x="810039" y="288497"/>
                  <a:pt x="807569" y="294461"/>
                </a:cubicBezTo>
                <a:cubicBezTo>
                  <a:pt x="805100" y="300424"/>
                  <a:pt x="801582" y="305688"/>
                  <a:pt x="797018" y="310253"/>
                </a:cubicBezTo>
                <a:cubicBezTo>
                  <a:pt x="792454" y="314817"/>
                  <a:pt x="787189" y="318334"/>
                  <a:pt x="781224" y="320804"/>
                </a:cubicBezTo>
                <a:cubicBezTo>
                  <a:pt x="775261" y="323275"/>
                  <a:pt x="769053" y="324510"/>
                  <a:pt x="762600" y="324510"/>
                </a:cubicBezTo>
                <a:lnTo>
                  <a:pt x="48678" y="324510"/>
                </a:lnTo>
                <a:cubicBezTo>
                  <a:pt x="42220" y="324510"/>
                  <a:pt x="36013" y="323275"/>
                  <a:pt x="30048" y="320804"/>
                </a:cubicBezTo>
                <a:cubicBezTo>
                  <a:pt x="24085" y="318334"/>
                  <a:pt x="18820" y="314817"/>
                  <a:pt x="14257" y="310253"/>
                </a:cubicBezTo>
                <a:cubicBezTo>
                  <a:pt x="9691" y="305688"/>
                  <a:pt x="6174" y="300424"/>
                  <a:pt x="3704" y="294461"/>
                </a:cubicBezTo>
                <a:cubicBezTo>
                  <a:pt x="1233" y="288497"/>
                  <a:pt x="0" y="282288"/>
                  <a:pt x="2" y="275834"/>
                </a:cubicBezTo>
                <a:lnTo>
                  <a:pt x="2" y="48677"/>
                </a:lnTo>
                <a:cubicBezTo>
                  <a:pt x="0" y="42221"/>
                  <a:pt x="1233" y="36012"/>
                  <a:pt x="3704" y="30048"/>
                </a:cubicBezTo>
                <a:cubicBezTo>
                  <a:pt x="6174" y="24085"/>
                  <a:pt x="9691" y="18821"/>
                  <a:pt x="14257" y="14257"/>
                </a:cubicBezTo>
                <a:cubicBezTo>
                  <a:pt x="18820" y="9692"/>
                  <a:pt x="24085" y="6175"/>
                  <a:pt x="30048" y="3705"/>
                </a:cubicBezTo>
                <a:cubicBezTo>
                  <a:pt x="36013" y="1235"/>
                  <a:pt x="42220" y="0"/>
                  <a:pt x="48678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2665BF-71C0-4A3B-92E0-997AE046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4342" y="4112065"/>
            <a:ext cx="811277" cy="324510"/>
          </a:xfrm>
          <a:custGeom xmlns:a="http://schemas.openxmlformats.org/drawingml/2006/main">
            <a:pathLst>
              <a:path w="811277" h="324510" fill="none">
                <a:moveTo>
                  <a:pt x="48678" y="0"/>
                </a:moveTo>
                <a:lnTo>
                  <a:pt x="762600" y="0"/>
                </a:lnTo>
                <a:cubicBezTo>
                  <a:pt x="769053" y="0"/>
                  <a:pt x="775261" y="1235"/>
                  <a:pt x="781224" y="3705"/>
                </a:cubicBezTo>
                <a:cubicBezTo>
                  <a:pt x="787189" y="6175"/>
                  <a:pt x="792454" y="9692"/>
                  <a:pt x="797018" y="14257"/>
                </a:cubicBezTo>
                <a:cubicBezTo>
                  <a:pt x="801582" y="18821"/>
                  <a:pt x="805100" y="24085"/>
                  <a:pt x="807569" y="30048"/>
                </a:cubicBezTo>
                <a:cubicBezTo>
                  <a:pt x="810039" y="36012"/>
                  <a:pt x="811275" y="42221"/>
                  <a:pt x="811277" y="48677"/>
                </a:cubicBezTo>
                <a:lnTo>
                  <a:pt x="811277" y="275834"/>
                </a:lnTo>
                <a:cubicBezTo>
                  <a:pt x="811275" y="282288"/>
                  <a:pt x="810039" y="288497"/>
                  <a:pt x="807569" y="294461"/>
                </a:cubicBezTo>
                <a:cubicBezTo>
                  <a:pt x="805100" y="300424"/>
                  <a:pt x="801582" y="305688"/>
                  <a:pt x="797018" y="310253"/>
                </a:cubicBezTo>
                <a:cubicBezTo>
                  <a:pt x="792454" y="314817"/>
                  <a:pt x="787189" y="318334"/>
                  <a:pt x="781224" y="320804"/>
                </a:cubicBezTo>
                <a:cubicBezTo>
                  <a:pt x="775261" y="323275"/>
                  <a:pt x="769053" y="324510"/>
                  <a:pt x="762600" y="324510"/>
                </a:cubicBezTo>
                <a:lnTo>
                  <a:pt x="48678" y="324510"/>
                </a:lnTo>
                <a:cubicBezTo>
                  <a:pt x="42220" y="324510"/>
                  <a:pt x="36013" y="323275"/>
                  <a:pt x="30048" y="320804"/>
                </a:cubicBezTo>
                <a:cubicBezTo>
                  <a:pt x="24085" y="318334"/>
                  <a:pt x="18820" y="314817"/>
                  <a:pt x="14257" y="310253"/>
                </a:cubicBezTo>
                <a:cubicBezTo>
                  <a:pt x="9691" y="305688"/>
                  <a:pt x="6174" y="300424"/>
                  <a:pt x="3704" y="294461"/>
                </a:cubicBezTo>
                <a:cubicBezTo>
                  <a:pt x="1233" y="288497"/>
                  <a:pt x="0" y="282288"/>
                  <a:pt x="2" y="275834"/>
                </a:cubicBezTo>
                <a:lnTo>
                  <a:pt x="2" y="48677"/>
                </a:lnTo>
                <a:cubicBezTo>
                  <a:pt x="0" y="42221"/>
                  <a:pt x="1233" y="36012"/>
                  <a:pt x="3704" y="30048"/>
                </a:cubicBezTo>
                <a:cubicBezTo>
                  <a:pt x="6174" y="24085"/>
                  <a:pt x="9691" y="18821"/>
                  <a:pt x="14257" y="14257"/>
                </a:cubicBezTo>
                <a:cubicBezTo>
                  <a:pt x="18820" y="9692"/>
                  <a:pt x="24085" y="6175"/>
                  <a:pt x="30048" y="3705"/>
                </a:cubicBezTo>
                <a:cubicBezTo>
                  <a:pt x="36013" y="1235"/>
                  <a:pt x="42220" y="0"/>
                  <a:pt x="48678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226" cap="flat">
            <a:solidFill>
              <a:srgbClr val="000000"/>
            </a:solidFill>
            <a:miter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BC2DA3-98E5-431D-BE50-99879A5F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2267" y="1191474"/>
            <a:ext cx="917715" cy="746049"/>
          </a:xfrm>
          <a:custGeom xmlns:a="http://schemas.openxmlformats.org/drawingml/2006/main">
            <a:pathLst>
              <a:path w="917715" h="746049" fill="none">
                <a:moveTo>
                  <a:pt x="917715" y="0"/>
                </a:moveTo>
                <a:lnTo>
                  <a:pt x="0" y="746049"/>
                </a:lnTo>
              </a:path>
            </a:pathLst>
          </a:custGeom>
          <a:noFill xmlns:a="http://schemas.openxmlformats.org/drawingml/2006/main"/>
          <a:ln xmlns:a="http://schemas.openxmlformats.org/drawingml/2006/main" w="16226" cap="flat">
            <a:solidFill>
              <a:srgbClr val="000000"/>
            </a:solidFill>
            <a:miter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889FCC-6169-4B32-B86F-DF1A798E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6229" y="1875541"/>
            <a:ext cx="123963" cy="115688"/>
          </a:xfrm>
          <a:custGeom xmlns:a="http://schemas.openxmlformats.org/drawingml/2006/main">
            <a:pathLst>
              <a:path w="123963" h="115688">
                <a:moveTo>
                  <a:pt x="0" y="115688"/>
                </a:moveTo>
                <a:lnTo>
                  <a:pt x="52246" y="0"/>
                </a:lnTo>
                <a:lnTo>
                  <a:pt x="66038" y="61981"/>
                </a:lnTo>
                <a:lnTo>
                  <a:pt x="123963" y="88105"/>
                </a:lnTo>
                <a:lnTo>
                  <a:pt x="0" y="1156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639C05-F6D5-49D1-9023-992B954B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6229" y="1875541"/>
            <a:ext cx="123963" cy="115688"/>
          </a:xfrm>
          <a:custGeom xmlns:a="http://schemas.openxmlformats.org/drawingml/2006/main">
            <a:pathLst>
              <a:path w="123963" h="115688" fill="none">
                <a:moveTo>
                  <a:pt x="0" y="115688"/>
                </a:moveTo>
                <a:lnTo>
                  <a:pt x="52246" y="0"/>
                </a:lnTo>
                <a:lnTo>
                  <a:pt x="66038" y="61981"/>
                </a:lnTo>
                <a:lnTo>
                  <a:pt x="123963" y="88105"/>
                </a:lnTo>
                <a:lnTo>
                  <a:pt x="0" y="11568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26" cap="flat">
            <a:solidFill>
              <a:srgbClr val="000000"/>
            </a:solidFill>
            <a:miter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D9CDA0-231D-4400-AFC2-98944DA6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2113" y="2327260"/>
            <a:ext cx="905059" cy="441496"/>
          </a:xfrm>
          <a:custGeom xmlns:a="http://schemas.openxmlformats.org/drawingml/2006/main">
            <a:pathLst>
              <a:path w="905059" h="441496" fill="none">
                <a:moveTo>
                  <a:pt x="0" y="0"/>
                </a:moveTo>
                <a:lnTo>
                  <a:pt x="905059" y="441496"/>
                </a:lnTo>
              </a:path>
            </a:pathLst>
          </a:custGeom>
          <a:noFill xmlns:a="http://schemas.openxmlformats.org/drawingml/2006/main"/>
          <a:ln xmlns:a="http://schemas.openxmlformats.org/drawingml/2006/main" w="16226" cap="flat">
            <a:solidFill>
              <a:srgbClr val="000000"/>
            </a:solidFill>
            <a:miter/>
          </a:ln>
        </p:spPr>
      </p:sp>
      <p:sp>
        <p:nvSpPr>
          <p:cNvPr id="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395C77-DFAE-4789-921C-34FCA3BC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6710" y="2705314"/>
            <a:ext cx="127046" cy="102058"/>
          </a:xfrm>
          <a:custGeom xmlns:a="http://schemas.openxmlformats.org/drawingml/2006/main">
            <a:pathLst>
              <a:path w="127046" h="102058">
                <a:moveTo>
                  <a:pt x="127046" y="100760"/>
                </a:moveTo>
                <a:lnTo>
                  <a:pt x="0" y="102058"/>
                </a:lnTo>
                <a:lnTo>
                  <a:pt x="50461" y="63442"/>
                </a:lnTo>
                <a:lnTo>
                  <a:pt x="49812" y="0"/>
                </a:lnTo>
                <a:lnTo>
                  <a:pt x="127046" y="1007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9E3531-21B2-49F0-A912-1F14C882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6710" y="2705314"/>
            <a:ext cx="127046" cy="102058"/>
          </a:xfrm>
          <a:custGeom xmlns:a="http://schemas.openxmlformats.org/drawingml/2006/main">
            <a:pathLst>
              <a:path w="127046" h="102058" fill="none">
                <a:moveTo>
                  <a:pt x="127046" y="100760"/>
                </a:moveTo>
                <a:lnTo>
                  <a:pt x="0" y="102058"/>
                </a:lnTo>
                <a:lnTo>
                  <a:pt x="50461" y="63442"/>
                </a:lnTo>
                <a:lnTo>
                  <a:pt x="49812" y="0"/>
                </a:lnTo>
                <a:lnTo>
                  <a:pt x="127046" y="10076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26" cap="flat">
            <a:solidFill>
              <a:srgbClr val="000000"/>
            </a:solidFill>
            <a:miter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BAB5C4-8FED-4F2A-9035-875953D1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5977" y="1840494"/>
            <a:ext cx="400770" cy="267234"/>
          </a:xfrm>
          <a:custGeom xmlns:a="http://schemas.openxmlformats.org/drawingml/2006/main">
            <a:pathLst>
              <a:path w="400770" h="267234" fill="none">
                <a:moveTo>
                  <a:pt x="400770" y="0"/>
                </a:moveTo>
                <a:lnTo>
                  <a:pt x="0" y="267234"/>
                </a:lnTo>
              </a:path>
            </a:pathLst>
          </a:custGeom>
          <a:noFill xmlns:a="http://schemas.openxmlformats.org/drawingml/2006/main"/>
          <a:ln xmlns:a="http://schemas.openxmlformats.org/drawingml/2006/main" w="16226" cap="flat">
            <a:solidFill>
              <a:srgbClr val="000000"/>
            </a:solidFill>
            <a:miter/>
          </a:ln>
        </p:spPr>
      </p:sp>
      <p:sp>
        <p:nvSpPr>
          <p:cNvPr id="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7B3180-41B7-4C02-B639-4EC5EAB2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5071" y="2044611"/>
            <a:ext cx="126072" cy="110333"/>
          </a:xfrm>
          <a:custGeom xmlns:a="http://schemas.openxmlformats.org/drawingml/2006/main">
            <a:pathLst>
              <a:path w="126072" h="110333">
                <a:moveTo>
                  <a:pt x="0" y="110333"/>
                </a:moveTo>
                <a:lnTo>
                  <a:pt x="62955" y="0"/>
                </a:lnTo>
                <a:lnTo>
                  <a:pt x="70905" y="63117"/>
                </a:lnTo>
                <a:lnTo>
                  <a:pt x="126072" y="94595"/>
                </a:lnTo>
                <a:lnTo>
                  <a:pt x="0" y="1103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375BE1-B0EC-4CE5-B0FA-7C62B15E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5071" y="2044611"/>
            <a:ext cx="126072" cy="110333"/>
          </a:xfrm>
          <a:custGeom xmlns:a="http://schemas.openxmlformats.org/drawingml/2006/main">
            <a:pathLst>
              <a:path w="126072" h="110333" fill="none">
                <a:moveTo>
                  <a:pt x="0" y="110333"/>
                </a:moveTo>
                <a:lnTo>
                  <a:pt x="62955" y="0"/>
                </a:lnTo>
                <a:lnTo>
                  <a:pt x="70905" y="63117"/>
                </a:lnTo>
                <a:lnTo>
                  <a:pt x="126072" y="94595"/>
                </a:lnTo>
                <a:lnTo>
                  <a:pt x="0" y="11033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26" cap="flat">
            <a:solidFill>
              <a:srgbClr val="000000"/>
            </a:solidFill>
            <a:miter/>
          </a:ln>
        </p:spPr>
      </p:sp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78F187-06B0-4347-BBF6-07B06A06E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6747" y="1840494"/>
            <a:ext cx="385518" cy="265774"/>
          </a:xfrm>
          <a:custGeom xmlns:a="http://schemas.openxmlformats.org/drawingml/2006/main">
            <a:pathLst>
              <a:path w="385518" h="265774" fill="none">
                <a:moveTo>
                  <a:pt x="0" y="0"/>
                </a:moveTo>
                <a:lnTo>
                  <a:pt x="385518" y="265774"/>
                </a:lnTo>
              </a:path>
            </a:pathLst>
          </a:custGeom>
          <a:noFill xmlns:a="http://schemas.openxmlformats.org/drawingml/2006/main"/>
          <a:ln xmlns:a="http://schemas.openxmlformats.org/drawingml/2006/main" w="16226" cap="flat">
            <a:solidFill>
              <a:srgbClr val="000000"/>
            </a:solidFill>
            <a:miter/>
          </a:ln>
        </p:spPr>
      </p:sp>
      <p:sp>
        <p:nvSpPr>
          <p:cNvPr id="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EC6A0F-A8A7-43B9-9A31-0A57C7C3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6612" y="2043475"/>
            <a:ext cx="125748" cy="111307"/>
          </a:xfrm>
          <a:custGeom xmlns:a="http://schemas.openxmlformats.org/drawingml/2006/main">
            <a:pathLst>
              <a:path w="125748" h="111307">
                <a:moveTo>
                  <a:pt x="125748" y="111307"/>
                </a:moveTo>
                <a:lnTo>
                  <a:pt x="0" y="93459"/>
                </a:lnTo>
                <a:lnTo>
                  <a:pt x="55653" y="62793"/>
                </a:lnTo>
                <a:lnTo>
                  <a:pt x="64415" y="0"/>
                </a:lnTo>
                <a:lnTo>
                  <a:pt x="125748" y="1113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114081-FE32-466C-8AD5-AA7E6716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6612" y="2043475"/>
            <a:ext cx="125748" cy="111307"/>
          </a:xfrm>
          <a:custGeom xmlns:a="http://schemas.openxmlformats.org/drawingml/2006/main">
            <a:pathLst>
              <a:path w="125748" h="111307" fill="none">
                <a:moveTo>
                  <a:pt x="125748" y="111307"/>
                </a:moveTo>
                <a:lnTo>
                  <a:pt x="0" y="93459"/>
                </a:lnTo>
                <a:lnTo>
                  <a:pt x="55653" y="62793"/>
                </a:lnTo>
                <a:lnTo>
                  <a:pt x="64415" y="0"/>
                </a:lnTo>
                <a:lnTo>
                  <a:pt x="125748" y="11130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26" cap="flat">
            <a:solidFill>
              <a:srgbClr val="000000"/>
            </a:solidFill>
            <a:miter/>
          </a:ln>
        </p:spPr>
      </p:sp>
      <p:sp>
        <p:nvSpPr>
          <p:cNvPr id="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517996-CC6D-4C65-A467-9C5A1E86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9982" y="2489515"/>
            <a:ext cx="10" cy="221154"/>
          </a:xfrm>
          <a:custGeom xmlns:a="http://schemas.openxmlformats.org/drawingml/2006/main">
            <a:pathLst>
              <a:path w="1" h="221154" fill="none">
                <a:moveTo>
                  <a:pt x="0" y="0"/>
                </a:moveTo>
                <a:lnTo>
                  <a:pt x="0" y="221154"/>
                </a:lnTo>
              </a:path>
            </a:pathLst>
          </a:custGeom>
          <a:noFill xmlns:a="http://schemas.openxmlformats.org/drawingml/2006/main"/>
          <a:ln xmlns:a="http://schemas.openxmlformats.org/drawingml/2006/main" w="16226" cap="flat">
            <a:solidFill>
              <a:srgbClr val="000000"/>
            </a:solidFill>
            <a:miter/>
          </a:ln>
        </p:spPr>
      </p:sp>
      <p:sp>
        <p:nvSpPr>
          <p:cNvPr id="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BD3BF4-7E10-4600-B77B-FF92A4F8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3192" y="2682274"/>
            <a:ext cx="113579" cy="113579"/>
          </a:xfrm>
          <a:custGeom xmlns:a="http://schemas.openxmlformats.org/drawingml/2006/main">
            <a:pathLst>
              <a:path w="113579" h="113579">
                <a:moveTo>
                  <a:pt x="56789" y="113579"/>
                </a:moveTo>
                <a:lnTo>
                  <a:pt x="0" y="0"/>
                </a:lnTo>
                <a:lnTo>
                  <a:pt x="56789" y="28395"/>
                </a:lnTo>
                <a:lnTo>
                  <a:pt x="113579" y="0"/>
                </a:lnTo>
                <a:lnTo>
                  <a:pt x="56789" y="1135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FEEC57-F4E7-4F76-A3D9-27C00B95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3192" y="2682274"/>
            <a:ext cx="113579" cy="113579"/>
          </a:xfrm>
          <a:custGeom xmlns:a="http://schemas.openxmlformats.org/drawingml/2006/main">
            <a:pathLst>
              <a:path w="113579" h="113579" fill="none">
                <a:moveTo>
                  <a:pt x="56789" y="113579"/>
                </a:moveTo>
                <a:lnTo>
                  <a:pt x="0" y="0"/>
                </a:lnTo>
                <a:lnTo>
                  <a:pt x="56789" y="28395"/>
                </a:lnTo>
                <a:lnTo>
                  <a:pt x="113579" y="0"/>
                </a:lnTo>
                <a:lnTo>
                  <a:pt x="56789" y="11357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26" cap="flat">
            <a:solidFill>
              <a:srgbClr val="000000"/>
            </a:solidFill>
            <a:miter/>
          </a:ln>
        </p:spPr>
      </p:sp>
      <p:sp>
        <p:nvSpPr>
          <p:cNvPr id="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11BAD5-BD7E-4D78-A62C-12ED1744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7822" y="2489515"/>
            <a:ext cx="859465" cy="291410"/>
          </a:xfrm>
          <a:custGeom xmlns:a="http://schemas.openxmlformats.org/drawingml/2006/main">
            <a:pathLst>
              <a:path w="859465" h="291410" fill="none">
                <a:moveTo>
                  <a:pt x="859465" y="0"/>
                </a:moveTo>
                <a:lnTo>
                  <a:pt x="0" y="291410"/>
                </a:lnTo>
              </a:path>
            </a:pathLst>
          </a:custGeom>
          <a:noFill xmlns:a="http://schemas.openxmlformats.org/drawingml/2006/main"/>
          <a:ln xmlns:a="http://schemas.openxmlformats.org/drawingml/2006/main" w="16226" cap="flat">
            <a:solidFill>
              <a:srgbClr val="000000"/>
            </a:solidFill>
            <a:miter/>
          </a:ln>
        </p:spPr>
      </p:sp>
      <p:sp>
        <p:nvSpPr>
          <p:cNvPr id="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C7A17A-997B-4C10-B8EC-2F5EA3E1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7181" y="2717970"/>
            <a:ext cx="125748" cy="107575"/>
          </a:xfrm>
          <a:custGeom xmlns:a="http://schemas.openxmlformats.org/drawingml/2006/main">
            <a:pathLst>
              <a:path w="125748" h="107575">
                <a:moveTo>
                  <a:pt x="0" y="90214"/>
                </a:moveTo>
                <a:lnTo>
                  <a:pt x="89240" y="0"/>
                </a:lnTo>
                <a:lnTo>
                  <a:pt x="80641" y="62955"/>
                </a:lnTo>
                <a:lnTo>
                  <a:pt x="125748" y="107575"/>
                </a:lnTo>
                <a:lnTo>
                  <a:pt x="0" y="902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E554EC-ABCD-4650-86DC-23B89355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7181" y="2717970"/>
            <a:ext cx="125748" cy="107575"/>
          </a:xfrm>
          <a:custGeom xmlns:a="http://schemas.openxmlformats.org/drawingml/2006/main">
            <a:pathLst>
              <a:path w="125748" h="107575" fill="none">
                <a:moveTo>
                  <a:pt x="0" y="90214"/>
                </a:moveTo>
                <a:lnTo>
                  <a:pt x="89240" y="0"/>
                </a:lnTo>
                <a:lnTo>
                  <a:pt x="80641" y="62955"/>
                </a:lnTo>
                <a:lnTo>
                  <a:pt x="125748" y="107575"/>
                </a:lnTo>
                <a:lnTo>
                  <a:pt x="0" y="9021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26" cap="flat">
            <a:solidFill>
              <a:srgbClr val="000000"/>
            </a:solidFill>
            <a:miter/>
          </a:ln>
        </p:spPr>
      </p:sp>
      <p:sp>
        <p:nvSpPr>
          <p:cNvPr id="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25DBFE-820B-4710-BE69-4813CFD0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9212" y="3138535"/>
            <a:ext cx="400770" cy="267234"/>
          </a:xfrm>
          <a:custGeom xmlns:a="http://schemas.openxmlformats.org/drawingml/2006/main">
            <a:pathLst>
              <a:path w="400770" h="267234" fill="none">
                <a:moveTo>
                  <a:pt x="400770" y="0"/>
                </a:moveTo>
                <a:lnTo>
                  <a:pt x="0" y="267234"/>
                </a:lnTo>
              </a:path>
            </a:pathLst>
          </a:custGeom>
          <a:noFill xmlns:a="http://schemas.openxmlformats.org/drawingml/2006/main"/>
          <a:ln xmlns:a="http://schemas.openxmlformats.org/drawingml/2006/main" w="16226" cap="flat">
            <a:solidFill>
              <a:srgbClr val="000000"/>
            </a:solidFill>
            <a:miter/>
          </a:ln>
        </p:spPr>
      </p:sp>
      <p:sp>
        <p:nvSpPr>
          <p:cNvPr id="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E83D43-F55E-486A-A7E7-2BCB3154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306" y="3342652"/>
            <a:ext cx="126072" cy="110333"/>
          </a:xfrm>
          <a:custGeom xmlns:a="http://schemas.openxmlformats.org/drawingml/2006/main">
            <a:pathLst>
              <a:path w="126072" h="110333">
                <a:moveTo>
                  <a:pt x="0" y="110333"/>
                </a:moveTo>
                <a:lnTo>
                  <a:pt x="62955" y="0"/>
                </a:lnTo>
                <a:lnTo>
                  <a:pt x="70905" y="63117"/>
                </a:lnTo>
                <a:lnTo>
                  <a:pt x="126072" y="94595"/>
                </a:lnTo>
                <a:lnTo>
                  <a:pt x="0" y="1103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72501C-8221-4ABB-8000-50E4419A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306" y="3342652"/>
            <a:ext cx="126072" cy="110333"/>
          </a:xfrm>
          <a:custGeom xmlns:a="http://schemas.openxmlformats.org/drawingml/2006/main">
            <a:pathLst>
              <a:path w="126072" h="110333" fill="none">
                <a:moveTo>
                  <a:pt x="0" y="110333"/>
                </a:moveTo>
                <a:lnTo>
                  <a:pt x="62955" y="0"/>
                </a:lnTo>
                <a:lnTo>
                  <a:pt x="70905" y="63117"/>
                </a:lnTo>
                <a:lnTo>
                  <a:pt x="126072" y="94595"/>
                </a:lnTo>
                <a:lnTo>
                  <a:pt x="0" y="11033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26" cap="flat">
            <a:solidFill>
              <a:srgbClr val="000000"/>
            </a:solidFill>
            <a:miter/>
          </a:ln>
        </p:spPr>
      </p:sp>
      <p:sp>
        <p:nvSpPr>
          <p:cNvPr id="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044623-E7DB-41F4-9130-236B63AC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9982" y="3138535"/>
            <a:ext cx="556535" cy="278267"/>
          </a:xfrm>
          <a:custGeom xmlns:a="http://schemas.openxmlformats.org/drawingml/2006/main">
            <a:pathLst>
              <a:path w="556535" h="278267" fill="none">
                <a:moveTo>
                  <a:pt x="0" y="0"/>
                </a:moveTo>
                <a:lnTo>
                  <a:pt x="556535" y="278267"/>
                </a:lnTo>
              </a:path>
            </a:pathLst>
          </a:custGeom>
          <a:noFill xmlns:a="http://schemas.openxmlformats.org/drawingml/2006/main"/>
          <a:ln xmlns:a="http://schemas.openxmlformats.org/drawingml/2006/main" w="16226" cap="flat">
            <a:solidFill>
              <a:srgbClr val="000000"/>
            </a:solidFill>
            <a:miter/>
          </a:ln>
        </p:spPr>
      </p:sp>
      <p:sp>
        <p:nvSpPr>
          <p:cNvPr id="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3BBF16-2189-4BD2-A087-2E41C40B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5731" y="3353361"/>
            <a:ext cx="127046" cy="101572"/>
          </a:xfrm>
          <a:custGeom xmlns:a="http://schemas.openxmlformats.org/drawingml/2006/main">
            <a:pathLst>
              <a:path w="127046" h="101572">
                <a:moveTo>
                  <a:pt x="127046" y="101572"/>
                </a:moveTo>
                <a:lnTo>
                  <a:pt x="0" y="101572"/>
                </a:lnTo>
                <a:lnTo>
                  <a:pt x="50786" y="63442"/>
                </a:lnTo>
                <a:lnTo>
                  <a:pt x="50786" y="0"/>
                </a:lnTo>
                <a:lnTo>
                  <a:pt x="127046" y="1015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7A05E4-06B3-4DB2-B36C-F55F6E1B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5731" y="3353361"/>
            <a:ext cx="127046" cy="101572"/>
          </a:xfrm>
          <a:custGeom xmlns:a="http://schemas.openxmlformats.org/drawingml/2006/main">
            <a:pathLst>
              <a:path w="127046" h="101572" fill="none">
                <a:moveTo>
                  <a:pt x="127046" y="101572"/>
                </a:moveTo>
                <a:lnTo>
                  <a:pt x="0" y="101572"/>
                </a:lnTo>
                <a:lnTo>
                  <a:pt x="50786" y="63442"/>
                </a:lnTo>
                <a:lnTo>
                  <a:pt x="50786" y="0"/>
                </a:lnTo>
                <a:lnTo>
                  <a:pt x="127046" y="1015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26" cap="flat">
            <a:solidFill>
              <a:srgbClr val="000000"/>
            </a:solidFill>
            <a:miter/>
          </a:ln>
        </p:spPr>
      </p:sp>
      <p:sp>
        <p:nvSpPr>
          <p:cNvPr id="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2899D9-7857-4644-9D45-F03743BE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3216" y="3787555"/>
            <a:ext cx="400770" cy="267234"/>
          </a:xfrm>
          <a:custGeom xmlns:a="http://schemas.openxmlformats.org/drawingml/2006/main">
            <a:pathLst>
              <a:path w="400770" h="267234" fill="none">
                <a:moveTo>
                  <a:pt x="0" y="0"/>
                </a:moveTo>
                <a:lnTo>
                  <a:pt x="400770" y="267234"/>
                </a:lnTo>
              </a:path>
            </a:pathLst>
          </a:custGeom>
          <a:noFill xmlns:a="http://schemas.openxmlformats.org/drawingml/2006/main"/>
          <a:ln xmlns:a="http://schemas.openxmlformats.org/drawingml/2006/main" w="16226" cap="flat">
            <a:solidFill>
              <a:srgbClr val="000000"/>
            </a:solidFill>
            <a:miter/>
          </a:ln>
        </p:spPr>
      </p:sp>
      <p:sp>
        <p:nvSpPr>
          <p:cNvPr id="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CE8289-2A99-4C83-9F5E-C3602A79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8820" y="3991672"/>
            <a:ext cx="126072" cy="110333"/>
          </a:xfrm>
          <a:custGeom xmlns:a="http://schemas.openxmlformats.org/drawingml/2006/main">
            <a:pathLst>
              <a:path w="126072" h="110333">
                <a:moveTo>
                  <a:pt x="126072" y="110333"/>
                </a:moveTo>
                <a:lnTo>
                  <a:pt x="0" y="94595"/>
                </a:lnTo>
                <a:lnTo>
                  <a:pt x="55167" y="63117"/>
                </a:lnTo>
                <a:lnTo>
                  <a:pt x="63117" y="0"/>
                </a:lnTo>
                <a:lnTo>
                  <a:pt x="126072" y="1103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02008A-6811-478C-9165-1BADFC19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8820" y="3991672"/>
            <a:ext cx="126072" cy="110333"/>
          </a:xfrm>
          <a:custGeom xmlns:a="http://schemas.openxmlformats.org/drawingml/2006/main">
            <a:pathLst>
              <a:path w="126072" h="110333" fill="none">
                <a:moveTo>
                  <a:pt x="126072" y="110333"/>
                </a:moveTo>
                <a:lnTo>
                  <a:pt x="0" y="94595"/>
                </a:lnTo>
                <a:lnTo>
                  <a:pt x="55167" y="63117"/>
                </a:lnTo>
                <a:lnTo>
                  <a:pt x="63117" y="0"/>
                </a:lnTo>
                <a:lnTo>
                  <a:pt x="126072" y="11033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26" cap="flat">
            <a:solidFill>
              <a:srgbClr val="000000"/>
            </a:solidFill>
            <a:miter/>
          </a:ln>
        </p:spPr>
      </p:sp>
      <p:sp>
        <p:nvSpPr>
          <p:cNvPr id="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52AC48-578A-4994-A1B7-DEC801AC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2467" y="3787555"/>
            <a:ext cx="556535" cy="278267"/>
          </a:xfrm>
          <a:custGeom xmlns:a="http://schemas.openxmlformats.org/drawingml/2006/main">
            <a:pathLst>
              <a:path w="556535" h="278267" fill="none">
                <a:moveTo>
                  <a:pt x="556535" y="0"/>
                </a:moveTo>
                <a:lnTo>
                  <a:pt x="0" y="278267"/>
                </a:lnTo>
              </a:path>
            </a:pathLst>
          </a:custGeom>
          <a:noFill xmlns:a="http://schemas.openxmlformats.org/drawingml/2006/main"/>
          <a:ln xmlns:a="http://schemas.openxmlformats.org/drawingml/2006/main" w="16226" cap="flat">
            <a:solidFill>
              <a:srgbClr val="000000"/>
            </a:solidFill>
            <a:miter/>
          </a:ln>
        </p:spPr>
      </p:sp>
      <p:sp>
        <p:nvSpPr>
          <p:cNvPr id="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37A085-EEAF-447F-8748-79B66EF1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6207" y="4002381"/>
            <a:ext cx="127046" cy="101572"/>
          </a:xfrm>
          <a:custGeom xmlns:a="http://schemas.openxmlformats.org/drawingml/2006/main">
            <a:pathLst>
              <a:path w="127046" h="101572">
                <a:moveTo>
                  <a:pt x="0" y="101572"/>
                </a:moveTo>
                <a:lnTo>
                  <a:pt x="76260" y="0"/>
                </a:lnTo>
                <a:lnTo>
                  <a:pt x="76260" y="63442"/>
                </a:lnTo>
                <a:lnTo>
                  <a:pt x="127046" y="101572"/>
                </a:lnTo>
                <a:lnTo>
                  <a:pt x="0" y="1015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FCA669-68A1-42CC-839D-65644042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6207" y="4002381"/>
            <a:ext cx="127046" cy="101572"/>
          </a:xfrm>
          <a:custGeom xmlns:a="http://schemas.openxmlformats.org/drawingml/2006/main">
            <a:pathLst>
              <a:path w="127046" h="101572" fill="none">
                <a:moveTo>
                  <a:pt x="0" y="101572"/>
                </a:moveTo>
                <a:lnTo>
                  <a:pt x="76260" y="0"/>
                </a:lnTo>
                <a:lnTo>
                  <a:pt x="76260" y="63442"/>
                </a:lnTo>
                <a:lnTo>
                  <a:pt x="127046" y="101572"/>
                </a:lnTo>
                <a:lnTo>
                  <a:pt x="0" y="1015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26" cap="flat">
            <a:solidFill>
              <a:srgbClr val="000000"/>
            </a:solidFill>
            <a:miter/>
          </a:ln>
        </p:spPr>
      </p:sp>
      <p:sp>
        <p:nvSpPr>
          <p:cNvPr id="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C9403B-D278-436F-970B-9DE5F008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1108" y="1515984"/>
            <a:ext cx="811277" cy="324510"/>
          </a:xfrm>
          <a:custGeom xmlns:a="http://schemas.openxmlformats.org/drawingml/2006/main">
            <a:pathLst>
              <a:path w="811277" h="324510">
                <a:moveTo>
                  <a:pt x="48678" y="0"/>
                </a:moveTo>
                <a:lnTo>
                  <a:pt x="762600" y="0"/>
                </a:lnTo>
                <a:cubicBezTo>
                  <a:pt x="769053" y="0"/>
                  <a:pt x="775263" y="1235"/>
                  <a:pt x="781227" y="3705"/>
                </a:cubicBezTo>
                <a:cubicBezTo>
                  <a:pt x="787190" y="6175"/>
                  <a:pt x="792454" y="9693"/>
                  <a:pt x="797018" y="14257"/>
                </a:cubicBezTo>
                <a:cubicBezTo>
                  <a:pt x="801582" y="18821"/>
                  <a:pt x="805100" y="24085"/>
                  <a:pt x="807569" y="30049"/>
                </a:cubicBezTo>
                <a:cubicBezTo>
                  <a:pt x="810039" y="36012"/>
                  <a:pt x="811275" y="42222"/>
                  <a:pt x="811277" y="48677"/>
                </a:cubicBezTo>
                <a:lnTo>
                  <a:pt x="811277" y="275834"/>
                </a:lnTo>
                <a:cubicBezTo>
                  <a:pt x="811275" y="282288"/>
                  <a:pt x="810039" y="288497"/>
                  <a:pt x="807569" y="294461"/>
                </a:cubicBezTo>
                <a:cubicBezTo>
                  <a:pt x="805100" y="300425"/>
                  <a:pt x="801582" y="305688"/>
                  <a:pt x="797018" y="310253"/>
                </a:cubicBezTo>
                <a:cubicBezTo>
                  <a:pt x="792454" y="314817"/>
                  <a:pt x="787190" y="318334"/>
                  <a:pt x="781227" y="320804"/>
                </a:cubicBezTo>
                <a:cubicBezTo>
                  <a:pt x="775263" y="323275"/>
                  <a:pt x="769053" y="324510"/>
                  <a:pt x="762600" y="324510"/>
                </a:cubicBezTo>
                <a:lnTo>
                  <a:pt x="48678" y="324510"/>
                </a:lnTo>
                <a:cubicBezTo>
                  <a:pt x="42220" y="324510"/>
                  <a:pt x="36013" y="323275"/>
                  <a:pt x="30048" y="320804"/>
                </a:cubicBezTo>
                <a:cubicBezTo>
                  <a:pt x="24085" y="318334"/>
                  <a:pt x="18822" y="314817"/>
                  <a:pt x="14259" y="310253"/>
                </a:cubicBezTo>
                <a:cubicBezTo>
                  <a:pt x="9693" y="305688"/>
                  <a:pt x="6175" y="300425"/>
                  <a:pt x="3706" y="294461"/>
                </a:cubicBezTo>
                <a:cubicBezTo>
                  <a:pt x="1235" y="288497"/>
                  <a:pt x="0" y="282288"/>
                  <a:pt x="2" y="275834"/>
                </a:cubicBezTo>
                <a:lnTo>
                  <a:pt x="2" y="48677"/>
                </a:lnTo>
                <a:cubicBezTo>
                  <a:pt x="0" y="42222"/>
                  <a:pt x="1235" y="36012"/>
                  <a:pt x="3706" y="30049"/>
                </a:cubicBezTo>
                <a:cubicBezTo>
                  <a:pt x="6175" y="24085"/>
                  <a:pt x="9693" y="18821"/>
                  <a:pt x="14259" y="14257"/>
                </a:cubicBezTo>
                <a:cubicBezTo>
                  <a:pt x="18822" y="9693"/>
                  <a:pt x="24085" y="6175"/>
                  <a:pt x="30048" y="3705"/>
                </a:cubicBezTo>
                <a:cubicBezTo>
                  <a:pt x="36013" y="1235"/>
                  <a:pt x="42220" y="0"/>
                  <a:pt x="48678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3FD42C-2274-426A-8015-72C6A0BC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1108" y="1515984"/>
            <a:ext cx="811277" cy="324510"/>
          </a:xfrm>
          <a:custGeom xmlns:a="http://schemas.openxmlformats.org/drawingml/2006/main">
            <a:pathLst>
              <a:path w="811277" h="324510" fill="none">
                <a:moveTo>
                  <a:pt x="48678" y="0"/>
                </a:moveTo>
                <a:lnTo>
                  <a:pt x="762600" y="0"/>
                </a:lnTo>
                <a:cubicBezTo>
                  <a:pt x="769053" y="0"/>
                  <a:pt x="775263" y="1235"/>
                  <a:pt x="781227" y="3705"/>
                </a:cubicBezTo>
                <a:cubicBezTo>
                  <a:pt x="787190" y="6175"/>
                  <a:pt x="792454" y="9693"/>
                  <a:pt x="797018" y="14257"/>
                </a:cubicBezTo>
                <a:cubicBezTo>
                  <a:pt x="801582" y="18821"/>
                  <a:pt x="805100" y="24085"/>
                  <a:pt x="807569" y="30049"/>
                </a:cubicBezTo>
                <a:cubicBezTo>
                  <a:pt x="810039" y="36012"/>
                  <a:pt x="811275" y="42222"/>
                  <a:pt x="811277" y="48677"/>
                </a:cubicBezTo>
                <a:lnTo>
                  <a:pt x="811277" y="275834"/>
                </a:lnTo>
                <a:cubicBezTo>
                  <a:pt x="811275" y="282288"/>
                  <a:pt x="810039" y="288497"/>
                  <a:pt x="807569" y="294461"/>
                </a:cubicBezTo>
                <a:cubicBezTo>
                  <a:pt x="805100" y="300425"/>
                  <a:pt x="801582" y="305688"/>
                  <a:pt x="797018" y="310253"/>
                </a:cubicBezTo>
                <a:cubicBezTo>
                  <a:pt x="792454" y="314817"/>
                  <a:pt x="787190" y="318334"/>
                  <a:pt x="781227" y="320804"/>
                </a:cubicBezTo>
                <a:cubicBezTo>
                  <a:pt x="775263" y="323275"/>
                  <a:pt x="769053" y="324510"/>
                  <a:pt x="762600" y="324510"/>
                </a:cubicBezTo>
                <a:lnTo>
                  <a:pt x="48678" y="324510"/>
                </a:lnTo>
                <a:cubicBezTo>
                  <a:pt x="42220" y="324510"/>
                  <a:pt x="36013" y="323275"/>
                  <a:pt x="30048" y="320804"/>
                </a:cubicBezTo>
                <a:cubicBezTo>
                  <a:pt x="24085" y="318334"/>
                  <a:pt x="18822" y="314817"/>
                  <a:pt x="14259" y="310253"/>
                </a:cubicBezTo>
                <a:cubicBezTo>
                  <a:pt x="9693" y="305688"/>
                  <a:pt x="6175" y="300425"/>
                  <a:pt x="3706" y="294461"/>
                </a:cubicBezTo>
                <a:cubicBezTo>
                  <a:pt x="1235" y="288497"/>
                  <a:pt x="0" y="282288"/>
                  <a:pt x="2" y="275834"/>
                </a:cubicBezTo>
                <a:lnTo>
                  <a:pt x="2" y="48677"/>
                </a:lnTo>
                <a:cubicBezTo>
                  <a:pt x="0" y="42222"/>
                  <a:pt x="1235" y="36012"/>
                  <a:pt x="3706" y="30049"/>
                </a:cubicBezTo>
                <a:cubicBezTo>
                  <a:pt x="6175" y="24085"/>
                  <a:pt x="9693" y="18821"/>
                  <a:pt x="14259" y="14257"/>
                </a:cubicBezTo>
                <a:cubicBezTo>
                  <a:pt x="18822" y="9693"/>
                  <a:pt x="24085" y="6175"/>
                  <a:pt x="30048" y="3705"/>
                </a:cubicBezTo>
                <a:cubicBezTo>
                  <a:pt x="36013" y="1235"/>
                  <a:pt x="42220" y="0"/>
                  <a:pt x="48678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226" cap="flat">
            <a:solidFill>
              <a:srgbClr val="000000"/>
            </a:solidFill>
            <a:miter/>
          </a:ln>
        </p:spPr>
      </p:sp>
      <p:sp>
        <p:nvSpPr>
          <p:cNvPr id="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A90AB2-9704-4595-A92C-68A13681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9982" y="1191474"/>
            <a:ext cx="400770" cy="267234"/>
          </a:xfrm>
          <a:custGeom xmlns:a="http://schemas.openxmlformats.org/drawingml/2006/main">
            <a:pathLst>
              <a:path w="400770" h="267234" fill="none">
                <a:moveTo>
                  <a:pt x="0" y="0"/>
                </a:moveTo>
                <a:lnTo>
                  <a:pt x="400770" y="267234"/>
                </a:lnTo>
              </a:path>
            </a:pathLst>
          </a:custGeom>
          <a:noFill xmlns:a="http://schemas.openxmlformats.org/drawingml/2006/main"/>
          <a:ln xmlns:a="http://schemas.openxmlformats.org/drawingml/2006/main" w="16226" cap="flat">
            <a:solidFill>
              <a:srgbClr val="000000"/>
            </a:solidFill>
            <a:miter/>
          </a:ln>
        </p:spPr>
      </p:sp>
      <p:sp>
        <p:nvSpPr>
          <p:cNvPr id="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B8F571-2E89-404B-825A-D1B117FC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5585" y="1395591"/>
            <a:ext cx="126072" cy="110333"/>
          </a:xfrm>
          <a:custGeom xmlns:a="http://schemas.openxmlformats.org/drawingml/2006/main">
            <a:pathLst>
              <a:path w="126072" h="110333">
                <a:moveTo>
                  <a:pt x="126072" y="110333"/>
                </a:moveTo>
                <a:lnTo>
                  <a:pt x="0" y="94595"/>
                </a:lnTo>
                <a:lnTo>
                  <a:pt x="55167" y="63117"/>
                </a:lnTo>
                <a:lnTo>
                  <a:pt x="63117" y="0"/>
                </a:lnTo>
                <a:lnTo>
                  <a:pt x="126072" y="1103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ADA952-6F52-4C34-A2C7-EA7F85B7C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5585" y="1395591"/>
            <a:ext cx="126072" cy="110333"/>
          </a:xfrm>
          <a:custGeom xmlns:a="http://schemas.openxmlformats.org/drawingml/2006/main">
            <a:pathLst>
              <a:path w="126072" h="110333" fill="none">
                <a:moveTo>
                  <a:pt x="126072" y="110333"/>
                </a:moveTo>
                <a:lnTo>
                  <a:pt x="0" y="94595"/>
                </a:lnTo>
                <a:lnTo>
                  <a:pt x="55167" y="63117"/>
                </a:lnTo>
                <a:lnTo>
                  <a:pt x="63117" y="0"/>
                </a:lnTo>
                <a:lnTo>
                  <a:pt x="126072" y="11033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26" cap="flat">
            <a:solidFill>
              <a:srgbClr val="000000"/>
            </a:solidFill>
            <a:miter/>
          </a:ln>
        </p:spPr>
      </p:sp>
      <p:sp>
        <p:nvSpPr>
          <p:cNvPr id="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05D504-A422-46A6-B824-0FED8C76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6451" y="55688"/>
            <a:ext cx="1947061" cy="486765"/>
          </a:xfrm>
          <a:custGeom xmlns:a="http://schemas.openxmlformats.org/drawingml/2006/main">
            <a:pathLst>
              <a:path w="1947061" h="486765">
                <a:moveTo>
                  <a:pt x="1947061" y="243383"/>
                </a:moveTo>
                <a:cubicBezTo>
                  <a:pt x="1947061" y="251354"/>
                  <a:pt x="1945498" y="259306"/>
                  <a:pt x="1942372" y="267238"/>
                </a:cubicBezTo>
                <a:cubicBezTo>
                  <a:pt x="1939250" y="275171"/>
                  <a:pt x="1934575" y="283046"/>
                  <a:pt x="1928353" y="290864"/>
                </a:cubicBezTo>
                <a:cubicBezTo>
                  <a:pt x="1922132" y="298682"/>
                  <a:pt x="1914396" y="306405"/>
                  <a:pt x="1905141" y="314033"/>
                </a:cubicBezTo>
                <a:cubicBezTo>
                  <a:pt x="1895882" y="321661"/>
                  <a:pt x="1885154" y="329157"/>
                  <a:pt x="1872951" y="336521"/>
                </a:cubicBezTo>
                <a:cubicBezTo>
                  <a:pt x="1860753" y="343885"/>
                  <a:pt x="1847135" y="351083"/>
                  <a:pt x="1832103" y="358112"/>
                </a:cubicBezTo>
                <a:cubicBezTo>
                  <a:pt x="1817075" y="365142"/>
                  <a:pt x="1800702" y="371971"/>
                  <a:pt x="1782989" y="378599"/>
                </a:cubicBezTo>
                <a:cubicBezTo>
                  <a:pt x="1765275" y="385226"/>
                  <a:pt x="1746306" y="391621"/>
                  <a:pt x="1726078" y="397783"/>
                </a:cubicBezTo>
                <a:cubicBezTo>
                  <a:pt x="1705851" y="403945"/>
                  <a:pt x="1684464" y="409844"/>
                  <a:pt x="1661919" y="415480"/>
                </a:cubicBezTo>
                <a:cubicBezTo>
                  <a:pt x="1639373" y="421117"/>
                  <a:pt x="1615777" y="426463"/>
                  <a:pt x="1591128" y="431520"/>
                </a:cubicBezTo>
                <a:cubicBezTo>
                  <a:pt x="1566482" y="436577"/>
                  <a:pt x="1540902" y="441319"/>
                  <a:pt x="1514392" y="445748"/>
                </a:cubicBezTo>
                <a:cubicBezTo>
                  <a:pt x="1487882" y="450176"/>
                  <a:pt x="1460567" y="454269"/>
                  <a:pt x="1432448" y="458027"/>
                </a:cubicBezTo>
                <a:cubicBezTo>
                  <a:pt x="1404329" y="461784"/>
                  <a:pt x="1375540" y="465188"/>
                  <a:pt x="1346081" y="468239"/>
                </a:cubicBezTo>
                <a:cubicBezTo>
                  <a:pt x="1316625" y="471289"/>
                  <a:pt x="1286641" y="473971"/>
                  <a:pt x="1256129" y="476285"/>
                </a:cubicBezTo>
                <a:cubicBezTo>
                  <a:pt x="1225618" y="478599"/>
                  <a:pt x="1194726" y="480534"/>
                  <a:pt x="1163453" y="482089"/>
                </a:cubicBezTo>
                <a:cubicBezTo>
                  <a:pt x="1132180" y="483644"/>
                  <a:pt x="1100680" y="484812"/>
                  <a:pt x="1068953" y="485593"/>
                </a:cubicBezTo>
                <a:cubicBezTo>
                  <a:pt x="1037222" y="486375"/>
                  <a:pt x="1005415" y="486765"/>
                  <a:pt x="973530" y="486765"/>
                </a:cubicBezTo>
                <a:cubicBezTo>
                  <a:pt x="941646" y="486765"/>
                  <a:pt x="909839" y="486375"/>
                  <a:pt x="878108" y="485593"/>
                </a:cubicBezTo>
                <a:cubicBezTo>
                  <a:pt x="846379" y="484812"/>
                  <a:pt x="814876" y="483644"/>
                  <a:pt x="783604" y="482089"/>
                </a:cubicBezTo>
                <a:cubicBezTo>
                  <a:pt x="752333" y="480534"/>
                  <a:pt x="721443" y="478599"/>
                  <a:pt x="690931" y="476285"/>
                </a:cubicBezTo>
                <a:cubicBezTo>
                  <a:pt x="660419" y="473971"/>
                  <a:pt x="630434" y="471289"/>
                  <a:pt x="600977" y="468239"/>
                </a:cubicBezTo>
                <a:cubicBezTo>
                  <a:pt x="571518" y="465188"/>
                  <a:pt x="542730" y="461784"/>
                  <a:pt x="514611" y="458027"/>
                </a:cubicBezTo>
                <a:cubicBezTo>
                  <a:pt x="486493" y="454269"/>
                  <a:pt x="459175" y="450176"/>
                  <a:pt x="432665" y="445748"/>
                </a:cubicBezTo>
                <a:cubicBezTo>
                  <a:pt x="406155" y="441319"/>
                  <a:pt x="380577" y="436577"/>
                  <a:pt x="355931" y="431520"/>
                </a:cubicBezTo>
                <a:cubicBezTo>
                  <a:pt x="331284" y="426463"/>
                  <a:pt x="307686" y="421117"/>
                  <a:pt x="285141" y="415480"/>
                </a:cubicBezTo>
                <a:cubicBezTo>
                  <a:pt x="262597" y="409844"/>
                  <a:pt x="241212" y="403945"/>
                  <a:pt x="220983" y="397783"/>
                </a:cubicBezTo>
                <a:cubicBezTo>
                  <a:pt x="200757" y="391621"/>
                  <a:pt x="181786" y="385226"/>
                  <a:pt x="164069" y="378599"/>
                </a:cubicBezTo>
                <a:cubicBezTo>
                  <a:pt x="146357" y="371971"/>
                  <a:pt x="129984" y="365142"/>
                  <a:pt x="114954" y="358112"/>
                </a:cubicBezTo>
                <a:cubicBezTo>
                  <a:pt x="99925" y="351083"/>
                  <a:pt x="86307" y="343885"/>
                  <a:pt x="74104" y="336521"/>
                </a:cubicBezTo>
                <a:cubicBezTo>
                  <a:pt x="61902" y="329157"/>
                  <a:pt x="51174" y="321661"/>
                  <a:pt x="41919" y="314033"/>
                </a:cubicBezTo>
                <a:cubicBezTo>
                  <a:pt x="32662" y="306405"/>
                  <a:pt x="24922" y="298682"/>
                  <a:pt x="18702" y="290864"/>
                </a:cubicBezTo>
                <a:cubicBezTo>
                  <a:pt x="12484" y="283046"/>
                  <a:pt x="7813" y="275171"/>
                  <a:pt x="4689" y="267238"/>
                </a:cubicBezTo>
                <a:cubicBezTo>
                  <a:pt x="1563" y="259306"/>
                  <a:pt x="0" y="251354"/>
                  <a:pt x="0" y="243383"/>
                </a:cubicBezTo>
                <a:cubicBezTo>
                  <a:pt x="0" y="235412"/>
                  <a:pt x="1563" y="227460"/>
                  <a:pt x="4689" y="219527"/>
                </a:cubicBezTo>
                <a:cubicBezTo>
                  <a:pt x="7813" y="211594"/>
                  <a:pt x="12484" y="203719"/>
                  <a:pt x="18702" y="195901"/>
                </a:cubicBezTo>
                <a:cubicBezTo>
                  <a:pt x="24922" y="188083"/>
                  <a:pt x="32662" y="180360"/>
                  <a:pt x="41919" y="172732"/>
                </a:cubicBezTo>
                <a:cubicBezTo>
                  <a:pt x="51174" y="165105"/>
                  <a:pt x="61902" y="157608"/>
                  <a:pt x="74104" y="150244"/>
                </a:cubicBezTo>
                <a:cubicBezTo>
                  <a:pt x="86307" y="142880"/>
                  <a:pt x="99925" y="135683"/>
                  <a:pt x="114954" y="128653"/>
                </a:cubicBezTo>
                <a:cubicBezTo>
                  <a:pt x="129984" y="121623"/>
                  <a:pt x="146357" y="114794"/>
                  <a:pt x="164069" y="108166"/>
                </a:cubicBezTo>
                <a:cubicBezTo>
                  <a:pt x="181786" y="101539"/>
                  <a:pt x="200757" y="95144"/>
                  <a:pt x="220983" y="88982"/>
                </a:cubicBezTo>
                <a:cubicBezTo>
                  <a:pt x="241212" y="82821"/>
                  <a:pt x="262597" y="76922"/>
                  <a:pt x="285141" y="71285"/>
                </a:cubicBezTo>
                <a:cubicBezTo>
                  <a:pt x="307686" y="65649"/>
                  <a:pt x="331284" y="60302"/>
                  <a:pt x="355929" y="55245"/>
                </a:cubicBezTo>
                <a:cubicBezTo>
                  <a:pt x="380577" y="50189"/>
                  <a:pt x="406155" y="45446"/>
                  <a:pt x="432665" y="41017"/>
                </a:cubicBezTo>
                <a:cubicBezTo>
                  <a:pt x="459175" y="36589"/>
                  <a:pt x="486493" y="32496"/>
                  <a:pt x="514611" y="28738"/>
                </a:cubicBezTo>
                <a:cubicBezTo>
                  <a:pt x="542730" y="24981"/>
                  <a:pt x="571518" y="21577"/>
                  <a:pt x="600977" y="18526"/>
                </a:cubicBezTo>
                <a:cubicBezTo>
                  <a:pt x="630434" y="15476"/>
                  <a:pt x="660417" y="12794"/>
                  <a:pt x="690929" y="10480"/>
                </a:cubicBezTo>
                <a:cubicBezTo>
                  <a:pt x="721441" y="8166"/>
                  <a:pt x="752333" y="6232"/>
                  <a:pt x="783604" y="4677"/>
                </a:cubicBezTo>
                <a:cubicBezTo>
                  <a:pt x="814876" y="3121"/>
                  <a:pt x="846379" y="1953"/>
                  <a:pt x="878108" y="1172"/>
                </a:cubicBezTo>
                <a:cubicBezTo>
                  <a:pt x="909839" y="391"/>
                  <a:pt x="941646" y="0"/>
                  <a:pt x="973530" y="0"/>
                </a:cubicBezTo>
                <a:cubicBezTo>
                  <a:pt x="1005415" y="0"/>
                  <a:pt x="1037222" y="391"/>
                  <a:pt x="1068953" y="1172"/>
                </a:cubicBezTo>
                <a:cubicBezTo>
                  <a:pt x="1100680" y="1953"/>
                  <a:pt x="1132180" y="3121"/>
                  <a:pt x="1163453" y="4676"/>
                </a:cubicBezTo>
                <a:cubicBezTo>
                  <a:pt x="1194726" y="6232"/>
                  <a:pt x="1225618" y="8166"/>
                  <a:pt x="1256130" y="10480"/>
                </a:cubicBezTo>
                <a:cubicBezTo>
                  <a:pt x="1286642" y="12794"/>
                  <a:pt x="1316625" y="15476"/>
                  <a:pt x="1346081" y="18526"/>
                </a:cubicBezTo>
                <a:cubicBezTo>
                  <a:pt x="1375540" y="21577"/>
                  <a:pt x="1404329" y="24981"/>
                  <a:pt x="1432448" y="28738"/>
                </a:cubicBezTo>
                <a:cubicBezTo>
                  <a:pt x="1460567" y="32496"/>
                  <a:pt x="1487882" y="36589"/>
                  <a:pt x="1514392" y="41017"/>
                </a:cubicBezTo>
                <a:cubicBezTo>
                  <a:pt x="1540902" y="45446"/>
                  <a:pt x="1566482" y="50189"/>
                  <a:pt x="1591130" y="55245"/>
                </a:cubicBezTo>
                <a:cubicBezTo>
                  <a:pt x="1615777" y="60302"/>
                  <a:pt x="1639373" y="65649"/>
                  <a:pt x="1661919" y="71285"/>
                </a:cubicBezTo>
                <a:cubicBezTo>
                  <a:pt x="1684464" y="76922"/>
                  <a:pt x="1705851" y="82821"/>
                  <a:pt x="1726078" y="88982"/>
                </a:cubicBezTo>
                <a:cubicBezTo>
                  <a:pt x="1746306" y="95144"/>
                  <a:pt x="1765275" y="101539"/>
                  <a:pt x="1782989" y="108166"/>
                </a:cubicBezTo>
                <a:cubicBezTo>
                  <a:pt x="1800702" y="114794"/>
                  <a:pt x="1817075" y="121623"/>
                  <a:pt x="1832103" y="128653"/>
                </a:cubicBezTo>
                <a:cubicBezTo>
                  <a:pt x="1847135" y="135683"/>
                  <a:pt x="1860753" y="142880"/>
                  <a:pt x="1872951" y="150244"/>
                </a:cubicBezTo>
                <a:cubicBezTo>
                  <a:pt x="1885154" y="157608"/>
                  <a:pt x="1895882" y="165105"/>
                  <a:pt x="1905141" y="172732"/>
                </a:cubicBezTo>
                <a:cubicBezTo>
                  <a:pt x="1914396" y="180360"/>
                  <a:pt x="1922132" y="188083"/>
                  <a:pt x="1928351" y="195901"/>
                </a:cubicBezTo>
                <a:cubicBezTo>
                  <a:pt x="1934575" y="203719"/>
                  <a:pt x="1939250" y="211594"/>
                  <a:pt x="1942372" y="219527"/>
                </a:cubicBezTo>
                <a:cubicBezTo>
                  <a:pt x="1945498" y="227460"/>
                  <a:pt x="1947061" y="235412"/>
                  <a:pt x="1947061" y="243383"/>
                </a:cubicBez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2A69EB-FDB5-479B-BFA8-B2F1D20A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6451" y="55688"/>
            <a:ext cx="1947061" cy="486765"/>
          </a:xfrm>
          <a:custGeom xmlns:a="http://schemas.openxmlformats.org/drawingml/2006/main">
            <a:pathLst>
              <a:path w="1947061" h="486765" fill="none">
                <a:moveTo>
                  <a:pt x="1947061" y="243383"/>
                </a:moveTo>
                <a:cubicBezTo>
                  <a:pt x="1947061" y="251354"/>
                  <a:pt x="1945498" y="259306"/>
                  <a:pt x="1942372" y="267238"/>
                </a:cubicBezTo>
                <a:cubicBezTo>
                  <a:pt x="1939250" y="275171"/>
                  <a:pt x="1934575" y="283046"/>
                  <a:pt x="1928353" y="290864"/>
                </a:cubicBezTo>
                <a:cubicBezTo>
                  <a:pt x="1922132" y="298682"/>
                  <a:pt x="1914396" y="306405"/>
                  <a:pt x="1905141" y="314033"/>
                </a:cubicBezTo>
                <a:cubicBezTo>
                  <a:pt x="1895882" y="321661"/>
                  <a:pt x="1885154" y="329157"/>
                  <a:pt x="1872951" y="336521"/>
                </a:cubicBezTo>
                <a:cubicBezTo>
                  <a:pt x="1860753" y="343885"/>
                  <a:pt x="1847135" y="351083"/>
                  <a:pt x="1832103" y="358112"/>
                </a:cubicBezTo>
                <a:cubicBezTo>
                  <a:pt x="1817075" y="365142"/>
                  <a:pt x="1800702" y="371971"/>
                  <a:pt x="1782989" y="378599"/>
                </a:cubicBezTo>
                <a:cubicBezTo>
                  <a:pt x="1765275" y="385226"/>
                  <a:pt x="1746306" y="391621"/>
                  <a:pt x="1726078" y="397783"/>
                </a:cubicBezTo>
                <a:cubicBezTo>
                  <a:pt x="1705851" y="403945"/>
                  <a:pt x="1684464" y="409844"/>
                  <a:pt x="1661919" y="415480"/>
                </a:cubicBezTo>
                <a:cubicBezTo>
                  <a:pt x="1639373" y="421117"/>
                  <a:pt x="1615777" y="426463"/>
                  <a:pt x="1591128" y="431520"/>
                </a:cubicBezTo>
                <a:cubicBezTo>
                  <a:pt x="1566482" y="436577"/>
                  <a:pt x="1540902" y="441319"/>
                  <a:pt x="1514392" y="445748"/>
                </a:cubicBezTo>
                <a:cubicBezTo>
                  <a:pt x="1487882" y="450176"/>
                  <a:pt x="1460567" y="454269"/>
                  <a:pt x="1432448" y="458027"/>
                </a:cubicBezTo>
                <a:cubicBezTo>
                  <a:pt x="1404329" y="461784"/>
                  <a:pt x="1375540" y="465188"/>
                  <a:pt x="1346081" y="468239"/>
                </a:cubicBezTo>
                <a:cubicBezTo>
                  <a:pt x="1316625" y="471289"/>
                  <a:pt x="1286641" y="473971"/>
                  <a:pt x="1256129" y="476285"/>
                </a:cubicBezTo>
                <a:cubicBezTo>
                  <a:pt x="1225618" y="478599"/>
                  <a:pt x="1194726" y="480534"/>
                  <a:pt x="1163453" y="482089"/>
                </a:cubicBezTo>
                <a:cubicBezTo>
                  <a:pt x="1132180" y="483644"/>
                  <a:pt x="1100680" y="484812"/>
                  <a:pt x="1068953" y="485593"/>
                </a:cubicBezTo>
                <a:cubicBezTo>
                  <a:pt x="1037222" y="486375"/>
                  <a:pt x="1005415" y="486765"/>
                  <a:pt x="973530" y="486765"/>
                </a:cubicBezTo>
                <a:cubicBezTo>
                  <a:pt x="941646" y="486765"/>
                  <a:pt x="909839" y="486375"/>
                  <a:pt x="878108" y="485593"/>
                </a:cubicBezTo>
                <a:cubicBezTo>
                  <a:pt x="846379" y="484812"/>
                  <a:pt x="814876" y="483644"/>
                  <a:pt x="783604" y="482089"/>
                </a:cubicBezTo>
                <a:cubicBezTo>
                  <a:pt x="752333" y="480534"/>
                  <a:pt x="721443" y="478599"/>
                  <a:pt x="690931" y="476285"/>
                </a:cubicBezTo>
                <a:cubicBezTo>
                  <a:pt x="660419" y="473971"/>
                  <a:pt x="630434" y="471289"/>
                  <a:pt x="600977" y="468239"/>
                </a:cubicBezTo>
                <a:cubicBezTo>
                  <a:pt x="571518" y="465188"/>
                  <a:pt x="542730" y="461784"/>
                  <a:pt x="514611" y="458027"/>
                </a:cubicBezTo>
                <a:cubicBezTo>
                  <a:pt x="486493" y="454269"/>
                  <a:pt x="459175" y="450176"/>
                  <a:pt x="432665" y="445748"/>
                </a:cubicBezTo>
                <a:cubicBezTo>
                  <a:pt x="406155" y="441319"/>
                  <a:pt x="380577" y="436577"/>
                  <a:pt x="355931" y="431520"/>
                </a:cubicBezTo>
                <a:cubicBezTo>
                  <a:pt x="331284" y="426463"/>
                  <a:pt x="307686" y="421117"/>
                  <a:pt x="285141" y="415480"/>
                </a:cubicBezTo>
                <a:cubicBezTo>
                  <a:pt x="262597" y="409844"/>
                  <a:pt x="241212" y="403945"/>
                  <a:pt x="220983" y="397783"/>
                </a:cubicBezTo>
                <a:cubicBezTo>
                  <a:pt x="200757" y="391621"/>
                  <a:pt x="181786" y="385226"/>
                  <a:pt x="164069" y="378599"/>
                </a:cubicBezTo>
                <a:cubicBezTo>
                  <a:pt x="146357" y="371971"/>
                  <a:pt x="129984" y="365142"/>
                  <a:pt x="114954" y="358112"/>
                </a:cubicBezTo>
                <a:cubicBezTo>
                  <a:pt x="99925" y="351083"/>
                  <a:pt x="86307" y="343885"/>
                  <a:pt x="74104" y="336521"/>
                </a:cubicBezTo>
                <a:cubicBezTo>
                  <a:pt x="61902" y="329157"/>
                  <a:pt x="51174" y="321661"/>
                  <a:pt x="41919" y="314033"/>
                </a:cubicBezTo>
                <a:cubicBezTo>
                  <a:pt x="32662" y="306405"/>
                  <a:pt x="24922" y="298682"/>
                  <a:pt x="18702" y="290864"/>
                </a:cubicBezTo>
                <a:cubicBezTo>
                  <a:pt x="12484" y="283046"/>
                  <a:pt x="7813" y="275171"/>
                  <a:pt x="4689" y="267238"/>
                </a:cubicBezTo>
                <a:cubicBezTo>
                  <a:pt x="1563" y="259306"/>
                  <a:pt x="0" y="251354"/>
                  <a:pt x="0" y="243383"/>
                </a:cubicBezTo>
                <a:cubicBezTo>
                  <a:pt x="0" y="235412"/>
                  <a:pt x="1563" y="227460"/>
                  <a:pt x="4689" y="219527"/>
                </a:cubicBezTo>
                <a:cubicBezTo>
                  <a:pt x="7813" y="211594"/>
                  <a:pt x="12484" y="203719"/>
                  <a:pt x="18702" y="195901"/>
                </a:cubicBezTo>
                <a:cubicBezTo>
                  <a:pt x="24922" y="188083"/>
                  <a:pt x="32662" y="180360"/>
                  <a:pt x="41919" y="172732"/>
                </a:cubicBezTo>
                <a:cubicBezTo>
                  <a:pt x="51174" y="165105"/>
                  <a:pt x="61902" y="157608"/>
                  <a:pt x="74104" y="150244"/>
                </a:cubicBezTo>
                <a:cubicBezTo>
                  <a:pt x="86307" y="142880"/>
                  <a:pt x="99925" y="135683"/>
                  <a:pt x="114954" y="128653"/>
                </a:cubicBezTo>
                <a:cubicBezTo>
                  <a:pt x="129984" y="121623"/>
                  <a:pt x="146357" y="114794"/>
                  <a:pt x="164069" y="108166"/>
                </a:cubicBezTo>
                <a:cubicBezTo>
                  <a:pt x="181786" y="101539"/>
                  <a:pt x="200757" y="95144"/>
                  <a:pt x="220983" y="88982"/>
                </a:cubicBezTo>
                <a:cubicBezTo>
                  <a:pt x="241212" y="82821"/>
                  <a:pt x="262597" y="76922"/>
                  <a:pt x="285141" y="71285"/>
                </a:cubicBezTo>
                <a:cubicBezTo>
                  <a:pt x="307686" y="65649"/>
                  <a:pt x="331284" y="60302"/>
                  <a:pt x="355929" y="55245"/>
                </a:cubicBezTo>
                <a:cubicBezTo>
                  <a:pt x="380577" y="50189"/>
                  <a:pt x="406155" y="45446"/>
                  <a:pt x="432665" y="41017"/>
                </a:cubicBezTo>
                <a:cubicBezTo>
                  <a:pt x="459175" y="36589"/>
                  <a:pt x="486493" y="32496"/>
                  <a:pt x="514611" y="28738"/>
                </a:cubicBezTo>
                <a:cubicBezTo>
                  <a:pt x="542730" y="24981"/>
                  <a:pt x="571518" y="21577"/>
                  <a:pt x="600977" y="18526"/>
                </a:cubicBezTo>
                <a:cubicBezTo>
                  <a:pt x="630434" y="15476"/>
                  <a:pt x="660417" y="12794"/>
                  <a:pt x="690929" y="10480"/>
                </a:cubicBezTo>
                <a:cubicBezTo>
                  <a:pt x="721441" y="8166"/>
                  <a:pt x="752333" y="6232"/>
                  <a:pt x="783604" y="4677"/>
                </a:cubicBezTo>
                <a:cubicBezTo>
                  <a:pt x="814876" y="3121"/>
                  <a:pt x="846379" y="1953"/>
                  <a:pt x="878108" y="1172"/>
                </a:cubicBezTo>
                <a:cubicBezTo>
                  <a:pt x="909839" y="391"/>
                  <a:pt x="941646" y="0"/>
                  <a:pt x="973530" y="0"/>
                </a:cubicBezTo>
                <a:cubicBezTo>
                  <a:pt x="1005415" y="0"/>
                  <a:pt x="1037222" y="391"/>
                  <a:pt x="1068953" y="1172"/>
                </a:cubicBezTo>
                <a:cubicBezTo>
                  <a:pt x="1100680" y="1953"/>
                  <a:pt x="1132180" y="3121"/>
                  <a:pt x="1163453" y="4676"/>
                </a:cubicBezTo>
                <a:cubicBezTo>
                  <a:pt x="1194726" y="6232"/>
                  <a:pt x="1225618" y="8166"/>
                  <a:pt x="1256130" y="10480"/>
                </a:cubicBezTo>
                <a:cubicBezTo>
                  <a:pt x="1286642" y="12794"/>
                  <a:pt x="1316625" y="15476"/>
                  <a:pt x="1346081" y="18526"/>
                </a:cubicBezTo>
                <a:cubicBezTo>
                  <a:pt x="1375540" y="21577"/>
                  <a:pt x="1404329" y="24981"/>
                  <a:pt x="1432448" y="28738"/>
                </a:cubicBezTo>
                <a:cubicBezTo>
                  <a:pt x="1460567" y="32496"/>
                  <a:pt x="1487882" y="36589"/>
                  <a:pt x="1514392" y="41017"/>
                </a:cubicBezTo>
                <a:cubicBezTo>
                  <a:pt x="1540902" y="45446"/>
                  <a:pt x="1566482" y="50189"/>
                  <a:pt x="1591130" y="55245"/>
                </a:cubicBezTo>
                <a:cubicBezTo>
                  <a:pt x="1615777" y="60302"/>
                  <a:pt x="1639373" y="65649"/>
                  <a:pt x="1661919" y="71285"/>
                </a:cubicBezTo>
                <a:cubicBezTo>
                  <a:pt x="1684464" y="76922"/>
                  <a:pt x="1705851" y="82821"/>
                  <a:pt x="1726078" y="88982"/>
                </a:cubicBezTo>
                <a:cubicBezTo>
                  <a:pt x="1746306" y="95144"/>
                  <a:pt x="1765275" y="101539"/>
                  <a:pt x="1782989" y="108166"/>
                </a:cubicBezTo>
                <a:cubicBezTo>
                  <a:pt x="1800702" y="114794"/>
                  <a:pt x="1817075" y="121623"/>
                  <a:pt x="1832103" y="128653"/>
                </a:cubicBezTo>
                <a:cubicBezTo>
                  <a:pt x="1847135" y="135683"/>
                  <a:pt x="1860753" y="142880"/>
                  <a:pt x="1872951" y="150244"/>
                </a:cubicBezTo>
                <a:cubicBezTo>
                  <a:pt x="1885154" y="157608"/>
                  <a:pt x="1895882" y="165105"/>
                  <a:pt x="1905141" y="172732"/>
                </a:cubicBezTo>
                <a:cubicBezTo>
                  <a:pt x="1914396" y="180360"/>
                  <a:pt x="1922132" y="188083"/>
                  <a:pt x="1928351" y="195901"/>
                </a:cubicBezTo>
                <a:cubicBezTo>
                  <a:pt x="1934575" y="203719"/>
                  <a:pt x="1939250" y="211594"/>
                  <a:pt x="1942372" y="219527"/>
                </a:cubicBezTo>
                <a:cubicBezTo>
                  <a:pt x="1945498" y="227460"/>
                  <a:pt x="1947061" y="235412"/>
                  <a:pt x="1947061" y="24338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226" cap="flat">
            <a:solidFill>
              <a:srgbClr val="6C8EBF"/>
            </a:solidFill>
            <a:miter/>
          </a:ln>
        </p:spPr>
      </p:sp>
      <p:sp>
        <p:nvSpPr>
          <p:cNvPr id="257" name="Text symbolicinput">
            <a:extLst xmlns:a="http://schemas.openxmlformats.org/drawingml/2006/main">
              <a:ext uri="{FF2B5EF4-FFF2-40B4-BE49-F238E27FC236}">
                <a16:creationId xmlns:a16="http://schemas.microsoft.com/office/drawing/2014/main" id="{5A6FE670-C450-4255-9933-9FE00749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2207" y="207929"/>
            <a:ext cx="1405739" cy="187100"/>
          </a:xfrm>
          <a:custGeom xmlns:a="http://schemas.openxmlformats.org/drawingml/2006/main">
            <a:pathLst>
              <a:path w="1405739" h="187100">
                <a:moveTo>
                  <a:pt x="82997" y="117253"/>
                </a:moveTo>
                <a:cubicBezTo>
                  <a:pt x="82997" y="126942"/>
                  <a:pt x="78988" y="134889"/>
                  <a:pt x="70971" y="141095"/>
                </a:cubicBezTo>
                <a:cubicBezTo>
                  <a:pt x="62953" y="147300"/>
                  <a:pt x="52004" y="150403"/>
                  <a:pt x="38124" y="150403"/>
                </a:cubicBezTo>
                <a:cubicBezTo>
                  <a:pt x="30264" y="150403"/>
                  <a:pt x="23055" y="149465"/>
                  <a:pt x="16495" y="147589"/>
                </a:cubicBezTo>
                <a:cubicBezTo>
                  <a:pt x="9935" y="145714"/>
                  <a:pt x="4437" y="143663"/>
                  <a:pt x="0" y="141436"/>
                </a:cubicBezTo>
                <a:lnTo>
                  <a:pt x="0" y="121311"/>
                </a:lnTo>
                <a:lnTo>
                  <a:pt x="951" y="121311"/>
                </a:lnTo>
                <a:cubicBezTo>
                  <a:pt x="6592" y="125615"/>
                  <a:pt x="12866" y="129037"/>
                  <a:pt x="19775" y="131576"/>
                </a:cubicBezTo>
                <a:cubicBezTo>
                  <a:pt x="26683" y="134113"/>
                  <a:pt x="33307" y="135382"/>
                  <a:pt x="39645" y="135382"/>
                </a:cubicBezTo>
                <a:cubicBezTo>
                  <a:pt x="47504" y="135382"/>
                  <a:pt x="53652" y="134109"/>
                  <a:pt x="58089" y="131564"/>
                </a:cubicBezTo>
                <a:cubicBezTo>
                  <a:pt x="62525" y="129017"/>
                  <a:pt x="64744" y="125006"/>
                  <a:pt x="64744" y="119531"/>
                </a:cubicBezTo>
                <a:cubicBezTo>
                  <a:pt x="64744" y="115352"/>
                  <a:pt x="63539" y="112186"/>
                  <a:pt x="61131" y="110033"/>
                </a:cubicBezTo>
                <a:cubicBezTo>
                  <a:pt x="58722" y="107880"/>
                  <a:pt x="54096" y="106043"/>
                  <a:pt x="47250" y="104522"/>
                </a:cubicBezTo>
                <a:cubicBezTo>
                  <a:pt x="44715" y="103954"/>
                  <a:pt x="41404" y="103289"/>
                  <a:pt x="37316" y="102528"/>
                </a:cubicBezTo>
                <a:cubicBezTo>
                  <a:pt x="33227" y="101768"/>
                  <a:pt x="29504" y="100945"/>
                  <a:pt x="26145" y="100060"/>
                </a:cubicBezTo>
                <a:cubicBezTo>
                  <a:pt x="16828" y="97590"/>
                  <a:pt x="10220" y="93964"/>
                  <a:pt x="6322" y="89183"/>
                </a:cubicBezTo>
                <a:cubicBezTo>
                  <a:pt x="2424" y="84402"/>
                  <a:pt x="475" y="78528"/>
                  <a:pt x="475" y="71562"/>
                </a:cubicBezTo>
                <a:cubicBezTo>
                  <a:pt x="475" y="67193"/>
                  <a:pt x="1379" y="63077"/>
                  <a:pt x="3185" y="59215"/>
                </a:cubicBezTo>
                <a:cubicBezTo>
                  <a:pt x="4991" y="55350"/>
                  <a:pt x="7732" y="51898"/>
                  <a:pt x="11409" y="48858"/>
                </a:cubicBezTo>
                <a:cubicBezTo>
                  <a:pt x="14958" y="45883"/>
                  <a:pt x="19474" y="43525"/>
                  <a:pt x="24956" y="41784"/>
                </a:cubicBezTo>
                <a:cubicBezTo>
                  <a:pt x="30439" y="40041"/>
                  <a:pt x="36571" y="39169"/>
                  <a:pt x="43353" y="39169"/>
                </a:cubicBezTo>
                <a:cubicBezTo>
                  <a:pt x="49691" y="39169"/>
                  <a:pt x="56108" y="39943"/>
                  <a:pt x="62604" y="41490"/>
                </a:cubicBezTo>
                <a:cubicBezTo>
                  <a:pt x="69101" y="43037"/>
                  <a:pt x="74504" y="44916"/>
                  <a:pt x="78814" y="47129"/>
                </a:cubicBezTo>
                <a:lnTo>
                  <a:pt x="78814" y="66170"/>
                </a:lnTo>
                <a:lnTo>
                  <a:pt x="77863" y="66170"/>
                </a:lnTo>
                <a:cubicBezTo>
                  <a:pt x="73300" y="62810"/>
                  <a:pt x="67754" y="59974"/>
                  <a:pt x="61226" y="57661"/>
                </a:cubicBezTo>
                <a:cubicBezTo>
                  <a:pt x="54698" y="55347"/>
                  <a:pt x="48296" y="54191"/>
                  <a:pt x="42022" y="54191"/>
                </a:cubicBezTo>
                <a:cubicBezTo>
                  <a:pt x="35493" y="54191"/>
                  <a:pt x="29979" y="55448"/>
                  <a:pt x="25479" y="57964"/>
                </a:cubicBezTo>
                <a:cubicBezTo>
                  <a:pt x="20979" y="60479"/>
                  <a:pt x="18729" y="64220"/>
                  <a:pt x="18729" y="69185"/>
                </a:cubicBezTo>
                <a:cubicBezTo>
                  <a:pt x="18729" y="73555"/>
                  <a:pt x="20092" y="76847"/>
                  <a:pt x="22817" y="79064"/>
                </a:cubicBezTo>
                <a:cubicBezTo>
                  <a:pt x="25479" y="81280"/>
                  <a:pt x="29789" y="83085"/>
                  <a:pt x="35747" y="84480"/>
                </a:cubicBezTo>
                <a:cubicBezTo>
                  <a:pt x="39043" y="85240"/>
                  <a:pt x="42735" y="86001"/>
                  <a:pt x="46823" y="86762"/>
                </a:cubicBezTo>
                <a:cubicBezTo>
                  <a:pt x="50911" y="87520"/>
                  <a:pt x="54317" y="88216"/>
                  <a:pt x="57043" y="88850"/>
                </a:cubicBezTo>
                <a:cubicBezTo>
                  <a:pt x="65346" y="90750"/>
                  <a:pt x="71747" y="94011"/>
                  <a:pt x="76247" y="98634"/>
                </a:cubicBezTo>
                <a:cubicBezTo>
                  <a:pt x="80747" y="103320"/>
                  <a:pt x="82997" y="109526"/>
                  <a:pt x="82997" y="117253"/>
                </a:cubicBezTo>
                <a:close/>
                <a:moveTo>
                  <a:pt x="200411" y="41641"/>
                </a:moveTo>
                <a:lnTo>
                  <a:pt x="138424" y="187100"/>
                </a:lnTo>
                <a:lnTo>
                  <a:pt x="119315" y="187100"/>
                </a:lnTo>
                <a:lnTo>
                  <a:pt x="139090" y="142767"/>
                </a:lnTo>
                <a:lnTo>
                  <a:pt x="96783" y="41641"/>
                </a:lnTo>
                <a:lnTo>
                  <a:pt x="116177" y="41641"/>
                </a:lnTo>
                <a:lnTo>
                  <a:pt x="148787" y="120360"/>
                </a:lnTo>
                <a:lnTo>
                  <a:pt x="181681" y="41641"/>
                </a:lnTo>
                <a:lnTo>
                  <a:pt x="200411" y="41641"/>
                </a:lnTo>
                <a:close/>
                <a:moveTo>
                  <a:pt x="378804" y="147931"/>
                </a:moveTo>
                <a:lnTo>
                  <a:pt x="360930" y="147931"/>
                </a:lnTo>
                <a:lnTo>
                  <a:pt x="360930" y="87403"/>
                </a:lnTo>
                <a:cubicBezTo>
                  <a:pt x="360930" y="82836"/>
                  <a:pt x="360724" y="78427"/>
                  <a:pt x="360312" y="74176"/>
                </a:cubicBezTo>
                <a:cubicBezTo>
                  <a:pt x="359900" y="69924"/>
                  <a:pt x="359029" y="66529"/>
                  <a:pt x="357698" y="63992"/>
                </a:cubicBezTo>
                <a:cubicBezTo>
                  <a:pt x="356240" y="61263"/>
                  <a:pt x="354149" y="59201"/>
                  <a:pt x="351423" y="57806"/>
                </a:cubicBezTo>
                <a:cubicBezTo>
                  <a:pt x="348698" y="56410"/>
                  <a:pt x="344768" y="55712"/>
                  <a:pt x="339634" y="55712"/>
                </a:cubicBezTo>
                <a:cubicBezTo>
                  <a:pt x="334627" y="55712"/>
                  <a:pt x="329620" y="56966"/>
                  <a:pt x="324613" y="59473"/>
                </a:cubicBezTo>
                <a:cubicBezTo>
                  <a:pt x="319606" y="61979"/>
                  <a:pt x="314599" y="65166"/>
                  <a:pt x="309592" y="69037"/>
                </a:cubicBezTo>
                <a:cubicBezTo>
                  <a:pt x="309782" y="70494"/>
                  <a:pt x="309940" y="72191"/>
                  <a:pt x="310067" y="74126"/>
                </a:cubicBezTo>
                <a:cubicBezTo>
                  <a:pt x="310194" y="76061"/>
                  <a:pt x="310257" y="77980"/>
                  <a:pt x="310257" y="79884"/>
                </a:cubicBezTo>
                <a:lnTo>
                  <a:pt x="310257" y="147931"/>
                </a:lnTo>
                <a:lnTo>
                  <a:pt x="292384" y="147931"/>
                </a:lnTo>
                <a:lnTo>
                  <a:pt x="292384" y="87403"/>
                </a:lnTo>
                <a:cubicBezTo>
                  <a:pt x="292384" y="82709"/>
                  <a:pt x="292178" y="78253"/>
                  <a:pt x="291766" y="74034"/>
                </a:cubicBezTo>
                <a:cubicBezTo>
                  <a:pt x="291354" y="69813"/>
                  <a:pt x="290482" y="66434"/>
                  <a:pt x="289151" y="63897"/>
                </a:cubicBezTo>
                <a:cubicBezTo>
                  <a:pt x="287694" y="61168"/>
                  <a:pt x="285602" y="59121"/>
                  <a:pt x="282877" y="57759"/>
                </a:cubicBezTo>
                <a:cubicBezTo>
                  <a:pt x="280151" y="56394"/>
                  <a:pt x="276222" y="55712"/>
                  <a:pt x="271088" y="55712"/>
                </a:cubicBezTo>
                <a:cubicBezTo>
                  <a:pt x="266208" y="55712"/>
                  <a:pt x="261311" y="56918"/>
                  <a:pt x="256399" y="59330"/>
                </a:cubicBezTo>
                <a:cubicBezTo>
                  <a:pt x="251487" y="61741"/>
                  <a:pt x="246591" y="64817"/>
                  <a:pt x="241711" y="68558"/>
                </a:cubicBezTo>
                <a:lnTo>
                  <a:pt x="241711" y="147931"/>
                </a:lnTo>
                <a:lnTo>
                  <a:pt x="223837" y="147931"/>
                </a:lnTo>
                <a:lnTo>
                  <a:pt x="223837" y="41641"/>
                </a:lnTo>
                <a:lnTo>
                  <a:pt x="241711" y="41641"/>
                </a:lnTo>
                <a:lnTo>
                  <a:pt x="241711" y="53442"/>
                </a:lnTo>
                <a:cubicBezTo>
                  <a:pt x="247288" y="48781"/>
                  <a:pt x="252850" y="45143"/>
                  <a:pt x="258396" y="42527"/>
                </a:cubicBezTo>
                <a:cubicBezTo>
                  <a:pt x="263942" y="39908"/>
                  <a:pt x="269852" y="38599"/>
                  <a:pt x="276127" y="38599"/>
                </a:cubicBezTo>
                <a:cubicBezTo>
                  <a:pt x="283352" y="38599"/>
                  <a:pt x="289484" y="40130"/>
                  <a:pt x="294523" y="43192"/>
                </a:cubicBezTo>
                <a:cubicBezTo>
                  <a:pt x="299562" y="46252"/>
                  <a:pt x="303317" y="50493"/>
                  <a:pt x="305789" y="55914"/>
                </a:cubicBezTo>
                <a:cubicBezTo>
                  <a:pt x="313014" y="49792"/>
                  <a:pt x="319606" y="45376"/>
                  <a:pt x="325564" y="42666"/>
                </a:cubicBezTo>
                <a:cubicBezTo>
                  <a:pt x="331522" y="39955"/>
                  <a:pt x="337891" y="38599"/>
                  <a:pt x="344673" y="38599"/>
                </a:cubicBezTo>
                <a:cubicBezTo>
                  <a:pt x="356335" y="38599"/>
                  <a:pt x="364939" y="42138"/>
                  <a:pt x="370485" y="49217"/>
                </a:cubicBezTo>
                <a:cubicBezTo>
                  <a:pt x="376031" y="56296"/>
                  <a:pt x="378804" y="66185"/>
                  <a:pt x="378804" y="78885"/>
                </a:cubicBezTo>
                <a:lnTo>
                  <a:pt x="378804" y="147931"/>
                </a:lnTo>
                <a:close/>
                <a:moveTo>
                  <a:pt x="506742" y="93975"/>
                </a:moveTo>
                <a:cubicBezTo>
                  <a:pt x="506742" y="102872"/>
                  <a:pt x="505490" y="110879"/>
                  <a:pt x="502987" y="117995"/>
                </a:cubicBezTo>
                <a:cubicBezTo>
                  <a:pt x="500483" y="125112"/>
                  <a:pt x="497108" y="131085"/>
                  <a:pt x="492862" y="135913"/>
                </a:cubicBezTo>
                <a:cubicBezTo>
                  <a:pt x="488362" y="140934"/>
                  <a:pt x="483418" y="144700"/>
                  <a:pt x="478030" y="147209"/>
                </a:cubicBezTo>
                <a:cubicBezTo>
                  <a:pt x="472643" y="149719"/>
                  <a:pt x="466717" y="150973"/>
                  <a:pt x="460252" y="150973"/>
                </a:cubicBezTo>
                <a:cubicBezTo>
                  <a:pt x="454231" y="150973"/>
                  <a:pt x="448970" y="150258"/>
                  <a:pt x="444470" y="148828"/>
                </a:cubicBezTo>
                <a:cubicBezTo>
                  <a:pt x="439970" y="147398"/>
                  <a:pt x="435534" y="145476"/>
                  <a:pt x="431160" y="143062"/>
                </a:cubicBezTo>
                <a:lnTo>
                  <a:pt x="430019" y="147931"/>
                </a:lnTo>
                <a:lnTo>
                  <a:pt x="413287" y="147931"/>
                </a:lnTo>
                <a:lnTo>
                  <a:pt x="413287" y="0"/>
                </a:lnTo>
                <a:lnTo>
                  <a:pt x="431160" y="0"/>
                </a:lnTo>
                <a:lnTo>
                  <a:pt x="431160" y="52705"/>
                </a:lnTo>
                <a:cubicBezTo>
                  <a:pt x="436167" y="48576"/>
                  <a:pt x="441491" y="45193"/>
                  <a:pt x="447132" y="42556"/>
                </a:cubicBezTo>
                <a:cubicBezTo>
                  <a:pt x="452773" y="39918"/>
                  <a:pt x="459111" y="38599"/>
                  <a:pt x="466146" y="38599"/>
                </a:cubicBezTo>
                <a:cubicBezTo>
                  <a:pt x="478696" y="38599"/>
                  <a:pt x="488599" y="43429"/>
                  <a:pt x="495856" y="53088"/>
                </a:cubicBezTo>
                <a:cubicBezTo>
                  <a:pt x="503113" y="62746"/>
                  <a:pt x="506742" y="76375"/>
                  <a:pt x="506742" y="93975"/>
                </a:cubicBezTo>
                <a:moveTo>
                  <a:pt x="488298" y="94453"/>
                </a:moveTo>
                <a:cubicBezTo>
                  <a:pt x="488298" y="81761"/>
                  <a:pt x="486207" y="72131"/>
                  <a:pt x="482023" y="65564"/>
                </a:cubicBezTo>
                <a:cubicBezTo>
                  <a:pt x="477840" y="58996"/>
                  <a:pt x="471090" y="55712"/>
                  <a:pt x="461773" y="55712"/>
                </a:cubicBezTo>
                <a:cubicBezTo>
                  <a:pt x="456576" y="55712"/>
                  <a:pt x="451315" y="56839"/>
                  <a:pt x="445991" y="59093"/>
                </a:cubicBezTo>
                <a:cubicBezTo>
                  <a:pt x="440667" y="61345"/>
                  <a:pt x="435724" y="64247"/>
                  <a:pt x="431160" y="67801"/>
                </a:cubicBezTo>
                <a:lnTo>
                  <a:pt x="431160" y="128721"/>
                </a:lnTo>
                <a:cubicBezTo>
                  <a:pt x="436231" y="131004"/>
                  <a:pt x="440588" y="132591"/>
                  <a:pt x="444233" y="133480"/>
                </a:cubicBezTo>
                <a:cubicBezTo>
                  <a:pt x="447877" y="134367"/>
                  <a:pt x="452013" y="134811"/>
                  <a:pt x="456639" y="134811"/>
                </a:cubicBezTo>
                <a:cubicBezTo>
                  <a:pt x="466527" y="134811"/>
                  <a:pt x="474275" y="131559"/>
                  <a:pt x="479884" y="125054"/>
                </a:cubicBezTo>
                <a:cubicBezTo>
                  <a:pt x="485494" y="118550"/>
                  <a:pt x="488298" y="108350"/>
                  <a:pt x="488298" y="94453"/>
                </a:cubicBezTo>
                <a:close/>
                <a:moveTo>
                  <a:pt x="625096" y="94834"/>
                </a:moveTo>
                <a:cubicBezTo>
                  <a:pt x="625096" y="112180"/>
                  <a:pt x="620659" y="125873"/>
                  <a:pt x="611786" y="135913"/>
                </a:cubicBezTo>
                <a:cubicBezTo>
                  <a:pt x="602912" y="145953"/>
                  <a:pt x="591028" y="150973"/>
                  <a:pt x="576134" y="150973"/>
                </a:cubicBezTo>
                <a:cubicBezTo>
                  <a:pt x="561113" y="150973"/>
                  <a:pt x="549181" y="145953"/>
                  <a:pt x="540340" y="135913"/>
                </a:cubicBezTo>
                <a:cubicBezTo>
                  <a:pt x="531498" y="125873"/>
                  <a:pt x="527077" y="112180"/>
                  <a:pt x="527077" y="94834"/>
                </a:cubicBezTo>
                <a:cubicBezTo>
                  <a:pt x="527077" y="77487"/>
                  <a:pt x="531498" y="63778"/>
                  <a:pt x="540340" y="53706"/>
                </a:cubicBezTo>
                <a:cubicBezTo>
                  <a:pt x="549181" y="43635"/>
                  <a:pt x="561113" y="38599"/>
                  <a:pt x="576134" y="38599"/>
                </a:cubicBezTo>
                <a:cubicBezTo>
                  <a:pt x="591028" y="38599"/>
                  <a:pt x="602912" y="43635"/>
                  <a:pt x="611786" y="53706"/>
                </a:cubicBezTo>
                <a:cubicBezTo>
                  <a:pt x="620659" y="63778"/>
                  <a:pt x="625096" y="77487"/>
                  <a:pt x="625096" y="94834"/>
                </a:cubicBezTo>
                <a:moveTo>
                  <a:pt x="606652" y="94834"/>
                </a:moveTo>
                <a:cubicBezTo>
                  <a:pt x="606652" y="81096"/>
                  <a:pt x="603958" y="70888"/>
                  <a:pt x="598571" y="64209"/>
                </a:cubicBezTo>
                <a:cubicBezTo>
                  <a:pt x="593183" y="57530"/>
                  <a:pt x="585704" y="54191"/>
                  <a:pt x="576134" y="54191"/>
                </a:cubicBezTo>
                <a:cubicBezTo>
                  <a:pt x="566437" y="54191"/>
                  <a:pt x="558910" y="57530"/>
                  <a:pt x="553554" y="64209"/>
                </a:cubicBezTo>
                <a:cubicBezTo>
                  <a:pt x="548199" y="70888"/>
                  <a:pt x="545521" y="81096"/>
                  <a:pt x="545521" y="94834"/>
                </a:cubicBezTo>
                <a:cubicBezTo>
                  <a:pt x="545521" y="108128"/>
                  <a:pt x="548215" y="118209"/>
                  <a:pt x="553602" y="125078"/>
                </a:cubicBezTo>
                <a:cubicBezTo>
                  <a:pt x="558989" y="131947"/>
                  <a:pt x="566500" y="135382"/>
                  <a:pt x="576134" y="135382"/>
                </a:cubicBezTo>
                <a:cubicBezTo>
                  <a:pt x="585641" y="135382"/>
                  <a:pt x="593104" y="131979"/>
                  <a:pt x="598523" y="125173"/>
                </a:cubicBezTo>
                <a:cubicBezTo>
                  <a:pt x="603942" y="118368"/>
                  <a:pt x="606652" y="108255"/>
                  <a:pt x="606652" y="94834"/>
                </a:cubicBezTo>
                <a:close/>
                <a:moveTo>
                  <a:pt x="670839" y="147931"/>
                </a:moveTo>
                <a:lnTo>
                  <a:pt x="652965" y="147931"/>
                </a:lnTo>
                <a:lnTo>
                  <a:pt x="652965" y="0"/>
                </a:lnTo>
                <a:lnTo>
                  <a:pt x="670839" y="0"/>
                </a:lnTo>
                <a:lnTo>
                  <a:pt x="670839" y="147931"/>
                </a:lnTo>
                <a:close/>
                <a:moveTo>
                  <a:pt x="725329" y="23958"/>
                </a:moveTo>
                <a:lnTo>
                  <a:pt x="705174" y="23958"/>
                </a:lnTo>
                <a:lnTo>
                  <a:pt x="705174" y="5324"/>
                </a:lnTo>
                <a:lnTo>
                  <a:pt x="725329" y="5324"/>
                </a:lnTo>
                <a:lnTo>
                  <a:pt x="725329" y="23958"/>
                </a:lnTo>
                <a:moveTo>
                  <a:pt x="724188" y="147931"/>
                </a:moveTo>
                <a:lnTo>
                  <a:pt x="706315" y="147931"/>
                </a:lnTo>
                <a:lnTo>
                  <a:pt x="706315" y="41641"/>
                </a:lnTo>
                <a:lnTo>
                  <a:pt x="724188" y="41641"/>
                </a:lnTo>
                <a:lnTo>
                  <a:pt x="724188" y="147931"/>
                </a:lnTo>
                <a:close/>
                <a:moveTo>
                  <a:pt x="838002" y="141371"/>
                </a:moveTo>
                <a:cubicBezTo>
                  <a:pt x="832044" y="144223"/>
                  <a:pt x="826387" y="146442"/>
                  <a:pt x="821031" y="148026"/>
                </a:cubicBezTo>
                <a:cubicBezTo>
                  <a:pt x="815676" y="149611"/>
                  <a:pt x="809987" y="150403"/>
                  <a:pt x="803966" y="150403"/>
                </a:cubicBezTo>
                <a:cubicBezTo>
                  <a:pt x="796297" y="150403"/>
                  <a:pt x="789262" y="149276"/>
                  <a:pt x="782860" y="147022"/>
                </a:cubicBezTo>
                <a:cubicBezTo>
                  <a:pt x="776459" y="144768"/>
                  <a:pt x="770976" y="141355"/>
                  <a:pt x="766413" y="136784"/>
                </a:cubicBezTo>
                <a:cubicBezTo>
                  <a:pt x="761786" y="132213"/>
                  <a:pt x="758205" y="126435"/>
                  <a:pt x="755670" y="119451"/>
                </a:cubicBezTo>
                <a:cubicBezTo>
                  <a:pt x="753135" y="112467"/>
                  <a:pt x="751867" y="104309"/>
                  <a:pt x="751867" y="94976"/>
                </a:cubicBezTo>
                <a:cubicBezTo>
                  <a:pt x="751867" y="77580"/>
                  <a:pt x="756636" y="63931"/>
                  <a:pt x="766175" y="54027"/>
                </a:cubicBezTo>
                <a:cubicBezTo>
                  <a:pt x="775714" y="44122"/>
                  <a:pt x="788311" y="39169"/>
                  <a:pt x="803966" y="39169"/>
                </a:cubicBezTo>
                <a:cubicBezTo>
                  <a:pt x="810051" y="39169"/>
                  <a:pt x="816024" y="40025"/>
                  <a:pt x="821887" y="41736"/>
                </a:cubicBezTo>
                <a:cubicBezTo>
                  <a:pt x="827750" y="43448"/>
                  <a:pt x="833121" y="45539"/>
                  <a:pt x="838002" y="48011"/>
                </a:cubicBezTo>
                <a:lnTo>
                  <a:pt x="838002" y="67881"/>
                </a:lnTo>
                <a:lnTo>
                  <a:pt x="837051" y="67881"/>
                </a:lnTo>
                <a:cubicBezTo>
                  <a:pt x="831600" y="63664"/>
                  <a:pt x="825975" y="60424"/>
                  <a:pt x="820176" y="58160"/>
                </a:cubicBezTo>
                <a:cubicBezTo>
                  <a:pt x="814376" y="55894"/>
                  <a:pt x="808720" y="54761"/>
                  <a:pt x="803205" y="54761"/>
                </a:cubicBezTo>
                <a:cubicBezTo>
                  <a:pt x="793065" y="54761"/>
                  <a:pt x="785063" y="58168"/>
                  <a:pt x="779200" y="64981"/>
                </a:cubicBezTo>
                <a:cubicBezTo>
                  <a:pt x="773337" y="71795"/>
                  <a:pt x="770406" y="81793"/>
                  <a:pt x="770406" y="94976"/>
                </a:cubicBezTo>
                <a:cubicBezTo>
                  <a:pt x="770406" y="107779"/>
                  <a:pt x="773274" y="117619"/>
                  <a:pt x="779010" y="124496"/>
                </a:cubicBezTo>
                <a:cubicBezTo>
                  <a:pt x="784746" y="131373"/>
                  <a:pt x="792811" y="134811"/>
                  <a:pt x="803205" y="134811"/>
                </a:cubicBezTo>
                <a:cubicBezTo>
                  <a:pt x="806818" y="134811"/>
                  <a:pt x="810494" y="134340"/>
                  <a:pt x="814234" y="133397"/>
                </a:cubicBezTo>
                <a:cubicBezTo>
                  <a:pt x="817973" y="132452"/>
                  <a:pt x="821332" y="131224"/>
                  <a:pt x="824311" y="129713"/>
                </a:cubicBezTo>
                <a:cubicBezTo>
                  <a:pt x="826910" y="128392"/>
                  <a:pt x="829350" y="126993"/>
                  <a:pt x="831632" y="125515"/>
                </a:cubicBezTo>
                <a:cubicBezTo>
                  <a:pt x="833914" y="124035"/>
                  <a:pt x="835720" y="122761"/>
                  <a:pt x="837051" y="121691"/>
                </a:cubicBezTo>
                <a:lnTo>
                  <a:pt x="838002" y="121691"/>
                </a:lnTo>
                <a:lnTo>
                  <a:pt x="838002" y="141371"/>
                </a:lnTo>
                <a:close/>
                <a:moveTo>
                  <a:pt x="948655" y="23958"/>
                </a:moveTo>
                <a:lnTo>
                  <a:pt x="928500" y="23958"/>
                </a:lnTo>
                <a:lnTo>
                  <a:pt x="928500" y="5324"/>
                </a:lnTo>
                <a:lnTo>
                  <a:pt x="948655" y="5324"/>
                </a:lnTo>
                <a:lnTo>
                  <a:pt x="948655" y="23958"/>
                </a:lnTo>
                <a:moveTo>
                  <a:pt x="947514" y="147931"/>
                </a:moveTo>
                <a:lnTo>
                  <a:pt x="929641" y="147931"/>
                </a:lnTo>
                <a:lnTo>
                  <a:pt x="929641" y="41641"/>
                </a:lnTo>
                <a:lnTo>
                  <a:pt x="947514" y="41641"/>
                </a:lnTo>
                <a:lnTo>
                  <a:pt x="947514" y="147931"/>
                </a:lnTo>
                <a:close/>
                <a:moveTo>
                  <a:pt x="1071597" y="147931"/>
                </a:moveTo>
                <a:lnTo>
                  <a:pt x="1053724" y="147931"/>
                </a:lnTo>
                <a:lnTo>
                  <a:pt x="1053724" y="87403"/>
                </a:lnTo>
                <a:cubicBezTo>
                  <a:pt x="1053724" y="82517"/>
                  <a:pt x="1053438" y="77933"/>
                  <a:pt x="1052868" y="73651"/>
                </a:cubicBezTo>
                <a:cubicBezTo>
                  <a:pt x="1052297" y="69368"/>
                  <a:pt x="1051252" y="66022"/>
                  <a:pt x="1049731" y="63612"/>
                </a:cubicBezTo>
                <a:cubicBezTo>
                  <a:pt x="1048146" y="60946"/>
                  <a:pt x="1045864" y="58963"/>
                  <a:pt x="1042885" y="57664"/>
                </a:cubicBezTo>
                <a:cubicBezTo>
                  <a:pt x="1039906" y="56362"/>
                  <a:pt x="1036040" y="55712"/>
                  <a:pt x="1031287" y="55712"/>
                </a:cubicBezTo>
                <a:cubicBezTo>
                  <a:pt x="1026406" y="55712"/>
                  <a:pt x="1021304" y="56918"/>
                  <a:pt x="1015980" y="59330"/>
                </a:cubicBezTo>
                <a:cubicBezTo>
                  <a:pt x="1010656" y="61741"/>
                  <a:pt x="1005554" y="64817"/>
                  <a:pt x="1000674" y="68558"/>
                </a:cubicBezTo>
                <a:lnTo>
                  <a:pt x="1000674" y="147931"/>
                </a:lnTo>
                <a:lnTo>
                  <a:pt x="982800" y="147931"/>
                </a:lnTo>
                <a:lnTo>
                  <a:pt x="982800" y="41641"/>
                </a:lnTo>
                <a:lnTo>
                  <a:pt x="1000674" y="41641"/>
                </a:lnTo>
                <a:lnTo>
                  <a:pt x="1000674" y="53362"/>
                </a:lnTo>
                <a:cubicBezTo>
                  <a:pt x="1006251" y="48727"/>
                  <a:pt x="1012019" y="45108"/>
                  <a:pt x="1017977" y="42506"/>
                </a:cubicBezTo>
                <a:cubicBezTo>
                  <a:pt x="1023934" y="39901"/>
                  <a:pt x="1030051" y="38599"/>
                  <a:pt x="1036325" y="38599"/>
                </a:cubicBezTo>
                <a:cubicBezTo>
                  <a:pt x="1047797" y="38599"/>
                  <a:pt x="1056544" y="42059"/>
                  <a:pt x="1062565" y="48980"/>
                </a:cubicBezTo>
                <a:cubicBezTo>
                  <a:pt x="1068586" y="55900"/>
                  <a:pt x="1071597" y="65869"/>
                  <a:pt x="1071597" y="78885"/>
                </a:cubicBezTo>
                <a:lnTo>
                  <a:pt x="1071597" y="147931"/>
                </a:lnTo>
                <a:close/>
                <a:moveTo>
                  <a:pt x="1199503" y="93455"/>
                </a:moveTo>
                <a:cubicBezTo>
                  <a:pt x="1199503" y="102089"/>
                  <a:pt x="1198267" y="109977"/>
                  <a:pt x="1195795" y="117119"/>
                </a:cubicBezTo>
                <a:cubicBezTo>
                  <a:pt x="1193323" y="124261"/>
                  <a:pt x="1189837" y="130309"/>
                  <a:pt x="1185337" y="135263"/>
                </a:cubicBezTo>
                <a:cubicBezTo>
                  <a:pt x="1181154" y="139961"/>
                  <a:pt x="1176226" y="143595"/>
                  <a:pt x="1170553" y="146166"/>
                </a:cubicBezTo>
                <a:cubicBezTo>
                  <a:pt x="1164881" y="148737"/>
                  <a:pt x="1158875" y="150023"/>
                  <a:pt x="1152537" y="150023"/>
                </a:cubicBezTo>
                <a:cubicBezTo>
                  <a:pt x="1147023" y="150023"/>
                  <a:pt x="1142032" y="149419"/>
                  <a:pt x="1137564" y="148213"/>
                </a:cubicBezTo>
                <a:cubicBezTo>
                  <a:pt x="1133095" y="147007"/>
                  <a:pt x="1128548" y="145134"/>
                  <a:pt x="1123921" y="142595"/>
                </a:cubicBezTo>
                <a:lnTo>
                  <a:pt x="1123921" y="187100"/>
                </a:lnTo>
                <a:lnTo>
                  <a:pt x="1106047" y="187100"/>
                </a:lnTo>
                <a:lnTo>
                  <a:pt x="1106047" y="41641"/>
                </a:lnTo>
                <a:lnTo>
                  <a:pt x="1123921" y="41641"/>
                </a:lnTo>
                <a:lnTo>
                  <a:pt x="1123921" y="52693"/>
                </a:lnTo>
                <a:cubicBezTo>
                  <a:pt x="1128674" y="48694"/>
                  <a:pt x="1134014" y="45346"/>
                  <a:pt x="1139940" y="42648"/>
                </a:cubicBezTo>
                <a:cubicBezTo>
                  <a:pt x="1145866" y="39949"/>
                  <a:pt x="1152189" y="38599"/>
                  <a:pt x="1158907" y="38599"/>
                </a:cubicBezTo>
                <a:cubicBezTo>
                  <a:pt x="1171710" y="38599"/>
                  <a:pt x="1181677" y="43441"/>
                  <a:pt x="1188807" y="53124"/>
                </a:cubicBezTo>
                <a:cubicBezTo>
                  <a:pt x="1195937" y="62806"/>
                  <a:pt x="1199503" y="76249"/>
                  <a:pt x="1199503" y="93455"/>
                </a:cubicBezTo>
                <a:moveTo>
                  <a:pt x="1181059" y="93930"/>
                </a:moveTo>
                <a:cubicBezTo>
                  <a:pt x="1181059" y="81128"/>
                  <a:pt x="1178872" y="71557"/>
                  <a:pt x="1174499" y="65219"/>
                </a:cubicBezTo>
                <a:cubicBezTo>
                  <a:pt x="1170125" y="58881"/>
                  <a:pt x="1163407" y="55712"/>
                  <a:pt x="1154344" y="55712"/>
                </a:cubicBezTo>
                <a:cubicBezTo>
                  <a:pt x="1149210" y="55712"/>
                  <a:pt x="1144044" y="56821"/>
                  <a:pt x="1138847" y="59039"/>
                </a:cubicBezTo>
                <a:cubicBezTo>
                  <a:pt x="1133650" y="61258"/>
                  <a:pt x="1128674" y="64173"/>
                  <a:pt x="1123921" y="67786"/>
                </a:cubicBezTo>
                <a:lnTo>
                  <a:pt x="1123921" y="127966"/>
                </a:lnTo>
                <a:cubicBezTo>
                  <a:pt x="1128991" y="130248"/>
                  <a:pt x="1133349" y="131801"/>
                  <a:pt x="1136993" y="132625"/>
                </a:cubicBezTo>
                <a:cubicBezTo>
                  <a:pt x="1140638" y="133448"/>
                  <a:pt x="1144773" y="133860"/>
                  <a:pt x="1149400" y="133860"/>
                </a:cubicBezTo>
                <a:cubicBezTo>
                  <a:pt x="1159351" y="133860"/>
                  <a:pt x="1167115" y="130501"/>
                  <a:pt x="1172692" y="123783"/>
                </a:cubicBezTo>
                <a:cubicBezTo>
                  <a:pt x="1178270" y="117065"/>
                  <a:pt x="1181059" y="107114"/>
                  <a:pt x="1181059" y="93930"/>
                </a:cubicBezTo>
                <a:close/>
                <a:moveTo>
                  <a:pt x="1315386" y="147931"/>
                </a:moveTo>
                <a:lnTo>
                  <a:pt x="1297513" y="147931"/>
                </a:lnTo>
                <a:lnTo>
                  <a:pt x="1297513" y="136210"/>
                </a:lnTo>
                <a:cubicBezTo>
                  <a:pt x="1291491" y="140972"/>
                  <a:pt x="1285724" y="144623"/>
                  <a:pt x="1280210" y="147164"/>
                </a:cubicBezTo>
                <a:cubicBezTo>
                  <a:pt x="1274696" y="149704"/>
                  <a:pt x="1268611" y="150973"/>
                  <a:pt x="1261956" y="150973"/>
                </a:cubicBezTo>
                <a:cubicBezTo>
                  <a:pt x="1250801" y="150973"/>
                  <a:pt x="1242118" y="147561"/>
                  <a:pt x="1235906" y="140735"/>
                </a:cubicBezTo>
                <a:cubicBezTo>
                  <a:pt x="1229695" y="133910"/>
                  <a:pt x="1226589" y="123894"/>
                  <a:pt x="1226589" y="110687"/>
                </a:cubicBezTo>
                <a:lnTo>
                  <a:pt x="1226589" y="41641"/>
                </a:lnTo>
                <a:lnTo>
                  <a:pt x="1244463" y="41641"/>
                </a:lnTo>
                <a:lnTo>
                  <a:pt x="1244463" y="102169"/>
                </a:lnTo>
                <a:cubicBezTo>
                  <a:pt x="1244463" y="107562"/>
                  <a:pt x="1244716" y="112178"/>
                  <a:pt x="1245223" y="116017"/>
                </a:cubicBezTo>
                <a:cubicBezTo>
                  <a:pt x="1245730" y="119855"/>
                  <a:pt x="1246808" y="123138"/>
                  <a:pt x="1248456" y="125866"/>
                </a:cubicBezTo>
                <a:cubicBezTo>
                  <a:pt x="1250167" y="128658"/>
                  <a:pt x="1252385" y="130689"/>
                  <a:pt x="1255111" y="131959"/>
                </a:cubicBezTo>
                <a:cubicBezTo>
                  <a:pt x="1257836" y="133227"/>
                  <a:pt x="1261798" y="133860"/>
                  <a:pt x="1266995" y="133860"/>
                </a:cubicBezTo>
                <a:cubicBezTo>
                  <a:pt x="1271622" y="133860"/>
                  <a:pt x="1276676" y="132655"/>
                  <a:pt x="1282159" y="130245"/>
                </a:cubicBezTo>
                <a:cubicBezTo>
                  <a:pt x="1287641" y="127832"/>
                  <a:pt x="1292759" y="124755"/>
                  <a:pt x="1297513" y="121014"/>
                </a:cubicBezTo>
                <a:lnTo>
                  <a:pt x="1297513" y="41641"/>
                </a:lnTo>
                <a:lnTo>
                  <a:pt x="1315386" y="41641"/>
                </a:lnTo>
                <a:lnTo>
                  <a:pt x="1315386" y="147931"/>
                </a:lnTo>
                <a:close/>
                <a:moveTo>
                  <a:pt x="1405739" y="146995"/>
                </a:moveTo>
                <a:cubicBezTo>
                  <a:pt x="1402379" y="147879"/>
                  <a:pt x="1398719" y="148603"/>
                  <a:pt x="1394758" y="149170"/>
                </a:cubicBezTo>
                <a:cubicBezTo>
                  <a:pt x="1390796" y="149738"/>
                  <a:pt x="1387263" y="150023"/>
                  <a:pt x="1384157" y="150023"/>
                </a:cubicBezTo>
                <a:cubicBezTo>
                  <a:pt x="1373319" y="150023"/>
                  <a:pt x="1365080" y="147104"/>
                  <a:pt x="1359439" y="141267"/>
                </a:cubicBezTo>
                <a:cubicBezTo>
                  <a:pt x="1353798" y="135430"/>
                  <a:pt x="1350977" y="126072"/>
                  <a:pt x="1350977" y="113191"/>
                </a:cubicBezTo>
                <a:lnTo>
                  <a:pt x="1350977" y="56663"/>
                </a:lnTo>
                <a:lnTo>
                  <a:pt x="1338903" y="56663"/>
                </a:lnTo>
                <a:lnTo>
                  <a:pt x="1338903" y="41641"/>
                </a:lnTo>
                <a:lnTo>
                  <a:pt x="1350977" y="41641"/>
                </a:lnTo>
                <a:lnTo>
                  <a:pt x="1350977" y="11028"/>
                </a:lnTo>
                <a:lnTo>
                  <a:pt x="1368851" y="11028"/>
                </a:lnTo>
                <a:lnTo>
                  <a:pt x="1368851" y="41641"/>
                </a:lnTo>
                <a:lnTo>
                  <a:pt x="1405739" y="41641"/>
                </a:lnTo>
                <a:lnTo>
                  <a:pt x="1405739" y="56663"/>
                </a:lnTo>
                <a:lnTo>
                  <a:pt x="1368851" y="56663"/>
                </a:lnTo>
                <a:lnTo>
                  <a:pt x="1368851" y="105173"/>
                </a:lnTo>
                <a:cubicBezTo>
                  <a:pt x="1368851" y="110764"/>
                  <a:pt x="1368978" y="115132"/>
                  <a:pt x="1369231" y="118278"/>
                </a:cubicBezTo>
                <a:cubicBezTo>
                  <a:pt x="1369485" y="121423"/>
                  <a:pt x="1370372" y="124361"/>
                  <a:pt x="1371893" y="127093"/>
                </a:cubicBezTo>
                <a:cubicBezTo>
                  <a:pt x="1373287" y="129634"/>
                  <a:pt x="1375205" y="131493"/>
                  <a:pt x="1377645" y="132669"/>
                </a:cubicBezTo>
                <a:cubicBezTo>
                  <a:pt x="1380085" y="133844"/>
                  <a:pt x="1383809" y="134431"/>
                  <a:pt x="1388816" y="134431"/>
                </a:cubicBezTo>
                <a:cubicBezTo>
                  <a:pt x="1391731" y="134431"/>
                  <a:pt x="1394774" y="134003"/>
                  <a:pt x="1397943" y="133147"/>
                </a:cubicBezTo>
                <a:cubicBezTo>
                  <a:pt x="1401112" y="132292"/>
                  <a:pt x="1403393" y="131579"/>
                  <a:pt x="1404788" y="131008"/>
                </a:cubicBezTo>
                <a:lnTo>
                  <a:pt x="1405739" y="131008"/>
                </a:lnTo>
                <a:lnTo>
                  <a:pt x="1405739" y="1469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895533-D26D-4286-8FF4-8ECC2275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4344" y="542454"/>
            <a:ext cx="405638" cy="486765"/>
          </a:xfrm>
          <a:custGeom xmlns:a="http://schemas.openxmlformats.org/drawingml/2006/main">
            <a:pathLst>
              <a:path w="405638" h="486765" fill="none">
                <a:moveTo>
                  <a:pt x="0" y="486765"/>
                </a:moveTo>
                <a:lnTo>
                  <a:pt x="4056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8677" cap="flat">
            <a:solidFill>
              <a:srgbClr val="82B366"/>
            </a:solidFill>
            <a:miter/>
          </a:ln>
        </p:spPr>
      </p:sp>
      <p:sp>
        <p:nvSpPr>
          <p:cNvPr id="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C16176-0EE6-4F40-A2CF-1722A42D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0814" y="1029219"/>
            <a:ext cx="973530" cy="1135786"/>
          </a:xfrm>
          <a:custGeom xmlns:a="http://schemas.openxmlformats.org/drawingml/2006/main">
            <a:pathLst>
              <a:path w="973530" h="1135786" fill="none">
                <a:moveTo>
                  <a:pt x="0" y="1135786"/>
                </a:moveTo>
                <a:lnTo>
                  <a:pt x="9735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8677" cap="flat">
            <a:solidFill>
              <a:srgbClr val="82B366"/>
            </a:solidFill>
            <a:miter/>
          </a:ln>
        </p:spPr>
      </p:sp>
      <p:sp>
        <p:nvSpPr>
          <p:cNvPr id="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12875E-4047-49F5-BAE4-E9C9A9F6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0814" y="2165004"/>
            <a:ext cx="973530" cy="811275"/>
          </a:xfrm>
          <a:custGeom xmlns:a="http://schemas.openxmlformats.org/drawingml/2006/main">
            <a:pathLst>
              <a:path w="973530" h="811275" fill="none">
                <a:moveTo>
                  <a:pt x="0" y="0"/>
                </a:moveTo>
                <a:lnTo>
                  <a:pt x="973530" y="811275"/>
                </a:lnTo>
              </a:path>
            </a:pathLst>
          </a:custGeom>
          <a:noFill xmlns:a="http://schemas.openxmlformats.org/drawingml/2006/main"/>
          <a:ln xmlns:a="http://schemas.openxmlformats.org/drawingml/2006/main" w="48677" cap="flat">
            <a:solidFill>
              <a:srgbClr val="82B366"/>
            </a:solidFill>
            <a:miter/>
          </a:ln>
        </p:spPr>
      </p:sp>
      <p:sp>
        <p:nvSpPr>
          <p:cNvPr id="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CC19E1-E6E0-4E13-AA33-A4474A42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7579" y="2976280"/>
            <a:ext cx="486765" cy="649020"/>
          </a:xfrm>
          <a:custGeom xmlns:a="http://schemas.openxmlformats.org/drawingml/2006/main">
            <a:pathLst>
              <a:path w="486765" h="649020" fill="none">
                <a:moveTo>
                  <a:pt x="0" y="649020"/>
                </a:moveTo>
                <a:lnTo>
                  <a:pt x="4867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8677" cap="flat">
            <a:solidFill>
              <a:srgbClr val="82B366"/>
            </a:solidFill>
            <a:miter/>
          </a:ln>
        </p:spPr>
      </p:sp>
      <p:sp>
        <p:nvSpPr>
          <p:cNvPr id="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B92D1F-2667-447B-82EC-B021A0C6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7579" y="3625300"/>
            <a:ext cx="486765" cy="649020"/>
          </a:xfrm>
          <a:custGeom xmlns:a="http://schemas.openxmlformats.org/drawingml/2006/main">
            <a:pathLst>
              <a:path w="486765" h="649020" fill="none">
                <a:moveTo>
                  <a:pt x="486765" y="6490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8677" cap="flat">
            <a:solidFill>
              <a:srgbClr val="82B366"/>
            </a:solidFill>
            <a:miter/>
          </a:ln>
        </p:spPr>
      </p:sp>
      <p:sp>
        <p:nvSpPr>
          <p:cNvPr id="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67588C-E79C-4394-80B2-C76A1A30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3403" y="4274321"/>
            <a:ext cx="320941" cy="229266"/>
          </a:xfrm>
          <a:custGeom xmlns:a="http://schemas.openxmlformats.org/drawingml/2006/main">
            <a:pathLst>
              <a:path w="320941" h="229266" fill="none">
                <a:moveTo>
                  <a:pt x="320941" y="0"/>
                </a:moveTo>
                <a:lnTo>
                  <a:pt x="0" y="229266"/>
                </a:lnTo>
              </a:path>
            </a:pathLst>
          </a:custGeom>
          <a:noFill xmlns:a="http://schemas.openxmlformats.org/drawingml/2006/main"/>
          <a:ln xmlns:a="http://schemas.openxmlformats.org/drawingml/2006/main" w="48677" cap="flat">
            <a:solidFill>
              <a:srgbClr val="82B366"/>
            </a:solidFill>
            <a:miter/>
          </a:ln>
        </p:spPr>
      </p:sp>
      <p:sp>
        <p:nvSpPr>
          <p:cNvPr id="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428FF0-16C3-4F86-ACED-96F94F156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25" y="4422946"/>
            <a:ext cx="161282" cy="144245"/>
          </a:xfrm>
          <a:custGeom xmlns:a="http://schemas.openxmlformats.org/drawingml/2006/main">
            <a:pathLst>
              <a:path w="161282" h="144245">
                <a:moveTo>
                  <a:pt x="0" y="144245"/>
                </a:moveTo>
                <a:lnTo>
                  <a:pt x="76422" y="0"/>
                </a:lnTo>
                <a:lnTo>
                  <a:pt x="89078" y="80641"/>
                </a:lnTo>
                <a:lnTo>
                  <a:pt x="161282" y="118771"/>
                </a:lnTo>
                <a:lnTo>
                  <a:pt x="0" y="144245"/>
                </a:lnTo>
                <a:close/>
              </a:path>
            </a:pathLst>
          </a:custGeom>
          <a:solidFill xmlns:a="http://schemas.openxmlformats.org/drawingml/2006/main">
            <a:srgbClr val="82B3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B474F3-E300-41BD-AC19-ED4BF122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25" y="4422946"/>
            <a:ext cx="161282" cy="144245"/>
          </a:xfrm>
          <a:custGeom xmlns:a="http://schemas.openxmlformats.org/drawingml/2006/main">
            <a:pathLst>
              <a:path w="161282" h="144245" fill="none">
                <a:moveTo>
                  <a:pt x="0" y="144245"/>
                </a:moveTo>
                <a:lnTo>
                  <a:pt x="76422" y="0"/>
                </a:lnTo>
                <a:lnTo>
                  <a:pt x="89078" y="80641"/>
                </a:lnTo>
                <a:lnTo>
                  <a:pt x="161282" y="118771"/>
                </a:lnTo>
                <a:lnTo>
                  <a:pt x="0" y="14424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677" cap="flat">
            <a:solidFill>
              <a:srgbClr val="82B366"/>
            </a:solidFill>
            <a:miter/>
          </a:ln>
        </p:spPr>
      </p:sp>
      <p:sp>
        <p:nvSpPr>
          <p:cNvPr id="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EAE68D-8586-419B-9996-62B6D9BA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9982" y="542454"/>
            <a:ext cx="202819" cy="649020"/>
          </a:xfrm>
          <a:custGeom xmlns:a="http://schemas.openxmlformats.org/drawingml/2006/main">
            <a:pathLst>
              <a:path w="202819" h="649020" fill="none">
                <a:moveTo>
                  <a:pt x="202819" y="6490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8677" cap="flat">
            <a:solidFill>
              <a:srgbClr val="D79B00"/>
            </a:solidFill>
            <a:miter/>
          </a:ln>
        </p:spPr>
      </p:sp>
      <p:sp>
        <p:nvSpPr>
          <p:cNvPr id="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F2D743-D0C4-4ECF-8661-986A4185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1109" y="1191474"/>
            <a:ext cx="121691" cy="486765"/>
          </a:xfrm>
          <a:custGeom xmlns:a="http://schemas.openxmlformats.org/drawingml/2006/main">
            <a:pathLst>
              <a:path w="121691" h="486765" fill="none">
                <a:moveTo>
                  <a:pt x="0" y="486765"/>
                </a:moveTo>
                <a:lnTo>
                  <a:pt x="1216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48677" cap="flat">
            <a:solidFill>
              <a:srgbClr val="D79B00"/>
            </a:solidFill>
            <a:miter/>
          </a:ln>
        </p:spPr>
      </p:sp>
      <p:sp>
        <p:nvSpPr>
          <p:cNvPr id="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C08676-65FD-4324-A95F-8560F6CD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4344" y="1678239"/>
            <a:ext cx="486765" cy="649020"/>
          </a:xfrm>
          <a:custGeom xmlns:a="http://schemas.openxmlformats.org/drawingml/2006/main">
            <a:pathLst>
              <a:path w="486765" h="649020" fill="none">
                <a:moveTo>
                  <a:pt x="0" y="649020"/>
                </a:moveTo>
                <a:lnTo>
                  <a:pt x="4867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8677" cap="flat">
            <a:solidFill>
              <a:srgbClr val="D79B00"/>
            </a:solidFill>
            <a:miter/>
          </a:ln>
        </p:spPr>
      </p:sp>
      <p:sp>
        <p:nvSpPr>
          <p:cNvPr id="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E674EE-7501-4626-97F6-B88B40D9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4344" y="2327260"/>
            <a:ext cx="608457" cy="811275"/>
          </a:xfrm>
          <a:custGeom xmlns:a="http://schemas.openxmlformats.org/drawingml/2006/main">
            <a:pathLst>
              <a:path w="608457" h="811275" fill="none">
                <a:moveTo>
                  <a:pt x="608457" y="8112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8677" cap="flat">
            <a:solidFill>
              <a:srgbClr val="D79B00"/>
            </a:solidFill>
            <a:miter/>
          </a:ln>
        </p:spPr>
      </p:sp>
      <p:sp>
        <p:nvSpPr>
          <p:cNvPr id="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A593F1-4F9C-4255-A38D-1D3CAC125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2801" y="3138535"/>
            <a:ext cx="649020" cy="649020"/>
          </a:xfrm>
          <a:custGeom xmlns:a="http://schemas.openxmlformats.org/drawingml/2006/main">
            <a:pathLst>
              <a:path w="649020" h="649020" fill="none">
                <a:moveTo>
                  <a:pt x="649020" y="6490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8677" cap="flat">
            <a:solidFill>
              <a:srgbClr val="D79B00"/>
            </a:solidFill>
            <a:miter/>
          </a:ln>
        </p:spPr>
      </p:sp>
      <p:sp>
        <p:nvSpPr>
          <p:cNvPr id="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597FA1-E3EA-4904-A908-E440BF61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2801" y="3787555"/>
            <a:ext cx="649020" cy="324510"/>
          </a:xfrm>
          <a:custGeom xmlns:a="http://schemas.openxmlformats.org/drawingml/2006/main">
            <a:pathLst>
              <a:path w="649020" h="324510" fill="none">
                <a:moveTo>
                  <a:pt x="0" y="324510"/>
                </a:moveTo>
                <a:lnTo>
                  <a:pt x="6490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8677" cap="flat">
            <a:solidFill>
              <a:srgbClr val="D79B00"/>
            </a:solidFill>
            <a:miter/>
          </a:ln>
        </p:spPr>
      </p:sp>
      <p:sp>
        <p:nvSpPr>
          <p:cNvPr id="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E916A4-FB38-4D7C-A4FE-611C0FB0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3099" y="4112065"/>
            <a:ext cx="139702" cy="335381"/>
          </a:xfrm>
          <a:custGeom xmlns:a="http://schemas.openxmlformats.org/drawingml/2006/main">
            <a:pathLst>
              <a:path w="139702" h="335381" fill="none">
                <a:moveTo>
                  <a:pt x="139702" y="0"/>
                </a:moveTo>
                <a:lnTo>
                  <a:pt x="0" y="335381"/>
                </a:lnTo>
              </a:path>
            </a:pathLst>
          </a:custGeom>
          <a:noFill xmlns:a="http://schemas.openxmlformats.org/drawingml/2006/main"/>
          <a:ln xmlns:a="http://schemas.openxmlformats.org/drawingml/2006/main" w="48677" cap="flat">
            <a:solidFill>
              <a:srgbClr val="D79B00"/>
            </a:solidFill>
            <a:miter/>
          </a:ln>
        </p:spPr>
      </p:sp>
      <p:sp>
        <p:nvSpPr>
          <p:cNvPr id="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1F4158-D30D-419C-874E-A9742C61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9717" y="4385790"/>
            <a:ext cx="134834" cy="162742"/>
          </a:xfrm>
          <a:custGeom xmlns:a="http://schemas.openxmlformats.org/drawingml/2006/main">
            <a:pathLst>
              <a:path w="134834" h="162742">
                <a:moveTo>
                  <a:pt x="11196" y="162742"/>
                </a:moveTo>
                <a:lnTo>
                  <a:pt x="0" y="0"/>
                </a:lnTo>
                <a:lnTo>
                  <a:pt x="53382" y="61657"/>
                </a:lnTo>
                <a:lnTo>
                  <a:pt x="134834" y="56140"/>
                </a:lnTo>
                <a:lnTo>
                  <a:pt x="11196" y="162742"/>
                </a:lnTo>
                <a:close/>
              </a:path>
            </a:pathLst>
          </a:custGeom>
          <a:solidFill xmlns:a="http://schemas.openxmlformats.org/drawingml/2006/main">
            <a:srgbClr val="D79B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2B7316-ABF4-469E-AECD-4BF432B8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9717" y="4385790"/>
            <a:ext cx="134834" cy="162742"/>
          </a:xfrm>
          <a:custGeom xmlns:a="http://schemas.openxmlformats.org/drawingml/2006/main">
            <a:pathLst>
              <a:path w="134834" h="162742" fill="none">
                <a:moveTo>
                  <a:pt x="11196" y="162742"/>
                </a:moveTo>
                <a:lnTo>
                  <a:pt x="0" y="0"/>
                </a:lnTo>
                <a:lnTo>
                  <a:pt x="53382" y="61657"/>
                </a:lnTo>
                <a:lnTo>
                  <a:pt x="134834" y="56140"/>
                </a:lnTo>
                <a:lnTo>
                  <a:pt x="11196" y="16274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677" cap="flat">
            <a:solidFill>
              <a:srgbClr val="D79B00"/>
            </a:solidFill>
            <a:miter/>
          </a:ln>
        </p:spPr>
      </p:sp>
      <p:sp>
        <p:nvSpPr>
          <p:cNvPr id="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CEEDAE-47A7-447C-B6FD-3F44D128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5619" y="1029219"/>
            <a:ext cx="486765" cy="649020"/>
          </a:xfrm>
          <a:custGeom xmlns:a="http://schemas.openxmlformats.org/drawingml/2006/main">
            <a:pathLst>
              <a:path w="486765" h="649020" fill="none">
                <a:moveTo>
                  <a:pt x="0" y="0"/>
                </a:moveTo>
                <a:lnTo>
                  <a:pt x="486765" y="649020"/>
                </a:lnTo>
              </a:path>
            </a:pathLst>
          </a:custGeom>
          <a:noFill xmlns:a="http://schemas.openxmlformats.org/drawingml/2006/main"/>
          <a:ln xmlns:a="http://schemas.openxmlformats.org/drawingml/2006/main" w="48677" cap="flat">
            <a:solidFill>
              <a:srgbClr val="9673A6"/>
            </a:solidFill>
            <a:miter/>
          </a:ln>
        </p:spPr>
      </p:sp>
      <p:sp>
        <p:nvSpPr>
          <p:cNvPr id="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FB879F-4CE0-44BC-BD18-A7C85638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2385" y="1678239"/>
            <a:ext cx="486765" cy="649020"/>
          </a:xfrm>
          <a:custGeom xmlns:a="http://schemas.openxmlformats.org/drawingml/2006/main">
            <a:pathLst>
              <a:path w="486765" h="649020" fill="none">
                <a:moveTo>
                  <a:pt x="486765" y="6490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8677" cap="flat">
            <a:solidFill>
              <a:srgbClr val="9673A6"/>
            </a:solidFill>
            <a:miter/>
          </a:ln>
        </p:spPr>
      </p:sp>
      <p:sp>
        <p:nvSpPr>
          <p:cNvPr id="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DF4BF5-0A71-4AC5-812C-45B4B33A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5619" y="2327260"/>
            <a:ext cx="973530" cy="649020"/>
          </a:xfrm>
          <a:custGeom xmlns:a="http://schemas.openxmlformats.org/drawingml/2006/main">
            <a:pathLst>
              <a:path w="973530" h="649020" fill="none">
                <a:moveTo>
                  <a:pt x="0" y="649020"/>
                </a:moveTo>
                <a:lnTo>
                  <a:pt x="9735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8677" cap="flat">
            <a:solidFill>
              <a:srgbClr val="9673A6"/>
            </a:solidFill>
            <a:miter/>
          </a:ln>
        </p:spPr>
      </p:sp>
      <p:sp>
        <p:nvSpPr>
          <p:cNvPr id="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FA4C1D-CB3B-44F1-A133-F0DAF241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5619" y="2976280"/>
            <a:ext cx="649020" cy="649020"/>
          </a:xfrm>
          <a:custGeom xmlns:a="http://schemas.openxmlformats.org/drawingml/2006/main">
            <a:pathLst>
              <a:path w="649020" h="649020" fill="none">
                <a:moveTo>
                  <a:pt x="0" y="0"/>
                </a:moveTo>
                <a:lnTo>
                  <a:pt x="649020" y="649020"/>
                </a:lnTo>
              </a:path>
            </a:pathLst>
          </a:custGeom>
          <a:noFill xmlns:a="http://schemas.openxmlformats.org/drawingml/2006/main"/>
          <a:ln xmlns:a="http://schemas.openxmlformats.org/drawingml/2006/main" w="48677" cap="flat">
            <a:solidFill>
              <a:srgbClr val="9673A6"/>
            </a:solidFill>
            <a:miter/>
          </a:ln>
        </p:spPr>
      </p:sp>
      <p:sp>
        <p:nvSpPr>
          <p:cNvPr id="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F75061-81DB-440E-AAED-0CE1E66A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5619" y="3625300"/>
            <a:ext cx="649020" cy="649020"/>
          </a:xfrm>
          <a:custGeom xmlns:a="http://schemas.openxmlformats.org/drawingml/2006/main">
            <a:pathLst>
              <a:path w="649020" h="649020" fill="none">
                <a:moveTo>
                  <a:pt x="649020" y="0"/>
                </a:moveTo>
                <a:lnTo>
                  <a:pt x="0" y="649020"/>
                </a:lnTo>
              </a:path>
            </a:pathLst>
          </a:custGeom>
          <a:noFill xmlns:a="http://schemas.openxmlformats.org/drawingml/2006/main"/>
          <a:ln xmlns:a="http://schemas.openxmlformats.org/drawingml/2006/main" w="48677" cap="flat">
            <a:solidFill>
              <a:srgbClr val="9673A6"/>
            </a:solidFill>
            <a:miter/>
          </a:ln>
        </p:spPr>
      </p:sp>
      <p:sp>
        <p:nvSpPr>
          <p:cNvPr id="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058BBD-00E6-4FC7-AC74-CC45B9ED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5619" y="4274321"/>
            <a:ext cx="235594" cy="214177"/>
          </a:xfrm>
          <a:custGeom xmlns:a="http://schemas.openxmlformats.org/drawingml/2006/main">
            <a:pathLst>
              <a:path w="235594" h="214177" fill="none">
                <a:moveTo>
                  <a:pt x="0" y="0"/>
                </a:moveTo>
                <a:lnTo>
                  <a:pt x="235594" y="214177"/>
                </a:lnTo>
              </a:path>
            </a:pathLst>
          </a:custGeom>
          <a:noFill xmlns:a="http://schemas.openxmlformats.org/drawingml/2006/main"/>
          <a:ln xmlns:a="http://schemas.openxmlformats.org/drawingml/2006/main" w="48677" cap="flat">
            <a:solidFill>
              <a:srgbClr val="9673A6"/>
            </a:solidFill>
            <a:miter/>
          </a:ln>
        </p:spPr>
      </p:sp>
      <p:sp>
        <p:nvSpPr>
          <p:cNvPr id="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152FBE-340F-4283-9EA0-91633941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5116" y="4409966"/>
            <a:ext cx="157225" cy="152195"/>
          </a:xfrm>
          <a:custGeom xmlns:a="http://schemas.openxmlformats.org/drawingml/2006/main">
            <a:pathLst>
              <a:path w="157225" h="152195">
                <a:moveTo>
                  <a:pt x="157225" y="152195"/>
                </a:moveTo>
                <a:lnTo>
                  <a:pt x="0" y="108062"/>
                </a:lnTo>
                <a:lnTo>
                  <a:pt x="76098" y="78531"/>
                </a:lnTo>
                <a:lnTo>
                  <a:pt x="98327" y="0"/>
                </a:lnTo>
                <a:lnTo>
                  <a:pt x="157225" y="152195"/>
                </a:lnTo>
                <a:close/>
              </a:path>
            </a:pathLst>
          </a:custGeom>
          <a:solidFill xmlns:a="http://schemas.openxmlformats.org/drawingml/2006/main">
            <a:srgbClr val="9673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553282-CAC2-4EAF-BAB8-2093712A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5116" y="4409966"/>
            <a:ext cx="157225" cy="152195"/>
          </a:xfrm>
          <a:custGeom xmlns:a="http://schemas.openxmlformats.org/drawingml/2006/main">
            <a:pathLst>
              <a:path w="157225" h="152195" fill="none">
                <a:moveTo>
                  <a:pt x="157225" y="152195"/>
                </a:moveTo>
                <a:lnTo>
                  <a:pt x="0" y="108062"/>
                </a:lnTo>
                <a:lnTo>
                  <a:pt x="76098" y="78531"/>
                </a:lnTo>
                <a:lnTo>
                  <a:pt x="98327" y="0"/>
                </a:lnTo>
                <a:lnTo>
                  <a:pt x="157225" y="15219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8677" cap="flat">
            <a:solidFill>
              <a:srgbClr val="9673A6"/>
            </a:solidFill>
            <a:miter/>
          </a:ln>
        </p:spPr>
      </p:sp>
      <p:sp>
        <p:nvSpPr>
          <p:cNvPr id="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3818A2-C2DD-4DA4-9C5F-73F4E2D02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9982" y="542454"/>
            <a:ext cx="405638" cy="486765"/>
          </a:xfrm>
          <a:custGeom xmlns:a="http://schemas.openxmlformats.org/drawingml/2006/main">
            <a:pathLst>
              <a:path w="405638" h="486765" fill="none">
                <a:moveTo>
                  <a:pt x="405638" y="4867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8677" cap="flat">
            <a:solidFill>
              <a:srgbClr val="9673A6"/>
            </a:solidFill>
            <a:miter/>
          </a:ln>
        </p:spPr>
      </p:sp>
      <p:sp>
        <p:nvSpPr>
          <p:cNvPr id="284" name="Text p">
            <a:extLst xmlns:a="http://schemas.openxmlformats.org/drawingml/2006/main">
              <a:ext uri="{FF2B5EF4-FFF2-40B4-BE49-F238E27FC236}">
                <a16:creationId xmlns:a16="http://schemas.microsoft.com/office/drawing/2014/main" id="{FF4C2DB2-5F28-4710-B415-9EDC8005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7112" y="4681733"/>
            <a:ext cx="120804" cy="176452"/>
          </a:xfrm>
          <a:custGeom xmlns:a="http://schemas.openxmlformats.org/drawingml/2006/main">
            <a:pathLst>
              <a:path w="120804" h="176452">
                <a:moveTo>
                  <a:pt x="40310" y="96280"/>
                </a:moveTo>
                <a:cubicBezTo>
                  <a:pt x="42507" y="102002"/>
                  <a:pt x="45782" y="106274"/>
                  <a:pt x="50134" y="109094"/>
                </a:cubicBezTo>
                <a:cubicBezTo>
                  <a:pt x="54486" y="111915"/>
                  <a:pt x="59620" y="113325"/>
                  <a:pt x="65536" y="113325"/>
                </a:cubicBezTo>
                <a:cubicBezTo>
                  <a:pt x="74663" y="113325"/>
                  <a:pt x="82459" y="108801"/>
                  <a:pt x="88923" y="99754"/>
                </a:cubicBezTo>
                <a:cubicBezTo>
                  <a:pt x="95388" y="90703"/>
                  <a:pt x="98621" y="78097"/>
                  <a:pt x="98621" y="61935"/>
                </a:cubicBezTo>
                <a:cubicBezTo>
                  <a:pt x="98621" y="46444"/>
                  <a:pt x="95261" y="34869"/>
                  <a:pt x="88543" y="27210"/>
                </a:cubicBezTo>
                <a:cubicBezTo>
                  <a:pt x="81825" y="19549"/>
                  <a:pt x="74029" y="15718"/>
                  <a:pt x="65156" y="15718"/>
                </a:cubicBezTo>
                <a:cubicBezTo>
                  <a:pt x="58902" y="15718"/>
                  <a:pt x="53198" y="17634"/>
                  <a:pt x="48043" y="21466"/>
                </a:cubicBezTo>
                <a:cubicBezTo>
                  <a:pt x="42888" y="25296"/>
                  <a:pt x="40310" y="29063"/>
                  <a:pt x="40310" y="32768"/>
                </a:cubicBezTo>
                <a:lnTo>
                  <a:pt x="40310" y="96280"/>
                </a:lnTo>
                <a:moveTo>
                  <a:pt x="0" y="172143"/>
                </a:moveTo>
                <a:cubicBezTo>
                  <a:pt x="7944" y="171638"/>
                  <a:pt x="12993" y="169959"/>
                  <a:pt x="15148" y="167104"/>
                </a:cubicBezTo>
                <a:cubicBezTo>
                  <a:pt x="17303" y="164252"/>
                  <a:pt x="18380" y="159762"/>
                  <a:pt x="18380" y="153635"/>
                </a:cubicBezTo>
                <a:lnTo>
                  <a:pt x="18380" y="31944"/>
                </a:lnTo>
                <a:cubicBezTo>
                  <a:pt x="18380" y="25521"/>
                  <a:pt x="17599" y="21402"/>
                  <a:pt x="16035" y="19585"/>
                </a:cubicBezTo>
                <a:cubicBezTo>
                  <a:pt x="14472" y="17768"/>
                  <a:pt x="11535" y="16859"/>
                  <a:pt x="7225" y="16859"/>
                </a:cubicBezTo>
                <a:cubicBezTo>
                  <a:pt x="6296" y="16859"/>
                  <a:pt x="5430" y="16902"/>
                  <a:pt x="4627" y="16986"/>
                </a:cubicBezTo>
                <a:cubicBezTo>
                  <a:pt x="3824" y="17071"/>
                  <a:pt x="2662" y="17240"/>
                  <a:pt x="1141" y="17493"/>
                </a:cubicBezTo>
                <a:lnTo>
                  <a:pt x="1141" y="13183"/>
                </a:lnTo>
                <a:lnTo>
                  <a:pt x="13183" y="9254"/>
                </a:lnTo>
                <a:cubicBezTo>
                  <a:pt x="13606" y="9169"/>
                  <a:pt x="22099" y="6254"/>
                  <a:pt x="38662" y="507"/>
                </a:cubicBezTo>
                <a:cubicBezTo>
                  <a:pt x="39085" y="507"/>
                  <a:pt x="39402" y="699"/>
                  <a:pt x="39613" y="1081"/>
                </a:cubicBezTo>
                <a:cubicBezTo>
                  <a:pt x="39824" y="1464"/>
                  <a:pt x="39930" y="1912"/>
                  <a:pt x="39930" y="2424"/>
                </a:cubicBezTo>
                <a:lnTo>
                  <a:pt x="39930" y="19632"/>
                </a:lnTo>
                <a:cubicBezTo>
                  <a:pt x="45507" y="14023"/>
                  <a:pt x="50409" y="9858"/>
                  <a:pt x="54634" y="7138"/>
                </a:cubicBezTo>
                <a:cubicBezTo>
                  <a:pt x="62240" y="2379"/>
                  <a:pt x="70057" y="0"/>
                  <a:pt x="78085" y="0"/>
                </a:cubicBezTo>
                <a:cubicBezTo>
                  <a:pt x="89747" y="0"/>
                  <a:pt x="99783" y="4960"/>
                  <a:pt x="108191" y="14879"/>
                </a:cubicBezTo>
                <a:cubicBezTo>
                  <a:pt x="116600" y="24798"/>
                  <a:pt x="120804" y="38368"/>
                  <a:pt x="120804" y="55589"/>
                </a:cubicBezTo>
                <a:cubicBezTo>
                  <a:pt x="120804" y="72475"/>
                  <a:pt x="115755" y="87798"/>
                  <a:pt x="105656" y="101560"/>
                </a:cubicBezTo>
                <a:cubicBezTo>
                  <a:pt x="95557" y="115319"/>
                  <a:pt x="82860" y="122198"/>
                  <a:pt x="67564" y="122198"/>
                </a:cubicBezTo>
                <a:cubicBezTo>
                  <a:pt x="62832" y="122198"/>
                  <a:pt x="58733" y="121602"/>
                  <a:pt x="55268" y="120408"/>
                </a:cubicBezTo>
                <a:cubicBezTo>
                  <a:pt x="49860" y="118615"/>
                  <a:pt x="44874" y="115328"/>
                  <a:pt x="40310" y="110548"/>
                </a:cubicBezTo>
                <a:lnTo>
                  <a:pt x="40310" y="152368"/>
                </a:lnTo>
                <a:cubicBezTo>
                  <a:pt x="40310" y="160848"/>
                  <a:pt x="41705" y="166053"/>
                  <a:pt x="44493" y="167983"/>
                </a:cubicBezTo>
                <a:cubicBezTo>
                  <a:pt x="47282" y="169916"/>
                  <a:pt x="53367" y="171218"/>
                  <a:pt x="62747" y="171889"/>
                </a:cubicBezTo>
                <a:lnTo>
                  <a:pt x="62747" y="176452"/>
                </a:lnTo>
                <a:lnTo>
                  <a:pt x="0" y="176452"/>
                </a:lnTo>
                <a:lnTo>
                  <a:pt x="0" y="1721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" name="Text 1">
            <a:extLst xmlns:a="http://schemas.openxmlformats.org/drawingml/2006/main">
              <a:ext uri="{FF2B5EF4-FFF2-40B4-BE49-F238E27FC236}">
                <a16:creationId xmlns:a16="http://schemas.microsoft.com/office/drawing/2014/main" id="{64BAEB58-85B0-4090-B8DD-FA55205BF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9749" y="4724488"/>
            <a:ext cx="61042" cy="145106"/>
          </a:xfrm>
          <a:custGeom xmlns:a="http://schemas.openxmlformats.org/drawingml/2006/main">
            <a:pathLst>
              <a:path w="61042" h="145106">
                <a:moveTo>
                  <a:pt x="40026" y="0"/>
                </a:moveTo>
                <a:cubicBezTo>
                  <a:pt x="40307" y="352"/>
                  <a:pt x="40466" y="616"/>
                  <a:pt x="40501" y="792"/>
                </a:cubicBezTo>
                <a:cubicBezTo>
                  <a:pt x="40536" y="968"/>
                  <a:pt x="40554" y="1373"/>
                  <a:pt x="40554" y="2007"/>
                </a:cubicBezTo>
                <a:lnTo>
                  <a:pt x="40554" y="129053"/>
                </a:lnTo>
                <a:cubicBezTo>
                  <a:pt x="40554" y="134519"/>
                  <a:pt x="41997" y="137997"/>
                  <a:pt x="44884" y="139489"/>
                </a:cubicBezTo>
                <a:cubicBezTo>
                  <a:pt x="47770" y="140978"/>
                  <a:pt x="53156" y="141865"/>
                  <a:pt x="61042" y="142149"/>
                </a:cubicBezTo>
                <a:lnTo>
                  <a:pt x="61042" y="145106"/>
                </a:lnTo>
                <a:lnTo>
                  <a:pt x="1479" y="145106"/>
                </a:lnTo>
                <a:lnTo>
                  <a:pt x="1479" y="141938"/>
                </a:lnTo>
                <a:cubicBezTo>
                  <a:pt x="9998" y="141509"/>
                  <a:pt x="15560" y="140332"/>
                  <a:pt x="18165" y="138406"/>
                </a:cubicBezTo>
                <a:cubicBezTo>
                  <a:pt x="20770" y="136479"/>
                  <a:pt x="22072" y="132305"/>
                  <a:pt x="22072" y="125885"/>
                </a:cubicBezTo>
                <a:lnTo>
                  <a:pt x="22072" y="28303"/>
                </a:lnTo>
                <a:cubicBezTo>
                  <a:pt x="22072" y="24860"/>
                  <a:pt x="21650" y="22257"/>
                  <a:pt x="20805" y="20495"/>
                </a:cubicBezTo>
                <a:cubicBezTo>
                  <a:pt x="19960" y="18730"/>
                  <a:pt x="18129" y="17848"/>
                  <a:pt x="15313" y="17848"/>
                </a:cubicBezTo>
                <a:cubicBezTo>
                  <a:pt x="13483" y="17848"/>
                  <a:pt x="11106" y="18358"/>
                  <a:pt x="8185" y="19379"/>
                </a:cubicBezTo>
                <a:cubicBezTo>
                  <a:pt x="5263" y="20400"/>
                  <a:pt x="2535" y="21474"/>
                  <a:pt x="0" y="22600"/>
                </a:cubicBezTo>
                <a:lnTo>
                  <a:pt x="0" y="19643"/>
                </a:lnTo>
                <a:lnTo>
                  <a:pt x="38758" y="0"/>
                </a:lnTo>
                <a:lnTo>
                  <a:pt x="4002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" name="Text p">
            <a:extLst xmlns:a="http://schemas.openxmlformats.org/drawingml/2006/main">
              <a:ext uri="{FF2B5EF4-FFF2-40B4-BE49-F238E27FC236}">
                <a16:creationId xmlns:a16="http://schemas.microsoft.com/office/drawing/2014/main" id="{4FA53CF7-B277-4C7F-A408-894142D6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4417" y="4681733"/>
            <a:ext cx="120804" cy="176452"/>
          </a:xfrm>
          <a:custGeom xmlns:a="http://schemas.openxmlformats.org/drawingml/2006/main">
            <a:pathLst>
              <a:path w="120804" h="176452">
                <a:moveTo>
                  <a:pt x="40310" y="96280"/>
                </a:moveTo>
                <a:cubicBezTo>
                  <a:pt x="42507" y="102002"/>
                  <a:pt x="45782" y="106274"/>
                  <a:pt x="50134" y="109094"/>
                </a:cubicBezTo>
                <a:cubicBezTo>
                  <a:pt x="54486" y="111915"/>
                  <a:pt x="59620" y="113325"/>
                  <a:pt x="65536" y="113325"/>
                </a:cubicBezTo>
                <a:cubicBezTo>
                  <a:pt x="74663" y="113325"/>
                  <a:pt x="82459" y="108801"/>
                  <a:pt x="88923" y="99754"/>
                </a:cubicBezTo>
                <a:cubicBezTo>
                  <a:pt x="95388" y="90703"/>
                  <a:pt x="98621" y="78097"/>
                  <a:pt x="98621" y="61935"/>
                </a:cubicBezTo>
                <a:cubicBezTo>
                  <a:pt x="98621" y="46444"/>
                  <a:pt x="95261" y="34869"/>
                  <a:pt x="88543" y="27210"/>
                </a:cubicBezTo>
                <a:cubicBezTo>
                  <a:pt x="81825" y="19549"/>
                  <a:pt x="74029" y="15718"/>
                  <a:pt x="65156" y="15718"/>
                </a:cubicBezTo>
                <a:cubicBezTo>
                  <a:pt x="58902" y="15718"/>
                  <a:pt x="53198" y="17634"/>
                  <a:pt x="48043" y="21466"/>
                </a:cubicBezTo>
                <a:cubicBezTo>
                  <a:pt x="42888" y="25296"/>
                  <a:pt x="40310" y="29063"/>
                  <a:pt x="40310" y="32768"/>
                </a:cubicBezTo>
                <a:lnTo>
                  <a:pt x="40310" y="96280"/>
                </a:lnTo>
                <a:moveTo>
                  <a:pt x="0" y="172143"/>
                </a:moveTo>
                <a:cubicBezTo>
                  <a:pt x="7944" y="171638"/>
                  <a:pt x="12993" y="169959"/>
                  <a:pt x="15148" y="167104"/>
                </a:cubicBezTo>
                <a:cubicBezTo>
                  <a:pt x="17303" y="164252"/>
                  <a:pt x="18380" y="159762"/>
                  <a:pt x="18380" y="153635"/>
                </a:cubicBezTo>
                <a:lnTo>
                  <a:pt x="18380" y="31944"/>
                </a:lnTo>
                <a:cubicBezTo>
                  <a:pt x="18380" y="25521"/>
                  <a:pt x="17599" y="21402"/>
                  <a:pt x="16035" y="19585"/>
                </a:cubicBezTo>
                <a:cubicBezTo>
                  <a:pt x="14472" y="17768"/>
                  <a:pt x="11535" y="16859"/>
                  <a:pt x="7225" y="16859"/>
                </a:cubicBezTo>
                <a:cubicBezTo>
                  <a:pt x="6296" y="16859"/>
                  <a:pt x="5430" y="16902"/>
                  <a:pt x="4627" y="16986"/>
                </a:cubicBezTo>
                <a:cubicBezTo>
                  <a:pt x="3824" y="17071"/>
                  <a:pt x="2662" y="17240"/>
                  <a:pt x="1141" y="17493"/>
                </a:cubicBezTo>
                <a:lnTo>
                  <a:pt x="1141" y="13183"/>
                </a:lnTo>
                <a:lnTo>
                  <a:pt x="13183" y="9254"/>
                </a:lnTo>
                <a:cubicBezTo>
                  <a:pt x="13606" y="9169"/>
                  <a:pt x="22099" y="6254"/>
                  <a:pt x="38662" y="507"/>
                </a:cubicBezTo>
                <a:cubicBezTo>
                  <a:pt x="39085" y="507"/>
                  <a:pt x="39402" y="699"/>
                  <a:pt x="39613" y="1081"/>
                </a:cubicBezTo>
                <a:cubicBezTo>
                  <a:pt x="39824" y="1464"/>
                  <a:pt x="39930" y="1912"/>
                  <a:pt x="39930" y="2424"/>
                </a:cubicBezTo>
                <a:lnTo>
                  <a:pt x="39930" y="19632"/>
                </a:lnTo>
                <a:cubicBezTo>
                  <a:pt x="45507" y="14023"/>
                  <a:pt x="50409" y="9858"/>
                  <a:pt x="54634" y="7138"/>
                </a:cubicBezTo>
                <a:cubicBezTo>
                  <a:pt x="62240" y="2379"/>
                  <a:pt x="70057" y="0"/>
                  <a:pt x="78085" y="0"/>
                </a:cubicBezTo>
                <a:cubicBezTo>
                  <a:pt x="89747" y="0"/>
                  <a:pt x="99783" y="4960"/>
                  <a:pt x="108191" y="14879"/>
                </a:cubicBezTo>
                <a:cubicBezTo>
                  <a:pt x="116600" y="24798"/>
                  <a:pt x="120804" y="38368"/>
                  <a:pt x="120804" y="55589"/>
                </a:cubicBezTo>
                <a:cubicBezTo>
                  <a:pt x="120804" y="72475"/>
                  <a:pt x="115755" y="87798"/>
                  <a:pt x="105656" y="101560"/>
                </a:cubicBezTo>
                <a:cubicBezTo>
                  <a:pt x="95557" y="115319"/>
                  <a:pt x="82860" y="122198"/>
                  <a:pt x="67564" y="122198"/>
                </a:cubicBezTo>
                <a:cubicBezTo>
                  <a:pt x="62832" y="122198"/>
                  <a:pt x="58733" y="121602"/>
                  <a:pt x="55268" y="120408"/>
                </a:cubicBezTo>
                <a:cubicBezTo>
                  <a:pt x="49860" y="118615"/>
                  <a:pt x="44874" y="115328"/>
                  <a:pt x="40310" y="110548"/>
                </a:cubicBezTo>
                <a:lnTo>
                  <a:pt x="40310" y="152368"/>
                </a:lnTo>
                <a:cubicBezTo>
                  <a:pt x="40310" y="160848"/>
                  <a:pt x="41705" y="166053"/>
                  <a:pt x="44493" y="167983"/>
                </a:cubicBezTo>
                <a:cubicBezTo>
                  <a:pt x="47282" y="169916"/>
                  <a:pt x="53367" y="171218"/>
                  <a:pt x="62747" y="171889"/>
                </a:cubicBezTo>
                <a:lnTo>
                  <a:pt x="62747" y="176452"/>
                </a:lnTo>
                <a:lnTo>
                  <a:pt x="0" y="176452"/>
                </a:lnTo>
                <a:lnTo>
                  <a:pt x="0" y="1721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" name="Text 2">
            <a:extLst xmlns:a="http://schemas.openxmlformats.org/drawingml/2006/main">
              <a:ext uri="{FF2B5EF4-FFF2-40B4-BE49-F238E27FC236}">
                <a16:creationId xmlns:a16="http://schemas.microsoft.com/office/drawing/2014/main" id="{841327ED-1417-4221-86FE-1071D5DE7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9523" y="4723854"/>
            <a:ext cx="96104" cy="145740"/>
          </a:xfrm>
          <a:custGeom xmlns:a="http://schemas.openxmlformats.org/drawingml/2006/main">
            <a:pathLst>
              <a:path w="96104" h="145740">
                <a:moveTo>
                  <a:pt x="0" y="143311"/>
                </a:moveTo>
                <a:cubicBezTo>
                  <a:pt x="25768" y="116572"/>
                  <a:pt x="43264" y="96943"/>
                  <a:pt x="52487" y="84424"/>
                </a:cubicBezTo>
                <a:cubicBezTo>
                  <a:pt x="61711" y="71903"/>
                  <a:pt x="66322" y="59698"/>
                  <a:pt x="66322" y="47811"/>
                </a:cubicBezTo>
                <a:cubicBezTo>
                  <a:pt x="66322" y="37400"/>
                  <a:pt x="63506" y="29469"/>
                  <a:pt x="57873" y="24019"/>
                </a:cubicBezTo>
                <a:cubicBezTo>
                  <a:pt x="52241" y="18567"/>
                  <a:pt x="45517" y="15841"/>
                  <a:pt x="37702" y="15841"/>
                </a:cubicBezTo>
                <a:cubicBezTo>
                  <a:pt x="28057" y="15841"/>
                  <a:pt x="20242" y="19358"/>
                  <a:pt x="14257" y="26392"/>
                </a:cubicBezTo>
                <a:cubicBezTo>
                  <a:pt x="10948" y="30260"/>
                  <a:pt x="7780" y="36204"/>
                  <a:pt x="4752" y="44224"/>
                </a:cubicBezTo>
                <a:lnTo>
                  <a:pt x="211" y="43273"/>
                </a:lnTo>
                <a:cubicBezTo>
                  <a:pt x="3731" y="27051"/>
                  <a:pt x="9698" y="15784"/>
                  <a:pt x="18112" y="9472"/>
                </a:cubicBezTo>
                <a:cubicBezTo>
                  <a:pt x="26525" y="3157"/>
                  <a:pt x="35555" y="0"/>
                  <a:pt x="45200" y="0"/>
                </a:cubicBezTo>
                <a:cubicBezTo>
                  <a:pt x="57099" y="0"/>
                  <a:pt x="66727" y="3749"/>
                  <a:pt x="74084" y="11247"/>
                </a:cubicBezTo>
                <a:cubicBezTo>
                  <a:pt x="81442" y="18745"/>
                  <a:pt x="85120" y="27916"/>
                  <a:pt x="85120" y="38758"/>
                </a:cubicBezTo>
                <a:cubicBezTo>
                  <a:pt x="85120" y="50305"/>
                  <a:pt x="81142" y="61429"/>
                  <a:pt x="73187" y="72131"/>
                </a:cubicBezTo>
                <a:cubicBezTo>
                  <a:pt x="65231" y="82832"/>
                  <a:pt x="47946" y="101877"/>
                  <a:pt x="21333" y="129265"/>
                </a:cubicBezTo>
                <a:lnTo>
                  <a:pt x="69807" y="129265"/>
                </a:lnTo>
                <a:cubicBezTo>
                  <a:pt x="76566" y="129265"/>
                  <a:pt x="81318" y="128456"/>
                  <a:pt x="84064" y="126839"/>
                </a:cubicBezTo>
                <a:cubicBezTo>
                  <a:pt x="86810" y="125220"/>
                  <a:pt x="89908" y="121280"/>
                  <a:pt x="93358" y="115021"/>
                </a:cubicBezTo>
                <a:lnTo>
                  <a:pt x="96104" y="116288"/>
                </a:lnTo>
                <a:lnTo>
                  <a:pt x="84381" y="145740"/>
                </a:lnTo>
                <a:lnTo>
                  <a:pt x="0" y="145740"/>
                </a:lnTo>
                <a:lnTo>
                  <a:pt x="0" y="1433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" name="Text p">
            <a:extLst xmlns:a="http://schemas.openxmlformats.org/drawingml/2006/main">
              <a:ext uri="{FF2B5EF4-FFF2-40B4-BE49-F238E27FC236}">
                <a16:creationId xmlns:a16="http://schemas.microsoft.com/office/drawing/2014/main" id="{4214EB0E-3AC1-497F-AC85-5F4AECA9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0790" y="4681733"/>
            <a:ext cx="120804" cy="176452"/>
          </a:xfrm>
          <a:custGeom xmlns:a="http://schemas.openxmlformats.org/drawingml/2006/main">
            <a:pathLst>
              <a:path w="120804" h="176452">
                <a:moveTo>
                  <a:pt x="40310" y="96280"/>
                </a:moveTo>
                <a:cubicBezTo>
                  <a:pt x="42507" y="102002"/>
                  <a:pt x="45782" y="106274"/>
                  <a:pt x="50134" y="109094"/>
                </a:cubicBezTo>
                <a:cubicBezTo>
                  <a:pt x="54486" y="111915"/>
                  <a:pt x="59620" y="113325"/>
                  <a:pt x="65536" y="113325"/>
                </a:cubicBezTo>
                <a:cubicBezTo>
                  <a:pt x="74663" y="113325"/>
                  <a:pt x="82459" y="108801"/>
                  <a:pt x="88923" y="99754"/>
                </a:cubicBezTo>
                <a:cubicBezTo>
                  <a:pt x="95388" y="90703"/>
                  <a:pt x="98621" y="78097"/>
                  <a:pt x="98621" y="61935"/>
                </a:cubicBezTo>
                <a:cubicBezTo>
                  <a:pt x="98621" y="46444"/>
                  <a:pt x="95261" y="34869"/>
                  <a:pt x="88543" y="27210"/>
                </a:cubicBezTo>
                <a:cubicBezTo>
                  <a:pt x="81825" y="19549"/>
                  <a:pt x="74029" y="15718"/>
                  <a:pt x="65156" y="15718"/>
                </a:cubicBezTo>
                <a:cubicBezTo>
                  <a:pt x="58902" y="15718"/>
                  <a:pt x="53198" y="17634"/>
                  <a:pt x="48043" y="21466"/>
                </a:cubicBezTo>
                <a:cubicBezTo>
                  <a:pt x="42888" y="25296"/>
                  <a:pt x="40310" y="29063"/>
                  <a:pt x="40310" y="32768"/>
                </a:cubicBezTo>
                <a:lnTo>
                  <a:pt x="40310" y="96280"/>
                </a:lnTo>
                <a:moveTo>
                  <a:pt x="0" y="172143"/>
                </a:moveTo>
                <a:cubicBezTo>
                  <a:pt x="7944" y="171638"/>
                  <a:pt x="12993" y="169959"/>
                  <a:pt x="15148" y="167104"/>
                </a:cubicBezTo>
                <a:cubicBezTo>
                  <a:pt x="17303" y="164252"/>
                  <a:pt x="18380" y="159762"/>
                  <a:pt x="18380" y="153635"/>
                </a:cubicBezTo>
                <a:lnTo>
                  <a:pt x="18380" y="31944"/>
                </a:lnTo>
                <a:cubicBezTo>
                  <a:pt x="18380" y="25521"/>
                  <a:pt x="17599" y="21402"/>
                  <a:pt x="16035" y="19585"/>
                </a:cubicBezTo>
                <a:cubicBezTo>
                  <a:pt x="14472" y="17768"/>
                  <a:pt x="11535" y="16859"/>
                  <a:pt x="7225" y="16859"/>
                </a:cubicBezTo>
                <a:cubicBezTo>
                  <a:pt x="6296" y="16859"/>
                  <a:pt x="5430" y="16902"/>
                  <a:pt x="4627" y="16986"/>
                </a:cubicBezTo>
                <a:cubicBezTo>
                  <a:pt x="3824" y="17071"/>
                  <a:pt x="2662" y="17240"/>
                  <a:pt x="1141" y="17493"/>
                </a:cubicBezTo>
                <a:lnTo>
                  <a:pt x="1141" y="13183"/>
                </a:lnTo>
                <a:lnTo>
                  <a:pt x="13183" y="9254"/>
                </a:lnTo>
                <a:cubicBezTo>
                  <a:pt x="13606" y="9169"/>
                  <a:pt x="22099" y="6254"/>
                  <a:pt x="38662" y="507"/>
                </a:cubicBezTo>
                <a:cubicBezTo>
                  <a:pt x="39085" y="507"/>
                  <a:pt x="39402" y="699"/>
                  <a:pt x="39613" y="1081"/>
                </a:cubicBezTo>
                <a:cubicBezTo>
                  <a:pt x="39824" y="1464"/>
                  <a:pt x="39930" y="1912"/>
                  <a:pt x="39930" y="2424"/>
                </a:cubicBezTo>
                <a:lnTo>
                  <a:pt x="39930" y="19632"/>
                </a:lnTo>
                <a:cubicBezTo>
                  <a:pt x="45507" y="14023"/>
                  <a:pt x="50409" y="9858"/>
                  <a:pt x="54634" y="7138"/>
                </a:cubicBezTo>
                <a:cubicBezTo>
                  <a:pt x="62240" y="2379"/>
                  <a:pt x="70057" y="0"/>
                  <a:pt x="78085" y="0"/>
                </a:cubicBezTo>
                <a:cubicBezTo>
                  <a:pt x="89747" y="0"/>
                  <a:pt x="99783" y="4960"/>
                  <a:pt x="108191" y="14879"/>
                </a:cubicBezTo>
                <a:cubicBezTo>
                  <a:pt x="116600" y="24798"/>
                  <a:pt x="120804" y="38368"/>
                  <a:pt x="120804" y="55589"/>
                </a:cubicBezTo>
                <a:cubicBezTo>
                  <a:pt x="120804" y="72475"/>
                  <a:pt x="115755" y="87798"/>
                  <a:pt x="105656" y="101560"/>
                </a:cubicBezTo>
                <a:cubicBezTo>
                  <a:pt x="95557" y="115319"/>
                  <a:pt x="82860" y="122198"/>
                  <a:pt x="67564" y="122198"/>
                </a:cubicBezTo>
                <a:cubicBezTo>
                  <a:pt x="62832" y="122198"/>
                  <a:pt x="58733" y="121602"/>
                  <a:pt x="55268" y="120408"/>
                </a:cubicBezTo>
                <a:cubicBezTo>
                  <a:pt x="49860" y="118615"/>
                  <a:pt x="44874" y="115328"/>
                  <a:pt x="40310" y="110548"/>
                </a:cubicBezTo>
                <a:lnTo>
                  <a:pt x="40310" y="152368"/>
                </a:lnTo>
                <a:cubicBezTo>
                  <a:pt x="40310" y="160848"/>
                  <a:pt x="41705" y="166053"/>
                  <a:pt x="44493" y="167983"/>
                </a:cubicBezTo>
                <a:cubicBezTo>
                  <a:pt x="47282" y="169916"/>
                  <a:pt x="53367" y="171218"/>
                  <a:pt x="62747" y="171889"/>
                </a:cubicBezTo>
                <a:lnTo>
                  <a:pt x="62747" y="176452"/>
                </a:lnTo>
                <a:lnTo>
                  <a:pt x="0" y="176452"/>
                </a:lnTo>
                <a:lnTo>
                  <a:pt x="0" y="1721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" name="Text 3">
            <a:extLst xmlns:a="http://schemas.openxmlformats.org/drawingml/2006/main">
              <a:ext uri="{FF2B5EF4-FFF2-40B4-BE49-F238E27FC236}">
                <a16:creationId xmlns:a16="http://schemas.microsoft.com/office/drawing/2014/main" id="{83E7DB4F-63D3-483F-BDBB-E2811360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8853" y="4723221"/>
            <a:ext cx="84170" cy="148063"/>
          </a:xfrm>
          <a:custGeom xmlns:a="http://schemas.openxmlformats.org/drawingml/2006/main">
            <a:pathLst>
              <a:path w="84170" h="148063">
                <a:moveTo>
                  <a:pt x="7393" y="127997"/>
                </a:moveTo>
                <a:cubicBezTo>
                  <a:pt x="11265" y="127997"/>
                  <a:pt x="16387" y="130039"/>
                  <a:pt x="22759" y="134123"/>
                </a:cubicBezTo>
                <a:cubicBezTo>
                  <a:pt x="29130" y="138206"/>
                  <a:pt x="34534" y="140248"/>
                  <a:pt x="38970" y="140248"/>
                </a:cubicBezTo>
                <a:cubicBezTo>
                  <a:pt x="48826" y="140248"/>
                  <a:pt x="56148" y="136906"/>
                  <a:pt x="60936" y="130222"/>
                </a:cubicBezTo>
                <a:cubicBezTo>
                  <a:pt x="65724" y="123535"/>
                  <a:pt x="68117" y="116266"/>
                  <a:pt x="68117" y="108414"/>
                </a:cubicBezTo>
                <a:cubicBezTo>
                  <a:pt x="68117" y="100843"/>
                  <a:pt x="66181" y="94193"/>
                  <a:pt x="62309" y="88464"/>
                </a:cubicBezTo>
                <a:cubicBezTo>
                  <a:pt x="55761" y="78772"/>
                  <a:pt x="44708" y="73926"/>
                  <a:pt x="29148" y="73926"/>
                </a:cubicBezTo>
                <a:cubicBezTo>
                  <a:pt x="28233" y="73926"/>
                  <a:pt x="27353" y="73943"/>
                  <a:pt x="26508" y="73979"/>
                </a:cubicBezTo>
                <a:cubicBezTo>
                  <a:pt x="25663" y="74014"/>
                  <a:pt x="24677" y="74102"/>
                  <a:pt x="23551" y="74243"/>
                </a:cubicBezTo>
                <a:lnTo>
                  <a:pt x="23339" y="71497"/>
                </a:lnTo>
                <a:cubicBezTo>
                  <a:pt x="34604" y="67420"/>
                  <a:pt x="43475" y="62747"/>
                  <a:pt x="49953" y="57477"/>
                </a:cubicBezTo>
                <a:cubicBezTo>
                  <a:pt x="56430" y="52206"/>
                  <a:pt x="59669" y="45248"/>
                  <a:pt x="59669" y="36603"/>
                </a:cubicBezTo>
                <a:cubicBezTo>
                  <a:pt x="59669" y="28942"/>
                  <a:pt x="57117" y="23110"/>
                  <a:pt x="52012" y="19105"/>
                </a:cubicBezTo>
                <a:cubicBezTo>
                  <a:pt x="46908" y="15099"/>
                  <a:pt x="41082" y="13095"/>
                  <a:pt x="34534" y="13095"/>
                </a:cubicBezTo>
                <a:cubicBezTo>
                  <a:pt x="26789" y="13095"/>
                  <a:pt x="19960" y="15947"/>
                  <a:pt x="14046" y="21650"/>
                </a:cubicBezTo>
                <a:cubicBezTo>
                  <a:pt x="10807" y="24748"/>
                  <a:pt x="7322" y="29535"/>
                  <a:pt x="3591" y="36012"/>
                </a:cubicBezTo>
                <a:lnTo>
                  <a:pt x="317" y="35273"/>
                </a:lnTo>
                <a:cubicBezTo>
                  <a:pt x="3133" y="24572"/>
                  <a:pt x="8378" y="16017"/>
                  <a:pt x="16052" y="9610"/>
                </a:cubicBezTo>
                <a:cubicBezTo>
                  <a:pt x="23727" y="3203"/>
                  <a:pt x="32598" y="0"/>
                  <a:pt x="42666" y="0"/>
                </a:cubicBezTo>
                <a:cubicBezTo>
                  <a:pt x="53438" y="0"/>
                  <a:pt x="61763" y="2957"/>
                  <a:pt x="67642" y="8871"/>
                </a:cubicBezTo>
                <a:cubicBezTo>
                  <a:pt x="73521" y="14785"/>
                  <a:pt x="76460" y="21615"/>
                  <a:pt x="76460" y="29359"/>
                </a:cubicBezTo>
                <a:cubicBezTo>
                  <a:pt x="76460" y="36188"/>
                  <a:pt x="74031" y="42455"/>
                  <a:pt x="69174" y="48157"/>
                </a:cubicBezTo>
                <a:cubicBezTo>
                  <a:pt x="66428" y="51396"/>
                  <a:pt x="62168" y="55022"/>
                  <a:pt x="56395" y="59035"/>
                </a:cubicBezTo>
                <a:cubicBezTo>
                  <a:pt x="63154" y="61926"/>
                  <a:pt x="68575" y="65310"/>
                  <a:pt x="72659" y="69187"/>
                </a:cubicBezTo>
                <a:cubicBezTo>
                  <a:pt x="80333" y="76588"/>
                  <a:pt x="84170" y="85963"/>
                  <a:pt x="84170" y="97312"/>
                </a:cubicBezTo>
                <a:cubicBezTo>
                  <a:pt x="84170" y="110704"/>
                  <a:pt x="78907" y="122511"/>
                  <a:pt x="68381" y="132733"/>
                </a:cubicBezTo>
                <a:cubicBezTo>
                  <a:pt x="57856" y="142953"/>
                  <a:pt x="42877" y="148063"/>
                  <a:pt x="23445" y="148063"/>
                </a:cubicBezTo>
                <a:cubicBezTo>
                  <a:pt x="14785" y="148063"/>
                  <a:pt x="8713" y="146771"/>
                  <a:pt x="5228" y="144188"/>
                </a:cubicBezTo>
                <a:cubicBezTo>
                  <a:pt x="1743" y="141605"/>
                  <a:pt x="0" y="138828"/>
                  <a:pt x="0" y="135855"/>
                </a:cubicBezTo>
                <a:cubicBezTo>
                  <a:pt x="0" y="134014"/>
                  <a:pt x="581" y="132244"/>
                  <a:pt x="1743" y="130545"/>
                </a:cubicBezTo>
                <a:cubicBezTo>
                  <a:pt x="2904" y="128847"/>
                  <a:pt x="4788" y="127997"/>
                  <a:pt x="7393" y="1279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" name="Text (d)Aminimumpathcover.">
            <a:extLst xmlns:a="http://schemas.openxmlformats.org/drawingml/2006/main">
              <a:ext uri="{FF2B5EF4-FFF2-40B4-BE49-F238E27FC236}">
                <a16:creationId xmlns:a16="http://schemas.microsoft.com/office/drawing/2014/main" id="{0BE356CB-306B-4F5D-855B-839AC91B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2327" y="5124594"/>
            <a:ext cx="2553236" cy="205683"/>
          </a:xfrm>
          <a:custGeom xmlns:a="http://schemas.openxmlformats.org/drawingml/2006/main">
            <a:pathLst>
              <a:path w="2553236" h="205683">
                <a:moveTo>
                  <a:pt x="56466" y="1639"/>
                </a:moveTo>
                <a:cubicBezTo>
                  <a:pt x="39549" y="12613"/>
                  <a:pt x="32691" y="18557"/>
                  <a:pt x="24232" y="29074"/>
                </a:cubicBezTo>
                <a:cubicBezTo>
                  <a:pt x="8002" y="48960"/>
                  <a:pt x="0" y="71821"/>
                  <a:pt x="0" y="98568"/>
                </a:cubicBezTo>
                <a:cubicBezTo>
                  <a:pt x="0" y="127600"/>
                  <a:pt x="8459" y="150001"/>
                  <a:pt x="28575" y="173320"/>
                </a:cubicBezTo>
                <a:cubicBezTo>
                  <a:pt x="37948" y="184293"/>
                  <a:pt x="43892" y="189323"/>
                  <a:pt x="55779" y="196638"/>
                </a:cubicBezTo>
                <a:lnTo>
                  <a:pt x="58521" y="192979"/>
                </a:lnTo>
                <a:cubicBezTo>
                  <a:pt x="40236" y="178576"/>
                  <a:pt x="33835" y="170578"/>
                  <a:pt x="27661" y="153430"/>
                </a:cubicBezTo>
                <a:cubicBezTo>
                  <a:pt x="22174" y="138117"/>
                  <a:pt x="19659" y="120743"/>
                  <a:pt x="19659" y="97881"/>
                </a:cubicBezTo>
                <a:cubicBezTo>
                  <a:pt x="19659" y="73879"/>
                  <a:pt x="22631" y="55134"/>
                  <a:pt x="28805" y="40961"/>
                </a:cubicBezTo>
                <a:cubicBezTo>
                  <a:pt x="35206" y="26786"/>
                  <a:pt x="42064" y="18557"/>
                  <a:pt x="58521" y="5299"/>
                </a:cubicBezTo>
                <a:lnTo>
                  <a:pt x="56466" y="1639"/>
                </a:lnTo>
                <a:close/>
                <a:moveTo>
                  <a:pt x="143791" y="158355"/>
                </a:moveTo>
                <a:lnTo>
                  <a:pt x="177396" y="146471"/>
                </a:lnTo>
                <a:lnTo>
                  <a:pt x="177396" y="142816"/>
                </a:lnTo>
                <a:cubicBezTo>
                  <a:pt x="173279" y="143042"/>
                  <a:pt x="172823" y="143042"/>
                  <a:pt x="172135" y="143042"/>
                </a:cubicBezTo>
                <a:cubicBezTo>
                  <a:pt x="163907" y="143042"/>
                  <a:pt x="162079" y="140531"/>
                  <a:pt x="162079" y="130021"/>
                </a:cubicBezTo>
                <a:lnTo>
                  <a:pt x="162079" y="457"/>
                </a:lnTo>
                <a:lnTo>
                  <a:pt x="160935" y="0"/>
                </a:lnTo>
                <a:cubicBezTo>
                  <a:pt x="149961" y="3886"/>
                  <a:pt x="141963" y="6171"/>
                  <a:pt x="127330" y="10060"/>
                </a:cubicBezTo>
                <a:lnTo>
                  <a:pt x="127330" y="13715"/>
                </a:lnTo>
                <a:cubicBezTo>
                  <a:pt x="129161" y="13489"/>
                  <a:pt x="130532" y="13489"/>
                  <a:pt x="132360" y="13489"/>
                </a:cubicBezTo>
                <a:cubicBezTo>
                  <a:pt x="140819" y="13489"/>
                  <a:pt x="142877" y="15773"/>
                  <a:pt x="142877" y="25146"/>
                </a:cubicBezTo>
                <a:lnTo>
                  <a:pt x="142877" y="60806"/>
                </a:lnTo>
                <a:cubicBezTo>
                  <a:pt x="134188" y="53491"/>
                  <a:pt x="128017" y="50976"/>
                  <a:pt x="118871" y="50976"/>
                </a:cubicBezTo>
                <a:cubicBezTo>
                  <a:pt x="92584" y="50976"/>
                  <a:pt x="71324" y="76795"/>
                  <a:pt x="71324" y="109235"/>
                </a:cubicBezTo>
                <a:cubicBezTo>
                  <a:pt x="71324" y="138473"/>
                  <a:pt x="88468" y="158355"/>
                  <a:pt x="113615" y="158355"/>
                </a:cubicBezTo>
                <a:cubicBezTo>
                  <a:pt x="126416" y="158355"/>
                  <a:pt x="135105" y="153786"/>
                  <a:pt x="142877" y="143042"/>
                </a:cubicBezTo>
                <a:lnTo>
                  <a:pt x="142877" y="157672"/>
                </a:lnTo>
                <a:lnTo>
                  <a:pt x="143791" y="158355"/>
                </a:lnTo>
                <a:moveTo>
                  <a:pt x="142877" y="132763"/>
                </a:moveTo>
                <a:cubicBezTo>
                  <a:pt x="142877" y="134364"/>
                  <a:pt x="141276" y="137106"/>
                  <a:pt x="138991" y="139617"/>
                </a:cubicBezTo>
                <a:cubicBezTo>
                  <a:pt x="134875" y="144187"/>
                  <a:pt x="129161" y="146471"/>
                  <a:pt x="122530" y="146471"/>
                </a:cubicBezTo>
                <a:cubicBezTo>
                  <a:pt x="103558" y="146471"/>
                  <a:pt x="90983" y="128193"/>
                  <a:pt x="90983" y="100096"/>
                </a:cubicBezTo>
                <a:cubicBezTo>
                  <a:pt x="90983" y="74284"/>
                  <a:pt x="102184" y="57380"/>
                  <a:pt x="119558" y="57380"/>
                </a:cubicBezTo>
                <a:cubicBezTo>
                  <a:pt x="131676" y="57380"/>
                  <a:pt x="142877" y="68113"/>
                  <a:pt x="142877" y="80221"/>
                </a:cubicBezTo>
                <a:lnTo>
                  <a:pt x="142877" y="132763"/>
                </a:lnTo>
                <a:close/>
                <a:moveTo>
                  <a:pt x="188139" y="196638"/>
                </a:moveTo>
                <a:cubicBezTo>
                  <a:pt x="205057" y="185664"/>
                  <a:pt x="211914" y="179720"/>
                  <a:pt x="220370" y="169204"/>
                </a:cubicBezTo>
                <a:cubicBezTo>
                  <a:pt x="236604" y="149318"/>
                  <a:pt x="244602" y="126456"/>
                  <a:pt x="244602" y="99713"/>
                </a:cubicBezTo>
                <a:cubicBezTo>
                  <a:pt x="244602" y="70450"/>
                  <a:pt x="236143" y="48276"/>
                  <a:pt x="216027" y="24958"/>
                </a:cubicBezTo>
                <a:cubicBezTo>
                  <a:pt x="206654" y="13984"/>
                  <a:pt x="200710" y="8958"/>
                  <a:pt x="188823" y="1639"/>
                </a:cubicBezTo>
                <a:lnTo>
                  <a:pt x="186081" y="5299"/>
                </a:lnTo>
                <a:cubicBezTo>
                  <a:pt x="204369" y="19701"/>
                  <a:pt x="210540" y="27703"/>
                  <a:pt x="216941" y="44847"/>
                </a:cubicBezTo>
                <a:cubicBezTo>
                  <a:pt x="222428" y="60164"/>
                  <a:pt x="224943" y="77535"/>
                  <a:pt x="224943" y="100396"/>
                </a:cubicBezTo>
                <a:cubicBezTo>
                  <a:pt x="224943" y="124171"/>
                  <a:pt x="221971" y="143144"/>
                  <a:pt x="215800" y="157089"/>
                </a:cubicBezTo>
                <a:cubicBezTo>
                  <a:pt x="209399" y="171492"/>
                  <a:pt x="202542" y="179720"/>
                  <a:pt x="186081" y="192979"/>
                </a:cubicBezTo>
                <a:lnTo>
                  <a:pt x="188139" y="196638"/>
                </a:lnTo>
                <a:close/>
                <a:moveTo>
                  <a:pt x="496977" y="151780"/>
                </a:moveTo>
                <a:cubicBezTo>
                  <a:pt x="486691" y="151097"/>
                  <a:pt x="484406" y="148812"/>
                  <a:pt x="476404" y="131908"/>
                </a:cubicBezTo>
                <a:lnTo>
                  <a:pt x="419481" y="2086"/>
                </a:lnTo>
                <a:lnTo>
                  <a:pt x="414912" y="2086"/>
                </a:lnTo>
                <a:lnTo>
                  <a:pt x="367361" y="114321"/>
                </a:lnTo>
                <a:cubicBezTo>
                  <a:pt x="352732" y="147671"/>
                  <a:pt x="349986" y="151323"/>
                  <a:pt x="339016" y="151780"/>
                </a:cubicBezTo>
                <a:lnTo>
                  <a:pt x="339016" y="156123"/>
                </a:lnTo>
                <a:lnTo>
                  <a:pt x="384279" y="156123"/>
                </a:lnTo>
                <a:lnTo>
                  <a:pt x="384279" y="151780"/>
                </a:lnTo>
                <a:cubicBezTo>
                  <a:pt x="373305" y="151780"/>
                  <a:pt x="368732" y="148812"/>
                  <a:pt x="368732" y="142418"/>
                </a:cubicBezTo>
                <a:cubicBezTo>
                  <a:pt x="368732" y="139676"/>
                  <a:pt x="369419" y="136478"/>
                  <a:pt x="370563" y="133509"/>
                </a:cubicBezTo>
                <a:lnTo>
                  <a:pt x="381076" y="106783"/>
                </a:lnTo>
                <a:lnTo>
                  <a:pt x="440972" y="106783"/>
                </a:lnTo>
                <a:lnTo>
                  <a:pt x="450344" y="128713"/>
                </a:lnTo>
                <a:cubicBezTo>
                  <a:pt x="453086" y="134880"/>
                  <a:pt x="454687" y="140817"/>
                  <a:pt x="454687" y="144016"/>
                </a:cubicBezTo>
                <a:cubicBezTo>
                  <a:pt x="454687" y="149726"/>
                  <a:pt x="450801" y="151554"/>
                  <a:pt x="438683" y="151780"/>
                </a:cubicBezTo>
                <a:lnTo>
                  <a:pt x="438683" y="156123"/>
                </a:lnTo>
                <a:lnTo>
                  <a:pt x="496977" y="156123"/>
                </a:lnTo>
                <a:lnTo>
                  <a:pt x="496977" y="151780"/>
                </a:lnTo>
                <a:moveTo>
                  <a:pt x="384962" y="97410"/>
                </a:moveTo>
                <a:lnTo>
                  <a:pt x="411252" y="34547"/>
                </a:lnTo>
                <a:lnTo>
                  <a:pt x="437769" y="97410"/>
                </a:lnTo>
                <a:lnTo>
                  <a:pt x="384962" y="97410"/>
                </a:lnTo>
                <a:close/>
                <a:moveTo>
                  <a:pt x="584989" y="65152"/>
                </a:moveTo>
                <a:cubicBezTo>
                  <a:pt x="587961" y="64465"/>
                  <a:pt x="589789" y="64238"/>
                  <a:pt x="592304" y="64238"/>
                </a:cubicBezTo>
                <a:cubicBezTo>
                  <a:pt x="598248" y="64238"/>
                  <a:pt x="600306" y="67894"/>
                  <a:pt x="600306" y="78864"/>
                </a:cubicBezTo>
                <a:lnTo>
                  <a:pt x="600306" y="136694"/>
                </a:lnTo>
                <a:cubicBezTo>
                  <a:pt x="600306" y="149039"/>
                  <a:pt x="597104" y="152467"/>
                  <a:pt x="584302" y="152694"/>
                </a:cubicBezTo>
                <a:lnTo>
                  <a:pt x="584302" y="156123"/>
                </a:lnTo>
                <a:lnTo>
                  <a:pt x="635051" y="156123"/>
                </a:lnTo>
                <a:lnTo>
                  <a:pt x="635051" y="152694"/>
                </a:lnTo>
                <a:cubicBezTo>
                  <a:pt x="622937" y="152237"/>
                  <a:pt x="619508" y="149726"/>
                  <a:pt x="619508" y="140810"/>
                </a:cubicBezTo>
                <a:lnTo>
                  <a:pt x="619508" y="76352"/>
                </a:lnTo>
                <a:cubicBezTo>
                  <a:pt x="619508" y="75895"/>
                  <a:pt x="621336" y="73607"/>
                  <a:pt x="622937" y="72010"/>
                </a:cubicBezTo>
                <a:cubicBezTo>
                  <a:pt x="628651" y="66749"/>
                  <a:pt x="638480" y="62864"/>
                  <a:pt x="646482" y="62864"/>
                </a:cubicBezTo>
                <a:cubicBezTo>
                  <a:pt x="656538" y="62864"/>
                  <a:pt x="661568" y="70865"/>
                  <a:pt x="661568" y="86866"/>
                </a:cubicBezTo>
                <a:lnTo>
                  <a:pt x="661568" y="136467"/>
                </a:lnTo>
                <a:cubicBezTo>
                  <a:pt x="661568" y="149269"/>
                  <a:pt x="659053" y="151780"/>
                  <a:pt x="646025" y="152694"/>
                </a:cubicBezTo>
                <a:lnTo>
                  <a:pt x="646025" y="156123"/>
                </a:lnTo>
                <a:lnTo>
                  <a:pt x="697231" y="156123"/>
                </a:lnTo>
                <a:lnTo>
                  <a:pt x="697231" y="152694"/>
                </a:lnTo>
                <a:cubicBezTo>
                  <a:pt x="684200" y="152467"/>
                  <a:pt x="680771" y="148582"/>
                  <a:pt x="680771" y="134409"/>
                </a:cubicBezTo>
                <a:lnTo>
                  <a:pt x="680771" y="76809"/>
                </a:lnTo>
                <a:cubicBezTo>
                  <a:pt x="687628" y="66980"/>
                  <a:pt x="695173" y="62864"/>
                  <a:pt x="705690" y="62864"/>
                </a:cubicBezTo>
                <a:cubicBezTo>
                  <a:pt x="718718" y="62864"/>
                  <a:pt x="722834" y="69038"/>
                  <a:pt x="722834" y="88010"/>
                </a:cubicBezTo>
                <a:lnTo>
                  <a:pt x="722834" y="136237"/>
                </a:lnTo>
                <a:cubicBezTo>
                  <a:pt x="722834" y="149269"/>
                  <a:pt x="721007" y="151097"/>
                  <a:pt x="707748" y="152694"/>
                </a:cubicBezTo>
                <a:lnTo>
                  <a:pt x="707748" y="156123"/>
                </a:lnTo>
                <a:lnTo>
                  <a:pt x="757810" y="156123"/>
                </a:lnTo>
                <a:lnTo>
                  <a:pt x="757810" y="152694"/>
                </a:lnTo>
                <a:lnTo>
                  <a:pt x="751866" y="152237"/>
                </a:lnTo>
                <a:cubicBezTo>
                  <a:pt x="745009" y="151780"/>
                  <a:pt x="742037" y="147668"/>
                  <a:pt x="742037" y="138752"/>
                </a:cubicBezTo>
                <a:lnTo>
                  <a:pt x="742037" y="91665"/>
                </a:lnTo>
                <a:cubicBezTo>
                  <a:pt x="742037" y="64695"/>
                  <a:pt x="733121" y="50976"/>
                  <a:pt x="715520" y="50976"/>
                </a:cubicBezTo>
                <a:cubicBezTo>
                  <a:pt x="702261" y="50976"/>
                  <a:pt x="690600" y="56920"/>
                  <a:pt x="678256" y="70178"/>
                </a:cubicBezTo>
                <a:cubicBezTo>
                  <a:pt x="674143" y="57150"/>
                  <a:pt x="666372" y="50976"/>
                  <a:pt x="654027" y="50976"/>
                </a:cubicBezTo>
                <a:cubicBezTo>
                  <a:pt x="643967" y="50976"/>
                  <a:pt x="637566" y="54178"/>
                  <a:pt x="618591" y="68581"/>
                </a:cubicBezTo>
                <a:lnTo>
                  <a:pt x="618591" y="51436"/>
                </a:lnTo>
                <a:lnTo>
                  <a:pt x="616993" y="50976"/>
                </a:lnTo>
                <a:cubicBezTo>
                  <a:pt x="605332" y="55322"/>
                  <a:pt x="597561" y="57837"/>
                  <a:pt x="584989" y="61266"/>
                </a:cubicBezTo>
                <a:lnTo>
                  <a:pt x="584989" y="65152"/>
                </a:lnTo>
                <a:close/>
                <a:moveTo>
                  <a:pt x="798500" y="50976"/>
                </a:moveTo>
                <a:lnTo>
                  <a:pt x="763067" y="63478"/>
                </a:lnTo>
                <a:lnTo>
                  <a:pt x="763067" y="66910"/>
                </a:lnTo>
                <a:lnTo>
                  <a:pt x="764898" y="66680"/>
                </a:lnTo>
                <a:cubicBezTo>
                  <a:pt x="767640" y="66223"/>
                  <a:pt x="770612" y="65992"/>
                  <a:pt x="772670" y="65992"/>
                </a:cubicBezTo>
                <a:cubicBezTo>
                  <a:pt x="778157" y="65992"/>
                  <a:pt x="780211" y="69652"/>
                  <a:pt x="780211" y="79718"/>
                </a:cubicBezTo>
                <a:lnTo>
                  <a:pt x="780211" y="132794"/>
                </a:lnTo>
                <a:cubicBezTo>
                  <a:pt x="780211" y="149265"/>
                  <a:pt x="777926" y="151780"/>
                  <a:pt x="762153" y="152694"/>
                </a:cubicBezTo>
                <a:lnTo>
                  <a:pt x="762153" y="156123"/>
                </a:lnTo>
                <a:lnTo>
                  <a:pt x="816331" y="156123"/>
                </a:lnTo>
                <a:lnTo>
                  <a:pt x="816331" y="152694"/>
                </a:lnTo>
                <a:cubicBezTo>
                  <a:pt x="801245" y="151554"/>
                  <a:pt x="799413" y="149265"/>
                  <a:pt x="799413" y="132794"/>
                </a:cubicBezTo>
                <a:lnTo>
                  <a:pt x="799413" y="51663"/>
                </a:lnTo>
                <a:lnTo>
                  <a:pt x="798500" y="50976"/>
                </a:lnTo>
                <a:moveTo>
                  <a:pt x="787756" y="77"/>
                </a:moveTo>
                <a:cubicBezTo>
                  <a:pt x="781585" y="77"/>
                  <a:pt x="776325" y="5337"/>
                  <a:pt x="776325" y="11738"/>
                </a:cubicBezTo>
                <a:cubicBezTo>
                  <a:pt x="776325" y="18138"/>
                  <a:pt x="781355" y="23395"/>
                  <a:pt x="787756" y="23395"/>
                </a:cubicBezTo>
                <a:cubicBezTo>
                  <a:pt x="794387" y="23395"/>
                  <a:pt x="799644" y="18365"/>
                  <a:pt x="799644" y="11738"/>
                </a:cubicBezTo>
                <a:cubicBezTo>
                  <a:pt x="799644" y="5337"/>
                  <a:pt x="794387" y="77"/>
                  <a:pt x="787756" y="77"/>
                </a:cubicBezTo>
                <a:close/>
                <a:moveTo>
                  <a:pt x="825704" y="65152"/>
                </a:moveTo>
                <a:cubicBezTo>
                  <a:pt x="827075" y="64465"/>
                  <a:pt x="829363" y="64238"/>
                  <a:pt x="831878" y="64238"/>
                </a:cubicBezTo>
                <a:cubicBezTo>
                  <a:pt x="838279" y="64238"/>
                  <a:pt x="840333" y="67667"/>
                  <a:pt x="840333" y="78864"/>
                </a:cubicBezTo>
                <a:lnTo>
                  <a:pt x="840333" y="135553"/>
                </a:lnTo>
                <a:cubicBezTo>
                  <a:pt x="840333" y="148582"/>
                  <a:pt x="837818" y="151780"/>
                  <a:pt x="826161" y="152694"/>
                </a:cubicBezTo>
                <a:lnTo>
                  <a:pt x="826161" y="156123"/>
                </a:lnTo>
                <a:lnTo>
                  <a:pt x="874625" y="156123"/>
                </a:lnTo>
                <a:lnTo>
                  <a:pt x="874625" y="152694"/>
                </a:lnTo>
                <a:cubicBezTo>
                  <a:pt x="862964" y="151780"/>
                  <a:pt x="859535" y="149039"/>
                  <a:pt x="859535" y="140810"/>
                </a:cubicBezTo>
                <a:lnTo>
                  <a:pt x="859535" y="76579"/>
                </a:lnTo>
                <a:cubicBezTo>
                  <a:pt x="870509" y="66292"/>
                  <a:pt x="875539" y="63551"/>
                  <a:pt x="883084" y="63551"/>
                </a:cubicBezTo>
                <a:cubicBezTo>
                  <a:pt x="894284" y="63551"/>
                  <a:pt x="899771" y="70635"/>
                  <a:pt x="899771" y="85722"/>
                </a:cubicBezTo>
                <a:lnTo>
                  <a:pt x="899771" y="133495"/>
                </a:lnTo>
                <a:cubicBezTo>
                  <a:pt x="899771" y="147894"/>
                  <a:pt x="896799" y="151780"/>
                  <a:pt x="885369" y="152694"/>
                </a:cubicBezTo>
                <a:lnTo>
                  <a:pt x="885369" y="156123"/>
                </a:lnTo>
                <a:lnTo>
                  <a:pt x="932919" y="156123"/>
                </a:lnTo>
                <a:lnTo>
                  <a:pt x="932919" y="152694"/>
                </a:lnTo>
                <a:cubicBezTo>
                  <a:pt x="921715" y="151554"/>
                  <a:pt x="918974" y="148808"/>
                  <a:pt x="918974" y="137611"/>
                </a:cubicBezTo>
                <a:lnTo>
                  <a:pt x="918974" y="85265"/>
                </a:lnTo>
                <a:cubicBezTo>
                  <a:pt x="918974" y="63781"/>
                  <a:pt x="908914" y="50976"/>
                  <a:pt x="892000" y="50976"/>
                </a:cubicBezTo>
                <a:cubicBezTo>
                  <a:pt x="881483" y="50976"/>
                  <a:pt x="874395" y="54865"/>
                  <a:pt x="858852" y="69495"/>
                </a:cubicBezTo>
                <a:lnTo>
                  <a:pt x="858852" y="51436"/>
                </a:lnTo>
                <a:lnTo>
                  <a:pt x="857251" y="50976"/>
                </a:lnTo>
                <a:cubicBezTo>
                  <a:pt x="846050" y="55092"/>
                  <a:pt x="838279" y="57607"/>
                  <a:pt x="825704" y="61266"/>
                </a:cubicBezTo>
                <a:lnTo>
                  <a:pt x="825704" y="65152"/>
                </a:lnTo>
                <a:close/>
                <a:moveTo>
                  <a:pt x="976350" y="50976"/>
                </a:moveTo>
                <a:lnTo>
                  <a:pt x="940918" y="63478"/>
                </a:lnTo>
                <a:lnTo>
                  <a:pt x="940918" y="66910"/>
                </a:lnTo>
                <a:lnTo>
                  <a:pt x="942749" y="66680"/>
                </a:lnTo>
                <a:cubicBezTo>
                  <a:pt x="945491" y="66223"/>
                  <a:pt x="948463" y="65992"/>
                  <a:pt x="950521" y="65992"/>
                </a:cubicBezTo>
                <a:cubicBezTo>
                  <a:pt x="956007" y="65992"/>
                  <a:pt x="958062" y="69652"/>
                  <a:pt x="958062" y="79718"/>
                </a:cubicBezTo>
                <a:lnTo>
                  <a:pt x="958062" y="132794"/>
                </a:lnTo>
                <a:cubicBezTo>
                  <a:pt x="958062" y="149265"/>
                  <a:pt x="955777" y="151780"/>
                  <a:pt x="940004" y="152694"/>
                </a:cubicBezTo>
                <a:lnTo>
                  <a:pt x="940004" y="156123"/>
                </a:lnTo>
                <a:lnTo>
                  <a:pt x="994182" y="156123"/>
                </a:lnTo>
                <a:lnTo>
                  <a:pt x="994182" y="152694"/>
                </a:lnTo>
                <a:cubicBezTo>
                  <a:pt x="979096" y="151554"/>
                  <a:pt x="977264" y="149265"/>
                  <a:pt x="977264" y="132794"/>
                </a:cubicBezTo>
                <a:lnTo>
                  <a:pt x="977264" y="51663"/>
                </a:lnTo>
                <a:lnTo>
                  <a:pt x="976350" y="50976"/>
                </a:lnTo>
                <a:moveTo>
                  <a:pt x="965607" y="77"/>
                </a:moveTo>
                <a:cubicBezTo>
                  <a:pt x="959436" y="77"/>
                  <a:pt x="954176" y="5337"/>
                  <a:pt x="954176" y="11738"/>
                </a:cubicBezTo>
                <a:cubicBezTo>
                  <a:pt x="954176" y="18138"/>
                  <a:pt x="959206" y="23395"/>
                  <a:pt x="965607" y="23395"/>
                </a:cubicBezTo>
                <a:cubicBezTo>
                  <a:pt x="972238" y="23395"/>
                  <a:pt x="977494" y="18365"/>
                  <a:pt x="977494" y="11738"/>
                </a:cubicBezTo>
                <a:cubicBezTo>
                  <a:pt x="977494" y="5337"/>
                  <a:pt x="972238" y="77"/>
                  <a:pt x="965607" y="77"/>
                </a:cubicBezTo>
                <a:close/>
                <a:moveTo>
                  <a:pt x="1004242" y="65152"/>
                </a:moveTo>
                <a:cubicBezTo>
                  <a:pt x="1007214" y="64465"/>
                  <a:pt x="1009041" y="64238"/>
                  <a:pt x="1011556" y="64238"/>
                </a:cubicBezTo>
                <a:cubicBezTo>
                  <a:pt x="1017500" y="64238"/>
                  <a:pt x="1019558" y="67894"/>
                  <a:pt x="1019558" y="78864"/>
                </a:cubicBezTo>
                <a:lnTo>
                  <a:pt x="1019558" y="136694"/>
                </a:lnTo>
                <a:cubicBezTo>
                  <a:pt x="1019558" y="149039"/>
                  <a:pt x="1016356" y="152467"/>
                  <a:pt x="1003555" y="152694"/>
                </a:cubicBezTo>
                <a:lnTo>
                  <a:pt x="1003555" y="156123"/>
                </a:lnTo>
                <a:lnTo>
                  <a:pt x="1054304" y="156123"/>
                </a:lnTo>
                <a:lnTo>
                  <a:pt x="1054304" y="152694"/>
                </a:lnTo>
                <a:cubicBezTo>
                  <a:pt x="1042189" y="152237"/>
                  <a:pt x="1038761" y="149726"/>
                  <a:pt x="1038761" y="140810"/>
                </a:cubicBezTo>
                <a:lnTo>
                  <a:pt x="1038761" y="76352"/>
                </a:lnTo>
                <a:cubicBezTo>
                  <a:pt x="1038761" y="75895"/>
                  <a:pt x="1040588" y="73607"/>
                  <a:pt x="1042189" y="72010"/>
                </a:cubicBezTo>
                <a:cubicBezTo>
                  <a:pt x="1047903" y="66749"/>
                  <a:pt x="1057733" y="62864"/>
                  <a:pt x="1065734" y="62864"/>
                </a:cubicBezTo>
                <a:cubicBezTo>
                  <a:pt x="1075791" y="62864"/>
                  <a:pt x="1080821" y="70865"/>
                  <a:pt x="1080821" y="86866"/>
                </a:cubicBezTo>
                <a:lnTo>
                  <a:pt x="1080821" y="136467"/>
                </a:lnTo>
                <a:cubicBezTo>
                  <a:pt x="1080821" y="149269"/>
                  <a:pt x="1078306" y="151780"/>
                  <a:pt x="1065278" y="152694"/>
                </a:cubicBezTo>
                <a:lnTo>
                  <a:pt x="1065278" y="156123"/>
                </a:lnTo>
                <a:lnTo>
                  <a:pt x="1116484" y="156123"/>
                </a:lnTo>
                <a:lnTo>
                  <a:pt x="1116484" y="152694"/>
                </a:lnTo>
                <a:cubicBezTo>
                  <a:pt x="1103452" y="152467"/>
                  <a:pt x="1100023" y="148582"/>
                  <a:pt x="1100023" y="134409"/>
                </a:cubicBezTo>
                <a:lnTo>
                  <a:pt x="1100023" y="76809"/>
                </a:lnTo>
                <a:cubicBezTo>
                  <a:pt x="1106881" y="66980"/>
                  <a:pt x="1114426" y="62864"/>
                  <a:pt x="1124942" y="62864"/>
                </a:cubicBezTo>
                <a:cubicBezTo>
                  <a:pt x="1137971" y="62864"/>
                  <a:pt x="1142087" y="69038"/>
                  <a:pt x="1142087" y="88010"/>
                </a:cubicBezTo>
                <a:lnTo>
                  <a:pt x="1142087" y="136237"/>
                </a:lnTo>
                <a:cubicBezTo>
                  <a:pt x="1142087" y="149269"/>
                  <a:pt x="1140259" y="151097"/>
                  <a:pt x="1127000" y="152694"/>
                </a:cubicBezTo>
                <a:lnTo>
                  <a:pt x="1127000" y="156123"/>
                </a:lnTo>
                <a:lnTo>
                  <a:pt x="1177063" y="156123"/>
                </a:lnTo>
                <a:lnTo>
                  <a:pt x="1177063" y="152694"/>
                </a:lnTo>
                <a:lnTo>
                  <a:pt x="1171119" y="152237"/>
                </a:lnTo>
                <a:cubicBezTo>
                  <a:pt x="1164261" y="151780"/>
                  <a:pt x="1161289" y="147668"/>
                  <a:pt x="1161289" y="138752"/>
                </a:cubicBezTo>
                <a:lnTo>
                  <a:pt x="1161289" y="91665"/>
                </a:lnTo>
                <a:cubicBezTo>
                  <a:pt x="1161289" y="64695"/>
                  <a:pt x="1152373" y="50976"/>
                  <a:pt x="1134772" y="50976"/>
                </a:cubicBezTo>
                <a:cubicBezTo>
                  <a:pt x="1121514" y="50976"/>
                  <a:pt x="1109853" y="56920"/>
                  <a:pt x="1097508" y="70178"/>
                </a:cubicBezTo>
                <a:cubicBezTo>
                  <a:pt x="1093396" y="57150"/>
                  <a:pt x="1085624" y="50976"/>
                  <a:pt x="1073279" y="50976"/>
                </a:cubicBezTo>
                <a:cubicBezTo>
                  <a:pt x="1063219" y="50976"/>
                  <a:pt x="1056819" y="54178"/>
                  <a:pt x="1037843" y="68581"/>
                </a:cubicBezTo>
                <a:lnTo>
                  <a:pt x="1037843" y="51436"/>
                </a:lnTo>
                <a:lnTo>
                  <a:pt x="1036246" y="50976"/>
                </a:lnTo>
                <a:cubicBezTo>
                  <a:pt x="1024585" y="55322"/>
                  <a:pt x="1016813" y="57837"/>
                  <a:pt x="1004242" y="61266"/>
                </a:cubicBezTo>
                <a:lnTo>
                  <a:pt x="1004242" y="65152"/>
                </a:lnTo>
                <a:close/>
                <a:moveTo>
                  <a:pt x="1287247" y="144650"/>
                </a:moveTo>
                <a:lnTo>
                  <a:pt x="1286106" y="144650"/>
                </a:lnTo>
                <a:cubicBezTo>
                  <a:pt x="1275589" y="144650"/>
                  <a:pt x="1273074" y="142136"/>
                  <a:pt x="1273074" y="131619"/>
                </a:cubicBezTo>
                <a:lnTo>
                  <a:pt x="1273074" y="53208"/>
                </a:lnTo>
                <a:lnTo>
                  <a:pt x="1236954" y="53208"/>
                </a:lnTo>
                <a:lnTo>
                  <a:pt x="1236954" y="57098"/>
                </a:lnTo>
                <a:cubicBezTo>
                  <a:pt x="1251130" y="57781"/>
                  <a:pt x="1253872" y="60070"/>
                  <a:pt x="1253872" y="71497"/>
                </a:cubicBezTo>
                <a:lnTo>
                  <a:pt x="1253872" y="125211"/>
                </a:lnTo>
                <a:cubicBezTo>
                  <a:pt x="1253872" y="131612"/>
                  <a:pt x="1252728" y="134814"/>
                  <a:pt x="1249529" y="137325"/>
                </a:cubicBezTo>
                <a:cubicBezTo>
                  <a:pt x="1243355" y="142355"/>
                  <a:pt x="1236271" y="145097"/>
                  <a:pt x="1229413" y="145097"/>
                </a:cubicBezTo>
                <a:cubicBezTo>
                  <a:pt x="1220497" y="145097"/>
                  <a:pt x="1213182" y="137325"/>
                  <a:pt x="1213182" y="127726"/>
                </a:cubicBezTo>
                <a:lnTo>
                  <a:pt x="1213182" y="53208"/>
                </a:lnTo>
                <a:lnTo>
                  <a:pt x="1179804" y="53208"/>
                </a:lnTo>
                <a:lnTo>
                  <a:pt x="1179804" y="56411"/>
                </a:lnTo>
                <a:cubicBezTo>
                  <a:pt x="1190778" y="57098"/>
                  <a:pt x="1193980" y="60527"/>
                  <a:pt x="1193980" y="71040"/>
                </a:cubicBezTo>
                <a:lnTo>
                  <a:pt x="1193980" y="128640"/>
                </a:lnTo>
                <a:cubicBezTo>
                  <a:pt x="1193980" y="146698"/>
                  <a:pt x="1204950" y="158355"/>
                  <a:pt x="1221638" y="158355"/>
                </a:cubicBezTo>
                <a:cubicBezTo>
                  <a:pt x="1230097" y="158355"/>
                  <a:pt x="1239012" y="154700"/>
                  <a:pt x="1245186" y="148526"/>
                </a:cubicBezTo>
                <a:lnTo>
                  <a:pt x="1255016" y="138700"/>
                </a:lnTo>
                <a:lnTo>
                  <a:pt x="1255016" y="157672"/>
                </a:lnTo>
                <a:lnTo>
                  <a:pt x="1255930" y="158132"/>
                </a:lnTo>
                <a:cubicBezTo>
                  <a:pt x="1267361" y="153563"/>
                  <a:pt x="1275589" y="151048"/>
                  <a:pt x="1287247" y="147846"/>
                </a:cubicBezTo>
                <a:lnTo>
                  <a:pt x="1287247" y="144650"/>
                </a:lnTo>
                <a:close/>
                <a:moveTo>
                  <a:pt x="1296392" y="65152"/>
                </a:moveTo>
                <a:cubicBezTo>
                  <a:pt x="1299364" y="64465"/>
                  <a:pt x="1301192" y="64238"/>
                  <a:pt x="1303707" y="64238"/>
                </a:cubicBezTo>
                <a:cubicBezTo>
                  <a:pt x="1309651" y="64238"/>
                  <a:pt x="1311709" y="67894"/>
                  <a:pt x="1311709" y="78864"/>
                </a:cubicBezTo>
                <a:lnTo>
                  <a:pt x="1311709" y="136694"/>
                </a:lnTo>
                <a:cubicBezTo>
                  <a:pt x="1311709" y="149039"/>
                  <a:pt x="1308507" y="152467"/>
                  <a:pt x="1295705" y="152694"/>
                </a:cubicBezTo>
                <a:lnTo>
                  <a:pt x="1295705" y="156123"/>
                </a:lnTo>
                <a:lnTo>
                  <a:pt x="1346455" y="156123"/>
                </a:lnTo>
                <a:lnTo>
                  <a:pt x="1346455" y="152694"/>
                </a:lnTo>
                <a:cubicBezTo>
                  <a:pt x="1334340" y="152237"/>
                  <a:pt x="1330911" y="149726"/>
                  <a:pt x="1330911" y="140810"/>
                </a:cubicBezTo>
                <a:lnTo>
                  <a:pt x="1330911" y="76352"/>
                </a:lnTo>
                <a:cubicBezTo>
                  <a:pt x="1330911" y="75895"/>
                  <a:pt x="1332739" y="73607"/>
                  <a:pt x="1334340" y="72010"/>
                </a:cubicBezTo>
                <a:cubicBezTo>
                  <a:pt x="1340054" y="66749"/>
                  <a:pt x="1349883" y="62864"/>
                  <a:pt x="1357885" y="62864"/>
                </a:cubicBezTo>
                <a:cubicBezTo>
                  <a:pt x="1367942" y="62864"/>
                  <a:pt x="1372972" y="70865"/>
                  <a:pt x="1372972" y="86866"/>
                </a:cubicBezTo>
                <a:lnTo>
                  <a:pt x="1372972" y="136467"/>
                </a:lnTo>
                <a:cubicBezTo>
                  <a:pt x="1372972" y="149269"/>
                  <a:pt x="1370457" y="151780"/>
                  <a:pt x="1357428" y="152694"/>
                </a:cubicBezTo>
                <a:lnTo>
                  <a:pt x="1357428" y="156123"/>
                </a:lnTo>
                <a:lnTo>
                  <a:pt x="1408634" y="156123"/>
                </a:lnTo>
                <a:lnTo>
                  <a:pt x="1408634" y="152694"/>
                </a:lnTo>
                <a:cubicBezTo>
                  <a:pt x="1395603" y="152467"/>
                  <a:pt x="1392174" y="148582"/>
                  <a:pt x="1392174" y="134409"/>
                </a:cubicBezTo>
                <a:lnTo>
                  <a:pt x="1392174" y="76809"/>
                </a:lnTo>
                <a:cubicBezTo>
                  <a:pt x="1399032" y="66980"/>
                  <a:pt x="1406576" y="62864"/>
                  <a:pt x="1417093" y="62864"/>
                </a:cubicBezTo>
                <a:cubicBezTo>
                  <a:pt x="1430122" y="62864"/>
                  <a:pt x="1434238" y="69038"/>
                  <a:pt x="1434238" y="88010"/>
                </a:cubicBezTo>
                <a:lnTo>
                  <a:pt x="1434238" y="136237"/>
                </a:lnTo>
                <a:cubicBezTo>
                  <a:pt x="1434238" y="149269"/>
                  <a:pt x="1432410" y="151097"/>
                  <a:pt x="1419151" y="152694"/>
                </a:cubicBezTo>
                <a:lnTo>
                  <a:pt x="1419151" y="156123"/>
                </a:lnTo>
                <a:lnTo>
                  <a:pt x="1469213" y="156123"/>
                </a:lnTo>
                <a:lnTo>
                  <a:pt x="1469213" y="152694"/>
                </a:lnTo>
                <a:lnTo>
                  <a:pt x="1463270" y="152237"/>
                </a:lnTo>
                <a:cubicBezTo>
                  <a:pt x="1456412" y="151780"/>
                  <a:pt x="1453440" y="147668"/>
                  <a:pt x="1453440" y="138752"/>
                </a:cubicBezTo>
                <a:lnTo>
                  <a:pt x="1453440" y="91665"/>
                </a:lnTo>
                <a:cubicBezTo>
                  <a:pt x="1453440" y="64695"/>
                  <a:pt x="1444524" y="50976"/>
                  <a:pt x="1426923" y="50976"/>
                </a:cubicBezTo>
                <a:cubicBezTo>
                  <a:pt x="1413664" y="50976"/>
                  <a:pt x="1402003" y="56920"/>
                  <a:pt x="1389659" y="70178"/>
                </a:cubicBezTo>
                <a:cubicBezTo>
                  <a:pt x="1385546" y="57150"/>
                  <a:pt x="1377775" y="50976"/>
                  <a:pt x="1365430" y="50976"/>
                </a:cubicBezTo>
                <a:cubicBezTo>
                  <a:pt x="1355370" y="50976"/>
                  <a:pt x="1348970" y="54178"/>
                  <a:pt x="1329994" y="68581"/>
                </a:cubicBezTo>
                <a:lnTo>
                  <a:pt x="1329994" y="51436"/>
                </a:lnTo>
                <a:lnTo>
                  <a:pt x="1328396" y="50976"/>
                </a:lnTo>
                <a:cubicBezTo>
                  <a:pt x="1316735" y="55322"/>
                  <a:pt x="1308964" y="57837"/>
                  <a:pt x="1296392" y="61266"/>
                </a:cubicBezTo>
                <a:lnTo>
                  <a:pt x="1296392" y="65152"/>
                </a:lnTo>
                <a:close/>
                <a:moveTo>
                  <a:pt x="1551964" y="66237"/>
                </a:moveTo>
                <a:cubicBezTo>
                  <a:pt x="1554023" y="66010"/>
                  <a:pt x="1555624" y="66010"/>
                  <a:pt x="1557682" y="66010"/>
                </a:cubicBezTo>
                <a:cubicBezTo>
                  <a:pt x="1565453" y="66010"/>
                  <a:pt x="1567054" y="68295"/>
                  <a:pt x="1567054" y="79038"/>
                </a:cubicBezTo>
                <a:lnTo>
                  <a:pt x="1567054" y="186024"/>
                </a:lnTo>
                <a:cubicBezTo>
                  <a:pt x="1567054" y="197911"/>
                  <a:pt x="1564539" y="200426"/>
                  <a:pt x="1551051" y="201797"/>
                </a:cubicBezTo>
                <a:lnTo>
                  <a:pt x="1551051" y="205683"/>
                </a:lnTo>
                <a:lnTo>
                  <a:pt x="1606373" y="205683"/>
                </a:lnTo>
                <a:lnTo>
                  <a:pt x="1606373" y="201570"/>
                </a:lnTo>
                <a:cubicBezTo>
                  <a:pt x="1589228" y="201340"/>
                  <a:pt x="1586257" y="198825"/>
                  <a:pt x="1586257" y="184422"/>
                </a:cubicBezTo>
                <a:lnTo>
                  <a:pt x="1586257" y="148529"/>
                </a:lnTo>
                <a:cubicBezTo>
                  <a:pt x="1594258" y="156071"/>
                  <a:pt x="1599742" y="158355"/>
                  <a:pt x="1609345" y="158355"/>
                </a:cubicBezTo>
                <a:cubicBezTo>
                  <a:pt x="1636319" y="158355"/>
                  <a:pt x="1657349" y="132766"/>
                  <a:pt x="1657349" y="99643"/>
                </a:cubicBezTo>
                <a:cubicBezTo>
                  <a:pt x="1657349" y="71319"/>
                  <a:pt x="1641349" y="50976"/>
                  <a:pt x="1619174" y="50976"/>
                </a:cubicBezTo>
                <a:cubicBezTo>
                  <a:pt x="1606373" y="50976"/>
                  <a:pt x="1596313" y="56693"/>
                  <a:pt x="1586257" y="69034"/>
                </a:cubicBezTo>
                <a:lnTo>
                  <a:pt x="1586257" y="51436"/>
                </a:lnTo>
                <a:lnTo>
                  <a:pt x="1584886" y="50976"/>
                </a:lnTo>
                <a:cubicBezTo>
                  <a:pt x="1572541" y="55779"/>
                  <a:pt x="1564539" y="58751"/>
                  <a:pt x="1551964" y="62637"/>
                </a:cubicBezTo>
                <a:lnTo>
                  <a:pt x="1551964" y="66237"/>
                </a:lnTo>
                <a:moveTo>
                  <a:pt x="1586257" y="79771"/>
                </a:moveTo>
                <a:cubicBezTo>
                  <a:pt x="1586257" y="72916"/>
                  <a:pt x="1599058" y="64695"/>
                  <a:pt x="1609571" y="64695"/>
                </a:cubicBezTo>
                <a:cubicBezTo>
                  <a:pt x="1626489" y="64695"/>
                  <a:pt x="1637689" y="82055"/>
                  <a:pt x="1637689" y="108555"/>
                </a:cubicBezTo>
                <a:cubicBezTo>
                  <a:pt x="1637689" y="133910"/>
                  <a:pt x="1626489" y="151041"/>
                  <a:pt x="1610032" y="151041"/>
                </a:cubicBezTo>
                <a:cubicBezTo>
                  <a:pt x="1599285" y="151041"/>
                  <a:pt x="1586257" y="142819"/>
                  <a:pt x="1586257" y="135965"/>
                </a:cubicBezTo>
                <a:lnTo>
                  <a:pt x="1586257" y="79771"/>
                </a:lnTo>
                <a:close/>
                <a:moveTo>
                  <a:pt x="1765248" y="140988"/>
                </a:moveTo>
                <a:cubicBezTo>
                  <a:pt x="1761362" y="144183"/>
                  <a:pt x="1758620" y="145327"/>
                  <a:pt x="1755192" y="145327"/>
                </a:cubicBezTo>
                <a:cubicBezTo>
                  <a:pt x="1749935" y="145327"/>
                  <a:pt x="1748334" y="142129"/>
                  <a:pt x="1748334" y="132079"/>
                </a:cubicBezTo>
                <a:lnTo>
                  <a:pt x="1748334" y="87532"/>
                </a:lnTo>
                <a:cubicBezTo>
                  <a:pt x="1748334" y="75651"/>
                  <a:pt x="1747190" y="69027"/>
                  <a:pt x="1743761" y="63544"/>
                </a:cubicBezTo>
                <a:cubicBezTo>
                  <a:pt x="1738731" y="55322"/>
                  <a:pt x="1728901" y="50976"/>
                  <a:pt x="1715416" y="50976"/>
                </a:cubicBezTo>
                <a:cubicBezTo>
                  <a:pt x="1693926" y="50976"/>
                  <a:pt x="1677012" y="62173"/>
                  <a:pt x="1677012" y="76565"/>
                </a:cubicBezTo>
                <a:cubicBezTo>
                  <a:pt x="1677012" y="81822"/>
                  <a:pt x="1681581" y="86388"/>
                  <a:pt x="1686841" y="86388"/>
                </a:cubicBezTo>
                <a:cubicBezTo>
                  <a:pt x="1692325" y="86388"/>
                  <a:pt x="1697128" y="81822"/>
                  <a:pt x="1697128" y="76795"/>
                </a:cubicBezTo>
                <a:cubicBezTo>
                  <a:pt x="1697128" y="75881"/>
                  <a:pt x="1696898" y="74737"/>
                  <a:pt x="1696671" y="73140"/>
                </a:cubicBezTo>
                <a:cubicBezTo>
                  <a:pt x="1696214" y="71085"/>
                  <a:pt x="1695984" y="69257"/>
                  <a:pt x="1695984" y="67656"/>
                </a:cubicBezTo>
                <a:cubicBezTo>
                  <a:pt x="1695984" y="61489"/>
                  <a:pt x="1703298" y="56463"/>
                  <a:pt x="1712444" y="56463"/>
                </a:cubicBezTo>
                <a:cubicBezTo>
                  <a:pt x="1723645" y="56463"/>
                  <a:pt x="1729815" y="63087"/>
                  <a:pt x="1729815" y="75424"/>
                </a:cubicBezTo>
                <a:lnTo>
                  <a:pt x="1729815" y="89360"/>
                </a:lnTo>
                <a:cubicBezTo>
                  <a:pt x="1694613" y="103522"/>
                  <a:pt x="1690727" y="105349"/>
                  <a:pt x="1680897" y="114031"/>
                </a:cubicBezTo>
                <a:cubicBezTo>
                  <a:pt x="1675867" y="118601"/>
                  <a:pt x="1672665" y="126366"/>
                  <a:pt x="1672665" y="133903"/>
                </a:cubicBezTo>
                <a:cubicBezTo>
                  <a:pt x="1672665" y="148299"/>
                  <a:pt x="1682725" y="158355"/>
                  <a:pt x="1696671" y="158355"/>
                </a:cubicBezTo>
                <a:cubicBezTo>
                  <a:pt x="1706727" y="158355"/>
                  <a:pt x="1716100" y="153556"/>
                  <a:pt x="1730045" y="141668"/>
                </a:cubicBezTo>
                <a:cubicBezTo>
                  <a:pt x="1731190" y="153556"/>
                  <a:pt x="1735302" y="158355"/>
                  <a:pt x="1744675" y="158355"/>
                </a:cubicBezTo>
                <a:cubicBezTo>
                  <a:pt x="1752446" y="158355"/>
                  <a:pt x="1757250" y="155614"/>
                  <a:pt x="1765248" y="146928"/>
                </a:cubicBezTo>
                <a:lnTo>
                  <a:pt x="1765248" y="140988"/>
                </a:lnTo>
                <a:moveTo>
                  <a:pt x="1729815" y="127953"/>
                </a:moveTo>
                <a:cubicBezTo>
                  <a:pt x="1729815" y="135041"/>
                  <a:pt x="1728675" y="137099"/>
                  <a:pt x="1723871" y="139840"/>
                </a:cubicBezTo>
                <a:cubicBezTo>
                  <a:pt x="1718388" y="143042"/>
                  <a:pt x="1711987" y="145097"/>
                  <a:pt x="1707184" y="145097"/>
                </a:cubicBezTo>
                <a:cubicBezTo>
                  <a:pt x="1699186" y="145097"/>
                  <a:pt x="1692785" y="137325"/>
                  <a:pt x="1692785" y="127496"/>
                </a:cubicBezTo>
                <a:lnTo>
                  <a:pt x="1692785" y="126582"/>
                </a:lnTo>
                <a:cubicBezTo>
                  <a:pt x="1692785" y="113093"/>
                  <a:pt x="1702154" y="104865"/>
                  <a:pt x="1729815" y="94805"/>
                </a:cubicBezTo>
                <a:lnTo>
                  <a:pt x="1729815" y="127953"/>
                </a:lnTo>
                <a:close/>
                <a:moveTo>
                  <a:pt x="1823999" y="53208"/>
                </a:moveTo>
                <a:lnTo>
                  <a:pt x="1800911" y="53208"/>
                </a:lnTo>
                <a:lnTo>
                  <a:pt x="1800911" y="26691"/>
                </a:lnTo>
                <a:cubicBezTo>
                  <a:pt x="1800911" y="24407"/>
                  <a:pt x="1800684" y="23719"/>
                  <a:pt x="1799310" y="23719"/>
                </a:cubicBezTo>
                <a:cubicBezTo>
                  <a:pt x="1797713" y="25778"/>
                  <a:pt x="1796338" y="27836"/>
                  <a:pt x="1794741" y="30120"/>
                </a:cubicBezTo>
                <a:cubicBezTo>
                  <a:pt x="1786052" y="42695"/>
                  <a:pt x="1776222" y="53669"/>
                  <a:pt x="1772566" y="54583"/>
                </a:cubicBezTo>
                <a:cubicBezTo>
                  <a:pt x="1770051" y="56180"/>
                  <a:pt x="1768677" y="57781"/>
                  <a:pt x="1768677" y="58925"/>
                </a:cubicBezTo>
                <a:cubicBezTo>
                  <a:pt x="1768677" y="59613"/>
                  <a:pt x="1768907" y="60070"/>
                  <a:pt x="1769594" y="60527"/>
                </a:cubicBezTo>
                <a:lnTo>
                  <a:pt x="1781709" y="60527"/>
                </a:lnTo>
                <a:lnTo>
                  <a:pt x="1781709" y="129327"/>
                </a:lnTo>
                <a:cubicBezTo>
                  <a:pt x="1781709" y="148526"/>
                  <a:pt x="1788567" y="158355"/>
                  <a:pt x="1802055" y="158355"/>
                </a:cubicBezTo>
                <a:cubicBezTo>
                  <a:pt x="1813256" y="158355"/>
                  <a:pt x="1821941" y="152872"/>
                  <a:pt x="1829486" y="140984"/>
                </a:cubicBezTo>
                <a:lnTo>
                  <a:pt x="1826514" y="138469"/>
                </a:lnTo>
                <a:cubicBezTo>
                  <a:pt x="1821715" y="144183"/>
                  <a:pt x="1817829" y="146471"/>
                  <a:pt x="1812799" y="146471"/>
                </a:cubicBezTo>
                <a:cubicBezTo>
                  <a:pt x="1804340" y="146471"/>
                  <a:pt x="1800911" y="140297"/>
                  <a:pt x="1800911" y="125898"/>
                </a:cubicBezTo>
                <a:lnTo>
                  <a:pt x="1800911" y="60527"/>
                </a:lnTo>
                <a:lnTo>
                  <a:pt x="1823999" y="60527"/>
                </a:lnTo>
                <a:lnTo>
                  <a:pt x="1823999" y="53208"/>
                </a:lnTo>
                <a:close/>
                <a:moveTo>
                  <a:pt x="1865149" y="77723"/>
                </a:moveTo>
                <a:cubicBezTo>
                  <a:pt x="1874748" y="67210"/>
                  <a:pt x="1881606" y="63321"/>
                  <a:pt x="1890522" y="63321"/>
                </a:cubicBezTo>
                <a:cubicBezTo>
                  <a:pt x="1901952" y="63321"/>
                  <a:pt x="1907666" y="71553"/>
                  <a:pt x="1907666" y="87553"/>
                </a:cubicBezTo>
                <a:lnTo>
                  <a:pt x="1907666" y="132808"/>
                </a:lnTo>
                <a:cubicBezTo>
                  <a:pt x="1907666" y="148351"/>
                  <a:pt x="1905381" y="151323"/>
                  <a:pt x="1892123" y="152694"/>
                </a:cubicBezTo>
                <a:lnTo>
                  <a:pt x="1892123" y="156123"/>
                </a:lnTo>
                <a:lnTo>
                  <a:pt x="1940587" y="156123"/>
                </a:lnTo>
                <a:lnTo>
                  <a:pt x="1940587" y="152694"/>
                </a:lnTo>
                <a:cubicBezTo>
                  <a:pt x="1928243" y="150409"/>
                  <a:pt x="1926868" y="148582"/>
                  <a:pt x="1926868" y="132808"/>
                </a:cubicBezTo>
                <a:lnTo>
                  <a:pt x="1926868" y="87323"/>
                </a:lnTo>
                <a:cubicBezTo>
                  <a:pt x="1926868" y="63321"/>
                  <a:pt x="1917269" y="50976"/>
                  <a:pt x="1898750" y="50976"/>
                </a:cubicBezTo>
                <a:cubicBezTo>
                  <a:pt x="1885265" y="50976"/>
                  <a:pt x="1875662" y="56463"/>
                  <a:pt x="1865149" y="70178"/>
                </a:cubicBezTo>
                <a:lnTo>
                  <a:pt x="1865149" y="687"/>
                </a:lnTo>
                <a:lnTo>
                  <a:pt x="1864005" y="0"/>
                </a:lnTo>
                <a:cubicBezTo>
                  <a:pt x="1856233" y="2742"/>
                  <a:pt x="1850516" y="4573"/>
                  <a:pt x="1837714" y="8229"/>
                </a:cubicBezTo>
                <a:lnTo>
                  <a:pt x="1831544" y="10060"/>
                </a:lnTo>
                <a:lnTo>
                  <a:pt x="1831544" y="13715"/>
                </a:lnTo>
                <a:cubicBezTo>
                  <a:pt x="1832458" y="13489"/>
                  <a:pt x="1833145" y="13489"/>
                  <a:pt x="1834286" y="13489"/>
                </a:cubicBezTo>
                <a:cubicBezTo>
                  <a:pt x="1844115" y="13489"/>
                  <a:pt x="1845947" y="15317"/>
                  <a:pt x="1845947" y="25146"/>
                </a:cubicBezTo>
                <a:lnTo>
                  <a:pt x="1845947" y="132808"/>
                </a:lnTo>
                <a:cubicBezTo>
                  <a:pt x="1845947" y="148808"/>
                  <a:pt x="1844572" y="150866"/>
                  <a:pt x="1831314" y="152694"/>
                </a:cubicBezTo>
                <a:lnTo>
                  <a:pt x="1831314" y="156123"/>
                </a:lnTo>
                <a:lnTo>
                  <a:pt x="1880692" y="156123"/>
                </a:lnTo>
                <a:lnTo>
                  <a:pt x="1880692" y="152694"/>
                </a:lnTo>
                <a:cubicBezTo>
                  <a:pt x="1867434" y="151323"/>
                  <a:pt x="1865149" y="148582"/>
                  <a:pt x="1865149" y="132808"/>
                </a:cubicBezTo>
                <a:lnTo>
                  <a:pt x="1865149" y="77723"/>
                </a:lnTo>
                <a:close/>
                <a:moveTo>
                  <a:pt x="2114551" y="120425"/>
                </a:moveTo>
                <a:cubicBezTo>
                  <a:pt x="2103577" y="136415"/>
                  <a:pt x="2095348" y="141898"/>
                  <a:pt x="2082316" y="141898"/>
                </a:cubicBezTo>
                <a:cubicBezTo>
                  <a:pt x="2061513" y="141898"/>
                  <a:pt x="2046884" y="123624"/>
                  <a:pt x="2046884" y="97355"/>
                </a:cubicBezTo>
                <a:cubicBezTo>
                  <a:pt x="2046884" y="73827"/>
                  <a:pt x="2059459" y="57607"/>
                  <a:pt x="2077974" y="57607"/>
                </a:cubicBezTo>
                <a:cubicBezTo>
                  <a:pt x="2086202" y="57607"/>
                  <a:pt x="2089174" y="60118"/>
                  <a:pt x="2091462" y="68570"/>
                </a:cubicBezTo>
                <a:lnTo>
                  <a:pt x="2092833" y="73597"/>
                </a:lnTo>
                <a:cubicBezTo>
                  <a:pt x="2094661" y="79994"/>
                  <a:pt x="2098777" y="84106"/>
                  <a:pt x="2103577" y="84106"/>
                </a:cubicBezTo>
                <a:cubicBezTo>
                  <a:pt x="2109521" y="84106"/>
                  <a:pt x="2114551" y="79764"/>
                  <a:pt x="2114551" y="74511"/>
                </a:cubicBezTo>
                <a:cubicBezTo>
                  <a:pt x="2114551" y="61719"/>
                  <a:pt x="2098547" y="50976"/>
                  <a:pt x="2079345" y="50976"/>
                </a:cubicBezTo>
                <a:cubicBezTo>
                  <a:pt x="2068144" y="50976"/>
                  <a:pt x="2056487" y="55549"/>
                  <a:pt x="2047114" y="63774"/>
                </a:cubicBezTo>
                <a:cubicBezTo>
                  <a:pt x="2035683" y="73827"/>
                  <a:pt x="2029282" y="89360"/>
                  <a:pt x="2029282" y="107404"/>
                </a:cubicBezTo>
                <a:cubicBezTo>
                  <a:pt x="2029282" y="137102"/>
                  <a:pt x="2047341" y="158355"/>
                  <a:pt x="2072717" y="158355"/>
                </a:cubicBezTo>
                <a:cubicBezTo>
                  <a:pt x="2083004" y="158355"/>
                  <a:pt x="2092146" y="154700"/>
                  <a:pt x="2100378" y="147612"/>
                </a:cubicBezTo>
                <a:cubicBezTo>
                  <a:pt x="2106549" y="142125"/>
                  <a:pt x="2110891" y="135958"/>
                  <a:pt x="2117749" y="122480"/>
                </a:cubicBezTo>
                <a:lnTo>
                  <a:pt x="2114551" y="120425"/>
                </a:lnTo>
                <a:close/>
                <a:moveTo>
                  <a:pt x="2182217" y="50976"/>
                </a:moveTo>
                <a:cubicBezTo>
                  <a:pt x="2152498" y="50976"/>
                  <a:pt x="2131695" y="72913"/>
                  <a:pt x="2131695" y="104439"/>
                </a:cubicBezTo>
                <a:cubicBezTo>
                  <a:pt x="2131695" y="135278"/>
                  <a:pt x="2152955" y="158355"/>
                  <a:pt x="2181757" y="158355"/>
                </a:cubicBezTo>
                <a:cubicBezTo>
                  <a:pt x="2210562" y="158355"/>
                  <a:pt x="2232506" y="134137"/>
                  <a:pt x="2232506" y="102611"/>
                </a:cubicBezTo>
                <a:cubicBezTo>
                  <a:pt x="2232506" y="72683"/>
                  <a:pt x="2211476" y="50976"/>
                  <a:pt x="2182217" y="50976"/>
                </a:cubicBezTo>
                <a:moveTo>
                  <a:pt x="2179245" y="57380"/>
                </a:moveTo>
                <a:cubicBezTo>
                  <a:pt x="2198448" y="57380"/>
                  <a:pt x="2211933" y="79310"/>
                  <a:pt x="2211933" y="110606"/>
                </a:cubicBezTo>
                <a:cubicBezTo>
                  <a:pt x="2211933" y="136422"/>
                  <a:pt x="2201646" y="151955"/>
                  <a:pt x="2184502" y="151955"/>
                </a:cubicBezTo>
                <a:cubicBezTo>
                  <a:pt x="2175586" y="151955"/>
                  <a:pt x="2167128" y="146475"/>
                  <a:pt x="2162328" y="137336"/>
                </a:cubicBezTo>
                <a:cubicBezTo>
                  <a:pt x="2155927" y="125455"/>
                  <a:pt x="2152268" y="109465"/>
                  <a:pt x="2152268" y="93245"/>
                </a:cubicBezTo>
                <a:cubicBezTo>
                  <a:pt x="2152268" y="71542"/>
                  <a:pt x="2163011" y="57380"/>
                  <a:pt x="2179245" y="57380"/>
                </a:cubicBezTo>
                <a:close/>
                <a:moveTo>
                  <a:pt x="2344978" y="53208"/>
                </a:moveTo>
                <a:lnTo>
                  <a:pt x="2313205" y="53208"/>
                </a:lnTo>
                <a:lnTo>
                  <a:pt x="2313205" y="56641"/>
                </a:lnTo>
                <a:cubicBezTo>
                  <a:pt x="2320519" y="57324"/>
                  <a:pt x="2323948" y="59609"/>
                  <a:pt x="2323948" y="63952"/>
                </a:cubicBezTo>
                <a:cubicBezTo>
                  <a:pt x="2323948" y="66237"/>
                  <a:pt x="2323491" y="68521"/>
                  <a:pt x="2322577" y="70810"/>
                </a:cubicBezTo>
                <a:lnTo>
                  <a:pt x="2299946" y="129997"/>
                </a:lnTo>
                <a:lnTo>
                  <a:pt x="2276628" y="71493"/>
                </a:lnTo>
                <a:cubicBezTo>
                  <a:pt x="2275257" y="68295"/>
                  <a:pt x="2274570" y="65096"/>
                  <a:pt x="2274570" y="63038"/>
                </a:cubicBezTo>
                <a:cubicBezTo>
                  <a:pt x="2274570" y="58925"/>
                  <a:pt x="2277085" y="57324"/>
                  <a:pt x="2285087" y="56641"/>
                </a:cubicBezTo>
                <a:lnTo>
                  <a:pt x="2285087" y="53208"/>
                </a:lnTo>
                <a:lnTo>
                  <a:pt x="2240281" y="53208"/>
                </a:lnTo>
                <a:lnTo>
                  <a:pt x="2240281" y="56641"/>
                </a:lnTo>
                <a:cubicBezTo>
                  <a:pt x="2248967" y="57098"/>
                  <a:pt x="2250568" y="59382"/>
                  <a:pt x="2261081" y="82921"/>
                </a:cubicBezTo>
                <a:lnTo>
                  <a:pt x="2288516" y="148508"/>
                </a:lnTo>
                <a:cubicBezTo>
                  <a:pt x="2288973" y="149879"/>
                  <a:pt x="2289656" y="151480"/>
                  <a:pt x="2290343" y="153308"/>
                </a:cubicBezTo>
                <a:cubicBezTo>
                  <a:pt x="2291714" y="157421"/>
                  <a:pt x="2293089" y="159248"/>
                  <a:pt x="2294459" y="159248"/>
                </a:cubicBezTo>
                <a:cubicBezTo>
                  <a:pt x="2295830" y="159248"/>
                  <a:pt x="2297431" y="156280"/>
                  <a:pt x="2300860" y="147821"/>
                </a:cubicBezTo>
                <a:lnTo>
                  <a:pt x="2330119" y="74465"/>
                </a:lnTo>
                <a:cubicBezTo>
                  <a:pt x="2336750" y="58925"/>
                  <a:pt x="2338121" y="57324"/>
                  <a:pt x="2344978" y="56641"/>
                </a:cubicBezTo>
                <a:lnTo>
                  <a:pt x="2344978" y="53208"/>
                </a:lnTo>
                <a:close/>
                <a:moveTo>
                  <a:pt x="2440076" y="118570"/>
                </a:moveTo>
                <a:cubicBezTo>
                  <a:pt x="2429106" y="135951"/>
                  <a:pt x="2419273" y="142585"/>
                  <a:pt x="2404643" y="142585"/>
                </a:cubicBezTo>
                <a:cubicBezTo>
                  <a:pt x="2391615" y="142585"/>
                  <a:pt x="2381785" y="135951"/>
                  <a:pt x="2375154" y="122916"/>
                </a:cubicBezTo>
                <a:cubicBezTo>
                  <a:pt x="2371038" y="114223"/>
                  <a:pt x="2369441" y="106675"/>
                  <a:pt x="2368984" y="92722"/>
                </a:cubicBezTo>
                <a:lnTo>
                  <a:pt x="2439392" y="92722"/>
                </a:lnTo>
                <a:cubicBezTo>
                  <a:pt x="2437561" y="77891"/>
                  <a:pt x="2435276" y="71284"/>
                  <a:pt x="2429563" y="63994"/>
                </a:cubicBezTo>
                <a:cubicBezTo>
                  <a:pt x="2422701" y="55779"/>
                  <a:pt x="2412188" y="50976"/>
                  <a:pt x="2400300" y="50976"/>
                </a:cubicBezTo>
                <a:cubicBezTo>
                  <a:pt x="2388870" y="50976"/>
                  <a:pt x="2378126" y="55092"/>
                  <a:pt x="2369441" y="62853"/>
                </a:cubicBezTo>
                <a:cubicBezTo>
                  <a:pt x="2358694" y="72194"/>
                  <a:pt x="2352523" y="88379"/>
                  <a:pt x="2352523" y="107132"/>
                </a:cubicBezTo>
                <a:cubicBezTo>
                  <a:pt x="2352523" y="138696"/>
                  <a:pt x="2368984" y="158355"/>
                  <a:pt x="2395271" y="158355"/>
                </a:cubicBezTo>
                <a:cubicBezTo>
                  <a:pt x="2416988" y="158355"/>
                  <a:pt x="2434132" y="144870"/>
                  <a:pt x="2443735" y="120171"/>
                </a:cubicBezTo>
                <a:lnTo>
                  <a:pt x="2440076" y="118570"/>
                </a:lnTo>
                <a:moveTo>
                  <a:pt x="2369441" y="85408"/>
                </a:moveTo>
                <a:cubicBezTo>
                  <a:pt x="2371952" y="67639"/>
                  <a:pt x="2379727" y="59208"/>
                  <a:pt x="2393669" y="59208"/>
                </a:cubicBezTo>
                <a:cubicBezTo>
                  <a:pt x="2407615" y="59208"/>
                  <a:pt x="2413102" y="65588"/>
                  <a:pt x="2416074" y="85408"/>
                </a:cubicBezTo>
                <a:lnTo>
                  <a:pt x="2369441" y="85408"/>
                </a:lnTo>
                <a:close/>
                <a:moveTo>
                  <a:pt x="2449906" y="66980"/>
                </a:moveTo>
                <a:cubicBezTo>
                  <a:pt x="2453108" y="66292"/>
                  <a:pt x="2455166" y="66062"/>
                  <a:pt x="2457908" y="66062"/>
                </a:cubicBezTo>
                <a:cubicBezTo>
                  <a:pt x="2463621" y="66062"/>
                  <a:pt x="2465679" y="69721"/>
                  <a:pt x="2465679" y="79778"/>
                </a:cubicBezTo>
                <a:lnTo>
                  <a:pt x="2465679" y="136924"/>
                </a:lnTo>
                <a:cubicBezTo>
                  <a:pt x="2465679" y="148351"/>
                  <a:pt x="2464078" y="149952"/>
                  <a:pt x="2449449" y="152694"/>
                </a:cubicBezTo>
                <a:lnTo>
                  <a:pt x="2449449" y="156123"/>
                </a:lnTo>
                <a:lnTo>
                  <a:pt x="2504314" y="156123"/>
                </a:lnTo>
                <a:lnTo>
                  <a:pt x="2504314" y="152694"/>
                </a:lnTo>
                <a:cubicBezTo>
                  <a:pt x="2488767" y="152010"/>
                  <a:pt x="2484882" y="148582"/>
                  <a:pt x="2484882" y="135553"/>
                </a:cubicBezTo>
                <a:lnTo>
                  <a:pt x="2484882" y="84120"/>
                </a:lnTo>
                <a:cubicBezTo>
                  <a:pt x="2484882" y="76806"/>
                  <a:pt x="2494711" y="65379"/>
                  <a:pt x="2500885" y="65379"/>
                </a:cubicBezTo>
                <a:cubicBezTo>
                  <a:pt x="2502256" y="65379"/>
                  <a:pt x="2504314" y="66523"/>
                  <a:pt x="2506829" y="68807"/>
                </a:cubicBezTo>
                <a:cubicBezTo>
                  <a:pt x="2510485" y="72006"/>
                  <a:pt x="2513000" y="73377"/>
                  <a:pt x="2515972" y="73377"/>
                </a:cubicBezTo>
                <a:cubicBezTo>
                  <a:pt x="2521458" y="73377"/>
                  <a:pt x="2524887" y="69491"/>
                  <a:pt x="2524887" y="63094"/>
                </a:cubicBezTo>
                <a:cubicBezTo>
                  <a:pt x="2524887" y="55549"/>
                  <a:pt x="2520088" y="50976"/>
                  <a:pt x="2512316" y="50976"/>
                </a:cubicBezTo>
                <a:cubicBezTo>
                  <a:pt x="2502713" y="50976"/>
                  <a:pt x="2496086" y="56236"/>
                  <a:pt x="2484882" y="72463"/>
                </a:cubicBezTo>
                <a:lnTo>
                  <a:pt x="2484882" y="51436"/>
                </a:lnTo>
                <a:lnTo>
                  <a:pt x="2483741" y="50976"/>
                </a:lnTo>
                <a:cubicBezTo>
                  <a:pt x="2471623" y="56006"/>
                  <a:pt x="2463395" y="58978"/>
                  <a:pt x="2449906" y="63321"/>
                </a:cubicBezTo>
                <a:lnTo>
                  <a:pt x="2449906" y="66980"/>
                </a:lnTo>
                <a:close/>
                <a:moveTo>
                  <a:pt x="2540434" y="133206"/>
                </a:moveTo>
                <a:cubicBezTo>
                  <a:pt x="2533573" y="133206"/>
                  <a:pt x="2527859" y="139150"/>
                  <a:pt x="2527859" y="146238"/>
                </a:cubicBezTo>
                <a:cubicBezTo>
                  <a:pt x="2527859" y="152865"/>
                  <a:pt x="2533573" y="158579"/>
                  <a:pt x="2540204" y="158579"/>
                </a:cubicBezTo>
                <a:cubicBezTo>
                  <a:pt x="2547292" y="158579"/>
                  <a:pt x="2553236" y="152865"/>
                  <a:pt x="2553236" y="146238"/>
                </a:cubicBezTo>
                <a:cubicBezTo>
                  <a:pt x="2553236" y="139150"/>
                  <a:pt x="2547292" y="133206"/>
                  <a:pt x="2540434" y="13320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317362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2026-09-05T16:17:37.3390000Z</dcterms:created>
  <dcterms:modified xsi:type="dcterms:W3CDTF">2026-09-05T16:17:37.3390000Z</dcterms:modified>
</coreProperties>
</file>