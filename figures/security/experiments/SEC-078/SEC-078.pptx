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c43f65981a4b63" /><Relationship Type="http://schemas.openxmlformats.org/officeDocument/2006/relationships/extended-properties" Target="/docProps/app.xml" Id="Raf1d15a41b2e4814" /><Relationship Type="http://schemas.openxmlformats.org/officeDocument/2006/relationships/officeDocument" Target="/ppt/presentation.xml" Id="R3dc0586052f94a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b20aa430914c09"/>
  </p:sldMasterIdLst>
  <p:notesMasterIdLst>
    <p:notesMasterId xmlns:r="http://schemas.openxmlformats.org/officeDocument/2006/relationships" r:id="R00d5e044af8e400c"/>
  </p:notesMasterIdLst>
  <p:sldIdLst>
    <p:sldId xmlns:r="http://schemas.openxmlformats.org/officeDocument/2006/relationships" id="256" r:id="R8855c8d93aad42f5"/>
  </p:sldIdLst>
  <p:sldSz cx="14287500" cy="2571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e2b912258d4a9b" /><Relationship Type="http://schemas.openxmlformats.org/officeDocument/2006/relationships/slideMaster" Target="/ppt/slideMasters/slideMaster1.xml" Id="R8eb20aa430914c09" /><Relationship Type="http://schemas.openxmlformats.org/officeDocument/2006/relationships/notesMaster" Target="/ppt/notesMasters/notesMaster1.xml" Id="R00d5e044af8e400c" /><Relationship Type="http://schemas.openxmlformats.org/officeDocument/2006/relationships/presProps" Target="/ppt/presProps.xml" Id="R25724533eb5d45e4" /><Relationship Type="http://schemas.openxmlformats.org/officeDocument/2006/relationships/tableStyles" Target="/ppt/tableStyles.xml" Id="R0909d52b2501404c" /><Relationship Type="http://schemas.openxmlformats.org/officeDocument/2006/relationships/slide" Target="/ppt/slides/slide1.xml" Id="R8855c8d93aad42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c7116ac44145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eaff8dfa4b4472" /><Relationship Type="http://schemas.openxmlformats.org/officeDocument/2006/relationships/notesMaster" Target="/ppt/notesMasters/notesMaster1.xml" Id="Ref8bcef9e3324037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素材ID：SEC-078</ns1:t>
            </ns1:r>
          </ns1:p>
          <ns1:p>
            <ns1:r>
              <ns1:t>论文：Dancer in the Dark: Synthesizing and Evaluating Polyglots for Blind Cross-Site Scripting</ns1:t>
            </ns1:r>
          </ns1:p>
          <ns1:p>
            <ns1:r>
              <ns1:t>会议：USENIX Security 2024</ns1:t>
            </ns1:r>
          </ns1:p>
          <ns1:p>
            <ns1:r>
              <ns1:t>奖项：Distinguished Paper Award</ns1:t>
            </ns1:r>
          </ns1:p>
          <ns1:p>
            <ns1:r>
              <ns1:t>图号：Figure 4，PDF第7页</ns1:t>
            </ns1:r>
          </ns1:p>
          <ns1:p>
            <ns1:r>
              <ns1:t>类型：实验图表</ns1:t>
            </ns1:r>
          </ns1:p>
          <ns1:p>
            <ns1:r>
              <ns1:t>借鉴点：顶行连续色阶表示测试难度，七行显示各polyglot覆盖，菱形强调唯一覆盖，右侧保留真实覆盖计数。</ns1:t>
            </ns1:r>
          </ns1:p>
          <ns1:p>
            <ns1:r>
              <ns1:t>论文URL：https://www.usenix.org/system/files/usenixsecurity24-kirchner.pdf</ns1:t>
            </ns1:r>
          </ns1:p>
          <ns1:p>
            <ns1:r>
              <ns1:t>官方获奖URL：https://www.usenix.org/conference/usenixsecurity24/presentation/kirchner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1ccece535a4a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d2c07e58e2479c" /><Relationship Type="http://schemas.openxmlformats.org/officeDocument/2006/relationships/slideLayout" Target="/ppt/slideLayouts/slideLayout1.xml" Id="R28caddb1075d44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caddb1075d44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49cbfcbcba4b49" /><Relationship Type="http://schemas.openxmlformats.org/officeDocument/2006/relationships/notesSlide" Target="/ppt/notesSlides/notesSlide1.xml" Id="R392186fac28a4c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A980CF-5D11-4DA3-B5A3-A9CB7488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00" cy="2571750"/>
          </a:xfrm>
          <a:custGeom xmlns:a="http://schemas.openxmlformats.org/drawingml/2006/main">
            <a:pathLst>
              <a:path w="14287500" h="2571750">
                <a:moveTo>
                  <a:pt x="14287500" y="0"/>
                </a:moveTo>
                <a:lnTo>
                  <a:pt x="0" y="0"/>
                </a:lnTo>
                <a:lnTo>
                  <a:pt x="0" y="2571750"/>
                </a:lnTo>
                <a:lnTo>
                  <a:pt x="14287500" y="2571750"/>
                </a:lnTo>
                <a:lnTo>
                  <a:pt x="142875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6513F9-5832-40EE-B9F6-2EB232A8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62" y="99441"/>
            <a:ext cx="12727914" cy="1898789"/>
          </a:xfrm>
          <a:custGeom xmlns:a="http://schemas.openxmlformats.org/drawingml/2006/main">
            <a:pathLst>
              <a:path w="12727914" h="1898789">
                <a:moveTo>
                  <a:pt x="0" y="1898789"/>
                </a:moveTo>
                <a:lnTo>
                  <a:pt x="12727914" y="1898789"/>
                </a:lnTo>
                <a:lnTo>
                  <a:pt x="12727914" y="0"/>
                </a:lnTo>
                <a:lnTo>
                  <a:pt x="0" y="0"/>
                </a:lnTo>
                <a:lnTo>
                  <a:pt x="0" y="189878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36DF5D-4BA6-4353-B587-33564B5C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62" y="1874396"/>
            <a:ext cx="12727914" cy="10"/>
          </a:xfrm>
          <a:custGeom xmlns:a="http://schemas.openxmlformats.org/drawingml/2006/main">
            <a:pathLst>
              <a:path w="12727914" h="1" fill="none">
                <a:moveTo>
                  <a:pt x="0" y="0"/>
                </a:moveTo>
                <a:lnTo>
                  <a:pt x="127279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716" cap="flat">
            <a:solidFill>
              <a:srgbClr val="7F807F"/>
            </a:solidFill>
            <a:custDash>
              <a:ds d="100000" sp="165000"/>
            </a:custDash>
            <a:round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D11154-27CA-4240-AE8A-C3161F13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62" y="1544172"/>
            <a:ext cx="12727914" cy="10"/>
          </a:xfrm>
          <a:custGeom xmlns:a="http://schemas.openxmlformats.org/drawingml/2006/main">
            <a:pathLst>
              <a:path w="12727914" h="1" fill="none">
                <a:moveTo>
                  <a:pt x="0" y="0"/>
                </a:moveTo>
                <a:lnTo>
                  <a:pt x="127279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716" cap="flat">
            <a:solidFill>
              <a:srgbClr val="7F807F"/>
            </a:solidFill>
            <a:custDash>
              <a:ds d="100000" sp="165000"/>
            </a:custDash>
            <a:round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01B114-EED2-45BB-A7C2-91B28033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62" y="1379059"/>
            <a:ext cx="12727914" cy="10"/>
          </a:xfrm>
          <a:custGeom xmlns:a="http://schemas.openxmlformats.org/drawingml/2006/main">
            <a:pathLst>
              <a:path w="12727914" h="1" fill="none">
                <a:moveTo>
                  <a:pt x="0" y="0"/>
                </a:moveTo>
                <a:lnTo>
                  <a:pt x="127279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716" cap="flat">
            <a:solidFill>
              <a:srgbClr val="7F807F"/>
            </a:solidFill>
            <a:custDash>
              <a:ds d="100000" sp="165000"/>
            </a:custDash>
            <a:round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CCFCE7-0393-4511-B4D1-5FF09AAC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62" y="1213947"/>
            <a:ext cx="12727914" cy="10"/>
          </a:xfrm>
          <a:custGeom xmlns:a="http://schemas.openxmlformats.org/drawingml/2006/main">
            <a:pathLst>
              <a:path w="12727914" h="1" fill="none">
                <a:moveTo>
                  <a:pt x="0" y="0"/>
                </a:moveTo>
                <a:lnTo>
                  <a:pt x="127279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716" cap="flat">
            <a:solidFill>
              <a:srgbClr val="7F807F"/>
            </a:solidFill>
            <a:custDash>
              <a:ds d="100000" sp="165000"/>
            </a:custDash>
            <a:round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BA74AA-FD66-426B-ABAA-F4CC5442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62" y="1048835"/>
            <a:ext cx="12727914" cy="10"/>
          </a:xfrm>
          <a:custGeom xmlns:a="http://schemas.openxmlformats.org/drawingml/2006/main">
            <a:pathLst>
              <a:path w="12727914" h="1" fill="none">
                <a:moveTo>
                  <a:pt x="0" y="0"/>
                </a:moveTo>
                <a:lnTo>
                  <a:pt x="127279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716" cap="flat">
            <a:solidFill>
              <a:srgbClr val="7F807F"/>
            </a:solidFill>
            <a:custDash>
              <a:ds d="100000" sp="165000"/>
            </a:custDash>
            <a:round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4C8D81-AC07-4BCE-A121-B735D488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62" y="883723"/>
            <a:ext cx="12727914" cy="10"/>
          </a:xfrm>
          <a:custGeom xmlns:a="http://schemas.openxmlformats.org/drawingml/2006/main">
            <a:pathLst>
              <a:path w="12727914" h="1" fill="none">
                <a:moveTo>
                  <a:pt x="0" y="0"/>
                </a:moveTo>
                <a:lnTo>
                  <a:pt x="127279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716" cap="flat">
            <a:solidFill>
              <a:srgbClr val="7F807F"/>
            </a:solidFill>
            <a:custDash>
              <a:ds d="100000" sp="165000"/>
            </a:custDash>
            <a:round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CA872A-28FE-4672-BFC0-996A7BE1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62" y="718611"/>
            <a:ext cx="12727914" cy="10"/>
          </a:xfrm>
          <a:custGeom xmlns:a="http://schemas.openxmlformats.org/drawingml/2006/main">
            <a:pathLst>
              <a:path w="12727914" h="1" fill="none">
                <a:moveTo>
                  <a:pt x="0" y="0"/>
                </a:moveTo>
                <a:lnTo>
                  <a:pt x="127279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716" cap="flat">
            <a:solidFill>
              <a:srgbClr val="7F807F"/>
            </a:solidFill>
            <a:custDash>
              <a:ds d="100000" sp="165000"/>
            </a:custDash>
            <a:round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71E346-009D-4BAB-B754-F60BAB62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62" y="553499"/>
            <a:ext cx="12727914" cy="10"/>
          </a:xfrm>
          <a:custGeom xmlns:a="http://schemas.openxmlformats.org/drawingml/2006/main">
            <a:pathLst>
              <a:path w="12727914" h="1" fill="none">
                <a:moveTo>
                  <a:pt x="0" y="0"/>
                </a:moveTo>
                <a:lnTo>
                  <a:pt x="127279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716" cap="flat">
            <a:solidFill>
              <a:srgbClr val="7F807F"/>
            </a:solidFill>
            <a:custDash>
              <a:ds d="100000" sp="165000"/>
            </a:custDash>
            <a:round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8BE7C4-A6F2-4E65-97C5-82710FB8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62" y="223275"/>
            <a:ext cx="12727914" cy="10"/>
          </a:xfrm>
          <a:custGeom xmlns:a="http://schemas.openxmlformats.org/drawingml/2006/main">
            <a:pathLst>
              <a:path w="12727914" h="1" fill="none">
                <a:moveTo>
                  <a:pt x="0" y="0"/>
                </a:moveTo>
                <a:lnTo>
                  <a:pt x="127279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716" cap="flat">
            <a:solidFill>
              <a:srgbClr val="7F807F"/>
            </a:solidFill>
            <a:custDash>
              <a:ds d="100000" sp="165000"/>
            </a:custDash>
            <a:round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7E5B1F-7B45-4E5C-9089-E43A1BCB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204" y="1998230"/>
            <a:ext cx="10" cy="85725"/>
          </a:xfrm>
          <a:custGeom xmlns:a="http://schemas.openxmlformats.org/drawingml/2006/main">
            <a:pathLst>
              <a:path w="1" h="85725">
                <a:moveTo>
                  <a:pt x="0" y="0"/>
                </a:moveTo>
                <a:lnTo>
                  <a:pt x="0" y="85725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3A316D-DDBD-44EC-BCAB-594989F5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204" y="1998230"/>
            <a:ext cx="10" cy="85725"/>
          </a:xfrm>
          <a:custGeom xmlns:a="http://schemas.openxmlformats.org/drawingml/2006/main">
            <a:pathLst>
              <a:path w="1" h="85725" fill="none">
                <a:moveTo>
                  <a:pt x="0" y="0"/>
                </a:moveTo>
                <a:lnTo>
                  <a:pt x="0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17859" cap="flat">
            <a:solidFill>
              <a:srgbClr val="262626"/>
            </a:solidFill>
            <a:round/>
          </a:ln>
        </p:spPr>
      </p:sp>
      <p:sp>
        <p:nvSpPr>
          <p:cNvPr id="14" name="Text 1">
            <a:extLst xmlns:a="http://schemas.openxmlformats.org/drawingml/2006/main">
              <a:ext uri="{FF2B5EF4-FFF2-40B4-BE49-F238E27FC236}">
                <a16:creationId xmlns:a16="http://schemas.microsoft.com/office/drawing/2014/main" id="{316F1ACD-3212-497E-BA69-286CB8FC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744" y="2139402"/>
            <a:ext cx="59029" cy="123061"/>
          </a:xfrm>
          <a:custGeom xmlns:a="http://schemas.openxmlformats.org/drawingml/2006/main">
            <a:pathLst>
              <a:path w="59029" h="123061">
                <a:moveTo>
                  <a:pt x="36455" y="4439"/>
                </a:moveTo>
                <a:cubicBezTo>
                  <a:pt x="36455" y="186"/>
                  <a:pt x="36455" y="0"/>
                  <a:pt x="32753" y="0"/>
                </a:cubicBezTo>
                <a:cubicBezTo>
                  <a:pt x="28312" y="4992"/>
                  <a:pt x="19062" y="11802"/>
                  <a:pt x="0" y="11802"/>
                </a:cubicBezTo>
                <a:lnTo>
                  <a:pt x="0" y="17167"/>
                </a:lnTo>
                <a:cubicBezTo>
                  <a:pt x="4258" y="17167"/>
                  <a:pt x="13508" y="17167"/>
                  <a:pt x="23687" y="12359"/>
                </a:cubicBezTo>
                <a:lnTo>
                  <a:pt x="23687" y="108811"/>
                </a:lnTo>
                <a:cubicBezTo>
                  <a:pt x="23687" y="115474"/>
                  <a:pt x="23130" y="117696"/>
                  <a:pt x="6847" y="117696"/>
                </a:cubicBezTo>
                <a:lnTo>
                  <a:pt x="1112" y="117696"/>
                </a:lnTo>
                <a:lnTo>
                  <a:pt x="1112" y="123061"/>
                </a:lnTo>
                <a:cubicBezTo>
                  <a:pt x="6107" y="122691"/>
                  <a:pt x="24057" y="122691"/>
                  <a:pt x="30164" y="122691"/>
                </a:cubicBezTo>
                <a:cubicBezTo>
                  <a:pt x="36268" y="122691"/>
                  <a:pt x="54034" y="122691"/>
                  <a:pt x="59029" y="123061"/>
                </a:cubicBezTo>
                <a:lnTo>
                  <a:pt x="59029" y="117696"/>
                </a:lnTo>
                <a:lnTo>
                  <a:pt x="53294" y="117696"/>
                </a:lnTo>
                <a:cubicBezTo>
                  <a:pt x="37011" y="117696"/>
                  <a:pt x="36455" y="115474"/>
                  <a:pt x="36455" y="108811"/>
                </a:cubicBezTo>
                <a:lnTo>
                  <a:pt x="36455" y="443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B8B1B8-2F0D-4496-AF79-11ED584F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983" y="1998230"/>
            <a:ext cx="10" cy="85725"/>
          </a:xfrm>
          <a:custGeom xmlns:a="http://schemas.openxmlformats.org/drawingml/2006/main">
            <a:pathLst>
              <a:path w="1" h="85725">
                <a:moveTo>
                  <a:pt x="0" y="0"/>
                </a:moveTo>
                <a:lnTo>
                  <a:pt x="0" y="85725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A0513A-59BF-45E7-8E9D-C74B4554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983" y="1998230"/>
            <a:ext cx="10" cy="85725"/>
          </a:xfrm>
          <a:custGeom xmlns:a="http://schemas.openxmlformats.org/drawingml/2006/main">
            <a:pathLst>
              <a:path w="1" h="85725" fill="none">
                <a:moveTo>
                  <a:pt x="0" y="0"/>
                </a:moveTo>
                <a:lnTo>
                  <a:pt x="0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17859" cap="flat">
            <a:solidFill>
              <a:srgbClr val="262626"/>
            </a:solidFill>
            <a:round/>
          </a:ln>
        </p:spPr>
      </p:sp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D925D00B-C7D6-497A-8D2F-04191223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226" y="2139402"/>
            <a:ext cx="156549" cy="127037"/>
          </a:xfrm>
          <a:custGeom xmlns:a="http://schemas.openxmlformats.org/drawingml/2006/main">
            <a:pathLst>
              <a:path w="156549" h="127037">
                <a:moveTo>
                  <a:pt x="36455" y="4439"/>
                </a:moveTo>
                <a:cubicBezTo>
                  <a:pt x="36455" y="186"/>
                  <a:pt x="36455" y="0"/>
                  <a:pt x="32753" y="0"/>
                </a:cubicBezTo>
                <a:cubicBezTo>
                  <a:pt x="28312" y="4992"/>
                  <a:pt x="19062" y="11802"/>
                  <a:pt x="0" y="11802"/>
                </a:cubicBezTo>
                <a:lnTo>
                  <a:pt x="0" y="17167"/>
                </a:lnTo>
                <a:cubicBezTo>
                  <a:pt x="4258" y="17167"/>
                  <a:pt x="13508" y="17167"/>
                  <a:pt x="23687" y="12359"/>
                </a:cubicBezTo>
                <a:lnTo>
                  <a:pt x="23687" y="108811"/>
                </a:lnTo>
                <a:cubicBezTo>
                  <a:pt x="23687" y="115474"/>
                  <a:pt x="23130" y="117696"/>
                  <a:pt x="6847" y="117696"/>
                </a:cubicBezTo>
                <a:lnTo>
                  <a:pt x="1112" y="117696"/>
                </a:lnTo>
                <a:lnTo>
                  <a:pt x="1112" y="123061"/>
                </a:lnTo>
                <a:cubicBezTo>
                  <a:pt x="6107" y="122691"/>
                  <a:pt x="24057" y="122691"/>
                  <a:pt x="30164" y="122691"/>
                </a:cubicBezTo>
                <a:cubicBezTo>
                  <a:pt x="36268" y="122691"/>
                  <a:pt x="54034" y="122691"/>
                  <a:pt x="59029" y="123061"/>
                </a:cubicBezTo>
                <a:lnTo>
                  <a:pt x="59029" y="117696"/>
                </a:lnTo>
                <a:lnTo>
                  <a:pt x="53294" y="117696"/>
                </a:lnTo>
                <a:cubicBezTo>
                  <a:pt x="37011" y="117696"/>
                  <a:pt x="36455" y="115474"/>
                  <a:pt x="36455" y="108811"/>
                </a:cubicBezTo>
                <a:lnTo>
                  <a:pt x="36455" y="4439"/>
                </a:lnTo>
                <a:close/>
                <a:moveTo>
                  <a:pt x="156549" y="63891"/>
                </a:moveTo>
                <a:cubicBezTo>
                  <a:pt x="156549" y="48520"/>
                  <a:pt x="155623" y="33518"/>
                  <a:pt x="148962" y="19443"/>
                </a:cubicBezTo>
                <a:cubicBezTo>
                  <a:pt x="141375" y="4074"/>
                  <a:pt x="128051" y="0"/>
                  <a:pt x="118984" y="0"/>
                </a:cubicBezTo>
                <a:cubicBezTo>
                  <a:pt x="108252" y="0"/>
                  <a:pt x="95114" y="5370"/>
                  <a:pt x="88267" y="20742"/>
                </a:cubicBezTo>
                <a:cubicBezTo>
                  <a:pt x="83086" y="32409"/>
                  <a:pt x="81234" y="43889"/>
                  <a:pt x="81234" y="63891"/>
                </a:cubicBezTo>
                <a:cubicBezTo>
                  <a:pt x="81234" y="81854"/>
                  <a:pt x="82530" y="95374"/>
                  <a:pt x="89193" y="108523"/>
                </a:cubicBezTo>
                <a:cubicBezTo>
                  <a:pt x="96407" y="122595"/>
                  <a:pt x="109175" y="127037"/>
                  <a:pt x="118798" y="127037"/>
                </a:cubicBezTo>
                <a:cubicBezTo>
                  <a:pt x="134898" y="127037"/>
                  <a:pt x="144151" y="117411"/>
                  <a:pt x="149515" y="106671"/>
                </a:cubicBezTo>
                <a:cubicBezTo>
                  <a:pt x="156179" y="92782"/>
                  <a:pt x="156549" y="74632"/>
                  <a:pt x="156549" y="63891"/>
                </a:cubicBezTo>
                <a:moveTo>
                  <a:pt x="118798" y="123338"/>
                </a:moveTo>
                <a:cubicBezTo>
                  <a:pt x="112877" y="123338"/>
                  <a:pt x="100849" y="120003"/>
                  <a:pt x="97333" y="99818"/>
                </a:cubicBezTo>
                <a:cubicBezTo>
                  <a:pt x="95298" y="88707"/>
                  <a:pt x="95298" y="74632"/>
                  <a:pt x="95298" y="61669"/>
                </a:cubicBezTo>
                <a:cubicBezTo>
                  <a:pt x="95298" y="46481"/>
                  <a:pt x="95298" y="32778"/>
                  <a:pt x="98259" y="21851"/>
                </a:cubicBezTo>
                <a:cubicBezTo>
                  <a:pt x="101405" y="9445"/>
                  <a:pt x="110841" y="3702"/>
                  <a:pt x="118798" y="3702"/>
                </a:cubicBezTo>
                <a:cubicBezTo>
                  <a:pt x="125831" y="3702"/>
                  <a:pt x="136564" y="7962"/>
                  <a:pt x="140079" y="23890"/>
                </a:cubicBezTo>
                <a:cubicBezTo>
                  <a:pt x="142485" y="34444"/>
                  <a:pt x="142485" y="49076"/>
                  <a:pt x="142485" y="61669"/>
                </a:cubicBezTo>
                <a:cubicBezTo>
                  <a:pt x="142485" y="74076"/>
                  <a:pt x="142485" y="88151"/>
                  <a:pt x="140449" y="99448"/>
                </a:cubicBezTo>
                <a:cubicBezTo>
                  <a:pt x="136934" y="119820"/>
                  <a:pt x="125275" y="123338"/>
                  <a:pt x="118798" y="123338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837477-BB78-4D69-92B1-4DA5C44E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7404" y="1998230"/>
            <a:ext cx="10" cy="85725"/>
          </a:xfrm>
          <a:custGeom xmlns:a="http://schemas.openxmlformats.org/drawingml/2006/main">
            <a:pathLst>
              <a:path w="1" h="85725">
                <a:moveTo>
                  <a:pt x="0" y="0"/>
                </a:moveTo>
                <a:lnTo>
                  <a:pt x="0" y="85725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C7EAF2-3C3F-4093-BE81-4AE4A681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7404" y="1998230"/>
            <a:ext cx="10" cy="85725"/>
          </a:xfrm>
          <a:custGeom xmlns:a="http://schemas.openxmlformats.org/drawingml/2006/main">
            <a:pathLst>
              <a:path w="1" h="85725" fill="none">
                <a:moveTo>
                  <a:pt x="0" y="0"/>
                </a:moveTo>
                <a:lnTo>
                  <a:pt x="0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17859" cap="flat">
            <a:solidFill>
              <a:srgbClr val="262626"/>
            </a:solidFill>
            <a:round/>
          </a:ln>
        </p:spPr>
      </p:sp>
      <p:sp>
        <p:nvSpPr>
          <p:cNvPr id="20" name="Text 20">
            <a:extLst xmlns:a="http://schemas.openxmlformats.org/drawingml/2006/main">
              <a:ext uri="{FF2B5EF4-FFF2-40B4-BE49-F238E27FC236}">
                <a16:creationId xmlns:a16="http://schemas.microsoft.com/office/drawing/2014/main" id="{61566532-4CC5-4563-8BE3-8BECE9FE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877" y="2139402"/>
            <a:ext cx="164319" cy="127037"/>
          </a:xfrm>
          <a:custGeom xmlns:a="http://schemas.openxmlformats.org/drawingml/2006/main">
            <a:pathLst>
              <a:path w="164319" h="127037">
                <a:moveTo>
                  <a:pt x="72350" y="91991"/>
                </a:moveTo>
                <a:lnTo>
                  <a:pt x="68282" y="91991"/>
                </a:lnTo>
                <a:cubicBezTo>
                  <a:pt x="67725" y="95134"/>
                  <a:pt x="66246" y="105301"/>
                  <a:pt x="64394" y="108260"/>
                </a:cubicBezTo>
                <a:cubicBezTo>
                  <a:pt x="63100" y="109923"/>
                  <a:pt x="52552" y="109923"/>
                  <a:pt x="47001" y="109923"/>
                </a:cubicBezTo>
                <a:lnTo>
                  <a:pt x="12768" y="109923"/>
                </a:lnTo>
                <a:cubicBezTo>
                  <a:pt x="17763" y="105671"/>
                  <a:pt x="29051" y="93838"/>
                  <a:pt x="33863" y="89402"/>
                </a:cubicBezTo>
                <a:cubicBezTo>
                  <a:pt x="61988" y="63516"/>
                  <a:pt x="72350" y="53901"/>
                  <a:pt x="72350" y="35591"/>
                </a:cubicBezTo>
                <a:cubicBezTo>
                  <a:pt x="72350" y="14276"/>
                  <a:pt x="55514" y="0"/>
                  <a:pt x="34046" y="0"/>
                </a:cubicBezTo>
                <a:cubicBezTo>
                  <a:pt x="12582" y="0"/>
                  <a:pt x="0" y="18359"/>
                  <a:pt x="0" y="34295"/>
                </a:cubicBezTo>
                <a:cubicBezTo>
                  <a:pt x="0" y="43731"/>
                  <a:pt x="8140" y="43731"/>
                  <a:pt x="8697" y="43731"/>
                </a:cubicBezTo>
                <a:cubicBezTo>
                  <a:pt x="12582" y="43731"/>
                  <a:pt x="17393" y="40955"/>
                  <a:pt x="17393" y="35035"/>
                </a:cubicBezTo>
                <a:cubicBezTo>
                  <a:pt x="17393" y="29853"/>
                  <a:pt x="13878" y="26338"/>
                  <a:pt x="8697" y="26338"/>
                </a:cubicBezTo>
                <a:cubicBezTo>
                  <a:pt x="7031" y="26338"/>
                  <a:pt x="6661" y="26338"/>
                  <a:pt x="6104" y="26524"/>
                </a:cubicBezTo>
                <a:cubicBezTo>
                  <a:pt x="9623" y="13903"/>
                  <a:pt x="19615" y="5368"/>
                  <a:pt x="31641" y="5368"/>
                </a:cubicBezTo>
                <a:cubicBezTo>
                  <a:pt x="47371" y="5368"/>
                  <a:pt x="56993" y="18545"/>
                  <a:pt x="56993" y="35591"/>
                </a:cubicBezTo>
                <a:cubicBezTo>
                  <a:pt x="56993" y="51312"/>
                  <a:pt x="47927" y="64995"/>
                  <a:pt x="37378" y="76829"/>
                </a:cubicBezTo>
                <a:lnTo>
                  <a:pt x="0" y="118623"/>
                </a:lnTo>
                <a:lnTo>
                  <a:pt x="0" y="123061"/>
                </a:lnTo>
                <a:lnTo>
                  <a:pt x="67539" y="123061"/>
                </a:lnTo>
                <a:lnTo>
                  <a:pt x="72350" y="91991"/>
                </a:lnTo>
                <a:close/>
                <a:moveTo>
                  <a:pt x="164319" y="63891"/>
                </a:moveTo>
                <a:cubicBezTo>
                  <a:pt x="164319" y="48520"/>
                  <a:pt x="163393" y="33518"/>
                  <a:pt x="156732" y="19443"/>
                </a:cubicBezTo>
                <a:cubicBezTo>
                  <a:pt x="149145" y="4074"/>
                  <a:pt x="135821" y="0"/>
                  <a:pt x="126755" y="0"/>
                </a:cubicBezTo>
                <a:cubicBezTo>
                  <a:pt x="116022" y="0"/>
                  <a:pt x="102884" y="5370"/>
                  <a:pt x="96037" y="20742"/>
                </a:cubicBezTo>
                <a:cubicBezTo>
                  <a:pt x="90856" y="32409"/>
                  <a:pt x="89004" y="43889"/>
                  <a:pt x="89004" y="63891"/>
                </a:cubicBezTo>
                <a:cubicBezTo>
                  <a:pt x="89004" y="81854"/>
                  <a:pt x="90300" y="95374"/>
                  <a:pt x="96963" y="108523"/>
                </a:cubicBezTo>
                <a:cubicBezTo>
                  <a:pt x="104178" y="122595"/>
                  <a:pt x="116946" y="127037"/>
                  <a:pt x="126568" y="127037"/>
                </a:cubicBezTo>
                <a:cubicBezTo>
                  <a:pt x="142668" y="127037"/>
                  <a:pt x="151921" y="117411"/>
                  <a:pt x="157285" y="106671"/>
                </a:cubicBezTo>
                <a:cubicBezTo>
                  <a:pt x="163949" y="92782"/>
                  <a:pt x="164319" y="74632"/>
                  <a:pt x="164319" y="63891"/>
                </a:cubicBezTo>
                <a:moveTo>
                  <a:pt x="126568" y="123338"/>
                </a:moveTo>
                <a:cubicBezTo>
                  <a:pt x="120647" y="123338"/>
                  <a:pt x="108619" y="120003"/>
                  <a:pt x="105104" y="99818"/>
                </a:cubicBezTo>
                <a:cubicBezTo>
                  <a:pt x="103068" y="88707"/>
                  <a:pt x="103068" y="74632"/>
                  <a:pt x="103068" y="61669"/>
                </a:cubicBezTo>
                <a:cubicBezTo>
                  <a:pt x="103068" y="46481"/>
                  <a:pt x="103068" y="32778"/>
                  <a:pt x="106030" y="21851"/>
                </a:cubicBezTo>
                <a:cubicBezTo>
                  <a:pt x="109175" y="9445"/>
                  <a:pt x="118611" y="3702"/>
                  <a:pt x="126568" y="3702"/>
                </a:cubicBezTo>
                <a:cubicBezTo>
                  <a:pt x="133602" y="3702"/>
                  <a:pt x="144334" y="7962"/>
                  <a:pt x="147849" y="23890"/>
                </a:cubicBezTo>
                <a:cubicBezTo>
                  <a:pt x="150255" y="34444"/>
                  <a:pt x="150255" y="49076"/>
                  <a:pt x="150255" y="61669"/>
                </a:cubicBezTo>
                <a:cubicBezTo>
                  <a:pt x="150255" y="74076"/>
                  <a:pt x="150255" y="88151"/>
                  <a:pt x="148219" y="99448"/>
                </a:cubicBezTo>
                <a:cubicBezTo>
                  <a:pt x="144704" y="119820"/>
                  <a:pt x="133045" y="123338"/>
                  <a:pt x="126568" y="123338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9073A0-26C2-4CCE-9E2C-95697E97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25" y="1998230"/>
            <a:ext cx="10" cy="85725"/>
          </a:xfrm>
          <a:custGeom xmlns:a="http://schemas.openxmlformats.org/drawingml/2006/main">
            <a:pathLst>
              <a:path w="1" h="85725">
                <a:moveTo>
                  <a:pt x="0" y="0"/>
                </a:moveTo>
                <a:lnTo>
                  <a:pt x="0" y="85725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D9A204-E360-48B5-83C7-B0DC433B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25" y="1998230"/>
            <a:ext cx="10" cy="85725"/>
          </a:xfrm>
          <a:custGeom xmlns:a="http://schemas.openxmlformats.org/drawingml/2006/main">
            <a:pathLst>
              <a:path w="1" h="85725" fill="none">
                <a:moveTo>
                  <a:pt x="0" y="0"/>
                </a:moveTo>
                <a:lnTo>
                  <a:pt x="0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17859" cap="flat">
            <a:solidFill>
              <a:srgbClr val="262626"/>
            </a:solidFill>
            <a:round/>
          </a:ln>
        </p:spPr>
      </p:sp>
      <p:sp>
        <p:nvSpPr>
          <p:cNvPr id="23" name="Text 30">
            <a:extLst xmlns:a="http://schemas.openxmlformats.org/drawingml/2006/main">
              <a:ext uri="{FF2B5EF4-FFF2-40B4-BE49-F238E27FC236}">
                <a16:creationId xmlns:a16="http://schemas.microsoft.com/office/drawing/2014/main" id="{AFC4533D-0253-4757-934A-19C47596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0816" y="2139402"/>
            <a:ext cx="165801" cy="127037"/>
          </a:xfrm>
          <a:custGeom xmlns:a="http://schemas.openxmlformats.org/drawingml/2006/main">
            <a:pathLst>
              <a:path w="165801" h="127037">
                <a:moveTo>
                  <a:pt x="26462" y="56652"/>
                </a:moveTo>
                <a:cubicBezTo>
                  <a:pt x="23317" y="56838"/>
                  <a:pt x="22577" y="57021"/>
                  <a:pt x="22577" y="58687"/>
                </a:cubicBezTo>
                <a:cubicBezTo>
                  <a:pt x="22577" y="60537"/>
                  <a:pt x="23503" y="60537"/>
                  <a:pt x="26832" y="60537"/>
                </a:cubicBezTo>
                <a:lnTo>
                  <a:pt x="35345" y="60537"/>
                </a:lnTo>
                <a:cubicBezTo>
                  <a:pt x="51072" y="60537"/>
                  <a:pt x="58106" y="73505"/>
                  <a:pt x="58106" y="91285"/>
                </a:cubicBezTo>
                <a:cubicBezTo>
                  <a:pt x="58106" y="115551"/>
                  <a:pt x="45521" y="122042"/>
                  <a:pt x="36455" y="122042"/>
                </a:cubicBezTo>
                <a:cubicBezTo>
                  <a:pt x="27572" y="122042"/>
                  <a:pt x="12398" y="117776"/>
                  <a:pt x="7033" y="105533"/>
                </a:cubicBezTo>
                <a:cubicBezTo>
                  <a:pt x="12954" y="106462"/>
                  <a:pt x="18322" y="103130"/>
                  <a:pt x="18322" y="96466"/>
                </a:cubicBezTo>
                <a:cubicBezTo>
                  <a:pt x="18322" y="91102"/>
                  <a:pt x="14434" y="87400"/>
                  <a:pt x="9253" y="87400"/>
                </a:cubicBezTo>
                <a:cubicBezTo>
                  <a:pt x="4811" y="87400"/>
                  <a:pt x="0" y="89989"/>
                  <a:pt x="0" y="97023"/>
                </a:cubicBezTo>
                <a:cubicBezTo>
                  <a:pt x="0" y="113509"/>
                  <a:pt x="16470" y="127037"/>
                  <a:pt x="37011" y="127037"/>
                </a:cubicBezTo>
                <a:cubicBezTo>
                  <a:pt x="59032" y="127037"/>
                  <a:pt x="75315" y="110172"/>
                  <a:pt x="75315" y="91471"/>
                </a:cubicBezTo>
                <a:cubicBezTo>
                  <a:pt x="75315" y="74431"/>
                  <a:pt x="61621" y="61093"/>
                  <a:pt x="43858" y="57948"/>
                </a:cubicBezTo>
                <a:cubicBezTo>
                  <a:pt x="59955" y="53314"/>
                  <a:pt x="70317" y="39770"/>
                  <a:pt x="70317" y="25319"/>
                </a:cubicBezTo>
                <a:cubicBezTo>
                  <a:pt x="70317" y="10718"/>
                  <a:pt x="55144" y="0"/>
                  <a:pt x="37195" y="0"/>
                </a:cubicBezTo>
                <a:cubicBezTo>
                  <a:pt x="18692" y="0"/>
                  <a:pt x="4998" y="11272"/>
                  <a:pt x="4998" y="24765"/>
                </a:cubicBezTo>
                <a:cubicBezTo>
                  <a:pt x="4998" y="32166"/>
                  <a:pt x="10735" y="33645"/>
                  <a:pt x="13511" y="33645"/>
                </a:cubicBezTo>
                <a:cubicBezTo>
                  <a:pt x="17396" y="33645"/>
                  <a:pt x="21837" y="30870"/>
                  <a:pt x="21837" y="25319"/>
                </a:cubicBezTo>
                <a:cubicBezTo>
                  <a:pt x="21837" y="19398"/>
                  <a:pt x="17396" y="16806"/>
                  <a:pt x="13324" y="16806"/>
                </a:cubicBezTo>
                <a:cubicBezTo>
                  <a:pt x="12215" y="16806"/>
                  <a:pt x="11845" y="16806"/>
                  <a:pt x="11289" y="16992"/>
                </a:cubicBezTo>
                <a:cubicBezTo>
                  <a:pt x="18322" y="4441"/>
                  <a:pt x="35715" y="4441"/>
                  <a:pt x="36641" y="4441"/>
                </a:cubicBezTo>
                <a:cubicBezTo>
                  <a:pt x="42746" y="4441"/>
                  <a:pt x="54774" y="7211"/>
                  <a:pt x="54774" y="25319"/>
                </a:cubicBezTo>
                <a:cubicBezTo>
                  <a:pt x="54774" y="28834"/>
                  <a:pt x="54220" y="39213"/>
                  <a:pt x="48853" y="47190"/>
                </a:cubicBezTo>
                <a:cubicBezTo>
                  <a:pt x="43302" y="55356"/>
                  <a:pt x="37011" y="55912"/>
                  <a:pt x="32013" y="56098"/>
                </a:cubicBezTo>
                <a:lnTo>
                  <a:pt x="26462" y="56652"/>
                </a:lnTo>
                <a:close/>
                <a:moveTo>
                  <a:pt x="165801" y="63891"/>
                </a:moveTo>
                <a:cubicBezTo>
                  <a:pt x="165801" y="48520"/>
                  <a:pt x="164875" y="33518"/>
                  <a:pt x="158214" y="19443"/>
                </a:cubicBezTo>
                <a:cubicBezTo>
                  <a:pt x="150628" y="4074"/>
                  <a:pt x="137303" y="0"/>
                  <a:pt x="128237" y="0"/>
                </a:cubicBezTo>
                <a:cubicBezTo>
                  <a:pt x="117505" y="0"/>
                  <a:pt x="104367" y="5370"/>
                  <a:pt x="97520" y="20742"/>
                </a:cubicBezTo>
                <a:cubicBezTo>
                  <a:pt x="92338" y="32409"/>
                  <a:pt x="90486" y="43889"/>
                  <a:pt x="90486" y="63891"/>
                </a:cubicBezTo>
                <a:cubicBezTo>
                  <a:pt x="90486" y="81854"/>
                  <a:pt x="91782" y="95374"/>
                  <a:pt x="98446" y="108523"/>
                </a:cubicBezTo>
                <a:cubicBezTo>
                  <a:pt x="105660" y="122595"/>
                  <a:pt x="118428" y="127037"/>
                  <a:pt x="128051" y="127037"/>
                </a:cubicBezTo>
                <a:cubicBezTo>
                  <a:pt x="144150" y="127037"/>
                  <a:pt x="153403" y="117411"/>
                  <a:pt x="158768" y="106671"/>
                </a:cubicBezTo>
                <a:cubicBezTo>
                  <a:pt x="165431" y="92782"/>
                  <a:pt x="165801" y="74632"/>
                  <a:pt x="165801" y="63891"/>
                </a:cubicBezTo>
                <a:moveTo>
                  <a:pt x="128051" y="123338"/>
                </a:moveTo>
                <a:cubicBezTo>
                  <a:pt x="122130" y="123338"/>
                  <a:pt x="110101" y="120003"/>
                  <a:pt x="106586" y="99818"/>
                </a:cubicBezTo>
                <a:cubicBezTo>
                  <a:pt x="104550" y="88707"/>
                  <a:pt x="104550" y="74632"/>
                  <a:pt x="104550" y="61669"/>
                </a:cubicBezTo>
                <a:cubicBezTo>
                  <a:pt x="104550" y="46481"/>
                  <a:pt x="104550" y="32778"/>
                  <a:pt x="107512" y="21851"/>
                </a:cubicBezTo>
                <a:cubicBezTo>
                  <a:pt x="110658" y="9445"/>
                  <a:pt x="120094" y="3702"/>
                  <a:pt x="128051" y="3702"/>
                </a:cubicBezTo>
                <a:cubicBezTo>
                  <a:pt x="135084" y="3702"/>
                  <a:pt x="145816" y="7962"/>
                  <a:pt x="149332" y="23890"/>
                </a:cubicBezTo>
                <a:cubicBezTo>
                  <a:pt x="151737" y="34444"/>
                  <a:pt x="151737" y="49076"/>
                  <a:pt x="151737" y="61669"/>
                </a:cubicBezTo>
                <a:cubicBezTo>
                  <a:pt x="151737" y="74076"/>
                  <a:pt x="151737" y="88151"/>
                  <a:pt x="149701" y="99448"/>
                </a:cubicBezTo>
                <a:cubicBezTo>
                  <a:pt x="146186" y="119820"/>
                  <a:pt x="134528" y="123338"/>
                  <a:pt x="128051" y="123338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768192-210A-4153-8AE3-DF6D1E5F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246" y="1998230"/>
            <a:ext cx="10" cy="85725"/>
          </a:xfrm>
          <a:custGeom xmlns:a="http://schemas.openxmlformats.org/drawingml/2006/main">
            <a:pathLst>
              <a:path w="1" h="85725">
                <a:moveTo>
                  <a:pt x="0" y="0"/>
                </a:moveTo>
                <a:lnTo>
                  <a:pt x="0" y="85725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070F50-2210-4A69-B1B8-9D769346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246" y="1998230"/>
            <a:ext cx="10" cy="85725"/>
          </a:xfrm>
          <a:custGeom xmlns:a="http://schemas.openxmlformats.org/drawingml/2006/main">
            <a:pathLst>
              <a:path w="1" h="85725" fill="none">
                <a:moveTo>
                  <a:pt x="0" y="0"/>
                </a:moveTo>
                <a:lnTo>
                  <a:pt x="0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17859" cap="flat">
            <a:solidFill>
              <a:srgbClr val="262626"/>
            </a:solidFill>
            <a:round/>
          </a:ln>
        </p:spPr>
      </p:sp>
      <p:sp>
        <p:nvSpPr>
          <p:cNvPr id="26" name="Text 40">
            <a:extLst xmlns:a="http://schemas.openxmlformats.org/drawingml/2006/main">
              <a:ext uri="{FF2B5EF4-FFF2-40B4-BE49-F238E27FC236}">
                <a16:creationId xmlns:a16="http://schemas.microsoft.com/office/drawing/2014/main" id="{1A24EF9C-5E11-4B92-BC24-83CD4142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4647" y="2137595"/>
            <a:ext cx="168391" cy="128844"/>
          </a:xfrm>
          <a:custGeom xmlns:a="http://schemas.openxmlformats.org/drawingml/2006/main">
            <a:pathLst>
              <a:path w="168391" h="128844">
                <a:moveTo>
                  <a:pt x="61804" y="4441"/>
                </a:moveTo>
                <a:cubicBezTo>
                  <a:pt x="61804" y="926"/>
                  <a:pt x="61804" y="0"/>
                  <a:pt x="59215" y="0"/>
                </a:cubicBezTo>
                <a:cubicBezTo>
                  <a:pt x="57733" y="0"/>
                  <a:pt x="57180" y="0"/>
                  <a:pt x="55697" y="2222"/>
                </a:cubicBezTo>
                <a:lnTo>
                  <a:pt x="0" y="88603"/>
                </a:lnTo>
                <a:lnTo>
                  <a:pt x="0" y="93967"/>
                </a:lnTo>
                <a:lnTo>
                  <a:pt x="48667" y="93967"/>
                </a:lnTo>
                <a:lnTo>
                  <a:pt x="48667" y="110807"/>
                </a:lnTo>
                <a:cubicBezTo>
                  <a:pt x="48667" y="117654"/>
                  <a:pt x="48297" y="119504"/>
                  <a:pt x="34789" y="119504"/>
                </a:cubicBezTo>
                <a:lnTo>
                  <a:pt x="31087" y="119504"/>
                </a:lnTo>
                <a:lnTo>
                  <a:pt x="31087" y="124868"/>
                </a:lnTo>
                <a:cubicBezTo>
                  <a:pt x="35342" y="124498"/>
                  <a:pt x="49963" y="124498"/>
                  <a:pt x="55144" y="124498"/>
                </a:cubicBezTo>
                <a:cubicBezTo>
                  <a:pt x="60325" y="124498"/>
                  <a:pt x="75129" y="124498"/>
                  <a:pt x="79384" y="124868"/>
                </a:cubicBezTo>
                <a:lnTo>
                  <a:pt x="79384" y="119504"/>
                </a:lnTo>
                <a:lnTo>
                  <a:pt x="75682" y="119504"/>
                </a:lnTo>
                <a:cubicBezTo>
                  <a:pt x="62361" y="119504"/>
                  <a:pt x="61804" y="117654"/>
                  <a:pt x="61804" y="110807"/>
                </a:cubicBezTo>
                <a:lnTo>
                  <a:pt x="61804" y="93967"/>
                </a:lnTo>
                <a:lnTo>
                  <a:pt x="80494" y="93967"/>
                </a:lnTo>
                <a:lnTo>
                  <a:pt x="80494" y="88603"/>
                </a:lnTo>
                <a:lnTo>
                  <a:pt x="61804" y="88603"/>
                </a:lnTo>
                <a:lnTo>
                  <a:pt x="61804" y="4441"/>
                </a:lnTo>
                <a:moveTo>
                  <a:pt x="49593" y="18870"/>
                </a:moveTo>
                <a:lnTo>
                  <a:pt x="49593" y="88603"/>
                </a:lnTo>
                <a:lnTo>
                  <a:pt x="4625" y="88603"/>
                </a:lnTo>
                <a:lnTo>
                  <a:pt x="49593" y="18870"/>
                </a:lnTo>
                <a:close/>
                <a:moveTo>
                  <a:pt x="168391" y="65698"/>
                </a:moveTo>
                <a:cubicBezTo>
                  <a:pt x="168391" y="50327"/>
                  <a:pt x="167465" y="35325"/>
                  <a:pt x="160804" y="21250"/>
                </a:cubicBezTo>
                <a:cubicBezTo>
                  <a:pt x="153217" y="5881"/>
                  <a:pt x="139893" y="1807"/>
                  <a:pt x="130826" y="1807"/>
                </a:cubicBezTo>
                <a:cubicBezTo>
                  <a:pt x="120094" y="1807"/>
                  <a:pt x="106956" y="7177"/>
                  <a:pt x="100109" y="22549"/>
                </a:cubicBezTo>
                <a:cubicBezTo>
                  <a:pt x="94928" y="34216"/>
                  <a:pt x="93076" y="45696"/>
                  <a:pt x="93076" y="65698"/>
                </a:cubicBezTo>
                <a:cubicBezTo>
                  <a:pt x="93076" y="83662"/>
                  <a:pt x="94372" y="97181"/>
                  <a:pt x="101035" y="110330"/>
                </a:cubicBezTo>
                <a:cubicBezTo>
                  <a:pt x="108249" y="124402"/>
                  <a:pt x="121017" y="128844"/>
                  <a:pt x="130640" y="128844"/>
                </a:cubicBezTo>
                <a:cubicBezTo>
                  <a:pt x="146740" y="128844"/>
                  <a:pt x="155993" y="119218"/>
                  <a:pt x="161357" y="108478"/>
                </a:cubicBezTo>
                <a:cubicBezTo>
                  <a:pt x="168021" y="94589"/>
                  <a:pt x="168391" y="76439"/>
                  <a:pt x="168391" y="65698"/>
                </a:cubicBezTo>
                <a:moveTo>
                  <a:pt x="130640" y="125145"/>
                </a:moveTo>
                <a:cubicBezTo>
                  <a:pt x="124719" y="125145"/>
                  <a:pt x="112691" y="121810"/>
                  <a:pt x="109175" y="101625"/>
                </a:cubicBezTo>
                <a:cubicBezTo>
                  <a:pt x="107140" y="90514"/>
                  <a:pt x="107140" y="76439"/>
                  <a:pt x="107140" y="63476"/>
                </a:cubicBezTo>
                <a:cubicBezTo>
                  <a:pt x="107140" y="48288"/>
                  <a:pt x="107140" y="34586"/>
                  <a:pt x="110102" y="23658"/>
                </a:cubicBezTo>
                <a:cubicBezTo>
                  <a:pt x="113247" y="11252"/>
                  <a:pt x="122683" y="5509"/>
                  <a:pt x="130640" y="5509"/>
                </a:cubicBezTo>
                <a:cubicBezTo>
                  <a:pt x="137673" y="5509"/>
                  <a:pt x="148406" y="9769"/>
                  <a:pt x="151921" y="25697"/>
                </a:cubicBezTo>
                <a:cubicBezTo>
                  <a:pt x="154327" y="36251"/>
                  <a:pt x="154327" y="50883"/>
                  <a:pt x="154327" y="63476"/>
                </a:cubicBezTo>
                <a:cubicBezTo>
                  <a:pt x="154327" y="75883"/>
                  <a:pt x="154327" y="89958"/>
                  <a:pt x="152291" y="101255"/>
                </a:cubicBezTo>
                <a:cubicBezTo>
                  <a:pt x="148776" y="121627"/>
                  <a:pt x="137117" y="125145"/>
                  <a:pt x="130640" y="12514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510DC8-B482-4D48-A4BD-923AE85F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667" y="1998230"/>
            <a:ext cx="10" cy="85725"/>
          </a:xfrm>
          <a:custGeom xmlns:a="http://schemas.openxmlformats.org/drawingml/2006/main">
            <a:pathLst>
              <a:path w="1" h="85725">
                <a:moveTo>
                  <a:pt x="0" y="0"/>
                </a:moveTo>
                <a:lnTo>
                  <a:pt x="0" y="85725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C482FB-C59D-4686-ADE9-D76942E6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667" y="1998230"/>
            <a:ext cx="10" cy="85725"/>
          </a:xfrm>
          <a:custGeom xmlns:a="http://schemas.openxmlformats.org/drawingml/2006/main">
            <a:pathLst>
              <a:path w="1" h="85725" fill="none">
                <a:moveTo>
                  <a:pt x="0" y="0"/>
                </a:moveTo>
                <a:lnTo>
                  <a:pt x="0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17859" cap="flat">
            <a:solidFill>
              <a:srgbClr val="262626"/>
            </a:solidFill>
            <a:round/>
          </a:ln>
        </p:spPr>
      </p:sp>
      <p:sp>
        <p:nvSpPr>
          <p:cNvPr id="29" name="Text 50">
            <a:extLst xmlns:a="http://schemas.openxmlformats.org/drawingml/2006/main">
              <a:ext uri="{FF2B5EF4-FFF2-40B4-BE49-F238E27FC236}">
                <a16:creationId xmlns:a16="http://schemas.microsoft.com/office/drawing/2014/main" id="{793EB536-3F1F-4671-B3D2-EE611B64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140" y="2139402"/>
            <a:ext cx="164319" cy="127037"/>
          </a:xfrm>
          <a:custGeom xmlns:a="http://schemas.openxmlformats.org/drawingml/2006/main">
            <a:pathLst>
              <a:path w="164319" h="127037">
                <a:moveTo>
                  <a:pt x="14617" y="17068"/>
                </a:moveTo>
                <a:cubicBezTo>
                  <a:pt x="22574" y="19657"/>
                  <a:pt x="29051" y="19844"/>
                  <a:pt x="31087" y="19844"/>
                </a:cubicBezTo>
                <a:cubicBezTo>
                  <a:pt x="51996" y="19844"/>
                  <a:pt x="65320" y="4450"/>
                  <a:pt x="65320" y="1847"/>
                </a:cubicBezTo>
                <a:cubicBezTo>
                  <a:pt x="65320" y="1107"/>
                  <a:pt x="64950" y="181"/>
                  <a:pt x="63840" y="181"/>
                </a:cubicBezTo>
                <a:cubicBezTo>
                  <a:pt x="63470" y="181"/>
                  <a:pt x="63100" y="181"/>
                  <a:pt x="61435" y="923"/>
                </a:cubicBezTo>
                <a:cubicBezTo>
                  <a:pt x="51072" y="5396"/>
                  <a:pt x="42189" y="5963"/>
                  <a:pt x="37378" y="5963"/>
                </a:cubicBezTo>
                <a:cubicBezTo>
                  <a:pt x="25166" y="5963"/>
                  <a:pt x="16467" y="2216"/>
                  <a:pt x="12952" y="737"/>
                </a:cubicBezTo>
                <a:cubicBezTo>
                  <a:pt x="11658" y="181"/>
                  <a:pt x="11286" y="181"/>
                  <a:pt x="11102" y="181"/>
                </a:cubicBezTo>
                <a:cubicBezTo>
                  <a:pt x="9623" y="181"/>
                  <a:pt x="9623" y="1293"/>
                  <a:pt x="9623" y="4261"/>
                </a:cubicBezTo>
                <a:lnTo>
                  <a:pt x="9623" y="59229"/>
                </a:lnTo>
                <a:cubicBezTo>
                  <a:pt x="9623" y="62561"/>
                  <a:pt x="9623" y="63671"/>
                  <a:pt x="11842" y="63671"/>
                </a:cubicBezTo>
                <a:cubicBezTo>
                  <a:pt x="12768" y="63671"/>
                  <a:pt x="12952" y="63484"/>
                  <a:pt x="14804" y="61265"/>
                </a:cubicBezTo>
                <a:cubicBezTo>
                  <a:pt x="19985" y="53681"/>
                  <a:pt x="28682" y="49240"/>
                  <a:pt x="37934" y="49240"/>
                </a:cubicBezTo>
                <a:cubicBezTo>
                  <a:pt x="47740" y="49240"/>
                  <a:pt x="52552" y="58306"/>
                  <a:pt x="54031" y="61452"/>
                </a:cubicBezTo>
                <a:cubicBezTo>
                  <a:pt x="57177" y="68666"/>
                  <a:pt x="57363" y="77732"/>
                  <a:pt x="57363" y="84763"/>
                </a:cubicBezTo>
                <a:cubicBezTo>
                  <a:pt x="57363" y="91793"/>
                  <a:pt x="57363" y="102348"/>
                  <a:pt x="52182" y="110708"/>
                </a:cubicBezTo>
                <a:cubicBezTo>
                  <a:pt x="48110" y="117397"/>
                  <a:pt x="40893" y="122042"/>
                  <a:pt x="32753" y="122042"/>
                </a:cubicBezTo>
                <a:cubicBezTo>
                  <a:pt x="20538" y="122042"/>
                  <a:pt x="8510" y="113681"/>
                  <a:pt x="5181" y="100120"/>
                </a:cubicBezTo>
                <a:cubicBezTo>
                  <a:pt x="6104" y="100490"/>
                  <a:pt x="7217" y="100676"/>
                  <a:pt x="8140" y="100676"/>
                </a:cubicBezTo>
                <a:cubicBezTo>
                  <a:pt x="11286" y="100676"/>
                  <a:pt x="16283" y="98824"/>
                  <a:pt x="16283" y="92533"/>
                </a:cubicBezTo>
                <a:cubicBezTo>
                  <a:pt x="16283" y="87352"/>
                  <a:pt x="12768" y="84390"/>
                  <a:pt x="8140" y="84390"/>
                </a:cubicBezTo>
                <a:cubicBezTo>
                  <a:pt x="4811" y="84390"/>
                  <a:pt x="0" y="86056"/>
                  <a:pt x="0" y="93273"/>
                </a:cubicBezTo>
                <a:cubicBezTo>
                  <a:pt x="0" y="109037"/>
                  <a:pt x="12582" y="127037"/>
                  <a:pt x="33123" y="127037"/>
                </a:cubicBezTo>
                <a:cubicBezTo>
                  <a:pt x="54031" y="127037"/>
                  <a:pt x="72350" y="109407"/>
                  <a:pt x="72350" y="85872"/>
                </a:cubicBezTo>
                <a:cubicBezTo>
                  <a:pt x="72350" y="63857"/>
                  <a:pt x="57549" y="45538"/>
                  <a:pt x="38118" y="45538"/>
                </a:cubicBezTo>
                <a:cubicBezTo>
                  <a:pt x="27572" y="45538"/>
                  <a:pt x="19429" y="50166"/>
                  <a:pt x="14617" y="55344"/>
                </a:cubicBezTo>
                <a:lnTo>
                  <a:pt x="14617" y="17068"/>
                </a:lnTo>
                <a:close/>
                <a:moveTo>
                  <a:pt x="164319" y="63891"/>
                </a:moveTo>
                <a:cubicBezTo>
                  <a:pt x="164319" y="48520"/>
                  <a:pt x="163393" y="33518"/>
                  <a:pt x="156732" y="19443"/>
                </a:cubicBezTo>
                <a:cubicBezTo>
                  <a:pt x="149145" y="4074"/>
                  <a:pt x="135821" y="0"/>
                  <a:pt x="126755" y="0"/>
                </a:cubicBezTo>
                <a:cubicBezTo>
                  <a:pt x="116022" y="0"/>
                  <a:pt x="102884" y="5370"/>
                  <a:pt x="96037" y="20742"/>
                </a:cubicBezTo>
                <a:cubicBezTo>
                  <a:pt x="90856" y="32409"/>
                  <a:pt x="89004" y="43889"/>
                  <a:pt x="89004" y="63891"/>
                </a:cubicBezTo>
                <a:cubicBezTo>
                  <a:pt x="89004" y="81854"/>
                  <a:pt x="90300" y="95374"/>
                  <a:pt x="96963" y="108523"/>
                </a:cubicBezTo>
                <a:cubicBezTo>
                  <a:pt x="104178" y="122595"/>
                  <a:pt x="116946" y="127037"/>
                  <a:pt x="126568" y="127037"/>
                </a:cubicBezTo>
                <a:cubicBezTo>
                  <a:pt x="142668" y="127037"/>
                  <a:pt x="151921" y="117411"/>
                  <a:pt x="157285" y="106671"/>
                </a:cubicBezTo>
                <a:cubicBezTo>
                  <a:pt x="163949" y="92782"/>
                  <a:pt x="164319" y="74632"/>
                  <a:pt x="164319" y="63891"/>
                </a:cubicBezTo>
                <a:moveTo>
                  <a:pt x="126568" y="123338"/>
                </a:moveTo>
                <a:cubicBezTo>
                  <a:pt x="120647" y="123338"/>
                  <a:pt x="108619" y="120003"/>
                  <a:pt x="105104" y="99818"/>
                </a:cubicBezTo>
                <a:cubicBezTo>
                  <a:pt x="103068" y="88707"/>
                  <a:pt x="103068" y="74632"/>
                  <a:pt x="103068" y="61669"/>
                </a:cubicBezTo>
                <a:cubicBezTo>
                  <a:pt x="103068" y="46481"/>
                  <a:pt x="103068" y="32778"/>
                  <a:pt x="106030" y="21851"/>
                </a:cubicBezTo>
                <a:cubicBezTo>
                  <a:pt x="109175" y="9445"/>
                  <a:pt x="118611" y="3702"/>
                  <a:pt x="126568" y="3702"/>
                </a:cubicBezTo>
                <a:cubicBezTo>
                  <a:pt x="133602" y="3702"/>
                  <a:pt x="144334" y="7962"/>
                  <a:pt x="147849" y="23890"/>
                </a:cubicBezTo>
                <a:cubicBezTo>
                  <a:pt x="150255" y="34444"/>
                  <a:pt x="150255" y="49076"/>
                  <a:pt x="150255" y="61669"/>
                </a:cubicBezTo>
                <a:cubicBezTo>
                  <a:pt x="150255" y="74076"/>
                  <a:pt x="150255" y="88151"/>
                  <a:pt x="148219" y="99448"/>
                </a:cubicBezTo>
                <a:cubicBezTo>
                  <a:pt x="144704" y="119820"/>
                  <a:pt x="133045" y="123338"/>
                  <a:pt x="126568" y="123338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7B5D07-CCD3-46CA-BF60-0EE0BCB7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3088" y="1998230"/>
            <a:ext cx="10" cy="85725"/>
          </a:xfrm>
          <a:custGeom xmlns:a="http://schemas.openxmlformats.org/drawingml/2006/main">
            <a:pathLst>
              <a:path w="1" h="85725">
                <a:moveTo>
                  <a:pt x="0" y="0"/>
                </a:moveTo>
                <a:lnTo>
                  <a:pt x="0" y="85725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1065E5-FA6A-4EE0-949D-5C9A3CB3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3088" y="1998230"/>
            <a:ext cx="10" cy="85725"/>
          </a:xfrm>
          <a:custGeom xmlns:a="http://schemas.openxmlformats.org/drawingml/2006/main">
            <a:pathLst>
              <a:path w="1" h="85725" fill="none">
                <a:moveTo>
                  <a:pt x="0" y="0"/>
                </a:moveTo>
                <a:lnTo>
                  <a:pt x="0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17859" cap="flat">
            <a:solidFill>
              <a:srgbClr val="262626"/>
            </a:solidFill>
            <a:round/>
          </a:ln>
        </p:spPr>
      </p:sp>
      <p:sp>
        <p:nvSpPr>
          <p:cNvPr id="32" name="Text 60">
            <a:extLst xmlns:a="http://schemas.openxmlformats.org/drawingml/2006/main">
              <a:ext uri="{FF2B5EF4-FFF2-40B4-BE49-F238E27FC236}">
                <a16:creationId xmlns:a16="http://schemas.microsoft.com/office/drawing/2014/main" id="{ACA8479F-C3FB-477F-8DA8-97C0156A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078" y="2139402"/>
            <a:ext cx="165802" cy="127037"/>
          </a:xfrm>
          <a:custGeom xmlns:a="http://schemas.openxmlformats.org/drawingml/2006/main">
            <a:pathLst>
              <a:path w="165802" h="127037">
                <a:moveTo>
                  <a:pt x="15174" y="58716"/>
                </a:moveTo>
                <a:cubicBezTo>
                  <a:pt x="15174" y="11921"/>
                  <a:pt x="37934" y="4441"/>
                  <a:pt x="47927" y="4441"/>
                </a:cubicBezTo>
                <a:cubicBezTo>
                  <a:pt x="54590" y="4441"/>
                  <a:pt x="61251" y="6500"/>
                  <a:pt x="64766" y="12107"/>
                </a:cubicBezTo>
                <a:cubicBezTo>
                  <a:pt x="62547" y="12107"/>
                  <a:pt x="55514" y="12107"/>
                  <a:pt x="55514" y="19694"/>
                </a:cubicBezTo>
                <a:cubicBezTo>
                  <a:pt x="55514" y="23766"/>
                  <a:pt x="58289" y="27281"/>
                  <a:pt x="63100" y="27281"/>
                </a:cubicBezTo>
                <a:cubicBezTo>
                  <a:pt x="67728" y="27281"/>
                  <a:pt x="70874" y="24506"/>
                  <a:pt x="70874" y="19141"/>
                </a:cubicBezTo>
                <a:cubicBezTo>
                  <a:pt x="70874" y="9490"/>
                  <a:pt x="63840" y="0"/>
                  <a:pt x="47743" y="0"/>
                </a:cubicBezTo>
                <a:cubicBezTo>
                  <a:pt x="24426" y="0"/>
                  <a:pt x="0" y="23952"/>
                  <a:pt x="0" y="64642"/>
                </a:cubicBezTo>
                <a:cubicBezTo>
                  <a:pt x="0" y="115562"/>
                  <a:pt x="22207" y="127037"/>
                  <a:pt x="37934" y="127037"/>
                </a:cubicBezTo>
                <a:cubicBezTo>
                  <a:pt x="58106" y="127037"/>
                  <a:pt x="75315" y="109452"/>
                  <a:pt x="75315" y="85378"/>
                </a:cubicBezTo>
                <a:cubicBezTo>
                  <a:pt x="75315" y="60751"/>
                  <a:pt x="58106" y="44273"/>
                  <a:pt x="39600" y="44273"/>
                </a:cubicBezTo>
                <a:cubicBezTo>
                  <a:pt x="23130" y="44273"/>
                  <a:pt x="17026" y="58529"/>
                  <a:pt x="15174" y="63716"/>
                </a:cubicBezTo>
                <a:lnTo>
                  <a:pt x="15174" y="58716"/>
                </a:lnTo>
                <a:moveTo>
                  <a:pt x="37934" y="122042"/>
                </a:moveTo>
                <a:cubicBezTo>
                  <a:pt x="26279" y="122042"/>
                  <a:pt x="20728" y="111674"/>
                  <a:pt x="19062" y="107783"/>
                </a:cubicBezTo>
                <a:cubicBezTo>
                  <a:pt x="17396" y="102969"/>
                  <a:pt x="15546" y="93897"/>
                  <a:pt x="15546" y="80934"/>
                </a:cubicBezTo>
                <a:cubicBezTo>
                  <a:pt x="15546" y="66308"/>
                  <a:pt x="22207" y="47975"/>
                  <a:pt x="38860" y="47975"/>
                </a:cubicBezTo>
                <a:cubicBezTo>
                  <a:pt x="49039" y="47975"/>
                  <a:pt x="54404" y="54828"/>
                  <a:pt x="57180" y="61121"/>
                </a:cubicBezTo>
                <a:cubicBezTo>
                  <a:pt x="60141" y="67974"/>
                  <a:pt x="60141" y="77232"/>
                  <a:pt x="60141" y="85195"/>
                </a:cubicBezTo>
                <a:cubicBezTo>
                  <a:pt x="60141" y="94637"/>
                  <a:pt x="60141" y="102969"/>
                  <a:pt x="56626" y="110005"/>
                </a:cubicBezTo>
                <a:cubicBezTo>
                  <a:pt x="51998" y="118894"/>
                  <a:pt x="45338" y="122042"/>
                  <a:pt x="37934" y="122042"/>
                </a:cubicBezTo>
                <a:close/>
                <a:moveTo>
                  <a:pt x="165802" y="63891"/>
                </a:moveTo>
                <a:cubicBezTo>
                  <a:pt x="165802" y="48520"/>
                  <a:pt x="164875" y="33518"/>
                  <a:pt x="158215" y="19443"/>
                </a:cubicBezTo>
                <a:cubicBezTo>
                  <a:pt x="150628" y="4074"/>
                  <a:pt x="137304" y="0"/>
                  <a:pt x="128237" y="0"/>
                </a:cubicBezTo>
                <a:cubicBezTo>
                  <a:pt x="117505" y="0"/>
                  <a:pt x="104367" y="5370"/>
                  <a:pt x="97520" y="20742"/>
                </a:cubicBezTo>
                <a:cubicBezTo>
                  <a:pt x="92339" y="32409"/>
                  <a:pt x="90486" y="43889"/>
                  <a:pt x="90486" y="63891"/>
                </a:cubicBezTo>
                <a:cubicBezTo>
                  <a:pt x="90486" y="81854"/>
                  <a:pt x="91782" y="95374"/>
                  <a:pt x="98446" y="108523"/>
                </a:cubicBezTo>
                <a:cubicBezTo>
                  <a:pt x="105660" y="122595"/>
                  <a:pt x="118428" y="127037"/>
                  <a:pt x="128051" y="127037"/>
                </a:cubicBezTo>
                <a:cubicBezTo>
                  <a:pt x="144151" y="127037"/>
                  <a:pt x="153403" y="117411"/>
                  <a:pt x="158768" y="106671"/>
                </a:cubicBezTo>
                <a:cubicBezTo>
                  <a:pt x="165432" y="92782"/>
                  <a:pt x="165802" y="74632"/>
                  <a:pt x="165802" y="63891"/>
                </a:cubicBezTo>
                <a:moveTo>
                  <a:pt x="128051" y="123338"/>
                </a:moveTo>
                <a:cubicBezTo>
                  <a:pt x="122130" y="123338"/>
                  <a:pt x="110102" y="120003"/>
                  <a:pt x="106586" y="99818"/>
                </a:cubicBezTo>
                <a:cubicBezTo>
                  <a:pt x="104551" y="88707"/>
                  <a:pt x="104551" y="74632"/>
                  <a:pt x="104551" y="61669"/>
                </a:cubicBezTo>
                <a:cubicBezTo>
                  <a:pt x="104551" y="46481"/>
                  <a:pt x="104551" y="32778"/>
                  <a:pt x="107512" y="21851"/>
                </a:cubicBezTo>
                <a:cubicBezTo>
                  <a:pt x="110658" y="9445"/>
                  <a:pt x="120094" y="3702"/>
                  <a:pt x="128051" y="3702"/>
                </a:cubicBezTo>
                <a:cubicBezTo>
                  <a:pt x="135084" y="3702"/>
                  <a:pt x="145817" y="7962"/>
                  <a:pt x="149332" y="23890"/>
                </a:cubicBezTo>
                <a:cubicBezTo>
                  <a:pt x="151738" y="34444"/>
                  <a:pt x="151738" y="49076"/>
                  <a:pt x="151738" y="61669"/>
                </a:cubicBezTo>
                <a:cubicBezTo>
                  <a:pt x="151738" y="74076"/>
                  <a:pt x="151738" y="88151"/>
                  <a:pt x="149702" y="99448"/>
                </a:cubicBezTo>
                <a:cubicBezTo>
                  <a:pt x="146186" y="119820"/>
                  <a:pt x="134528" y="123338"/>
                  <a:pt x="128051" y="123338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D98869-D421-4A07-9D48-CADA045F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508" y="1998230"/>
            <a:ext cx="10" cy="85725"/>
          </a:xfrm>
          <a:custGeom xmlns:a="http://schemas.openxmlformats.org/drawingml/2006/main">
            <a:pathLst>
              <a:path w="1" h="85725">
                <a:moveTo>
                  <a:pt x="0" y="0"/>
                </a:moveTo>
                <a:lnTo>
                  <a:pt x="0" y="85725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6E9D4A-F5B8-41DE-A298-579BF477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508" y="1998230"/>
            <a:ext cx="10" cy="85725"/>
          </a:xfrm>
          <a:custGeom xmlns:a="http://schemas.openxmlformats.org/drawingml/2006/main">
            <a:pathLst>
              <a:path w="1" h="85725" fill="none">
                <a:moveTo>
                  <a:pt x="0" y="0"/>
                </a:moveTo>
                <a:lnTo>
                  <a:pt x="0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17859" cap="flat">
            <a:solidFill>
              <a:srgbClr val="262626"/>
            </a:solidFill>
            <a:round/>
          </a:ln>
        </p:spPr>
      </p:sp>
      <p:sp>
        <p:nvSpPr>
          <p:cNvPr id="35" name="Text 70">
            <a:extLst xmlns:a="http://schemas.openxmlformats.org/drawingml/2006/main">
              <a:ext uri="{FF2B5EF4-FFF2-40B4-BE49-F238E27FC236}">
                <a16:creationId xmlns:a16="http://schemas.microsoft.com/office/drawing/2014/main" id="{AC2587A2-5748-459B-A5EA-C4B44650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8905" y="2137414"/>
            <a:ext cx="163396" cy="129025"/>
          </a:xfrm>
          <a:custGeom xmlns:a="http://schemas.openxmlformats.org/drawingml/2006/main">
            <a:pathLst>
              <a:path w="163396" h="129025">
                <a:moveTo>
                  <a:pt x="77904" y="10221"/>
                </a:moveTo>
                <a:lnTo>
                  <a:pt x="77904" y="5963"/>
                </a:lnTo>
                <a:lnTo>
                  <a:pt x="33309" y="5963"/>
                </a:lnTo>
                <a:cubicBezTo>
                  <a:pt x="10919" y="5963"/>
                  <a:pt x="10549" y="3518"/>
                  <a:pt x="9809" y="0"/>
                </a:cubicBezTo>
                <a:lnTo>
                  <a:pt x="5737" y="0"/>
                </a:lnTo>
                <a:lnTo>
                  <a:pt x="0" y="37053"/>
                </a:lnTo>
                <a:lnTo>
                  <a:pt x="4072" y="37053"/>
                </a:lnTo>
                <a:cubicBezTo>
                  <a:pt x="4628" y="33722"/>
                  <a:pt x="6294" y="22250"/>
                  <a:pt x="8699" y="20214"/>
                </a:cubicBezTo>
                <a:cubicBezTo>
                  <a:pt x="10179" y="19104"/>
                  <a:pt x="24057" y="19104"/>
                  <a:pt x="26649" y="19104"/>
                </a:cubicBezTo>
                <a:lnTo>
                  <a:pt x="65876" y="19104"/>
                </a:lnTo>
                <a:lnTo>
                  <a:pt x="46261" y="47232"/>
                </a:lnTo>
                <a:cubicBezTo>
                  <a:pt x="41266" y="54449"/>
                  <a:pt x="22577" y="84799"/>
                  <a:pt x="22577" y="119588"/>
                </a:cubicBezTo>
                <a:cubicBezTo>
                  <a:pt x="22577" y="121624"/>
                  <a:pt x="22577" y="129025"/>
                  <a:pt x="30164" y="129025"/>
                </a:cubicBezTo>
                <a:cubicBezTo>
                  <a:pt x="37934" y="129025"/>
                  <a:pt x="37934" y="121810"/>
                  <a:pt x="37934" y="119402"/>
                </a:cubicBezTo>
                <a:lnTo>
                  <a:pt x="37934" y="110149"/>
                </a:lnTo>
                <a:cubicBezTo>
                  <a:pt x="37934" y="82577"/>
                  <a:pt x="42376" y="61110"/>
                  <a:pt x="51072" y="48712"/>
                </a:cubicBezTo>
                <a:lnTo>
                  <a:pt x="77904" y="10221"/>
                </a:lnTo>
                <a:close/>
                <a:moveTo>
                  <a:pt x="163396" y="65879"/>
                </a:moveTo>
                <a:cubicBezTo>
                  <a:pt x="163396" y="50508"/>
                  <a:pt x="162470" y="35506"/>
                  <a:pt x="155809" y="21431"/>
                </a:cubicBezTo>
                <a:cubicBezTo>
                  <a:pt x="148222" y="6062"/>
                  <a:pt x="134898" y="1988"/>
                  <a:pt x="125831" y="1988"/>
                </a:cubicBezTo>
                <a:cubicBezTo>
                  <a:pt x="115099" y="1988"/>
                  <a:pt x="101961" y="7358"/>
                  <a:pt x="95114" y="22730"/>
                </a:cubicBezTo>
                <a:cubicBezTo>
                  <a:pt x="89933" y="34396"/>
                  <a:pt x="88081" y="45877"/>
                  <a:pt x="88081" y="65879"/>
                </a:cubicBezTo>
                <a:cubicBezTo>
                  <a:pt x="88081" y="83842"/>
                  <a:pt x="89377" y="97361"/>
                  <a:pt x="96040" y="110511"/>
                </a:cubicBezTo>
                <a:cubicBezTo>
                  <a:pt x="103254" y="124583"/>
                  <a:pt x="116022" y="129025"/>
                  <a:pt x="125645" y="129025"/>
                </a:cubicBezTo>
                <a:cubicBezTo>
                  <a:pt x="141745" y="129025"/>
                  <a:pt x="150997" y="119399"/>
                  <a:pt x="156362" y="108658"/>
                </a:cubicBezTo>
                <a:cubicBezTo>
                  <a:pt x="163026" y="94769"/>
                  <a:pt x="163396" y="76620"/>
                  <a:pt x="163396" y="65879"/>
                </a:cubicBezTo>
                <a:moveTo>
                  <a:pt x="125645" y="125326"/>
                </a:moveTo>
                <a:cubicBezTo>
                  <a:pt x="119724" y="125326"/>
                  <a:pt x="107696" y="121991"/>
                  <a:pt x="104180" y="101806"/>
                </a:cubicBezTo>
                <a:cubicBezTo>
                  <a:pt x="102145" y="90695"/>
                  <a:pt x="102145" y="76620"/>
                  <a:pt x="102145" y="63657"/>
                </a:cubicBezTo>
                <a:cubicBezTo>
                  <a:pt x="102145" y="48469"/>
                  <a:pt x="102145" y="34766"/>
                  <a:pt x="105106" y="23839"/>
                </a:cubicBezTo>
                <a:cubicBezTo>
                  <a:pt x="108252" y="11433"/>
                  <a:pt x="117688" y="5689"/>
                  <a:pt x="125645" y="5689"/>
                </a:cubicBezTo>
                <a:cubicBezTo>
                  <a:pt x="132678" y="5689"/>
                  <a:pt x="143411" y="9950"/>
                  <a:pt x="146926" y="25878"/>
                </a:cubicBezTo>
                <a:cubicBezTo>
                  <a:pt x="149332" y="36432"/>
                  <a:pt x="149332" y="51064"/>
                  <a:pt x="149332" y="63657"/>
                </a:cubicBezTo>
                <a:cubicBezTo>
                  <a:pt x="149332" y="76063"/>
                  <a:pt x="149332" y="90139"/>
                  <a:pt x="147296" y="101436"/>
                </a:cubicBezTo>
                <a:cubicBezTo>
                  <a:pt x="143781" y="121808"/>
                  <a:pt x="132122" y="125326"/>
                  <a:pt x="125645" y="125326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401C20-28C0-4F21-9463-7F1C757C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5929" y="1998230"/>
            <a:ext cx="10" cy="85725"/>
          </a:xfrm>
          <a:custGeom xmlns:a="http://schemas.openxmlformats.org/drawingml/2006/main">
            <a:pathLst>
              <a:path w="1" h="85725">
                <a:moveTo>
                  <a:pt x="0" y="0"/>
                </a:moveTo>
                <a:lnTo>
                  <a:pt x="0" y="85725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49B306-90ED-46E5-A0E0-DDBB0525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5929" y="1998230"/>
            <a:ext cx="10" cy="85725"/>
          </a:xfrm>
          <a:custGeom xmlns:a="http://schemas.openxmlformats.org/drawingml/2006/main">
            <a:pathLst>
              <a:path w="1" h="85725" fill="none">
                <a:moveTo>
                  <a:pt x="0" y="0"/>
                </a:moveTo>
                <a:lnTo>
                  <a:pt x="0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17859" cap="flat">
            <a:solidFill>
              <a:srgbClr val="262626"/>
            </a:solidFill>
            <a:round/>
          </a:ln>
        </p:spPr>
      </p:sp>
      <p:sp>
        <p:nvSpPr>
          <p:cNvPr id="38" name="Text 80">
            <a:extLst xmlns:a="http://schemas.openxmlformats.org/drawingml/2006/main">
              <a:ext uri="{FF2B5EF4-FFF2-40B4-BE49-F238E27FC236}">
                <a16:creationId xmlns:a16="http://schemas.microsoft.com/office/drawing/2014/main" id="{1D39D255-0C05-435E-94F5-025FDBE4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2921" y="2139402"/>
            <a:ext cx="165801" cy="127037"/>
          </a:xfrm>
          <a:custGeom xmlns:a="http://schemas.openxmlformats.org/drawingml/2006/main">
            <a:pathLst>
              <a:path w="165801" h="127037">
                <a:moveTo>
                  <a:pt x="47557" y="56299"/>
                </a:moveTo>
                <a:cubicBezTo>
                  <a:pt x="56810" y="51298"/>
                  <a:pt x="70317" y="42779"/>
                  <a:pt x="70317" y="27222"/>
                </a:cubicBezTo>
                <a:cubicBezTo>
                  <a:pt x="70317" y="11111"/>
                  <a:pt x="54774" y="0"/>
                  <a:pt x="37751" y="0"/>
                </a:cubicBezTo>
                <a:cubicBezTo>
                  <a:pt x="19432" y="0"/>
                  <a:pt x="4998" y="13516"/>
                  <a:pt x="4998" y="30370"/>
                </a:cubicBezTo>
                <a:cubicBezTo>
                  <a:pt x="4998" y="36667"/>
                  <a:pt x="6847" y="42963"/>
                  <a:pt x="12028" y="49259"/>
                </a:cubicBezTo>
                <a:cubicBezTo>
                  <a:pt x="14064" y="51668"/>
                  <a:pt x="14250" y="51852"/>
                  <a:pt x="27202" y="60926"/>
                </a:cubicBezTo>
                <a:cubicBezTo>
                  <a:pt x="9253" y="69261"/>
                  <a:pt x="0" y="81668"/>
                  <a:pt x="0" y="95187"/>
                </a:cubicBezTo>
                <a:cubicBezTo>
                  <a:pt x="0" y="114819"/>
                  <a:pt x="18692" y="127037"/>
                  <a:pt x="37564" y="127037"/>
                </a:cubicBezTo>
                <a:cubicBezTo>
                  <a:pt x="58106" y="127037"/>
                  <a:pt x="75315" y="111857"/>
                  <a:pt x="75315" y="92412"/>
                </a:cubicBezTo>
                <a:cubicBezTo>
                  <a:pt x="75315" y="73519"/>
                  <a:pt x="61991" y="65187"/>
                  <a:pt x="47557" y="56299"/>
                </a:cubicBezTo>
                <a:moveTo>
                  <a:pt x="22391" y="39631"/>
                </a:moveTo>
                <a:cubicBezTo>
                  <a:pt x="19985" y="37963"/>
                  <a:pt x="12585" y="33148"/>
                  <a:pt x="12585" y="24074"/>
                </a:cubicBezTo>
                <a:cubicBezTo>
                  <a:pt x="12585" y="12037"/>
                  <a:pt x="25166" y="4441"/>
                  <a:pt x="37564" y="4441"/>
                </a:cubicBezTo>
                <a:cubicBezTo>
                  <a:pt x="50889" y="4441"/>
                  <a:pt x="62731" y="14073"/>
                  <a:pt x="62731" y="27408"/>
                </a:cubicBezTo>
                <a:cubicBezTo>
                  <a:pt x="62731" y="38705"/>
                  <a:pt x="54590" y="47777"/>
                  <a:pt x="43858" y="53704"/>
                </a:cubicBezTo>
                <a:lnTo>
                  <a:pt x="22391" y="39631"/>
                </a:lnTo>
                <a:moveTo>
                  <a:pt x="31090" y="63521"/>
                </a:moveTo>
                <a:lnTo>
                  <a:pt x="53478" y="78150"/>
                </a:lnTo>
                <a:cubicBezTo>
                  <a:pt x="58289" y="81298"/>
                  <a:pt x="66802" y="87041"/>
                  <a:pt x="66802" y="98338"/>
                </a:cubicBezTo>
                <a:cubicBezTo>
                  <a:pt x="66802" y="112411"/>
                  <a:pt x="52555" y="122042"/>
                  <a:pt x="37751" y="122042"/>
                </a:cubicBezTo>
                <a:cubicBezTo>
                  <a:pt x="22021" y="122042"/>
                  <a:pt x="8513" y="110559"/>
                  <a:pt x="8513" y="95187"/>
                </a:cubicBezTo>
                <a:cubicBezTo>
                  <a:pt x="8513" y="80742"/>
                  <a:pt x="19062" y="69075"/>
                  <a:pt x="31090" y="63521"/>
                </a:cubicBezTo>
                <a:close/>
                <a:moveTo>
                  <a:pt x="165801" y="63891"/>
                </a:moveTo>
                <a:cubicBezTo>
                  <a:pt x="165801" y="48520"/>
                  <a:pt x="164875" y="33518"/>
                  <a:pt x="158214" y="19443"/>
                </a:cubicBezTo>
                <a:cubicBezTo>
                  <a:pt x="150628" y="4074"/>
                  <a:pt x="137303" y="0"/>
                  <a:pt x="128237" y="0"/>
                </a:cubicBezTo>
                <a:cubicBezTo>
                  <a:pt x="117505" y="0"/>
                  <a:pt x="104367" y="5370"/>
                  <a:pt x="97520" y="20742"/>
                </a:cubicBezTo>
                <a:cubicBezTo>
                  <a:pt x="92338" y="32409"/>
                  <a:pt x="90486" y="43889"/>
                  <a:pt x="90486" y="63891"/>
                </a:cubicBezTo>
                <a:cubicBezTo>
                  <a:pt x="90486" y="81854"/>
                  <a:pt x="91782" y="95374"/>
                  <a:pt x="98446" y="108523"/>
                </a:cubicBezTo>
                <a:cubicBezTo>
                  <a:pt x="105660" y="122595"/>
                  <a:pt x="118428" y="127037"/>
                  <a:pt x="128051" y="127037"/>
                </a:cubicBezTo>
                <a:cubicBezTo>
                  <a:pt x="144150" y="127037"/>
                  <a:pt x="153403" y="117411"/>
                  <a:pt x="158768" y="106671"/>
                </a:cubicBezTo>
                <a:cubicBezTo>
                  <a:pt x="165431" y="92782"/>
                  <a:pt x="165801" y="74632"/>
                  <a:pt x="165801" y="63891"/>
                </a:cubicBezTo>
                <a:moveTo>
                  <a:pt x="128051" y="123338"/>
                </a:moveTo>
                <a:cubicBezTo>
                  <a:pt x="122130" y="123338"/>
                  <a:pt x="110101" y="120003"/>
                  <a:pt x="106586" y="99818"/>
                </a:cubicBezTo>
                <a:cubicBezTo>
                  <a:pt x="104550" y="88707"/>
                  <a:pt x="104550" y="74632"/>
                  <a:pt x="104550" y="61669"/>
                </a:cubicBezTo>
                <a:cubicBezTo>
                  <a:pt x="104550" y="46481"/>
                  <a:pt x="104550" y="32778"/>
                  <a:pt x="107512" y="21851"/>
                </a:cubicBezTo>
                <a:cubicBezTo>
                  <a:pt x="110658" y="9445"/>
                  <a:pt x="120094" y="3702"/>
                  <a:pt x="128051" y="3702"/>
                </a:cubicBezTo>
                <a:cubicBezTo>
                  <a:pt x="135084" y="3702"/>
                  <a:pt x="145816" y="7962"/>
                  <a:pt x="149332" y="23890"/>
                </a:cubicBezTo>
                <a:cubicBezTo>
                  <a:pt x="151737" y="34444"/>
                  <a:pt x="151737" y="49076"/>
                  <a:pt x="151737" y="61669"/>
                </a:cubicBezTo>
                <a:cubicBezTo>
                  <a:pt x="151737" y="74076"/>
                  <a:pt x="151737" y="88151"/>
                  <a:pt x="149701" y="99448"/>
                </a:cubicBezTo>
                <a:cubicBezTo>
                  <a:pt x="146186" y="119820"/>
                  <a:pt x="134528" y="123338"/>
                  <a:pt x="128051" y="123338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7180C8-17BA-424F-9B0A-00236248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2350" y="1998230"/>
            <a:ext cx="10" cy="85725"/>
          </a:xfrm>
          <a:custGeom xmlns:a="http://schemas.openxmlformats.org/drawingml/2006/main">
            <a:pathLst>
              <a:path w="1" h="85725">
                <a:moveTo>
                  <a:pt x="0" y="0"/>
                </a:moveTo>
                <a:lnTo>
                  <a:pt x="0" y="85725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E9D68F-78C8-4B6F-B9A6-3A440C40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2350" y="1998230"/>
            <a:ext cx="10" cy="85725"/>
          </a:xfrm>
          <a:custGeom xmlns:a="http://schemas.openxmlformats.org/drawingml/2006/main">
            <a:pathLst>
              <a:path w="1" h="85725" fill="none">
                <a:moveTo>
                  <a:pt x="0" y="0"/>
                </a:moveTo>
                <a:lnTo>
                  <a:pt x="0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17859" cap="flat">
            <a:solidFill>
              <a:srgbClr val="262626"/>
            </a:solidFill>
            <a:round/>
          </a:ln>
        </p:spPr>
      </p:sp>
      <p:sp>
        <p:nvSpPr>
          <p:cNvPr id="41" name="Text 90">
            <a:extLst xmlns:a="http://schemas.openxmlformats.org/drawingml/2006/main">
              <a:ext uri="{FF2B5EF4-FFF2-40B4-BE49-F238E27FC236}">
                <a16:creationId xmlns:a16="http://schemas.microsoft.com/office/drawing/2014/main" id="{18FEC7DB-EEC0-425D-9484-9412E185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9341" y="2139402"/>
            <a:ext cx="165802" cy="127037"/>
          </a:xfrm>
          <a:custGeom xmlns:a="http://schemas.openxmlformats.org/drawingml/2006/main">
            <a:pathLst>
              <a:path w="165802" h="127037">
                <a:moveTo>
                  <a:pt x="60141" y="69253"/>
                </a:moveTo>
                <a:cubicBezTo>
                  <a:pt x="60141" y="112896"/>
                  <a:pt x="40710" y="122042"/>
                  <a:pt x="29608" y="122042"/>
                </a:cubicBezTo>
                <a:cubicBezTo>
                  <a:pt x="25166" y="122042"/>
                  <a:pt x="15360" y="121480"/>
                  <a:pt x="10735" y="114929"/>
                </a:cubicBezTo>
                <a:lnTo>
                  <a:pt x="11845" y="114929"/>
                </a:lnTo>
                <a:cubicBezTo>
                  <a:pt x="13141" y="115305"/>
                  <a:pt x="19801" y="114190"/>
                  <a:pt x="19801" y="107345"/>
                </a:cubicBezTo>
                <a:cubicBezTo>
                  <a:pt x="19801" y="103274"/>
                  <a:pt x="17026" y="99759"/>
                  <a:pt x="12215" y="99759"/>
                </a:cubicBezTo>
                <a:cubicBezTo>
                  <a:pt x="7403" y="99759"/>
                  <a:pt x="4441" y="102904"/>
                  <a:pt x="4441" y="107715"/>
                </a:cubicBezTo>
                <a:cubicBezTo>
                  <a:pt x="4441" y="119235"/>
                  <a:pt x="13694" y="127037"/>
                  <a:pt x="29794" y="127037"/>
                </a:cubicBezTo>
                <a:cubicBezTo>
                  <a:pt x="52924" y="127037"/>
                  <a:pt x="75315" y="102348"/>
                  <a:pt x="75315" y="62217"/>
                </a:cubicBezTo>
                <a:cubicBezTo>
                  <a:pt x="75315" y="12404"/>
                  <a:pt x="54590" y="0"/>
                  <a:pt x="38304" y="0"/>
                </a:cubicBezTo>
                <a:cubicBezTo>
                  <a:pt x="17949" y="0"/>
                  <a:pt x="0" y="17034"/>
                  <a:pt x="0" y="41478"/>
                </a:cubicBezTo>
                <a:cubicBezTo>
                  <a:pt x="0" y="65921"/>
                  <a:pt x="17209" y="82583"/>
                  <a:pt x="35715" y="82583"/>
                </a:cubicBezTo>
                <a:cubicBezTo>
                  <a:pt x="49409" y="82583"/>
                  <a:pt x="56440" y="72588"/>
                  <a:pt x="60141" y="63143"/>
                </a:cubicBezTo>
                <a:lnTo>
                  <a:pt x="60141" y="69253"/>
                </a:lnTo>
                <a:moveTo>
                  <a:pt x="36455" y="78884"/>
                </a:moveTo>
                <a:cubicBezTo>
                  <a:pt x="24796" y="78884"/>
                  <a:pt x="19801" y="69439"/>
                  <a:pt x="18136" y="65921"/>
                </a:cubicBezTo>
                <a:cubicBezTo>
                  <a:pt x="15174" y="58885"/>
                  <a:pt x="15174" y="49996"/>
                  <a:pt x="15174" y="41664"/>
                </a:cubicBezTo>
                <a:cubicBezTo>
                  <a:pt x="15174" y="31293"/>
                  <a:pt x="15174" y="22405"/>
                  <a:pt x="19985" y="14812"/>
                </a:cubicBezTo>
                <a:cubicBezTo>
                  <a:pt x="23317" y="9812"/>
                  <a:pt x="28314" y="4441"/>
                  <a:pt x="38304" y="4441"/>
                </a:cubicBezTo>
                <a:cubicBezTo>
                  <a:pt x="48853" y="4441"/>
                  <a:pt x="54220" y="13703"/>
                  <a:pt x="56070" y="17961"/>
                </a:cubicBezTo>
                <a:cubicBezTo>
                  <a:pt x="59772" y="27035"/>
                  <a:pt x="59772" y="42774"/>
                  <a:pt x="59772" y="45552"/>
                </a:cubicBezTo>
                <a:cubicBezTo>
                  <a:pt x="59772" y="61107"/>
                  <a:pt x="52738" y="78884"/>
                  <a:pt x="36455" y="78884"/>
                </a:cubicBezTo>
                <a:close/>
                <a:moveTo>
                  <a:pt x="165802" y="63891"/>
                </a:moveTo>
                <a:cubicBezTo>
                  <a:pt x="165802" y="48520"/>
                  <a:pt x="164875" y="33518"/>
                  <a:pt x="158215" y="19443"/>
                </a:cubicBezTo>
                <a:cubicBezTo>
                  <a:pt x="150628" y="4074"/>
                  <a:pt x="137304" y="0"/>
                  <a:pt x="128237" y="0"/>
                </a:cubicBezTo>
                <a:cubicBezTo>
                  <a:pt x="117505" y="0"/>
                  <a:pt x="104367" y="5370"/>
                  <a:pt x="97520" y="20742"/>
                </a:cubicBezTo>
                <a:cubicBezTo>
                  <a:pt x="92339" y="32409"/>
                  <a:pt x="90486" y="43889"/>
                  <a:pt x="90486" y="63891"/>
                </a:cubicBezTo>
                <a:cubicBezTo>
                  <a:pt x="90486" y="81854"/>
                  <a:pt x="91782" y="95374"/>
                  <a:pt x="98446" y="108523"/>
                </a:cubicBezTo>
                <a:cubicBezTo>
                  <a:pt x="105660" y="122595"/>
                  <a:pt x="118428" y="127037"/>
                  <a:pt x="128051" y="127037"/>
                </a:cubicBezTo>
                <a:cubicBezTo>
                  <a:pt x="144151" y="127037"/>
                  <a:pt x="153403" y="117411"/>
                  <a:pt x="158768" y="106671"/>
                </a:cubicBezTo>
                <a:cubicBezTo>
                  <a:pt x="165432" y="92782"/>
                  <a:pt x="165802" y="74632"/>
                  <a:pt x="165802" y="63891"/>
                </a:cubicBezTo>
                <a:moveTo>
                  <a:pt x="128051" y="123338"/>
                </a:moveTo>
                <a:cubicBezTo>
                  <a:pt x="122130" y="123338"/>
                  <a:pt x="110102" y="120003"/>
                  <a:pt x="106586" y="99818"/>
                </a:cubicBezTo>
                <a:cubicBezTo>
                  <a:pt x="104551" y="88707"/>
                  <a:pt x="104551" y="74632"/>
                  <a:pt x="104551" y="61669"/>
                </a:cubicBezTo>
                <a:cubicBezTo>
                  <a:pt x="104551" y="46481"/>
                  <a:pt x="104551" y="32778"/>
                  <a:pt x="107512" y="21851"/>
                </a:cubicBezTo>
                <a:cubicBezTo>
                  <a:pt x="110658" y="9445"/>
                  <a:pt x="120094" y="3702"/>
                  <a:pt x="128051" y="3702"/>
                </a:cubicBezTo>
                <a:cubicBezTo>
                  <a:pt x="135084" y="3702"/>
                  <a:pt x="145817" y="7962"/>
                  <a:pt x="149332" y="23890"/>
                </a:cubicBezTo>
                <a:cubicBezTo>
                  <a:pt x="151738" y="34444"/>
                  <a:pt x="151738" y="49076"/>
                  <a:pt x="151738" y="61669"/>
                </a:cubicBezTo>
                <a:cubicBezTo>
                  <a:pt x="151738" y="74076"/>
                  <a:pt x="151738" y="88151"/>
                  <a:pt x="149702" y="99448"/>
                </a:cubicBezTo>
                <a:cubicBezTo>
                  <a:pt x="146186" y="119820"/>
                  <a:pt x="134528" y="123338"/>
                  <a:pt x="128051" y="123338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D4657C-A134-4D33-94F3-8F383857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8770" y="1998230"/>
            <a:ext cx="10" cy="85725"/>
          </a:xfrm>
          <a:custGeom xmlns:a="http://schemas.openxmlformats.org/drawingml/2006/main">
            <a:pathLst>
              <a:path w="1" h="85725">
                <a:moveTo>
                  <a:pt x="0" y="0"/>
                </a:moveTo>
                <a:lnTo>
                  <a:pt x="0" y="85725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171574-B729-437A-B58A-3E7735F4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8770" y="1998230"/>
            <a:ext cx="10" cy="85725"/>
          </a:xfrm>
          <a:custGeom xmlns:a="http://schemas.openxmlformats.org/drawingml/2006/main">
            <a:pathLst>
              <a:path w="1" h="85725" fill="none">
                <a:moveTo>
                  <a:pt x="0" y="0"/>
                </a:moveTo>
                <a:lnTo>
                  <a:pt x="0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17859" cap="flat">
            <a:solidFill>
              <a:srgbClr val="262626"/>
            </a:solidFill>
            <a:round/>
          </a:ln>
        </p:spPr>
      </p:sp>
      <p:sp>
        <p:nvSpPr>
          <p:cNvPr id="44" name="Text 100">
            <a:extLst xmlns:a="http://schemas.openxmlformats.org/drawingml/2006/main">
              <a:ext uri="{FF2B5EF4-FFF2-40B4-BE49-F238E27FC236}">
                <a16:creationId xmlns:a16="http://schemas.microsoft.com/office/drawing/2014/main" id="{42934BC6-E187-42F5-8E68-96C2D5F0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718" y="2139402"/>
            <a:ext cx="247034" cy="127037"/>
          </a:xfrm>
          <a:custGeom xmlns:a="http://schemas.openxmlformats.org/drawingml/2006/main">
            <a:pathLst>
              <a:path w="247034" h="127037">
                <a:moveTo>
                  <a:pt x="36455" y="4439"/>
                </a:moveTo>
                <a:cubicBezTo>
                  <a:pt x="36455" y="186"/>
                  <a:pt x="36455" y="0"/>
                  <a:pt x="32753" y="0"/>
                </a:cubicBezTo>
                <a:cubicBezTo>
                  <a:pt x="28312" y="4992"/>
                  <a:pt x="19062" y="11802"/>
                  <a:pt x="0" y="11802"/>
                </a:cubicBezTo>
                <a:lnTo>
                  <a:pt x="0" y="17167"/>
                </a:lnTo>
                <a:cubicBezTo>
                  <a:pt x="4258" y="17167"/>
                  <a:pt x="13508" y="17167"/>
                  <a:pt x="23687" y="12359"/>
                </a:cubicBezTo>
                <a:lnTo>
                  <a:pt x="23687" y="108811"/>
                </a:lnTo>
                <a:cubicBezTo>
                  <a:pt x="23687" y="115474"/>
                  <a:pt x="23130" y="117696"/>
                  <a:pt x="6847" y="117696"/>
                </a:cubicBezTo>
                <a:lnTo>
                  <a:pt x="1112" y="117696"/>
                </a:lnTo>
                <a:lnTo>
                  <a:pt x="1112" y="123061"/>
                </a:lnTo>
                <a:cubicBezTo>
                  <a:pt x="6107" y="122691"/>
                  <a:pt x="24057" y="122691"/>
                  <a:pt x="30164" y="122691"/>
                </a:cubicBezTo>
                <a:cubicBezTo>
                  <a:pt x="36268" y="122691"/>
                  <a:pt x="54034" y="122691"/>
                  <a:pt x="59029" y="123061"/>
                </a:cubicBezTo>
                <a:lnTo>
                  <a:pt x="59029" y="117696"/>
                </a:lnTo>
                <a:lnTo>
                  <a:pt x="53294" y="117696"/>
                </a:lnTo>
                <a:cubicBezTo>
                  <a:pt x="37011" y="117696"/>
                  <a:pt x="36455" y="115474"/>
                  <a:pt x="36455" y="108811"/>
                </a:cubicBezTo>
                <a:lnTo>
                  <a:pt x="36455" y="4439"/>
                </a:lnTo>
                <a:close/>
                <a:moveTo>
                  <a:pt x="156549" y="63891"/>
                </a:moveTo>
                <a:cubicBezTo>
                  <a:pt x="156549" y="48520"/>
                  <a:pt x="155623" y="33518"/>
                  <a:pt x="148962" y="19443"/>
                </a:cubicBezTo>
                <a:cubicBezTo>
                  <a:pt x="141375" y="4074"/>
                  <a:pt x="128051" y="0"/>
                  <a:pt x="118984" y="0"/>
                </a:cubicBezTo>
                <a:cubicBezTo>
                  <a:pt x="108252" y="0"/>
                  <a:pt x="95114" y="5370"/>
                  <a:pt x="88267" y="20742"/>
                </a:cubicBezTo>
                <a:cubicBezTo>
                  <a:pt x="83086" y="32409"/>
                  <a:pt x="81234" y="43889"/>
                  <a:pt x="81234" y="63891"/>
                </a:cubicBezTo>
                <a:cubicBezTo>
                  <a:pt x="81234" y="81854"/>
                  <a:pt x="82530" y="95374"/>
                  <a:pt x="89193" y="108523"/>
                </a:cubicBezTo>
                <a:cubicBezTo>
                  <a:pt x="96407" y="122595"/>
                  <a:pt x="109175" y="127037"/>
                  <a:pt x="118798" y="127037"/>
                </a:cubicBezTo>
                <a:cubicBezTo>
                  <a:pt x="134898" y="127037"/>
                  <a:pt x="144151" y="117411"/>
                  <a:pt x="149515" y="106671"/>
                </a:cubicBezTo>
                <a:cubicBezTo>
                  <a:pt x="156179" y="92782"/>
                  <a:pt x="156549" y="74632"/>
                  <a:pt x="156549" y="63891"/>
                </a:cubicBezTo>
                <a:moveTo>
                  <a:pt x="118798" y="123338"/>
                </a:moveTo>
                <a:cubicBezTo>
                  <a:pt x="112877" y="123338"/>
                  <a:pt x="100849" y="120003"/>
                  <a:pt x="97334" y="99818"/>
                </a:cubicBezTo>
                <a:cubicBezTo>
                  <a:pt x="95298" y="88707"/>
                  <a:pt x="95298" y="74632"/>
                  <a:pt x="95298" y="61669"/>
                </a:cubicBezTo>
                <a:cubicBezTo>
                  <a:pt x="95298" y="46481"/>
                  <a:pt x="95298" y="32778"/>
                  <a:pt x="98260" y="21851"/>
                </a:cubicBezTo>
                <a:cubicBezTo>
                  <a:pt x="101405" y="9445"/>
                  <a:pt x="110841" y="3702"/>
                  <a:pt x="118798" y="3702"/>
                </a:cubicBezTo>
                <a:cubicBezTo>
                  <a:pt x="125832" y="3702"/>
                  <a:pt x="136564" y="7962"/>
                  <a:pt x="140079" y="23890"/>
                </a:cubicBezTo>
                <a:cubicBezTo>
                  <a:pt x="142485" y="34444"/>
                  <a:pt x="142485" y="49076"/>
                  <a:pt x="142485" y="61669"/>
                </a:cubicBezTo>
                <a:cubicBezTo>
                  <a:pt x="142485" y="74076"/>
                  <a:pt x="142485" y="88151"/>
                  <a:pt x="140449" y="99448"/>
                </a:cubicBezTo>
                <a:cubicBezTo>
                  <a:pt x="136934" y="119820"/>
                  <a:pt x="125275" y="123338"/>
                  <a:pt x="118798" y="123338"/>
                </a:cubicBezTo>
                <a:close/>
                <a:moveTo>
                  <a:pt x="247034" y="63891"/>
                </a:moveTo>
                <a:cubicBezTo>
                  <a:pt x="247034" y="48520"/>
                  <a:pt x="246108" y="33518"/>
                  <a:pt x="239448" y="19443"/>
                </a:cubicBezTo>
                <a:cubicBezTo>
                  <a:pt x="231861" y="4074"/>
                  <a:pt x="218536" y="0"/>
                  <a:pt x="209470" y="0"/>
                </a:cubicBezTo>
                <a:cubicBezTo>
                  <a:pt x="198738" y="0"/>
                  <a:pt x="185600" y="5370"/>
                  <a:pt x="178753" y="20742"/>
                </a:cubicBezTo>
                <a:cubicBezTo>
                  <a:pt x="173572" y="32409"/>
                  <a:pt x="171719" y="43889"/>
                  <a:pt x="171719" y="63891"/>
                </a:cubicBezTo>
                <a:cubicBezTo>
                  <a:pt x="171719" y="81854"/>
                  <a:pt x="173015" y="95374"/>
                  <a:pt x="179679" y="108523"/>
                </a:cubicBezTo>
                <a:cubicBezTo>
                  <a:pt x="186893" y="122595"/>
                  <a:pt x="199661" y="127037"/>
                  <a:pt x="209284" y="127037"/>
                </a:cubicBezTo>
                <a:cubicBezTo>
                  <a:pt x="225384" y="127037"/>
                  <a:pt x="234636" y="117411"/>
                  <a:pt x="240001" y="106671"/>
                </a:cubicBezTo>
                <a:cubicBezTo>
                  <a:pt x="246665" y="92782"/>
                  <a:pt x="247034" y="74632"/>
                  <a:pt x="247034" y="63891"/>
                </a:cubicBezTo>
                <a:moveTo>
                  <a:pt x="209284" y="123338"/>
                </a:moveTo>
                <a:cubicBezTo>
                  <a:pt x="203363" y="123338"/>
                  <a:pt x="191334" y="120003"/>
                  <a:pt x="187819" y="99818"/>
                </a:cubicBezTo>
                <a:cubicBezTo>
                  <a:pt x="185783" y="88707"/>
                  <a:pt x="185783" y="74632"/>
                  <a:pt x="185783" y="61669"/>
                </a:cubicBezTo>
                <a:cubicBezTo>
                  <a:pt x="185783" y="46481"/>
                  <a:pt x="185783" y="32778"/>
                  <a:pt x="188745" y="21851"/>
                </a:cubicBezTo>
                <a:cubicBezTo>
                  <a:pt x="191891" y="9445"/>
                  <a:pt x="201327" y="3702"/>
                  <a:pt x="209284" y="3702"/>
                </a:cubicBezTo>
                <a:cubicBezTo>
                  <a:pt x="216317" y="3702"/>
                  <a:pt x="227049" y="7962"/>
                  <a:pt x="230565" y="23890"/>
                </a:cubicBezTo>
                <a:cubicBezTo>
                  <a:pt x="232970" y="34444"/>
                  <a:pt x="232970" y="49076"/>
                  <a:pt x="232970" y="61669"/>
                </a:cubicBezTo>
                <a:cubicBezTo>
                  <a:pt x="232970" y="74076"/>
                  <a:pt x="232970" y="88151"/>
                  <a:pt x="230935" y="99448"/>
                </a:cubicBezTo>
                <a:cubicBezTo>
                  <a:pt x="227419" y="119820"/>
                  <a:pt x="215761" y="123338"/>
                  <a:pt x="209284" y="123338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49DA65-D88B-44FC-A313-A37822BC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192" y="1998230"/>
            <a:ext cx="10" cy="85725"/>
          </a:xfrm>
          <a:custGeom xmlns:a="http://schemas.openxmlformats.org/drawingml/2006/main">
            <a:pathLst>
              <a:path w="1" h="85725">
                <a:moveTo>
                  <a:pt x="0" y="0"/>
                </a:moveTo>
                <a:lnTo>
                  <a:pt x="0" y="85725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A0F089-E659-43FB-8D1A-1947A477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192" y="1998230"/>
            <a:ext cx="10" cy="85725"/>
          </a:xfrm>
          <a:custGeom xmlns:a="http://schemas.openxmlformats.org/drawingml/2006/main">
            <a:pathLst>
              <a:path w="1" h="85725" fill="none">
                <a:moveTo>
                  <a:pt x="0" y="0"/>
                </a:moveTo>
                <a:lnTo>
                  <a:pt x="0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17859" cap="flat">
            <a:solidFill>
              <a:srgbClr val="262626"/>
            </a:solidFill>
            <a:round/>
          </a:ln>
        </p:spPr>
      </p:sp>
      <p:sp>
        <p:nvSpPr>
          <p:cNvPr id="47" name="Text 110">
            <a:extLst xmlns:a="http://schemas.openxmlformats.org/drawingml/2006/main">
              <a:ext uri="{FF2B5EF4-FFF2-40B4-BE49-F238E27FC236}">
                <a16:creationId xmlns:a16="http://schemas.microsoft.com/office/drawing/2014/main" id="{EE792BCE-19B6-4A36-ADCE-7625E0DE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6139" y="2139402"/>
            <a:ext cx="247035" cy="127037"/>
          </a:xfrm>
          <a:custGeom xmlns:a="http://schemas.openxmlformats.org/drawingml/2006/main">
            <a:pathLst>
              <a:path w="247035" h="127037">
                <a:moveTo>
                  <a:pt x="36455" y="4439"/>
                </a:moveTo>
                <a:cubicBezTo>
                  <a:pt x="36455" y="186"/>
                  <a:pt x="36455" y="0"/>
                  <a:pt x="32753" y="0"/>
                </a:cubicBezTo>
                <a:cubicBezTo>
                  <a:pt x="28312" y="4992"/>
                  <a:pt x="19062" y="11802"/>
                  <a:pt x="0" y="11802"/>
                </a:cubicBezTo>
                <a:lnTo>
                  <a:pt x="0" y="17167"/>
                </a:lnTo>
                <a:cubicBezTo>
                  <a:pt x="4258" y="17167"/>
                  <a:pt x="13508" y="17167"/>
                  <a:pt x="23687" y="12359"/>
                </a:cubicBezTo>
                <a:lnTo>
                  <a:pt x="23687" y="108811"/>
                </a:lnTo>
                <a:cubicBezTo>
                  <a:pt x="23687" y="115474"/>
                  <a:pt x="23130" y="117696"/>
                  <a:pt x="6847" y="117696"/>
                </a:cubicBezTo>
                <a:lnTo>
                  <a:pt x="1112" y="117696"/>
                </a:lnTo>
                <a:lnTo>
                  <a:pt x="1112" y="123061"/>
                </a:lnTo>
                <a:cubicBezTo>
                  <a:pt x="6107" y="122691"/>
                  <a:pt x="24057" y="122691"/>
                  <a:pt x="30164" y="122691"/>
                </a:cubicBezTo>
                <a:cubicBezTo>
                  <a:pt x="36268" y="122691"/>
                  <a:pt x="54034" y="122691"/>
                  <a:pt x="59029" y="123061"/>
                </a:cubicBezTo>
                <a:lnTo>
                  <a:pt x="59029" y="117696"/>
                </a:lnTo>
                <a:lnTo>
                  <a:pt x="53294" y="117696"/>
                </a:lnTo>
                <a:cubicBezTo>
                  <a:pt x="37011" y="117696"/>
                  <a:pt x="36455" y="115474"/>
                  <a:pt x="36455" y="108811"/>
                </a:cubicBezTo>
                <a:lnTo>
                  <a:pt x="36455" y="4439"/>
                </a:lnTo>
                <a:close/>
                <a:moveTo>
                  <a:pt x="126941" y="4439"/>
                </a:moveTo>
                <a:cubicBezTo>
                  <a:pt x="126941" y="186"/>
                  <a:pt x="126941" y="0"/>
                  <a:pt x="123239" y="0"/>
                </a:cubicBezTo>
                <a:cubicBezTo>
                  <a:pt x="118798" y="4992"/>
                  <a:pt x="109548" y="11802"/>
                  <a:pt x="90486" y="11802"/>
                </a:cubicBezTo>
                <a:lnTo>
                  <a:pt x="90486" y="17167"/>
                </a:lnTo>
                <a:cubicBezTo>
                  <a:pt x="94744" y="17167"/>
                  <a:pt x="103994" y="17167"/>
                  <a:pt x="114173" y="12359"/>
                </a:cubicBezTo>
                <a:lnTo>
                  <a:pt x="114173" y="108811"/>
                </a:lnTo>
                <a:cubicBezTo>
                  <a:pt x="114173" y="115474"/>
                  <a:pt x="113617" y="117696"/>
                  <a:pt x="97333" y="117696"/>
                </a:cubicBezTo>
                <a:lnTo>
                  <a:pt x="91599" y="117696"/>
                </a:lnTo>
                <a:lnTo>
                  <a:pt x="91599" y="123061"/>
                </a:lnTo>
                <a:cubicBezTo>
                  <a:pt x="96593" y="122691"/>
                  <a:pt x="114543" y="122691"/>
                  <a:pt x="120650" y="122691"/>
                </a:cubicBezTo>
                <a:cubicBezTo>
                  <a:pt x="126755" y="122691"/>
                  <a:pt x="144520" y="122691"/>
                  <a:pt x="149515" y="123061"/>
                </a:cubicBezTo>
                <a:lnTo>
                  <a:pt x="149515" y="117696"/>
                </a:lnTo>
                <a:lnTo>
                  <a:pt x="143781" y="117696"/>
                </a:lnTo>
                <a:cubicBezTo>
                  <a:pt x="127497" y="117696"/>
                  <a:pt x="126941" y="115474"/>
                  <a:pt x="126941" y="108811"/>
                </a:cubicBezTo>
                <a:lnTo>
                  <a:pt x="126941" y="4439"/>
                </a:lnTo>
                <a:close/>
                <a:moveTo>
                  <a:pt x="247035" y="63891"/>
                </a:moveTo>
                <a:cubicBezTo>
                  <a:pt x="247035" y="48520"/>
                  <a:pt x="246109" y="33518"/>
                  <a:pt x="239448" y="19443"/>
                </a:cubicBezTo>
                <a:cubicBezTo>
                  <a:pt x="231861" y="4074"/>
                  <a:pt x="218537" y="0"/>
                  <a:pt x="209471" y="0"/>
                </a:cubicBezTo>
                <a:cubicBezTo>
                  <a:pt x="198738" y="0"/>
                  <a:pt x="185600" y="5370"/>
                  <a:pt x="178753" y="20742"/>
                </a:cubicBezTo>
                <a:cubicBezTo>
                  <a:pt x="173572" y="32409"/>
                  <a:pt x="171720" y="43889"/>
                  <a:pt x="171720" y="63891"/>
                </a:cubicBezTo>
                <a:cubicBezTo>
                  <a:pt x="171720" y="81854"/>
                  <a:pt x="173016" y="95374"/>
                  <a:pt x="179679" y="108523"/>
                </a:cubicBezTo>
                <a:cubicBezTo>
                  <a:pt x="186894" y="122595"/>
                  <a:pt x="199662" y="127037"/>
                  <a:pt x="209284" y="127037"/>
                </a:cubicBezTo>
                <a:cubicBezTo>
                  <a:pt x="225384" y="127037"/>
                  <a:pt x="234637" y="117411"/>
                  <a:pt x="240002" y="106671"/>
                </a:cubicBezTo>
                <a:cubicBezTo>
                  <a:pt x="246665" y="92782"/>
                  <a:pt x="247035" y="74632"/>
                  <a:pt x="247035" y="63891"/>
                </a:cubicBezTo>
                <a:moveTo>
                  <a:pt x="209284" y="123338"/>
                </a:moveTo>
                <a:cubicBezTo>
                  <a:pt x="203363" y="123338"/>
                  <a:pt x="191335" y="120003"/>
                  <a:pt x="187820" y="99818"/>
                </a:cubicBezTo>
                <a:cubicBezTo>
                  <a:pt x="185784" y="88707"/>
                  <a:pt x="185784" y="74632"/>
                  <a:pt x="185784" y="61669"/>
                </a:cubicBezTo>
                <a:cubicBezTo>
                  <a:pt x="185784" y="46481"/>
                  <a:pt x="185784" y="32778"/>
                  <a:pt x="188746" y="21851"/>
                </a:cubicBezTo>
                <a:cubicBezTo>
                  <a:pt x="191891" y="9445"/>
                  <a:pt x="201328" y="3702"/>
                  <a:pt x="209284" y="3702"/>
                </a:cubicBezTo>
                <a:cubicBezTo>
                  <a:pt x="216318" y="3702"/>
                  <a:pt x="227050" y="7962"/>
                  <a:pt x="230565" y="23890"/>
                </a:cubicBezTo>
                <a:cubicBezTo>
                  <a:pt x="232971" y="34444"/>
                  <a:pt x="232971" y="49076"/>
                  <a:pt x="232971" y="61669"/>
                </a:cubicBezTo>
                <a:cubicBezTo>
                  <a:pt x="232971" y="74076"/>
                  <a:pt x="232971" y="88151"/>
                  <a:pt x="230935" y="99448"/>
                </a:cubicBezTo>
                <a:cubicBezTo>
                  <a:pt x="227420" y="119820"/>
                  <a:pt x="215761" y="123338"/>
                  <a:pt x="209284" y="123338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Testcases">
            <a:extLst xmlns:a="http://schemas.openxmlformats.org/drawingml/2006/main">
              <a:ext uri="{FF2B5EF4-FFF2-40B4-BE49-F238E27FC236}">
                <a16:creationId xmlns:a16="http://schemas.microsoft.com/office/drawing/2014/main" id="{063AAE75-EE11-4295-B052-B8184A8F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8368" y="2359427"/>
            <a:ext cx="959902" cy="156548"/>
          </a:xfrm>
          <a:custGeom xmlns:a="http://schemas.openxmlformats.org/drawingml/2006/main">
            <a:pathLst>
              <a:path w="959902" h="156548">
                <a:moveTo>
                  <a:pt x="140750" y="0"/>
                </a:moveTo>
                <a:lnTo>
                  <a:pt x="4101" y="0"/>
                </a:lnTo>
                <a:lnTo>
                  <a:pt x="0" y="50761"/>
                </a:lnTo>
                <a:lnTo>
                  <a:pt x="5011" y="50761"/>
                </a:lnTo>
                <a:cubicBezTo>
                  <a:pt x="8201" y="14801"/>
                  <a:pt x="10248" y="6606"/>
                  <a:pt x="46233" y="6606"/>
                </a:cubicBezTo>
                <a:cubicBezTo>
                  <a:pt x="50334" y="6606"/>
                  <a:pt x="56711" y="6606"/>
                  <a:pt x="58532" y="7061"/>
                </a:cubicBezTo>
                <a:cubicBezTo>
                  <a:pt x="63087" y="7743"/>
                  <a:pt x="63313" y="10474"/>
                  <a:pt x="63313" y="15711"/>
                </a:cubicBezTo>
                <a:lnTo>
                  <a:pt x="63313" y="136795"/>
                </a:lnTo>
                <a:cubicBezTo>
                  <a:pt x="63313" y="144534"/>
                  <a:pt x="63313" y="147721"/>
                  <a:pt x="40996" y="147721"/>
                </a:cubicBezTo>
                <a:lnTo>
                  <a:pt x="32795" y="147721"/>
                </a:lnTo>
                <a:lnTo>
                  <a:pt x="32795" y="154323"/>
                </a:lnTo>
                <a:cubicBezTo>
                  <a:pt x="40086" y="153868"/>
                  <a:pt x="63543" y="153868"/>
                  <a:pt x="72425" y="153868"/>
                </a:cubicBezTo>
                <a:cubicBezTo>
                  <a:pt x="81308" y="153868"/>
                  <a:pt x="104991" y="153868"/>
                  <a:pt x="112281" y="154323"/>
                </a:cubicBezTo>
                <a:lnTo>
                  <a:pt x="112281" y="147721"/>
                </a:lnTo>
                <a:lnTo>
                  <a:pt x="104080" y="147721"/>
                </a:lnTo>
                <a:cubicBezTo>
                  <a:pt x="81763" y="147721"/>
                  <a:pt x="81763" y="144534"/>
                  <a:pt x="81763" y="136795"/>
                </a:cubicBezTo>
                <a:lnTo>
                  <a:pt x="81763" y="15711"/>
                </a:lnTo>
                <a:cubicBezTo>
                  <a:pt x="81763" y="10019"/>
                  <a:pt x="82218" y="7972"/>
                  <a:pt x="85860" y="7061"/>
                </a:cubicBezTo>
                <a:cubicBezTo>
                  <a:pt x="87684" y="6606"/>
                  <a:pt x="94287" y="6606"/>
                  <a:pt x="98614" y="6606"/>
                </a:cubicBezTo>
                <a:cubicBezTo>
                  <a:pt x="134599" y="6606"/>
                  <a:pt x="136649" y="14801"/>
                  <a:pt x="139836" y="50761"/>
                </a:cubicBezTo>
                <a:lnTo>
                  <a:pt x="144847" y="50761"/>
                </a:lnTo>
                <a:lnTo>
                  <a:pt x="140750" y="0"/>
                </a:lnTo>
                <a:close/>
                <a:moveTo>
                  <a:pt x="221690" y="101390"/>
                </a:moveTo>
                <a:cubicBezTo>
                  <a:pt x="226702" y="101390"/>
                  <a:pt x="227157" y="101390"/>
                  <a:pt x="227157" y="97064"/>
                </a:cubicBezTo>
                <a:cubicBezTo>
                  <a:pt x="227157" y="74079"/>
                  <a:pt x="214858" y="52683"/>
                  <a:pt x="187301" y="52683"/>
                </a:cubicBezTo>
                <a:cubicBezTo>
                  <a:pt x="161338" y="52683"/>
                  <a:pt x="141297" y="76130"/>
                  <a:pt x="141297" y="104355"/>
                </a:cubicBezTo>
                <a:cubicBezTo>
                  <a:pt x="141297" y="134442"/>
                  <a:pt x="164525" y="156548"/>
                  <a:pt x="189806" y="156548"/>
                </a:cubicBezTo>
                <a:cubicBezTo>
                  <a:pt x="216909" y="156548"/>
                  <a:pt x="227157" y="131937"/>
                  <a:pt x="227157" y="127148"/>
                </a:cubicBezTo>
                <a:cubicBezTo>
                  <a:pt x="227157" y="125782"/>
                  <a:pt x="226017" y="124868"/>
                  <a:pt x="224651" y="124868"/>
                </a:cubicBezTo>
                <a:cubicBezTo>
                  <a:pt x="222830" y="124868"/>
                  <a:pt x="222372" y="126008"/>
                  <a:pt x="221916" y="127148"/>
                </a:cubicBezTo>
                <a:cubicBezTo>
                  <a:pt x="215995" y="146296"/>
                  <a:pt x="200739" y="151540"/>
                  <a:pt x="191172" y="151540"/>
                </a:cubicBezTo>
                <a:cubicBezTo>
                  <a:pt x="181605" y="151540"/>
                  <a:pt x="158603" y="145156"/>
                  <a:pt x="158603" y="105724"/>
                </a:cubicBezTo>
                <a:lnTo>
                  <a:pt x="158603" y="101390"/>
                </a:lnTo>
                <a:lnTo>
                  <a:pt x="221690" y="101390"/>
                </a:lnTo>
                <a:moveTo>
                  <a:pt x="158832" y="97064"/>
                </a:moveTo>
                <a:cubicBezTo>
                  <a:pt x="160653" y="61336"/>
                  <a:pt x="180694" y="57239"/>
                  <a:pt x="187071" y="57239"/>
                </a:cubicBezTo>
                <a:cubicBezTo>
                  <a:pt x="211442" y="57239"/>
                  <a:pt x="212808" y="89328"/>
                  <a:pt x="213034" y="97064"/>
                </a:cubicBezTo>
                <a:lnTo>
                  <a:pt x="158832" y="97064"/>
                </a:lnTo>
                <a:close/>
                <a:moveTo>
                  <a:pt x="308232" y="57923"/>
                </a:moveTo>
                <a:cubicBezTo>
                  <a:pt x="308232" y="53823"/>
                  <a:pt x="308232" y="52683"/>
                  <a:pt x="305956" y="52683"/>
                </a:cubicBezTo>
                <a:cubicBezTo>
                  <a:pt x="304135" y="52683"/>
                  <a:pt x="299808" y="57694"/>
                  <a:pt x="298213" y="59744"/>
                </a:cubicBezTo>
                <a:cubicBezTo>
                  <a:pt x="291152" y="54052"/>
                  <a:pt x="284094" y="52683"/>
                  <a:pt x="276803" y="52683"/>
                </a:cubicBezTo>
                <a:cubicBezTo>
                  <a:pt x="249245" y="52683"/>
                  <a:pt x="241048" y="67716"/>
                  <a:pt x="241048" y="80244"/>
                </a:cubicBezTo>
                <a:cubicBezTo>
                  <a:pt x="241048" y="82750"/>
                  <a:pt x="241048" y="90722"/>
                  <a:pt x="249704" y="98694"/>
                </a:cubicBezTo>
                <a:cubicBezTo>
                  <a:pt x="256991" y="105074"/>
                  <a:pt x="264734" y="106666"/>
                  <a:pt x="275211" y="108716"/>
                </a:cubicBezTo>
                <a:cubicBezTo>
                  <a:pt x="287736" y="111221"/>
                  <a:pt x="290697" y="111906"/>
                  <a:pt x="296389" y="116462"/>
                </a:cubicBezTo>
                <a:cubicBezTo>
                  <a:pt x="300490" y="119878"/>
                  <a:pt x="303450" y="124889"/>
                  <a:pt x="303450" y="131266"/>
                </a:cubicBezTo>
                <a:cubicBezTo>
                  <a:pt x="303450" y="141062"/>
                  <a:pt x="297758" y="151995"/>
                  <a:pt x="277717" y="151995"/>
                </a:cubicBezTo>
                <a:cubicBezTo>
                  <a:pt x="262684" y="151995"/>
                  <a:pt x="251751" y="143339"/>
                  <a:pt x="246743" y="120563"/>
                </a:cubicBezTo>
                <a:cubicBezTo>
                  <a:pt x="245829" y="116462"/>
                  <a:pt x="245829" y="116233"/>
                  <a:pt x="245603" y="116007"/>
                </a:cubicBezTo>
                <a:cubicBezTo>
                  <a:pt x="245148" y="115093"/>
                  <a:pt x="244238" y="115093"/>
                  <a:pt x="243553" y="115093"/>
                </a:cubicBezTo>
                <a:cubicBezTo>
                  <a:pt x="241048" y="115093"/>
                  <a:pt x="241048" y="116233"/>
                  <a:pt x="241048" y="120333"/>
                </a:cubicBezTo>
                <a:lnTo>
                  <a:pt x="241048" y="151311"/>
                </a:lnTo>
                <a:cubicBezTo>
                  <a:pt x="241048" y="155411"/>
                  <a:pt x="241048" y="156548"/>
                  <a:pt x="243327" y="156548"/>
                </a:cubicBezTo>
                <a:cubicBezTo>
                  <a:pt x="244464" y="156548"/>
                  <a:pt x="244693" y="156322"/>
                  <a:pt x="248564" y="151540"/>
                </a:cubicBezTo>
                <a:cubicBezTo>
                  <a:pt x="249704" y="149945"/>
                  <a:pt x="249704" y="149490"/>
                  <a:pt x="253120" y="145844"/>
                </a:cubicBezTo>
                <a:cubicBezTo>
                  <a:pt x="261773" y="156548"/>
                  <a:pt x="274072" y="156548"/>
                  <a:pt x="277943" y="156548"/>
                </a:cubicBezTo>
                <a:cubicBezTo>
                  <a:pt x="301855" y="156548"/>
                  <a:pt x="313699" y="143339"/>
                  <a:pt x="313699" y="125344"/>
                </a:cubicBezTo>
                <a:cubicBezTo>
                  <a:pt x="313699" y="113046"/>
                  <a:pt x="306185" y="105755"/>
                  <a:pt x="304135" y="103705"/>
                </a:cubicBezTo>
                <a:cubicBezTo>
                  <a:pt x="295934" y="96643"/>
                  <a:pt x="289786" y="95278"/>
                  <a:pt x="274756" y="92546"/>
                </a:cubicBezTo>
                <a:cubicBezTo>
                  <a:pt x="267921" y="91177"/>
                  <a:pt x="251296" y="87990"/>
                  <a:pt x="251296" y="74323"/>
                </a:cubicBezTo>
                <a:cubicBezTo>
                  <a:pt x="251296" y="67261"/>
                  <a:pt x="256081" y="56784"/>
                  <a:pt x="276577" y="56784"/>
                </a:cubicBezTo>
                <a:cubicBezTo>
                  <a:pt x="301400" y="56784"/>
                  <a:pt x="302766" y="77968"/>
                  <a:pt x="303224" y="85029"/>
                </a:cubicBezTo>
                <a:cubicBezTo>
                  <a:pt x="303450" y="86850"/>
                  <a:pt x="305045" y="86850"/>
                  <a:pt x="305727" y="86850"/>
                </a:cubicBezTo>
                <a:cubicBezTo>
                  <a:pt x="308232" y="86850"/>
                  <a:pt x="308232" y="85711"/>
                  <a:pt x="308232" y="81610"/>
                </a:cubicBezTo>
                <a:lnTo>
                  <a:pt x="308232" y="57923"/>
                </a:lnTo>
                <a:close/>
                <a:moveTo>
                  <a:pt x="359705" y="62848"/>
                </a:moveTo>
                <a:lnTo>
                  <a:pt x="391815" y="62848"/>
                </a:lnTo>
                <a:lnTo>
                  <a:pt x="391815" y="56241"/>
                </a:lnTo>
                <a:lnTo>
                  <a:pt x="359705" y="56241"/>
                </a:lnTo>
                <a:lnTo>
                  <a:pt x="359705" y="14324"/>
                </a:lnTo>
                <a:lnTo>
                  <a:pt x="354694" y="14324"/>
                </a:lnTo>
                <a:cubicBezTo>
                  <a:pt x="354465" y="35738"/>
                  <a:pt x="346267" y="57611"/>
                  <a:pt x="325541" y="58292"/>
                </a:cubicBezTo>
                <a:lnTo>
                  <a:pt x="325541" y="62848"/>
                </a:lnTo>
                <a:lnTo>
                  <a:pt x="344901" y="62848"/>
                </a:lnTo>
                <a:lnTo>
                  <a:pt x="344901" y="126067"/>
                </a:lnTo>
                <a:cubicBezTo>
                  <a:pt x="344901" y="151311"/>
                  <a:pt x="361752" y="156548"/>
                  <a:pt x="373825" y="156548"/>
                </a:cubicBezTo>
                <a:cubicBezTo>
                  <a:pt x="388174" y="156548"/>
                  <a:pt x="395687" y="142442"/>
                  <a:pt x="395687" y="126067"/>
                </a:cubicBezTo>
                <a:lnTo>
                  <a:pt x="395687" y="113105"/>
                </a:lnTo>
                <a:lnTo>
                  <a:pt x="390676" y="113105"/>
                </a:lnTo>
                <a:lnTo>
                  <a:pt x="390676" y="125612"/>
                </a:lnTo>
                <a:cubicBezTo>
                  <a:pt x="390676" y="141987"/>
                  <a:pt x="384073" y="151540"/>
                  <a:pt x="375190" y="151540"/>
                </a:cubicBezTo>
                <a:cubicBezTo>
                  <a:pt x="359705" y="151540"/>
                  <a:pt x="359705" y="130390"/>
                  <a:pt x="359705" y="126522"/>
                </a:cubicBezTo>
                <a:lnTo>
                  <a:pt x="359705" y="62848"/>
                </a:lnTo>
                <a:close/>
                <a:moveTo>
                  <a:pt x="564764" y="70031"/>
                </a:moveTo>
                <a:cubicBezTo>
                  <a:pt x="562030" y="70031"/>
                  <a:pt x="553602" y="70031"/>
                  <a:pt x="553602" y="79368"/>
                </a:cubicBezTo>
                <a:cubicBezTo>
                  <a:pt x="553602" y="84835"/>
                  <a:pt x="557474" y="88706"/>
                  <a:pt x="562940" y="88706"/>
                </a:cubicBezTo>
                <a:cubicBezTo>
                  <a:pt x="568180" y="88706"/>
                  <a:pt x="572507" y="85519"/>
                  <a:pt x="572507" y="78913"/>
                </a:cubicBezTo>
                <a:cubicBezTo>
                  <a:pt x="572507" y="63637"/>
                  <a:pt x="556563" y="52683"/>
                  <a:pt x="538117" y="52683"/>
                </a:cubicBezTo>
                <a:cubicBezTo>
                  <a:pt x="511470" y="52683"/>
                  <a:pt x="490289" y="76411"/>
                  <a:pt x="490289" y="105098"/>
                </a:cubicBezTo>
                <a:cubicBezTo>
                  <a:pt x="490289" y="134237"/>
                  <a:pt x="512154" y="156548"/>
                  <a:pt x="537888" y="156548"/>
                </a:cubicBezTo>
                <a:cubicBezTo>
                  <a:pt x="567951" y="156548"/>
                  <a:pt x="574783" y="129230"/>
                  <a:pt x="574783" y="127179"/>
                </a:cubicBezTo>
                <a:cubicBezTo>
                  <a:pt x="574783" y="125132"/>
                  <a:pt x="573188" y="125132"/>
                  <a:pt x="572507" y="125132"/>
                </a:cubicBezTo>
                <a:cubicBezTo>
                  <a:pt x="570457" y="125132"/>
                  <a:pt x="570227" y="125814"/>
                  <a:pt x="569546" y="128545"/>
                </a:cubicBezTo>
                <a:cubicBezTo>
                  <a:pt x="564535" y="144708"/>
                  <a:pt x="552237" y="151540"/>
                  <a:pt x="539938" y="151540"/>
                </a:cubicBezTo>
                <a:cubicBezTo>
                  <a:pt x="526045" y="151540"/>
                  <a:pt x="507599" y="139474"/>
                  <a:pt x="507599" y="104872"/>
                </a:cubicBezTo>
                <a:cubicBezTo>
                  <a:pt x="507599" y="67063"/>
                  <a:pt x="526959" y="57694"/>
                  <a:pt x="538343" y="57694"/>
                </a:cubicBezTo>
                <a:cubicBezTo>
                  <a:pt x="547000" y="57694"/>
                  <a:pt x="559524" y="61121"/>
                  <a:pt x="564764" y="70031"/>
                </a:cubicBezTo>
                <a:close/>
                <a:moveTo>
                  <a:pt x="669297" y="93467"/>
                </a:moveTo>
                <a:cubicBezTo>
                  <a:pt x="669297" y="81172"/>
                  <a:pt x="669297" y="72060"/>
                  <a:pt x="659278" y="63167"/>
                </a:cubicBezTo>
                <a:cubicBezTo>
                  <a:pt x="651306" y="55873"/>
                  <a:pt x="641058" y="52683"/>
                  <a:pt x="631036" y="52683"/>
                </a:cubicBezTo>
                <a:cubicBezTo>
                  <a:pt x="612360" y="52683"/>
                  <a:pt x="598015" y="64992"/>
                  <a:pt x="598015" y="79803"/>
                </a:cubicBezTo>
                <a:cubicBezTo>
                  <a:pt x="598015" y="86409"/>
                  <a:pt x="602342" y="89596"/>
                  <a:pt x="607579" y="89596"/>
                </a:cubicBezTo>
                <a:cubicBezTo>
                  <a:pt x="613045" y="89596"/>
                  <a:pt x="616916" y="85724"/>
                  <a:pt x="616916" y="80258"/>
                </a:cubicBezTo>
                <a:cubicBezTo>
                  <a:pt x="616916" y="70920"/>
                  <a:pt x="608718" y="70920"/>
                  <a:pt x="605302" y="70920"/>
                </a:cubicBezTo>
                <a:cubicBezTo>
                  <a:pt x="610539" y="61343"/>
                  <a:pt x="621472" y="57239"/>
                  <a:pt x="630580" y="57239"/>
                </a:cubicBezTo>
                <a:cubicBezTo>
                  <a:pt x="641058" y="57239"/>
                  <a:pt x="654496" y="65906"/>
                  <a:pt x="654496" y="86409"/>
                </a:cubicBezTo>
                <a:lnTo>
                  <a:pt x="654496" y="95514"/>
                </a:lnTo>
                <a:cubicBezTo>
                  <a:pt x="608718" y="96195"/>
                  <a:pt x="591409" y="115326"/>
                  <a:pt x="591409" y="132865"/>
                </a:cubicBezTo>
                <a:cubicBezTo>
                  <a:pt x="591409" y="150855"/>
                  <a:pt x="612360" y="156548"/>
                  <a:pt x="626254" y="156548"/>
                </a:cubicBezTo>
                <a:cubicBezTo>
                  <a:pt x="641287" y="156548"/>
                  <a:pt x="651536" y="147439"/>
                  <a:pt x="655862" y="136506"/>
                </a:cubicBezTo>
                <a:cubicBezTo>
                  <a:pt x="656773" y="147213"/>
                  <a:pt x="663834" y="155411"/>
                  <a:pt x="673627" y="155411"/>
                </a:cubicBezTo>
                <a:cubicBezTo>
                  <a:pt x="678409" y="155411"/>
                  <a:pt x="691618" y="152221"/>
                  <a:pt x="691618" y="134001"/>
                </a:cubicBezTo>
                <a:lnTo>
                  <a:pt x="691618" y="121247"/>
                </a:lnTo>
                <a:lnTo>
                  <a:pt x="686606" y="121247"/>
                </a:lnTo>
                <a:lnTo>
                  <a:pt x="686606" y="134001"/>
                </a:lnTo>
                <a:cubicBezTo>
                  <a:pt x="686606" y="146984"/>
                  <a:pt x="681140" y="148805"/>
                  <a:pt x="677953" y="148805"/>
                </a:cubicBezTo>
                <a:cubicBezTo>
                  <a:pt x="669297" y="148805"/>
                  <a:pt x="669297" y="136736"/>
                  <a:pt x="669297" y="133320"/>
                </a:cubicBezTo>
                <a:lnTo>
                  <a:pt x="669297" y="93467"/>
                </a:lnTo>
                <a:moveTo>
                  <a:pt x="654496" y="122161"/>
                </a:moveTo>
                <a:cubicBezTo>
                  <a:pt x="654496" y="144478"/>
                  <a:pt x="637868" y="151995"/>
                  <a:pt x="628075" y="151995"/>
                </a:cubicBezTo>
                <a:cubicBezTo>
                  <a:pt x="616916" y="151995"/>
                  <a:pt x="607579" y="143794"/>
                  <a:pt x="607579" y="132865"/>
                </a:cubicBezTo>
                <a:cubicBezTo>
                  <a:pt x="607579" y="102801"/>
                  <a:pt x="646295" y="100070"/>
                  <a:pt x="654496" y="99611"/>
                </a:cubicBezTo>
                <a:lnTo>
                  <a:pt x="654496" y="122161"/>
                </a:lnTo>
                <a:close/>
                <a:moveTo>
                  <a:pt x="767456" y="57923"/>
                </a:moveTo>
                <a:cubicBezTo>
                  <a:pt x="767456" y="53823"/>
                  <a:pt x="767456" y="52683"/>
                  <a:pt x="765180" y="52683"/>
                </a:cubicBezTo>
                <a:cubicBezTo>
                  <a:pt x="763359" y="52683"/>
                  <a:pt x="759032" y="57694"/>
                  <a:pt x="757437" y="59744"/>
                </a:cubicBezTo>
                <a:cubicBezTo>
                  <a:pt x="750376" y="54052"/>
                  <a:pt x="743318" y="52683"/>
                  <a:pt x="736027" y="52683"/>
                </a:cubicBezTo>
                <a:cubicBezTo>
                  <a:pt x="708469" y="52683"/>
                  <a:pt x="700271" y="67716"/>
                  <a:pt x="700271" y="80244"/>
                </a:cubicBezTo>
                <a:cubicBezTo>
                  <a:pt x="700271" y="82750"/>
                  <a:pt x="700271" y="90722"/>
                  <a:pt x="708928" y="98694"/>
                </a:cubicBezTo>
                <a:cubicBezTo>
                  <a:pt x="716215" y="105074"/>
                  <a:pt x="723958" y="106666"/>
                  <a:pt x="734435" y="108716"/>
                </a:cubicBezTo>
                <a:cubicBezTo>
                  <a:pt x="746960" y="111221"/>
                  <a:pt x="749920" y="111906"/>
                  <a:pt x="755613" y="116462"/>
                </a:cubicBezTo>
                <a:cubicBezTo>
                  <a:pt x="759713" y="119878"/>
                  <a:pt x="762674" y="124889"/>
                  <a:pt x="762674" y="131266"/>
                </a:cubicBezTo>
                <a:cubicBezTo>
                  <a:pt x="762674" y="141062"/>
                  <a:pt x="756982" y="151995"/>
                  <a:pt x="736941" y="151995"/>
                </a:cubicBezTo>
                <a:cubicBezTo>
                  <a:pt x="721907" y="151995"/>
                  <a:pt x="710975" y="143339"/>
                  <a:pt x="705967" y="120563"/>
                </a:cubicBezTo>
                <a:cubicBezTo>
                  <a:pt x="705053" y="116462"/>
                  <a:pt x="705053" y="116233"/>
                  <a:pt x="704827" y="116007"/>
                </a:cubicBezTo>
                <a:cubicBezTo>
                  <a:pt x="704372" y="115093"/>
                  <a:pt x="703461" y="115093"/>
                  <a:pt x="702777" y="115093"/>
                </a:cubicBezTo>
                <a:cubicBezTo>
                  <a:pt x="700271" y="115093"/>
                  <a:pt x="700271" y="116233"/>
                  <a:pt x="700271" y="120333"/>
                </a:cubicBezTo>
                <a:lnTo>
                  <a:pt x="700271" y="151311"/>
                </a:lnTo>
                <a:cubicBezTo>
                  <a:pt x="700271" y="155411"/>
                  <a:pt x="700271" y="156548"/>
                  <a:pt x="702551" y="156548"/>
                </a:cubicBezTo>
                <a:cubicBezTo>
                  <a:pt x="703687" y="156548"/>
                  <a:pt x="703917" y="156322"/>
                  <a:pt x="707788" y="151540"/>
                </a:cubicBezTo>
                <a:cubicBezTo>
                  <a:pt x="708928" y="149945"/>
                  <a:pt x="708928" y="149490"/>
                  <a:pt x="712344" y="145844"/>
                </a:cubicBezTo>
                <a:cubicBezTo>
                  <a:pt x="720997" y="156548"/>
                  <a:pt x="733295" y="156548"/>
                  <a:pt x="737167" y="156548"/>
                </a:cubicBezTo>
                <a:cubicBezTo>
                  <a:pt x="761079" y="156548"/>
                  <a:pt x="772922" y="143339"/>
                  <a:pt x="772922" y="125344"/>
                </a:cubicBezTo>
                <a:cubicBezTo>
                  <a:pt x="772922" y="113046"/>
                  <a:pt x="765409" y="105755"/>
                  <a:pt x="763359" y="103705"/>
                </a:cubicBezTo>
                <a:cubicBezTo>
                  <a:pt x="755157" y="96643"/>
                  <a:pt x="749010" y="95278"/>
                  <a:pt x="733980" y="92546"/>
                </a:cubicBezTo>
                <a:cubicBezTo>
                  <a:pt x="727144" y="91177"/>
                  <a:pt x="710519" y="87990"/>
                  <a:pt x="710519" y="74323"/>
                </a:cubicBezTo>
                <a:cubicBezTo>
                  <a:pt x="710519" y="67261"/>
                  <a:pt x="715305" y="56784"/>
                  <a:pt x="735801" y="56784"/>
                </a:cubicBezTo>
                <a:cubicBezTo>
                  <a:pt x="760624" y="56784"/>
                  <a:pt x="761989" y="77968"/>
                  <a:pt x="762448" y="85029"/>
                </a:cubicBezTo>
                <a:cubicBezTo>
                  <a:pt x="762674" y="86850"/>
                  <a:pt x="764269" y="86850"/>
                  <a:pt x="764950" y="86850"/>
                </a:cubicBezTo>
                <a:cubicBezTo>
                  <a:pt x="767456" y="86850"/>
                  <a:pt x="767456" y="85711"/>
                  <a:pt x="767456" y="81610"/>
                </a:cubicBezTo>
                <a:lnTo>
                  <a:pt x="767456" y="57923"/>
                </a:lnTo>
                <a:close/>
                <a:moveTo>
                  <a:pt x="867894" y="101390"/>
                </a:moveTo>
                <a:cubicBezTo>
                  <a:pt x="872905" y="101390"/>
                  <a:pt x="873360" y="101390"/>
                  <a:pt x="873360" y="97064"/>
                </a:cubicBezTo>
                <a:cubicBezTo>
                  <a:pt x="873360" y="74079"/>
                  <a:pt x="861062" y="52683"/>
                  <a:pt x="833504" y="52683"/>
                </a:cubicBezTo>
                <a:cubicBezTo>
                  <a:pt x="807541" y="52683"/>
                  <a:pt x="787500" y="76130"/>
                  <a:pt x="787500" y="104355"/>
                </a:cubicBezTo>
                <a:cubicBezTo>
                  <a:pt x="787500" y="134442"/>
                  <a:pt x="810728" y="156548"/>
                  <a:pt x="836010" y="156548"/>
                </a:cubicBezTo>
                <a:cubicBezTo>
                  <a:pt x="863112" y="156548"/>
                  <a:pt x="873360" y="131937"/>
                  <a:pt x="873360" y="127148"/>
                </a:cubicBezTo>
                <a:cubicBezTo>
                  <a:pt x="873360" y="125782"/>
                  <a:pt x="872220" y="124868"/>
                  <a:pt x="870855" y="124868"/>
                </a:cubicBezTo>
                <a:cubicBezTo>
                  <a:pt x="869034" y="124868"/>
                  <a:pt x="868575" y="126008"/>
                  <a:pt x="868120" y="127148"/>
                </a:cubicBezTo>
                <a:cubicBezTo>
                  <a:pt x="862198" y="146296"/>
                  <a:pt x="846942" y="151540"/>
                  <a:pt x="837375" y="151540"/>
                </a:cubicBezTo>
                <a:cubicBezTo>
                  <a:pt x="827808" y="151540"/>
                  <a:pt x="804806" y="145156"/>
                  <a:pt x="804806" y="105724"/>
                </a:cubicBezTo>
                <a:lnTo>
                  <a:pt x="804806" y="101390"/>
                </a:lnTo>
                <a:lnTo>
                  <a:pt x="867894" y="101390"/>
                </a:lnTo>
                <a:moveTo>
                  <a:pt x="805036" y="97064"/>
                </a:moveTo>
                <a:cubicBezTo>
                  <a:pt x="806857" y="61336"/>
                  <a:pt x="826898" y="57239"/>
                  <a:pt x="833275" y="57239"/>
                </a:cubicBezTo>
                <a:cubicBezTo>
                  <a:pt x="857646" y="57239"/>
                  <a:pt x="859011" y="89328"/>
                  <a:pt x="859237" y="97064"/>
                </a:cubicBezTo>
                <a:lnTo>
                  <a:pt x="805036" y="97064"/>
                </a:lnTo>
                <a:close/>
                <a:moveTo>
                  <a:pt x="954436" y="57923"/>
                </a:moveTo>
                <a:cubicBezTo>
                  <a:pt x="954436" y="53823"/>
                  <a:pt x="954436" y="52683"/>
                  <a:pt x="952160" y="52683"/>
                </a:cubicBezTo>
                <a:cubicBezTo>
                  <a:pt x="950339" y="52683"/>
                  <a:pt x="946012" y="57694"/>
                  <a:pt x="944417" y="59744"/>
                </a:cubicBezTo>
                <a:cubicBezTo>
                  <a:pt x="937356" y="54052"/>
                  <a:pt x="930298" y="52683"/>
                  <a:pt x="923007" y="52683"/>
                </a:cubicBezTo>
                <a:cubicBezTo>
                  <a:pt x="895449" y="52683"/>
                  <a:pt x="887251" y="67716"/>
                  <a:pt x="887251" y="80244"/>
                </a:cubicBezTo>
                <a:cubicBezTo>
                  <a:pt x="887251" y="82750"/>
                  <a:pt x="887251" y="90722"/>
                  <a:pt x="895908" y="98694"/>
                </a:cubicBezTo>
                <a:cubicBezTo>
                  <a:pt x="903195" y="105074"/>
                  <a:pt x="910938" y="106666"/>
                  <a:pt x="921415" y="108716"/>
                </a:cubicBezTo>
                <a:cubicBezTo>
                  <a:pt x="933940" y="111221"/>
                  <a:pt x="936901" y="111906"/>
                  <a:pt x="942593" y="116462"/>
                </a:cubicBezTo>
                <a:cubicBezTo>
                  <a:pt x="946693" y="119878"/>
                  <a:pt x="949654" y="124889"/>
                  <a:pt x="949654" y="131266"/>
                </a:cubicBezTo>
                <a:cubicBezTo>
                  <a:pt x="949654" y="141062"/>
                  <a:pt x="943962" y="151995"/>
                  <a:pt x="923921" y="151995"/>
                </a:cubicBezTo>
                <a:cubicBezTo>
                  <a:pt x="908888" y="151995"/>
                  <a:pt x="897955" y="143339"/>
                  <a:pt x="892947" y="120563"/>
                </a:cubicBezTo>
                <a:cubicBezTo>
                  <a:pt x="892033" y="116462"/>
                  <a:pt x="892033" y="116233"/>
                  <a:pt x="891807" y="116007"/>
                </a:cubicBezTo>
                <a:cubicBezTo>
                  <a:pt x="891352" y="115093"/>
                  <a:pt x="890442" y="115093"/>
                  <a:pt x="889757" y="115093"/>
                </a:cubicBezTo>
                <a:cubicBezTo>
                  <a:pt x="887251" y="115093"/>
                  <a:pt x="887251" y="116233"/>
                  <a:pt x="887251" y="120333"/>
                </a:cubicBezTo>
                <a:lnTo>
                  <a:pt x="887251" y="151311"/>
                </a:lnTo>
                <a:cubicBezTo>
                  <a:pt x="887251" y="155411"/>
                  <a:pt x="887251" y="156548"/>
                  <a:pt x="889531" y="156548"/>
                </a:cubicBezTo>
                <a:cubicBezTo>
                  <a:pt x="890667" y="156548"/>
                  <a:pt x="890897" y="156322"/>
                  <a:pt x="894768" y="151540"/>
                </a:cubicBezTo>
                <a:cubicBezTo>
                  <a:pt x="895908" y="149945"/>
                  <a:pt x="895908" y="149490"/>
                  <a:pt x="899324" y="145844"/>
                </a:cubicBezTo>
                <a:cubicBezTo>
                  <a:pt x="907977" y="156548"/>
                  <a:pt x="920276" y="156548"/>
                  <a:pt x="924147" y="156548"/>
                </a:cubicBezTo>
                <a:cubicBezTo>
                  <a:pt x="948059" y="156548"/>
                  <a:pt x="959902" y="143339"/>
                  <a:pt x="959902" y="125344"/>
                </a:cubicBezTo>
                <a:cubicBezTo>
                  <a:pt x="959902" y="113046"/>
                  <a:pt x="952389" y="105755"/>
                  <a:pt x="950339" y="103705"/>
                </a:cubicBezTo>
                <a:cubicBezTo>
                  <a:pt x="942138" y="96643"/>
                  <a:pt x="935990" y="95278"/>
                  <a:pt x="920960" y="92546"/>
                </a:cubicBezTo>
                <a:cubicBezTo>
                  <a:pt x="914125" y="91177"/>
                  <a:pt x="897500" y="87990"/>
                  <a:pt x="897500" y="74323"/>
                </a:cubicBezTo>
                <a:cubicBezTo>
                  <a:pt x="897500" y="67261"/>
                  <a:pt x="902285" y="56784"/>
                  <a:pt x="922781" y="56784"/>
                </a:cubicBezTo>
                <a:cubicBezTo>
                  <a:pt x="947604" y="56784"/>
                  <a:pt x="948970" y="77968"/>
                  <a:pt x="949428" y="85029"/>
                </a:cubicBezTo>
                <a:cubicBezTo>
                  <a:pt x="949654" y="86850"/>
                  <a:pt x="951249" y="86850"/>
                  <a:pt x="951930" y="86850"/>
                </a:cubicBezTo>
                <a:cubicBezTo>
                  <a:pt x="954436" y="86850"/>
                  <a:pt x="954436" y="85711"/>
                  <a:pt x="954436" y="81610"/>
                </a:cubicBezTo>
                <a:lnTo>
                  <a:pt x="954436" y="57923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*">
            <a:extLst xmlns:a="http://schemas.openxmlformats.org/drawingml/2006/main">
              <a:ext uri="{FF2B5EF4-FFF2-40B4-BE49-F238E27FC236}">
                <a16:creationId xmlns:a16="http://schemas.microsoft.com/office/drawing/2014/main" id="{657B5A4E-BF32-41AC-A8A8-25EE43CC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079" y="1799864"/>
            <a:ext cx="66799" cy="79785"/>
          </a:xfrm>
          <a:custGeom xmlns:a="http://schemas.openxmlformats.org/drawingml/2006/main">
            <a:pathLst>
              <a:path w="66799" h="79785">
                <a:moveTo>
                  <a:pt x="35342" y="43316"/>
                </a:moveTo>
                <a:lnTo>
                  <a:pt x="58289" y="60348"/>
                </a:lnTo>
                <a:cubicBezTo>
                  <a:pt x="60508" y="62013"/>
                  <a:pt x="60695" y="62200"/>
                  <a:pt x="61988" y="62200"/>
                </a:cubicBezTo>
                <a:cubicBezTo>
                  <a:pt x="64580" y="62200"/>
                  <a:pt x="66799" y="60164"/>
                  <a:pt x="66799" y="57202"/>
                </a:cubicBezTo>
                <a:cubicBezTo>
                  <a:pt x="66799" y="54424"/>
                  <a:pt x="64950" y="53684"/>
                  <a:pt x="63284" y="52758"/>
                </a:cubicBezTo>
                <a:lnTo>
                  <a:pt x="37008" y="39984"/>
                </a:lnTo>
                <a:lnTo>
                  <a:pt x="62914" y="27213"/>
                </a:lnTo>
                <a:cubicBezTo>
                  <a:pt x="65136" y="26101"/>
                  <a:pt x="66799" y="25361"/>
                  <a:pt x="66799" y="22583"/>
                </a:cubicBezTo>
                <a:cubicBezTo>
                  <a:pt x="66799" y="19621"/>
                  <a:pt x="64580" y="17585"/>
                  <a:pt x="61988" y="17585"/>
                </a:cubicBezTo>
                <a:cubicBezTo>
                  <a:pt x="61435" y="17585"/>
                  <a:pt x="60508" y="17585"/>
                  <a:pt x="58289" y="19251"/>
                </a:cubicBezTo>
                <a:lnTo>
                  <a:pt x="35342" y="36469"/>
                </a:lnTo>
                <a:lnTo>
                  <a:pt x="37934" y="6480"/>
                </a:lnTo>
                <a:cubicBezTo>
                  <a:pt x="38118" y="4072"/>
                  <a:pt x="37934" y="0"/>
                  <a:pt x="33493" y="0"/>
                </a:cubicBezTo>
                <a:cubicBezTo>
                  <a:pt x="30717" y="0"/>
                  <a:pt x="28312" y="2222"/>
                  <a:pt x="28865" y="4628"/>
                </a:cubicBezTo>
                <a:lnTo>
                  <a:pt x="28865" y="6480"/>
                </a:lnTo>
                <a:lnTo>
                  <a:pt x="31457" y="36469"/>
                </a:lnTo>
                <a:lnTo>
                  <a:pt x="8510" y="19437"/>
                </a:lnTo>
                <a:cubicBezTo>
                  <a:pt x="6291" y="17771"/>
                  <a:pt x="6107" y="17585"/>
                  <a:pt x="4811" y="17585"/>
                </a:cubicBezTo>
                <a:cubicBezTo>
                  <a:pt x="2219" y="17585"/>
                  <a:pt x="0" y="19621"/>
                  <a:pt x="0" y="22583"/>
                </a:cubicBezTo>
                <a:cubicBezTo>
                  <a:pt x="0" y="25361"/>
                  <a:pt x="1849" y="26101"/>
                  <a:pt x="3515" y="27027"/>
                </a:cubicBezTo>
                <a:lnTo>
                  <a:pt x="29791" y="39801"/>
                </a:lnTo>
                <a:lnTo>
                  <a:pt x="3885" y="52574"/>
                </a:lnTo>
                <a:cubicBezTo>
                  <a:pt x="1666" y="53684"/>
                  <a:pt x="0" y="54424"/>
                  <a:pt x="0" y="57202"/>
                </a:cubicBezTo>
                <a:cubicBezTo>
                  <a:pt x="0" y="60164"/>
                  <a:pt x="2219" y="62200"/>
                  <a:pt x="4811" y="62200"/>
                </a:cubicBezTo>
                <a:cubicBezTo>
                  <a:pt x="5365" y="62200"/>
                  <a:pt x="6291" y="62200"/>
                  <a:pt x="8510" y="60534"/>
                </a:cubicBezTo>
                <a:lnTo>
                  <a:pt x="31457" y="43316"/>
                </a:lnTo>
                <a:lnTo>
                  <a:pt x="28865" y="74047"/>
                </a:lnTo>
                <a:lnTo>
                  <a:pt x="28865" y="74973"/>
                </a:lnTo>
                <a:cubicBezTo>
                  <a:pt x="28312" y="77563"/>
                  <a:pt x="30717" y="79785"/>
                  <a:pt x="33493" y="79785"/>
                </a:cubicBezTo>
                <a:cubicBezTo>
                  <a:pt x="37934" y="79785"/>
                  <a:pt x="38118" y="75713"/>
                  <a:pt x="37934" y="73308"/>
                </a:cubicBezTo>
                <a:lnTo>
                  <a:pt x="35342" y="43316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1">
            <a:extLst xmlns:a="http://schemas.openxmlformats.org/drawingml/2006/main">
              <a:ext uri="{FF2B5EF4-FFF2-40B4-BE49-F238E27FC236}">
                <a16:creationId xmlns:a16="http://schemas.microsoft.com/office/drawing/2014/main" id="{A14ADF50-9D82-4ECA-B269-9C326A9A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74" y="1485361"/>
            <a:ext cx="59029" cy="123061"/>
          </a:xfrm>
          <a:custGeom xmlns:a="http://schemas.openxmlformats.org/drawingml/2006/main">
            <a:pathLst>
              <a:path w="59029" h="123061">
                <a:moveTo>
                  <a:pt x="36455" y="4439"/>
                </a:moveTo>
                <a:cubicBezTo>
                  <a:pt x="36455" y="186"/>
                  <a:pt x="36455" y="0"/>
                  <a:pt x="32753" y="0"/>
                </a:cubicBezTo>
                <a:cubicBezTo>
                  <a:pt x="28312" y="4992"/>
                  <a:pt x="19062" y="11802"/>
                  <a:pt x="0" y="11802"/>
                </a:cubicBezTo>
                <a:lnTo>
                  <a:pt x="0" y="17167"/>
                </a:lnTo>
                <a:cubicBezTo>
                  <a:pt x="4258" y="17167"/>
                  <a:pt x="13508" y="17167"/>
                  <a:pt x="23687" y="12359"/>
                </a:cubicBezTo>
                <a:lnTo>
                  <a:pt x="23687" y="108811"/>
                </a:lnTo>
                <a:cubicBezTo>
                  <a:pt x="23687" y="115474"/>
                  <a:pt x="23130" y="117696"/>
                  <a:pt x="6847" y="117696"/>
                </a:cubicBezTo>
                <a:lnTo>
                  <a:pt x="1112" y="117696"/>
                </a:lnTo>
                <a:lnTo>
                  <a:pt x="1112" y="123061"/>
                </a:lnTo>
                <a:cubicBezTo>
                  <a:pt x="6107" y="122691"/>
                  <a:pt x="24057" y="122691"/>
                  <a:pt x="30164" y="122691"/>
                </a:cubicBezTo>
                <a:cubicBezTo>
                  <a:pt x="36268" y="122691"/>
                  <a:pt x="54034" y="122691"/>
                  <a:pt x="59029" y="123061"/>
                </a:cubicBezTo>
                <a:lnTo>
                  <a:pt x="59029" y="117696"/>
                </a:lnTo>
                <a:lnTo>
                  <a:pt x="53294" y="117696"/>
                </a:lnTo>
                <a:cubicBezTo>
                  <a:pt x="37011" y="117696"/>
                  <a:pt x="36455" y="115474"/>
                  <a:pt x="36455" y="108811"/>
                </a:cubicBezTo>
                <a:lnTo>
                  <a:pt x="36455" y="443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2">
            <a:extLst xmlns:a="http://schemas.openxmlformats.org/drawingml/2006/main">
              <a:ext uri="{FF2B5EF4-FFF2-40B4-BE49-F238E27FC236}">
                <a16:creationId xmlns:a16="http://schemas.microsoft.com/office/drawing/2014/main" id="{7D5CE463-8649-4284-BC45-4C52E8C6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04" y="1320249"/>
            <a:ext cx="72350" cy="123061"/>
          </a:xfrm>
          <a:custGeom xmlns:a="http://schemas.openxmlformats.org/drawingml/2006/main">
            <a:pathLst>
              <a:path w="72350" h="123061">
                <a:moveTo>
                  <a:pt x="72350" y="91991"/>
                </a:moveTo>
                <a:lnTo>
                  <a:pt x="68282" y="91991"/>
                </a:lnTo>
                <a:cubicBezTo>
                  <a:pt x="67725" y="95134"/>
                  <a:pt x="66246" y="105301"/>
                  <a:pt x="64394" y="108260"/>
                </a:cubicBezTo>
                <a:cubicBezTo>
                  <a:pt x="63100" y="109923"/>
                  <a:pt x="52552" y="109923"/>
                  <a:pt x="47001" y="109923"/>
                </a:cubicBezTo>
                <a:lnTo>
                  <a:pt x="12768" y="109923"/>
                </a:lnTo>
                <a:cubicBezTo>
                  <a:pt x="17763" y="105671"/>
                  <a:pt x="29051" y="93838"/>
                  <a:pt x="33863" y="89402"/>
                </a:cubicBezTo>
                <a:cubicBezTo>
                  <a:pt x="61988" y="63516"/>
                  <a:pt x="72350" y="53901"/>
                  <a:pt x="72350" y="35591"/>
                </a:cubicBezTo>
                <a:cubicBezTo>
                  <a:pt x="72350" y="14276"/>
                  <a:pt x="55514" y="0"/>
                  <a:pt x="34046" y="0"/>
                </a:cubicBezTo>
                <a:cubicBezTo>
                  <a:pt x="12582" y="0"/>
                  <a:pt x="0" y="18359"/>
                  <a:pt x="0" y="34295"/>
                </a:cubicBezTo>
                <a:cubicBezTo>
                  <a:pt x="0" y="43731"/>
                  <a:pt x="8140" y="43731"/>
                  <a:pt x="8697" y="43731"/>
                </a:cubicBezTo>
                <a:cubicBezTo>
                  <a:pt x="12582" y="43731"/>
                  <a:pt x="17393" y="40955"/>
                  <a:pt x="17393" y="35035"/>
                </a:cubicBezTo>
                <a:cubicBezTo>
                  <a:pt x="17393" y="29853"/>
                  <a:pt x="13878" y="26338"/>
                  <a:pt x="8697" y="26338"/>
                </a:cubicBezTo>
                <a:cubicBezTo>
                  <a:pt x="7031" y="26338"/>
                  <a:pt x="6661" y="26338"/>
                  <a:pt x="6104" y="26524"/>
                </a:cubicBezTo>
                <a:cubicBezTo>
                  <a:pt x="9623" y="13903"/>
                  <a:pt x="19615" y="5368"/>
                  <a:pt x="31641" y="5368"/>
                </a:cubicBezTo>
                <a:cubicBezTo>
                  <a:pt x="47371" y="5368"/>
                  <a:pt x="56993" y="18545"/>
                  <a:pt x="56993" y="35591"/>
                </a:cubicBezTo>
                <a:cubicBezTo>
                  <a:pt x="56993" y="51312"/>
                  <a:pt x="47927" y="64995"/>
                  <a:pt x="37378" y="76829"/>
                </a:cubicBezTo>
                <a:lnTo>
                  <a:pt x="0" y="118623"/>
                </a:lnTo>
                <a:lnTo>
                  <a:pt x="0" y="123061"/>
                </a:lnTo>
                <a:lnTo>
                  <a:pt x="67539" y="123061"/>
                </a:lnTo>
                <a:lnTo>
                  <a:pt x="72350" y="91991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3">
            <a:extLst xmlns:a="http://schemas.openxmlformats.org/drawingml/2006/main">
              <a:ext uri="{FF2B5EF4-FFF2-40B4-BE49-F238E27FC236}">
                <a16:creationId xmlns:a16="http://schemas.microsoft.com/office/drawing/2014/main" id="{88FA0DA2-75FC-4972-BC5F-2AA130AF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22" y="1155137"/>
            <a:ext cx="75315" cy="127037"/>
          </a:xfrm>
          <a:custGeom xmlns:a="http://schemas.openxmlformats.org/drawingml/2006/main">
            <a:pathLst>
              <a:path w="75315" h="127037">
                <a:moveTo>
                  <a:pt x="26462" y="56652"/>
                </a:moveTo>
                <a:cubicBezTo>
                  <a:pt x="23317" y="56838"/>
                  <a:pt x="22577" y="57021"/>
                  <a:pt x="22577" y="58687"/>
                </a:cubicBezTo>
                <a:cubicBezTo>
                  <a:pt x="22577" y="60537"/>
                  <a:pt x="23503" y="60537"/>
                  <a:pt x="26832" y="60537"/>
                </a:cubicBezTo>
                <a:lnTo>
                  <a:pt x="35345" y="60537"/>
                </a:lnTo>
                <a:cubicBezTo>
                  <a:pt x="51072" y="60537"/>
                  <a:pt x="58106" y="73505"/>
                  <a:pt x="58106" y="91285"/>
                </a:cubicBezTo>
                <a:cubicBezTo>
                  <a:pt x="58106" y="115551"/>
                  <a:pt x="45521" y="122042"/>
                  <a:pt x="36455" y="122042"/>
                </a:cubicBezTo>
                <a:cubicBezTo>
                  <a:pt x="27572" y="122042"/>
                  <a:pt x="12398" y="117776"/>
                  <a:pt x="7033" y="105533"/>
                </a:cubicBezTo>
                <a:cubicBezTo>
                  <a:pt x="12954" y="106462"/>
                  <a:pt x="18322" y="103130"/>
                  <a:pt x="18322" y="96466"/>
                </a:cubicBezTo>
                <a:cubicBezTo>
                  <a:pt x="18322" y="91102"/>
                  <a:pt x="14434" y="87400"/>
                  <a:pt x="9253" y="87400"/>
                </a:cubicBezTo>
                <a:cubicBezTo>
                  <a:pt x="4811" y="87400"/>
                  <a:pt x="0" y="89989"/>
                  <a:pt x="0" y="97023"/>
                </a:cubicBezTo>
                <a:cubicBezTo>
                  <a:pt x="0" y="113509"/>
                  <a:pt x="16470" y="127037"/>
                  <a:pt x="37011" y="127037"/>
                </a:cubicBezTo>
                <a:cubicBezTo>
                  <a:pt x="59032" y="127037"/>
                  <a:pt x="75315" y="110172"/>
                  <a:pt x="75315" y="91471"/>
                </a:cubicBezTo>
                <a:cubicBezTo>
                  <a:pt x="75315" y="74431"/>
                  <a:pt x="61621" y="61093"/>
                  <a:pt x="43858" y="57948"/>
                </a:cubicBezTo>
                <a:cubicBezTo>
                  <a:pt x="59955" y="53314"/>
                  <a:pt x="70317" y="39770"/>
                  <a:pt x="70317" y="25319"/>
                </a:cubicBezTo>
                <a:cubicBezTo>
                  <a:pt x="70317" y="10718"/>
                  <a:pt x="55144" y="0"/>
                  <a:pt x="37195" y="0"/>
                </a:cubicBezTo>
                <a:cubicBezTo>
                  <a:pt x="18692" y="0"/>
                  <a:pt x="4998" y="11272"/>
                  <a:pt x="4998" y="24765"/>
                </a:cubicBezTo>
                <a:cubicBezTo>
                  <a:pt x="4998" y="32166"/>
                  <a:pt x="10735" y="33645"/>
                  <a:pt x="13511" y="33645"/>
                </a:cubicBezTo>
                <a:cubicBezTo>
                  <a:pt x="17396" y="33645"/>
                  <a:pt x="21837" y="30870"/>
                  <a:pt x="21837" y="25319"/>
                </a:cubicBezTo>
                <a:cubicBezTo>
                  <a:pt x="21837" y="19398"/>
                  <a:pt x="17396" y="16806"/>
                  <a:pt x="13324" y="16806"/>
                </a:cubicBezTo>
                <a:cubicBezTo>
                  <a:pt x="12215" y="16806"/>
                  <a:pt x="11845" y="16806"/>
                  <a:pt x="11289" y="16992"/>
                </a:cubicBezTo>
                <a:cubicBezTo>
                  <a:pt x="18322" y="4441"/>
                  <a:pt x="35715" y="4441"/>
                  <a:pt x="36641" y="4441"/>
                </a:cubicBezTo>
                <a:cubicBezTo>
                  <a:pt x="42746" y="4441"/>
                  <a:pt x="54774" y="7211"/>
                  <a:pt x="54774" y="25319"/>
                </a:cubicBezTo>
                <a:cubicBezTo>
                  <a:pt x="54774" y="28834"/>
                  <a:pt x="54220" y="39213"/>
                  <a:pt x="48853" y="47190"/>
                </a:cubicBezTo>
                <a:cubicBezTo>
                  <a:pt x="43302" y="55356"/>
                  <a:pt x="37011" y="55912"/>
                  <a:pt x="32013" y="56098"/>
                </a:cubicBezTo>
                <a:lnTo>
                  <a:pt x="26462" y="5665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4">
            <a:extLst xmlns:a="http://schemas.openxmlformats.org/drawingml/2006/main">
              <a:ext uri="{FF2B5EF4-FFF2-40B4-BE49-F238E27FC236}">
                <a16:creationId xmlns:a16="http://schemas.microsoft.com/office/drawing/2014/main" id="{2A27696F-DD5C-4164-B67D-7BBB66E7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32" y="988218"/>
            <a:ext cx="80494" cy="124868"/>
          </a:xfrm>
          <a:custGeom xmlns:a="http://schemas.openxmlformats.org/drawingml/2006/main">
            <a:pathLst>
              <a:path w="80494" h="124868">
                <a:moveTo>
                  <a:pt x="61804" y="4441"/>
                </a:moveTo>
                <a:cubicBezTo>
                  <a:pt x="61804" y="926"/>
                  <a:pt x="61804" y="0"/>
                  <a:pt x="59215" y="0"/>
                </a:cubicBezTo>
                <a:cubicBezTo>
                  <a:pt x="57733" y="0"/>
                  <a:pt x="57180" y="0"/>
                  <a:pt x="55697" y="2222"/>
                </a:cubicBezTo>
                <a:lnTo>
                  <a:pt x="0" y="88603"/>
                </a:lnTo>
                <a:lnTo>
                  <a:pt x="0" y="93967"/>
                </a:lnTo>
                <a:lnTo>
                  <a:pt x="48667" y="93967"/>
                </a:lnTo>
                <a:lnTo>
                  <a:pt x="48667" y="110807"/>
                </a:lnTo>
                <a:cubicBezTo>
                  <a:pt x="48667" y="117654"/>
                  <a:pt x="48297" y="119504"/>
                  <a:pt x="34789" y="119504"/>
                </a:cubicBezTo>
                <a:lnTo>
                  <a:pt x="31087" y="119504"/>
                </a:lnTo>
                <a:lnTo>
                  <a:pt x="31087" y="124868"/>
                </a:lnTo>
                <a:cubicBezTo>
                  <a:pt x="35342" y="124498"/>
                  <a:pt x="49963" y="124498"/>
                  <a:pt x="55144" y="124498"/>
                </a:cubicBezTo>
                <a:cubicBezTo>
                  <a:pt x="60325" y="124498"/>
                  <a:pt x="75129" y="124498"/>
                  <a:pt x="79384" y="124868"/>
                </a:cubicBezTo>
                <a:lnTo>
                  <a:pt x="79384" y="119504"/>
                </a:lnTo>
                <a:lnTo>
                  <a:pt x="75682" y="119504"/>
                </a:lnTo>
                <a:cubicBezTo>
                  <a:pt x="62361" y="119504"/>
                  <a:pt x="61804" y="117654"/>
                  <a:pt x="61804" y="110807"/>
                </a:cubicBezTo>
                <a:lnTo>
                  <a:pt x="61804" y="93967"/>
                </a:lnTo>
                <a:lnTo>
                  <a:pt x="80494" y="93967"/>
                </a:lnTo>
                <a:lnTo>
                  <a:pt x="80494" y="88603"/>
                </a:lnTo>
                <a:lnTo>
                  <a:pt x="61804" y="88603"/>
                </a:lnTo>
                <a:lnTo>
                  <a:pt x="61804" y="4441"/>
                </a:lnTo>
                <a:moveTo>
                  <a:pt x="49593" y="18870"/>
                </a:moveTo>
                <a:lnTo>
                  <a:pt x="49593" y="88603"/>
                </a:lnTo>
                <a:lnTo>
                  <a:pt x="4625" y="88603"/>
                </a:lnTo>
                <a:lnTo>
                  <a:pt x="49593" y="1887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5">
            <a:extLst xmlns:a="http://schemas.openxmlformats.org/drawingml/2006/main">
              <a:ext uri="{FF2B5EF4-FFF2-40B4-BE49-F238E27FC236}">
                <a16:creationId xmlns:a16="http://schemas.microsoft.com/office/drawing/2014/main" id="{BC41CD83-CAE1-4E83-90D1-B4BB5A07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04" y="825094"/>
            <a:ext cx="72350" cy="126856"/>
          </a:xfrm>
          <a:custGeom xmlns:a="http://schemas.openxmlformats.org/drawingml/2006/main">
            <a:pathLst>
              <a:path w="72350" h="126856">
                <a:moveTo>
                  <a:pt x="14617" y="16888"/>
                </a:moveTo>
                <a:cubicBezTo>
                  <a:pt x="22574" y="19477"/>
                  <a:pt x="29051" y="19663"/>
                  <a:pt x="31087" y="19663"/>
                </a:cubicBezTo>
                <a:cubicBezTo>
                  <a:pt x="51996" y="19663"/>
                  <a:pt x="65320" y="4269"/>
                  <a:pt x="65320" y="1666"/>
                </a:cubicBezTo>
                <a:cubicBezTo>
                  <a:pt x="65320" y="926"/>
                  <a:pt x="64950" y="0"/>
                  <a:pt x="63840" y="0"/>
                </a:cubicBezTo>
                <a:cubicBezTo>
                  <a:pt x="63470" y="0"/>
                  <a:pt x="63100" y="0"/>
                  <a:pt x="61435" y="743"/>
                </a:cubicBezTo>
                <a:cubicBezTo>
                  <a:pt x="51072" y="5215"/>
                  <a:pt x="42189" y="5783"/>
                  <a:pt x="37378" y="5783"/>
                </a:cubicBezTo>
                <a:cubicBezTo>
                  <a:pt x="25166" y="5783"/>
                  <a:pt x="16467" y="2036"/>
                  <a:pt x="12952" y="556"/>
                </a:cubicBezTo>
                <a:cubicBezTo>
                  <a:pt x="11658" y="0"/>
                  <a:pt x="11286" y="0"/>
                  <a:pt x="11102" y="0"/>
                </a:cubicBezTo>
                <a:cubicBezTo>
                  <a:pt x="9623" y="0"/>
                  <a:pt x="9623" y="1112"/>
                  <a:pt x="9623" y="4080"/>
                </a:cubicBezTo>
                <a:lnTo>
                  <a:pt x="9623" y="59049"/>
                </a:lnTo>
                <a:cubicBezTo>
                  <a:pt x="9623" y="62380"/>
                  <a:pt x="9623" y="63490"/>
                  <a:pt x="11842" y="63490"/>
                </a:cubicBezTo>
                <a:cubicBezTo>
                  <a:pt x="12768" y="63490"/>
                  <a:pt x="12952" y="63304"/>
                  <a:pt x="14804" y="61084"/>
                </a:cubicBezTo>
                <a:cubicBezTo>
                  <a:pt x="19985" y="53500"/>
                  <a:pt x="28682" y="49059"/>
                  <a:pt x="37934" y="49059"/>
                </a:cubicBezTo>
                <a:cubicBezTo>
                  <a:pt x="47740" y="49059"/>
                  <a:pt x="52552" y="58125"/>
                  <a:pt x="54031" y="61271"/>
                </a:cubicBezTo>
                <a:cubicBezTo>
                  <a:pt x="57177" y="68485"/>
                  <a:pt x="57363" y="77551"/>
                  <a:pt x="57363" y="84582"/>
                </a:cubicBezTo>
                <a:cubicBezTo>
                  <a:pt x="57363" y="91613"/>
                  <a:pt x="57363" y="102167"/>
                  <a:pt x="52182" y="110528"/>
                </a:cubicBezTo>
                <a:cubicBezTo>
                  <a:pt x="48110" y="117216"/>
                  <a:pt x="40893" y="121861"/>
                  <a:pt x="32753" y="121861"/>
                </a:cubicBezTo>
                <a:cubicBezTo>
                  <a:pt x="20538" y="121861"/>
                  <a:pt x="8510" y="113501"/>
                  <a:pt x="5181" y="99939"/>
                </a:cubicBezTo>
                <a:cubicBezTo>
                  <a:pt x="6104" y="100309"/>
                  <a:pt x="7217" y="100495"/>
                  <a:pt x="8140" y="100495"/>
                </a:cubicBezTo>
                <a:cubicBezTo>
                  <a:pt x="11286" y="100495"/>
                  <a:pt x="16283" y="98643"/>
                  <a:pt x="16283" y="92352"/>
                </a:cubicBezTo>
                <a:cubicBezTo>
                  <a:pt x="16283" y="87171"/>
                  <a:pt x="12768" y="84209"/>
                  <a:pt x="8140" y="84209"/>
                </a:cubicBezTo>
                <a:cubicBezTo>
                  <a:pt x="4811" y="84209"/>
                  <a:pt x="0" y="85875"/>
                  <a:pt x="0" y="93092"/>
                </a:cubicBezTo>
                <a:cubicBezTo>
                  <a:pt x="0" y="108856"/>
                  <a:pt x="12582" y="126856"/>
                  <a:pt x="33123" y="126856"/>
                </a:cubicBezTo>
                <a:cubicBezTo>
                  <a:pt x="54031" y="126856"/>
                  <a:pt x="72350" y="109226"/>
                  <a:pt x="72350" y="85692"/>
                </a:cubicBezTo>
                <a:cubicBezTo>
                  <a:pt x="72350" y="63676"/>
                  <a:pt x="57549" y="45357"/>
                  <a:pt x="38118" y="45357"/>
                </a:cubicBezTo>
                <a:cubicBezTo>
                  <a:pt x="27572" y="45357"/>
                  <a:pt x="19429" y="49985"/>
                  <a:pt x="14617" y="55164"/>
                </a:cubicBezTo>
                <a:lnTo>
                  <a:pt x="14617" y="16888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Text 6">
            <a:extLst xmlns:a="http://schemas.openxmlformats.org/drawingml/2006/main">
              <a:ext uri="{FF2B5EF4-FFF2-40B4-BE49-F238E27FC236}">
                <a16:creationId xmlns:a16="http://schemas.microsoft.com/office/drawing/2014/main" id="{3117B53B-EB47-4650-BA72-CCAC6B75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22" y="659801"/>
            <a:ext cx="75315" cy="127037"/>
          </a:xfrm>
          <a:custGeom xmlns:a="http://schemas.openxmlformats.org/drawingml/2006/main">
            <a:pathLst>
              <a:path w="75315" h="127037">
                <a:moveTo>
                  <a:pt x="15174" y="58716"/>
                </a:moveTo>
                <a:cubicBezTo>
                  <a:pt x="15174" y="11921"/>
                  <a:pt x="37934" y="4441"/>
                  <a:pt x="47927" y="4441"/>
                </a:cubicBezTo>
                <a:cubicBezTo>
                  <a:pt x="54590" y="4441"/>
                  <a:pt x="61251" y="6500"/>
                  <a:pt x="64766" y="12107"/>
                </a:cubicBezTo>
                <a:cubicBezTo>
                  <a:pt x="62547" y="12107"/>
                  <a:pt x="55514" y="12107"/>
                  <a:pt x="55514" y="19694"/>
                </a:cubicBezTo>
                <a:cubicBezTo>
                  <a:pt x="55514" y="23766"/>
                  <a:pt x="58289" y="27281"/>
                  <a:pt x="63100" y="27281"/>
                </a:cubicBezTo>
                <a:cubicBezTo>
                  <a:pt x="67728" y="27281"/>
                  <a:pt x="70874" y="24506"/>
                  <a:pt x="70874" y="19141"/>
                </a:cubicBezTo>
                <a:cubicBezTo>
                  <a:pt x="70874" y="9490"/>
                  <a:pt x="63840" y="0"/>
                  <a:pt x="47743" y="0"/>
                </a:cubicBezTo>
                <a:cubicBezTo>
                  <a:pt x="24426" y="0"/>
                  <a:pt x="0" y="23952"/>
                  <a:pt x="0" y="64642"/>
                </a:cubicBezTo>
                <a:cubicBezTo>
                  <a:pt x="0" y="115562"/>
                  <a:pt x="22207" y="127037"/>
                  <a:pt x="37934" y="127037"/>
                </a:cubicBezTo>
                <a:cubicBezTo>
                  <a:pt x="58106" y="127037"/>
                  <a:pt x="75315" y="109452"/>
                  <a:pt x="75315" y="85378"/>
                </a:cubicBezTo>
                <a:cubicBezTo>
                  <a:pt x="75315" y="60751"/>
                  <a:pt x="58106" y="44273"/>
                  <a:pt x="39600" y="44273"/>
                </a:cubicBezTo>
                <a:cubicBezTo>
                  <a:pt x="23130" y="44273"/>
                  <a:pt x="17026" y="58529"/>
                  <a:pt x="15174" y="63716"/>
                </a:cubicBezTo>
                <a:lnTo>
                  <a:pt x="15174" y="58716"/>
                </a:lnTo>
                <a:moveTo>
                  <a:pt x="37934" y="122042"/>
                </a:moveTo>
                <a:cubicBezTo>
                  <a:pt x="26279" y="122042"/>
                  <a:pt x="20728" y="111674"/>
                  <a:pt x="19062" y="107783"/>
                </a:cubicBezTo>
                <a:cubicBezTo>
                  <a:pt x="17396" y="102969"/>
                  <a:pt x="15546" y="93897"/>
                  <a:pt x="15546" y="80934"/>
                </a:cubicBezTo>
                <a:cubicBezTo>
                  <a:pt x="15546" y="66308"/>
                  <a:pt x="22207" y="47975"/>
                  <a:pt x="38860" y="47975"/>
                </a:cubicBezTo>
                <a:cubicBezTo>
                  <a:pt x="49039" y="47975"/>
                  <a:pt x="54404" y="54828"/>
                  <a:pt x="57180" y="61121"/>
                </a:cubicBezTo>
                <a:cubicBezTo>
                  <a:pt x="60141" y="67974"/>
                  <a:pt x="60141" y="77232"/>
                  <a:pt x="60141" y="85195"/>
                </a:cubicBezTo>
                <a:cubicBezTo>
                  <a:pt x="60141" y="94637"/>
                  <a:pt x="60141" y="102969"/>
                  <a:pt x="56626" y="110005"/>
                </a:cubicBezTo>
                <a:cubicBezTo>
                  <a:pt x="51998" y="118894"/>
                  <a:pt x="45338" y="122042"/>
                  <a:pt x="37934" y="12204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7">
            <a:extLst xmlns:a="http://schemas.openxmlformats.org/drawingml/2006/main">
              <a:ext uri="{FF2B5EF4-FFF2-40B4-BE49-F238E27FC236}">
                <a16:creationId xmlns:a16="http://schemas.microsoft.com/office/drawing/2014/main" id="{A7B6CDA5-5367-4E40-9FB1-CC56A0BB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227" y="492701"/>
            <a:ext cx="77904" cy="129025"/>
          </a:xfrm>
          <a:custGeom xmlns:a="http://schemas.openxmlformats.org/drawingml/2006/main">
            <a:pathLst>
              <a:path w="77904" h="129025">
                <a:moveTo>
                  <a:pt x="77904" y="10221"/>
                </a:moveTo>
                <a:lnTo>
                  <a:pt x="77904" y="5963"/>
                </a:lnTo>
                <a:lnTo>
                  <a:pt x="33309" y="5963"/>
                </a:lnTo>
                <a:cubicBezTo>
                  <a:pt x="10919" y="5963"/>
                  <a:pt x="10549" y="3518"/>
                  <a:pt x="9809" y="0"/>
                </a:cubicBezTo>
                <a:lnTo>
                  <a:pt x="5737" y="0"/>
                </a:lnTo>
                <a:lnTo>
                  <a:pt x="0" y="37053"/>
                </a:lnTo>
                <a:lnTo>
                  <a:pt x="4072" y="37053"/>
                </a:lnTo>
                <a:cubicBezTo>
                  <a:pt x="4628" y="33722"/>
                  <a:pt x="6294" y="22250"/>
                  <a:pt x="8699" y="20214"/>
                </a:cubicBezTo>
                <a:cubicBezTo>
                  <a:pt x="10179" y="19104"/>
                  <a:pt x="24057" y="19104"/>
                  <a:pt x="26649" y="19104"/>
                </a:cubicBezTo>
                <a:lnTo>
                  <a:pt x="65876" y="19104"/>
                </a:lnTo>
                <a:lnTo>
                  <a:pt x="46261" y="47232"/>
                </a:lnTo>
                <a:cubicBezTo>
                  <a:pt x="41266" y="54449"/>
                  <a:pt x="22577" y="84799"/>
                  <a:pt x="22577" y="119588"/>
                </a:cubicBezTo>
                <a:cubicBezTo>
                  <a:pt x="22577" y="121624"/>
                  <a:pt x="22577" y="129025"/>
                  <a:pt x="30164" y="129025"/>
                </a:cubicBezTo>
                <a:cubicBezTo>
                  <a:pt x="37934" y="129025"/>
                  <a:pt x="37934" y="121810"/>
                  <a:pt x="37934" y="119402"/>
                </a:cubicBezTo>
                <a:lnTo>
                  <a:pt x="37934" y="110149"/>
                </a:lnTo>
                <a:cubicBezTo>
                  <a:pt x="37934" y="82577"/>
                  <a:pt x="42376" y="61110"/>
                  <a:pt x="51072" y="48712"/>
                </a:cubicBezTo>
                <a:lnTo>
                  <a:pt x="77904" y="10221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D">
            <a:extLst xmlns:a="http://schemas.openxmlformats.org/drawingml/2006/main">
              <a:ext uri="{FF2B5EF4-FFF2-40B4-BE49-F238E27FC236}">
                <a16:creationId xmlns:a16="http://schemas.microsoft.com/office/drawing/2014/main" id="{960F98C6-858F-4A32-8729-5B9C891E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227" y="161212"/>
            <a:ext cx="120464" cy="126314"/>
          </a:xfrm>
          <a:custGeom xmlns:a="http://schemas.openxmlformats.org/drawingml/2006/main">
            <a:pathLst>
              <a:path w="120464" h="126314">
                <a:moveTo>
                  <a:pt x="0" y="0"/>
                </a:moveTo>
                <a:lnTo>
                  <a:pt x="0" y="5368"/>
                </a:lnTo>
                <a:lnTo>
                  <a:pt x="3702" y="5368"/>
                </a:lnTo>
                <a:cubicBezTo>
                  <a:pt x="17023" y="5368"/>
                  <a:pt x="17579" y="7217"/>
                  <a:pt x="17579" y="14058"/>
                </a:cubicBezTo>
                <a:lnTo>
                  <a:pt x="17579" y="112258"/>
                </a:lnTo>
                <a:cubicBezTo>
                  <a:pt x="17579" y="119100"/>
                  <a:pt x="17023" y="120949"/>
                  <a:pt x="3702" y="120949"/>
                </a:cubicBezTo>
                <a:lnTo>
                  <a:pt x="0" y="120949"/>
                </a:lnTo>
                <a:lnTo>
                  <a:pt x="0" y="126314"/>
                </a:lnTo>
                <a:lnTo>
                  <a:pt x="64766" y="126314"/>
                </a:lnTo>
                <a:cubicBezTo>
                  <a:pt x="95667" y="126314"/>
                  <a:pt x="120464" y="98573"/>
                  <a:pt x="120464" y="64360"/>
                </a:cubicBezTo>
                <a:cubicBezTo>
                  <a:pt x="120464" y="28667"/>
                  <a:pt x="95484" y="0"/>
                  <a:pt x="64766" y="0"/>
                </a:cubicBezTo>
                <a:lnTo>
                  <a:pt x="0" y="0"/>
                </a:lnTo>
                <a:moveTo>
                  <a:pt x="40710" y="120949"/>
                </a:moveTo>
                <a:cubicBezTo>
                  <a:pt x="32567" y="120949"/>
                  <a:pt x="32197" y="119653"/>
                  <a:pt x="32197" y="113552"/>
                </a:cubicBezTo>
                <a:lnTo>
                  <a:pt x="32197" y="12765"/>
                </a:lnTo>
                <a:cubicBezTo>
                  <a:pt x="32197" y="6661"/>
                  <a:pt x="32567" y="5368"/>
                  <a:pt x="40710" y="5368"/>
                </a:cubicBezTo>
                <a:lnTo>
                  <a:pt x="60139" y="5368"/>
                </a:lnTo>
                <a:cubicBezTo>
                  <a:pt x="75499" y="5368"/>
                  <a:pt x="87710" y="12765"/>
                  <a:pt x="95297" y="24969"/>
                </a:cubicBezTo>
                <a:cubicBezTo>
                  <a:pt x="103624" y="38101"/>
                  <a:pt x="103624" y="56779"/>
                  <a:pt x="103624" y="64176"/>
                </a:cubicBezTo>
                <a:cubicBezTo>
                  <a:pt x="103624" y="74530"/>
                  <a:pt x="103440" y="91915"/>
                  <a:pt x="92892" y="105600"/>
                </a:cubicBezTo>
                <a:cubicBezTo>
                  <a:pt x="86784" y="113368"/>
                  <a:pt x="75682" y="120949"/>
                  <a:pt x="60139" y="120949"/>
                </a:cubicBezTo>
                <a:lnTo>
                  <a:pt x="40710" y="12094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P">
            <a:extLst xmlns:a="http://schemas.openxmlformats.org/drawingml/2006/main">
              <a:ext uri="{FF2B5EF4-FFF2-40B4-BE49-F238E27FC236}">
                <a16:creationId xmlns:a16="http://schemas.microsoft.com/office/drawing/2014/main" id="{51CEBF21-80C4-4204-A305-89E11213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59" y="1313850"/>
            <a:ext cx="155463" cy="129588"/>
          </a:xfrm>
          <a:custGeom xmlns:a="http://schemas.openxmlformats.org/drawingml/2006/main">
            <a:pathLst>
              <a:path w="155463" h="129588">
                <a:moveTo>
                  <a:pt x="83087" y="89505"/>
                </a:moveTo>
                <a:lnTo>
                  <a:pt x="83087" y="51015"/>
                </a:lnTo>
                <a:cubicBezTo>
                  <a:pt x="83087" y="24368"/>
                  <a:pt x="65103" y="0"/>
                  <a:pt x="42115" y="0"/>
                </a:cubicBezTo>
                <a:cubicBezTo>
                  <a:pt x="20034" y="0"/>
                  <a:pt x="0" y="22091"/>
                  <a:pt x="0" y="52836"/>
                </a:cubicBezTo>
                <a:lnTo>
                  <a:pt x="0" y="129588"/>
                </a:lnTo>
                <a:lnTo>
                  <a:pt x="6606" y="129588"/>
                </a:lnTo>
                <a:lnTo>
                  <a:pt x="6606" y="125032"/>
                </a:lnTo>
                <a:cubicBezTo>
                  <a:pt x="6606" y="108636"/>
                  <a:pt x="8882" y="107951"/>
                  <a:pt x="17306" y="107951"/>
                </a:cubicBezTo>
                <a:lnTo>
                  <a:pt x="138164" y="107951"/>
                </a:lnTo>
                <a:cubicBezTo>
                  <a:pt x="146584" y="107951"/>
                  <a:pt x="148861" y="108636"/>
                  <a:pt x="148861" y="125032"/>
                </a:cubicBezTo>
                <a:lnTo>
                  <a:pt x="148861" y="129588"/>
                </a:lnTo>
                <a:lnTo>
                  <a:pt x="155463" y="129588"/>
                </a:lnTo>
                <a:cubicBezTo>
                  <a:pt x="155008" y="124121"/>
                  <a:pt x="155008" y="105446"/>
                  <a:pt x="155008" y="98843"/>
                </a:cubicBezTo>
                <a:cubicBezTo>
                  <a:pt x="155008" y="92011"/>
                  <a:pt x="155008" y="73336"/>
                  <a:pt x="155463" y="67869"/>
                </a:cubicBezTo>
                <a:lnTo>
                  <a:pt x="148861" y="67869"/>
                </a:lnTo>
                <a:lnTo>
                  <a:pt x="148861" y="72422"/>
                </a:lnTo>
                <a:cubicBezTo>
                  <a:pt x="148861" y="88821"/>
                  <a:pt x="146584" y="89505"/>
                  <a:pt x="138164" y="89505"/>
                </a:cubicBezTo>
                <a:lnTo>
                  <a:pt x="83087" y="89505"/>
                </a:lnTo>
                <a:moveTo>
                  <a:pt x="77620" y="89961"/>
                </a:moveTo>
                <a:lnTo>
                  <a:pt x="15711" y="89961"/>
                </a:lnTo>
                <a:cubicBezTo>
                  <a:pt x="8201" y="89961"/>
                  <a:pt x="6606" y="89505"/>
                  <a:pt x="6606" y="79483"/>
                </a:cubicBezTo>
                <a:lnTo>
                  <a:pt x="6606" y="58076"/>
                </a:lnTo>
                <a:cubicBezTo>
                  <a:pt x="6606" y="21181"/>
                  <a:pt x="32326" y="21181"/>
                  <a:pt x="42115" y="21181"/>
                </a:cubicBezTo>
                <a:cubicBezTo>
                  <a:pt x="51675" y="21181"/>
                  <a:pt x="77620" y="21181"/>
                  <a:pt x="77620" y="58302"/>
                </a:cubicBezTo>
                <a:lnTo>
                  <a:pt x="77620" y="89961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o">
            <a:extLst xmlns:a="http://schemas.openxmlformats.org/drawingml/2006/main">
              <a:ext uri="{FF2B5EF4-FFF2-40B4-BE49-F238E27FC236}">
                <a16:creationId xmlns:a16="http://schemas.microsoft.com/office/drawing/2014/main" id="{CAFDE363-85DE-494C-A963-A18CF9B1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82" y="1202982"/>
            <a:ext cx="103865" cy="97703"/>
          </a:xfrm>
          <a:custGeom xmlns:a="http://schemas.openxmlformats.org/drawingml/2006/main">
            <a:pathLst>
              <a:path w="103865" h="97703">
                <a:moveTo>
                  <a:pt x="52846" y="0"/>
                </a:moveTo>
                <a:cubicBezTo>
                  <a:pt x="23461" y="0"/>
                  <a:pt x="0" y="22321"/>
                  <a:pt x="0" y="48739"/>
                </a:cubicBezTo>
                <a:cubicBezTo>
                  <a:pt x="0" y="76067"/>
                  <a:pt x="24145" y="97703"/>
                  <a:pt x="52846" y="97703"/>
                </a:cubicBezTo>
                <a:cubicBezTo>
                  <a:pt x="81999" y="97703"/>
                  <a:pt x="103865" y="74931"/>
                  <a:pt x="103865" y="48968"/>
                </a:cubicBezTo>
                <a:cubicBezTo>
                  <a:pt x="103865" y="22091"/>
                  <a:pt x="81544" y="0"/>
                  <a:pt x="52846" y="0"/>
                </a:cubicBezTo>
                <a:moveTo>
                  <a:pt x="98857" y="48739"/>
                </a:moveTo>
                <a:cubicBezTo>
                  <a:pt x="98857" y="57166"/>
                  <a:pt x="95212" y="67414"/>
                  <a:pt x="84049" y="74020"/>
                </a:cubicBezTo>
                <a:cubicBezTo>
                  <a:pt x="73801" y="80168"/>
                  <a:pt x="60363" y="80397"/>
                  <a:pt x="50796" y="80397"/>
                </a:cubicBezTo>
                <a:cubicBezTo>
                  <a:pt x="42139" y="80397"/>
                  <a:pt x="28246" y="80397"/>
                  <a:pt x="17994" y="73336"/>
                </a:cubicBezTo>
                <a:cubicBezTo>
                  <a:pt x="8201" y="66959"/>
                  <a:pt x="4556" y="56936"/>
                  <a:pt x="4556" y="48968"/>
                </a:cubicBezTo>
                <a:cubicBezTo>
                  <a:pt x="4556" y="40086"/>
                  <a:pt x="8657" y="30519"/>
                  <a:pt x="17539" y="24371"/>
                </a:cubicBezTo>
                <a:cubicBezTo>
                  <a:pt x="28016" y="17310"/>
                  <a:pt x="42369" y="17310"/>
                  <a:pt x="50796" y="17310"/>
                </a:cubicBezTo>
                <a:cubicBezTo>
                  <a:pt x="58768" y="17310"/>
                  <a:pt x="72891" y="17310"/>
                  <a:pt x="83594" y="23231"/>
                </a:cubicBezTo>
                <a:cubicBezTo>
                  <a:pt x="94527" y="29608"/>
                  <a:pt x="98857" y="40086"/>
                  <a:pt x="98857" y="4873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l">
            <a:extLst xmlns:a="http://schemas.openxmlformats.org/drawingml/2006/main">
              <a:ext uri="{FF2B5EF4-FFF2-40B4-BE49-F238E27FC236}">
                <a16:creationId xmlns:a16="http://schemas.microsoft.com/office/drawing/2014/main" id="{53AD5E84-FFBC-453E-B996-25749D70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91" y="1139671"/>
            <a:ext cx="158132" cy="48965"/>
          </a:xfrm>
          <a:custGeom xmlns:a="http://schemas.openxmlformats.org/drawingml/2006/main">
            <a:pathLst>
              <a:path w="158132" h="48965">
                <a:moveTo>
                  <a:pt x="0" y="17306"/>
                </a:moveTo>
                <a:lnTo>
                  <a:pt x="2506" y="48965"/>
                </a:lnTo>
                <a:lnTo>
                  <a:pt x="9112" y="48965"/>
                </a:lnTo>
                <a:cubicBezTo>
                  <a:pt x="9112" y="33476"/>
                  <a:pt x="10707" y="31655"/>
                  <a:pt x="21872" y="31655"/>
                </a:cubicBezTo>
                <a:lnTo>
                  <a:pt x="141274" y="31655"/>
                </a:lnTo>
                <a:cubicBezTo>
                  <a:pt x="151529" y="31655"/>
                  <a:pt x="151529" y="34161"/>
                  <a:pt x="151529" y="48965"/>
                </a:cubicBezTo>
                <a:lnTo>
                  <a:pt x="158132" y="48965"/>
                </a:lnTo>
                <a:cubicBezTo>
                  <a:pt x="157677" y="42588"/>
                  <a:pt x="157677" y="31429"/>
                  <a:pt x="157677" y="24593"/>
                </a:cubicBezTo>
                <a:cubicBezTo>
                  <a:pt x="157677" y="17761"/>
                  <a:pt x="157677" y="6377"/>
                  <a:pt x="158132" y="0"/>
                </a:cubicBezTo>
                <a:lnTo>
                  <a:pt x="151529" y="0"/>
                </a:lnTo>
                <a:cubicBezTo>
                  <a:pt x="151529" y="14575"/>
                  <a:pt x="151529" y="17306"/>
                  <a:pt x="141274" y="17306"/>
                </a:cubicBezTo>
                <a:lnTo>
                  <a:pt x="0" y="17306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y">
            <a:extLst xmlns:a="http://schemas.openxmlformats.org/drawingml/2006/main">
              <a:ext uri="{FF2B5EF4-FFF2-40B4-BE49-F238E27FC236}">
                <a16:creationId xmlns:a16="http://schemas.microsoft.com/office/drawing/2014/main" id="{EDDB41FB-EA47-43A6-B1FE-C79D1FFB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1" y="1021016"/>
            <a:ext cx="144565" cy="109317"/>
          </a:xfrm>
          <a:custGeom xmlns:a="http://schemas.openxmlformats.org/drawingml/2006/main">
            <a:pathLst>
              <a:path w="144565" h="109317">
                <a:moveTo>
                  <a:pt x="22084" y="21177"/>
                </a:moveTo>
                <a:cubicBezTo>
                  <a:pt x="6836" y="15030"/>
                  <a:pt x="6606" y="4327"/>
                  <a:pt x="6606" y="0"/>
                </a:cubicBezTo>
                <a:lnTo>
                  <a:pt x="0" y="0"/>
                </a:lnTo>
                <a:cubicBezTo>
                  <a:pt x="459" y="6603"/>
                  <a:pt x="459" y="9793"/>
                  <a:pt x="459" y="17080"/>
                </a:cubicBezTo>
                <a:cubicBezTo>
                  <a:pt x="459" y="22317"/>
                  <a:pt x="459" y="22773"/>
                  <a:pt x="0" y="35526"/>
                </a:cubicBezTo>
                <a:lnTo>
                  <a:pt x="6606" y="35526"/>
                </a:lnTo>
                <a:cubicBezTo>
                  <a:pt x="7061" y="27099"/>
                  <a:pt x="12295" y="25049"/>
                  <a:pt x="16392" y="25049"/>
                </a:cubicBezTo>
                <a:cubicBezTo>
                  <a:pt x="18443" y="25049"/>
                  <a:pt x="19579" y="25507"/>
                  <a:pt x="21855" y="26418"/>
                </a:cubicBezTo>
                <a:lnTo>
                  <a:pt x="79209" y="49646"/>
                </a:lnTo>
                <a:lnTo>
                  <a:pt x="17303" y="74927"/>
                </a:lnTo>
                <a:cubicBezTo>
                  <a:pt x="14116" y="76293"/>
                  <a:pt x="12750" y="76293"/>
                  <a:pt x="12524" y="76293"/>
                </a:cubicBezTo>
                <a:cubicBezTo>
                  <a:pt x="6606" y="76293"/>
                  <a:pt x="6606" y="68321"/>
                  <a:pt x="6606" y="63769"/>
                </a:cubicBezTo>
                <a:lnTo>
                  <a:pt x="0" y="63769"/>
                </a:lnTo>
                <a:cubicBezTo>
                  <a:pt x="459" y="69690"/>
                  <a:pt x="459" y="80849"/>
                  <a:pt x="459" y="87226"/>
                </a:cubicBezTo>
                <a:cubicBezTo>
                  <a:pt x="459" y="95879"/>
                  <a:pt x="459" y="96334"/>
                  <a:pt x="0" y="109317"/>
                </a:cubicBezTo>
                <a:lnTo>
                  <a:pt x="6606" y="109317"/>
                </a:lnTo>
                <a:cubicBezTo>
                  <a:pt x="6606" y="96108"/>
                  <a:pt x="7746" y="94284"/>
                  <a:pt x="14801" y="91323"/>
                </a:cubicBezTo>
                <a:lnTo>
                  <a:pt x="98099" y="57392"/>
                </a:lnTo>
                <a:cubicBezTo>
                  <a:pt x="122227" y="67411"/>
                  <a:pt x="122682" y="67411"/>
                  <a:pt x="124507" y="68321"/>
                </a:cubicBezTo>
                <a:cubicBezTo>
                  <a:pt x="131339" y="72192"/>
                  <a:pt x="140013" y="78343"/>
                  <a:pt x="140013" y="88591"/>
                </a:cubicBezTo>
                <a:cubicBezTo>
                  <a:pt x="140013" y="95653"/>
                  <a:pt x="135891" y="99979"/>
                  <a:pt x="135891" y="99979"/>
                </a:cubicBezTo>
                <a:cubicBezTo>
                  <a:pt x="135891" y="99979"/>
                  <a:pt x="134981" y="92007"/>
                  <a:pt x="127012" y="92007"/>
                </a:cubicBezTo>
                <a:cubicBezTo>
                  <a:pt x="121546" y="92007"/>
                  <a:pt x="118585" y="96334"/>
                  <a:pt x="118585" y="100435"/>
                </a:cubicBezTo>
                <a:cubicBezTo>
                  <a:pt x="118585" y="104306"/>
                  <a:pt x="120861" y="109088"/>
                  <a:pt x="127468" y="109088"/>
                </a:cubicBezTo>
                <a:cubicBezTo>
                  <a:pt x="136121" y="109088"/>
                  <a:pt x="144565" y="100661"/>
                  <a:pt x="144565" y="88591"/>
                </a:cubicBezTo>
                <a:cubicBezTo>
                  <a:pt x="144565" y="75838"/>
                  <a:pt x="133389" y="66500"/>
                  <a:pt x="119040" y="60578"/>
                </a:cubicBezTo>
                <a:lnTo>
                  <a:pt x="22084" y="21177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g">
            <a:extLst xmlns:a="http://schemas.openxmlformats.org/drawingml/2006/main">
              <a:ext uri="{FF2B5EF4-FFF2-40B4-BE49-F238E27FC236}">
                <a16:creationId xmlns:a16="http://schemas.microsoft.com/office/drawing/2014/main" id="{42960AB8-2C61-449A-8745-010048DF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92" y="908736"/>
            <a:ext cx="149736" cy="102030"/>
          </a:xfrm>
          <a:custGeom xmlns:a="http://schemas.openxmlformats.org/drawingml/2006/main">
            <a:pathLst>
              <a:path w="149736" h="102030">
                <a:moveTo>
                  <a:pt x="61722" y="81078"/>
                </a:moveTo>
                <a:cubicBezTo>
                  <a:pt x="68780" y="70375"/>
                  <a:pt x="68780" y="61263"/>
                  <a:pt x="68780" y="58757"/>
                </a:cubicBezTo>
                <a:cubicBezTo>
                  <a:pt x="68780" y="38261"/>
                  <a:pt x="53295" y="23002"/>
                  <a:pt x="35756" y="23002"/>
                </a:cubicBezTo>
                <a:cubicBezTo>
                  <a:pt x="29608" y="23002"/>
                  <a:pt x="20952" y="24823"/>
                  <a:pt x="13664" y="32110"/>
                </a:cubicBezTo>
                <a:cubicBezTo>
                  <a:pt x="4552" y="23231"/>
                  <a:pt x="4552" y="12524"/>
                  <a:pt x="4552" y="11388"/>
                </a:cubicBezTo>
                <a:cubicBezTo>
                  <a:pt x="4552" y="10474"/>
                  <a:pt x="4552" y="9338"/>
                  <a:pt x="5008" y="8427"/>
                </a:cubicBezTo>
                <a:cubicBezTo>
                  <a:pt x="5922" y="10703"/>
                  <a:pt x="8198" y="11843"/>
                  <a:pt x="10703" y="11843"/>
                </a:cubicBezTo>
                <a:cubicBezTo>
                  <a:pt x="13890" y="11843"/>
                  <a:pt x="16625" y="9564"/>
                  <a:pt x="16625" y="5922"/>
                </a:cubicBezTo>
                <a:cubicBezTo>
                  <a:pt x="16625" y="4097"/>
                  <a:pt x="15485" y="0"/>
                  <a:pt x="10474" y="0"/>
                </a:cubicBezTo>
                <a:cubicBezTo>
                  <a:pt x="6377" y="0"/>
                  <a:pt x="0" y="3187"/>
                  <a:pt x="0" y="11159"/>
                </a:cubicBezTo>
                <a:cubicBezTo>
                  <a:pt x="0" y="23002"/>
                  <a:pt x="7287" y="31884"/>
                  <a:pt x="10703" y="35071"/>
                </a:cubicBezTo>
                <a:cubicBezTo>
                  <a:pt x="5463" y="41903"/>
                  <a:pt x="2502" y="49875"/>
                  <a:pt x="2502" y="58532"/>
                </a:cubicBezTo>
                <a:cubicBezTo>
                  <a:pt x="2502" y="79028"/>
                  <a:pt x="17991" y="94287"/>
                  <a:pt x="35530" y="94287"/>
                </a:cubicBezTo>
                <a:cubicBezTo>
                  <a:pt x="48513" y="94287"/>
                  <a:pt x="56936" y="86315"/>
                  <a:pt x="58987" y="84039"/>
                </a:cubicBezTo>
                <a:cubicBezTo>
                  <a:pt x="62403" y="86770"/>
                  <a:pt x="69013" y="90871"/>
                  <a:pt x="77954" y="90871"/>
                </a:cubicBezTo>
                <a:cubicBezTo>
                  <a:pt x="91236" y="90871"/>
                  <a:pt x="96932" y="82899"/>
                  <a:pt x="98072" y="81078"/>
                </a:cubicBezTo>
                <a:cubicBezTo>
                  <a:pt x="101029" y="91552"/>
                  <a:pt x="109223" y="102030"/>
                  <a:pt x="121060" y="102030"/>
                </a:cubicBezTo>
                <a:cubicBezTo>
                  <a:pt x="136764" y="102030"/>
                  <a:pt x="149736" y="80623"/>
                  <a:pt x="149736" y="52610"/>
                </a:cubicBezTo>
                <a:cubicBezTo>
                  <a:pt x="149736" y="25507"/>
                  <a:pt x="137674" y="2961"/>
                  <a:pt x="120604" y="2961"/>
                </a:cubicBezTo>
                <a:cubicBezTo>
                  <a:pt x="114912" y="2961"/>
                  <a:pt x="101484" y="4556"/>
                  <a:pt x="94426" y="18220"/>
                </a:cubicBezTo>
                <a:cubicBezTo>
                  <a:pt x="88505" y="29834"/>
                  <a:pt x="88505" y="41222"/>
                  <a:pt x="88505" y="60808"/>
                </a:cubicBezTo>
                <a:cubicBezTo>
                  <a:pt x="88505" y="74701"/>
                  <a:pt x="88505" y="76293"/>
                  <a:pt x="84147" y="80394"/>
                </a:cubicBezTo>
                <a:cubicBezTo>
                  <a:pt x="81853" y="82670"/>
                  <a:pt x="77495" y="84720"/>
                  <a:pt x="72679" y="84720"/>
                </a:cubicBezTo>
                <a:cubicBezTo>
                  <a:pt x="68780" y="84720"/>
                  <a:pt x="64908" y="83354"/>
                  <a:pt x="61722" y="81078"/>
                </a:cubicBezTo>
                <a:moveTo>
                  <a:pt x="63998" y="58532"/>
                </a:moveTo>
                <a:cubicBezTo>
                  <a:pt x="63998" y="78573"/>
                  <a:pt x="40996" y="78573"/>
                  <a:pt x="35756" y="78573"/>
                </a:cubicBezTo>
                <a:cubicBezTo>
                  <a:pt x="31658" y="78573"/>
                  <a:pt x="22317" y="78573"/>
                  <a:pt x="16170" y="74701"/>
                </a:cubicBezTo>
                <a:cubicBezTo>
                  <a:pt x="9564" y="70375"/>
                  <a:pt x="7287" y="63539"/>
                  <a:pt x="7287" y="58757"/>
                </a:cubicBezTo>
                <a:cubicBezTo>
                  <a:pt x="7287" y="38716"/>
                  <a:pt x="30289" y="38716"/>
                  <a:pt x="35530" y="38716"/>
                </a:cubicBezTo>
                <a:cubicBezTo>
                  <a:pt x="39627" y="38716"/>
                  <a:pt x="48968" y="38716"/>
                  <a:pt x="55116" y="42588"/>
                </a:cubicBezTo>
                <a:cubicBezTo>
                  <a:pt x="61722" y="46914"/>
                  <a:pt x="63998" y="53746"/>
                  <a:pt x="63998" y="58532"/>
                </a:cubicBezTo>
                <a:moveTo>
                  <a:pt x="144955" y="52381"/>
                </a:moveTo>
                <a:cubicBezTo>
                  <a:pt x="144955" y="74246"/>
                  <a:pt x="133803" y="90871"/>
                  <a:pt x="120830" y="90871"/>
                </a:cubicBezTo>
                <a:cubicBezTo>
                  <a:pt x="119009" y="90871"/>
                  <a:pt x="110134" y="90416"/>
                  <a:pt x="104216" y="81759"/>
                </a:cubicBezTo>
                <a:cubicBezTo>
                  <a:pt x="101029" y="76752"/>
                  <a:pt x="101029" y="74701"/>
                  <a:pt x="101029" y="58757"/>
                </a:cubicBezTo>
                <a:cubicBezTo>
                  <a:pt x="101029" y="39856"/>
                  <a:pt x="101029" y="14119"/>
                  <a:pt x="120830" y="14119"/>
                </a:cubicBezTo>
                <a:cubicBezTo>
                  <a:pt x="134258" y="14119"/>
                  <a:pt x="144955" y="31429"/>
                  <a:pt x="144955" y="52381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l">
            <a:extLst xmlns:a="http://schemas.openxmlformats.org/drawingml/2006/main">
              <a:ext uri="{FF2B5EF4-FFF2-40B4-BE49-F238E27FC236}">
                <a16:creationId xmlns:a16="http://schemas.microsoft.com/office/drawing/2014/main" id="{4FAA2393-5578-4F2D-88B6-CCC2B5FD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91" y="849067"/>
            <a:ext cx="158132" cy="48965"/>
          </a:xfrm>
          <a:custGeom xmlns:a="http://schemas.openxmlformats.org/drawingml/2006/main">
            <a:pathLst>
              <a:path w="158132" h="48965">
                <a:moveTo>
                  <a:pt x="0" y="17306"/>
                </a:moveTo>
                <a:lnTo>
                  <a:pt x="2506" y="48965"/>
                </a:lnTo>
                <a:lnTo>
                  <a:pt x="9112" y="48965"/>
                </a:lnTo>
                <a:cubicBezTo>
                  <a:pt x="9112" y="33476"/>
                  <a:pt x="10707" y="31655"/>
                  <a:pt x="21872" y="31655"/>
                </a:cubicBezTo>
                <a:lnTo>
                  <a:pt x="141274" y="31655"/>
                </a:lnTo>
                <a:cubicBezTo>
                  <a:pt x="151529" y="31655"/>
                  <a:pt x="151529" y="34161"/>
                  <a:pt x="151529" y="48965"/>
                </a:cubicBezTo>
                <a:lnTo>
                  <a:pt x="158132" y="48965"/>
                </a:lnTo>
                <a:cubicBezTo>
                  <a:pt x="157677" y="42588"/>
                  <a:pt x="157677" y="31429"/>
                  <a:pt x="157677" y="24593"/>
                </a:cubicBezTo>
                <a:cubicBezTo>
                  <a:pt x="157677" y="17761"/>
                  <a:pt x="157677" y="6377"/>
                  <a:pt x="158132" y="0"/>
                </a:cubicBezTo>
                <a:lnTo>
                  <a:pt x="151529" y="0"/>
                </a:lnTo>
                <a:cubicBezTo>
                  <a:pt x="151529" y="14575"/>
                  <a:pt x="151529" y="17306"/>
                  <a:pt x="141274" y="17306"/>
                </a:cubicBezTo>
                <a:lnTo>
                  <a:pt x="0" y="17306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o">
            <a:extLst xmlns:a="http://schemas.openxmlformats.org/drawingml/2006/main">
              <a:ext uri="{FF2B5EF4-FFF2-40B4-BE49-F238E27FC236}">
                <a16:creationId xmlns:a16="http://schemas.microsoft.com/office/drawing/2014/main" id="{21C82864-E89A-47CF-AC9F-4BC3D2AC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82" y="739291"/>
            <a:ext cx="103865" cy="97703"/>
          </a:xfrm>
          <a:custGeom xmlns:a="http://schemas.openxmlformats.org/drawingml/2006/main">
            <a:pathLst>
              <a:path w="103865" h="97703">
                <a:moveTo>
                  <a:pt x="52846" y="0"/>
                </a:moveTo>
                <a:cubicBezTo>
                  <a:pt x="23461" y="0"/>
                  <a:pt x="0" y="22321"/>
                  <a:pt x="0" y="48739"/>
                </a:cubicBezTo>
                <a:cubicBezTo>
                  <a:pt x="0" y="76067"/>
                  <a:pt x="24145" y="97703"/>
                  <a:pt x="52846" y="97703"/>
                </a:cubicBezTo>
                <a:cubicBezTo>
                  <a:pt x="81999" y="97703"/>
                  <a:pt x="103865" y="74931"/>
                  <a:pt x="103865" y="48968"/>
                </a:cubicBezTo>
                <a:cubicBezTo>
                  <a:pt x="103865" y="22091"/>
                  <a:pt x="81544" y="0"/>
                  <a:pt x="52846" y="0"/>
                </a:cubicBezTo>
                <a:moveTo>
                  <a:pt x="98857" y="48739"/>
                </a:moveTo>
                <a:cubicBezTo>
                  <a:pt x="98857" y="57166"/>
                  <a:pt x="95212" y="67414"/>
                  <a:pt x="84049" y="74020"/>
                </a:cubicBezTo>
                <a:cubicBezTo>
                  <a:pt x="73801" y="80168"/>
                  <a:pt x="60363" y="80397"/>
                  <a:pt x="50796" y="80397"/>
                </a:cubicBezTo>
                <a:cubicBezTo>
                  <a:pt x="42139" y="80397"/>
                  <a:pt x="28246" y="80397"/>
                  <a:pt x="17994" y="73336"/>
                </a:cubicBezTo>
                <a:cubicBezTo>
                  <a:pt x="8201" y="66959"/>
                  <a:pt x="4556" y="56936"/>
                  <a:pt x="4556" y="48968"/>
                </a:cubicBezTo>
                <a:cubicBezTo>
                  <a:pt x="4556" y="40086"/>
                  <a:pt x="8657" y="30519"/>
                  <a:pt x="17539" y="24371"/>
                </a:cubicBezTo>
                <a:cubicBezTo>
                  <a:pt x="28016" y="17310"/>
                  <a:pt x="42369" y="17310"/>
                  <a:pt x="50796" y="17310"/>
                </a:cubicBezTo>
                <a:cubicBezTo>
                  <a:pt x="58768" y="17310"/>
                  <a:pt x="72891" y="17310"/>
                  <a:pt x="83594" y="23231"/>
                </a:cubicBezTo>
                <a:cubicBezTo>
                  <a:pt x="94527" y="29608"/>
                  <a:pt x="98857" y="40086"/>
                  <a:pt x="98857" y="4873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t">
            <a:extLst xmlns:a="http://schemas.openxmlformats.org/drawingml/2006/main">
              <a:ext uri="{FF2B5EF4-FFF2-40B4-BE49-F238E27FC236}">
                <a16:creationId xmlns:a16="http://schemas.microsoft.com/office/drawing/2014/main" id="{543157F8-1EAD-4118-BDA0-9A19E09F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4" y="658216"/>
            <a:ext cx="142223" cy="70145"/>
          </a:xfrm>
          <a:custGeom xmlns:a="http://schemas.openxmlformats.org/drawingml/2006/main">
            <a:pathLst>
              <a:path w="142223" h="70145">
                <a:moveTo>
                  <a:pt x="48523" y="35981"/>
                </a:moveTo>
                <a:lnTo>
                  <a:pt x="48523" y="3871"/>
                </a:lnTo>
                <a:lnTo>
                  <a:pt x="41917" y="3871"/>
                </a:lnTo>
                <a:lnTo>
                  <a:pt x="41917" y="35981"/>
                </a:lnTo>
                <a:lnTo>
                  <a:pt x="0" y="35981"/>
                </a:lnTo>
                <a:lnTo>
                  <a:pt x="0" y="40993"/>
                </a:lnTo>
                <a:cubicBezTo>
                  <a:pt x="21414" y="41222"/>
                  <a:pt x="43286" y="49420"/>
                  <a:pt x="43967" y="70145"/>
                </a:cubicBezTo>
                <a:lnTo>
                  <a:pt x="48523" y="70145"/>
                </a:lnTo>
                <a:lnTo>
                  <a:pt x="48523" y="50786"/>
                </a:lnTo>
                <a:lnTo>
                  <a:pt x="111743" y="50786"/>
                </a:lnTo>
                <a:cubicBezTo>
                  <a:pt x="136986" y="50786"/>
                  <a:pt x="142223" y="33935"/>
                  <a:pt x="142223" y="21862"/>
                </a:cubicBezTo>
                <a:cubicBezTo>
                  <a:pt x="142223" y="7513"/>
                  <a:pt x="128118" y="0"/>
                  <a:pt x="111743" y="0"/>
                </a:cubicBezTo>
                <a:lnTo>
                  <a:pt x="98781" y="0"/>
                </a:lnTo>
                <a:lnTo>
                  <a:pt x="98781" y="5011"/>
                </a:lnTo>
                <a:lnTo>
                  <a:pt x="111287" y="5011"/>
                </a:lnTo>
                <a:cubicBezTo>
                  <a:pt x="127662" y="5011"/>
                  <a:pt x="137215" y="11614"/>
                  <a:pt x="137215" y="20496"/>
                </a:cubicBezTo>
                <a:cubicBezTo>
                  <a:pt x="137215" y="35981"/>
                  <a:pt x="116066" y="35981"/>
                  <a:pt x="112198" y="35981"/>
                </a:cubicBezTo>
                <a:lnTo>
                  <a:pt x="48523" y="35981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A2BA24-BF4E-4B4A-8690-09597FC2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907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9B1E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ED8475-E953-4BF2-A146-B7CB02CC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907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9B1E00"/>
            </a:solidFill>
            <a:round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23AD02-7C6F-4FD0-8AA0-C276B3A6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550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9B1E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2B09E3-669E-4FCC-BFB3-13BE85CA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550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9B1E00"/>
            </a:solidFill>
            <a:round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3B983C-2957-46F0-B865-E1350D1F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92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9B1E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A2787F-E40F-4570-882A-063547B4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92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9B1E00"/>
            </a:solidFill>
            <a:round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EC55EA-F35C-44A3-BD57-4C0DCE4F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34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9B1E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F0AB5E-43AB-4D77-8538-137C2390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34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9B1E00"/>
            </a:solidFill>
            <a:round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53D853-18B2-4728-9171-B0444196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476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9B1E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D41D00-B971-4F6B-BA2B-F2555601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476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9B1E00"/>
            </a:solidFill>
            <a:round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2E176F-D6CC-4A0F-A5DE-940D0CCE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18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9B1E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2F2531-6DE7-4E43-B607-5D016C42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18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9B1E00"/>
            </a:solidFill>
            <a:round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504A1A-1822-4EE5-9A1D-4B5B977E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760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9B1E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4363E9-EC38-4672-8844-CA193A63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760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9B1E00"/>
            </a:solidFill>
            <a:round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FE66BF-EB1C-4108-9C3E-071043D6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402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9B1E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B577DD-D30A-4AE7-A158-4955C2C8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402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9B1E00"/>
            </a:solidFill>
            <a:round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D434ED-0430-4BEC-8AE4-7848B522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044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9B1E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A40260-EBD0-49BB-93EF-2F53098A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044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9B1E00"/>
            </a:solidFill>
            <a:round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2F1B55-AFAE-40C8-8A84-D4A20C95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686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9B1E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9BC559-35BA-4343-B13D-3A7FF6C8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686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9B1E00"/>
            </a:solidFill>
            <a:round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066DC0-BF06-4A02-AB1D-B5DC80B7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8328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B64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C9B688-883B-49E7-8604-30ED4056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8328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B64F00"/>
            </a:solidFill>
            <a:round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FE17D7-D650-4344-9378-AAEC51AA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1970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E4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2E2FA5-4B18-46DE-8356-80C80F3F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1970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AE4000"/>
            </a:solidFill>
            <a:round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234518-D8F9-4CC6-A32E-94CEE3E6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612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8C0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886D59-4903-4FD0-8ED3-0422AFA5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612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8C0200"/>
            </a:solidFill>
            <a:round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1D95AC-EF46-438B-914F-CC38E021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9254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FDD4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00FE34-0DD5-4906-8CFE-F64E607F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9254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FDD400"/>
            </a:solidFill>
            <a:round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939574-7899-4457-BF5C-B18A9781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896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FCD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2DB0EF-D6ED-4292-80E8-234B2353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896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FCD200"/>
            </a:solidFill>
            <a:round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4C3E2C-A357-4FA2-9100-27D3125B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6538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9008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6783C2-382D-4A6B-A62C-9FB74FBE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6538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900800"/>
            </a:solidFill>
            <a:round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D4D3CF-A9FD-4643-9F54-E8499C2E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180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8B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6374A1-5C53-4371-BA2B-D8131DE6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180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8B0000"/>
            </a:solidFill>
            <a:round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E8024B-5A81-45A4-A445-3FB48D2B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822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FFD7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564B9A-3A6C-4A7D-96C6-EE26CD73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822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FFD700"/>
            </a:solidFill>
            <a:round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B5BB44-F82E-4974-97A0-56C88892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464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FDD4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D6A280-98C1-4319-A8A2-B5A7724A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464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FDD400"/>
            </a:solidFill>
            <a:round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4EB2C9-F14F-4591-BC64-00BE9C75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107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B349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B1FBBD-8292-42EA-A027-6BF3B4B0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107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B34900"/>
            </a:solidFill>
            <a:round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6A421A-79E8-4070-BDDC-4169670D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748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DC9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21A4D8-D623-4C41-BAE9-0CB9C57F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748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DC9500"/>
            </a:solidFill>
            <a:round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4E54B2-6C9C-4924-868F-B677CAD9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391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D181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8FDCDC-F522-4483-B19C-3A361BAC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391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D18100"/>
            </a:solidFill>
            <a:round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46675D-F9A1-4570-BB85-A6313A29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033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D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312775-412C-4562-ACCD-1B173F68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033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D08000"/>
            </a:solidFill>
            <a:round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21EC2A-2A7D-46CF-8D4D-6FC3109E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675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D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14885C-CBB4-474E-B661-16E263E5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675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D08000"/>
            </a:solidFill>
            <a:round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3C1034-7669-437E-86E7-CDBB2AC1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317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D38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5BE9BE-F257-4640-A0E9-77DFF981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317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D38500"/>
            </a:solidFill>
            <a:round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EE5B84-8ACC-46BF-933C-437E6496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959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DB94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1B6A6C-6491-4547-BA47-9912585E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959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DB9400"/>
            </a:solidFill>
            <a:round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912D62-273A-458F-BD2F-C5604CF4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601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F43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1D4C4B-2052-4C8F-9C41-2BEDCFF7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601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AF4300"/>
            </a:solidFill>
            <a:round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95BF1D-327F-4D5C-A845-BA99DA40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0243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F43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6B040F-5158-451F-A677-012894A4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0243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AF4300"/>
            </a:solidFill>
            <a:round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DC52AC-0E12-402B-AC87-A72BED00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885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B44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A57A93-DC9E-4392-A961-B341963F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885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B44C00"/>
            </a:solidFill>
            <a:round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9E4BAC-5632-487E-8418-DF9D3294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527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B854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7B5E73-1999-42D1-B368-FCB34168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527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B85400"/>
            </a:solidFill>
            <a:round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F10806-CCA9-4E28-BC70-D96E352E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1169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B854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8B5B2C-4065-47CC-9752-3F60D633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1169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B85400"/>
            </a:solidFill>
            <a:round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FB2545-8E22-402F-810E-67E2BF99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811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B854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2E38B5-8B52-4399-AB79-9C37BF4D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811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B85400"/>
            </a:solidFill>
            <a:round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490040-696D-414B-A225-AD53C5E8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53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42E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8AED87-396A-4397-ACCB-B92093E5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53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A42E00"/>
            </a:solidFill>
            <a:round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5963ED-16EF-4434-B10D-9ED69E97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095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BD5D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B6B115-6BFB-4038-B084-322DD7FC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095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BD5D00"/>
            </a:solidFill>
            <a:round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000760-C41E-44F3-A5E1-D80B4DCA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737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9A1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F11DB9-8F7A-49CD-A34B-86453766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737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9A1C00"/>
            </a:solidFill>
            <a:round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388D50-A699-40E9-BEB8-AE8AA873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9380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B853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02FA9D-AA25-417B-AAA7-14C7FDE8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9380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B85300"/>
            </a:solidFill>
            <a:round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3F309E-F635-468F-94EC-18148219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3021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E19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F3F672-889D-4E34-B27F-5326A62C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3021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E19F00"/>
            </a:solidFill>
            <a:round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91C241-5E7C-462A-B488-D8FE221F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664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3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88CC66-E2C9-4269-9D20-A00B7699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664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A63200"/>
            </a:solidFill>
            <a:round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46AC85-AD80-4CF7-90B0-3D0D95F2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0306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FDD4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3B2BF9-D6EA-4F4F-9A73-D6060155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0306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FDD400"/>
            </a:solidFill>
            <a:round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141025-9F37-4D7E-A331-EEFEE0CA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948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FDD4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483305-8620-42BB-820C-6DC2444A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948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FDD400"/>
            </a:solidFill>
            <a:round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9E1D97-901E-4B04-8DFD-AF8D90CC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590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FDD4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7C45A3-55D9-4170-AF71-B4BC9BDE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590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FDD400"/>
            </a:solidFill>
            <a:round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E11E4F-DE58-40FD-BF85-8747ACE4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232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FDD4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8F7DA0-2EE7-4BA1-8D18-E38E44FC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232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FDD400"/>
            </a:solidFill>
            <a:round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3E2E3E-0A97-4500-BC04-F0E465E3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4874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FDD4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CC6A55-B449-4F54-AD4C-D3677166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4874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FDD400"/>
            </a:solidFill>
            <a:round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07B3C6-3B78-461B-93B4-3920C03C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8516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F4C3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9C1870-C044-4B74-928C-5EFDE10F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8516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F4C300"/>
            </a:solidFill>
            <a:round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EE2827-F509-4BE4-BD82-C3251463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2158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C871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E1DC8C-66FD-4842-AB05-C8103C0A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2158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C87100"/>
            </a:solidFill>
            <a:round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A14E56-7596-4BA9-B605-4C44CAE5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5800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CB7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5A5A1A-1275-49FE-91A5-8BA18AA4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5800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CB7600"/>
            </a:solidFill>
            <a:round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624A56-A574-4298-9F63-A24B8A40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9442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F3C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999BD0-0D13-483E-8E4B-C0DCDD12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9442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F3C000"/>
            </a:solidFill>
            <a:round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382EC1-8056-4FA1-808D-7B0C9E5C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3084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F9CB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31AFF7-0702-4A41-A601-7BBA4268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3084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F9CB00"/>
            </a:solidFill>
            <a:round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AA268B-D6F6-4626-96C9-CA4E1DAD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726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DF9C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7B7600-5073-47EB-A838-E792CE59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726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DF9C00"/>
            </a:solidFill>
            <a:round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063398-EEB2-4A2E-BEAE-AF4D2343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0368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B65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AE6C15-5CF9-4F69-BB90-C2302844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0368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B65000"/>
            </a:solidFill>
            <a:round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FF5475-2EF2-4C09-A53E-86CE85C8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4010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FDD4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4D0E9C-DA99-4865-872B-640CF485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4010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FDD400"/>
            </a:solidFill>
            <a:round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A1FE0C-84C2-4063-A3CA-F9DB748D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652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FDD4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660C67-8003-4D1B-A3FE-040B8DC4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652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FDD400"/>
            </a:solidFill>
            <a:round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1B66FB-D5ED-4095-AB3E-401AC776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294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D488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838EF9-A65A-49AE-A785-BB1FA554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294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D48800"/>
            </a:solidFill>
            <a:round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CC6916-E243-4D9D-80A2-4E5E1087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4936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CC78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E738FD-AF00-4771-AF36-F4D5A9EC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4936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CC7800"/>
            </a:solidFill>
            <a:round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CA68EF-AA81-4C93-A01F-6E9C162D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578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CC78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D9396F-E0DF-4E4A-9062-A1620481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578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CC7800"/>
            </a:solidFill>
            <a:round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D9A0A0-B784-4C65-9412-30CAA96B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220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961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1732DB-5F19-4820-AB1E-7C4781FC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220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961500"/>
            </a:solidFill>
            <a:round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66FED9-793C-4C58-8044-6AD54496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862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9D2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3F8B76-983C-4987-8DC2-88C02943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862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9D2200"/>
            </a:solidFill>
            <a:round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4D1435-EC9D-4CE4-9FCD-9D221701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9505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8C0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47BE86-334F-4822-BA21-BF62E49E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9505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8C0200"/>
            </a:solidFill>
            <a:round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8CC181-0039-4BE3-9F98-7F693076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146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8B01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186BB5-0043-4F3B-B13E-93054A8D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146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8B0100"/>
            </a:solidFill>
            <a:round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F3A843-C44A-43CC-BA52-2FAE92B6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788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8B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1FB38D-91D1-4FBB-BD4A-DF7DFDA8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788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8B0000"/>
            </a:solidFill>
            <a:round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728C9B-FBA7-43C6-B652-A0E08835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431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E4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DEB8E9-5930-4137-BD9E-002A848D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431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AE4000"/>
            </a:solidFill>
            <a:round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B174C5-E311-4548-B94D-710E8427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074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9A1B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C6CEAF-7DB7-4F27-9576-19E337D9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074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9A1B00"/>
            </a:solidFill>
            <a:round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ABBC5B-8A33-4084-B39E-F0D947E3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716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8E0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1AFCF1-8E51-4AD2-9E83-D0D0F018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716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8E0500"/>
            </a:solidFill>
            <a:round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E851FC-543D-4C7A-A86E-B38F8F25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1359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8D03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BE2BF9-8C42-4B0C-A406-D353C66C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1359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8D0300"/>
            </a:solidFill>
            <a:round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5532A8-9652-417C-B83B-BC8DED18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5001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8D03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DEC789-1775-4906-A7AA-52D7519F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5001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8D0300"/>
            </a:solidFill>
            <a:round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A21CB2-867D-4328-A6E7-0CE33424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644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8D04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42496B-F879-4F68-AE27-F86AAD14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644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8D0400"/>
            </a:solidFill>
            <a:round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454095-225F-4DFB-AC37-45E40049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286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8B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A22C62-87C0-4360-9672-D13948C7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286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8B0000"/>
            </a:solidFill>
            <a:round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BDC4F4-2515-4FF7-B70C-860151F8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5929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8B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86F408-BA5C-464F-8964-878AEA80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5929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8B0000"/>
            </a:solidFill>
            <a:round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0A0896-EB2A-4419-96CE-80E75098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571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DC9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4CD71A-97E3-4FDE-8F23-5F75A6E6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571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DC9500"/>
            </a:solidFill>
            <a:round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F8BB4A-FB1C-4424-854F-0F14F69D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213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C76E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4A76C2-C71D-4DB6-A97F-FB56A170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213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C76E00"/>
            </a:solidFill>
            <a:round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8CE01B-72EB-4B57-ACF1-0655CF64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856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B95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22620B-AACB-445C-A94F-1B8F2D4E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856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B95600"/>
            </a:solidFill>
            <a:round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60AAA1-1FDD-4A34-AC9E-46A631D7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0499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DB94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5FF991-2EEA-4940-9C40-E1CD0F60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0499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DB9400"/>
            </a:solidFill>
            <a:round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4C6935-9862-406A-B3FC-D4BCB0E0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4141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C76E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B01EDF-E62D-426A-8F34-7A3FEF2E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4141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C76E00"/>
            </a:solidFill>
            <a:round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BF9459-A400-4D5C-96FE-0C6152A0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4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B95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D56A46-DD82-48CF-960C-6CE71241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4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B95600"/>
            </a:solidFill>
            <a:round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1E5280-0D29-41B4-9451-8AC584BD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426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B95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7FA798-AD27-4F80-AB95-11A21812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426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B95600"/>
            </a:solidFill>
            <a:round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F088EA-4B8B-461C-838C-47B88082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5069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9818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D3D4CA-9158-4431-BD87-016A795D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5069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981800"/>
            </a:solidFill>
            <a:round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A9421F-F244-4A46-91B6-181AFF02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711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B95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E559DD-949B-4B2E-9387-FAA8255F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711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B95600"/>
            </a:solidFill>
            <a:round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D4D4E6-40BE-4A56-A11C-37ECB546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2354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DE99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82FA2D-950C-420F-8FC6-3B687DF6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2354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DE9900"/>
            </a:solidFill>
            <a:round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4EE904-4DAF-4C3B-B455-E1651A85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5996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DD99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EAA9DA-BAAD-4015-92AE-91732894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5996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DD9900"/>
            </a:solidFill>
            <a:round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254A2B-4D80-4AA6-BDBE-8ABFABDC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9638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B95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5F5100-9CD8-4A1C-B59F-C0B2D61B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9638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B95600"/>
            </a:solidFill>
            <a:round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02CF34-D0BD-4E48-A1A4-D356CC46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281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B95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69CB23-808E-44E4-85CA-B0EF7419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281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B95600"/>
            </a:solidFill>
            <a:round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F225F4-0CAF-49AF-8DAB-11863D0F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6923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DD99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A05437-0E38-4796-A97A-A6293A31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6923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DD9900"/>
            </a:solidFill>
            <a:round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F802E9-AC4F-41DE-8E26-E9D5C11E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0566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DD99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ACC7A4-4E4A-4CA3-9F4A-25E453CF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0566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DD9900"/>
            </a:solidFill>
            <a:round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5BD475-8D59-4717-8AB9-0A9C5CF1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208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CB77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B5E823-7245-4AFC-B755-9A192249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208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CB7700"/>
            </a:solidFill>
            <a:round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DB7405-E3FF-46E9-84BA-9F34357B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851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B95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E018AA-74E8-453B-B7E5-38874BD5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851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B95600"/>
            </a:solidFill>
            <a:round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D27320-8709-4C18-9C71-88CE998B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1493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B95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12DD33-1A9A-4D52-BC20-80C7400E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1493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B95600"/>
            </a:solidFill>
            <a:round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8FAF18-D82F-46B4-957D-C52D9FC0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5136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CA7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421402-8478-48B0-87A5-170539C4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5136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CA7500"/>
            </a:solidFill>
            <a:round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6B3B0C-B419-4618-B070-109C0C55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778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B95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74C32B-3BD5-4282-B763-85F57160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778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B95600"/>
            </a:solidFill>
            <a:round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DE0484-491C-42D5-94F9-88C8AEE8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21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B95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499B2D-F324-49F9-A20A-BACCAB3D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21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B95600"/>
            </a:solidFill>
            <a:round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4A1641-4FC1-446A-92FF-DE2AD5F0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6063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DD98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A8260C-BB8B-41A4-8E3E-6D18147E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6063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DD9800"/>
            </a:solidFill>
            <a:round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85B2D2-EFC2-431D-BFDF-4E01F3FA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706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DD98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42ED9C-545D-4AC7-9D7A-17A6104D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706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DD9800"/>
            </a:solidFill>
            <a:round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1C270D-7785-4377-9373-ECF22184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3348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CA7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1E66C5-FDEE-407B-910F-0CEAC05A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3348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CA7500"/>
            </a:solidFill>
            <a:round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E78D37-FC5C-494E-BAC4-BBB622AA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6991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B95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136C05-8559-4EDB-A78C-BC98B61D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6991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B95600"/>
            </a:solidFill>
            <a:round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0B72C4-3727-4C58-B0E7-73654876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633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B95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A10C99-2B18-43D4-847F-210D5A25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633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B95600"/>
            </a:solidFill>
            <a:round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770E1C-743B-4F9F-9F8A-87B5E7D8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276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E19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572928-D13D-4501-A505-4F818293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276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E19F00"/>
            </a:solidFill>
            <a:round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C1BE00-187B-4371-BBF7-DD811C82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7918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D18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546E78-AD51-4AFE-92AF-8421171B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7918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D18200"/>
            </a:solidFill>
            <a:round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562375-9660-42AB-9FF4-374D5BD2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1561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B95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3CEFE8-79C9-4962-A998-5F2B1B6E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1561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B95600"/>
            </a:solidFill>
            <a:round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687C66-AC64-484F-BC1C-99AF98A7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5203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33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40FB34-BDD2-4571-AEF7-19B04F04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5203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A63300"/>
            </a:solidFill>
            <a:round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3EB2DD-DBCC-4B88-A8A0-A8DEC0BB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8845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B95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819C07-F551-4CEA-9D8D-CBBB8DB7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8845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B95500"/>
            </a:solidFill>
            <a:round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FF7E98-8F3B-4F44-B4C6-3C4E2A38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2488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B75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CB511F-3CD5-4ABE-935B-404FB187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2488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B75200"/>
            </a:solidFill>
            <a:round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A05772-FB69-49FC-8B87-E9809609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6130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33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1845D5-F68D-4562-90D1-0E10C319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6130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A63300"/>
            </a:solidFill>
            <a:round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37A3FE-DCFB-4301-9987-372601FE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9773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9B1E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9D7067-78D1-4D90-A8F3-323EACEC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9773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9B1E00"/>
            </a:solidFill>
            <a:round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3FC53C-D542-4588-999E-FBD52B9A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3415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8B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0B94F8-6C70-416B-9397-C71B7384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3415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8B0000"/>
            </a:solidFill>
            <a:round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570949-73EA-4704-8C9F-5E5D1FBC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7058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9B1E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D15B25-2237-44B6-AED4-2D8AB8A0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7058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9B1E00"/>
            </a:solidFill>
            <a:round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7AC6B6-FE90-42E6-A509-1DF6AC2C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0700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8B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6150BE-8A74-4E53-ACB4-A1587B0F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0700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8B0000"/>
            </a:solidFill>
            <a:round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F90C3D-920B-4B08-A1EE-3CA50676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4343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8B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66250C-8C5C-4BC5-8832-4CF9DACA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4343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8B0000"/>
            </a:solidFill>
            <a:round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B7FFC3-A301-4694-B869-83DACDF8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7985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8B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2BC9A1-78DC-4E7B-83AE-4193A90A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7985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8B0000"/>
            </a:solidFill>
            <a:round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67ABAE-6539-4107-B776-83349365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1628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8B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F44F59-7E25-4252-89CA-7195704E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1628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8B0000"/>
            </a:solidFill>
            <a:round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1F8155-3312-40C9-8949-793E9D5E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5270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9B1E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A26EA3-4532-4115-B588-6EE9CC8E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5270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9B1E00"/>
            </a:solidFill>
            <a:round/>
          </a:ln>
        </p:spPr>
      </p:sp>
      <p:sp>
        <p:nvSpPr>
          <p:cNvPr id="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FA3D86-8B15-400E-8623-FF3CBEC2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8913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8B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0128C7-D82B-4922-8373-49F9798A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8913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8B0000"/>
            </a:solidFill>
            <a:round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112CAE-5DBC-4995-9E33-480C2806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2555" y="176978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9B1E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FEDB02-ABCA-4C41-98A8-B50C821B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2555" y="176978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8" cap="flat">
            <a:solidFill>
              <a:srgbClr val="9B1E00"/>
            </a:solidFill>
            <a:round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B4C966-727F-4AD5-95EC-521BA94A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907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EBBBA9-E426-4DA4-9A41-39660982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907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B1226F-9465-41DE-8D9F-B2E69668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92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0A2C13-8AAC-40EA-B173-54E97444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92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6631ED-B36F-450B-8391-30A92F77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402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C5AB7D-1114-4EB8-813C-979FC8C3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402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6AF223-FE64-4BE8-B98A-93EE192B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686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074F69-CA95-4D1B-B433-8E279A77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686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392D74-7002-4CB2-9509-6BE42888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8328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EAF1DA-8E40-474A-9F53-CDE9802F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8328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D5B0B3-2ADC-402E-BB30-7826C3C1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1971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286440-7F43-4F67-ACEC-FCB2C825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1971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305416-DEF4-44AA-874D-EFE17219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613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44F093-E61E-4450-A492-31B19583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613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DAE08E-291D-46FD-B9D6-891765D6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9255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23E3A3-BCFC-4655-A338-B40760C6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9255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915BD0-0A5F-4D81-9B5C-47F5728C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897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068C03-0086-4E6C-A530-80A01931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897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AB2218-07A0-4B2F-925F-0F78110C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6539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D3FD17-2763-4A86-83A3-27A077BD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6539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D519C8-3E21-4C38-8189-8B3A5DBA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181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7AF701-A0B6-4073-9BC5-C2355B53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181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482174-10A1-4851-9F35-679951D1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823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A17123-344B-406E-B7BF-F78C720F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823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19541B-908F-4376-B857-1F19709B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465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2F98B9-D86E-4070-A80F-331A9C2F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465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AB607F-9B7C-4D3F-8363-F698BB8C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107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B5225D-B4D0-4908-B7B1-B206AECB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107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DD0296-4D21-42D3-AAF6-DD7E5DC5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749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E792F8-8FD3-4DF3-AE39-0B62F9A1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749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49290D-A863-4AB2-93F9-DC902F80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391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381B14-0AAE-4E38-B1AB-D5D3BAE9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391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728B53-3BA1-4CB3-9767-53AE37A7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033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8E54FD-AA1F-4254-AF97-E7F93EDC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033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27C0A7-8FDC-433E-A985-8A8D5987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675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ADF12D-AE14-42BF-A481-B3827A55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675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3835F4-4A66-411A-B754-7444540C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317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4EE826-CAB9-4236-9F25-222B088F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317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84BE7E-1DE1-4ABB-AF16-5154FACA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959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D778F4-6628-4B05-9D7B-774772B4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959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C514F9-0BB4-41B8-941D-CB61CA29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601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D04363-A2F9-4766-9EB8-E728F3EC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601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AD0566-C0A6-4AA9-8FA9-77AC0330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0244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F7E088-114C-452E-8051-B0481C99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0244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730304-E9B5-48D2-B1E0-A97D90B4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886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9D34EA-87CA-470F-B1EA-7B2F4177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886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CBE041-B5F7-4911-A36F-B6BDD45D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528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C7E76C-5CE3-4462-93ED-4C8D953F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528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849C6F-8CA4-445D-9BD1-1ADA3249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1170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876B33-3AF9-4950-A010-BB09CEF2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1170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8609FD-BA89-443B-B8E8-C01DF984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812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37309A-87C8-425E-A71F-618A7FEC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812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488BBB-26F8-47C2-8265-7BBE0FCB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54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F7C385-8BD8-4505-B107-0EE64E22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54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A55722-B799-41B0-8188-66E5E52C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096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C854FA-943C-4E07-B2FB-6F6363D7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096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EAD660-5329-479E-8CBF-9B369689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738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2A4783-B03D-49E8-BEF3-AE249796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738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FC7559-7EB0-48B4-B1C9-8FDB8D60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3022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EBBCC1-5E61-4A3A-9542-A862A8F2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3022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89EC56-2C2E-44CE-B967-4C90F3BD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664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ECF8E7-B6D4-4342-BB3B-E62A4501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664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A74A95-D292-4421-99F7-6BC321EB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0306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BE1C9F-FE17-40F4-8309-653E8435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0306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0714ED-AF3F-42F9-976D-FCD1A423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948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5E141B-552E-498E-A404-34D1EA7F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948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7DC121-9439-49F2-98BD-A3483A72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590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615994-E3BE-4C82-9D4B-214751F8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590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AC8026-14F5-4E76-AA11-857CAA26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232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B6AD58-56C6-4AAA-843B-027DBE0E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232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1B754E-FEBD-40AE-9D35-613FC706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4874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479246-DF6E-4451-8ECD-03B789A7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4874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E9FA0D-66BB-4F2B-8D54-3C9601F0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4011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C8E0EF-6B59-4C35-A944-6573668D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4011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801103-EFDE-4F21-91B3-7C6A3963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790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5E7492-9174-4D2F-A32D-EDDB1702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790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6ACD83-CB59-476D-8F8B-B25CA9A0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433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6C7F8D-C468-4E1C-9BBE-9EC792AE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433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4865A5-4A2B-4EA5-998C-4F1BD4D9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075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A593AA-CACE-44A8-9059-A92F806E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075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B8062B-F024-4B54-9313-6C56CABC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718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91AE29-A5D1-455A-8A57-4D41D314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718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8F6024-1EF3-4DF0-8ADF-CEAAF16E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1360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AF0A74-6984-417D-9412-C3076FBC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1360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0CD18A-5DDA-4F1B-BBBD-B958ED71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5003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33D471-5477-4554-9073-25CCA380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5003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BDB54F-E822-48C9-A933-1CA54495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645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EEA502-16FD-4165-A12A-463C187C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645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C1F19A-5B10-4321-A63D-61D90D6B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288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EBD142-6EC8-4ABB-8413-221DCBA9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288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7B33EA-8008-4225-A2DB-DF160F59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5930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10FFA8-6352-44B9-AE56-6409C214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5930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C6D52B-6B88-4018-BE31-0B885CC8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573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A7985C-D8F0-40C8-813D-482272BF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573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525A56-B16B-4C3D-AE9C-EE008C01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215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D94034-B0D6-4C49-81B2-6C7C573E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215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42A7CB-426D-462F-8D3E-73166383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858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A1AAEC-E1A7-45DD-B6DE-E3E32466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858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9A900C-E032-44F1-9D4F-DDB76ED6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0500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99AE6C-2E7A-4C0F-92F2-166671AA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0500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FA1978-3EE1-469A-AB37-104D593F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4143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1EE41E-74D3-4E50-851C-6D4803C5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4143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594990-CC82-4E2E-AC5C-C9FED172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5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03700B-90DB-4224-BD5C-4DC5BD46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5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D44771-8525-45A0-A3E1-2394C4C4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428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4A5A86-C402-4D30-BCDC-75DB7267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428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426022-2828-438B-9B3B-5FC6B378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5070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5A587C-111C-462E-B50E-AF46B868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5070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00366B-4251-4981-A7CD-D2758C82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5997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0074DB-D432-4678-92AA-916D8374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5997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E0A27E-83F1-49DC-8FA3-ED35F60C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9639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0AAE4F-54A0-4301-B324-047CC25F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9639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1F7A3E-FC94-4FE1-AA1C-5FDCFB3D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282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3B82BB-E97A-434F-B2D7-603F2F03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282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D3AABC-9B4F-436C-AF81-AE6F15B1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6924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6DB57B-0107-491C-9A7F-03E927D2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6924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C90F5D-BB7A-4635-BB6F-F3956664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0566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D67825-8058-4A10-AE5B-08FDD445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0566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DBB38A-EA2C-4904-987E-391C2445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209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18AC84-33EE-4A61-9488-6E096113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209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9E03BA-9686-4D76-8925-FB729786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852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E330FE-A70F-4F13-813D-69D35DF5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852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3335AC-027B-4F36-8618-22AC5E66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1494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05FFA3-D7A1-47E9-88E3-03AF786E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1494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A38B65-0706-4B7D-A526-6FCA20D1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5137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1F5662-3150-49CC-9F1A-E1525EFD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5137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6F8164-3FAF-4F20-AF88-9D3A5737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779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04C31F-C077-4EBB-BA21-06A77D20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779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329775-8DEB-41A5-A3FC-0C8130EC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22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3491B9-E61C-45D6-9E9D-C5B6D9BA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22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1F2042-FF2C-4712-AD1D-EDC47554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6064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E79B41-88C3-4C00-8318-7BEF9467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6064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22F55D-6F51-462B-886D-F54D251B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707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E07EB7-DF28-49CA-859E-5E318228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707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CFEAF4-1FE8-4958-B940-52D14A3E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6991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FA0182-47FB-43B2-98D7-DE9B1D62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6991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CF5820-98F7-4F24-9ABD-9366A497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633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1F7C93-0C9D-4042-8441-83B3D6C2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633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937D32-78C3-49AB-AD0E-C4743656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1559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A2DCCF-73FF-449C-93EE-1844E1D4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1559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BA985F-5122-44ED-94B4-29119A0F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5202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D5E762-13EE-4596-8B65-F8637FF4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5202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91F469-06D2-43F3-880E-0555D8AF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9770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D0FCF4-E457-463E-916E-7F7FCFA2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9770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0173C7-718A-44A9-88AA-2611E4F7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3413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CB9659-D9CB-4BE1-97C3-72F0ABD6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3413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88A89D-B89C-4610-B780-52CC8B2F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7055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257D94-BFA8-4509-8A13-C169512E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7055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252747-68B6-45D0-B6C4-5AE53EC1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0698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FC74DB-7117-4AA7-BE45-35437E2F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0698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47724F-022C-46FD-845E-E079904C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4340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F01080-BF78-4F0B-9BA1-B01C3725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4340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AAADFD-94C6-4F11-8034-6EBBB92C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7983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02DEAB-BDDC-4037-A0F7-DB6694D1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7983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785FD5-DCBD-4C8F-BFA0-65738B0F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1625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79DDA1-EC60-4DD1-AE63-C58F44BE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1625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C1E76A-B35E-4BA6-B6FD-CB37442F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5268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DE4285-783D-4DFD-85C8-7DA7C4AC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5268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783ECC-EE74-40A6-AA79-6BA13565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8910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F4B48A-BCFB-415C-8AC4-714C106E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8910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5D9C2A-75B3-42D6-B739-2DA33E44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2553" y="1497875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D1A1F2-8191-4D3E-8175-506FD80A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2553" y="1497875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A6E26A-006E-4CCE-8E05-44BA5462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511" y="1488836"/>
            <a:ext cx="110670" cy="110670"/>
          </a:xfrm>
          <a:custGeom xmlns:a="http://schemas.openxmlformats.org/drawingml/2006/main">
            <a:pathLst>
              <a:path w="110670" h="110670">
                <a:moveTo>
                  <a:pt x="55335" y="110670"/>
                </a:moveTo>
                <a:lnTo>
                  <a:pt x="110670" y="55335"/>
                </a:lnTo>
                <a:lnTo>
                  <a:pt x="55335" y="0"/>
                </a:lnTo>
                <a:lnTo>
                  <a:pt x="0" y="55335"/>
                </a:lnTo>
                <a:lnTo>
                  <a:pt x="55335" y="110670"/>
                </a:lnTo>
                <a:close/>
              </a:path>
            </a:pathLst>
          </a:custGeom>
          <a:solidFill xmlns:a="http://schemas.openxmlformats.org/drawingml/2006/main">
            <a:srgbClr val="287A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2BE391-7684-4E67-9D7C-CFBCB1C4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511" y="1488836"/>
            <a:ext cx="110670" cy="110670"/>
          </a:xfrm>
          <a:custGeom xmlns:a="http://schemas.openxmlformats.org/drawingml/2006/main">
            <a:pathLst>
              <a:path w="110670" h="110670" fill="none">
                <a:moveTo>
                  <a:pt x="55335" y="110670"/>
                </a:moveTo>
                <a:lnTo>
                  <a:pt x="110670" y="55335"/>
                </a:lnTo>
                <a:lnTo>
                  <a:pt x="55335" y="0"/>
                </a:lnTo>
                <a:lnTo>
                  <a:pt x="0" y="55335"/>
                </a:lnTo>
                <a:lnTo>
                  <a:pt x="55335" y="11067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287A8C"/>
            </a:solidFill>
            <a:round/>
          </a:ln>
        </p:spPr>
      </p:sp>
      <p:sp>
        <p:nvSpPr>
          <p:cNvPr id="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46517D-579F-4314-B80B-6501B1EC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795" y="1488836"/>
            <a:ext cx="110670" cy="110670"/>
          </a:xfrm>
          <a:custGeom xmlns:a="http://schemas.openxmlformats.org/drawingml/2006/main">
            <a:pathLst>
              <a:path w="110670" h="110670">
                <a:moveTo>
                  <a:pt x="55335" y="110670"/>
                </a:moveTo>
                <a:lnTo>
                  <a:pt x="110670" y="55335"/>
                </a:lnTo>
                <a:lnTo>
                  <a:pt x="55335" y="0"/>
                </a:lnTo>
                <a:lnTo>
                  <a:pt x="0" y="55335"/>
                </a:lnTo>
                <a:lnTo>
                  <a:pt x="55335" y="110670"/>
                </a:lnTo>
                <a:close/>
              </a:path>
            </a:pathLst>
          </a:custGeom>
          <a:solidFill xmlns:a="http://schemas.openxmlformats.org/drawingml/2006/main">
            <a:srgbClr val="287A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D26446-ED6E-470D-B27C-783F6771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795" y="1488836"/>
            <a:ext cx="110670" cy="110670"/>
          </a:xfrm>
          <a:custGeom xmlns:a="http://schemas.openxmlformats.org/drawingml/2006/main">
            <a:pathLst>
              <a:path w="110670" h="110670" fill="none">
                <a:moveTo>
                  <a:pt x="55335" y="110670"/>
                </a:moveTo>
                <a:lnTo>
                  <a:pt x="110670" y="55335"/>
                </a:lnTo>
                <a:lnTo>
                  <a:pt x="55335" y="0"/>
                </a:lnTo>
                <a:lnTo>
                  <a:pt x="0" y="55335"/>
                </a:lnTo>
                <a:lnTo>
                  <a:pt x="55335" y="11067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287A8C"/>
            </a:solidFill>
            <a:round/>
          </a:ln>
        </p:spPr>
      </p:sp>
      <p:sp>
        <p:nvSpPr>
          <p:cNvPr id="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304DDC-1259-40DC-9604-F5861602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437" y="1488836"/>
            <a:ext cx="110670" cy="110670"/>
          </a:xfrm>
          <a:custGeom xmlns:a="http://schemas.openxmlformats.org/drawingml/2006/main">
            <a:pathLst>
              <a:path w="110670" h="110670">
                <a:moveTo>
                  <a:pt x="55335" y="110670"/>
                </a:moveTo>
                <a:lnTo>
                  <a:pt x="110670" y="55335"/>
                </a:lnTo>
                <a:lnTo>
                  <a:pt x="55335" y="0"/>
                </a:lnTo>
                <a:lnTo>
                  <a:pt x="0" y="55335"/>
                </a:lnTo>
                <a:lnTo>
                  <a:pt x="55335" y="110670"/>
                </a:lnTo>
                <a:close/>
              </a:path>
            </a:pathLst>
          </a:custGeom>
          <a:solidFill xmlns:a="http://schemas.openxmlformats.org/drawingml/2006/main">
            <a:srgbClr val="287A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0EADC2-4C30-4464-B718-E9D8A1D8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437" y="1488836"/>
            <a:ext cx="110670" cy="110670"/>
          </a:xfrm>
          <a:custGeom xmlns:a="http://schemas.openxmlformats.org/drawingml/2006/main">
            <a:pathLst>
              <a:path w="110670" h="110670" fill="none">
                <a:moveTo>
                  <a:pt x="55335" y="110670"/>
                </a:moveTo>
                <a:lnTo>
                  <a:pt x="110670" y="55335"/>
                </a:lnTo>
                <a:lnTo>
                  <a:pt x="55335" y="0"/>
                </a:lnTo>
                <a:lnTo>
                  <a:pt x="0" y="55335"/>
                </a:lnTo>
                <a:lnTo>
                  <a:pt x="55335" y="11067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287A8C"/>
            </a:solidFill>
            <a:round/>
          </a:ln>
        </p:spPr>
      </p:sp>
      <p:sp>
        <p:nvSpPr>
          <p:cNvPr id="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952BFB-8B47-465B-BEFA-18184334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079" y="1488836"/>
            <a:ext cx="110670" cy="110670"/>
          </a:xfrm>
          <a:custGeom xmlns:a="http://schemas.openxmlformats.org/drawingml/2006/main">
            <a:pathLst>
              <a:path w="110670" h="110670">
                <a:moveTo>
                  <a:pt x="55335" y="110670"/>
                </a:moveTo>
                <a:lnTo>
                  <a:pt x="110670" y="55335"/>
                </a:lnTo>
                <a:lnTo>
                  <a:pt x="55335" y="0"/>
                </a:lnTo>
                <a:lnTo>
                  <a:pt x="0" y="55335"/>
                </a:lnTo>
                <a:lnTo>
                  <a:pt x="55335" y="110670"/>
                </a:lnTo>
                <a:close/>
              </a:path>
            </a:pathLst>
          </a:custGeom>
          <a:solidFill xmlns:a="http://schemas.openxmlformats.org/drawingml/2006/main">
            <a:srgbClr val="287A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33E625-9F12-48CB-A40A-65FB68DC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079" y="1488836"/>
            <a:ext cx="110670" cy="110670"/>
          </a:xfrm>
          <a:custGeom xmlns:a="http://schemas.openxmlformats.org/drawingml/2006/main">
            <a:pathLst>
              <a:path w="110670" h="110670" fill="none">
                <a:moveTo>
                  <a:pt x="55335" y="110670"/>
                </a:moveTo>
                <a:lnTo>
                  <a:pt x="110670" y="55335"/>
                </a:lnTo>
                <a:lnTo>
                  <a:pt x="55335" y="0"/>
                </a:lnTo>
                <a:lnTo>
                  <a:pt x="0" y="55335"/>
                </a:lnTo>
                <a:lnTo>
                  <a:pt x="55335" y="11067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287A8C"/>
            </a:solidFill>
            <a:round/>
          </a:ln>
        </p:spPr>
      </p:sp>
      <p:sp>
        <p:nvSpPr>
          <p:cNvPr id="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681353-A23C-4AA5-9FC2-57A5C999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721" y="1488836"/>
            <a:ext cx="110670" cy="110670"/>
          </a:xfrm>
          <a:custGeom xmlns:a="http://schemas.openxmlformats.org/drawingml/2006/main">
            <a:pathLst>
              <a:path w="110670" h="110670">
                <a:moveTo>
                  <a:pt x="55335" y="110670"/>
                </a:moveTo>
                <a:lnTo>
                  <a:pt x="110670" y="55335"/>
                </a:lnTo>
                <a:lnTo>
                  <a:pt x="55335" y="0"/>
                </a:lnTo>
                <a:lnTo>
                  <a:pt x="0" y="55335"/>
                </a:lnTo>
                <a:lnTo>
                  <a:pt x="55335" y="110670"/>
                </a:lnTo>
                <a:close/>
              </a:path>
            </a:pathLst>
          </a:custGeom>
          <a:solidFill xmlns:a="http://schemas.openxmlformats.org/drawingml/2006/main">
            <a:srgbClr val="287A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2383A9-2318-4FD8-ACEE-67BB42DC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721" y="1488836"/>
            <a:ext cx="110670" cy="110670"/>
          </a:xfrm>
          <a:custGeom xmlns:a="http://schemas.openxmlformats.org/drawingml/2006/main">
            <a:pathLst>
              <a:path w="110670" h="110670" fill="none">
                <a:moveTo>
                  <a:pt x="55335" y="110670"/>
                </a:moveTo>
                <a:lnTo>
                  <a:pt x="110670" y="55335"/>
                </a:lnTo>
                <a:lnTo>
                  <a:pt x="55335" y="0"/>
                </a:lnTo>
                <a:lnTo>
                  <a:pt x="0" y="55335"/>
                </a:lnTo>
                <a:lnTo>
                  <a:pt x="55335" y="11067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287A8C"/>
            </a:solidFill>
            <a:round/>
          </a:ln>
        </p:spPr>
      </p:sp>
      <p:sp>
        <p:nvSpPr>
          <p:cNvPr id="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A05E1D-6030-4BC0-A653-5459D05A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006" y="1488836"/>
            <a:ext cx="110670" cy="110670"/>
          </a:xfrm>
          <a:custGeom xmlns:a="http://schemas.openxmlformats.org/drawingml/2006/main">
            <a:pathLst>
              <a:path w="110670" h="110670">
                <a:moveTo>
                  <a:pt x="55335" y="110670"/>
                </a:moveTo>
                <a:lnTo>
                  <a:pt x="110670" y="55335"/>
                </a:lnTo>
                <a:lnTo>
                  <a:pt x="55335" y="0"/>
                </a:lnTo>
                <a:lnTo>
                  <a:pt x="0" y="55335"/>
                </a:lnTo>
                <a:lnTo>
                  <a:pt x="55335" y="110670"/>
                </a:lnTo>
                <a:close/>
              </a:path>
            </a:pathLst>
          </a:custGeom>
          <a:solidFill xmlns:a="http://schemas.openxmlformats.org/drawingml/2006/main">
            <a:srgbClr val="287A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D66372-DCCD-40C4-BB11-E80B853E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006" y="1488836"/>
            <a:ext cx="110670" cy="110670"/>
          </a:xfrm>
          <a:custGeom xmlns:a="http://schemas.openxmlformats.org/drawingml/2006/main">
            <a:pathLst>
              <a:path w="110670" h="110670" fill="none">
                <a:moveTo>
                  <a:pt x="55335" y="110670"/>
                </a:moveTo>
                <a:lnTo>
                  <a:pt x="110670" y="55335"/>
                </a:lnTo>
                <a:lnTo>
                  <a:pt x="55335" y="0"/>
                </a:lnTo>
                <a:lnTo>
                  <a:pt x="0" y="55335"/>
                </a:lnTo>
                <a:lnTo>
                  <a:pt x="55335" y="11067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287A8C"/>
            </a:solidFill>
            <a:round/>
          </a:ln>
        </p:spPr>
      </p:sp>
      <p:sp>
        <p:nvSpPr>
          <p:cNvPr id="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881128-2956-43DB-B99A-B2A94BFE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479" y="1488836"/>
            <a:ext cx="110670" cy="110670"/>
          </a:xfrm>
          <a:custGeom xmlns:a="http://schemas.openxmlformats.org/drawingml/2006/main">
            <a:pathLst>
              <a:path w="110670" h="110670">
                <a:moveTo>
                  <a:pt x="55335" y="110670"/>
                </a:moveTo>
                <a:lnTo>
                  <a:pt x="110670" y="55335"/>
                </a:lnTo>
                <a:lnTo>
                  <a:pt x="55335" y="0"/>
                </a:lnTo>
                <a:lnTo>
                  <a:pt x="0" y="55335"/>
                </a:lnTo>
                <a:lnTo>
                  <a:pt x="55335" y="110670"/>
                </a:lnTo>
                <a:close/>
              </a:path>
            </a:pathLst>
          </a:custGeom>
          <a:solidFill xmlns:a="http://schemas.openxmlformats.org/drawingml/2006/main">
            <a:srgbClr val="287A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1A77EF-8F5E-4192-8146-3A09837D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479" y="1488836"/>
            <a:ext cx="110670" cy="110670"/>
          </a:xfrm>
          <a:custGeom xmlns:a="http://schemas.openxmlformats.org/drawingml/2006/main">
            <a:pathLst>
              <a:path w="110670" h="110670" fill="none">
                <a:moveTo>
                  <a:pt x="55335" y="110670"/>
                </a:moveTo>
                <a:lnTo>
                  <a:pt x="110670" y="55335"/>
                </a:lnTo>
                <a:lnTo>
                  <a:pt x="55335" y="0"/>
                </a:lnTo>
                <a:lnTo>
                  <a:pt x="0" y="55335"/>
                </a:lnTo>
                <a:lnTo>
                  <a:pt x="55335" y="11067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287A8C"/>
            </a:solidFill>
            <a:round/>
          </a:ln>
        </p:spPr>
      </p:sp>
      <p:sp>
        <p:nvSpPr>
          <p:cNvPr id="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7F2574-9C7D-48F3-BABA-B47D54BB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667" y="1488836"/>
            <a:ext cx="110670" cy="110670"/>
          </a:xfrm>
          <a:custGeom xmlns:a="http://schemas.openxmlformats.org/drawingml/2006/main">
            <a:pathLst>
              <a:path w="110670" h="110670">
                <a:moveTo>
                  <a:pt x="55335" y="110670"/>
                </a:moveTo>
                <a:lnTo>
                  <a:pt x="110670" y="55335"/>
                </a:lnTo>
                <a:lnTo>
                  <a:pt x="55335" y="0"/>
                </a:lnTo>
                <a:lnTo>
                  <a:pt x="0" y="55335"/>
                </a:lnTo>
                <a:lnTo>
                  <a:pt x="55335" y="110670"/>
                </a:lnTo>
                <a:close/>
              </a:path>
            </a:pathLst>
          </a:custGeom>
          <a:solidFill xmlns:a="http://schemas.openxmlformats.org/drawingml/2006/main">
            <a:srgbClr val="287A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730339-190B-4CF7-89BB-72BE6DCC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667" y="1488836"/>
            <a:ext cx="110670" cy="110670"/>
          </a:xfrm>
          <a:custGeom xmlns:a="http://schemas.openxmlformats.org/drawingml/2006/main">
            <a:pathLst>
              <a:path w="110670" h="110670" fill="none">
                <a:moveTo>
                  <a:pt x="55335" y="110670"/>
                </a:moveTo>
                <a:lnTo>
                  <a:pt x="110670" y="55335"/>
                </a:lnTo>
                <a:lnTo>
                  <a:pt x="55335" y="0"/>
                </a:lnTo>
                <a:lnTo>
                  <a:pt x="0" y="55335"/>
                </a:lnTo>
                <a:lnTo>
                  <a:pt x="55335" y="11067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287A8C"/>
            </a:solidFill>
            <a:round/>
          </a:ln>
        </p:spPr>
      </p:sp>
      <p:sp>
        <p:nvSpPr>
          <p:cNvPr id="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EC21C0-F11C-41F1-AB30-5E343B8B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897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10E872-2B66-4FA1-92F1-7CE6471F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897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A41C13-1613-420C-8A03-66F5769E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6539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BD25F5-51AF-472C-B24B-0A780375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6539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E548D3-17A0-4B5C-9495-1F099796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181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585030-7DD9-4158-9E8F-918BA8B9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181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570F4D-5705-47B3-A904-DFBBAF25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823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4B8DFC-8BDA-401A-84EC-355C8CF5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823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D3AF90-682C-4B40-9D79-52F36917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465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13CEAD-E9C2-4208-899A-F8079CDE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465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5A9150-F761-4379-99B9-942DF671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107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B283A3-5325-41EE-8A00-55E81284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107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FAC812-0135-4819-9B33-3408B123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749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4D4C87-6DA0-4D66-8E93-6D622D7E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749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59F40F-2F95-4BE2-926F-097AA245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391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2F070C-1359-4558-A9EE-CE1BC254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391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060BE7-AB1C-4E6D-B4CC-6D7061D4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033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26C3B1-35D1-4EEA-83DC-2F770C97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033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7A47FD-81D4-4843-A43A-4541DC29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675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79CBE8-BC10-4F78-B34B-B7A39720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675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22C234-A962-462F-9699-2D954A2A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317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EFC948-CEA3-45D3-8BF3-02B4B612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317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90BAB1-3228-44D6-9B79-D9B87708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959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084715-1CC8-4859-BB57-70A31FD0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959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3848F8-6BD4-4079-8BCD-E81622B0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601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FE9B22-5CB4-4DF0-86C7-51246159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601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38C11D-83AF-48AC-A463-7E5CF5C5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0244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53CE38-5616-4C7C-B77D-EBA62D15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0244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FE5EFF-6B20-4E9A-AD36-5376B077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886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B8BD1A-B7DE-439C-8404-8FF4D869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886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522549-3E06-4B3B-849A-5EBC2227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528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531704-5274-476F-9F19-8BAD405A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528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5CEA5A-1CD4-448F-878D-DFCD759F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1170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C21FFE-6BE5-4162-8BA6-A0072CE2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1170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E54190-A56B-48F7-B53A-09C9402D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812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93B5F4-62A2-4535-9E18-42AF5B5C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812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5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3FACC8-E98B-4316-8B3D-D2EC662A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54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9DB996-EDBC-40FC-A61D-0C6C7EFB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54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B846B9-1F19-46D1-81E6-258D44D7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096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EEC11B-54D1-4623-B437-FE3D2E14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096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5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F7C1B7-25A0-4AD6-9D70-643A07FF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738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23DB86-5030-4C46-A31F-B88F1795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738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DC578B-4303-4E15-837E-AE856EBC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3022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CBA1C2-ADCB-4A4F-AE8F-354FE834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3022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A8AC93-63E6-4D8A-AE75-FBBEDDD6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664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C04123-1BE3-4218-9B42-6FF67F93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664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7CF118-9762-48B7-8B81-B8ACA3FE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0306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92B0D7-47FD-4AC9-AA96-04A13CE9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0306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5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359224-E569-4E1F-A1EA-F83FC386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948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084048-5849-48AC-BD49-E8C54553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948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0AC2A1-AAAA-47D7-8783-CAB0EA01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590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FCEAD0-1706-433D-8CCE-373F7FE3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590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0CCC6F-A23B-4919-A6E9-A5A1952F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232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E74EF7-B74D-4FC4-956A-59CB43E0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232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A70AB7-4912-44A2-B6DD-CB791BAF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4874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4D3897-CDBA-4B6B-919D-710CAED0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4874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2DF2A3-F67A-483D-A514-8E63C4E5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0369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C18E49-8FD2-4FD0-9C04-C0BFB5A6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0369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5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528DDA-14FC-4FA0-AE2C-4ECBBAB9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4011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0CBDBD-4CA6-427E-B377-65327F4A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4011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5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B58693-460F-45CD-B29D-934803FA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579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19DCBD-892F-4160-8E2B-8050E57D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579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F71CD2-872C-4277-B4EB-5FD7FA98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863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819CE9-312D-4CEB-8F13-35BF6E83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863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5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FD90C5-E9D1-450E-8B0C-A8F6183A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9505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F9DB4C-3FAB-4F7A-A978-94B468A5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9505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32C9FE-97FC-47A5-941A-7DB0DBBD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147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94B8EB-8F21-4A11-BB22-609B3B2B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147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5226C0-7F88-4EDD-800B-8C914BAD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790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079177-9D54-4C4C-95A3-163EDCF0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790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5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05AC34-9E1E-4CB7-A2B9-72136DB1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432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D33D57-B18E-41BF-99AE-5EA53473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432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56CAE2-E5FC-4C3B-8207-39182BE8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075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343960-1015-42CD-AAD4-FECAC6E4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075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5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E4CE63-759A-4359-9AB8-FD7C1F93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716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8FC578-B074-4E4B-B94A-8E0DEDAC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716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5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AD3DBE-E6CA-49B2-8D67-D399F0BC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1359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7F38AA-1B35-4D3C-81D2-E9699212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1359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5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AB92B0-E900-4368-91BA-C4601DF6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5002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F57504-0CEF-43A6-8058-79B6DC3D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5002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5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7AE688-9FA1-43AF-AB30-E6BD5CAB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286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22F028-FC1E-434D-B6BC-E048C8DF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286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5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7F1ACC-BA0B-4F1E-B83B-E8CDDB69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5929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97EBE1-BB56-4B04-8BF9-8C9ACD42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5929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09B39C-7A3E-4780-AAFD-3D9FA49E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571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2ABF8D-8B52-47C8-98EF-20840D72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571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5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EF1E0D-3F88-4A1F-AC3A-0518778D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213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B5E830-0A27-43C1-8C75-75700A82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213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9C21CE-E9C5-447D-8661-DF5C6C16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856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D818CF-5970-461A-AA8A-A0C915B8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856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5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796EB3-0164-4D00-A10A-A2914060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0499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102545-40CE-4CC5-B3CE-33681A04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0499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5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A8D936-C5F4-48A5-88ED-61189756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4141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562B66-2A71-4924-BC5D-22B0E89F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4141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BBF3A6-2863-468D-8D97-C940419D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425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F8A13B-E750-4EA1-8F4F-2C4051E9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425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17903B-1873-485B-B92A-844D723B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2352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6EACD0-3217-4175-8884-37D9BE6E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2352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55DF9B-B5D9-414C-91E8-E69C3CFA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203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35B230-CDB6-462A-B247-8365458B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203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7E3003-E60F-421A-A2C3-CAEB3C47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846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F4A621-F435-4FBD-864A-3B73ED67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846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5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C09F50-B410-4E53-9975-11A9355B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1489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DCF4B9-18A2-4774-87DA-7B82793C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1489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5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EAB72A-0D10-46E3-A855-4391A315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5131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090269-D88C-4245-BA9B-7DFAFD1E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5131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5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1D7840-6D27-40B4-B345-FFFC5428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774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181187-1F1C-49EC-AC01-25F7BE20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774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5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404339-6C69-4FCE-B9F9-05107B5E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16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07F541-7FCE-4E61-8F83-3331905B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16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5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7BFDD9-00E6-44B4-8B1B-3AD675B1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6059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F25986-8013-43FF-A534-646E219F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6059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5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505B36-38B6-4E65-9A5B-96F75B63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701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F5BC23-CBD5-474F-92A6-2C391701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701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5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B64037-2155-4CEC-B9CC-9EE3AA8C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3344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82565C-F4E9-4C62-B94A-189257B9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3344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5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317C92-CFF0-4070-9A36-BCAAFC94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6986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52F131-6C5A-456F-8CCE-9D259E5D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6986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5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90AA63-8F27-4C34-8E10-6182A9DF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628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BB4136-7744-43AF-AAAD-3C059478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628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5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8F6A63-A105-40F7-85C0-BF37002C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1555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0430CA-4A4C-49F6-91D6-FB74618C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1555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5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0958AC-CA16-40A7-844F-7F109BFB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5198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06DE6F-EEE8-4027-B722-79365564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5198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5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896446-10C3-417C-9068-2C566B98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6124" y="1332763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D14654-833C-476D-9AEF-EF0FFC80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6124" y="1332763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5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A9E995-A25B-438F-8005-4C33DE74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5900" y="1323724"/>
            <a:ext cx="110670" cy="110670"/>
          </a:xfrm>
          <a:custGeom xmlns:a="http://schemas.openxmlformats.org/drawingml/2006/main">
            <a:pathLst>
              <a:path w="110670" h="110670">
                <a:moveTo>
                  <a:pt x="55335" y="110670"/>
                </a:moveTo>
                <a:lnTo>
                  <a:pt x="110670" y="55335"/>
                </a:lnTo>
                <a:lnTo>
                  <a:pt x="55335" y="0"/>
                </a:lnTo>
                <a:lnTo>
                  <a:pt x="0" y="55335"/>
                </a:lnTo>
                <a:lnTo>
                  <a:pt x="55335" y="110670"/>
                </a:lnTo>
                <a:close/>
              </a:path>
            </a:pathLst>
          </a:custGeom>
          <a:solidFill xmlns:a="http://schemas.openxmlformats.org/drawingml/2006/main">
            <a:srgbClr val="287A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71ED5D-4F7B-4E65-A245-BB63098E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5900" y="1323724"/>
            <a:ext cx="110670" cy="110670"/>
          </a:xfrm>
          <a:custGeom xmlns:a="http://schemas.openxmlformats.org/drawingml/2006/main">
            <a:pathLst>
              <a:path w="110670" h="110670" fill="none">
                <a:moveTo>
                  <a:pt x="55335" y="110670"/>
                </a:moveTo>
                <a:lnTo>
                  <a:pt x="110670" y="55335"/>
                </a:lnTo>
                <a:lnTo>
                  <a:pt x="55335" y="0"/>
                </a:lnTo>
                <a:lnTo>
                  <a:pt x="0" y="55335"/>
                </a:lnTo>
                <a:lnTo>
                  <a:pt x="55335" y="11067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287A8C"/>
            </a:solidFill>
            <a:round/>
          </a:ln>
        </p:spPr>
      </p:sp>
      <p:sp>
        <p:nvSpPr>
          <p:cNvPr id="5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233B5C-7D3C-47A5-B1B3-484186F5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3184" y="1323724"/>
            <a:ext cx="110670" cy="110670"/>
          </a:xfrm>
          <a:custGeom xmlns:a="http://schemas.openxmlformats.org/drawingml/2006/main">
            <a:pathLst>
              <a:path w="110670" h="110670">
                <a:moveTo>
                  <a:pt x="55335" y="110670"/>
                </a:moveTo>
                <a:lnTo>
                  <a:pt x="110670" y="55335"/>
                </a:lnTo>
                <a:lnTo>
                  <a:pt x="55335" y="0"/>
                </a:lnTo>
                <a:lnTo>
                  <a:pt x="0" y="55335"/>
                </a:lnTo>
                <a:lnTo>
                  <a:pt x="55335" y="110670"/>
                </a:lnTo>
                <a:close/>
              </a:path>
            </a:pathLst>
          </a:custGeom>
          <a:solidFill xmlns:a="http://schemas.openxmlformats.org/drawingml/2006/main">
            <a:srgbClr val="287A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0F3E4E-7908-4CAB-95D3-6D3D5562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3184" y="1323724"/>
            <a:ext cx="110670" cy="110670"/>
          </a:xfrm>
          <a:custGeom xmlns:a="http://schemas.openxmlformats.org/drawingml/2006/main">
            <a:pathLst>
              <a:path w="110670" h="110670" fill="none">
                <a:moveTo>
                  <a:pt x="55335" y="110670"/>
                </a:moveTo>
                <a:lnTo>
                  <a:pt x="110670" y="55335"/>
                </a:lnTo>
                <a:lnTo>
                  <a:pt x="55335" y="0"/>
                </a:lnTo>
                <a:lnTo>
                  <a:pt x="0" y="55335"/>
                </a:lnTo>
                <a:lnTo>
                  <a:pt x="55335" y="11067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287A8C"/>
            </a:solidFill>
            <a:round/>
          </a:ln>
        </p:spPr>
      </p:sp>
      <p:sp>
        <p:nvSpPr>
          <p:cNvPr id="5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67820E-6139-4E79-83D7-AAFC0DC9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181" y="1167651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54FE98-C80A-4B94-99F6-47647EC6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181" y="1167651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5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6E37C4-1CD3-4AEB-A55F-C946F7D7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749" y="1167651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3C1582-B813-43DF-B7CF-67930AC6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749" y="1167651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6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0943F0-612F-4E2E-9F79-4B8A5AAE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391" y="1167651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0A3C24-7BD6-4F80-AAF3-0E6E44B4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391" y="1167651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6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81A49A-E5AE-4F5A-AFC9-EB1CD301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886" y="1167651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A0E063-2482-4901-8D32-F350E1AD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886" y="1167651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6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0E7D3C-4FD6-4C45-8E82-54ED61D6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528" y="1167651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DA81CF-BB45-4580-B0D0-BD946C38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528" y="1167651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6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4DC251-33F6-4875-9568-6CA50F71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54" y="1167651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2B0880-856A-4186-818C-369BF1C3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54" y="1167651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6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C277F0-842F-4431-87C5-4D862ED1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096" y="1167651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E8DE33-A672-4A65-8380-2319741E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096" y="1167651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6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945C23-5D8A-4D04-B347-443EAE4A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949" y="1167651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A7C902-DEBD-407F-B5B3-14769D09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949" y="1167651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6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7FB029-D619-41AF-931E-784DC94C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4875" y="1167651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D704DC-9F2A-418C-822B-0A04A4E7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4875" y="1167651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6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1A9C72-DF5A-49EB-8DD6-A3712F92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864" y="1167651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107448-AFAE-46AE-A692-D9BD3699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864" y="1167651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6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FE31BD-6765-4BA4-9FEC-03A11FBC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9506" y="1167651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FDA79F-A6A1-4BFB-948A-CFC96DF1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9506" y="1167651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6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A32F88-FD7A-4D43-8773-E873038F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148" y="1167651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D28BDD-56D9-48E2-9037-35BE93DA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148" y="1167651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6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5C56F8-04AA-4352-9B23-2B57809D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790" y="1167651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BD2830-0223-4337-A394-2E32ED1F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790" y="1167651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6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4CE5A6-BCB2-4A64-AA3C-8A24B9C8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433" y="1167651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51BB86-3C98-4F28-AFDD-C70534D5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433" y="1167651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6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89E3CB-1D91-41EA-BC41-0A0E2ED7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1359" y="1167651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80DA1C-FD59-4EDE-AAB3-5143F4DE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1359" y="1167651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6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CAF98E-80B3-429D-8CEB-ECE165DA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644" y="1167651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8C7BF8-3C51-4A70-82DB-5210DA03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644" y="1167651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6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FEC2E4-D73F-4941-83D5-00B11E33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286" y="1167651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7A454D-DE3B-4C58-A6C8-6ECF5754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286" y="1167651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6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D55F31-4906-4232-A676-90709F1D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5929" y="1167651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727D79-9278-404A-A6F6-85E1524F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5929" y="1167651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6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54CF31-8CF1-480E-8C17-3598736D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571" y="1167651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530551-BD18-4AA0-A7FA-260739FC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571" y="1167651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6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0BC9FB-6C2D-49C1-9B2C-693B0AC5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213" y="1167651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BFC085-28C7-4D4F-B207-8EDD028F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213" y="1167651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6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1D69DD-321E-4A99-9430-896FCF03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856" y="1167651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715331-5985-4608-9520-8C35FB20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856" y="1167651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6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229829-894C-411C-A0D8-40E08656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0499" y="1167651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258737-B96D-4DFA-ADE8-DE0B6247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0499" y="1167651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6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DCA9BB-4DD4-454F-AF96-E156D74E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4141" y="1167651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1B18E1-7167-4834-9508-87F060B0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4141" y="1167651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6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3D80F9-BEBB-4543-B22F-07BA5DBE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1488" y="1167651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CA720A-432B-429F-B66E-1062E042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1488" y="1167651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6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11EFF7-0DB2-4E6D-AC3A-D806E387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5130" y="1167651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350E56-1AA6-4810-B227-069B3D5F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5130" y="1167651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6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EF7FE9-9C00-45C1-BA2B-9E4DA1F7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773" y="1167651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CCCA96-F226-48A3-9F7F-05DBD216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773" y="1167651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6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1CABFF-79A3-4419-BDE2-19D53066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15" y="1167651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53C4CD-A8F5-4EBD-83C1-D62AA826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15" y="1167651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6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C0EC7B-4469-487D-9AC3-CAC485A9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6058" y="1167651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08A85F-507A-46A2-8742-BED9B470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6058" y="1167651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6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A77854-A5EA-436D-86B8-82D5825D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700" y="1167651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0C4BA5-8972-497B-81A8-664E6881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700" y="1167651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6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9F16FA-716D-4AEB-BEB1-6578E2FA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3343" y="1167651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21855C-DC50-4FF5-B405-3212E4EF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3343" y="1167651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6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F2EC52-4AB9-4221-8280-C5DC3B2C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6985" y="1167651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A73F50-DEFB-4881-9720-8935835B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6985" y="1167651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6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75F50C-3861-4763-A270-09C1EE0D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628" y="1167651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359692-2C1B-44AB-A9D2-10B44691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628" y="1167651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6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019298-9347-49E1-8493-33C69D93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1555" y="1167651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1BBE28-E2D3-4B89-8E45-C2BB8D8B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1555" y="1167651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6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9F9962-B60B-4154-A430-0377E0CF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5196" y="1167651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CA4963-BF92-422A-BDA6-AA9AEA8E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5196" y="1167651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6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FC09A3-18E3-464F-BA80-599A98F2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6763" y="1158612"/>
            <a:ext cx="110670" cy="110670"/>
          </a:xfrm>
          <a:custGeom xmlns:a="http://schemas.openxmlformats.org/drawingml/2006/main">
            <a:pathLst>
              <a:path w="110670" h="110670">
                <a:moveTo>
                  <a:pt x="55335" y="110670"/>
                </a:moveTo>
                <a:lnTo>
                  <a:pt x="110670" y="55335"/>
                </a:lnTo>
                <a:lnTo>
                  <a:pt x="55335" y="0"/>
                </a:lnTo>
                <a:lnTo>
                  <a:pt x="0" y="55335"/>
                </a:lnTo>
                <a:lnTo>
                  <a:pt x="55335" y="110670"/>
                </a:lnTo>
                <a:close/>
              </a:path>
            </a:pathLst>
          </a:custGeom>
          <a:solidFill xmlns:a="http://schemas.openxmlformats.org/drawingml/2006/main">
            <a:srgbClr val="287A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846AEA-DEB7-4712-8472-A7209FEE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6763" y="1158612"/>
            <a:ext cx="110670" cy="110670"/>
          </a:xfrm>
          <a:custGeom xmlns:a="http://schemas.openxmlformats.org/drawingml/2006/main">
            <a:pathLst>
              <a:path w="110670" h="110670" fill="none">
                <a:moveTo>
                  <a:pt x="55335" y="110670"/>
                </a:moveTo>
                <a:lnTo>
                  <a:pt x="110670" y="55335"/>
                </a:lnTo>
                <a:lnTo>
                  <a:pt x="55335" y="0"/>
                </a:lnTo>
                <a:lnTo>
                  <a:pt x="0" y="55335"/>
                </a:lnTo>
                <a:lnTo>
                  <a:pt x="55335" y="11067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287A8C"/>
            </a:solidFill>
            <a:round/>
          </a:ln>
        </p:spPr>
      </p:sp>
      <p:sp>
        <p:nvSpPr>
          <p:cNvPr id="6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A129F0-0B48-4F2E-8608-31DF49DF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405" y="1158612"/>
            <a:ext cx="110670" cy="110670"/>
          </a:xfrm>
          <a:custGeom xmlns:a="http://schemas.openxmlformats.org/drawingml/2006/main">
            <a:pathLst>
              <a:path w="110670" h="110670">
                <a:moveTo>
                  <a:pt x="55335" y="110670"/>
                </a:moveTo>
                <a:lnTo>
                  <a:pt x="110670" y="55335"/>
                </a:lnTo>
                <a:lnTo>
                  <a:pt x="55335" y="0"/>
                </a:lnTo>
                <a:lnTo>
                  <a:pt x="0" y="55335"/>
                </a:lnTo>
                <a:lnTo>
                  <a:pt x="55335" y="110670"/>
                </a:lnTo>
                <a:close/>
              </a:path>
            </a:pathLst>
          </a:custGeom>
          <a:solidFill xmlns:a="http://schemas.openxmlformats.org/drawingml/2006/main">
            <a:srgbClr val="287A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84E7B6-D52E-48B9-870E-9F6F4E3B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405" y="1158612"/>
            <a:ext cx="110670" cy="110670"/>
          </a:xfrm>
          <a:custGeom xmlns:a="http://schemas.openxmlformats.org/drawingml/2006/main">
            <a:pathLst>
              <a:path w="110670" h="110670" fill="none">
                <a:moveTo>
                  <a:pt x="55335" y="110670"/>
                </a:moveTo>
                <a:lnTo>
                  <a:pt x="110670" y="55335"/>
                </a:lnTo>
                <a:lnTo>
                  <a:pt x="55335" y="0"/>
                </a:lnTo>
                <a:lnTo>
                  <a:pt x="0" y="55335"/>
                </a:lnTo>
                <a:lnTo>
                  <a:pt x="55335" y="11067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287A8C"/>
            </a:solidFill>
            <a:round/>
          </a:ln>
        </p:spPr>
      </p:sp>
      <p:sp>
        <p:nvSpPr>
          <p:cNvPr id="6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5A7390-C5ED-4E42-9D6D-7A82E43E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4047" y="1158612"/>
            <a:ext cx="110670" cy="110670"/>
          </a:xfrm>
          <a:custGeom xmlns:a="http://schemas.openxmlformats.org/drawingml/2006/main">
            <a:pathLst>
              <a:path w="110670" h="110670">
                <a:moveTo>
                  <a:pt x="55335" y="110670"/>
                </a:moveTo>
                <a:lnTo>
                  <a:pt x="110670" y="55335"/>
                </a:lnTo>
                <a:lnTo>
                  <a:pt x="55335" y="0"/>
                </a:lnTo>
                <a:lnTo>
                  <a:pt x="0" y="55335"/>
                </a:lnTo>
                <a:lnTo>
                  <a:pt x="55335" y="110670"/>
                </a:lnTo>
                <a:close/>
              </a:path>
            </a:pathLst>
          </a:custGeom>
          <a:solidFill xmlns:a="http://schemas.openxmlformats.org/drawingml/2006/main">
            <a:srgbClr val="287A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93FD96-53ED-4B2C-B96D-17723753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4047" y="1158612"/>
            <a:ext cx="110670" cy="110670"/>
          </a:xfrm>
          <a:custGeom xmlns:a="http://schemas.openxmlformats.org/drawingml/2006/main">
            <a:pathLst>
              <a:path w="110670" h="110670" fill="none">
                <a:moveTo>
                  <a:pt x="55335" y="110670"/>
                </a:moveTo>
                <a:lnTo>
                  <a:pt x="110670" y="55335"/>
                </a:lnTo>
                <a:lnTo>
                  <a:pt x="55335" y="0"/>
                </a:lnTo>
                <a:lnTo>
                  <a:pt x="0" y="55335"/>
                </a:lnTo>
                <a:lnTo>
                  <a:pt x="55335" y="11067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287A8C"/>
            </a:solidFill>
            <a:round/>
          </a:ln>
        </p:spPr>
      </p:sp>
      <p:sp>
        <p:nvSpPr>
          <p:cNvPr id="6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32EA0A-EE3B-4E75-A6E7-9DED3226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689" y="1158612"/>
            <a:ext cx="110670" cy="110670"/>
          </a:xfrm>
          <a:custGeom xmlns:a="http://schemas.openxmlformats.org/drawingml/2006/main">
            <a:pathLst>
              <a:path w="110670" h="110670">
                <a:moveTo>
                  <a:pt x="55335" y="110670"/>
                </a:moveTo>
                <a:lnTo>
                  <a:pt x="110670" y="55335"/>
                </a:lnTo>
                <a:lnTo>
                  <a:pt x="55335" y="0"/>
                </a:lnTo>
                <a:lnTo>
                  <a:pt x="0" y="55335"/>
                </a:lnTo>
                <a:lnTo>
                  <a:pt x="55335" y="110670"/>
                </a:lnTo>
                <a:close/>
              </a:path>
            </a:pathLst>
          </a:custGeom>
          <a:solidFill xmlns:a="http://schemas.openxmlformats.org/drawingml/2006/main">
            <a:srgbClr val="287A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47A764-7F1F-4C88-A27E-76CD3BA2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689" y="1158612"/>
            <a:ext cx="110670" cy="110670"/>
          </a:xfrm>
          <a:custGeom xmlns:a="http://schemas.openxmlformats.org/drawingml/2006/main">
            <a:pathLst>
              <a:path w="110670" h="110670" fill="none">
                <a:moveTo>
                  <a:pt x="55335" y="110670"/>
                </a:moveTo>
                <a:lnTo>
                  <a:pt x="110670" y="55335"/>
                </a:lnTo>
                <a:lnTo>
                  <a:pt x="55335" y="0"/>
                </a:lnTo>
                <a:lnTo>
                  <a:pt x="0" y="55335"/>
                </a:lnTo>
                <a:lnTo>
                  <a:pt x="55335" y="11067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287A8C"/>
            </a:solidFill>
            <a:round/>
          </a:ln>
        </p:spPr>
      </p:sp>
      <p:sp>
        <p:nvSpPr>
          <p:cNvPr id="6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8110B1-37A7-4165-88B5-AF8C1EB0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907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D8DE77-1879-4430-ABF3-F487567B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907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6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9A9643-01D7-49DE-B517-07C93610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92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017CE2-6F13-4DC6-840C-3C8B6C42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92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6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2A94CA-C45E-49C4-8A59-965F0772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402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ACC2B9-CCD1-4DA1-B69B-6F42C1AF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402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6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1DCF3C-064A-4B03-BB19-874017C6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686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C17824-61AB-4AFB-A414-32DAB3AF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686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6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5E0C7A-03A3-484E-BB01-9D1F9F19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8328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08ADDF-B2BC-4159-BCE5-3BC31F6A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8328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6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564B65-9EE1-4402-B3D0-923BBF26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1971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B71C64-2621-47F5-8DB7-A85E58CD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1971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6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1E021E-0D56-4049-89AB-17CA1287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613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5960B8-C709-4A88-91ED-C41DF221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613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6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A03EEB-5E26-4523-95D4-4BB14FA0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9255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912AC0-7E12-46B9-9D64-FE71186A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9255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6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CF031C-F38C-4576-84FD-9D4CE65C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897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60227E-7CAE-4BA5-B7B2-EBD5A75F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897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6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ADCE58-C27A-4253-B7AB-EA3D79CA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6539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20994D-CEEC-4097-92F5-2A00666A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6539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6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BA9D8C-6FB7-4E61-9703-E029AD21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181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1F467E-26B2-4765-8692-E3024D4B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181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6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2BB0B5-FD71-4518-8FD4-D3F2E797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823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6A1D9E-3B2F-4244-8F68-418F51BC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823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6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9717E8-C7B1-4A51-90FB-DAE54317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465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1A3E9D-5859-47EC-A855-EA982F3D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465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6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22CF2E-82F4-4198-8EA3-05A80A6A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107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5FA9D6-304E-4708-93F5-882FD02F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107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9A58B8-4CF3-4257-82A1-29CCDDE2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749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8168A7-3C98-4B50-936C-97AFF72A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749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59084A-B2B6-4133-B927-4A4E8623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391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C7B95E-7946-4D17-986B-5D919D6C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391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DCA1BD-63C2-41CF-9A21-3BBA0DDF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033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4C834D-A89F-4139-B031-4B308EBA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033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EE3744-43DB-48DF-AEC0-82E79843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675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3138DF-281B-4D58-8939-290DB510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675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3061FB-4350-4428-ACA4-C053706B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317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D442CB-BAD7-4E04-8261-54C66B6F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317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E958C2-352D-413B-877C-090CDD2E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959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3EBF31-E8C7-4037-94CC-9CEB897E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959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A9D408-A2CF-4600-B70F-2B0D2BF1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601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88E026-12FE-4A38-B5E2-16535F53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601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37E807-6906-4322-B404-D704DC8A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0244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731681-4C88-40AE-B846-DA3A6F82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0244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C5128E-D663-491A-9B15-D4224E33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886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C18652-8A3A-440D-ABE7-2CE720C8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886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4338BF-5F42-41C8-9912-556F0424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528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B52574-F3F0-48F2-855D-AA2F131D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528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A8A913-C105-4A08-A96E-0E5A69BE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1170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592D5C-CF4E-4E7C-9B7D-8624ED65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1170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59FA96-B101-4F39-B630-22CF4606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812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3CFCCB-63B0-4113-8B5E-E7C44F53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812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5284F5-AA6D-4EF7-B8EE-76BF467F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54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2E6E01-602A-4256-9938-394203EA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54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4E48AF-7459-43B7-BEB6-EE79BE0A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096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194D57-C257-4E96-A0A0-4F4B705C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096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190115-DF9C-437D-9175-E615CD4D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738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0FA093-11DA-47B4-BF57-8C4191D8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738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89689E-CF96-4E2A-ACDC-270A409A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3022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2747B0-E770-418F-BC02-FABC162F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3022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5975FD-3E65-4592-B2FE-46F92C37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664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4DB092-366B-4394-B5DD-1B4686FB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664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377CF9-811B-4946-BDCA-BCF7B42A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0306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479BC6-06E5-4E41-ABEB-F0FA93CF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0306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909106-1B48-469C-98FF-AAB93715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948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2BDADA-7F9A-4144-8F34-D445F2D7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948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B6B87E-959A-488C-A603-FAF05693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590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7A6292-2F4D-43FA-864D-9760A675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590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724A18-EAE9-4360-8F96-050B803B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232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5A3EFD-6FA5-4F7C-A185-9917CA81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232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88A91A-31F4-4346-8ABF-E7CFFC31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4874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5F7767-6812-46B0-A946-6C23C044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4874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6CDF56-39B0-4799-A8F6-50A2C496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4011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675195-73A3-4E0E-B654-65F84E40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4011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73499E-21A9-498B-97C4-5C7950D2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864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7377C2-8D88-4B10-B4A0-18CF4F65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864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618C1D-B7AB-4CA2-92FE-4320638B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9506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567873-F675-46A3-918A-756E4D3D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9506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3ADBAF-7583-4BCD-B015-249874DC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148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5D5B9B-992A-4D91-9E3C-C29B3747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148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FA4930-FD25-4889-AF9C-32AE8BFC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790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B94D56-AA99-45BB-B6A1-837582D3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790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F4532C-DE67-4C11-A176-E145A74B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433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BD5693-2E58-4F6B-B775-4EEC74DE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433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F5246E-6EB2-4556-950C-CAB4C10E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716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17AD34-BB72-455C-8AF9-010531FA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716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C3A48A-3150-414C-92B0-B1BE7315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1359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9D8ED6-5185-41ED-93B3-7F93E790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1359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5BCB4F-67E3-42CC-A398-227C1606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5002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AB3F27-B716-4542-877A-13322EA9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5002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231F3C-4CBC-4D3B-BCDA-E27ED7E9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5929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0B712A-5484-4060-8CD6-7C14C2E4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5929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8AD6B9-6FF5-4A6F-9002-865606D4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571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D3ADE3-D4EE-4752-B8FF-9EF41290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571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CA25FE-C3AD-4105-B37B-480A2D5F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213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4E9C14-19DF-4BD0-8ED1-79D5B89E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213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0993DB-A9F8-4401-B75E-81845EF2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856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8AF81F-32E8-40D5-B59B-39A46453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856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6B1C21-CFDA-41E2-BC53-E3E50E80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0499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B13B2D-137E-45B9-BD29-6C94F723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0499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9CD422-259F-408C-A6C1-B2684240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4141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9AAACB-2443-4DB7-960F-8D522A88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4141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9CBCF7-8844-4D01-8824-2F475D2F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425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9346E4-AF50-4568-80B3-65198987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425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A00336-20EE-4FCB-AEFC-B18FE878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5068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9538D3-47CA-4EE2-9D1E-D4E9053D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5068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5C5C2D-C7BC-452C-9EFA-4061E36A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9636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F8CD27-19C9-4C7E-9B21-044D6DA2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9636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F62E1E-8E5A-447C-A101-69432223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278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3873A4-E56A-4C4A-B9B8-2B5CE6E8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278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1C30CC-5B11-4FA9-9DAB-6260BA9B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6921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93D586-06F0-49DC-980D-5FF16DD0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6921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04B3A2-235B-4340-84E4-41048C4F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0563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465BFA-3587-4D8C-8A63-1F0204EF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0563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5EC634-15C6-43FB-9BD8-4C825716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206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D3AE75-2B0B-4D32-913F-A7D83C5E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206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1B08D0-FB70-405B-A1A9-4DF3F01C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848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A8B4F6-FCB4-4436-94AC-4F628D3F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848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FB2FB1-6BD4-40A2-B58C-CAAE4141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1491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4658E2-52D5-4E9C-9AB8-7BCA26ED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1491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2A8A91-2E4C-4418-BF2C-AC38097A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5133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2709AB-9B33-473E-B497-9DB0247B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5133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F1438B-87A5-4226-BB7B-60971DC1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776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005713-1EAD-4F9C-AF65-148D681F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776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8492BF-99B5-41DC-ABFA-B7D563F1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18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867E81-9BE9-4F32-A9BC-C9A97585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18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7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442A2D-41DC-49BB-9E71-DD09BE60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6060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6B9882-4A20-4F9E-A07E-E17284D7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6060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916E8E-F68B-490D-BF27-EF48FC5D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703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B90998-B3C7-46B2-BC53-24BCF646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703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0C89F8-21B1-4C18-BB8A-28ED8EF1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6987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7193C2-9FCD-4A88-9BF7-AF12486D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6987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19377D-D6D5-403D-B749-B5B1785F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630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9A04F3-EC7F-4E88-8A40-669860B3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630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EB2014-595F-4921-8BA4-04DE6956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7914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3999FE-01FE-4F53-AC6E-42C6E276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7914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AAD562-A538-461A-812A-C4859CB3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1556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4B220D-68A7-4795-8CBA-BB8883AA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1556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E29D3C-9B45-4EE4-A43A-7B89B648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5199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518BC2-E53B-43DB-B7B5-664453EF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5199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BC6ECB-B019-491A-874F-39C17385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2483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2A4BB0-79D8-4ABB-9E6B-2C658495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2483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BEDAA7-5509-4AFB-B29A-37827859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9767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1B4707-82C4-4F80-B13E-57C030C5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9767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6C63FD-EC10-4962-BAFD-5832AC6E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3409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25A435-E76E-47C6-996A-9F1E8B72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3409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7A3438-1624-4E21-A482-8B3D7671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7052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943D9C-F3F8-47C3-BB15-8EF3A16E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7052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DC87D5-A988-4B8D-B8B0-3D07317B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0694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19089A-0B04-4FFA-8D0C-B237290D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0694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A03B6B-B84E-4C5F-A107-F620F841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4337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97C607-CF55-4238-8F1F-C71D9820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4337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197581-6954-4513-9CE7-D4E0DAB7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7979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02286A-C871-4C8B-BD3A-B94A69E7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7979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181DD4-FC93-479C-879D-F6662A6C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1621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0C75BB-FA2D-4DF5-8548-5DF67DC8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1621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056CFC-2426-4A26-A4FA-87EFDCEC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5264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43855E-AE92-48F1-A8B6-40FC3C0F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5264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F0FEDF-2776-4E0E-999D-5857F994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8907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91829A-6C95-493B-B6BF-94E67420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8907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E77626-1A8D-4B3B-88A7-06448210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2549" y="100253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2033BF-4C7A-496A-9449-31FA062E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2549" y="100253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DBF669-EAC4-4735-B835-433C5181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342" y="993500"/>
            <a:ext cx="110670" cy="110670"/>
          </a:xfrm>
          <a:custGeom xmlns:a="http://schemas.openxmlformats.org/drawingml/2006/main">
            <a:pathLst>
              <a:path w="110670" h="110670">
                <a:moveTo>
                  <a:pt x="55335" y="110670"/>
                </a:moveTo>
                <a:lnTo>
                  <a:pt x="110670" y="55335"/>
                </a:lnTo>
                <a:lnTo>
                  <a:pt x="55335" y="0"/>
                </a:lnTo>
                <a:lnTo>
                  <a:pt x="0" y="55335"/>
                </a:lnTo>
                <a:lnTo>
                  <a:pt x="55335" y="110670"/>
                </a:lnTo>
                <a:close/>
              </a:path>
            </a:pathLst>
          </a:custGeom>
          <a:solidFill xmlns:a="http://schemas.openxmlformats.org/drawingml/2006/main">
            <a:srgbClr val="287A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E7991C-F98A-42C7-A6C9-F2D9DCF6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342" y="993500"/>
            <a:ext cx="110670" cy="110670"/>
          </a:xfrm>
          <a:custGeom xmlns:a="http://schemas.openxmlformats.org/drawingml/2006/main">
            <a:pathLst>
              <a:path w="110670" h="110670" fill="none">
                <a:moveTo>
                  <a:pt x="55335" y="110670"/>
                </a:moveTo>
                <a:lnTo>
                  <a:pt x="110670" y="55335"/>
                </a:lnTo>
                <a:lnTo>
                  <a:pt x="55335" y="0"/>
                </a:lnTo>
                <a:lnTo>
                  <a:pt x="0" y="55335"/>
                </a:lnTo>
                <a:lnTo>
                  <a:pt x="55335" y="11067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287A8C"/>
            </a:solidFill>
            <a:round/>
          </a:ln>
        </p:spPr>
      </p:sp>
      <p:sp>
        <p:nvSpPr>
          <p:cNvPr id="8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0470F9-6609-49CE-9152-82886F3B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897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1E7C81-4463-4F5E-BF24-15A2A0A0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897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A4CBF9-B7AC-4737-9C7F-202B3609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6539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37AE3B-19CE-4C5D-AD8B-8F1E37C0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6539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14FE51-CE3C-4589-A7E6-94D4BA37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181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A2BE53-C8F3-4D70-BEB0-D8B31504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181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6D4C18-C122-4C62-9D9B-8BBD73C3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823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A54941-1942-4612-9E13-384D5AB6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823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54C79B-8FFD-472B-ABEE-E69E7FCD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465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4D49D1-9357-4D92-B28E-22E8580A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465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DB63F6-20AC-4CF3-AD32-32F9F709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107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365031-89A0-45A1-A1CF-335B3811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107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2656A1-0B06-4B3E-815F-BE30B7F7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749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4D5B08-52F9-41F3-8766-C171ED30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749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C322BC-91F5-4BA9-AC97-89C45914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391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39E96E-58B5-4AA1-AD77-EA5EB75F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391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D983BB-C68A-4B35-BCEC-A89BF47E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033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CB695B-4CF1-483E-9E33-1C4944AC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033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63F4C3-D755-4E5E-8672-D91A1DCF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675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2B2EE9-1814-414C-8E71-20AD734A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675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1F9F99-47AD-4E76-8F3C-EC7AD6E4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317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251F27-CDB5-485A-BEF4-A3F0FFDA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317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537695-8034-4578-B083-10E2B3C4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959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AA6D98-EEFB-4637-B708-69807DAC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959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899458-F831-499B-94F9-6830D8F8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601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B3B5FF-DDD8-4EF9-9B35-9904B0CE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601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2AE357-B68A-443B-931B-4FE823E6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0244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2AB8C5-B00A-4C4A-9EFE-BEFF1167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0244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7AEBC4-0BF2-4E8D-BCB0-3E58960C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886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1413EA-952A-43F1-AC8A-7FC122D2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886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942B7B-6029-4174-82EB-FB589DE5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528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9D6933-A39B-445F-A461-4D3DDC11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528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872027-CDAB-43D3-B326-139005E0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1170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E1ED92-5F80-4881-BD28-794CCFE5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1170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D53A10-F171-4FC9-A405-1E1DF6B1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812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37B64A-CCF0-4E6A-B6C7-DC90E9C1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812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E6580A-6CEC-46AE-AA57-621B8413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54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80405E-5E6B-4BCA-A505-4416301A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54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2D8205-BCD7-4A1C-94D7-D155933D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096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793B74-910F-42C3-980D-751D0686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096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C27578-9AD7-4A65-A731-5128CC57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738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C85D3F-FBC3-437E-93D6-6C1B6DD9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738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9EABDD-2250-4E33-BFDD-CC7A3BA9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3022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C0FAF2-26BD-47EE-B4F1-B06BE46D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3022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D9454E-4292-4203-83AF-DA197FB7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664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236E8F-9196-4F4C-BCB6-1CFEDAC2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664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EAF539-EA31-4509-9B9F-66CA42D7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0306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C0C4D1-EACF-4078-9020-34923FB5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0306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77E3E3-B4D7-450C-BF3D-701E3A94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948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2948AE-3110-4F06-8FE2-C5506B46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948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97D1E9-97B7-4C67-9F2D-DEC060FB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590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74C54B-B545-4AAB-8334-E13B8247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590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FB43C6-C67D-40A6-870C-97B35998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232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C26E55-1DE1-4FDE-A682-6D33D8C2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232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2649EA-8F10-4712-8857-3259E0ED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4874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DEE932-2CA3-40DD-9F69-AB874661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4874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8D2C8F-9551-4CBA-BDB7-F88153CD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0369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031884-858D-4DD6-ACC0-A29FA546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0369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A85809-7B20-4A52-9258-3B67C09F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4011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4A71E2-B856-4BB7-AD36-FD98866B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4011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0E24E4-D0E5-4997-96BC-92CE6A29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579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3842FE-0099-4ACB-8AB8-9F7E297A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579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8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6C5BC3-BAD9-4193-B741-6A11E1CA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790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7B436B-D1DB-4063-BF66-CBF9007D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790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9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E971DD-2FCB-4FCF-9F3A-58523BC6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432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DD20DC-AC33-4731-A89C-D0091272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432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9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2E04A6-5334-49E1-AAFE-636B1F96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569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A28E18-E4A0-4D8B-815B-9D841B7A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569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9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8F9E0E-E754-4441-9A06-45642DE8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211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9802C7-A76C-4F13-8C20-A4DA0768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211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9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6A6CE9-FF1D-439D-BFC2-E54C5196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853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DE83F7-AC6F-48BA-8F90-E29C0ED4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853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9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F18CBB-6CFB-4FB5-95B5-9749E54E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0496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91EB0A-56EB-45AA-9F10-250FB5A8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0496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9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FC0FAD-08AB-4680-869C-3AD2D7B7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4138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635C38-BFBB-4A07-ABE8-5AE56D1F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4138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9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CA6776-C72F-4C70-BF55-07D2645F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1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7799AE-7579-47BA-951C-40F5F8A0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1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9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AA3766-29BE-4E23-BF8E-7FD757B9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423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341329-459A-417B-89AE-2CD41F4A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423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9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F20AB7-F709-4F01-A4E7-1F6FFA00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5992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EDB168-D74B-4E07-9391-FF5F031E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5992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9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0A7B4D-F6E6-4A96-81C3-536A7D73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202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BA08C5-096B-4BDA-A613-46DEF8A4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202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9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DE3492-D8C2-4041-A0BE-40F72D5E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845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611767-8A78-4C30-84BE-1E5110FF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845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9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0C5AF8-2BA2-4C58-AB2A-37262A59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1487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B84E45-2EAA-4389-874B-B5B5B21E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1487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9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73EB0A-42A0-4069-B483-AD0670E8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771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E91707-3C32-413D-AC25-49E13CBE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771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9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30A42E-BD6A-4A5F-B409-44722107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14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F146F5-2E29-436A-9C7E-B7F2B9F0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14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9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306708-B1E2-4F74-9CCD-B4B6B761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698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155A40-A5B3-4C4C-BA7B-B4B1E183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698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9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5BDA1F-A9C1-412B-A3A0-9B2330A7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6982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578F89-73CD-474C-8F5C-AAC2B530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6982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9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168E6F-9725-42F9-BC91-72622F46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624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C3B79D-884F-47CA-8C64-BA4D5A0D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624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9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701F67-16CD-47D2-A194-EE440AF6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1551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FD7D9E-D186-4F3F-8CED-BE1FB663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1551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9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9D7022-3CEB-4E4D-B110-853C5233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5194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64ACB0-61FE-48A5-9631-B9467D71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5194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9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9CE83B-5A5F-4BAE-A9AC-FB844CFA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6120" y="837427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B9EF28-2A1D-4226-AA9C-D3C1D214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6120" y="837427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9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CD1FE9-A69F-49ED-B34F-6457D4FD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615" y="828388"/>
            <a:ext cx="110670" cy="110670"/>
          </a:xfrm>
          <a:custGeom xmlns:a="http://schemas.openxmlformats.org/drawingml/2006/main">
            <a:pathLst>
              <a:path w="110670" h="110670">
                <a:moveTo>
                  <a:pt x="55335" y="110670"/>
                </a:moveTo>
                <a:lnTo>
                  <a:pt x="110670" y="55335"/>
                </a:lnTo>
                <a:lnTo>
                  <a:pt x="55335" y="0"/>
                </a:lnTo>
                <a:lnTo>
                  <a:pt x="0" y="55335"/>
                </a:lnTo>
                <a:lnTo>
                  <a:pt x="55335" y="110670"/>
                </a:lnTo>
                <a:close/>
              </a:path>
            </a:pathLst>
          </a:custGeom>
          <a:solidFill xmlns:a="http://schemas.openxmlformats.org/drawingml/2006/main">
            <a:srgbClr val="287A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02EF11-736F-4EB6-887A-9F5158E8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615" y="828388"/>
            <a:ext cx="110670" cy="110670"/>
          </a:xfrm>
          <a:custGeom xmlns:a="http://schemas.openxmlformats.org/drawingml/2006/main">
            <a:pathLst>
              <a:path w="110670" h="110670" fill="none">
                <a:moveTo>
                  <a:pt x="55335" y="110670"/>
                </a:moveTo>
                <a:lnTo>
                  <a:pt x="110670" y="55335"/>
                </a:lnTo>
                <a:lnTo>
                  <a:pt x="55335" y="0"/>
                </a:lnTo>
                <a:lnTo>
                  <a:pt x="0" y="55335"/>
                </a:lnTo>
                <a:lnTo>
                  <a:pt x="55335" y="11067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287A8C"/>
            </a:solidFill>
            <a:round/>
          </a:ln>
        </p:spPr>
      </p:sp>
      <p:sp>
        <p:nvSpPr>
          <p:cNvPr id="9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96E2CA-7E4B-4ADD-B6A6-AABCDAFC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7" y="828388"/>
            <a:ext cx="110670" cy="110670"/>
          </a:xfrm>
          <a:custGeom xmlns:a="http://schemas.openxmlformats.org/drawingml/2006/main">
            <a:pathLst>
              <a:path w="110670" h="110670">
                <a:moveTo>
                  <a:pt x="55335" y="110670"/>
                </a:moveTo>
                <a:lnTo>
                  <a:pt x="110670" y="55335"/>
                </a:lnTo>
                <a:lnTo>
                  <a:pt x="55335" y="0"/>
                </a:lnTo>
                <a:lnTo>
                  <a:pt x="0" y="55335"/>
                </a:lnTo>
                <a:lnTo>
                  <a:pt x="55335" y="110670"/>
                </a:lnTo>
                <a:close/>
              </a:path>
            </a:pathLst>
          </a:custGeom>
          <a:solidFill xmlns:a="http://schemas.openxmlformats.org/drawingml/2006/main">
            <a:srgbClr val="287A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4BC24C-8958-4DD7-A5E0-41F18D87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7" y="828388"/>
            <a:ext cx="110670" cy="110670"/>
          </a:xfrm>
          <a:custGeom xmlns:a="http://schemas.openxmlformats.org/drawingml/2006/main">
            <a:pathLst>
              <a:path w="110670" h="110670" fill="none">
                <a:moveTo>
                  <a:pt x="55335" y="110670"/>
                </a:moveTo>
                <a:lnTo>
                  <a:pt x="110670" y="55335"/>
                </a:lnTo>
                <a:lnTo>
                  <a:pt x="55335" y="0"/>
                </a:lnTo>
                <a:lnTo>
                  <a:pt x="0" y="55335"/>
                </a:lnTo>
                <a:lnTo>
                  <a:pt x="55335" y="11067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287A8C"/>
            </a:solidFill>
            <a:round/>
          </a:ln>
        </p:spPr>
      </p:sp>
      <p:sp>
        <p:nvSpPr>
          <p:cNvPr id="9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562189-ABFE-4732-8AB5-822170CF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9794" y="828388"/>
            <a:ext cx="110670" cy="110670"/>
          </a:xfrm>
          <a:custGeom xmlns:a="http://schemas.openxmlformats.org/drawingml/2006/main">
            <a:pathLst>
              <a:path w="110670" h="110670">
                <a:moveTo>
                  <a:pt x="55335" y="110670"/>
                </a:moveTo>
                <a:lnTo>
                  <a:pt x="110670" y="55335"/>
                </a:lnTo>
                <a:lnTo>
                  <a:pt x="55335" y="0"/>
                </a:lnTo>
                <a:lnTo>
                  <a:pt x="0" y="55335"/>
                </a:lnTo>
                <a:lnTo>
                  <a:pt x="55335" y="110670"/>
                </a:lnTo>
                <a:close/>
              </a:path>
            </a:pathLst>
          </a:custGeom>
          <a:solidFill xmlns:a="http://schemas.openxmlformats.org/drawingml/2006/main">
            <a:srgbClr val="287A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CA7872-5748-4823-80CA-E5D0862E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9794" y="828388"/>
            <a:ext cx="110670" cy="110670"/>
          </a:xfrm>
          <a:custGeom xmlns:a="http://schemas.openxmlformats.org/drawingml/2006/main">
            <a:pathLst>
              <a:path w="110670" h="110670" fill="none">
                <a:moveTo>
                  <a:pt x="55335" y="110670"/>
                </a:moveTo>
                <a:lnTo>
                  <a:pt x="110670" y="55335"/>
                </a:lnTo>
                <a:lnTo>
                  <a:pt x="55335" y="0"/>
                </a:lnTo>
                <a:lnTo>
                  <a:pt x="0" y="55335"/>
                </a:lnTo>
                <a:lnTo>
                  <a:pt x="55335" y="11067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287A8C"/>
            </a:solidFill>
            <a:round/>
          </a:ln>
        </p:spPr>
      </p:sp>
      <p:sp>
        <p:nvSpPr>
          <p:cNvPr id="9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EB6CFC-294A-4B9D-AA8B-001B5ECB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181" y="672314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9EF370-0FF5-4D59-A086-AD3369A0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181" y="672314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9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EBA9AD-1707-4D4B-9968-CF870421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749" y="672314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14A1F8-0247-480B-94E1-3057A915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749" y="672314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9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DD4C4A-E517-4702-9369-B05CB6E5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391" y="672314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B45DC2-8B8A-4A74-9A12-6F712C72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391" y="672314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9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716C7A-C084-46E5-A336-C6E4B14C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886" y="672314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339F44-9DBF-4723-842F-EC4CE0C8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886" y="672314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9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436E5C-7431-45B1-9308-3C9C2014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528" y="672314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B5CCF6-833E-4063-B8A1-51E1A22A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528" y="672314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9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58006E-F37D-4F08-84F1-98D00EDB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54" y="672314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DC6923-9450-4125-AEC7-6BEBE354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54" y="672314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9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200AF8-05A2-4C0B-BB77-D7B009F9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096" y="672314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3935B8-7E8A-4F24-A281-7E6D4FC2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096" y="672314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9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B2E9FA-C40C-44EA-ACDD-C2807D46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949" y="672314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8975D2-6505-4048-AA2C-92ED1015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949" y="672314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9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1F005D-F325-4F8D-9E91-A3FE7F4E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4875" y="672314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0E3BBD-D415-453B-9B1E-B3D39F96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4875" y="672314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9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EFF7FE-6410-40C2-BB5E-B80DC470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790" y="672314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FEAEF0-7FE5-457C-ABA0-77348AE9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790" y="672314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9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C237B0-47C5-4DD5-A7D1-7D932F66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433" y="672314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B4105D-79DD-43B2-8163-09878999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433" y="672314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9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A90A4C-8D09-4DB3-8048-F64658A1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075" y="672314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1BEDDD-0F48-4414-ADB6-F3261419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075" y="672314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9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9D56E3-BF2D-4495-9321-1F4B6FEC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718" y="672314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368559-01D4-4620-8D0F-E6277F28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718" y="672314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9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B2B465-0628-4730-8753-F9BC3D07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1360" y="672314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C03AAA-43BF-48B2-A4EA-373FB4B1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1360" y="672314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9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2D6355-326D-4C5D-99A2-80BACCDF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5003" y="672314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452A35-B5DB-4173-BEF7-7A38DEBC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5003" y="672314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9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262B32-AC1A-4B83-8565-0BE224C3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5929" y="672314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466338-32F3-4EC3-B936-930B6673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5929" y="672314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9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BBFDA0-18C0-4BCB-A8D0-ED38B4CE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572" y="672314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B207E4-CEBE-4A05-9793-CCFE454B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572" y="672314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9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489A65-EAD3-4B79-823D-888EA707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214" y="672314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0FAD30-B7B5-4B35-98D0-4AC28211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214" y="672314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9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21628F-A577-4A42-9BA9-1A64E81B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857" y="672314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B6D4D8-C9BB-42E0-BC4B-C5C1E8EE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857" y="672314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9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0D332F-DCD8-4333-8545-931BE09A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0499" y="672314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EC4219-F599-4515-87C1-8B109DC9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0499" y="672314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9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136CCB-16B8-464C-8FC0-B907717B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4141" y="672314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73ACC8-6DD5-4FDD-8B88-587496AE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4141" y="672314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9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623E71-DE1E-4920-84A7-625A1FA5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426" y="672314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463257-FF63-4140-BF4A-5C8AFB87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426" y="672314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9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C9C8F4-0497-4F53-9C08-F7E2F57C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5069" y="672314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0E64C9-2922-418A-814A-8860898A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5069" y="672314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9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71942A-5714-498A-B127-0F8582B2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2352" y="672314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81DF88-5DD0-41E6-8A7B-2F6560F6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2352" y="672314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9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148411-B486-4047-877D-38D6C50A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6984" y="672314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155921-26CC-435D-8249-22A36519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6984" y="672314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9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B063C0-BA0A-457B-BD20-581E87D9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626" y="672314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DEC8E0-F2BB-4ADD-B80C-5AF0B239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626" y="672314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9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AD9689-214D-4910-948C-7E82F6F6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7910" y="672314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DBB147-B284-409C-873C-A353DA6F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7910" y="672314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E597C3-F58A-4DBD-AA0B-ED05DE44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1553" y="672314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6A94AA-8DED-4059-B247-90B817D1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1553" y="672314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61CF6E-793D-4499-B10B-B5580861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5195" y="672314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A16038-EF43-4A35-AF19-6D45DA07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5195" y="672314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28941D-B4BF-4C1F-9B2C-8BF08C8A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2479" y="672314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73BB28-8E71-416E-81AD-5A3B8E55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2479" y="672314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CC130F-D3D0-4C77-8808-0ABC5AD9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5226" y="663276"/>
            <a:ext cx="110670" cy="110670"/>
          </a:xfrm>
          <a:custGeom xmlns:a="http://schemas.openxmlformats.org/drawingml/2006/main">
            <a:pathLst>
              <a:path w="110670" h="110670">
                <a:moveTo>
                  <a:pt x="55335" y="110670"/>
                </a:moveTo>
                <a:lnTo>
                  <a:pt x="110670" y="55335"/>
                </a:lnTo>
                <a:lnTo>
                  <a:pt x="55335" y="0"/>
                </a:lnTo>
                <a:lnTo>
                  <a:pt x="0" y="55335"/>
                </a:lnTo>
                <a:lnTo>
                  <a:pt x="55335" y="110670"/>
                </a:lnTo>
                <a:close/>
              </a:path>
            </a:pathLst>
          </a:custGeom>
          <a:solidFill xmlns:a="http://schemas.openxmlformats.org/drawingml/2006/main">
            <a:srgbClr val="287A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CD7BEC-8432-4881-B47A-E78987FF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5226" y="663276"/>
            <a:ext cx="110670" cy="110670"/>
          </a:xfrm>
          <a:custGeom xmlns:a="http://schemas.openxmlformats.org/drawingml/2006/main">
            <a:pathLst>
              <a:path w="110670" h="110670" fill="none">
                <a:moveTo>
                  <a:pt x="55335" y="110670"/>
                </a:moveTo>
                <a:lnTo>
                  <a:pt x="110670" y="55335"/>
                </a:lnTo>
                <a:lnTo>
                  <a:pt x="55335" y="0"/>
                </a:lnTo>
                <a:lnTo>
                  <a:pt x="0" y="55335"/>
                </a:lnTo>
                <a:lnTo>
                  <a:pt x="55335" y="11067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287A8C"/>
            </a:solidFill>
            <a:round/>
          </a:ln>
        </p:spPr>
      </p:sp>
      <p:sp>
        <p:nvSpPr>
          <p:cNvPr id="10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5A50ED-F9A9-467F-B2A5-88A40F6C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1971" y="507202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A09A68-7CEE-47DC-8D05-C144ED06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1971" y="507202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767D5D-5235-4EDA-A0AC-F61E3B6C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613" y="507202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33036D-DBB9-4D05-BE11-69795C08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613" y="507202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186A1E-AE2C-44DC-B6E8-FA149876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6539" y="507202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8D758E-7F87-4F03-A9A0-BC799D80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6539" y="507202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FEC6CD-6851-4B99-B28D-4558526E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181" y="507202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C4495E-CCB2-4AB7-8DF4-8019B9F7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181" y="507202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99C514-194E-4639-88B7-46FE3D07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107" y="507202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4E1E2C-ECC5-4218-9ACB-0CA379A1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107" y="507202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5025CC-AE74-4499-AB1E-53D7C471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749" y="507202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47FA01-F6E1-47AF-AA60-0B6004BC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749" y="507202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E560CF-3E55-47B4-B748-9BD7E98F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391" y="507202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4340CA-B4FF-419E-9D10-5608C9D8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391" y="507202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6C3C9C-33F1-4459-9E48-ACC6BDA1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318" y="507202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BE2E0F-F8DB-47DA-AE89-FE779735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318" y="507202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DCE837-CA80-4611-9924-D9D55DF4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0244" y="507202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A5F557-5549-4093-9E52-ECED4B4B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0244" y="507202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70FA7A-C80E-4512-BD5A-CB765598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886" y="507202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803EB7-94E6-4A16-9AA9-3F94C67B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886" y="507202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7E9037-EED1-431A-9B78-1A4D3F98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528" y="507202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75D8A6-0F31-4C82-B05A-DD710536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528" y="507202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89C2AC-B6E6-4933-B4CF-7D0A27E2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54" y="507202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78A26B-DFAD-4EB0-BFEB-2F3DD8F8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54" y="507202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54A607-84EE-4D23-A98F-416FE614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096" y="507202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00F659-A13E-46A6-8D98-153F2097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096" y="507202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EEB5F2-583D-441D-BCDB-246F4E21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0307" y="507202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93BF8D-27ED-43CC-8AEE-30BCE5BE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0307" y="507202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9C99E7-4AAD-457F-9F50-2437BB53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949" y="507202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A29B29-8CAE-4918-9E11-2CDCB017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949" y="507202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775EE5-FAFD-4046-9359-9398E9B2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233" y="507202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503B0F-AD22-42AE-B3E1-E91E0108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233" y="507202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DB2552-072F-438D-9C92-31A21DA4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4875" y="507202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0066C5-1DB7-4D9D-8492-526561E4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4875" y="507202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445B69-2E92-4F91-9815-2EF84CC1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864" y="507202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8ED7DC-C23E-4642-BF35-310B9212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864" y="507202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2D5E6A-6A2E-4735-83DF-FF3033B2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9506" y="507202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49B936-DDD2-494E-BA22-C78FED91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9506" y="507202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441B34-D3FE-455C-BA6C-95F8A855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148" y="507202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1CC15A-588B-488A-8DA0-6C668160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148" y="507202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9BD94E-BC25-4EE1-9EDA-5AACBD18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790" y="507202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CA385E-1669-4273-88CC-D7129995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790" y="507202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227F74-9D6C-4885-A791-CC225A45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433" y="507202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07EEA8-C95C-43DA-8EEF-3A40E55D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433" y="507202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0223CF-E20B-4491-BC82-BB6C543F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1359" y="507202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795DBE-D15A-44EE-B961-57816D7E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1359" y="507202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5DB14F-02F5-4602-A218-6D0A37C4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5002" y="507202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8D413A-B15F-4C87-BE7D-2097DBF8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5002" y="507202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ACF2AE-48D1-46B4-9B0F-1D69C888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286" y="507202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1F7F74-F569-4768-8E33-46442AAF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286" y="507202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4CB144-C833-46ED-B6FF-275B570C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5929" y="507202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825D65-9501-4317-8FDA-6E26CC1C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5929" y="507202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6A547E-18D7-4638-96D5-0B677560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571" y="507202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C026FC-35A0-4AF7-9512-EC84ACEC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571" y="507202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C8C493-E59B-4748-930E-93078328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213" y="507202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3A7F32-3FA2-4B15-A3FA-5A06435C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213" y="507202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95D070-13C2-4F42-8554-7FD62248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856" y="507202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4963A9-EED8-4A15-BB18-D9D67480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856" y="507202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ADA0EF-02CA-4397-A540-6977557E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0499" y="507202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25BA23-5A27-4202-81D4-A8886724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0499" y="507202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823869-3CE9-4D58-8877-B5F7E09F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4141" y="507202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128E4B-89FF-4D22-AE15-B902AECF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4141" y="507202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30C8B3-3278-4FA5-9E09-4C25A236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425" y="507202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DC9CC8-F96E-480C-B564-7749D65A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425" y="507202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551817-49DA-4BF2-93D6-BF773EA9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2352" y="507202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0996F6-0791-4F70-9C78-CACC6172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2352" y="507202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7D36BE-FAA4-42AF-83BD-6913BA97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1488" y="507202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25AA1B-BF4D-402B-921A-3BFACBD0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1488" y="507202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E2C90A-513D-406C-8F73-FFA281B4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5130" y="507202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B766F4-5C5E-4181-A957-33B10C1F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5130" y="507202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76D76E-A57D-48A3-862E-4BECBEBD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773" y="507202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D5E660-1EA7-4CB5-A828-0B5D0E2F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773" y="507202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C429DD-F4FD-4483-8F35-C494CDB8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15" y="507202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8D0005-C8E1-491B-91CB-88DAF813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15" y="507202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39BD21-3066-4331-A051-A65AE241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6058" y="507202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29479E-79B0-4FD2-8351-614CDED8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6058" y="507202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64EB43-B75F-49D2-8519-DEA981BD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700" y="507202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A25423-1F4E-431E-B011-E130D59C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700" y="507202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346021-33C0-478D-ACAF-D23CE5E3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3343" y="507202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F9932A-B388-42F6-B9CE-69C8ED41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3343" y="507202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84DCE0-590A-471C-A68D-EA3A2469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6985" y="507202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F6BF28-11B0-48D6-96EF-ECF5E3FA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6985" y="507202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7AB959-3E92-4227-8D72-9EC8FEF3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628" y="507202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A7A265-1B20-40BC-B823-39B575AD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628" y="507202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457C45-CD42-4E27-8842-049F54D9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1555" y="507202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8A7B10-C330-46CB-8A75-A7B1D4E6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1555" y="507202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89A0DC-DA39-46C5-8EBA-143626DA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5196" y="507202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30AA59-4902-457E-ABAF-A1756AD6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5196" y="507202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456817-25A3-4486-86B0-844AE287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2481" y="507202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7DBA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C2EB44-D114-4EDB-A17D-0FF44B06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2481" y="507202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 cap="flat">
            <a:solidFill>
              <a:srgbClr val="7DBA91"/>
            </a:solidFill>
            <a:round/>
          </a:ln>
        </p:spPr>
      </p:sp>
      <p:sp>
        <p:nvSpPr>
          <p:cNvPr id="10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24D087-67F8-49AC-9EB6-9C99483E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3121" y="498164"/>
            <a:ext cx="110670" cy="110670"/>
          </a:xfrm>
          <a:custGeom xmlns:a="http://schemas.openxmlformats.org/drawingml/2006/main">
            <a:pathLst>
              <a:path w="110670" h="110670">
                <a:moveTo>
                  <a:pt x="55335" y="110670"/>
                </a:moveTo>
                <a:lnTo>
                  <a:pt x="110670" y="55335"/>
                </a:lnTo>
                <a:lnTo>
                  <a:pt x="55335" y="0"/>
                </a:lnTo>
                <a:lnTo>
                  <a:pt x="0" y="55335"/>
                </a:lnTo>
                <a:lnTo>
                  <a:pt x="55335" y="110670"/>
                </a:lnTo>
                <a:close/>
              </a:path>
            </a:pathLst>
          </a:custGeom>
          <a:solidFill xmlns:a="http://schemas.openxmlformats.org/drawingml/2006/main">
            <a:srgbClr val="287A8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D964DD-72F8-47D1-B244-EE19F8C2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3121" y="498164"/>
            <a:ext cx="110670" cy="110670"/>
          </a:xfrm>
          <a:custGeom xmlns:a="http://schemas.openxmlformats.org/drawingml/2006/main">
            <a:pathLst>
              <a:path w="110670" h="110670" fill="none">
                <a:moveTo>
                  <a:pt x="55335" y="110670"/>
                </a:moveTo>
                <a:lnTo>
                  <a:pt x="110670" y="55335"/>
                </a:lnTo>
                <a:lnTo>
                  <a:pt x="55335" y="0"/>
                </a:lnTo>
                <a:lnTo>
                  <a:pt x="0" y="55335"/>
                </a:lnTo>
                <a:lnTo>
                  <a:pt x="55335" y="11067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287A8C"/>
            </a:solidFill>
            <a:round/>
          </a:ln>
        </p:spPr>
      </p:sp>
      <p:sp>
        <p:nvSpPr>
          <p:cNvPr id="1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D86C57-9178-41AD-98B5-ABE4F6CC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907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735FB0-568F-4E3A-8C78-4BC2ED0C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907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28966D-BA6F-4390-9C93-51222C5F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550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4A8CC1-81AC-4CF1-A47C-C7F20FEC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550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AE2E29-C4EE-4A09-8E84-DA295007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92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721236-625F-4D70-8A9F-E3B6CF25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92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56E9A6-5FC6-4115-B1DD-00374C40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34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A1E4D7-C32E-4AF2-BBA5-065E8E3C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34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2B27BC-AAAC-4F13-ACDE-96360969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476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88E9B4-4DB3-4D1F-B45D-37E256CC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476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7D3107-AF93-41AD-9248-040DA74E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18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CB824B-FCF2-4FA8-A999-479D8C3D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18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2E314A-D2FB-4C39-A4CB-2D6F5CF4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760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BFC0F1-4824-447C-B932-033EBD52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760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CCE664-76D2-4601-9891-DBB12B97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402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BDFF19-F462-4CE3-B9A9-A51E4C9E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402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178476-A9FC-44F3-A2A9-D717E34C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044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2948D7-4392-42B6-A154-BFF64857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044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3CF67F-77B1-4CCF-9FF2-858593C4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686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D9C45D-9602-4E65-8847-34CD6877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686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931013-B783-4BD6-A10F-28A7BC54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8328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08FA1F-1F38-4AE7-A4E3-0AD696F7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8328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DED563-F36C-4A21-B5F3-74D4EB0A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1970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288369-1385-4A0E-990B-12CF4390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1970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E8C220-DFE6-4654-A058-04AFB764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612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3ECB45-7724-4AE6-970C-F0F35F8A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612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98C37A-D5AC-4372-9EBB-92DDBA3D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9254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2BA344-66C8-40D5-8310-A6856E8F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9254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A51960-AA25-4072-BFD0-7567904D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896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DF7945-F261-4E76-A5AC-13CF5EAC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896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A5D3B1-1977-41E2-82B0-B53B7051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6538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C8CBE3-69C5-4B24-AA23-860691C3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6538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72DEB9-921C-467A-9CBF-5D8042C8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180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31A3B4-5A75-45DD-A3E3-EE2B4E14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180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EBAF31-CFCE-47AA-91E6-1710A7FE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822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0A9EF4-D312-46E4-A6DC-B14FDB72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822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CD2EB6-888D-4CD8-9364-80B21F8A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464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63E395-59DD-4F94-B336-FFB12F2D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464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B0032F-72E0-41FC-8942-501CC87C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107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94C301-B4BA-4989-9C40-9B512C78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107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33228C-2B2D-434F-9AF7-9529651D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748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93053D-52AA-46D9-8783-1B53D52F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748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8158C9-6849-4374-9FED-D7B9DA62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033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DC0657-6C4F-49F6-A5BC-732A8DC9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033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F37C7B-E16C-48EE-8CF1-4F340764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675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C5AE0F-284D-4D13-869C-5BDDA616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675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42E3C1-394A-437C-A585-BA6C3E28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317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524B50-9BAB-406F-A202-07472544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317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9C8B2E-FECA-48DA-8121-05A25FE4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959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3F8F8B-3317-453E-9872-CF15E45E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959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930B2F-3327-474C-BD53-E07FAD6B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601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6495AB-AAC8-45F3-8728-19BDEEDE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601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56CD21-2AFD-4147-818B-3BDCF464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0243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AF94BD-0D35-4A6D-BEA5-419E832C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0243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96B62F-D0D9-4A02-9415-973792CE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885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5954B6-DF09-4C87-9DDC-F7F1D325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885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A46C32-869F-4B7C-8C38-C0E506C2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527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E4D022-A7DF-4A5B-B404-16A7A94E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527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F8F4C4-95EF-40DD-AE43-7CE2DD39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1169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13015B-EB97-4119-BB80-47AD4342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1169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9397AB-7150-414C-BAF7-36CFBFD8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811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136E6C-7E50-41D4-A977-A6F75BA7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811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6A8D79-DA3B-48B3-A567-9DE28C9B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53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090BDA-AA7E-4D60-95F0-61229BE3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53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C466BC-AA69-4121-9903-D6076F34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095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A04E0E-0B6B-412F-A0E7-157E87BE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095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840EEF-D7FC-454E-9523-E47DF439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737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8C24AC-3E46-4624-91AC-E8F77995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737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3DE0AC-DDBE-477B-83F3-9554E1BF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3021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1789FF-5E4C-4645-BC4C-446E20CB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3021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6121E6-1D9F-4608-B7BD-543A6E56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664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BACF3C-A22A-4F13-AD89-B5AF18B3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664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D111D3-3DE9-4E13-9360-66401AC9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590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A2AD14-ECDD-4FF6-A9FE-38D9A3FA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590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8C94C2-0908-444A-9A86-7AA9BA77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8516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2DD07B-E387-4663-A684-D6D38553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8516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94E0A3-BA5F-4D12-98FA-4DBE1FDC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5800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577D2F-9899-43D7-8D3A-D0206070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5800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893639-77DE-4552-98B7-3244C67C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9442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34C10E-B070-4DAE-9E87-917E2C74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9442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9A4925-639A-4C84-B36B-F3120023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3084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BCA269-582B-4C81-A3AC-7D5211A4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3084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060111-A140-47A3-B7BD-4C9FBB58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726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4297E6-EFE4-4EFA-AFDB-F199A00A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726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74EDFF-2F51-452D-ABB4-BFC857F9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4010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C93775-0429-493C-9D04-0735686F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4010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A83E8D-169B-4A1B-9EA7-D2DAC932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652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1FCEB0-5EA8-4080-8463-DE901986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652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005D35-9CED-4E67-9D4D-B6398220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294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AD077C-5392-4269-A378-168D08F6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294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AB0BB6-F0C7-4F2A-B8C5-9ACFDE8B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4936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17848F-C890-449E-8D1A-54546A5A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4936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570683-0E35-4566-8243-58E46A37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578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08A7E0-0473-45D2-A2B0-B2D8FA42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578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5C04AD-58B0-438B-B060-786CB181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788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0CB3A5-6F21-4184-A143-8E29DE25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788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47982D-74B7-4B26-9F43-11E58803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431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55A161-F4C4-4C1D-898B-975A0493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431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F726D4-BC19-42EF-A320-1593FECE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074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B6A5D8-694E-4E57-8AFA-4B62E63A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074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E014FF-064B-4288-A94C-57C1059F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716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7D0A7A-9241-409F-BE5D-8DDDBE29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716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D86D85-D92B-40A5-BB75-809C480B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1359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03FB52-F0D0-4860-8319-DC81A820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1359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F55851-8CFA-4EA2-A7B8-EDF46C3D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5001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072FCF-45E8-4BFC-8E76-D4EDECD3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5001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68828A-0C20-40E2-B7F7-45A1DF89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644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BC6334-8F2D-4764-B3EE-B4AC9975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644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0348EB-3751-4DB3-B3D4-CB325107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286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E62613-CF87-44CE-9110-715757CA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286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E9B87F-875B-4934-9AC7-C3094ECE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5929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27273F-6179-4BE1-9FAA-B26D068A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5929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723BBF-7A23-40BC-AD73-1B24457C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571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D78E15-C44A-45DC-A47C-EE189545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571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57688A-593F-4446-87DE-5B32745C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213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388378-B05C-45A7-B17C-6CF3BFE4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213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18DCE0-3043-465C-88EF-B3EBC7DC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856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D425BF-01E3-4DBF-B892-5778160B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856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E15466-3A05-40D1-AF47-34E3B045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0499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EC8F34-C20F-4FF7-9E74-60636A2E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0499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D9AF2D-2D6E-4215-890D-939FD795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4141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C3C9BA-3A48-485F-B4C6-B82B6C91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4141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47886E-75BB-40F0-AB00-8F45D95B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5068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4C0A42-7AE6-47BC-9018-0357E30B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5068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F6EB35-C15E-422A-BBA8-89D76886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9636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566EB6-ED43-4ABE-A516-6F85539F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9636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A64D02-F533-41E4-8DF6-3978D530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278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B3E4CF-8A56-4D54-A9F0-543F46E7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278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FCF547-6AB4-42EE-AADF-7C2549DF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6921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38AC91-A1E5-494F-8F16-E1712485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6921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3535DF-0E73-499E-BDE7-9213CD87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205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9D744A-898A-4BCB-9873-C887B5C8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205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9B1A9E-1DAA-4A4E-AAAF-FC93B40F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847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32DA94-0B96-46D9-BE67-F146F6DA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847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35A6FC-D0FF-436D-9BBD-A7566F7C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1490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1FFAE3-425C-4F14-B212-F97FB530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1490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9C5381-1D34-41D0-9994-C32474F9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5132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5E13B8-8261-4EE4-A567-85277265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5132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B1595F-863B-4370-A248-5616F1C2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774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2A944F-E386-424F-9FED-2739807F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774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7F2404-B3F5-452C-97BD-5A4EDF02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17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B507F4-47B0-4040-9AF6-D968117C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17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D49D83-74EB-48AF-B9DB-D334364F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6060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925757-157D-4C33-A7B1-09D84275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6060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9F0BEA-0481-434E-B260-C01E90C9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702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2C909D-D064-4371-AC2D-CAD423CD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702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394BD1-673E-4C69-953B-BFFE1942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6986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023CD9-5E62-4368-B7AF-CBAE6896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6986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3C808D-ACFF-40C4-8F95-EC3FBC18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628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413697-2B27-44D5-B06A-CBF7C491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628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F45BD9-FFEF-484D-9BD8-A3DD2F05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1555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926339-AE3A-4350-933B-E584BF8B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1555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B53058-8E0A-4B3F-9C12-A88CBF2C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5198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F625AB-50B1-47CB-9501-70A62D00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5198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6713BC-9EFE-47D9-922B-E3843DC6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6124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0BD6EB-40CA-49D9-9011-D3DC07B1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6124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79AC8F-9EF5-4FE0-8936-2BB904AB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9767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762CA2-C13C-4B6D-BEFA-61168AE6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9767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8C63D4-E6D7-476A-BBF3-E23434D2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3409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E1A7CC-B3B6-4F05-A08B-AFFC0981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3409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07A63E-6C49-4E4A-B707-B65A5170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7052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9D669F-2AFE-472F-B272-54279419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7052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889276-718F-47C9-A0BD-D6CF4F5F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0694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84E7DD-952C-4F35-BE6C-9305A4DC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0694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5E8A7D-E1AF-4E68-92D2-EA813404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4337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EB483F-8313-41CB-80F0-1F864A61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4337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DB9CA9-D6D4-44DC-8B47-DCCFFA23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7979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C8FD5D-CE18-4731-BF6F-F64AE2BD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7979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BE1506-1DFD-4D7A-B48D-F43BAB1D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1621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C5716C-80FE-4E42-AB85-3F717DB0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1621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0FD30C-ACF4-4E95-8EC0-3B5AF51D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5264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185825-8D34-479C-867A-70CA1CD5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5264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65D18B-9FEF-422B-B5E2-D797788D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8907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9AC391-5CF7-4DB3-ACA3-3AD54AE7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8907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88CC28-63D2-4A3B-A74F-94ABC2D8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2549" y="1828099"/>
            <a:ext cx="92594" cy="92594"/>
          </a:xfrm>
          <a:custGeom xmlns:a="http://schemas.openxmlformats.org/drawingml/2006/main">
            <a:pathLst>
              <a:path w="92594" h="92594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7AB250-B4AD-4589-A418-827833F2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2549" y="1828099"/>
            <a:ext cx="92594" cy="92594"/>
          </a:xfrm>
          <a:custGeom xmlns:a="http://schemas.openxmlformats.org/drawingml/2006/main">
            <a:pathLst>
              <a:path w="92594" h="92594" fill="none">
                <a:moveTo>
                  <a:pt x="0" y="92594"/>
                </a:moveTo>
                <a:lnTo>
                  <a:pt x="92594" y="92594"/>
                </a:lnTo>
                <a:lnTo>
                  <a:pt x="92594" y="0"/>
                </a:lnTo>
                <a:lnTo>
                  <a:pt x="0" y="0"/>
                </a:lnTo>
                <a:lnTo>
                  <a:pt x="0" y="92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30" cap="flat">
            <a:solidFill>
              <a:srgbClr val="A6A6A6"/>
            </a:solidFill>
            <a:round/>
          </a:ln>
        </p:spPr>
      </p:sp>
      <p:sp>
        <p:nvSpPr>
          <p:cNvPr id="1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336A49-3B82-4C6D-BC10-4C6453C4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62" y="99441"/>
            <a:ext cx="10" cy="1898789"/>
          </a:xfrm>
          <a:custGeom xmlns:a="http://schemas.openxmlformats.org/drawingml/2006/main">
            <a:pathLst>
              <a:path w="1" h="1898789" fill="none">
                <a:moveTo>
                  <a:pt x="0" y="1898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859" cap="sq">
            <a:solidFill>
              <a:srgbClr val="000000"/>
            </a:solidFill>
            <a:miter/>
          </a:ln>
        </p:spPr>
      </p:sp>
      <p:sp>
        <p:nvSpPr>
          <p:cNvPr id="1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D311E7-B968-4DBF-97EF-0D7D7EB2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2476" y="99441"/>
            <a:ext cx="10" cy="1898789"/>
          </a:xfrm>
          <a:custGeom xmlns:a="http://schemas.openxmlformats.org/drawingml/2006/main">
            <a:pathLst>
              <a:path w="1" h="1898789" fill="none">
                <a:moveTo>
                  <a:pt x="0" y="1898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859" cap="sq">
            <a:solidFill>
              <a:srgbClr val="000000"/>
            </a:solidFill>
            <a:miter/>
          </a:ln>
        </p:spPr>
      </p:sp>
      <p:sp>
        <p:nvSpPr>
          <p:cNvPr id="1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33DD97-15BC-46A0-8A17-0F2AFF4B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62" y="1998230"/>
            <a:ext cx="12727914" cy="10"/>
          </a:xfrm>
          <a:custGeom xmlns:a="http://schemas.openxmlformats.org/drawingml/2006/main">
            <a:pathLst>
              <a:path w="12727914" h="1" fill="none">
                <a:moveTo>
                  <a:pt x="0" y="0"/>
                </a:moveTo>
                <a:lnTo>
                  <a:pt x="127279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859" cap="sq">
            <a:solidFill>
              <a:srgbClr val="000000"/>
            </a:solidFill>
            <a:miter/>
          </a:ln>
        </p:spPr>
      </p:sp>
      <p:sp>
        <p:nvSpPr>
          <p:cNvPr id="1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DFCAAA-03B1-4F39-86EC-EFB09681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62" y="99441"/>
            <a:ext cx="12727914" cy="10"/>
          </a:xfrm>
          <a:custGeom xmlns:a="http://schemas.openxmlformats.org/drawingml/2006/main">
            <a:pathLst>
              <a:path w="12727914" h="1" fill="none">
                <a:moveTo>
                  <a:pt x="0" y="0"/>
                </a:moveTo>
                <a:lnTo>
                  <a:pt x="127279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859" cap="sq">
            <a:solidFill>
              <a:srgbClr val="000000"/>
            </a:solidFill>
            <a:miter/>
          </a:ln>
        </p:spPr>
      </p:sp>
      <p:sp>
        <p:nvSpPr>
          <p:cNvPr id="1280" name="Text 89/111">
            <a:extLst xmlns:a="http://schemas.openxmlformats.org/drawingml/2006/main">
              <a:ext uri="{FF2B5EF4-FFF2-40B4-BE49-F238E27FC236}">
                <a16:creationId xmlns:a16="http://schemas.microsoft.com/office/drawing/2014/main" id="{E9640977-6685-4A0B-AA2B-3FA47BD3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8457" y="1446667"/>
            <a:ext cx="546909" cy="185044"/>
          </a:xfrm>
          <a:custGeom xmlns:a="http://schemas.openxmlformats.org/drawingml/2006/main">
            <a:pathLst>
              <a:path w="546909" h="185044">
                <a:moveTo>
                  <a:pt x="61065" y="70639"/>
                </a:moveTo>
                <a:cubicBezTo>
                  <a:pt x="70315" y="65828"/>
                  <a:pt x="80677" y="58984"/>
                  <a:pt x="80677" y="44550"/>
                </a:cubicBezTo>
                <a:cubicBezTo>
                  <a:pt x="80677" y="25491"/>
                  <a:pt x="63654" y="17348"/>
                  <a:pt x="43485" y="17348"/>
                </a:cubicBezTo>
                <a:cubicBezTo>
                  <a:pt x="18873" y="17348"/>
                  <a:pt x="5735" y="31412"/>
                  <a:pt x="5735" y="49361"/>
                </a:cubicBezTo>
                <a:cubicBezTo>
                  <a:pt x="5735" y="59354"/>
                  <a:pt x="10732" y="70456"/>
                  <a:pt x="24424" y="77670"/>
                </a:cubicBezTo>
                <a:cubicBezTo>
                  <a:pt x="3515" y="86923"/>
                  <a:pt x="0" y="99691"/>
                  <a:pt x="0" y="109311"/>
                </a:cubicBezTo>
                <a:cubicBezTo>
                  <a:pt x="0" y="130592"/>
                  <a:pt x="18503" y="140951"/>
                  <a:pt x="42929" y="140951"/>
                </a:cubicBezTo>
                <a:cubicBezTo>
                  <a:pt x="70315" y="140951"/>
                  <a:pt x="86414" y="126150"/>
                  <a:pt x="86414" y="104686"/>
                </a:cubicBezTo>
                <a:cubicBezTo>
                  <a:pt x="86414" y="84517"/>
                  <a:pt x="70501" y="75821"/>
                  <a:pt x="61065" y="70639"/>
                </a:cubicBezTo>
                <a:moveTo>
                  <a:pt x="27755" y="51580"/>
                </a:moveTo>
                <a:cubicBezTo>
                  <a:pt x="24054" y="49545"/>
                  <a:pt x="18873" y="45290"/>
                  <a:pt x="18873" y="39185"/>
                </a:cubicBezTo>
                <a:cubicBezTo>
                  <a:pt x="18873" y="24381"/>
                  <a:pt x="38674" y="24011"/>
                  <a:pt x="42929" y="24011"/>
                </a:cubicBezTo>
                <a:cubicBezTo>
                  <a:pt x="58659" y="24011"/>
                  <a:pt x="67539" y="32338"/>
                  <a:pt x="67539" y="44550"/>
                </a:cubicBezTo>
                <a:cubicBezTo>
                  <a:pt x="67539" y="52137"/>
                  <a:pt x="64210" y="60093"/>
                  <a:pt x="53661" y="66198"/>
                </a:cubicBezTo>
                <a:lnTo>
                  <a:pt x="27755" y="51580"/>
                </a:lnTo>
                <a:moveTo>
                  <a:pt x="32010" y="82111"/>
                </a:moveTo>
                <a:lnTo>
                  <a:pt x="57547" y="96729"/>
                </a:lnTo>
                <a:cubicBezTo>
                  <a:pt x="63654" y="100244"/>
                  <a:pt x="71611" y="104686"/>
                  <a:pt x="71611" y="114122"/>
                </a:cubicBezTo>
                <a:cubicBezTo>
                  <a:pt x="71611" y="128926"/>
                  <a:pt x="56807" y="133551"/>
                  <a:pt x="43485" y="133551"/>
                </a:cubicBezTo>
                <a:cubicBezTo>
                  <a:pt x="25166" y="133551"/>
                  <a:pt x="14804" y="123745"/>
                  <a:pt x="14804" y="109127"/>
                </a:cubicBezTo>
                <a:cubicBezTo>
                  <a:pt x="14804" y="95619"/>
                  <a:pt x="23130" y="87106"/>
                  <a:pt x="32010" y="82111"/>
                </a:cubicBezTo>
                <a:close/>
                <a:moveTo>
                  <a:pt x="166908" y="86496"/>
                </a:moveTo>
                <a:cubicBezTo>
                  <a:pt x="166908" y="99476"/>
                  <a:pt x="166908" y="133551"/>
                  <a:pt x="138040" y="133551"/>
                </a:cubicBezTo>
                <a:cubicBezTo>
                  <a:pt x="132306" y="133551"/>
                  <a:pt x="125642" y="132094"/>
                  <a:pt x="121757" y="129177"/>
                </a:cubicBezTo>
                <a:cubicBezTo>
                  <a:pt x="127125" y="128067"/>
                  <a:pt x="131010" y="124179"/>
                  <a:pt x="131010" y="118258"/>
                </a:cubicBezTo>
                <a:cubicBezTo>
                  <a:pt x="131010" y="111598"/>
                  <a:pt x="126012" y="107340"/>
                  <a:pt x="120091" y="107340"/>
                </a:cubicBezTo>
                <a:cubicBezTo>
                  <a:pt x="115280" y="107340"/>
                  <a:pt x="109175" y="110488"/>
                  <a:pt x="109175" y="118628"/>
                </a:cubicBezTo>
                <a:cubicBezTo>
                  <a:pt x="109175" y="131546"/>
                  <a:pt x="119351" y="140951"/>
                  <a:pt x="138410" y="140951"/>
                </a:cubicBezTo>
                <a:cubicBezTo>
                  <a:pt x="161913" y="140951"/>
                  <a:pt x="190409" y="125662"/>
                  <a:pt x="190409" y="77808"/>
                </a:cubicBezTo>
                <a:cubicBezTo>
                  <a:pt x="190409" y="65421"/>
                  <a:pt x="190409" y="17348"/>
                  <a:pt x="147663" y="17348"/>
                </a:cubicBezTo>
                <a:cubicBezTo>
                  <a:pt x="122127" y="17348"/>
                  <a:pt x="103994" y="32146"/>
                  <a:pt x="103994" y="57473"/>
                </a:cubicBezTo>
                <a:cubicBezTo>
                  <a:pt x="103994" y="83170"/>
                  <a:pt x="121757" y="97039"/>
                  <a:pt x="143964" y="97039"/>
                </a:cubicBezTo>
                <a:cubicBezTo>
                  <a:pt x="151735" y="97039"/>
                  <a:pt x="160987" y="94264"/>
                  <a:pt x="166908" y="81137"/>
                </a:cubicBezTo>
                <a:lnTo>
                  <a:pt x="166908" y="86496"/>
                </a:lnTo>
                <a:moveTo>
                  <a:pt x="145814" y="90935"/>
                </a:moveTo>
                <a:cubicBezTo>
                  <a:pt x="127494" y="90935"/>
                  <a:pt x="127494" y="75959"/>
                  <a:pt x="127494" y="57843"/>
                </a:cubicBezTo>
                <a:cubicBezTo>
                  <a:pt x="127494" y="40094"/>
                  <a:pt x="127494" y="24011"/>
                  <a:pt x="147663" y="24011"/>
                </a:cubicBezTo>
                <a:cubicBezTo>
                  <a:pt x="159508" y="24011"/>
                  <a:pt x="163763" y="34549"/>
                  <a:pt x="164503" y="36582"/>
                </a:cubicBezTo>
                <a:cubicBezTo>
                  <a:pt x="166352" y="42127"/>
                  <a:pt x="166722" y="53591"/>
                  <a:pt x="166722" y="59690"/>
                </a:cubicBezTo>
                <a:cubicBezTo>
                  <a:pt x="166722" y="72633"/>
                  <a:pt x="161357" y="90935"/>
                  <a:pt x="145814" y="90935"/>
                </a:cubicBezTo>
                <a:close/>
                <a:moveTo>
                  <a:pt x="278861" y="6847"/>
                </a:moveTo>
                <a:cubicBezTo>
                  <a:pt x="278861" y="6664"/>
                  <a:pt x="279971" y="3888"/>
                  <a:pt x="279971" y="3518"/>
                </a:cubicBezTo>
                <a:cubicBezTo>
                  <a:pt x="279971" y="1296"/>
                  <a:pt x="278119" y="0"/>
                  <a:pt x="276639" y="0"/>
                </a:cubicBezTo>
                <a:cubicBezTo>
                  <a:pt x="275713" y="0"/>
                  <a:pt x="274050" y="0"/>
                  <a:pt x="272568" y="4072"/>
                </a:cubicBezTo>
                <a:lnTo>
                  <a:pt x="210580" y="178199"/>
                </a:lnTo>
                <a:cubicBezTo>
                  <a:pt x="210580" y="178383"/>
                  <a:pt x="209467" y="181158"/>
                  <a:pt x="209467" y="181528"/>
                </a:cubicBezTo>
                <a:cubicBezTo>
                  <a:pt x="209467" y="183750"/>
                  <a:pt x="211319" y="185044"/>
                  <a:pt x="212799" y="185044"/>
                </a:cubicBezTo>
                <a:cubicBezTo>
                  <a:pt x="213909" y="185044"/>
                  <a:pt x="215575" y="184860"/>
                  <a:pt x="216871" y="180975"/>
                </a:cubicBezTo>
                <a:lnTo>
                  <a:pt x="278861" y="6847"/>
                </a:lnTo>
                <a:close/>
                <a:moveTo>
                  <a:pt x="343363" y="20160"/>
                </a:moveTo>
                <a:cubicBezTo>
                  <a:pt x="343363" y="15908"/>
                  <a:pt x="343363" y="15721"/>
                  <a:pt x="339661" y="15721"/>
                </a:cubicBezTo>
                <a:cubicBezTo>
                  <a:pt x="335220" y="20714"/>
                  <a:pt x="325970" y="27524"/>
                  <a:pt x="306908" y="27524"/>
                </a:cubicBezTo>
                <a:lnTo>
                  <a:pt x="306908" y="32889"/>
                </a:lnTo>
                <a:cubicBezTo>
                  <a:pt x="311166" y="32889"/>
                  <a:pt x="320416" y="32889"/>
                  <a:pt x="330595" y="28080"/>
                </a:cubicBezTo>
                <a:lnTo>
                  <a:pt x="330595" y="124532"/>
                </a:lnTo>
                <a:cubicBezTo>
                  <a:pt x="330595" y="131196"/>
                  <a:pt x="330038" y="133418"/>
                  <a:pt x="313755" y="133418"/>
                </a:cubicBezTo>
                <a:lnTo>
                  <a:pt x="308020" y="133418"/>
                </a:lnTo>
                <a:lnTo>
                  <a:pt x="308020" y="138783"/>
                </a:lnTo>
                <a:cubicBezTo>
                  <a:pt x="313015" y="138413"/>
                  <a:pt x="330964" y="138413"/>
                  <a:pt x="337072" y="138413"/>
                </a:cubicBezTo>
                <a:cubicBezTo>
                  <a:pt x="343176" y="138413"/>
                  <a:pt x="360942" y="138413"/>
                  <a:pt x="365937" y="138783"/>
                </a:cubicBezTo>
                <a:lnTo>
                  <a:pt x="365937" y="133418"/>
                </a:lnTo>
                <a:lnTo>
                  <a:pt x="360202" y="133418"/>
                </a:lnTo>
                <a:cubicBezTo>
                  <a:pt x="343919" y="133418"/>
                  <a:pt x="343363" y="131196"/>
                  <a:pt x="343363" y="124532"/>
                </a:cubicBezTo>
                <a:lnTo>
                  <a:pt x="343363" y="20160"/>
                </a:lnTo>
                <a:close/>
                <a:moveTo>
                  <a:pt x="433849" y="20160"/>
                </a:moveTo>
                <a:cubicBezTo>
                  <a:pt x="433849" y="15908"/>
                  <a:pt x="433849" y="15721"/>
                  <a:pt x="430147" y="15721"/>
                </a:cubicBezTo>
                <a:cubicBezTo>
                  <a:pt x="425706" y="20714"/>
                  <a:pt x="416456" y="27524"/>
                  <a:pt x="397394" y="27524"/>
                </a:cubicBezTo>
                <a:lnTo>
                  <a:pt x="397394" y="32889"/>
                </a:lnTo>
                <a:cubicBezTo>
                  <a:pt x="401652" y="32889"/>
                  <a:pt x="410902" y="32889"/>
                  <a:pt x="421081" y="28080"/>
                </a:cubicBezTo>
                <a:lnTo>
                  <a:pt x="421081" y="124532"/>
                </a:lnTo>
                <a:cubicBezTo>
                  <a:pt x="421081" y="131196"/>
                  <a:pt x="420525" y="133418"/>
                  <a:pt x="404241" y="133418"/>
                </a:cubicBezTo>
                <a:lnTo>
                  <a:pt x="398507" y="133418"/>
                </a:lnTo>
                <a:lnTo>
                  <a:pt x="398507" y="138783"/>
                </a:lnTo>
                <a:cubicBezTo>
                  <a:pt x="403502" y="138413"/>
                  <a:pt x="421451" y="138413"/>
                  <a:pt x="427558" y="138413"/>
                </a:cubicBezTo>
                <a:cubicBezTo>
                  <a:pt x="433663" y="138413"/>
                  <a:pt x="451428" y="138413"/>
                  <a:pt x="456423" y="138783"/>
                </a:cubicBezTo>
                <a:lnTo>
                  <a:pt x="456423" y="133418"/>
                </a:lnTo>
                <a:lnTo>
                  <a:pt x="450689" y="133418"/>
                </a:lnTo>
                <a:cubicBezTo>
                  <a:pt x="434405" y="133418"/>
                  <a:pt x="433849" y="131196"/>
                  <a:pt x="433849" y="124532"/>
                </a:cubicBezTo>
                <a:lnTo>
                  <a:pt x="433849" y="20160"/>
                </a:lnTo>
                <a:close/>
                <a:moveTo>
                  <a:pt x="524335" y="20160"/>
                </a:moveTo>
                <a:cubicBezTo>
                  <a:pt x="524335" y="15908"/>
                  <a:pt x="524335" y="15721"/>
                  <a:pt x="520633" y="15721"/>
                </a:cubicBezTo>
                <a:cubicBezTo>
                  <a:pt x="516192" y="20714"/>
                  <a:pt x="506942" y="27524"/>
                  <a:pt x="487880" y="27524"/>
                </a:cubicBezTo>
                <a:lnTo>
                  <a:pt x="487880" y="32889"/>
                </a:lnTo>
                <a:cubicBezTo>
                  <a:pt x="492138" y="32889"/>
                  <a:pt x="501388" y="32889"/>
                  <a:pt x="511567" y="28080"/>
                </a:cubicBezTo>
                <a:lnTo>
                  <a:pt x="511567" y="124532"/>
                </a:lnTo>
                <a:cubicBezTo>
                  <a:pt x="511567" y="131196"/>
                  <a:pt x="511011" y="133418"/>
                  <a:pt x="494727" y="133418"/>
                </a:cubicBezTo>
                <a:lnTo>
                  <a:pt x="488993" y="133418"/>
                </a:lnTo>
                <a:lnTo>
                  <a:pt x="488993" y="138783"/>
                </a:lnTo>
                <a:cubicBezTo>
                  <a:pt x="493988" y="138413"/>
                  <a:pt x="511937" y="138413"/>
                  <a:pt x="518044" y="138413"/>
                </a:cubicBezTo>
                <a:cubicBezTo>
                  <a:pt x="524149" y="138413"/>
                  <a:pt x="541914" y="138413"/>
                  <a:pt x="546909" y="138783"/>
                </a:cubicBezTo>
                <a:lnTo>
                  <a:pt x="546909" y="133418"/>
                </a:lnTo>
                <a:lnTo>
                  <a:pt x="541175" y="133418"/>
                </a:lnTo>
                <a:cubicBezTo>
                  <a:pt x="524891" y="133418"/>
                  <a:pt x="524335" y="131196"/>
                  <a:pt x="524335" y="124532"/>
                </a:cubicBezTo>
                <a:lnTo>
                  <a:pt x="524335" y="2016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1" name="Text 65/111">
            <a:extLst xmlns:a="http://schemas.openxmlformats.org/drawingml/2006/main">
              <a:ext uri="{FF2B5EF4-FFF2-40B4-BE49-F238E27FC236}">
                <a16:creationId xmlns:a16="http://schemas.microsoft.com/office/drawing/2014/main" id="{C23E756F-83FE-4A31-A05F-1A674354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7345" y="1281555"/>
            <a:ext cx="521034" cy="185044"/>
          </a:xfrm>
          <a:custGeom xmlns:a="http://schemas.openxmlformats.org/drawingml/2006/main">
            <a:pathLst>
              <a:path w="521034" h="185044">
                <a:moveTo>
                  <a:pt x="15174" y="74437"/>
                </a:moveTo>
                <a:cubicBezTo>
                  <a:pt x="15174" y="27642"/>
                  <a:pt x="37934" y="20163"/>
                  <a:pt x="47927" y="20163"/>
                </a:cubicBezTo>
                <a:cubicBezTo>
                  <a:pt x="54590" y="20163"/>
                  <a:pt x="61251" y="22221"/>
                  <a:pt x="64766" y="27829"/>
                </a:cubicBezTo>
                <a:cubicBezTo>
                  <a:pt x="62547" y="27829"/>
                  <a:pt x="55514" y="27829"/>
                  <a:pt x="55514" y="35416"/>
                </a:cubicBezTo>
                <a:cubicBezTo>
                  <a:pt x="55514" y="39487"/>
                  <a:pt x="58289" y="43003"/>
                  <a:pt x="63100" y="43003"/>
                </a:cubicBezTo>
                <a:cubicBezTo>
                  <a:pt x="67728" y="43003"/>
                  <a:pt x="70874" y="40227"/>
                  <a:pt x="70874" y="34862"/>
                </a:cubicBezTo>
                <a:cubicBezTo>
                  <a:pt x="70874" y="25211"/>
                  <a:pt x="63840" y="15721"/>
                  <a:pt x="47743" y="15721"/>
                </a:cubicBezTo>
                <a:cubicBezTo>
                  <a:pt x="24426" y="15721"/>
                  <a:pt x="0" y="39674"/>
                  <a:pt x="0" y="80364"/>
                </a:cubicBezTo>
                <a:cubicBezTo>
                  <a:pt x="0" y="131283"/>
                  <a:pt x="22207" y="142758"/>
                  <a:pt x="37934" y="142758"/>
                </a:cubicBezTo>
                <a:cubicBezTo>
                  <a:pt x="58106" y="142758"/>
                  <a:pt x="75315" y="125173"/>
                  <a:pt x="75315" y="101100"/>
                </a:cubicBezTo>
                <a:cubicBezTo>
                  <a:pt x="75315" y="76473"/>
                  <a:pt x="58106" y="59995"/>
                  <a:pt x="39600" y="59995"/>
                </a:cubicBezTo>
                <a:cubicBezTo>
                  <a:pt x="23130" y="59995"/>
                  <a:pt x="17026" y="74251"/>
                  <a:pt x="15174" y="79438"/>
                </a:cubicBezTo>
                <a:lnTo>
                  <a:pt x="15174" y="74437"/>
                </a:lnTo>
                <a:moveTo>
                  <a:pt x="37934" y="137763"/>
                </a:moveTo>
                <a:cubicBezTo>
                  <a:pt x="26279" y="137763"/>
                  <a:pt x="20728" y="127395"/>
                  <a:pt x="19062" y="123505"/>
                </a:cubicBezTo>
                <a:cubicBezTo>
                  <a:pt x="17396" y="118690"/>
                  <a:pt x="15546" y="109618"/>
                  <a:pt x="15546" y="96655"/>
                </a:cubicBezTo>
                <a:cubicBezTo>
                  <a:pt x="15546" y="82030"/>
                  <a:pt x="22207" y="63696"/>
                  <a:pt x="38860" y="63696"/>
                </a:cubicBezTo>
                <a:cubicBezTo>
                  <a:pt x="49039" y="63696"/>
                  <a:pt x="54404" y="70549"/>
                  <a:pt x="57180" y="76843"/>
                </a:cubicBezTo>
                <a:cubicBezTo>
                  <a:pt x="60141" y="83695"/>
                  <a:pt x="60141" y="92954"/>
                  <a:pt x="60141" y="100916"/>
                </a:cubicBezTo>
                <a:cubicBezTo>
                  <a:pt x="60141" y="110358"/>
                  <a:pt x="60141" y="118690"/>
                  <a:pt x="56626" y="125727"/>
                </a:cubicBezTo>
                <a:cubicBezTo>
                  <a:pt x="51998" y="134615"/>
                  <a:pt x="45338" y="137763"/>
                  <a:pt x="37934" y="137763"/>
                </a:cubicBezTo>
                <a:close/>
                <a:moveTo>
                  <a:pt x="106585" y="32790"/>
                </a:moveTo>
                <a:cubicBezTo>
                  <a:pt x="114542" y="35379"/>
                  <a:pt x="121019" y="35565"/>
                  <a:pt x="123055" y="35565"/>
                </a:cubicBezTo>
                <a:cubicBezTo>
                  <a:pt x="143963" y="35565"/>
                  <a:pt x="157288" y="20171"/>
                  <a:pt x="157288" y="17568"/>
                </a:cubicBezTo>
                <a:cubicBezTo>
                  <a:pt x="157288" y="16828"/>
                  <a:pt x="156918" y="15902"/>
                  <a:pt x="155808" y="15902"/>
                </a:cubicBezTo>
                <a:cubicBezTo>
                  <a:pt x="155438" y="15902"/>
                  <a:pt x="155068" y="15902"/>
                  <a:pt x="153403" y="16645"/>
                </a:cubicBezTo>
                <a:cubicBezTo>
                  <a:pt x="143040" y="21117"/>
                  <a:pt x="134157" y="21685"/>
                  <a:pt x="129346" y="21685"/>
                </a:cubicBezTo>
                <a:cubicBezTo>
                  <a:pt x="117134" y="21685"/>
                  <a:pt x="108435" y="17938"/>
                  <a:pt x="104920" y="16458"/>
                </a:cubicBezTo>
                <a:cubicBezTo>
                  <a:pt x="103626" y="15902"/>
                  <a:pt x="103254" y="15902"/>
                  <a:pt x="103070" y="15902"/>
                </a:cubicBezTo>
                <a:cubicBezTo>
                  <a:pt x="101591" y="15902"/>
                  <a:pt x="101591" y="17015"/>
                  <a:pt x="101591" y="19982"/>
                </a:cubicBezTo>
                <a:lnTo>
                  <a:pt x="101591" y="74951"/>
                </a:lnTo>
                <a:cubicBezTo>
                  <a:pt x="101591" y="78283"/>
                  <a:pt x="101591" y="79392"/>
                  <a:pt x="103810" y="79392"/>
                </a:cubicBezTo>
                <a:cubicBezTo>
                  <a:pt x="104736" y="79392"/>
                  <a:pt x="104920" y="79206"/>
                  <a:pt x="106772" y="76987"/>
                </a:cubicBezTo>
                <a:cubicBezTo>
                  <a:pt x="111953" y="69403"/>
                  <a:pt x="120649" y="64961"/>
                  <a:pt x="129902" y="64961"/>
                </a:cubicBezTo>
                <a:cubicBezTo>
                  <a:pt x="139708" y="64961"/>
                  <a:pt x="144520" y="74028"/>
                  <a:pt x="145999" y="77173"/>
                </a:cubicBezTo>
                <a:cubicBezTo>
                  <a:pt x="149145" y="84387"/>
                  <a:pt x="149331" y="93454"/>
                  <a:pt x="149331" y="100484"/>
                </a:cubicBezTo>
                <a:cubicBezTo>
                  <a:pt x="149331" y="107515"/>
                  <a:pt x="149331" y="118069"/>
                  <a:pt x="144150" y="126430"/>
                </a:cubicBezTo>
                <a:cubicBezTo>
                  <a:pt x="140078" y="133119"/>
                  <a:pt x="132861" y="137763"/>
                  <a:pt x="124721" y="137763"/>
                </a:cubicBezTo>
                <a:cubicBezTo>
                  <a:pt x="112506" y="137763"/>
                  <a:pt x="100478" y="129403"/>
                  <a:pt x="97149" y="115841"/>
                </a:cubicBezTo>
                <a:cubicBezTo>
                  <a:pt x="98072" y="116211"/>
                  <a:pt x="99185" y="116398"/>
                  <a:pt x="100108" y="116398"/>
                </a:cubicBezTo>
                <a:cubicBezTo>
                  <a:pt x="103254" y="116398"/>
                  <a:pt x="108251" y="114545"/>
                  <a:pt x="108251" y="108255"/>
                </a:cubicBezTo>
                <a:cubicBezTo>
                  <a:pt x="108251" y="103073"/>
                  <a:pt x="104736" y="100111"/>
                  <a:pt x="100108" y="100111"/>
                </a:cubicBezTo>
                <a:cubicBezTo>
                  <a:pt x="96779" y="100111"/>
                  <a:pt x="91968" y="101777"/>
                  <a:pt x="91968" y="108994"/>
                </a:cubicBezTo>
                <a:cubicBezTo>
                  <a:pt x="91968" y="124758"/>
                  <a:pt x="104550" y="142758"/>
                  <a:pt x="125091" y="142758"/>
                </a:cubicBezTo>
                <a:cubicBezTo>
                  <a:pt x="145999" y="142758"/>
                  <a:pt x="164318" y="125128"/>
                  <a:pt x="164318" y="101594"/>
                </a:cubicBezTo>
                <a:cubicBezTo>
                  <a:pt x="164318" y="79579"/>
                  <a:pt x="149517" y="61260"/>
                  <a:pt x="130086" y="61260"/>
                </a:cubicBezTo>
                <a:cubicBezTo>
                  <a:pt x="119540" y="61260"/>
                  <a:pt x="111397" y="65887"/>
                  <a:pt x="106585" y="71066"/>
                </a:cubicBezTo>
                <a:lnTo>
                  <a:pt x="106585" y="32790"/>
                </a:lnTo>
                <a:close/>
                <a:moveTo>
                  <a:pt x="252986" y="6847"/>
                </a:moveTo>
                <a:cubicBezTo>
                  <a:pt x="252986" y="6664"/>
                  <a:pt x="254096" y="3888"/>
                  <a:pt x="254096" y="3518"/>
                </a:cubicBezTo>
                <a:cubicBezTo>
                  <a:pt x="254096" y="1296"/>
                  <a:pt x="252244" y="0"/>
                  <a:pt x="250764" y="0"/>
                </a:cubicBezTo>
                <a:cubicBezTo>
                  <a:pt x="249838" y="0"/>
                  <a:pt x="248175" y="0"/>
                  <a:pt x="246693" y="4072"/>
                </a:cubicBezTo>
                <a:lnTo>
                  <a:pt x="184704" y="178199"/>
                </a:lnTo>
                <a:cubicBezTo>
                  <a:pt x="184704" y="178383"/>
                  <a:pt x="183592" y="181158"/>
                  <a:pt x="183592" y="181528"/>
                </a:cubicBezTo>
                <a:cubicBezTo>
                  <a:pt x="183592" y="183750"/>
                  <a:pt x="185444" y="185044"/>
                  <a:pt x="186924" y="185044"/>
                </a:cubicBezTo>
                <a:cubicBezTo>
                  <a:pt x="188033" y="185044"/>
                  <a:pt x="189699" y="184860"/>
                  <a:pt x="190995" y="180975"/>
                </a:cubicBezTo>
                <a:lnTo>
                  <a:pt x="252986" y="6847"/>
                </a:lnTo>
                <a:close/>
                <a:moveTo>
                  <a:pt x="317487" y="20160"/>
                </a:moveTo>
                <a:cubicBezTo>
                  <a:pt x="317487" y="15908"/>
                  <a:pt x="317487" y="15721"/>
                  <a:pt x="313785" y="15721"/>
                </a:cubicBezTo>
                <a:cubicBezTo>
                  <a:pt x="309344" y="20714"/>
                  <a:pt x="300094" y="27524"/>
                  <a:pt x="281032" y="27524"/>
                </a:cubicBezTo>
                <a:lnTo>
                  <a:pt x="281032" y="32889"/>
                </a:lnTo>
                <a:cubicBezTo>
                  <a:pt x="285290" y="32889"/>
                  <a:pt x="294540" y="32889"/>
                  <a:pt x="304719" y="28080"/>
                </a:cubicBezTo>
                <a:lnTo>
                  <a:pt x="304719" y="124532"/>
                </a:lnTo>
                <a:cubicBezTo>
                  <a:pt x="304719" y="131196"/>
                  <a:pt x="304163" y="133418"/>
                  <a:pt x="287880" y="133418"/>
                </a:cubicBezTo>
                <a:lnTo>
                  <a:pt x="282145" y="133418"/>
                </a:lnTo>
                <a:lnTo>
                  <a:pt x="282145" y="138783"/>
                </a:lnTo>
                <a:cubicBezTo>
                  <a:pt x="287140" y="138413"/>
                  <a:pt x="305089" y="138413"/>
                  <a:pt x="311196" y="138413"/>
                </a:cubicBezTo>
                <a:cubicBezTo>
                  <a:pt x="317301" y="138413"/>
                  <a:pt x="335067" y="138413"/>
                  <a:pt x="340061" y="138783"/>
                </a:cubicBezTo>
                <a:lnTo>
                  <a:pt x="340061" y="133418"/>
                </a:lnTo>
                <a:lnTo>
                  <a:pt x="334327" y="133418"/>
                </a:lnTo>
                <a:cubicBezTo>
                  <a:pt x="318043" y="133418"/>
                  <a:pt x="317487" y="131196"/>
                  <a:pt x="317487" y="124532"/>
                </a:cubicBezTo>
                <a:lnTo>
                  <a:pt x="317487" y="20160"/>
                </a:lnTo>
                <a:close/>
                <a:moveTo>
                  <a:pt x="407974" y="20160"/>
                </a:moveTo>
                <a:cubicBezTo>
                  <a:pt x="407974" y="15908"/>
                  <a:pt x="407974" y="15721"/>
                  <a:pt x="404272" y="15721"/>
                </a:cubicBezTo>
                <a:cubicBezTo>
                  <a:pt x="399831" y="20714"/>
                  <a:pt x="390581" y="27524"/>
                  <a:pt x="371519" y="27524"/>
                </a:cubicBezTo>
                <a:lnTo>
                  <a:pt x="371519" y="32889"/>
                </a:lnTo>
                <a:cubicBezTo>
                  <a:pt x="375777" y="32889"/>
                  <a:pt x="385027" y="32889"/>
                  <a:pt x="395206" y="28080"/>
                </a:cubicBezTo>
                <a:lnTo>
                  <a:pt x="395206" y="124532"/>
                </a:lnTo>
                <a:cubicBezTo>
                  <a:pt x="395206" y="131196"/>
                  <a:pt x="394649" y="133418"/>
                  <a:pt x="378366" y="133418"/>
                </a:cubicBezTo>
                <a:lnTo>
                  <a:pt x="372631" y="133418"/>
                </a:lnTo>
                <a:lnTo>
                  <a:pt x="372631" y="138783"/>
                </a:lnTo>
                <a:cubicBezTo>
                  <a:pt x="377626" y="138413"/>
                  <a:pt x="395575" y="138413"/>
                  <a:pt x="401683" y="138413"/>
                </a:cubicBezTo>
                <a:cubicBezTo>
                  <a:pt x="407787" y="138413"/>
                  <a:pt x="425553" y="138413"/>
                  <a:pt x="430548" y="138783"/>
                </a:cubicBezTo>
                <a:lnTo>
                  <a:pt x="430548" y="133418"/>
                </a:lnTo>
                <a:lnTo>
                  <a:pt x="424813" y="133418"/>
                </a:lnTo>
                <a:cubicBezTo>
                  <a:pt x="408530" y="133418"/>
                  <a:pt x="407974" y="131196"/>
                  <a:pt x="407974" y="124532"/>
                </a:cubicBezTo>
                <a:lnTo>
                  <a:pt x="407974" y="20160"/>
                </a:lnTo>
                <a:close/>
                <a:moveTo>
                  <a:pt x="498460" y="20160"/>
                </a:moveTo>
                <a:cubicBezTo>
                  <a:pt x="498460" y="15908"/>
                  <a:pt x="498460" y="15721"/>
                  <a:pt x="494758" y="15721"/>
                </a:cubicBezTo>
                <a:cubicBezTo>
                  <a:pt x="490317" y="20714"/>
                  <a:pt x="481067" y="27524"/>
                  <a:pt x="462005" y="27524"/>
                </a:cubicBezTo>
                <a:lnTo>
                  <a:pt x="462005" y="32889"/>
                </a:lnTo>
                <a:cubicBezTo>
                  <a:pt x="466263" y="32889"/>
                  <a:pt x="475513" y="32889"/>
                  <a:pt x="485692" y="28080"/>
                </a:cubicBezTo>
                <a:lnTo>
                  <a:pt x="485692" y="124532"/>
                </a:lnTo>
                <a:cubicBezTo>
                  <a:pt x="485692" y="131196"/>
                  <a:pt x="485136" y="133418"/>
                  <a:pt x="468852" y="133418"/>
                </a:cubicBezTo>
                <a:lnTo>
                  <a:pt x="463118" y="133418"/>
                </a:lnTo>
                <a:lnTo>
                  <a:pt x="463118" y="138783"/>
                </a:lnTo>
                <a:cubicBezTo>
                  <a:pt x="468113" y="138413"/>
                  <a:pt x="486062" y="138413"/>
                  <a:pt x="492169" y="138413"/>
                </a:cubicBezTo>
                <a:cubicBezTo>
                  <a:pt x="498274" y="138413"/>
                  <a:pt x="516039" y="138413"/>
                  <a:pt x="521034" y="138783"/>
                </a:cubicBezTo>
                <a:lnTo>
                  <a:pt x="521034" y="133418"/>
                </a:lnTo>
                <a:lnTo>
                  <a:pt x="515300" y="133418"/>
                </a:lnTo>
                <a:cubicBezTo>
                  <a:pt x="499016" y="133418"/>
                  <a:pt x="498460" y="131196"/>
                  <a:pt x="498460" y="124532"/>
                </a:cubicBezTo>
                <a:lnTo>
                  <a:pt x="498460" y="2016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2" name="Text 38/111">
            <a:extLst xmlns:a="http://schemas.openxmlformats.org/drawingml/2006/main">
              <a:ext uri="{FF2B5EF4-FFF2-40B4-BE49-F238E27FC236}">
                <a16:creationId xmlns:a16="http://schemas.microsoft.com/office/drawing/2014/main" id="{61BD9CD5-F459-41E0-9623-7E075094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7345" y="1116443"/>
            <a:ext cx="521034" cy="185044"/>
          </a:xfrm>
          <a:custGeom xmlns:a="http://schemas.openxmlformats.org/drawingml/2006/main">
            <a:pathLst>
              <a:path w="521034" h="185044">
                <a:moveTo>
                  <a:pt x="26462" y="72373"/>
                </a:moveTo>
                <a:cubicBezTo>
                  <a:pt x="23317" y="72559"/>
                  <a:pt x="22577" y="72743"/>
                  <a:pt x="22577" y="74409"/>
                </a:cubicBezTo>
                <a:cubicBezTo>
                  <a:pt x="22577" y="76258"/>
                  <a:pt x="23503" y="76258"/>
                  <a:pt x="26832" y="76258"/>
                </a:cubicBezTo>
                <a:lnTo>
                  <a:pt x="35345" y="76258"/>
                </a:lnTo>
                <a:cubicBezTo>
                  <a:pt x="51072" y="76258"/>
                  <a:pt x="58106" y="89227"/>
                  <a:pt x="58106" y="107007"/>
                </a:cubicBezTo>
                <a:cubicBezTo>
                  <a:pt x="58106" y="131272"/>
                  <a:pt x="45521" y="137763"/>
                  <a:pt x="36455" y="137763"/>
                </a:cubicBezTo>
                <a:cubicBezTo>
                  <a:pt x="27572" y="137763"/>
                  <a:pt x="12398" y="133497"/>
                  <a:pt x="7033" y="121254"/>
                </a:cubicBezTo>
                <a:cubicBezTo>
                  <a:pt x="12954" y="122183"/>
                  <a:pt x="18322" y="118851"/>
                  <a:pt x="18322" y="112188"/>
                </a:cubicBezTo>
                <a:cubicBezTo>
                  <a:pt x="18322" y="106823"/>
                  <a:pt x="14434" y="103121"/>
                  <a:pt x="9253" y="103121"/>
                </a:cubicBezTo>
                <a:cubicBezTo>
                  <a:pt x="4811" y="103121"/>
                  <a:pt x="0" y="105711"/>
                  <a:pt x="0" y="112744"/>
                </a:cubicBezTo>
                <a:cubicBezTo>
                  <a:pt x="0" y="129231"/>
                  <a:pt x="16470" y="142758"/>
                  <a:pt x="37011" y="142758"/>
                </a:cubicBezTo>
                <a:cubicBezTo>
                  <a:pt x="59032" y="142758"/>
                  <a:pt x="75315" y="125893"/>
                  <a:pt x="75315" y="107193"/>
                </a:cubicBezTo>
                <a:cubicBezTo>
                  <a:pt x="75315" y="90153"/>
                  <a:pt x="61621" y="76814"/>
                  <a:pt x="43858" y="73669"/>
                </a:cubicBezTo>
                <a:cubicBezTo>
                  <a:pt x="59955" y="69036"/>
                  <a:pt x="70317" y="55491"/>
                  <a:pt x="70317" y="41040"/>
                </a:cubicBezTo>
                <a:cubicBezTo>
                  <a:pt x="70317" y="26440"/>
                  <a:pt x="55144" y="15721"/>
                  <a:pt x="37195" y="15721"/>
                </a:cubicBezTo>
                <a:cubicBezTo>
                  <a:pt x="18692" y="15721"/>
                  <a:pt x="4998" y="26993"/>
                  <a:pt x="4998" y="40487"/>
                </a:cubicBezTo>
                <a:cubicBezTo>
                  <a:pt x="4998" y="47887"/>
                  <a:pt x="10735" y="49367"/>
                  <a:pt x="13511" y="49367"/>
                </a:cubicBezTo>
                <a:cubicBezTo>
                  <a:pt x="17396" y="49367"/>
                  <a:pt x="21837" y="46591"/>
                  <a:pt x="21837" y="41040"/>
                </a:cubicBezTo>
                <a:cubicBezTo>
                  <a:pt x="21837" y="35119"/>
                  <a:pt x="17396" y="32527"/>
                  <a:pt x="13324" y="32527"/>
                </a:cubicBezTo>
                <a:cubicBezTo>
                  <a:pt x="12215" y="32527"/>
                  <a:pt x="11845" y="32527"/>
                  <a:pt x="11289" y="32714"/>
                </a:cubicBezTo>
                <a:cubicBezTo>
                  <a:pt x="18322" y="20163"/>
                  <a:pt x="35715" y="20163"/>
                  <a:pt x="36641" y="20163"/>
                </a:cubicBezTo>
                <a:cubicBezTo>
                  <a:pt x="42746" y="20163"/>
                  <a:pt x="54774" y="22933"/>
                  <a:pt x="54774" y="41040"/>
                </a:cubicBezTo>
                <a:cubicBezTo>
                  <a:pt x="54774" y="44555"/>
                  <a:pt x="54220" y="54935"/>
                  <a:pt x="48853" y="62911"/>
                </a:cubicBezTo>
                <a:cubicBezTo>
                  <a:pt x="43302" y="71077"/>
                  <a:pt x="37011" y="71633"/>
                  <a:pt x="32013" y="71820"/>
                </a:cubicBezTo>
                <a:lnTo>
                  <a:pt x="26462" y="72373"/>
                </a:lnTo>
                <a:close/>
                <a:moveTo>
                  <a:pt x="138042" y="72020"/>
                </a:moveTo>
                <a:cubicBezTo>
                  <a:pt x="147295" y="67020"/>
                  <a:pt x="160803" y="58501"/>
                  <a:pt x="160803" y="42943"/>
                </a:cubicBezTo>
                <a:cubicBezTo>
                  <a:pt x="160803" y="26832"/>
                  <a:pt x="145259" y="15721"/>
                  <a:pt x="128236" y="15721"/>
                </a:cubicBezTo>
                <a:cubicBezTo>
                  <a:pt x="109917" y="15721"/>
                  <a:pt x="95483" y="29238"/>
                  <a:pt x="95483" y="46091"/>
                </a:cubicBezTo>
                <a:cubicBezTo>
                  <a:pt x="95483" y="52388"/>
                  <a:pt x="97333" y="58684"/>
                  <a:pt x="102514" y="64981"/>
                </a:cubicBezTo>
                <a:cubicBezTo>
                  <a:pt x="104550" y="67389"/>
                  <a:pt x="104736" y="67573"/>
                  <a:pt x="117688" y="76648"/>
                </a:cubicBezTo>
                <a:cubicBezTo>
                  <a:pt x="99738" y="84983"/>
                  <a:pt x="90486" y="97390"/>
                  <a:pt x="90486" y="110909"/>
                </a:cubicBezTo>
                <a:cubicBezTo>
                  <a:pt x="90486" y="130541"/>
                  <a:pt x="109177" y="142758"/>
                  <a:pt x="128050" y="142758"/>
                </a:cubicBezTo>
                <a:cubicBezTo>
                  <a:pt x="148591" y="142758"/>
                  <a:pt x="165801" y="127579"/>
                  <a:pt x="165801" y="108133"/>
                </a:cubicBezTo>
                <a:cubicBezTo>
                  <a:pt x="165801" y="89241"/>
                  <a:pt x="152476" y="80909"/>
                  <a:pt x="138042" y="72020"/>
                </a:cubicBezTo>
                <a:moveTo>
                  <a:pt x="112876" y="55353"/>
                </a:moveTo>
                <a:cubicBezTo>
                  <a:pt x="110471" y="53684"/>
                  <a:pt x="103070" y="48870"/>
                  <a:pt x="103070" y="39795"/>
                </a:cubicBezTo>
                <a:cubicBezTo>
                  <a:pt x="103070" y="27758"/>
                  <a:pt x="115652" y="20163"/>
                  <a:pt x="128050" y="20163"/>
                </a:cubicBezTo>
                <a:cubicBezTo>
                  <a:pt x="141374" y="20163"/>
                  <a:pt x="153216" y="29794"/>
                  <a:pt x="153216" y="43130"/>
                </a:cubicBezTo>
                <a:cubicBezTo>
                  <a:pt x="153216" y="54427"/>
                  <a:pt x="145076" y="63499"/>
                  <a:pt x="134344" y="69425"/>
                </a:cubicBezTo>
                <a:lnTo>
                  <a:pt x="112876" y="55353"/>
                </a:lnTo>
                <a:moveTo>
                  <a:pt x="121576" y="79243"/>
                </a:moveTo>
                <a:lnTo>
                  <a:pt x="143963" y="93871"/>
                </a:lnTo>
                <a:cubicBezTo>
                  <a:pt x="148775" y="97020"/>
                  <a:pt x="157288" y="102763"/>
                  <a:pt x="157288" y="114060"/>
                </a:cubicBezTo>
                <a:cubicBezTo>
                  <a:pt x="157288" y="128132"/>
                  <a:pt x="143040" y="137763"/>
                  <a:pt x="128236" y="137763"/>
                </a:cubicBezTo>
                <a:cubicBezTo>
                  <a:pt x="112506" y="137763"/>
                  <a:pt x="98999" y="126280"/>
                  <a:pt x="98999" y="110909"/>
                </a:cubicBezTo>
                <a:cubicBezTo>
                  <a:pt x="98999" y="96463"/>
                  <a:pt x="109547" y="84797"/>
                  <a:pt x="121576" y="79243"/>
                </a:cubicBezTo>
                <a:close/>
                <a:moveTo>
                  <a:pt x="252986" y="6847"/>
                </a:moveTo>
                <a:cubicBezTo>
                  <a:pt x="252986" y="6664"/>
                  <a:pt x="254096" y="3888"/>
                  <a:pt x="254096" y="3518"/>
                </a:cubicBezTo>
                <a:cubicBezTo>
                  <a:pt x="254096" y="1296"/>
                  <a:pt x="252244" y="0"/>
                  <a:pt x="250764" y="0"/>
                </a:cubicBezTo>
                <a:cubicBezTo>
                  <a:pt x="249838" y="0"/>
                  <a:pt x="248175" y="0"/>
                  <a:pt x="246693" y="4072"/>
                </a:cubicBezTo>
                <a:lnTo>
                  <a:pt x="184704" y="178199"/>
                </a:lnTo>
                <a:cubicBezTo>
                  <a:pt x="184704" y="178383"/>
                  <a:pt x="183592" y="181158"/>
                  <a:pt x="183592" y="181528"/>
                </a:cubicBezTo>
                <a:cubicBezTo>
                  <a:pt x="183592" y="183750"/>
                  <a:pt x="185444" y="185044"/>
                  <a:pt x="186924" y="185044"/>
                </a:cubicBezTo>
                <a:cubicBezTo>
                  <a:pt x="188033" y="185044"/>
                  <a:pt x="189699" y="184860"/>
                  <a:pt x="190995" y="180975"/>
                </a:cubicBezTo>
                <a:lnTo>
                  <a:pt x="252986" y="6847"/>
                </a:lnTo>
                <a:close/>
                <a:moveTo>
                  <a:pt x="317487" y="20160"/>
                </a:moveTo>
                <a:cubicBezTo>
                  <a:pt x="317487" y="15908"/>
                  <a:pt x="317487" y="15721"/>
                  <a:pt x="313785" y="15721"/>
                </a:cubicBezTo>
                <a:cubicBezTo>
                  <a:pt x="309344" y="20714"/>
                  <a:pt x="300094" y="27524"/>
                  <a:pt x="281032" y="27524"/>
                </a:cubicBezTo>
                <a:lnTo>
                  <a:pt x="281032" y="32889"/>
                </a:lnTo>
                <a:cubicBezTo>
                  <a:pt x="285290" y="32889"/>
                  <a:pt x="294540" y="32889"/>
                  <a:pt x="304719" y="28080"/>
                </a:cubicBezTo>
                <a:lnTo>
                  <a:pt x="304719" y="124532"/>
                </a:lnTo>
                <a:cubicBezTo>
                  <a:pt x="304719" y="131196"/>
                  <a:pt x="304163" y="133418"/>
                  <a:pt x="287880" y="133418"/>
                </a:cubicBezTo>
                <a:lnTo>
                  <a:pt x="282145" y="133418"/>
                </a:lnTo>
                <a:lnTo>
                  <a:pt x="282145" y="138783"/>
                </a:lnTo>
                <a:cubicBezTo>
                  <a:pt x="287140" y="138413"/>
                  <a:pt x="305089" y="138413"/>
                  <a:pt x="311196" y="138413"/>
                </a:cubicBezTo>
                <a:cubicBezTo>
                  <a:pt x="317301" y="138413"/>
                  <a:pt x="335067" y="138413"/>
                  <a:pt x="340061" y="138783"/>
                </a:cubicBezTo>
                <a:lnTo>
                  <a:pt x="340061" y="133418"/>
                </a:lnTo>
                <a:lnTo>
                  <a:pt x="334327" y="133418"/>
                </a:lnTo>
                <a:cubicBezTo>
                  <a:pt x="318043" y="133418"/>
                  <a:pt x="317487" y="131196"/>
                  <a:pt x="317487" y="124532"/>
                </a:cubicBezTo>
                <a:lnTo>
                  <a:pt x="317487" y="20160"/>
                </a:lnTo>
                <a:close/>
                <a:moveTo>
                  <a:pt x="407974" y="20160"/>
                </a:moveTo>
                <a:cubicBezTo>
                  <a:pt x="407974" y="15908"/>
                  <a:pt x="407974" y="15721"/>
                  <a:pt x="404272" y="15721"/>
                </a:cubicBezTo>
                <a:cubicBezTo>
                  <a:pt x="399831" y="20714"/>
                  <a:pt x="390581" y="27524"/>
                  <a:pt x="371519" y="27524"/>
                </a:cubicBezTo>
                <a:lnTo>
                  <a:pt x="371519" y="32889"/>
                </a:lnTo>
                <a:cubicBezTo>
                  <a:pt x="375777" y="32889"/>
                  <a:pt x="385027" y="32889"/>
                  <a:pt x="395206" y="28080"/>
                </a:cubicBezTo>
                <a:lnTo>
                  <a:pt x="395206" y="124532"/>
                </a:lnTo>
                <a:cubicBezTo>
                  <a:pt x="395206" y="131196"/>
                  <a:pt x="394649" y="133418"/>
                  <a:pt x="378366" y="133418"/>
                </a:cubicBezTo>
                <a:lnTo>
                  <a:pt x="372631" y="133418"/>
                </a:lnTo>
                <a:lnTo>
                  <a:pt x="372631" y="138783"/>
                </a:lnTo>
                <a:cubicBezTo>
                  <a:pt x="377626" y="138413"/>
                  <a:pt x="395575" y="138413"/>
                  <a:pt x="401683" y="138413"/>
                </a:cubicBezTo>
                <a:cubicBezTo>
                  <a:pt x="407787" y="138413"/>
                  <a:pt x="425553" y="138413"/>
                  <a:pt x="430548" y="138783"/>
                </a:cubicBezTo>
                <a:lnTo>
                  <a:pt x="430548" y="133418"/>
                </a:lnTo>
                <a:lnTo>
                  <a:pt x="424813" y="133418"/>
                </a:lnTo>
                <a:cubicBezTo>
                  <a:pt x="408530" y="133418"/>
                  <a:pt x="407974" y="131196"/>
                  <a:pt x="407974" y="124532"/>
                </a:cubicBezTo>
                <a:lnTo>
                  <a:pt x="407974" y="20160"/>
                </a:lnTo>
                <a:close/>
                <a:moveTo>
                  <a:pt x="498460" y="20160"/>
                </a:moveTo>
                <a:cubicBezTo>
                  <a:pt x="498460" y="15908"/>
                  <a:pt x="498460" y="15721"/>
                  <a:pt x="494758" y="15721"/>
                </a:cubicBezTo>
                <a:cubicBezTo>
                  <a:pt x="490317" y="20714"/>
                  <a:pt x="481067" y="27524"/>
                  <a:pt x="462005" y="27524"/>
                </a:cubicBezTo>
                <a:lnTo>
                  <a:pt x="462005" y="32889"/>
                </a:lnTo>
                <a:cubicBezTo>
                  <a:pt x="466263" y="32889"/>
                  <a:pt x="475513" y="32889"/>
                  <a:pt x="485692" y="28080"/>
                </a:cubicBezTo>
                <a:lnTo>
                  <a:pt x="485692" y="124532"/>
                </a:lnTo>
                <a:cubicBezTo>
                  <a:pt x="485692" y="131196"/>
                  <a:pt x="485136" y="133418"/>
                  <a:pt x="468852" y="133418"/>
                </a:cubicBezTo>
                <a:lnTo>
                  <a:pt x="463118" y="133418"/>
                </a:lnTo>
                <a:lnTo>
                  <a:pt x="463118" y="138783"/>
                </a:lnTo>
                <a:cubicBezTo>
                  <a:pt x="468113" y="138413"/>
                  <a:pt x="486062" y="138413"/>
                  <a:pt x="492169" y="138413"/>
                </a:cubicBezTo>
                <a:cubicBezTo>
                  <a:pt x="498274" y="138413"/>
                  <a:pt x="516039" y="138413"/>
                  <a:pt x="521034" y="138783"/>
                </a:cubicBezTo>
                <a:lnTo>
                  <a:pt x="521034" y="133418"/>
                </a:lnTo>
                <a:lnTo>
                  <a:pt x="515300" y="133418"/>
                </a:lnTo>
                <a:cubicBezTo>
                  <a:pt x="499016" y="133418"/>
                  <a:pt x="498460" y="131196"/>
                  <a:pt x="498460" y="124532"/>
                </a:cubicBezTo>
                <a:lnTo>
                  <a:pt x="498460" y="2016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3" name="Text 82/111">
            <a:extLst xmlns:a="http://schemas.openxmlformats.org/drawingml/2006/main">
              <a:ext uri="{FF2B5EF4-FFF2-40B4-BE49-F238E27FC236}">
                <a16:creationId xmlns:a16="http://schemas.microsoft.com/office/drawing/2014/main" id="{F1060688-7350-46B8-8CD8-020D51D0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7345" y="951331"/>
            <a:ext cx="521034" cy="185044"/>
          </a:xfrm>
          <a:custGeom xmlns:a="http://schemas.openxmlformats.org/drawingml/2006/main">
            <a:pathLst>
              <a:path w="521034" h="185044">
                <a:moveTo>
                  <a:pt x="47557" y="72020"/>
                </a:moveTo>
                <a:cubicBezTo>
                  <a:pt x="56810" y="67020"/>
                  <a:pt x="70317" y="58501"/>
                  <a:pt x="70317" y="42943"/>
                </a:cubicBezTo>
                <a:cubicBezTo>
                  <a:pt x="70317" y="26832"/>
                  <a:pt x="54774" y="15721"/>
                  <a:pt x="37751" y="15721"/>
                </a:cubicBezTo>
                <a:cubicBezTo>
                  <a:pt x="19432" y="15721"/>
                  <a:pt x="4998" y="29238"/>
                  <a:pt x="4998" y="46091"/>
                </a:cubicBezTo>
                <a:cubicBezTo>
                  <a:pt x="4998" y="52388"/>
                  <a:pt x="6847" y="58684"/>
                  <a:pt x="12028" y="64981"/>
                </a:cubicBezTo>
                <a:cubicBezTo>
                  <a:pt x="14064" y="67389"/>
                  <a:pt x="14250" y="67573"/>
                  <a:pt x="27202" y="76648"/>
                </a:cubicBezTo>
                <a:cubicBezTo>
                  <a:pt x="9253" y="84983"/>
                  <a:pt x="0" y="97390"/>
                  <a:pt x="0" y="110909"/>
                </a:cubicBezTo>
                <a:cubicBezTo>
                  <a:pt x="0" y="130541"/>
                  <a:pt x="18692" y="142758"/>
                  <a:pt x="37564" y="142758"/>
                </a:cubicBezTo>
                <a:cubicBezTo>
                  <a:pt x="58106" y="142758"/>
                  <a:pt x="75315" y="127579"/>
                  <a:pt x="75315" y="108133"/>
                </a:cubicBezTo>
                <a:cubicBezTo>
                  <a:pt x="75315" y="89241"/>
                  <a:pt x="61991" y="80909"/>
                  <a:pt x="47557" y="72020"/>
                </a:cubicBezTo>
                <a:moveTo>
                  <a:pt x="22391" y="55353"/>
                </a:moveTo>
                <a:cubicBezTo>
                  <a:pt x="19985" y="53684"/>
                  <a:pt x="12585" y="48870"/>
                  <a:pt x="12585" y="39795"/>
                </a:cubicBezTo>
                <a:cubicBezTo>
                  <a:pt x="12585" y="27758"/>
                  <a:pt x="25166" y="20163"/>
                  <a:pt x="37564" y="20163"/>
                </a:cubicBezTo>
                <a:cubicBezTo>
                  <a:pt x="50889" y="20163"/>
                  <a:pt x="62731" y="29794"/>
                  <a:pt x="62731" y="43130"/>
                </a:cubicBezTo>
                <a:cubicBezTo>
                  <a:pt x="62731" y="54427"/>
                  <a:pt x="54590" y="63499"/>
                  <a:pt x="43858" y="69425"/>
                </a:cubicBezTo>
                <a:lnTo>
                  <a:pt x="22391" y="55353"/>
                </a:lnTo>
                <a:moveTo>
                  <a:pt x="31090" y="79243"/>
                </a:moveTo>
                <a:lnTo>
                  <a:pt x="53478" y="93871"/>
                </a:lnTo>
                <a:cubicBezTo>
                  <a:pt x="58289" y="97020"/>
                  <a:pt x="66802" y="102763"/>
                  <a:pt x="66802" y="114060"/>
                </a:cubicBezTo>
                <a:cubicBezTo>
                  <a:pt x="66802" y="128132"/>
                  <a:pt x="52555" y="137763"/>
                  <a:pt x="37751" y="137763"/>
                </a:cubicBezTo>
                <a:cubicBezTo>
                  <a:pt x="22021" y="137763"/>
                  <a:pt x="8513" y="126280"/>
                  <a:pt x="8513" y="110909"/>
                </a:cubicBezTo>
                <a:cubicBezTo>
                  <a:pt x="8513" y="96463"/>
                  <a:pt x="19062" y="84797"/>
                  <a:pt x="31090" y="79243"/>
                </a:cubicBezTo>
                <a:close/>
                <a:moveTo>
                  <a:pt x="164318" y="107712"/>
                </a:moveTo>
                <a:lnTo>
                  <a:pt x="160250" y="107712"/>
                </a:lnTo>
                <a:cubicBezTo>
                  <a:pt x="159693" y="110855"/>
                  <a:pt x="158214" y="121023"/>
                  <a:pt x="156362" y="123982"/>
                </a:cubicBezTo>
                <a:cubicBezTo>
                  <a:pt x="155068" y="125645"/>
                  <a:pt x="144520" y="125645"/>
                  <a:pt x="138969" y="125645"/>
                </a:cubicBezTo>
                <a:lnTo>
                  <a:pt x="104736" y="125645"/>
                </a:lnTo>
                <a:cubicBezTo>
                  <a:pt x="109731" y="121392"/>
                  <a:pt x="121019" y="109559"/>
                  <a:pt x="125831" y="105123"/>
                </a:cubicBezTo>
                <a:cubicBezTo>
                  <a:pt x="153956" y="79237"/>
                  <a:pt x="164318" y="69623"/>
                  <a:pt x="164318" y="51312"/>
                </a:cubicBezTo>
                <a:cubicBezTo>
                  <a:pt x="164318" y="29997"/>
                  <a:pt x="147482" y="15721"/>
                  <a:pt x="126014" y="15721"/>
                </a:cubicBezTo>
                <a:cubicBezTo>
                  <a:pt x="104550" y="15721"/>
                  <a:pt x="91968" y="34080"/>
                  <a:pt x="91968" y="50016"/>
                </a:cubicBezTo>
                <a:cubicBezTo>
                  <a:pt x="91968" y="59452"/>
                  <a:pt x="100108" y="59452"/>
                  <a:pt x="100664" y="59452"/>
                </a:cubicBezTo>
                <a:cubicBezTo>
                  <a:pt x="104550" y="59452"/>
                  <a:pt x="109361" y="56677"/>
                  <a:pt x="109361" y="50756"/>
                </a:cubicBezTo>
                <a:cubicBezTo>
                  <a:pt x="109361" y="45575"/>
                  <a:pt x="105846" y="42059"/>
                  <a:pt x="100664" y="42059"/>
                </a:cubicBezTo>
                <a:cubicBezTo>
                  <a:pt x="98999" y="42059"/>
                  <a:pt x="98629" y="42059"/>
                  <a:pt x="98072" y="42246"/>
                </a:cubicBezTo>
                <a:cubicBezTo>
                  <a:pt x="101591" y="29625"/>
                  <a:pt x="111583" y="21089"/>
                  <a:pt x="123609" y="21089"/>
                </a:cubicBezTo>
                <a:cubicBezTo>
                  <a:pt x="139339" y="21089"/>
                  <a:pt x="148961" y="34266"/>
                  <a:pt x="148961" y="51312"/>
                </a:cubicBezTo>
                <a:cubicBezTo>
                  <a:pt x="148961" y="67034"/>
                  <a:pt x="139895" y="80717"/>
                  <a:pt x="129346" y="92550"/>
                </a:cubicBezTo>
                <a:lnTo>
                  <a:pt x="91968" y="134344"/>
                </a:lnTo>
                <a:lnTo>
                  <a:pt x="91968" y="138783"/>
                </a:lnTo>
                <a:lnTo>
                  <a:pt x="159507" y="138783"/>
                </a:lnTo>
                <a:lnTo>
                  <a:pt x="164318" y="107712"/>
                </a:lnTo>
                <a:close/>
                <a:moveTo>
                  <a:pt x="252986" y="6847"/>
                </a:moveTo>
                <a:cubicBezTo>
                  <a:pt x="252986" y="6664"/>
                  <a:pt x="254096" y="3888"/>
                  <a:pt x="254096" y="3518"/>
                </a:cubicBezTo>
                <a:cubicBezTo>
                  <a:pt x="254096" y="1296"/>
                  <a:pt x="252244" y="0"/>
                  <a:pt x="250764" y="0"/>
                </a:cubicBezTo>
                <a:cubicBezTo>
                  <a:pt x="249838" y="0"/>
                  <a:pt x="248175" y="0"/>
                  <a:pt x="246693" y="4072"/>
                </a:cubicBezTo>
                <a:lnTo>
                  <a:pt x="184704" y="178199"/>
                </a:lnTo>
                <a:cubicBezTo>
                  <a:pt x="184704" y="178383"/>
                  <a:pt x="183592" y="181158"/>
                  <a:pt x="183592" y="181528"/>
                </a:cubicBezTo>
                <a:cubicBezTo>
                  <a:pt x="183592" y="183750"/>
                  <a:pt x="185444" y="185044"/>
                  <a:pt x="186924" y="185044"/>
                </a:cubicBezTo>
                <a:cubicBezTo>
                  <a:pt x="188033" y="185044"/>
                  <a:pt x="189699" y="184860"/>
                  <a:pt x="190995" y="180975"/>
                </a:cubicBezTo>
                <a:lnTo>
                  <a:pt x="252986" y="6847"/>
                </a:lnTo>
                <a:close/>
                <a:moveTo>
                  <a:pt x="317487" y="20160"/>
                </a:moveTo>
                <a:cubicBezTo>
                  <a:pt x="317487" y="15908"/>
                  <a:pt x="317487" y="15721"/>
                  <a:pt x="313785" y="15721"/>
                </a:cubicBezTo>
                <a:cubicBezTo>
                  <a:pt x="309344" y="20714"/>
                  <a:pt x="300094" y="27524"/>
                  <a:pt x="281032" y="27524"/>
                </a:cubicBezTo>
                <a:lnTo>
                  <a:pt x="281032" y="32889"/>
                </a:lnTo>
                <a:cubicBezTo>
                  <a:pt x="285290" y="32889"/>
                  <a:pt x="294540" y="32889"/>
                  <a:pt x="304719" y="28080"/>
                </a:cubicBezTo>
                <a:lnTo>
                  <a:pt x="304719" y="124532"/>
                </a:lnTo>
                <a:cubicBezTo>
                  <a:pt x="304719" y="131196"/>
                  <a:pt x="304163" y="133418"/>
                  <a:pt x="287880" y="133418"/>
                </a:cubicBezTo>
                <a:lnTo>
                  <a:pt x="282145" y="133418"/>
                </a:lnTo>
                <a:lnTo>
                  <a:pt x="282145" y="138783"/>
                </a:lnTo>
                <a:cubicBezTo>
                  <a:pt x="287140" y="138413"/>
                  <a:pt x="305089" y="138413"/>
                  <a:pt x="311196" y="138413"/>
                </a:cubicBezTo>
                <a:cubicBezTo>
                  <a:pt x="317301" y="138413"/>
                  <a:pt x="335067" y="138413"/>
                  <a:pt x="340061" y="138783"/>
                </a:cubicBezTo>
                <a:lnTo>
                  <a:pt x="340061" y="133418"/>
                </a:lnTo>
                <a:lnTo>
                  <a:pt x="334327" y="133418"/>
                </a:lnTo>
                <a:cubicBezTo>
                  <a:pt x="318043" y="133418"/>
                  <a:pt x="317487" y="131196"/>
                  <a:pt x="317487" y="124532"/>
                </a:cubicBezTo>
                <a:lnTo>
                  <a:pt x="317487" y="20160"/>
                </a:lnTo>
                <a:close/>
                <a:moveTo>
                  <a:pt x="407974" y="20160"/>
                </a:moveTo>
                <a:cubicBezTo>
                  <a:pt x="407974" y="15908"/>
                  <a:pt x="407974" y="15721"/>
                  <a:pt x="404272" y="15721"/>
                </a:cubicBezTo>
                <a:cubicBezTo>
                  <a:pt x="399831" y="20714"/>
                  <a:pt x="390581" y="27524"/>
                  <a:pt x="371519" y="27524"/>
                </a:cubicBezTo>
                <a:lnTo>
                  <a:pt x="371519" y="32889"/>
                </a:lnTo>
                <a:cubicBezTo>
                  <a:pt x="375777" y="32889"/>
                  <a:pt x="385027" y="32889"/>
                  <a:pt x="395206" y="28080"/>
                </a:cubicBezTo>
                <a:lnTo>
                  <a:pt x="395206" y="124532"/>
                </a:lnTo>
                <a:cubicBezTo>
                  <a:pt x="395206" y="131196"/>
                  <a:pt x="394649" y="133418"/>
                  <a:pt x="378366" y="133418"/>
                </a:cubicBezTo>
                <a:lnTo>
                  <a:pt x="372631" y="133418"/>
                </a:lnTo>
                <a:lnTo>
                  <a:pt x="372631" y="138783"/>
                </a:lnTo>
                <a:cubicBezTo>
                  <a:pt x="377626" y="138413"/>
                  <a:pt x="395575" y="138413"/>
                  <a:pt x="401683" y="138413"/>
                </a:cubicBezTo>
                <a:cubicBezTo>
                  <a:pt x="407787" y="138413"/>
                  <a:pt x="425553" y="138413"/>
                  <a:pt x="430548" y="138783"/>
                </a:cubicBezTo>
                <a:lnTo>
                  <a:pt x="430548" y="133418"/>
                </a:lnTo>
                <a:lnTo>
                  <a:pt x="424813" y="133418"/>
                </a:lnTo>
                <a:cubicBezTo>
                  <a:pt x="408530" y="133418"/>
                  <a:pt x="407974" y="131196"/>
                  <a:pt x="407974" y="124532"/>
                </a:cubicBezTo>
                <a:lnTo>
                  <a:pt x="407974" y="20160"/>
                </a:lnTo>
                <a:close/>
                <a:moveTo>
                  <a:pt x="498460" y="20160"/>
                </a:moveTo>
                <a:cubicBezTo>
                  <a:pt x="498460" y="15908"/>
                  <a:pt x="498460" y="15721"/>
                  <a:pt x="494758" y="15721"/>
                </a:cubicBezTo>
                <a:cubicBezTo>
                  <a:pt x="490317" y="20714"/>
                  <a:pt x="481067" y="27524"/>
                  <a:pt x="462005" y="27524"/>
                </a:cubicBezTo>
                <a:lnTo>
                  <a:pt x="462005" y="32889"/>
                </a:lnTo>
                <a:cubicBezTo>
                  <a:pt x="466263" y="32889"/>
                  <a:pt x="475513" y="32889"/>
                  <a:pt x="485692" y="28080"/>
                </a:cubicBezTo>
                <a:lnTo>
                  <a:pt x="485692" y="124532"/>
                </a:lnTo>
                <a:cubicBezTo>
                  <a:pt x="485692" y="131196"/>
                  <a:pt x="485136" y="133418"/>
                  <a:pt x="468852" y="133418"/>
                </a:cubicBezTo>
                <a:lnTo>
                  <a:pt x="463118" y="133418"/>
                </a:lnTo>
                <a:lnTo>
                  <a:pt x="463118" y="138783"/>
                </a:lnTo>
                <a:cubicBezTo>
                  <a:pt x="468113" y="138413"/>
                  <a:pt x="486062" y="138413"/>
                  <a:pt x="492169" y="138413"/>
                </a:cubicBezTo>
                <a:cubicBezTo>
                  <a:pt x="498274" y="138413"/>
                  <a:pt x="516039" y="138413"/>
                  <a:pt x="521034" y="138783"/>
                </a:cubicBezTo>
                <a:lnTo>
                  <a:pt x="521034" y="133418"/>
                </a:lnTo>
                <a:lnTo>
                  <a:pt x="515300" y="133418"/>
                </a:lnTo>
                <a:cubicBezTo>
                  <a:pt x="499016" y="133418"/>
                  <a:pt x="498460" y="131196"/>
                  <a:pt x="498460" y="124532"/>
                </a:cubicBezTo>
                <a:lnTo>
                  <a:pt x="498460" y="2016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4" name="Text 55/111">
            <a:extLst xmlns:a="http://schemas.openxmlformats.org/drawingml/2006/main">
              <a:ext uri="{FF2B5EF4-FFF2-40B4-BE49-F238E27FC236}">
                <a16:creationId xmlns:a16="http://schemas.microsoft.com/office/drawing/2014/main" id="{F87AFB2D-8398-4D6E-975C-C21377F3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8827" y="786219"/>
            <a:ext cx="519552" cy="185044"/>
          </a:xfrm>
          <a:custGeom xmlns:a="http://schemas.openxmlformats.org/drawingml/2006/main">
            <a:pathLst>
              <a:path w="519552" h="185044">
                <a:moveTo>
                  <a:pt x="14617" y="32790"/>
                </a:moveTo>
                <a:cubicBezTo>
                  <a:pt x="22574" y="35379"/>
                  <a:pt x="29051" y="35565"/>
                  <a:pt x="31087" y="35565"/>
                </a:cubicBezTo>
                <a:cubicBezTo>
                  <a:pt x="51996" y="35565"/>
                  <a:pt x="65320" y="20171"/>
                  <a:pt x="65320" y="17568"/>
                </a:cubicBezTo>
                <a:cubicBezTo>
                  <a:pt x="65320" y="16828"/>
                  <a:pt x="64950" y="15902"/>
                  <a:pt x="63840" y="15902"/>
                </a:cubicBezTo>
                <a:cubicBezTo>
                  <a:pt x="63470" y="15902"/>
                  <a:pt x="63100" y="15902"/>
                  <a:pt x="61435" y="16645"/>
                </a:cubicBezTo>
                <a:cubicBezTo>
                  <a:pt x="51072" y="21117"/>
                  <a:pt x="42189" y="21685"/>
                  <a:pt x="37378" y="21685"/>
                </a:cubicBezTo>
                <a:cubicBezTo>
                  <a:pt x="25166" y="21685"/>
                  <a:pt x="16467" y="17938"/>
                  <a:pt x="12952" y="16458"/>
                </a:cubicBezTo>
                <a:cubicBezTo>
                  <a:pt x="11658" y="15902"/>
                  <a:pt x="11286" y="15902"/>
                  <a:pt x="11102" y="15902"/>
                </a:cubicBezTo>
                <a:cubicBezTo>
                  <a:pt x="9623" y="15902"/>
                  <a:pt x="9623" y="17015"/>
                  <a:pt x="9623" y="19982"/>
                </a:cubicBezTo>
                <a:lnTo>
                  <a:pt x="9623" y="74951"/>
                </a:lnTo>
                <a:cubicBezTo>
                  <a:pt x="9623" y="78283"/>
                  <a:pt x="9623" y="79392"/>
                  <a:pt x="11842" y="79392"/>
                </a:cubicBezTo>
                <a:cubicBezTo>
                  <a:pt x="12768" y="79392"/>
                  <a:pt x="12952" y="79206"/>
                  <a:pt x="14804" y="76987"/>
                </a:cubicBezTo>
                <a:cubicBezTo>
                  <a:pt x="19985" y="69403"/>
                  <a:pt x="28682" y="64961"/>
                  <a:pt x="37934" y="64961"/>
                </a:cubicBezTo>
                <a:cubicBezTo>
                  <a:pt x="47740" y="64961"/>
                  <a:pt x="52552" y="74028"/>
                  <a:pt x="54031" y="77173"/>
                </a:cubicBezTo>
                <a:cubicBezTo>
                  <a:pt x="57177" y="84387"/>
                  <a:pt x="57363" y="93454"/>
                  <a:pt x="57363" y="100484"/>
                </a:cubicBezTo>
                <a:cubicBezTo>
                  <a:pt x="57363" y="107515"/>
                  <a:pt x="57363" y="118069"/>
                  <a:pt x="52182" y="126430"/>
                </a:cubicBezTo>
                <a:cubicBezTo>
                  <a:pt x="48110" y="133119"/>
                  <a:pt x="40893" y="137763"/>
                  <a:pt x="32753" y="137763"/>
                </a:cubicBezTo>
                <a:cubicBezTo>
                  <a:pt x="20538" y="137763"/>
                  <a:pt x="8510" y="129403"/>
                  <a:pt x="5181" y="115841"/>
                </a:cubicBezTo>
                <a:cubicBezTo>
                  <a:pt x="6104" y="116211"/>
                  <a:pt x="7217" y="116398"/>
                  <a:pt x="8140" y="116398"/>
                </a:cubicBezTo>
                <a:cubicBezTo>
                  <a:pt x="11286" y="116398"/>
                  <a:pt x="16283" y="114545"/>
                  <a:pt x="16283" y="108255"/>
                </a:cubicBezTo>
                <a:cubicBezTo>
                  <a:pt x="16283" y="103073"/>
                  <a:pt x="12768" y="100111"/>
                  <a:pt x="8140" y="100111"/>
                </a:cubicBezTo>
                <a:cubicBezTo>
                  <a:pt x="4811" y="100111"/>
                  <a:pt x="0" y="101777"/>
                  <a:pt x="0" y="108994"/>
                </a:cubicBezTo>
                <a:cubicBezTo>
                  <a:pt x="0" y="124758"/>
                  <a:pt x="12582" y="142758"/>
                  <a:pt x="33123" y="142758"/>
                </a:cubicBezTo>
                <a:cubicBezTo>
                  <a:pt x="54031" y="142758"/>
                  <a:pt x="72350" y="125128"/>
                  <a:pt x="72350" y="101594"/>
                </a:cubicBezTo>
                <a:cubicBezTo>
                  <a:pt x="72350" y="79579"/>
                  <a:pt x="57549" y="61260"/>
                  <a:pt x="38118" y="61260"/>
                </a:cubicBezTo>
                <a:cubicBezTo>
                  <a:pt x="27572" y="61260"/>
                  <a:pt x="19429" y="65887"/>
                  <a:pt x="14617" y="71066"/>
                </a:cubicBezTo>
                <a:lnTo>
                  <a:pt x="14617" y="32790"/>
                </a:lnTo>
                <a:close/>
                <a:moveTo>
                  <a:pt x="105103" y="32790"/>
                </a:moveTo>
                <a:cubicBezTo>
                  <a:pt x="113060" y="35379"/>
                  <a:pt x="119537" y="35565"/>
                  <a:pt x="121573" y="35565"/>
                </a:cubicBezTo>
                <a:cubicBezTo>
                  <a:pt x="142481" y="35565"/>
                  <a:pt x="155805" y="20171"/>
                  <a:pt x="155805" y="17568"/>
                </a:cubicBezTo>
                <a:cubicBezTo>
                  <a:pt x="155805" y="16828"/>
                  <a:pt x="155436" y="15902"/>
                  <a:pt x="154326" y="15902"/>
                </a:cubicBezTo>
                <a:cubicBezTo>
                  <a:pt x="153956" y="15902"/>
                  <a:pt x="153586" y="15902"/>
                  <a:pt x="151920" y="16645"/>
                </a:cubicBezTo>
                <a:cubicBezTo>
                  <a:pt x="141558" y="21117"/>
                  <a:pt x="132675" y="21685"/>
                  <a:pt x="127864" y="21685"/>
                </a:cubicBezTo>
                <a:cubicBezTo>
                  <a:pt x="115652" y="21685"/>
                  <a:pt x="106952" y="17938"/>
                  <a:pt x="103437" y="16458"/>
                </a:cubicBezTo>
                <a:cubicBezTo>
                  <a:pt x="102144" y="15902"/>
                  <a:pt x="101771" y="15902"/>
                  <a:pt x="101588" y="15902"/>
                </a:cubicBezTo>
                <a:cubicBezTo>
                  <a:pt x="100108" y="15902"/>
                  <a:pt x="100108" y="17015"/>
                  <a:pt x="100108" y="19982"/>
                </a:cubicBezTo>
                <a:lnTo>
                  <a:pt x="100108" y="74951"/>
                </a:lnTo>
                <a:cubicBezTo>
                  <a:pt x="100108" y="78283"/>
                  <a:pt x="100108" y="79392"/>
                  <a:pt x="102328" y="79392"/>
                </a:cubicBezTo>
                <a:cubicBezTo>
                  <a:pt x="103254" y="79392"/>
                  <a:pt x="103437" y="79206"/>
                  <a:pt x="105289" y="76987"/>
                </a:cubicBezTo>
                <a:cubicBezTo>
                  <a:pt x="110471" y="69403"/>
                  <a:pt x="119167" y="64961"/>
                  <a:pt x="128420" y="64961"/>
                </a:cubicBezTo>
                <a:cubicBezTo>
                  <a:pt x="138226" y="64961"/>
                  <a:pt x="143037" y="74028"/>
                  <a:pt x="144517" y="77173"/>
                </a:cubicBezTo>
                <a:cubicBezTo>
                  <a:pt x="147662" y="84387"/>
                  <a:pt x="147849" y="93454"/>
                  <a:pt x="147849" y="100484"/>
                </a:cubicBezTo>
                <a:cubicBezTo>
                  <a:pt x="147849" y="107515"/>
                  <a:pt x="147849" y="118069"/>
                  <a:pt x="142667" y="126430"/>
                </a:cubicBezTo>
                <a:cubicBezTo>
                  <a:pt x="138596" y="133119"/>
                  <a:pt x="131379" y="137763"/>
                  <a:pt x="123239" y="137763"/>
                </a:cubicBezTo>
                <a:cubicBezTo>
                  <a:pt x="111024" y="137763"/>
                  <a:pt x="98996" y="129403"/>
                  <a:pt x="95667" y="115841"/>
                </a:cubicBezTo>
                <a:cubicBezTo>
                  <a:pt x="96590" y="116211"/>
                  <a:pt x="97703" y="116398"/>
                  <a:pt x="98626" y="116398"/>
                </a:cubicBezTo>
                <a:cubicBezTo>
                  <a:pt x="101771" y="116398"/>
                  <a:pt x="106769" y="114545"/>
                  <a:pt x="106769" y="108255"/>
                </a:cubicBezTo>
                <a:cubicBezTo>
                  <a:pt x="106769" y="103073"/>
                  <a:pt x="103254" y="100111"/>
                  <a:pt x="98626" y="100111"/>
                </a:cubicBezTo>
                <a:cubicBezTo>
                  <a:pt x="95297" y="100111"/>
                  <a:pt x="90486" y="101777"/>
                  <a:pt x="90486" y="108994"/>
                </a:cubicBezTo>
                <a:cubicBezTo>
                  <a:pt x="90486" y="124758"/>
                  <a:pt x="103067" y="142758"/>
                  <a:pt x="123609" y="142758"/>
                </a:cubicBezTo>
                <a:cubicBezTo>
                  <a:pt x="144517" y="142758"/>
                  <a:pt x="162836" y="125128"/>
                  <a:pt x="162836" y="101594"/>
                </a:cubicBezTo>
                <a:cubicBezTo>
                  <a:pt x="162836" y="79579"/>
                  <a:pt x="148035" y="61260"/>
                  <a:pt x="128603" y="61260"/>
                </a:cubicBezTo>
                <a:cubicBezTo>
                  <a:pt x="118057" y="61260"/>
                  <a:pt x="109914" y="65887"/>
                  <a:pt x="105103" y="71066"/>
                </a:cubicBezTo>
                <a:lnTo>
                  <a:pt x="105103" y="32790"/>
                </a:lnTo>
                <a:close/>
                <a:moveTo>
                  <a:pt x="251504" y="6847"/>
                </a:moveTo>
                <a:cubicBezTo>
                  <a:pt x="251504" y="6664"/>
                  <a:pt x="252613" y="3888"/>
                  <a:pt x="252613" y="3518"/>
                </a:cubicBezTo>
                <a:cubicBezTo>
                  <a:pt x="252613" y="1296"/>
                  <a:pt x="250761" y="0"/>
                  <a:pt x="249282" y="0"/>
                </a:cubicBezTo>
                <a:cubicBezTo>
                  <a:pt x="248356" y="0"/>
                  <a:pt x="246693" y="0"/>
                  <a:pt x="245210" y="4072"/>
                </a:cubicBezTo>
                <a:lnTo>
                  <a:pt x="183222" y="178199"/>
                </a:lnTo>
                <a:cubicBezTo>
                  <a:pt x="183222" y="178383"/>
                  <a:pt x="182110" y="181158"/>
                  <a:pt x="182110" y="181528"/>
                </a:cubicBezTo>
                <a:cubicBezTo>
                  <a:pt x="182110" y="183750"/>
                  <a:pt x="183962" y="185044"/>
                  <a:pt x="185441" y="185044"/>
                </a:cubicBezTo>
                <a:cubicBezTo>
                  <a:pt x="186551" y="185044"/>
                  <a:pt x="188217" y="184860"/>
                  <a:pt x="189513" y="180975"/>
                </a:cubicBezTo>
                <a:lnTo>
                  <a:pt x="251504" y="6847"/>
                </a:lnTo>
                <a:close/>
                <a:moveTo>
                  <a:pt x="316005" y="20160"/>
                </a:moveTo>
                <a:cubicBezTo>
                  <a:pt x="316005" y="15908"/>
                  <a:pt x="316005" y="15721"/>
                  <a:pt x="312303" y="15721"/>
                </a:cubicBezTo>
                <a:cubicBezTo>
                  <a:pt x="307862" y="20714"/>
                  <a:pt x="298612" y="27524"/>
                  <a:pt x="279550" y="27524"/>
                </a:cubicBezTo>
                <a:lnTo>
                  <a:pt x="279550" y="32889"/>
                </a:lnTo>
                <a:cubicBezTo>
                  <a:pt x="283808" y="32889"/>
                  <a:pt x="293058" y="32889"/>
                  <a:pt x="303237" y="28080"/>
                </a:cubicBezTo>
                <a:lnTo>
                  <a:pt x="303237" y="124532"/>
                </a:lnTo>
                <a:cubicBezTo>
                  <a:pt x="303237" y="131196"/>
                  <a:pt x="302681" y="133418"/>
                  <a:pt x="286397" y="133418"/>
                </a:cubicBezTo>
                <a:lnTo>
                  <a:pt x="280663" y="133418"/>
                </a:lnTo>
                <a:lnTo>
                  <a:pt x="280663" y="138783"/>
                </a:lnTo>
                <a:cubicBezTo>
                  <a:pt x="285657" y="138413"/>
                  <a:pt x="303607" y="138413"/>
                  <a:pt x="309714" y="138413"/>
                </a:cubicBezTo>
                <a:cubicBezTo>
                  <a:pt x="315818" y="138413"/>
                  <a:pt x="333584" y="138413"/>
                  <a:pt x="338579" y="138783"/>
                </a:cubicBezTo>
                <a:lnTo>
                  <a:pt x="338579" y="133418"/>
                </a:lnTo>
                <a:lnTo>
                  <a:pt x="332844" y="133418"/>
                </a:lnTo>
                <a:cubicBezTo>
                  <a:pt x="316561" y="133418"/>
                  <a:pt x="316005" y="131196"/>
                  <a:pt x="316005" y="124532"/>
                </a:cubicBezTo>
                <a:lnTo>
                  <a:pt x="316005" y="20160"/>
                </a:lnTo>
                <a:close/>
                <a:moveTo>
                  <a:pt x="406491" y="20160"/>
                </a:moveTo>
                <a:cubicBezTo>
                  <a:pt x="406491" y="15908"/>
                  <a:pt x="406491" y="15721"/>
                  <a:pt x="402790" y="15721"/>
                </a:cubicBezTo>
                <a:cubicBezTo>
                  <a:pt x="398348" y="20714"/>
                  <a:pt x="389098" y="27524"/>
                  <a:pt x="370037" y="27524"/>
                </a:cubicBezTo>
                <a:lnTo>
                  <a:pt x="370037" y="32889"/>
                </a:lnTo>
                <a:cubicBezTo>
                  <a:pt x="374294" y="32889"/>
                  <a:pt x="383544" y="32889"/>
                  <a:pt x="393723" y="28080"/>
                </a:cubicBezTo>
                <a:lnTo>
                  <a:pt x="393723" y="124532"/>
                </a:lnTo>
                <a:cubicBezTo>
                  <a:pt x="393723" y="131196"/>
                  <a:pt x="393167" y="133418"/>
                  <a:pt x="376884" y="133418"/>
                </a:cubicBezTo>
                <a:lnTo>
                  <a:pt x="371149" y="133418"/>
                </a:lnTo>
                <a:lnTo>
                  <a:pt x="371149" y="138783"/>
                </a:lnTo>
                <a:cubicBezTo>
                  <a:pt x="376144" y="138413"/>
                  <a:pt x="394093" y="138413"/>
                  <a:pt x="400200" y="138413"/>
                </a:cubicBezTo>
                <a:cubicBezTo>
                  <a:pt x="406305" y="138413"/>
                  <a:pt x="424071" y="138413"/>
                  <a:pt x="429065" y="138783"/>
                </a:cubicBezTo>
                <a:lnTo>
                  <a:pt x="429065" y="133418"/>
                </a:lnTo>
                <a:lnTo>
                  <a:pt x="423331" y="133418"/>
                </a:lnTo>
                <a:cubicBezTo>
                  <a:pt x="407047" y="133418"/>
                  <a:pt x="406491" y="131196"/>
                  <a:pt x="406491" y="124532"/>
                </a:cubicBezTo>
                <a:lnTo>
                  <a:pt x="406491" y="20160"/>
                </a:lnTo>
                <a:close/>
                <a:moveTo>
                  <a:pt x="496978" y="20160"/>
                </a:moveTo>
                <a:cubicBezTo>
                  <a:pt x="496978" y="15908"/>
                  <a:pt x="496978" y="15721"/>
                  <a:pt x="493276" y="15721"/>
                </a:cubicBezTo>
                <a:cubicBezTo>
                  <a:pt x="488835" y="20714"/>
                  <a:pt x="479585" y="27524"/>
                  <a:pt x="460523" y="27524"/>
                </a:cubicBezTo>
                <a:lnTo>
                  <a:pt x="460523" y="32889"/>
                </a:lnTo>
                <a:cubicBezTo>
                  <a:pt x="464781" y="32889"/>
                  <a:pt x="474031" y="32889"/>
                  <a:pt x="484210" y="28080"/>
                </a:cubicBezTo>
                <a:lnTo>
                  <a:pt x="484210" y="124532"/>
                </a:lnTo>
                <a:cubicBezTo>
                  <a:pt x="484210" y="131196"/>
                  <a:pt x="483653" y="133418"/>
                  <a:pt x="467370" y="133418"/>
                </a:cubicBezTo>
                <a:lnTo>
                  <a:pt x="461635" y="133418"/>
                </a:lnTo>
                <a:lnTo>
                  <a:pt x="461635" y="138783"/>
                </a:lnTo>
                <a:cubicBezTo>
                  <a:pt x="466630" y="138413"/>
                  <a:pt x="484580" y="138413"/>
                  <a:pt x="490687" y="138413"/>
                </a:cubicBezTo>
                <a:cubicBezTo>
                  <a:pt x="496791" y="138413"/>
                  <a:pt x="514557" y="138413"/>
                  <a:pt x="519552" y="138783"/>
                </a:cubicBezTo>
                <a:lnTo>
                  <a:pt x="519552" y="133418"/>
                </a:lnTo>
                <a:lnTo>
                  <a:pt x="513817" y="133418"/>
                </a:lnTo>
                <a:cubicBezTo>
                  <a:pt x="497534" y="133418"/>
                  <a:pt x="496978" y="131196"/>
                  <a:pt x="496978" y="124532"/>
                </a:cubicBezTo>
                <a:lnTo>
                  <a:pt x="496978" y="2016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5" name="Text 31/111">
            <a:extLst xmlns:a="http://schemas.openxmlformats.org/drawingml/2006/main">
              <a:ext uri="{FF2B5EF4-FFF2-40B4-BE49-F238E27FC236}">
                <a16:creationId xmlns:a16="http://schemas.microsoft.com/office/drawing/2014/main" id="{C314DA3F-03CE-4CF8-A47B-72055C55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7345" y="621106"/>
            <a:ext cx="521034" cy="185044"/>
          </a:xfrm>
          <a:custGeom xmlns:a="http://schemas.openxmlformats.org/drawingml/2006/main">
            <a:pathLst>
              <a:path w="521034" h="185044">
                <a:moveTo>
                  <a:pt x="26462" y="72373"/>
                </a:moveTo>
                <a:cubicBezTo>
                  <a:pt x="23317" y="72559"/>
                  <a:pt x="22577" y="72743"/>
                  <a:pt x="22577" y="74409"/>
                </a:cubicBezTo>
                <a:cubicBezTo>
                  <a:pt x="22577" y="76258"/>
                  <a:pt x="23503" y="76258"/>
                  <a:pt x="26832" y="76258"/>
                </a:cubicBezTo>
                <a:lnTo>
                  <a:pt x="35345" y="76258"/>
                </a:lnTo>
                <a:cubicBezTo>
                  <a:pt x="51072" y="76258"/>
                  <a:pt x="58106" y="89227"/>
                  <a:pt x="58106" y="107007"/>
                </a:cubicBezTo>
                <a:cubicBezTo>
                  <a:pt x="58106" y="131272"/>
                  <a:pt x="45521" y="137763"/>
                  <a:pt x="36455" y="137763"/>
                </a:cubicBezTo>
                <a:cubicBezTo>
                  <a:pt x="27572" y="137763"/>
                  <a:pt x="12398" y="133497"/>
                  <a:pt x="7033" y="121254"/>
                </a:cubicBezTo>
                <a:cubicBezTo>
                  <a:pt x="12954" y="122183"/>
                  <a:pt x="18322" y="118851"/>
                  <a:pt x="18322" y="112188"/>
                </a:cubicBezTo>
                <a:cubicBezTo>
                  <a:pt x="18322" y="106823"/>
                  <a:pt x="14434" y="103121"/>
                  <a:pt x="9253" y="103121"/>
                </a:cubicBezTo>
                <a:cubicBezTo>
                  <a:pt x="4811" y="103121"/>
                  <a:pt x="0" y="105711"/>
                  <a:pt x="0" y="112744"/>
                </a:cubicBezTo>
                <a:cubicBezTo>
                  <a:pt x="0" y="129231"/>
                  <a:pt x="16470" y="142758"/>
                  <a:pt x="37011" y="142758"/>
                </a:cubicBezTo>
                <a:cubicBezTo>
                  <a:pt x="59032" y="142758"/>
                  <a:pt x="75315" y="125893"/>
                  <a:pt x="75315" y="107193"/>
                </a:cubicBezTo>
                <a:cubicBezTo>
                  <a:pt x="75315" y="90153"/>
                  <a:pt x="61621" y="76814"/>
                  <a:pt x="43858" y="73669"/>
                </a:cubicBezTo>
                <a:cubicBezTo>
                  <a:pt x="59955" y="69036"/>
                  <a:pt x="70317" y="55491"/>
                  <a:pt x="70317" y="41040"/>
                </a:cubicBezTo>
                <a:cubicBezTo>
                  <a:pt x="70317" y="26440"/>
                  <a:pt x="55144" y="15721"/>
                  <a:pt x="37195" y="15721"/>
                </a:cubicBezTo>
                <a:cubicBezTo>
                  <a:pt x="18692" y="15721"/>
                  <a:pt x="4998" y="26993"/>
                  <a:pt x="4998" y="40487"/>
                </a:cubicBezTo>
                <a:cubicBezTo>
                  <a:pt x="4998" y="47887"/>
                  <a:pt x="10735" y="49367"/>
                  <a:pt x="13511" y="49367"/>
                </a:cubicBezTo>
                <a:cubicBezTo>
                  <a:pt x="17396" y="49367"/>
                  <a:pt x="21837" y="46591"/>
                  <a:pt x="21837" y="41040"/>
                </a:cubicBezTo>
                <a:cubicBezTo>
                  <a:pt x="21837" y="35119"/>
                  <a:pt x="17396" y="32527"/>
                  <a:pt x="13324" y="32527"/>
                </a:cubicBezTo>
                <a:cubicBezTo>
                  <a:pt x="12215" y="32527"/>
                  <a:pt x="11845" y="32527"/>
                  <a:pt x="11289" y="32714"/>
                </a:cubicBezTo>
                <a:cubicBezTo>
                  <a:pt x="18322" y="20163"/>
                  <a:pt x="35715" y="20163"/>
                  <a:pt x="36641" y="20163"/>
                </a:cubicBezTo>
                <a:cubicBezTo>
                  <a:pt x="42746" y="20163"/>
                  <a:pt x="54774" y="22933"/>
                  <a:pt x="54774" y="41040"/>
                </a:cubicBezTo>
                <a:cubicBezTo>
                  <a:pt x="54774" y="44555"/>
                  <a:pt x="54220" y="54935"/>
                  <a:pt x="48853" y="62911"/>
                </a:cubicBezTo>
                <a:cubicBezTo>
                  <a:pt x="43302" y="71077"/>
                  <a:pt x="37011" y="71633"/>
                  <a:pt x="32013" y="71820"/>
                </a:cubicBezTo>
                <a:lnTo>
                  <a:pt x="26462" y="72373"/>
                </a:lnTo>
                <a:close/>
                <a:moveTo>
                  <a:pt x="136193" y="20160"/>
                </a:moveTo>
                <a:cubicBezTo>
                  <a:pt x="136193" y="15908"/>
                  <a:pt x="136193" y="15721"/>
                  <a:pt x="132491" y="15721"/>
                </a:cubicBezTo>
                <a:cubicBezTo>
                  <a:pt x="128050" y="20714"/>
                  <a:pt x="118800" y="27524"/>
                  <a:pt x="99738" y="27524"/>
                </a:cubicBezTo>
                <a:lnTo>
                  <a:pt x="99738" y="32889"/>
                </a:lnTo>
                <a:cubicBezTo>
                  <a:pt x="103996" y="32889"/>
                  <a:pt x="113246" y="32889"/>
                  <a:pt x="123425" y="28080"/>
                </a:cubicBezTo>
                <a:lnTo>
                  <a:pt x="123425" y="124532"/>
                </a:lnTo>
                <a:cubicBezTo>
                  <a:pt x="123425" y="131196"/>
                  <a:pt x="122869" y="133418"/>
                  <a:pt x="106585" y="133418"/>
                </a:cubicBezTo>
                <a:lnTo>
                  <a:pt x="100851" y="133418"/>
                </a:lnTo>
                <a:lnTo>
                  <a:pt x="100851" y="138783"/>
                </a:lnTo>
                <a:cubicBezTo>
                  <a:pt x="105846" y="138413"/>
                  <a:pt x="123795" y="138413"/>
                  <a:pt x="129902" y="138413"/>
                </a:cubicBezTo>
                <a:cubicBezTo>
                  <a:pt x="136007" y="138413"/>
                  <a:pt x="153772" y="138413"/>
                  <a:pt x="158767" y="138783"/>
                </a:cubicBezTo>
                <a:lnTo>
                  <a:pt x="158767" y="133418"/>
                </a:lnTo>
                <a:lnTo>
                  <a:pt x="153033" y="133418"/>
                </a:lnTo>
                <a:cubicBezTo>
                  <a:pt x="136749" y="133418"/>
                  <a:pt x="136193" y="131196"/>
                  <a:pt x="136193" y="124532"/>
                </a:cubicBezTo>
                <a:lnTo>
                  <a:pt x="136193" y="20160"/>
                </a:lnTo>
                <a:close/>
                <a:moveTo>
                  <a:pt x="252986" y="6847"/>
                </a:moveTo>
                <a:cubicBezTo>
                  <a:pt x="252986" y="6664"/>
                  <a:pt x="254096" y="3888"/>
                  <a:pt x="254096" y="3518"/>
                </a:cubicBezTo>
                <a:cubicBezTo>
                  <a:pt x="254096" y="1296"/>
                  <a:pt x="252244" y="0"/>
                  <a:pt x="250764" y="0"/>
                </a:cubicBezTo>
                <a:cubicBezTo>
                  <a:pt x="249838" y="0"/>
                  <a:pt x="248175" y="0"/>
                  <a:pt x="246693" y="4072"/>
                </a:cubicBezTo>
                <a:lnTo>
                  <a:pt x="184704" y="178199"/>
                </a:lnTo>
                <a:cubicBezTo>
                  <a:pt x="184704" y="178383"/>
                  <a:pt x="183592" y="181158"/>
                  <a:pt x="183592" y="181528"/>
                </a:cubicBezTo>
                <a:cubicBezTo>
                  <a:pt x="183592" y="183750"/>
                  <a:pt x="185444" y="185044"/>
                  <a:pt x="186924" y="185044"/>
                </a:cubicBezTo>
                <a:cubicBezTo>
                  <a:pt x="188033" y="185044"/>
                  <a:pt x="189699" y="184860"/>
                  <a:pt x="190995" y="180975"/>
                </a:cubicBezTo>
                <a:lnTo>
                  <a:pt x="252986" y="6847"/>
                </a:lnTo>
                <a:close/>
                <a:moveTo>
                  <a:pt x="317487" y="20160"/>
                </a:moveTo>
                <a:cubicBezTo>
                  <a:pt x="317487" y="15908"/>
                  <a:pt x="317487" y="15721"/>
                  <a:pt x="313785" y="15721"/>
                </a:cubicBezTo>
                <a:cubicBezTo>
                  <a:pt x="309344" y="20714"/>
                  <a:pt x="300094" y="27524"/>
                  <a:pt x="281032" y="27524"/>
                </a:cubicBezTo>
                <a:lnTo>
                  <a:pt x="281032" y="32889"/>
                </a:lnTo>
                <a:cubicBezTo>
                  <a:pt x="285290" y="32889"/>
                  <a:pt x="294540" y="32889"/>
                  <a:pt x="304719" y="28080"/>
                </a:cubicBezTo>
                <a:lnTo>
                  <a:pt x="304719" y="124532"/>
                </a:lnTo>
                <a:cubicBezTo>
                  <a:pt x="304719" y="131196"/>
                  <a:pt x="304163" y="133418"/>
                  <a:pt x="287880" y="133418"/>
                </a:cubicBezTo>
                <a:lnTo>
                  <a:pt x="282145" y="133418"/>
                </a:lnTo>
                <a:lnTo>
                  <a:pt x="282145" y="138783"/>
                </a:lnTo>
                <a:cubicBezTo>
                  <a:pt x="287140" y="138413"/>
                  <a:pt x="305089" y="138413"/>
                  <a:pt x="311196" y="138413"/>
                </a:cubicBezTo>
                <a:cubicBezTo>
                  <a:pt x="317301" y="138413"/>
                  <a:pt x="335067" y="138413"/>
                  <a:pt x="340061" y="138783"/>
                </a:cubicBezTo>
                <a:lnTo>
                  <a:pt x="340061" y="133418"/>
                </a:lnTo>
                <a:lnTo>
                  <a:pt x="334327" y="133418"/>
                </a:lnTo>
                <a:cubicBezTo>
                  <a:pt x="318043" y="133418"/>
                  <a:pt x="317487" y="131196"/>
                  <a:pt x="317487" y="124532"/>
                </a:cubicBezTo>
                <a:lnTo>
                  <a:pt x="317487" y="20160"/>
                </a:lnTo>
                <a:close/>
                <a:moveTo>
                  <a:pt x="407974" y="20160"/>
                </a:moveTo>
                <a:cubicBezTo>
                  <a:pt x="407974" y="15908"/>
                  <a:pt x="407974" y="15721"/>
                  <a:pt x="404272" y="15721"/>
                </a:cubicBezTo>
                <a:cubicBezTo>
                  <a:pt x="399831" y="20714"/>
                  <a:pt x="390581" y="27524"/>
                  <a:pt x="371519" y="27524"/>
                </a:cubicBezTo>
                <a:lnTo>
                  <a:pt x="371519" y="32889"/>
                </a:lnTo>
                <a:cubicBezTo>
                  <a:pt x="375777" y="32889"/>
                  <a:pt x="385027" y="32889"/>
                  <a:pt x="395206" y="28080"/>
                </a:cubicBezTo>
                <a:lnTo>
                  <a:pt x="395206" y="124532"/>
                </a:lnTo>
                <a:cubicBezTo>
                  <a:pt x="395206" y="131196"/>
                  <a:pt x="394649" y="133418"/>
                  <a:pt x="378366" y="133418"/>
                </a:cubicBezTo>
                <a:lnTo>
                  <a:pt x="372631" y="133418"/>
                </a:lnTo>
                <a:lnTo>
                  <a:pt x="372631" y="138783"/>
                </a:lnTo>
                <a:cubicBezTo>
                  <a:pt x="377626" y="138413"/>
                  <a:pt x="395575" y="138413"/>
                  <a:pt x="401683" y="138413"/>
                </a:cubicBezTo>
                <a:cubicBezTo>
                  <a:pt x="407787" y="138413"/>
                  <a:pt x="425553" y="138413"/>
                  <a:pt x="430548" y="138783"/>
                </a:cubicBezTo>
                <a:lnTo>
                  <a:pt x="430548" y="133418"/>
                </a:lnTo>
                <a:lnTo>
                  <a:pt x="424813" y="133418"/>
                </a:lnTo>
                <a:cubicBezTo>
                  <a:pt x="408530" y="133418"/>
                  <a:pt x="407974" y="131196"/>
                  <a:pt x="407974" y="124532"/>
                </a:cubicBezTo>
                <a:lnTo>
                  <a:pt x="407974" y="20160"/>
                </a:lnTo>
                <a:close/>
                <a:moveTo>
                  <a:pt x="498460" y="20160"/>
                </a:moveTo>
                <a:cubicBezTo>
                  <a:pt x="498460" y="15908"/>
                  <a:pt x="498460" y="15721"/>
                  <a:pt x="494758" y="15721"/>
                </a:cubicBezTo>
                <a:cubicBezTo>
                  <a:pt x="490317" y="20714"/>
                  <a:pt x="481067" y="27524"/>
                  <a:pt x="462005" y="27524"/>
                </a:cubicBezTo>
                <a:lnTo>
                  <a:pt x="462005" y="32889"/>
                </a:lnTo>
                <a:cubicBezTo>
                  <a:pt x="466263" y="32889"/>
                  <a:pt x="475513" y="32889"/>
                  <a:pt x="485692" y="28080"/>
                </a:cubicBezTo>
                <a:lnTo>
                  <a:pt x="485692" y="124532"/>
                </a:lnTo>
                <a:cubicBezTo>
                  <a:pt x="485692" y="131196"/>
                  <a:pt x="485136" y="133418"/>
                  <a:pt x="468852" y="133418"/>
                </a:cubicBezTo>
                <a:lnTo>
                  <a:pt x="463118" y="133418"/>
                </a:lnTo>
                <a:lnTo>
                  <a:pt x="463118" y="138783"/>
                </a:lnTo>
                <a:cubicBezTo>
                  <a:pt x="468113" y="138413"/>
                  <a:pt x="486062" y="138413"/>
                  <a:pt x="492169" y="138413"/>
                </a:cubicBezTo>
                <a:cubicBezTo>
                  <a:pt x="498274" y="138413"/>
                  <a:pt x="516039" y="138413"/>
                  <a:pt x="521034" y="138783"/>
                </a:cubicBezTo>
                <a:lnTo>
                  <a:pt x="521034" y="133418"/>
                </a:lnTo>
                <a:lnTo>
                  <a:pt x="515300" y="133418"/>
                </a:lnTo>
                <a:cubicBezTo>
                  <a:pt x="499016" y="133418"/>
                  <a:pt x="498460" y="131196"/>
                  <a:pt x="498460" y="124532"/>
                </a:cubicBezTo>
                <a:lnTo>
                  <a:pt x="498460" y="2016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6" name="Text 46/111">
            <a:extLst xmlns:a="http://schemas.openxmlformats.org/drawingml/2006/main">
              <a:ext uri="{FF2B5EF4-FFF2-40B4-BE49-F238E27FC236}">
                <a16:creationId xmlns:a16="http://schemas.microsoft.com/office/drawing/2014/main" id="{3C44085A-2B6E-4681-B8C3-CB330685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4755" y="455994"/>
            <a:ext cx="523623" cy="185044"/>
          </a:xfrm>
          <a:custGeom xmlns:a="http://schemas.openxmlformats.org/drawingml/2006/main">
            <a:pathLst>
              <a:path w="523623" h="185044">
                <a:moveTo>
                  <a:pt x="61804" y="18356"/>
                </a:moveTo>
                <a:cubicBezTo>
                  <a:pt x="61804" y="14841"/>
                  <a:pt x="61804" y="13914"/>
                  <a:pt x="59215" y="13914"/>
                </a:cubicBezTo>
                <a:cubicBezTo>
                  <a:pt x="57733" y="13914"/>
                  <a:pt x="57180" y="13914"/>
                  <a:pt x="55697" y="16137"/>
                </a:cubicBezTo>
                <a:lnTo>
                  <a:pt x="0" y="102517"/>
                </a:lnTo>
                <a:lnTo>
                  <a:pt x="0" y="107882"/>
                </a:lnTo>
                <a:lnTo>
                  <a:pt x="48667" y="107882"/>
                </a:lnTo>
                <a:lnTo>
                  <a:pt x="48667" y="124721"/>
                </a:lnTo>
                <a:cubicBezTo>
                  <a:pt x="48667" y="131569"/>
                  <a:pt x="48297" y="133418"/>
                  <a:pt x="34789" y="133418"/>
                </a:cubicBezTo>
                <a:lnTo>
                  <a:pt x="31087" y="133418"/>
                </a:lnTo>
                <a:lnTo>
                  <a:pt x="31087" y="138783"/>
                </a:lnTo>
                <a:cubicBezTo>
                  <a:pt x="35342" y="138413"/>
                  <a:pt x="49963" y="138413"/>
                  <a:pt x="55144" y="138413"/>
                </a:cubicBezTo>
                <a:cubicBezTo>
                  <a:pt x="60325" y="138413"/>
                  <a:pt x="75129" y="138413"/>
                  <a:pt x="79384" y="138783"/>
                </a:cubicBezTo>
                <a:lnTo>
                  <a:pt x="79384" y="133418"/>
                </a:lnTo>
                <a:lnTo>
                  <a:pt x="75682" y="133418"/>
                </a:lnTo>
                <a:cubicBezTo>
                  <a:pt x="62361" y="133418"/>
                  <a:pt x="61804" y="131569"/>
                  <a:pt x="61804" y="124721"/>
                </a:cubicBezTo>
                <a:lnTo>
                  <a:pt x="61804" y="107882"/>
                </a:lnTo>
                <a:lnTo>
                  <a:pt x="80494" y="107882"/>
                </a:lnTo>
                <a:lnTo>
                  <a:pt x="80494" y="102517"/>
                </a:lnTo>
                <a:lnTo>
                  <a:pt x="61804" y="102517"/>
                </a:lnTo>
                <a:lnTo>
                  <a:pt x="61804" y="18356"/>
                </a:lnTo>
                <a:moveTo>
                  <a:pt x="49593" y="32784"/>
                </a:moveTo>
                <a:lnTo>
                  <a:pt x="49593" y="102517"/>
                </a:lnTo>
                <a:lnTo>
                  <a:pt x="4625" y="102517"/>
                </a:lnTo>
                <a:lnTo>
                  <a:pt x="49593" y="32784"/>
                </a:lnTo>
                <a:close/>
                <a:moveTo>
                  <a:pt x="108248" y="74437"/>
                </a:moveTo>
                <a:cubicBezTo>
                  <a:pt x="108248" y="27642"/>
                  <a:pt x="131009" y="20163"/>
                  <a:pt x="141002" y="20163"/>
                </a:cubicBezTo>
                <a:cubicBezTo>
                  <a:pt x="147665" y="20163"/>
                  <a:pt x="154326" y="22221"/>
                  <a:pt x="157841" y="27829"/>
                </a:cubicBezTo>
                <a:cubicBezTo>
                  <a:pt x="155622" y="27829"/>
                  <a:pt x="148588" y="27829"/>
                  <a:pt x="148588" y="35416"/>
                </a:cubicBezTo>
                <a:cubicBezTo>
                  <a:pt x="148588" y="39487"/>
                  <a:pt x="151364" y="43003"/>
                  <a:pt x="156175" y="43003"/>
                </a:cubicBezTo>
                <a:cubicBezTo>
                  <a:pt x="160803" y="43003"/>
                  <a:pt x="163948" y="40227"/>
                  <a:pt x="163948" y="34862"/>
                </a:cubicBezTo>
                <a:cubicBezTo>
                  <a:pt x="163948" y="25211"/>
                  <a:pt x="156915" y="15721"/>
                  <a:pt x="140818" y="15721"/>
                </a:cubicBezTo>
                <a:cubicBezTo>
                  <a:pt x="117501" y="15721"/>
                  <a:pt x="93075" y="39674"/>
                  <a:pt x="93075" y="80364"/>
                </a:cubicBezTo>
                <a:cubicBezTo>
                  <a:pt x="93075" y="131283"/>
                  <a:pt x="115282" y="142758"/>
                  <a:pt x="131009" y="142758"/>
                </a:cubicBezTo>
                <a:cubicBezTo>
                  <a:pt x="151180" y="142758"/>
                  <a:pt x="168390" y="125173"/>
                  <a:pt x="168390" y="101100"/>
                </a:cubicBezTo>
                <a:cubicBezTo>
                  <a:pt x="168390" y="76473"/>
                  <a:pt x="151180" y="59995"/>
                  <a:pt x="132675" y="59995"/>
                </a:cubicBezTo>
                <a:cubicBezTo>
                  <a:pt x="116205" y="59995"/>
                  <a:pt x="110101" y="74251"/>
                  <a:pt x="108248" y="79438"/>
                </a:cubicBezTo>
                <a:lnTo>
                  <a:pt x="108248" y="74437"/>
                </a:lnTo>
                <a:moveTo>
                  <a:pt x="131009" y="137763"/>
                </a:moveTo>
                <a:cubicBezTo>
                  <a:pt x="119353" y="137763"/>
                  <a:pt x="113802" y="127395"/>
                  <a:pt x="112137" y="123505"/>
                </a:cubicBezTo>
                <a:cubicBezTo>
                  <a:pt x="110471" y="118690"/>
                  <a:pt x="108621" y="109618"/>
                  <a:pt x="108621" y="96655"/>
                </a:cubicBezTo>
                <a:cubicBezTo>
                  <a:pt x="108621" y="82030"/>
                  <a:pt x="115282" y="63696"/>
                  <a:pt x="131935" y="63696"/>
                </a:cubicBezTo>
                <a:cubicBezTo>
                  <a:pt x="142114" y="63696"/>
                  <a:pt x="147479" y="70549"/>
                  <a:pt x="150254" y="76843"/>
                </a:cubicBezTo>
                <a:cubicBezTo>
                  <a:pt x="153216" y="83695"/>
                  <a:pt x="153216" y="92954"/>
                  <a:pt x="153216" y="100916"/>
                </a:cubicBezTo>
                <a:cubicBezTo>
                  <a:pt x="153216" y="110358"/>
                  <a:pt x="153216" y="118690"/>
                  <a:pt x="149701" y="125727"/>
                </a:cubicBezTo>
                <a:cubicBezTo>
                  <a:pt x="145073" y="134615"/>
                  <a:pt x="138412" y="137763"/>
                  <a:pt x="131009" y="137763"/>
                </a:cubicBezTo>
                <a:close/>
                <a:moveTo>
                  <a:pt x="255575" y="6847"/>
                </a:moveTo>
                <a:cubicBezTo>
                  <a:pt x="255575" y="6664"/>
                  <a:pt x="256685" y="3888"/>
                  <a:pt x="256685" y="3518"/>
                </a:cubicBezTo>
                <a:cubicBezTo>
                  <a:pt x="256685" y="1296"/>
                  <a:pt x="254833" y="0"/>
                  <a:pt x="253353" y="0"/>
                </a:cubicBezTo>
                <a:cubicBezTo>
                  <a:pt x="252427" y="0"/>
                  <a:pt x="250764" y="0"/>
                  <a:pt x="249282" y="4072"/>
                </a:cubicBezTo>
                <a:lnTo>
                  <a:pt x="187294" y="178199"/>
                </a:lnTo>
                <a:cubicBezTo>
                  <a:pt x="187294" y="178383"/>
                  <a:pt x="186181" y="181158"/>
                  <a:pt x="186181" y="181528"/>
                </a:cubicBezTo>
                <a:cubicBezTo>
                  <a:pt x="186181" y="183750"/>
                  <a:pt x="188033" y="185044"/>
                  <a:pt x="189513" y="185044"/>
                </a:cubicBezTo>
                <a:cubicBezTo>
                  <a:pt x="190623" y="185044"/>
                  <a:pt x="192289" y="184860"/>
                  <a:pt x="193585" y="180975"/>
                </a:cubicBezTo>
                <a:lnTo>
                  <a:pt x="255575" y="6847"/>
                </a:lnTo>
                <a:close/>
                <a:moveTo>
                  <a:pt x="320076" y="20160"/>
                </a:moveTo>
                <a:cubicBezTo>
                  <a:pt x="320076" y="15908"/>
                  <a:pt x="320076" y="15721"/>
                  <a:pt x="316375" y="15721"/>
                </a:cubicBezTo>
                <a:cubicBezTo>
                  <a:pt x="311933" y="20714"/>
                  <a:pt x="302683" y="27524"/>
                  <a:pt x="283622" y="27524"/>
                </a:cubicBezTo>
                <a:lnTo>
                  <a:pt x="283622" y="32889"/>
                </a:lnTo>
                <a:cubicBezTo>
                  <a:pt x="287880" y="32889"/>
                  <a:pt x="297129" y="32889"/>
                  <a:pt x="307308" y="28080"/>
                </a:cubicBezTo>
                <a:lnTo>
                  <a:pt x="307308" y="124532"/>
                </a:lnTo>
                <a:cubicBezTo>
                  <a:pt x="307308" y="131196"/>
                  <a:pt x="306752" y="133418"/>
                  <a:pt x="290469" y="133418"/>
                </a:cubicBezTo>
                <a:lnTo>
                  <a:pt x="284734" y="133418"/>
                </a:lnTo>
                <a:lnTo>
                  <a:pt x="284734" y="138783"/>
                </a:lnTo>
                <a:cubicBezTo>
                  <a:pt x="289729" y="138413"/>
                  <a:pt x="307678" y="138413"/>
                  <a:pt x="313786" y="138413"/>
                </a:cubicBezTo>
                <a:cubicBezTo>
                  <a:pt x="319890" y="138413"/>
                  <a:pt x="337656" y="138413"/>
                  <a:pt x="342651" y="138783"/>
                </a:cubicBezTo>
                <a:lnTo>
                  <a:pt x="342651" y="133418"/>
                </a:lnTo>
                <a:lnTo>
                  <a:pt x="336916" y="133418"/>
                </a:lnTo>
                <a:cubicBezTo>
                  <a:pt x="320633" y="133418"/>
                  <a:pt x="320076" y="131196"/>
                  <a:pt x="320076" y="124532"/>
                </a:cubicBezTo>
                <a:lnTo>
                  <a:pt x="320076" y="20160"/>
                </a:lnTo>
                <a:close/>
                <a:moveTo>
                  <a:pt x="410563" y="20160"/>
                </a:moveTo>
                <a:cubicBezTo>
                  <a:pt x="410563" y="15908"/>
                  <a:pt x="410563" y="15721"/>
                  <a:pt x="406861" y="15721"/>
                </a:cubicBezTo>
                <a:cubicBezTo>
                  <a:pt x="402420" y="20714"/>
                  <a:pt x="393170" y="27524"/>
                  <a:pt x="374108" y="27524"/>
                </a:cubicBezTo>
                <a:lnTo>
                  <a:pt x="374108" y="32889"/>
                </a:lnTo>
                <a:cubicBezTo>
                  <a:pt x="378366" y="32889"/>
                  <a:pt x="387616" y="32889"/>
                  <a:pt x="397795" y="28080"/>
                </a:cubicBezTo>
                <a:lnTo>
                  <a:pt x="397795" y="124532"/>
                </a:lnTo>
                <a:cubicBezTo>
                  <a:pt x="397795" y="131196"/>
                  <a:pt x="397239" y="133418"/>
                  <a:pt x="380955" y="133418"/>
                </a:cubicBezTo>
                <a:lnTo>
                  <a:pt x="375221" y="133418"/>
                </a:lnTo>
                <a:lnTo>
                  <a:pt x="375221" y="138783"/>
                </a:lnTo>
                <a:cubicBezTo>
                  <a:pt x="380215" y="138413"/>
                  <a:pt x="398165" y="138413"/>
                  <a:pt x="404272" y="138413"/>
                </a:cubicBezTo>
                <a:cubicBezTo>
                  <a:pt x="410376" y="138413"/>
                  <a:pt x="428142" y="138413"/>
                  <a:pt x="433137" y="138783"/>
                </a:cubicBezTo>
                <a:lnTo>
                  <a:pt x="433137" y="133418"/>
                </a:lnTo>
                <a:lnTo>
                  <a:pt x="427402" y="133418"/>
                </a:lnTo>
                <a:cubicBezTo>
                  <a:pt x="411119" y="133418"/>
                  <a:pt x="410563" y="131196"/>
                  <a:pt x="410563" y="124532"/>
                </a:cubicBezTo>
                <a:lnTo>
                  <a:pt x="410563" y="20160"/>
                </a:lnTo>
                <a:close/>
                <a:moveTo>
                  <a:pt x="501049" y="20160"/>
                </a:moveTo>
                <a:cubicBezTo>
                  <a:pt x="501049" y="15908"/>
                  <a:pt x="501049" y="15721"/>
                  <a:pt x="497348" y="15721"/>
                </a:cubicBezTo>
                <a:cubicBezTo>
                  <a:pt x="492906" y="20714"/>
                  <a:pt x="483656" y="27524"/>
                  <a:pt x="464595" y="27524"/>
                </a:cubicBezTo>
                <a:lnTo>
                  <a:pt x="464595" y="32889"/>
                </a:lnTo>
                <a:cubicBezTo>
                  <a:pt x="468852" y="32889"/>
                  <a:pt x="478102" y="32889"/>
                  <a:pt x="488281" y="28080"/>
                </a:cubicBezTo>
                <a:lnTo>
                  <a:pt x="488281" y="124532"/>
                </a:lnTo>
                <a:cubicBezTo>
                  <a:pt x="488281" y="131196"/>
                  <a:pt x="487725" y="133418"/>
                  <a:pt x="471442" y="133418"/>
                </a:cubicBezTo>
                <a:lnTo>
                  <a:pt x="465707" y="133418"/>
                </a:lnTo>
                <a:lnTo>
                  <a:pt x="465707" y="138783"/>
                </a:lnTo>
                <a:cubicBezTo>
                  <a:pt x="470702" y="138413"/>
                  <a:pt x="488651" y="138413"/>
                  <a:pt x="494758" y="138413"/>
                </a:cubicBezTo>
                <a:cubicBezTo>
                  <a:pt x="500863" y="138413"/>
                  <a:pt x="518629" y="138413"/>
                  <a:pt x="523623" y="138783"/>
                </a:cubicBezTo>
                <a:lnTo>
                  <a:pt x="523623" y="133418"/>
                </a:lnTo>
                <a:lnTo>
                  <a:pt x="517889" y="133418"/>
                </a:lnTo>
                <a:cubicBezTo>
                  <a:pt x="501605" y="133418"/>
                  <a:pt x="501049" y="131196"/>
                  <a:pt x="501049" y="124532"/>
                </a:cubicBezTo>
                <a:lnTo>
                  <a:pt x="501049" y="2016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7" name="Text 88/111">
            <a:extLst xmlns:a="http://schemas.openxmlformats.org/drawingml/2006/main">
              <a:ext uri="{FF2B5EF4-FFF2-40B4-BE49-F238E27FC236}">
                <a16:creationId xmlns:a16="http://schemas.microsoft.com/office/drawing/2014/main" id="{95293E8B-0887-46BC-841C-16B849F9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7345" y="1741392"/>
            <a:ext cx="521034" cy="185044"/>
          </a:xfrm>
          <a:custGeom xmlns:a="http://schemas.openxmlformats.org/drawingml/2006/main">
            <a:pathLst>
              <a:path w="521034" h="185044">
                <a:moveTo>
                  <a:pt x="47557" y="72020"/>
                </a:moveTo>
                <a:cubicBezTo>
                  <a:pt x="56810" y="67020"/>
                  <a:pt x="70317" y="58501"/>
                  <a:pt x="70317" y="42943"/>
                </a:cubicBezTo>
                <a:cubicBezTo>
                  <a:pt x="70317" y="26832"/>
                  <a:pt x="54774" y="15721"/>
                  <a:pt x="37751" y="15721"/>
                </a:cubicBezTo>
                <a:cubicBezTo>
                  <a:pt x="19432" y="15721"/>
                  <a:pt x="4998" y="29238"/>
                  <a:pt x="4998" y="46091"/>
                </a:cubicBezTo>
                <a:cubicBezTo>
                  <a:pt x="4998" y="52388"/>
                  <a:pt x="6847" y="58684"/>
                  <a:pt x="12028" y="64981"/>
                </a:cubicBezTo>
                <a:cubicBezTo>
                  <a:pt x="14064" y="67389"/>
                  <a:pt x="14250" y="67573"/>
                  <a:pt x="27202" y="76648"/>
                </a:cubicBezTo>
                <a:cubicBezTo>
                  <a:pt x="9253" y="84983"/>
                  <a:pt x="0" y="97390"/>
                  <a:pt x="0" y="110909"/>
                </a:cubicBezTo>
                <a:cubicBezTo>
                  <a:pt x="0" y="130541"/>
                  <a:pt x="18692" y="142758"/>
                  <a:pt x="37564" y="142758"/>
                </a:cubicBezTo>
                <a:cubicBezTo>
                  <a:pt x="58106" y="142758"/>
                  <a:pt x="75315" y="127579"/>
                  <a:pt x="75315" y="108133"/>
                </a:cubicBezTo>
                <a:cubicBezTo>
                  <a:pt x="75315" y="89241"/>
                  <a:pt x="61991" y="80909"/>
                  <a:pt x="47557" y="72020"/>
                </a:cubicBezTo>
                <a:moveTo>
                  <a:pt x="22391" y="55353"/>
                </a:moveTo>
                <a:cubicBezTo>
                  <a:pt x="19985" y="53684"/>
                  <a:pt x="12585" y="48870"/>
                  <a:pt x="12585" y="39795"/>
                </a:cubicBezTo>
                <a:cubicBezTo>
                  <a:pt x="12585" y="27758"/>
                  <a:pt x="25166" y="20163"/>
                  <a:pt x="37564" y="20163"/>
                </a:cubicBezTo>
                <a:cubicBezTo>
                  <a:pt x="50889" y="20163"/>
                  <a:pt x="62731" y="29794"/>
                  <a:pt x="62731" y="43130"/>
                </a:cubicBezTo>
                <a:cubicBezTo>
                  <a:pt x="62731" y="54427"/>
                  <a:pt x="54590" y="63499"/>
                  <a:pt x="43858" y="69425"/>
                </a:cubicBezTo>
                <a:lnTo>
                  <a:pt x="22391" y="55353"/>
                </a:lnTo>
                <a:moveTo>
                  <a:pt x="31090" y="79243"/>
                </a:moveTo>
                <a:lnTo>
                  <a:pt x="53478" y="93871"/>
                </a:lnTo>
                <a:cubicBezTo>
                  <a:pt x="58289" y="97020"/>
                  <a:pt x="66802" y="102763"/>
                  <a:pt x="66802" y="114060"/>
                </a:cubicBezTo>
                <a:cubicBezTo>
                  <a:pt x="66802" y="128132"/>
                  <a:pt x="52555" y="137763"/>
                  <a:pt x="37751" y="137763"/>
                </a:cubicBezTo>
                <a:cubicBezTo>
                  <a:pt x="22021" y="137763"/>
                  <a:pt x="8513" y="126280"/>
                  <a:pt x="8513" y="110909"/>
                </a:cubicBezTo>
                <a:cubicBezTo>
                  <a:pt x="8513" y="96463"/>
                  <a:pt x="19062" y="84797"/>
                  <a:pt x="31090" y="79243"/>
                </a:cubicBezTo>
                <a:close/>
                <a:moveTo>
                  <a:pt x="138042" y="72020"/>
                </a:moveTo>
                <a:cubicBezTo>
                  <a:pt x="147295" y="67020"/>
                  <a:pt x="160803" y="58501"/>
                  <a:pt x="160803" y="42943"/>
                </a:cubicBezTo>
                <a:cubicBezTo>
                  <a:pt x="160803" y="26832"/>
                  <a:pt x="145259" y="15721"/>
                  <a:pt x="128236" y="15721"/>
                </a:cubicBezTo>
                <a:cubicBezTo>
                  <a:pt x="109917" y="15721"/>
                  <a:pt x="95483" y="29238"/>
                  <a:pt x="95483" y="46091"/>
                </a:cubicBezTo>
                <a:cubicBezTo>
                  <a:pt x="95483" y="52388"/>
                  <a:pt x="97333" y="58684"/>
                  <a:pt x="102514" y="64981"/>
                </a:cubicBezTo>
                <a:cubicBezTo>
                  <a:pt x="104550" y="67389"/>
                  <a:pt x="104736" y="67573"/>
                  <a:pt x="117688" y="76648"/>
                </a:cubicBezTo>
                <a:cubicBezTo>
                  <a:pt x="99738" y="84983"/>
                  <a:pt x="90486" y="97390"/>
                  <a:pt x="90486" y="110909"/>
                </a:cubicBezTo>
                <a:cubicBezTo>
                  <a:pt x="90486" y="130541"/>
                  <a:pt x="109177" y="142758"/>
                  <a:pt x="128050" y="142758"/>
                </a:cubicBezTo>
                <a:cubicBezTo>
                  <a:pt x="148591" y="142758"/>
                  <a:pt x="165801" y="127579"/>
                  <a:pt x="165801" y="108133"/>
                </a:cubicBezTo>
                <a:cubicBezTo>
                  <a:pt x="165801" y="89241"/>
                  <a:pt x="152476" y="80909"/>
                  <a:pt x="138042" y="72020"/>
                </a:cubicBezTo>
                <a:moveTo>
                  <a:pt x="112876" y="55353"/>
                </a:moveTo>
                <a:cubicBezTo>
                  <a:pt x="110471" y="53684"/>
                  <a:pt x="103070" y="48870"/>
                  <a:pt x="103070" y="39795"/>
                </a:cubicBezTo>
                <a:cubicBezTo>
                  <a:pt x="103070" y="27758"/>
                  <a:pt x="115652" y="20163"/>
                  <a:pt x="128050" y="20163"/>
                </a:cubicBezTo>
                <a:cubicBezTo>
                  <a:pt x="141374" y="20163"/>
                  <a:pt x="153216" y="29794"/>
                  <a:pt x="153216" y="43130"/>
                </a:cubicBezTo>
                <a:cubicBezTo>
                  <a:pt x="153216" y="54427"/>
                  <a:pt x="145076" y="63499"/>
                  <a:pt x="134344" y="69425"/>
                </a:cubicBezTo>
                <a:lnTo>
                  <a:pt x="112876" y="55353"/>
                </a:lnTo>
                <a:moveTo>
                  <a:pt x="121576" y="79243"/>
                </a:moveTo>
                <a:lnTo>
                  <a:pt x="143963" y="93871"/>
                </a:lnTo>
                <a:cubicBezTo>
                  <a:pt x="148775" y="97020"/>
                  <a:pt x="157288" y="102763"/>
                  <a:pt x="157288" y="114060"/>
                </a:cubicBezTo>
                <a:cubicBezTo>
                  <a:pt x="157288" y="128132"/>
                  <a:pt x="143040" y="137763"/>
                  <a:pt x="128236" y="137763"/>
                </a:cubicBezTo>
                <a:cubicBezTo>
                  <a:pt x="112506" y="137763"/>
                  <a:pt x="98999" y="126280"/>
                  <a:pt x="98999" y="110909"/>
                </a:cubicBezTo>
                <a:cubicBezTo>
                  <a:pt x="98999" y="96463"/>
                  <a:pt x="109547" y="84797"/>
                  <a:pt x="121576" y="79243"/>
                </a:cubicBezTo>
                <a:close/>
                <a:moveTo>
                  <a:pt x="252986" y="6847"/>
                </a:moveTo>
                <a:cubicBezTo>
                  <a:pt x="252986" y="6664"/>
                  <a:pt x="254096" y="3888"/>
                  <a:pt x="254096" y="3518"/>
                </a:cubicBezTo>
                <a:cubicBezTo>
                  <a:pt x="254096" y="1296"/>
                  <a:pt x="252244" y="0"/>
                  <a:pt x="250764" y="0"/>
                </a:cubicBezTo>
                <a:cubicBezTo>
                  <a:pt x="249838" y="0"/>
                  <a:pt x="248175" y="0"/>
                  <a:pt x="246693" y="4072"/>
                </a:cubicBezTo>
                <a:lnTo>
                  <a:pt x="184704" y="178199"/>
                </a:lnTo>
                <a:cubicBezTo>
                  <a:pt x="184704" y="178383"/>
                  <a:pt x="183592" y="181158"/>
                  <a:pt x="183592" y="181528"/>
                </a:cubicBezTo>
                <a:cubicBezTo>
                  <a:pt x="183592" y="183750"/>
                  <a:pt x="185444" y="185044"/>
                  <a:pt x="186924" y="185044"/>
                </a:cubicBezTo>
                <a:cubicBezTo>
                  <a:pt x="188033" y="185044"/>
                  <a:pt x="189699" y="184860"/>
                  <a:pt x="190995" y="180975"/>
                </a:cubicBezTo>
                <a:lnTo>
                  <a:pt x="252986" y="6847"/>
                </a:lnTo>
                <a:close/>
                <a:moveTo>
                  <a:pt x="317487" y="20160"/>
                </a:moveTo>
                <a:cubicBezTo>
                  <a:pt x="317487" y="15908"/>
                  <a:pt x="317487" y="15721"/>
                  <a:pt x="313785" y="15721"/>
                </a:cubicBezTo>
                <a:cubicBezTo>
                  <a:pt x="309344" y="20714"/>
                  <a:pt x="300094" y="27524"/>
                  <a:pt x="281032" y="27524"/>
                </a:cubicBezTo>
                <a:lnTo>
                  <a:pt x="281032" y="32889"/>
                </a:lnTo>
                <a:cubicBezTo>
                  <a:pt x="285290" y="32889"/>
                  <a:pt x="294540" y="32889"/>
                  <a:pt x="304719" y="28080"/>
                </a:cubicBezTo>
                <a:lnTo>
                  <a:pt x="304719" y="124532"/>
                </a:lnTo>
                <a:cubicBezTo>
                  <a:pt x="304719" y="131196"/>
                  <a:pt x="304163" y="133418"/>
                  <a:pt x="287880" y="133418"/>
                </a:cubicBezTo>
                <a:lnTo>
                  <a:pt x="282145" y="133418"/>
                </a:lnTo>
                <a:lnTo>
                  <a:pt x="282145" y="138783"/>
                </a:lnTo>
                <a:cubicBezTo>
                  <a:pt x="287140" y="138413"/>
                  <a:pt x="305089" y="138413"/>
                  <a:pt x="311196" y="138413"/>
                </a:cubicBezTo>
                <a:cubicBezTo>
                  <a:pt x="317301" y="138413"/>
                  <a:pt x="335067" y="138413"/>
                  <a:pt x="340061" y="138783"/>
                </a:cubicBezTo>
                <a:lnTo>
                  <a:pt x="340061" y="133418"/>
                </a:lnTo>
                <a:lnTo>
                  <a:pt x="334327" y="133418"/>
                </a:lnTo>
                <a:cubicBezTo>
                  <a:pt x="318043" y="133418"/>
                  <a:pt x="317487" y="131196"/>
                  <a:pt x="317487" y="124532"/>
                </a:cubicBezTo>
                <a:lnTo>
                  <a:pt x="317487" y="20160"/>
                </a:lnTo>
                <a:close/>
                <a:moveTo>
                  <a:pt x="407974" y="20160"/>
                </a:moveTo>
                <a:cubicBezTo>
                  <a:pt x="407974" y="15908"/>
                  <a:pt x="407974" y="15721"/>
                  <a:pt x="404272" y="15721"/>
                </a:cubicBezTo>
                <a:cubicBezTo>
                  <a:pt x="399831" y="20714"/>
                  <a:pt x="390581" y="27524"/>
                  <a:pt x="371519" y="27524"/>
                </a:cubicBezTo>
                <a:lnTo>
                  <a:pt x="371519" y="32889"/>
                </a:lnTo>
                <a:cubicBezTo>
                  <a:pt x="375777" y="32889"/>
                  <a:pt x="385027" y="32889"/>
                  <a:pt x="395206" y="28080"/>
                </a:cubicBezTo>
                <a:lnTo>
                  <a:pt x="395206" y="124532"/>
                </a:lnTo>
                <a:cubicBezTo>
                  <a:pt x="395206" y="131196"/>
                  <a:pt x="394649" y="133418"/>
                  <a:pt x="378366" y="133418"/>
                </a:cubicBezTo>
                <a:lnTo>
                  <a:pt x="372631" y="133418"/>
                </a:lnTo>
                <a:lnTo>
                  <a:pt x="372631" y="138783"/>
                </a:lnTo>
                <a:cubicBezTo>
                  <a:pt x="377626" y="138413"/>
                  <a:pt x="395575" y="138413"/>
                  <a:pt x="401683" y="138413"/>
                </a:cubicBezTo>
                <a:cubicBezTo>
                  <a:pt x="407787" y="138413"/>
                  <a:pt x="425553" y="138413"/>
                  <a:pt x="430548" y="138783"/>
                </a:cubicBezTo>
                <a:lnTo>
                  <a:pt x="430548" y="133418"/>
                </a:lnTo>
                <a:lnTo>
                  <a:pt x="424813" y="133418"/>
                </a:lnTo>
                <a:cubicBezTo>
                  <a:pt x="408530" y="133418"/>
                  <a:pt x="407974" y="131196"/>
                  <a:pt x="407974" y="124532"/>
                </a:cubicBezTo>
                <a:lnTo>
                  <a:pt x="407974" y="20160"/>
                </a:lnTo>
                <a:close/>
                <a:moveTo>
                  <a:pt x="498460" y="20160"/>
                </a:moveTo>
                <a:cubicBezTo>
                  <a:pt x="498460" y="15908"/>
                  <a:pt x="498460" y="15721"/>
                  <a:pt x="494758" y="15721"/>
                </a:cubicBezTo>
                <a:cubicBezTo>
                  <a:pt x="490317" y="20714"/>
                  <a:pt x="481067" y="27524"/>
                  <a:pt x="462005" y="27524"/>
                </a:cubicBezTo>
                <a:lnTo>
                  <a:pt x="462005" y="32889"/>
                </a:lnTo>
                <a:cubicBezTo>
                  <a:pt x="466263" y="32889"/>
                  <a:pt x="475513" y="32889"/>
                  <a:pt x="485692" y="28080"/>
                </a:cubicBezTo>
                <a:lnTo>
                  <a:pt x="485692" y="124532"/>
                </a:lnTo>
                <a:cubicBezTo>
                  <a:pt x="485692" y="131196"/>
                  <a:pt x="485136" y="133418"/>
                  <a:pt x="468852" y="133418"/>
                </a:cubicBezTo>
                <a:lnTo>
                  <a:pt x="463118" y="133418"/>
                </a:lnTo>
                <a:lnTo>
                  <a:pt x="463118" y="138783"/>
                </a:lnTo>
                <a:cubicBezTo>
                  <a:pt x="468113" y="138413"/>
                  <a:pt x="486062" y="138413"/>
                  <a:pt x="492169" y="138413"/>
                </a:cubicBezTo>
                <a:cubicBezTo>
                  <a:pt x="498274" y="138413"/>
                  <a:pt x="516039" y="138413"/>
                  <a:pt x="521034" y="138783"/>
                </a:cubicBezTo>
                <a:lnTo>
                  <a:pt x="521034" y="133418"/>
                </a:lnTo>
                <a:lnTo>
                  <a:pt x="515300" y="133418"/>
                </a:lnTo>
                <a:cubicBezTo>
                  <a:pt x="499016" y="133418"/>
                  <a:pt x="498460" y="131196"/>
                  <a:pt x="498460" y="124532"/>
                </a:cubicBezTo>
                <a:lnTo>
                  <a:pt x="498460" y="2016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536036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2026-09-05T18:29:22.1440000Z</dcterms:created>
  <dcterms:modified xsi:type="dcterms:W3CDTF">2026-09-05T18:29:22.1440000Z</dcterms:modified>
</coreProperties>
</file>